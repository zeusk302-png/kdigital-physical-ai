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39d2898f12042b1" /><Relationship Type="http://schemas.openxmlformats.org/officeDocument/2006/relationships/extended-properties" Target="/docProps/app.xml" Id="R5ba9777edc7945d0" /><Relationship Type="http://schemas.openxmlformats.org/officeDocument/2006/relationships/officeDocument" Target="/ppt/presentation.xml" Id="Rcf686bbe2e5b4234" /></Relationships>
</file>

<file path=ppt/presentation.xml><?xml version="1.0" encoding="utf-8"?>
<p:presentation xmlns:p="http://schemas.openxmlformats.org/presentationml/2006/main">
  <p:sldMasterIdLst>
    <p:sldMasterId xmlns:r="http://schemas.openxmlformats.org/officeDocument/2006/relationships" id="2147483648" r:id="R060523f835684f88"/>
  </p:sldMasterIdLst>
  <p:notesMasterIdLst>
    <p:notesMasterId xmlns:r="http://schemas.openxmlformats.org/officeDocument/2006/relationships" r:id="R66b2ff25ebf545d6"/>
  </p:notesMasterIdLst>
  <p:sldIdLst>
    <p:sldId xmlns:r="http://schemas.openxmlformats.org/officeDocument/2006/relationships" id="256" r:id="R24f3c83732fd4268"/>
    <p:sldId xmlns:r="http://schemas.openxmlformats.org/officeDocument/2006/relationships" id="257" r:id="R3407fab56f094031"/>
    <p:sldId xmlns:r="http://schemas.openxmlformats.org/officeDocument/2006/relationships" id="258" r:id="R1550b402b3a949ec"/>
    <p:sldId xmlns:r="http://schemas.openxmlformats.org/officeDocument/2006/relationships" id="259" r:id="Rc77fcbb45ea343ce"/>
    <p:sldId xmlns:r="http://schemas.openxmlformats.org/officeDocument/2006/relationships" id="260" r:id="R9fbe4060b3d74e0d"/>
    <p:sldId xmlns:r="http://schemas.openxmlformats.org/officeDocument/2006/relationships" id="261" r:id="R509af0d9397b4567"/>
    <p:sldId xmlns:r="http://schemas.openxmlformats.org/officeDocument/2006/relationships" id="262" r:id="R5c7c3e63268c45ea"/>
    <p:sldId xmlns:r="http://schemas.openxmlformats.org/officeDocument/2006/relationships" id="263" r:id="R703edea6862c40ed"/>
    <p:sldId xmlns:r="http://schemas.openxmlformats.org/officeDocument/2006/relationships" id="264" r:id="R973e69a8b1b4422a"/>
    <p:sldId xmlns:r="http://schemas.openxmlformats.org/officeDocument/2006/relationships" id="265" r:id="Rfca7c46a340c4fc1"/>
    <p:sldId xmlns:r="http://schemas.openxmlformats.org/officeDocument/2006/relationships" id="266" r:id="R59faefc5138f4b78"/>
    <p:sldId xmlns:r="http://schemas.openxmlformats.org/officeDocument/2006/relationships" id="267" r:id="Re16e7df564724275"/>
    <p:sldId xmlns:r="http://schemas.openxmlformats.org/officeDocument/2006/relationships" id="268" r:id="R10927594c3794960"/>
    <p:sldId xmlns:r="http://schemas.openxmlformats.org/officeDocument/2006/relationships" id="269" r:id="Ree0d220138a34a04"/>
    <p:sldId xmlns:r="http://schemas.openxmlformats.org/officeDocument/2006/relationships" id="270" r:id="R4e345b255d13445f"/>
    <p:sldId xmlns:r="http://schemas.openxmlformats.org/officeDocument/2006/relationships" id="271" r:id="R55cb1be52a9347eb"/>
    <p:sldId xmlns:r="http://schemas.openxmlformats.org/officeDocument/2006/relationships" id="272" r:id="R4e0e8302423c4067"/>
    <p:sldId xmlns:r="http://schemas.openxmlformats.org/officeDocument/2006/relationships" id="273" r:id="Rbb4b4e1ccbdc4863"/>
    <p:sldId xmlns:r="http://schemas.openxmlformats.org/officeDocument/2006/relationships" id="274" r:id="R89e326a0c25f48c6"/>
    <p:sldId xmlns:r="http://schemas.openxmlformats.org/officeDocument/2006/relationships" id="275" r:id="R589478cb7bcd4742"/>
    <p:sldId xmlns:r="http://schemas.openxmlformats.org/officeDocument/2006/relationships" id="276" r:id="R13b00338b2e84202"/>
    <p:sldId xmlns:r="http://schemas.openxmlformats.org/officeDocument/2006/relationships" id="277" r:id="R133f865234a24c7d"/>
    <p:sldId xmlns:r="http://schemas.openxmlformats.org/officeDocument/2006/relationships" id="278" r:id="Rda48b53933294fdb"/>
    <p:sldId xmlns:r="http://schemas.openxmlformats.org/officeDocument/2006/relationships" id="279" r:id="R19f1d28b50fb4a8d"/>
    <p:sldId xmlns:r="http://schemas.openxmlformats.org/officeDocument/2006/relationships" id="280" r:id="R37d63f0c19ad4c85"/>
    <p:sldId xmlns:r="http://schemas.openxmlformats.org/officeDocument/2006/relationships" id="281" r:id="R0221bd54c2a54e86"/>
    <p:sldId xmlns:r="http://schemas.openxmlformats.org/officeDocument/2006/relationships" id="282" r:id="R4e3dc3bed75f40a2"/>
    <p:sldId xmlns:r="http://schemas.openxmlformats.org/officeDocument/2006/relationships" id="283" r:id="R3c7b164648384011"/>
    <p:sldId xmlns:r="http://schemas.openxmlformats.org/officeDocument/2006/relationships" id="284" r:id="Ra6b579c9858c4a05"/>
    <p:sldId xmlns:r="http://schemas.openxmlformats.org/officeDocument/2006/relationships" id="285" r:id="R75f8edfd9e8b402f"/>
    <p:sldId xmlns:r="http://schemas.openxmlformats.org/officeDocument/2006/relationships" id="286" r:id="Re7570800ce944a20"/>
    <p:sldId xmlns:r="http://schemas.openxmlformats.org/officeDocument/2006/relationships" id="287" r:id="R4daf8c3e588f44da"/>
    <p:sldId xmlns:r="http://schemas.openxmlformats.org/officeDocument/2006/relationships" id="288" r:id="Re67b3f447b5d4176"/>
    <p:sldId xmlns:r="http://schemas.openxmlformats.org/officeDocument/2006/relationships" id="289" r:id="Rd1f8ff4369b84b6b"/>
    <p:sldId xmlns:r="http://schemas.openxmlformats.org/officeDocument/2006/relationships" id="290" r:id="Rb4432b8869a64d03"/>
    <p:sldId xmlns:r="http://schemas.openxmlformats.org/officeDocument/2006/relationships" id="291" r:id="Ra997c852c54a4dc8"/>
    <p:sldId xmlns:r="http://schemas.openxmlformats.org/officeDocument/2006/relationships" id="292" r:id="Rd37306ee3a354298"/>
    <p:sldId xmlns:r="http://schemas.openxmlformats.org/officeDocument/2006/relationships" id="293" r:id="R3b2eaddaf82a4c7a"/>
    <p:sldId xmlns:r="http://schemas.openxmlformats.org/officeDocument/2006/relationships" id="294" r:id="Rf12c78696d324dbd"/>
    <p:sldId xmlns:r="http://schemas.openxmlformats.org/officeDocument/2006/relationships" id="295" r:id="Rcc774c93ac7e4559"/>
    <p:sldId xmlns:r="http://schemas.openxmlformats.org/officeDocument/2006/relationships" id="296" r:id="R44f3cfcd259d4e97"/>
    <p:sldId xmlns:r="http://schemas.openxmlformats.org/officeDocument/2006/relationships" id="297" r:id="R3f8e6e31f4f445e9"/>
    <p:sldId xmlns:r="http://schemas.openxmlformats.org/officeDocument/2006/relationships" id="298" r:id="R8204fd3211ea44a7"/>
    <p:sldId xmlns:r="http://schemas.openxmlformats.org/officeDocument/2006/relationships" id="299" r:id="Ra09999388cd843c8"/>
    <p:sldId xmlns:r="http://schemas.openxmlformats.org/officeDocument/2006/relationships" id="300" r:id="Rc264fb0757cd46e7"/>
    <p:sldId xmlns:r="http://schemas.openxmlformats.org/officeDocument/2006/relationships" id="301" r:id="R2736863ecfd34db5"/>
    <p:sldId xmlns:r="http://schemas.openxmlformats.org/officeDocument/2006/relationships" id="302" r:id="R9bd0e9e0cc494e74"/>
    <p:sldId xmlns:r="http://schemas.openxmlformats.org/officeDocument/2006/relationships" id="303" r:id="R4aaf97a4c8b44cd9"/>
    <p:sldId xmlns:r="http://schemas.openxmlformats.org/officeDocument/2006/relationships" id="304" r:id="R52c61f7276134ded"/>
    <p:sldId xmlns:r="http://schemas.openxmlformats.org/officeDocument/2006/relationships" id="305" r:id="R467cc7bc5a95431a"/>
    <p:sldId xmlns:r="http://schemas.openxmlformats.org/officeDocument/2006/relationships" id="306" r:id="R8f5328803be14c75"/>
    <p:sldId xmlns:r="http://schemas.openxmlformats.org/officeDocument/2006/relationships" id="307" r:id="R696ec4caa39f4728"/>
    <p:sldId xmlns:r="http://schemas.openxmlformats.org/officeDocument/2006/relationships" id="308" r:id="R3aa2ba33e39444b0"/>
    <p:sldId xmlns:r="http://schemas.openxmlformats.org/officeDocument/2006/relationships" id="309" r:id="R13d9a92f55b94426"/>
    <p:sldId xmlns:r="http://schemas.openxmlformats.org/officeDocument/2006/relationships" id="310" r:id="R9d5a5f905f2049b7"/>
    <p:sldId xmlns:r="http://schemas.openxmlformats.org/officeDocument/2006/relationships" id="311" r:id="Re43da4ad3786424a"/>
    <p:sldId xmlns:r="http://schemas.openxmlformats.org/officeDocument/2006/relationships" id="312" r:id="R8625bd0cdc2b48e4"/>
    <p:sldId xmlns:r="http://schemas.openxmlformats.org/officeDocument/2006/relationships" id="313" r:id="R69173e811c1f4935"/>
    <p:sldId xmlns:r="http://schemas.openxmlformats.org/officeDocument/2006/relationships" id="314" r:id="Rede7924884ed44ee"/>
    <p:sldId xmlns:r="http://schemas.openxmlformats.org/officeDocument/2006/relationships" id="315" r:id="R3500a142986e4f01"/>
    <p:sldId xmlns:r="http://schemas.openxmlformats.org/officeDocument/2006/relationships" id="316" r:id="Rb1c50c2b13ed41fd"/>
    <p:sldId xmlns:r="http://schemas.openxmlformats.org/officeDocument/2006/relationships" id="317" r:id="Rab0ec2fcafcf4067"/>
    <p:sldId xmlns:r="http://schemas.openxmlformats.org/officeDocument/2006/relationships" id="318" r:id="Rd664710c386243a4"/>
    <p:sldId xmlns:r="http://schemas.openxmlformats.org/officeDocument/2006/relationships" id="319" r:id="R687fe24c05794763"/>
    <p:sldId xmlns:r="http://schemas.openxmlformats.org/officeDocument/2006/relationships" id="320" r:id="R3885c72cafe74900"/>
    <p:sldId xmlns:r="http://schemas.openxmlformats.org/officeDocument/2006/relationships" id="321" r:id="Raff13383b6f944bb"/>
    <p:sldId xmlns:r="http://schemas.openxmlformats.org/officeDocument/2006/relationships" id="322" r:id="R3f34a3dfdd3b4482"/>
    <p:sldId xmlns:r="http://schemas.openxmlformats.org/officeDocument/2006/relationships" id="323" r:id="Re3fb363d04f24ee3"/>
    <p:sldId xmlns:r="http://schemas.openxmlformats.org/officeDocument/2006/relationships" id="324" r:id="Rfe5038c5986d4d14"/>
    <p:sldId xmlns:r="http://schemas.openxmlformats.org/officeDocument/2006/relationships" id="325" r:id="R3f5cda091dab4ca5"/>
    <p:sldId xmlns:r="http://schemas.openxmlformats.org/officeDocument/2006/relationships" id="326" r:id="R6fbfe631110f4e68"/>
    <p:sldId xmlns:r="http://schemas.openxmlformats.org/officeDocument/2006/relationships" id="327" r:id="R2fb729e28c484435"/>
    <p:sldId xmlns:r="http://schemas.openxmlformats.org/officeDocument/2006/relationships" id="328" r:id="R852a6c1b330d4ab8"/>
    <p:sldId xmlns:r="http://schemas.openxmlformats.org/officeDocument/2006/relationships" id="329" r:id="R424f4fcb65b44f58"/>
    <p:sldId xmlns:r="http://schemas.openxmlformats.org/officeDocument/2006/relationships" id="330" r:id="Rf7a9ae96e698494a"/>
    <p:sldId xmlns:r="http://schemas.openxmlformats.org/officeDocument/2006/relationships" id="331" r:id="Rbc00fed985d84212"/>
    <p:sldId xmlns:r="http://schemas.openxmlformats.org/officeDocument/2006/relationships" id="332" r:id="R6ecf9d5c49764bda"/>
    <p:sldId xmlns:r="http://schemas.openxmlformats.org/officeDocument/2006/relationships" id="333" r:id="R10061ece831443bb"/>
    <p:sldId xmlns:r="http://schemas.openxmlformats.org/officeDocument/2006/relationships" id="334" r:id="R2bd1a99c1f0b4e90"/>
    <p:sldId xmlns:r="http://schemas.openxmlformats.org/officeDocument/2006/relationships" id="335" r:id="R03087ecb2648406b"/>
    <p:sldId xmlns:r="http://schemas.openxmlformats.org/officeDocument/2006/relationships" id="336" r:id="Ra860c9866d334a73"/>
    <p:sldId xmlns:r="http://schemas.openxmlformats.org/officeDocument/2006/relationships" id="337" r:id="R276681a900c243ae"/>
    <p:sldId xmlns:r="http://schemas.openxmlformats.org/officeDocument/2006/relationships" id="338" r:id="R6fed90f973e9423b"/>
    <p:sldId xmlns:r="http://schemas.openxmlformats.org/officeDocument/2006/relationships" id="339" r:id="R4914bf3ab3ac4e05"/>
    <p:sldId xmlns:r="http://schemas.openxmlformats.org/officeDocument/2006/relationships" id="340" r:id="R2237fc2251f8473a"/>
    <p:sldId xmlns:r="http://schemas.openxmlformats.org/officeDocument/2006/relationships" id="341" r:id="Ra23bdd58df124699"/>
    <p:sldId xmlns:r="http://schemas.openxmlformats.org/officeDocument/2006/relationships" id="342" r:id="Rd9e52ed1a846489c"/>
    <p:sldId xmlns:r="http://schemas.openxmlformats.org/officeDocument/2006/relationships" id="343" r:id="R95704b0d435b4b53"/>
    <p:sldId xmlns:r="http://schemas.openxmlformats.org/officeDocument/2006/relationships" id="344" r:id="R075ba1d04f4f43c9"/>
    <p:sldId xmlns:r="http://schemas.openxmlformats.org/officeDocument/2006/relationships" id="345" r:id="R31cb10dd0ff6417e"/>
    <p:sldId xmlns:r="http://schemas.openxmlformats.org/officeDocument/2006/relationships" id="346" r:id="Rab086c19573d46d1"/>
    <p:sldId xmlns:r="http://schemas.openxmlformats.org/officeDocument/2006/relationships" id="347" r:id="Rf9bb28d21a764e96"/>
    <p:sldId xmlns:r="http://schemas.openxmlformats.org/officeDocument/2006/relationships" id="348" r:id="Rd9ddc97efaad44ab"/>
    <p:sldId xmlns:r="http://schemas.openxmlformats.org/officeDocument/2006/relationships" id="349" r:id="Rf8b9bc3e51204bb8"/>
    <p:sldId xmlns:r="http://schemas.openxmlformats.org/officeDocument/2006/relationships" id="350" r:id="Ra90b389e28b34573"/>
    <p:sldId xmlns:r="http://schemas.openxmlformats.org/officeDocument/2006/relationships" id="351" r:id="R17693a0581d24424"/>
    <p:sldId xmlns:r="http://schemas.openxmlformats.org/officeDocument/2006/relationships" id="352" r:id="Rc54d029acf8b4561"/>
    <p:sldId xmlns:r="http://schemas.openxmlformats.org/officeDocument/2006/relationships" id="353" r:id="R931a727a46494232"/>
    <p:sldId xmlns:r="http://schemas.openxmlformats.org/officeDocument/2006/relationships" id="354" r:id="R1a065b250313426f"/>
    <p:sldId xmlns:r="http://schemas.openxmlformats.org/officeDocument/2006/relationships" id="355" r:id="R5320b69180e549a3"/>
    <p:sldId xmlns:r="http://schemas.openxmlformats.org/officeDocument/2006/relationships" id="356" r:id="Rae4d1669834542af"/>
    <p:sldId xmlns:r="http://schemas.openxmlformats.org/officeDocument/2006/relationships" id="357" r:id="R287e35e705af41f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c6bce0286e443d3" /><Relationship Type="http://schemas.openxmlformats.org/officeDocument/2006/relationships/slideMaster" Target="/ppt/slideMasters/slideMaster1.xml" Id="R060523f835684f88" /><Relationship Type="http://schemas.openxmlformats.org/officeDocument/2006/relationships/notesMaster" Target="/ppt/notesMasters/notesMaster1.xml" Id="R66b2ff25ebf545d6" /><Relationship Type="http://schemas.openxmlformats.org/officeDocument/2006/relationships/presProps" Target="/ppt/presProps.xml" Id="R734a070c5b4c4a36" /><Relationship Type="http://schemas.openxmlformats.org/officeDocument/2006/relationships/tableStyles" Target="/ppt/tableStyles.xml" Id="Rf32fd78c6ad14403" /><Relationship Type="http://schemas.openxmlformats.org/officeDocument/2006/relationships/slide" Target="/ppt/slides/slide1.xml" Id="R24f3c83732fd4268" /><Relationship Type="http://schemas.openxmlformats.org/officeDocument/2006/relationships/slide" Target="/ppt/slides/slide2.xml" Id="R3407fab56f094031" /><Relationship Type="http://schemas.openxmlformats.org/officeDocument/2006/relationships/slide" Target="/ppt/slides/slide3.xml" Id="R1550b402b3a949ec" /><Relationship Type="http://schemas.openxmlformats.org/officeDocument/2006/relationships/slide" Target="/ppt/slides/slide4.xml" Id="Rc77fcbb45ea343ce" /><Relationship Type="http://schemas.openxmlformats.org/officeDocument/2006/relationships/slide" Target="/ppt/slides/slide5.xml" Id="R9fbe4060b3d74e0d" /><Relationship Type="http://schemas.openxmlformats.org/officeDocument/2006/relationships/slide" Target="/ppt/slides/slide6.xml" Id="R509af0d9397b4567" /><Relationship Type="http://schemas.openxmlformats.org/officeDocument/2006/relationships/slide" Target="/ppt/slides/slide7.xml" Id="R5c7c3e63268c45ea" /><Relationship Type="http://schemas.openxmlformats.org/officeDocument/2006/relationships/slide" Target="/ppt/slides/slide8.xml" Id="R703edea6862c40ed" /><Relationship Type="http://schemas.openxmlformats.org/officeDocument/2006/relationships/slide" Target="/ppt/slides/slide9.xml" Id="R973e69a8b1b4422a" /><Relationship Type="http://schemas.openxmlformats.org/officeDocument/2006/relationships/slide" Target="/ppt/slides/slide10.xml" Id="Rfca7c46a340c4fc1" /><Relationship Type="http://schemas.openxmlformats.org/officeDocument/2006/relationships/slide" Target="/ppt/slides/slide11.xml" Id="R59faefc5138f4b78" /><Relationship Type="http://schemas.openxmlformats.org/officeDocument/2006/relationships/slide" Target="/ppt/slides/slide12.xml" Id="Re16e7df564724275" /><Relationship Type="http://schemas.openxmlformats.org/officeDocument/2006/relationships/slide" Target="/ppt/slides/slide13.xml" Id="R10927594c3794960" /><Relationship Type="http://schemas.openxmlformats.org/officeDocument/2006/relationships/slide" Target="/ppt/slides/slide14.xml" Id="Ree0d220138a34a04" /><Relationship Type="http://schemas.openxmlformats.org/officeDocument/2006/relationships/slide" Target="/ppt/slides/slide15.xml" Id="R4e345b255d13445f" /><Relationship Type="http://schemas.openxmlformats.org/officeDocument/2006/relationships/slide" Target="/ppt/slides/slide16.xml" Id="R55cb1be52a9347eb" /><Relationship Type="http://schemas.openxmlformats.org/officeDocument/2006/relationships/slide" Target="/ppt/slides/slide17.xml" Id="R4e0e8302423c4067" /><Relationship Type="http://schemas.openxmlformats.org/officeDocument/2006/relationships/slide" Target="/ppt/slides/slide18.xml" Id="Rbb4b4e1ccbdc4863" /><Relationship Type="http://schemas.openxmlformats.org/officeDocument/2006/relationships/slide" Target="/ppt/slides/slide19.xml" Id="R89e326a0c25f48c6" /><Relationship Type="http://schemas.openxmlformats.org/officeDocument/2006/relationships/slide" Target="/ppt/slides/slide20.xml" Id="R589478cb7bcd4742" /><Relationship Type="http://schemas.openxmlformats.org/officeDocument/2006/relationships/slide" Target="/ppt/slides/slide21.xml" Id="R13b00338b2e84202" /><Relationship Type="http://schemas.openxmlformats.org/officeDocument/2006/relationships/slide" Target="/ppt/slides/slide22.xml" Id="R133f865234a24c7d" /><Relationship Type="http://schemas.openxmlformats.org/officeDocument/2006/relationships/slide" Target="/ppt/slides/slide23.xml" Id="Rda48b53933294fdb" /><Relationship Type="http://schemas.openxmlformats.org/officeDocument/2006/relationships/slide" Target="/ppt/slides/slide24.xml" Id="R19f1d28b50fb4a8d" /><Relationship Type="http://schemas.openxmlformats.org/officeDocument/2006/relationships/slide" Target="/ppt/slides/slide25.xml" Id="R37d63f0c19ad4c85" /><Relationship Type="http://schemas.openxmlformats.org/officeDocument/2006/relationships/slide" Target="/ppt/slides/slide26.xml" Id="R0221bd54c2a54e86" /><Relationship Type="http://schemas.openxmlformats.org/officeDocument/2006/relationships/slide" Target="/ppt/slides/slide27.xml" Id="R4e3dc3bed75f40a2" /><Relationship Type="http://schemas.openxmlformats.org/officeDocument/2006/relationships/slide" Target="/ppt/slides/slide28.xml" Id="R3c7b164648384011" /><Relationship Type="http://schemas.openxmlformats.org/officeDocument/2006/relationships/slide" Target="/ppt/slides/slide29.xml" Id="Ra6b579c9858c4a05" /><Relationship Type="http://schemas.openxmlformats.org/officeDocument/2006/relationships/slide" Target="/ppt/slides/slide30.xml" Id="R75f8edfd9e8b402f" /><Relationship Type="http://schemas.openxmlformats.org/officeDocument/2006/relationships/slide" Target="/ppt/slides/slide31.xml" Id="Re7570800ce944a20" /><Relationship Type="http://schemas.openxmlformats.org/officeDocument/2006/relationships/slide" Target="/ppt/slides/slide32.xml" Id="R4daf8c3e588f44da" /><Relationship Type="http://schemas.openxmlformats.org/officeDocument/2006/relationships/slide" Target="/ppt/slides/slide33.xml" Id="Re67b3f447b5d4176" /><Relationship Type="http://schemas.openxmlformats.org/officeDocument/2006/relationships/slide" Target="/ppt/slides/slide34.xml" Id="Rd1f8ff4369b84b6b" /><Relationship Type="http://schemas.openxmlformats.org/officeDocument/2006/relationships/slide" Target="/ppt/slides/slide35.xml" Id="Rb4432b8869a64d03" /><Relationship Type="http://schemas.openxmlformats.org/officeDocument/2006/relationships/slide" Target="/ppt/slides/slide36.xml" Id="Ra997c852c54a4dc8" /><Relationship Type="http://schemas.openxmlformats.org/officeDocument/2006/relationships/slide" Target="/ppt/slides/slide37.xml" Id="Rd37306ee3a354298" /><Relationship Type="http://schemas.openxmlformats.org/officeDocument/2006/relationships/slide" Target="/ppt/slides/slide38.xml" Id="R3b2eaddaf82a4c7a" /><Relationship Type="http://schemas.openxmlformats.org/officeDocument/2006/relationships/slide" Target="/ppt/slides/slide39.xml" Id="Rf12c78696d324dbd" /><Relationship Type="http://schemas.openxmlformats.org/officeDocument/2006/relationships/slide" Target="/ppt/slides/slide40.xml" Id="Rcc774c93ac7e4559" /><Relationship Type="http://schemas.openxmlformats.org/officeDocument/2006/relationships/slide" Target="/ppt/slides/slide41.xml" Id="R44f3cfcd259d4e97" /><Relationship Type="http://schemas.openxmlformats.org/officeDocument/2006/relationships/slide" Target="/ppt/slides/slide42.xml" Id="R3f8e6e31f4f445e9" /><Relationship Type="http://schemas.openxmlformats.org/officeDocument/2006/relationships/slide" Target="/ppt/slides/slide43.xml" Id="R8204fd3211ea44a7" /><Relationship Type="http://schemas.openxmlformats.org/officeDocument/2006/relationships/slide" Target="/ppt/slides/slide44.xml" Id="Ra09999388cd843c8" /><Relationship Type="http://schemas.openxmlformats.org/officeDocument/2006/relationships/slide" Target="/ppt/slides/slide45.xml" Id="Rc264fb0757cd46e7" /><Relationship Type="http://schemas.openxmlformats.org/officeDocument/2006/relationships/slide" Target="/ppt/slides/slide46.xml" Id="R2736863ecfd34db5" /><Relationship Type="http://schemas.openxmlformats.org/officeDocument/2006/relationships/slide" Target="/ppt/slides/slide47.xml" Id="R9bd0e9e0cc494e74" /><Relationship Type="http://schemas.openxmlformats.org/officeDocument/2006/relationships/slide" Target="/ppt/slides/slide48.xml" Id="R4aaf97a4c8b44cd9" /><Relationship Type="http://schemas.openxmlformats.org/officeDocument/2006/relationships/slide" Target="/ppt/slides/slide49.xml" Id="R52c61f7276134ded" /><Relationship Type="http://schemas.openxmlformats.org/officeDocument/2006/relationships/slide" Target="/ppt/slides/slide50.xml" Id="R467cc7bc5a95431a" /><Relationship Type="http://schemas.openxmlformats.org/officeDocument/2006/relationships/slide" Target="/ppt/slides/slide51.xml" Id="R8f5328803be14c75" /><Relationship Type="http://schemas.openxmlformats.org/officeDocument/2006/relationships/slide" Target="/ppt/slides/slide52.xml" Id="R696ec4caa39f4728" /><Relationship Type="http://schemas.openxmlformats.org/officeDocument/2006/relationships/slide" Target="/ppt/slides/slide53.xml" Id="R3aa2ba33e39444b0" /><Relationship Type="http://schemas.openxmlformats.org/officeDocument/2006/relationships/slide" Target="/ppt/slides/slide54.xml" Id="R13d9a92f55b94426" /><Relationship Type="http://schemas.openxmlformats.org/officeDocument/2006/relationships/slide" Target="/ppt/slides/slide55.xml" Id="R9d5a5f905f2049b7" /><Relationship Type="http://schemas.openxmlformats.org/officeDocument/2006/relationships/slide" Target="/ppt/slides/slide56.xml" Id="Re43da4ad3786424a" /><Relationship Type="http://schemas.openxmlformats.org/officeDocument/2006/relationships/slide" Target="/ppt/slides/slide57.xml" Id="R8625bd0cdc2b48e4" /><Relationship Type="http://schemas.openxmlformats.org/officeDocument/2006/relationships/slide" Target="/ppt/slides/slide58.xml" Id="R69173e811c1f4935" /><Relationship Type="http://schemas.openxmlformats.org/officeDocument/2006/relationships/slide" Target="/ppt/slides/slide59.xml" Id="Rede7924884ed44ee" /><Relationship Type="http://schemas.openxmlformats.org/officeDocument/2006/relationships/slide" Target="/ppt/slides/slide60.xml" Id="R3500a142986e4f01" /><Relationship Type="http://schemas.openxmlformats.org/officeDocument/2006/relationships/slide" Target="/ppt/slides/slide61.xml" Id="Rb1c50c2b13ed41fd" /><Relationship Type="http://schemas.openxmlformats.org/officeDocument/2006/relationships/slide" Target="/ppt/slides/slide62.xml" Id="Rab0ec2fcafcf4067" /><Relationship Type="http://schemas.openxmlformats.org/officeDocument/2006/relationships/slide" Target="/ppt/slides/slide63.xml" Id="Rd664710c386243a4" /><Relationship Type="http://schemas.openxmlformats.org/officeDocument/2006/relationships/slide" Target="/ppt/slides/slide64.xml" Id="R687fe24c05794763" /><Relationship Type="http://schemas.openxmlformats.org/officeDocument/2006/relationships/slide" Target="/ppt/slides/slide65.xml" Id="R3885c72cafe74900" /><Relationship Type="http://schemas.openxmlformats.org/officeDocument/2006/relationships/slide" Target="/ppt/slides/slide66.xml" Id="Raff13383b6f944bb" /><Relationship Type="http://schemas.openxmlformats.org/officeDocument/2006/relationships/slide" Target="/ppt/slides/slide67.xml" Id="R3f34a3dfdd3b4482" /><Relationship Type="http://schemas.openxmlformats.org/officeDocument/2006/relationships/slide" Target="/ppt/slides/slide68.xml" Id="Re3fb363d04f24ee3" /><Relationship Type="http://schemas.openxmlformats.org/officeDocument/2006/relationships/slide" Target="/ppt/slides/slide69.xml" Id="Rfe5038c5986d4d14" /><Relationship Type="http://schemas.openxmlformats.org/officeDocument/2006/relationships/slide" Target="/ppt/slides/slide70.xml" Id="R3f5cda091dab4ca5" /><Relationship Type="http://schemas.openxmlformats.org/officeDocument/2006/relationships/slide" Target="/ppt/slides/slide71.xml" Id="R6fbfe631110f4e68" /><Relationship Type="http://schemas.openxmlformats.org/officeDocument/2006/relationships/slide" Target="/ppt/slides/slide72.xml" Id="R2fb729e28c484435" /><Relationship Type="http://schemas.openxmlformats.org/officeDocument/2006/relationships/slide" Target="/ppt/slides/slide73.xml" Id="R852a6c1b330d4ab8" /><Relationship Type="http://schemas.openxmlformats.org/officeDocument/2006/relationships/slide" Target="/ppt/slides/slide74.xml" Id="R424f4fcb65b44f58" /><Relationship Type="http://schemas.openxmlformats.org/officeDocument/2006/relationships/slide" Target="/ppt/slides/slide75.xml" Id="Rf7a9ae96e698494a" /><Relationship Type="http://schemas.openxmlformats.org/officeDocument/2006/relationships/slide" Target="/ppt/slides/slide76.xml" Id="Rbc00fed985d84212" /><Relationship Type="http://schemas.openxmlformats.org/officeDocument/2006/relationships/slide" Target="/ppt/slides/slide77.xml" Id="R6ecf9d5c49764bda" /><Relationship Type="http://schemas.openxmlformats.org/officeDocument/2006/relationships/slide" Target="/ppt/slides/slide78.xml" Id="R10061ece831443bb" /><Relationship Type="http://schemas.openxmlformats.org/officeDocument/2006/relationships/slide" Target="/ppt/slides/slide79.xml" Id="R2bd1a99c1f0b4e90" /><Relationship Type="http://schemas.openxmlformats.org/officeDocument/2006/relationships/slide" Target="/ppt/slides/slide80.xml" Id="R03087ecb2648406b" /><Relationship Type="http://schemas.openxmlformats.org/officeDocument/2006/relationships/slide" Target="/ppt/slides/slide81.xml" Id="Ra860c9866d334a73" /><Relationship Type="http://schemas.openxmlformats.org/officeDocument/2006/relationships/slide" Target="/ppt/slides/slide82.xml" Id="R276681a900c243ae" /><Relationship Type="http://schemas.openxmlformats.org/officeDocument/2006/relationships/slide" Target="/ppt/slides/slide83.xml" Id="R6fed90f973e9423b" /><Relationship Type="http://schemas.openxmlformats.org/officeDocument/2006/relationships/slide" Target="/ppt/slides/slide84.xml" Id="R4914bf3ab3ac4e05" /><Relationship Type="http://schemas.openxmlformats.org/officeDocument/2006/relationships/slide" Target="/ppt/slides/slide85.xml" Id="R2237fc2251f8473a" /><Relationship Type="http://schemas.openxmlformats.org/officeDocument/2006/relationships/slide" Target="/ppt/slides/slide86.xml" Id="Ra23bdd58df124699" /><Relationship Type="http://schemas.openxmlformats.org/officeDocument/2006/relationships/slide" Target="/ppt/slides/slide87.xml" Id="Rd9e52ed1a846489c" /><Relationship Type="http://schemas.openxmlformats.org/officeDocument/2006/relationships/slide" Target="/ppt/slides/slide88.xml" Id="R95704b0d435b4b53" /><Relationship Type="http://schemas.openxmlformats.org/officeDocument/2006/relationships/slide" Target="/ppt/slides/slide89.xml" Id="R075ba1d04f4f43c9" /><Relationship Type="http://schemas.openxmlformats.org/officeDocument/2006/relationships/slide" Target="/ppt/slides/slide90.xml" Id="R31cb10dd0ff6417e" /><Relationship Type="http://schemas.openxmlformats.org/officeDocument/2006/relationships/slide" Target="/ppt/slides/slide91.xml" Id="Rab086c19573d46d1" /><Relationship Type="http://schemas.openxmlformats.org/officeDocument/2006/relationships/slide" Target="/ppt/slides/slide92.xml" Id="Rf9bb28d21a764e96" /><Relationship Type="http://schemas.openxmlformats.org/officeDocument/2006/relationships/slide" Target="/ppt/slides/slide93.xml" Id="Rd9ddc97efaad44ab" /><Relationship Type="http://schemas.openxmlformats.org/officeDocument/2006/relationships/slide" Target="/ppt/slides/slide94.xml" Id="Rf8b9bc3e51204bb8" /><Relationship Type="http://schemas.openxmlformats.org/officeDocument/2006/relationships/slide" Target="/ppt/slides/slide95.xml" Id="Ra90b389e28b34573" /><Relationship Type="http://schemas.openxmlformats.org/officeDocument/2006/relationships/slide" Target="/ppt/slides/slide96.xml" Id="R17693a0581d24424" /><Relationship Type="http://schemas.openxmlformats.org/officeDocument/2006/relationships/slide" Target="/ppt/slides/slide97.xml" Id="Rc54d029acf8b4561" /><Relationship Type="http://schemas.openxmlformats.org/officeDocument/2006/relationships/slide" Target="/ppt/slides/slide98.xml" Id="R931a727a46494232" /><Relationship Type="http://schemas.openxmlformats.org/officeDocument/2006/relationships/slide" Target="/ppt/slides/slide99.xml" Id="R1a065b250313426f" /><Relationship Type="http://schemas.openxmlformats.org/officeDocument/2006/relationships/slide" Target="/ppt/slides/slide100.xml" Id="R5320b69180e549a3" /><Relationship Type="http://schemas.openxmlformats.org/officeDocument/2006/relationships/slide" Target="/ppt/slides/slide101.xml" Id="Rae4d1669834542af" /><Relationship Type="http://schemas.openxmlformats.org/officeDocument/2006/relationships/slide" Target="/ppt/slides/slide102.xml" Id="R287e35e705af41f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feac06aff534a9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0951c54178d4513" /><Relationship Type="http://schemas.openxmlformats.org/officeDocument/2006/relationships/notesMaster" Target="/ppt/notesMasters/notesMaster1.xml" Id="Rc8471c0656424122" /></Relationships>
</file>

<file path=ppt/notesSlides/_rels/notesSlide2.xml.rels>&#65279;<?xml version="1.0" encoding="utf-8"?><Relationships xmlns="http://schemas.openxmlformats.org/package/2006/relationships"><Relationship Type="http://schemas.openxmlformats.org/officeDocument/2006/relationships/slide" Target="/ppt/slides/slide2.xml" Id="R8a27aabe03e84945" /><Relationship Type="http://schemas.openxmlformats.org/officeDocument/2006/relationships/notesMaster" Target="/ppt/notesMasters/notesMaster1.xml" Id="R1ab5629358c44916" /></Relationships>
</file>

<file path=ppt/notesSlides/_rels/notesSlide3.xml.rels>&#65279;<?xml version="1.0" encoding="utf-8"?><Relationships xmlns="http://schemas.openxmlformats.org/package/2006/relationships"><Relationship Type="http://schemas.openxmlformats.org/officeDocument/2006/relationships/slide" Target="/ppt/slides/slide3.xml" Id="R6f3bf14f56474696" /><Relationship Type="http://schemas.openxmlformats.org/officeDocument/2006/relationships/notesMaster" Target="/ppt/notesMasters/notesMaster1.xml" Id="Ra6ed0370b60c4c10" /></Relationships>
</file>

<file path=ppt/notesSlides/_rels/notesSlide4.xml.rels>&#65279;<?xml version="1.0" encoding="utf-8"?><Relationships xmlns="http://schemas.openxmlformats.org/package/2006/relationships"><Relationship Type="http://schemas.openxmlformats.org/officeDocument/2006/relationships/slide" Target="/ppt/slides/slide4.xml" Id="R48f4dd4f65f744a0" /><Relationship Type="http://schemas.openxmlformats.org/officeDocument/2006/relationships/notesMaster" Target="/ppt/notesMasters/notesMaster1.xml" Id="R799a90ab798f4951" /></Relationships>
</file>

<file path=ppt/notesSlides/_rels/notesSlide5.xml.rels>&#65279;<?xml version="1.0" encoding="utf-8"?><Relationships xmlns="http://schemas.openxmlformats.org/package/2006/relationships"><Relationship Type="http://schemas.openxmlformats.org/officeDocument/2006/relationships/slide" Target="/ppt/slides/slide5.xml" Id="Re8d785b8732c4ca4" /><Relationship Type="http://schemas.openxmlformats.org/officeDocument/2006/relationships/notesMaster" Target="/ppt/notesMasters/notesMaster1.xml" Id="R9b476f64b3504d0d" /></Relationships>
</file>

<file path=ppt/notesSlides/_rels/notesSlide6.xml.rels>&#65279;<?xml version="1.0" encoding="utf-8"?><Relationships xmlns="http://schemas.openxmlformats.org/package/2006/relationships"><Relationship Type="http://schemas.openxmlformats.org/officeDocument/2006/relationships/slide" Target="/ppt/slides/slide6.xml" Id="R94d08bc7e2734fb2" /><Relationship Type="http://schemas.openxmlformats.org/officeDocument/2006/relationships/notesMaster" Target="/ppt/notesMasters/notesMaster1.xml" Id="Re618a94f636d4acd" /></Relationships>
</file>

<file path=ppt/notesSlides/_rels/notesSlide7.xml.rels>&#65279;<?xml version="1.0" encoding="utf-8"?><Relationships xmlns="http://schemas.openxmlformats.org/package/2006/relationships"><Relationship Type="http://schemas.openxmlformats.org/officeDocument/2006/relationships/slide" Target="/ppt/slides/slide7.xml" Id="Ra938857995cf4924" /><Relationship Type="http://schemas.openxmlformats.org/officeDocument/2006/relationships/notesMaster" Target="/ppt/notesMasters/notesMaster1.xml" Id="R4f2ea5d66a7e42b1" /></Relationships>
</file>

<file path=ppt/notesSlides/_rels/notesSlide8.xml.rels>&#65279;<?xml version="1.0" encoding="utf-8"?><Relationships xmlns="http://schemas.openxmlformats.org/package/2006/relationships"><Relationship Type="http://schemas.openxmlformats.org/officeDocument/2006/relationships/slide" Target="/ppt/slides/slide8.xml" Id="R7e3886d55d824fce" /><Relationship Type="http://schemas.openxmlformats.org/officeDocument/2006/relationships/notesMaster" Target="/ppt/notesMasters/notesMaster1.xml" Id="R26f691fd641c4174" /></Relationships>
</file>

<file path=ppt/notesSlides/_rels/notesSlide9.xml.rels>&#65279;<?xml version="1.0" encoding="utf-8"?><Relationships xmlns="http://schemas.openxmlformats.org/package/2006/relationships"><Relationship Type="http://schemas.openxmlformats.org/officeDocument/2006/relationships/slide" Target="/ppt/slides/slide9.xml" Id="R0aa332acf05d4fa5" /><Relationship Type="http://schemas.openxmlformats.org/officeDocument/2006/relationships/notesMaster" Target="/ppt/notesMasters/notesMaster1.xml" Id="R1928b4d055d84f9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5b0ec56aedf46dc" /><Relationship Type="http://schemas.openxmlformats.org/officeDocument/2006/relationships/notesMaster" Target="/ppt/notesMasters/notesMaster1.xml" Id="R24ebe4e21642490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8a589ec41e74d0d" /><Relationship Type="http://schemas.openxmlformats.org/officeDocument/2006/relationships/notesMaster" Target="/ppt/notesMasters/notesMaster1.xml" Id="R6229b9ec0fb14c5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4e022a750b0437f" /><Relationship Type="http://schemas.openxmlformats.org/officeDocument/2006/relationships/notesMaster" Target="/ppt/notesMasters/notesMaster1.xml" Id="Rcb38098c68af43c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7ee3b1f68ab43a4" /><Relationship Type="http://schemas.openxmlformats.org/officeDocument/2006/relationships/notesMaster" Target="/ppt/notesMasters/notesMaster1.xml" Id="R63e67e5850d14fc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dd9bd307b224e3a" /><Relationship Type="http://schemas.openxmlformats.org/officeDocument/2006/relationships/notesMaster" Target="/ppt/notesMasters/notesMaster1.xml" Id="R6ddd5796e4bd443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51e544944314c8c" /><Relationship Type="http://schemas.openxmlformats.org/officeDocument/2006/relationships/notesMaster" Target="/ppt/notesMasters/notesMaster1.xml" Id="Re4120ad03ed6418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90bf48c4bd64f85" /><Relationship Type="http://schemas.openxmlformats.org/officeDocument/2006/relationships/notesMaster" Target="/ppt/notesMasters/notesMaster1.xml" Id="Rf70737a5e05d4d4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a3aea6034f44be5" /><Relationship Type="http://schemas.openxmlformats.org/officeDocument/2006/relationships/notesMaster" Target="/ppt/notesMasters/notesMaster1.xml" Id="Rdd7826da00b7456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4e36af824bc4b30" /><Relationship Type="http://schemas.openxmlformats.org/officeDocument/2006/relationships/notesMaster" Target="/ppt/notesMasters/notesMaster1.xml" Id="R0f415fff7cb5457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9ff45907d22431d" /><Relationship Type="http://schemas.openxmlformats.org/officeDocument/2006/relationships/notesMaster" Target="/ppt/notesMasters/notesMaster1.xml" Id="Raf8512f8deac400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ea84275428b4e4f" /><Relationship Type="http://schemas.openxmlformats.org/officeDocument/2006/relationships/notesMaster" Target="/ppt/notesMasters/notesMaster1.xml" Id="R7b2401bd67524f5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843f769b139432f" /><Relationship Type="http://schemas.openxmlformats.org/officeDocument/2006/relationships/notesMaster" Target="/ppt/notesMasters/notesMaster1.xml" Id="R4043c93b458a43a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79d6b2d311048f0" /><Relationship Type="http://schemas.openxmlformats.org/officeDocument/2006/relationships/notesMaster" Target="/ppt/notesMasters/notesMaster1.xml" Id="R6ebd8a6ea5c94f5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fd2deb7b803477f" /><Relationship Type="http://schemas.openxmlformats.org/officeDocument/2006/relationships/notesMaster" Target="/ppt/notesMasters/notesMaster1.xml" Id="R7162672b16664f9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0d498af75994910" /><Relationship Type="http://schemas.openxmlformats.org/officeDocument/2006/relationships/notesMaster" Target="/ppt/notesMasters/notesMaster1.xml" Id="Rd3db31add28e495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1f1528426c94855" /><Relationship Type="http://schemas.openxmlformats.org/officeDocument/2006/relationships/notesMaster" Target="/ppt/notesMasters/notesMaster1.xml" Id="Rd1fd80ba6e0945e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9f96eeda3254ff8" /><Relationship Type="http://schemas.openxmlformats.org/officeDocument/2006/relationships/notesMaster" Target="/ppt/notesMasters/notesMaster1.xml" Id="Ra7c79b2ae02a486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03fb799113848e3" /><Relationship Type="http://schemas.openxmlformats.org/officeDocument/2006/relationships/notesMaster" Target="/ppt/notesMasters/notesMaster1.xml" Id="R42813026fdbc493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da9b5efb56443f2" /><Relationship Type="http://schemas.openxmlformats.org/officeDocument/2006/relationships/notesMaster" Target="/ppt/notesMasters/notesMaster1.xml" Id="Rb2a8394071924bb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2ad7eba530c442f" /><Relationship Type="http://schemas.openxmlformats.org/officeDocument/2006/relationships/notesMaster" Target="/ppt/notesMasters/notesMaster1.xml" Id="Rfa2057e3fb9742d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75f11977b704403" /><Relationship Type="http://schemas.openxmlformats.org/officeDocument/2006/relationships/notesMaster" Target="/ppt/notesMasters/notesMaster1.xml" Id="R3f297578ae53419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54de43a27124cfd" /><Relationship Type="http://schemas.openxmlformats.org/officeDocument/2006/relationships/notesMaster" Target="/ppt/notesMasters/notesMaster1.xml" Id="R13670a09958145b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6578be791d34b95" /><Relationship Type="http://schemas.openxmlformats.org/officeDocument/2006/relationships/notesMaster" Target="/ppt/notesMasters/notesMaster1.xml" Id="R541ad40625724e9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1a906a924db4e0e" /><Relationship Type="http://schemas.openxmlformats.org/officeDocument/2006/relationships/notesMaster" Target="/ppt/notesMasters/notesMaster1.xml" Id="Rff6161fd377b4e6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1236189af834b74" /><Relationship Type="http://schemas.openxmlformats.org/officeDocument/2006/relationships/notesMaster" Target="/ppt/notesMasters/notesMaster1.xml" Id="R77a13a4ea30c4a9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f9d4acd6b174fac" /><Relationship Type="http://schemas.openxmlformats.org/officeDocument/2006/relationships/notesMaster" Target="/ppt/notesMasters/notesMaster1.xml" Id="R18c383b1405a4d9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6b5e7a80dd84666" /><Relationship Type="http://schemas.openxmlformats.org/officeDocument/2006/relationships/notesMaster" Target="/ppt/notesMasters/notesMaster1.xml" Id="R69622d59f77940ea"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fd44dcb1d7f45a8" /><Relationship Type="http://schemas.openxmlformats.org/officeDocument/2006/relationships/notesMaster" Target="/ppt/notesMasters/notesMaster1.xml" Id="R4866dffa7efb447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19cf5fbbaef347f2" /><Relationship Type="http://schemas.openxmlformats.org/officeDocument/2006/relationships/notesMaster" Target="/ppt/notesMasters/notesMaster1.xml" Id="Rd489c85fc28f4a4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750bf20f77f4b06" /><Relationship Type="http://schemas.openxmlformats.org/officeDocument/2006/relationships/notesMaster" Target="/ppt/notesMasters/notesMaster1.xml" Id="R5e240e6e548f4405"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85bf95e8cfc43ee" /><Relationship Type="http://schemas.openxmlformats.org/officeDocument/2006/relationships/notesMaster" Target="/ppt/notesMasters/notesMaster1.xml" Id="R6c07a7613cfa414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e7f327115184db2" /><Relationship Type="http://schemas.openxmlformats.org/officeDocument/2006/relationships/notesMaster" Target="/ppt/notesMasters/notesMaster1.xml" Id="R484fa3e0eec94ea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bf47493a09f4e32" /><Relationship Type="http://schemas.openxmlformats.org/officeDocument/2006/relationships/notesMaster" Target="/ppt/notesMasters/notesMaster1.xml" Id="R9402c060b4d9403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6d1bd556b2a447c" /><Relationship Type="http://schemas.openxmlformats.org/officeDocument/2006/relationships/notesMaster" Target="/ppt/notesMasters/notesMaster1.xml" Id="R0e8a42c3dec048e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673558dcf724e5c" /><Relationship Type="http://schemas.openxmlformats.org/officeDocument/2006/relationships/notesMaster" Target="/ppt/notesMasters/notesMaster1.xml" Id="R7bf907a8cf22497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b9e014a2d684115" /><Relationship Type="http://schemas.openxmlformats.org/officeDocument/2006/relationships/notesMaster" Target="/ppt/notesMasters/notesMaster1.xml" Id="R0dd001ce7416491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7eb30a44a0540a4" /><Relationship Type="http://schemas.openxmlformats.org/officeDocument/2006/relationships/notesMaster" Target="/ppt/notesMasters/notesMaster1.xml" Id="R24b7ec21b2b94f3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7a1bdc0fd19d41d4" /><Relationship Type="http://schemas.openxmlformats.org/officeDocument/2006/relationships/notesMaster" Target="/ppt/notesMasters/notesMaster1.xml" Id="Rf8beb695f18541f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82b3e3716c347b1" /><Relationship Type="http://schemas.openxmlformats.org/officeDocument/2006/relationships/notesMaster" Target="/ppt/notesMasters/notesMaster1.xml" Id="R3788c4255d4049d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5e755f26a843464d" /><Relationship Type="http://schemas.openxmlformats.org/officeDocument/2006/relationships/notesMaster" Target="/ppt/notesMasters/notesMaster1.xml" Id="R61f3da93804044ae"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df7affb28c649dc" /><Relationship Type="http://schemas.openxmlformats.org/officeDocument/2006/relationships/notesMaster" Target="/ppt/notesMasters/notesMaster1.xml" Id="Ree7b744df3d049f9"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0778335870743e5" /><Relationship Type="http://schemas.openxmlformats.org/officeDocument/2006/relationships/notesMaster" Target="/ppt/notesMasters/notesMaster1.xml" Id="Rf32846af34e04ae6"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faf6e76d9414f87" /><Relationship Type="http://schemas.openxmlformats.org/officeDocument/2006/relationships/notesMaster" Target="/ppt/notesMasters/notesMaster1.xml" Id="R11efb3e4ee5641d5"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4e2b1190091b4473" /><Relationship Type="http://schemas.openxmlformats.org/officeDocument/2006/relationships/notesMaster" Target="/ppt/notesMasters/notesMaster1.xml" Id="R437b3bd5c6f6476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7a23e033ad04f79" /><Relationship Type="http://schemas.openxmlformats.org/officeDocument/2006/relationships/notesMaster" Target="/ppt/notesMasters/notesMaster1.xml" Id="Rc2dadbdc72fe4dd6"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1b4b3af122da4e63" /><Relationship Type="http://schemas.openxmlformats.org/officeDocument/2006/relationships/notesMaster" Target="/ppt/notesMasters/notesMaster1.xml" Id="R53112c3d02dc4b12"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498ef8e6046c4d51" /><Relationship Type="http://schemas.openxmlformats.org/officeDocument/2006/relationships/notesMaster" Target="/ppt/notesMasters/notesMaster1.xml" Id="R04f7aa18d26a46c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e49d7d1ee654c76" /><Relationship Type="http://schemas.openxmlformats.org/officeDocument/2006/relationships/notesMaster" Target="/ppt/notesMasters/notesMaster1.xml" Id="R7e10f7f92eab449e"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03b83ca03f034c31" /><Relationship Type="http://schemas.openxmlformats.org/officeDocument/2006/relationships/notesMaster" Target="/ppt/notesMasters/notesMaster1.xml" Id="R24d5000f76344a1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176fe86c00747bf" /><Relationship Type="http://schemas.openxmlformats.org/officeDocument/2006/relationships/notesMaster" Target="/ppt/notesMasters/notesMaster1.xml" Id="Rb72d1ca0b7f54068"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505fde11d584c63" /><Relationship Type="http://schemas.openxmlformats.org/officeDocument/2006/relationships/notesMaster" Target="/ppt/notesMasters/notesMaster1.xml" Id="Rd3ece5445781482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46b752ceec1a4c56" /><Relationship Type="http://schemas.openxmlformats.org/officeDocument/2006/relationships/notesMaster" Target="/ppt/notesMasters/notesMaster1.xml" Id="R2064d7966e884c81"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41ec219e42474541" /><Relationship Type="http://schemas.openxmlformats.org/officeDocument/2006/relationships/notesMaster" Target="/ppt/notesMasters/notesMaster1.xml" Id="R9a56561f619348d0"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9d3416a474504d5c" /><Relationship Type="http://schemas.openxmlformats.org/officeDocument/2006/relationships/notesMaster" Target="/ppt/notesMasters/notesMaster1.xml" Id="Rb82588f56349491a"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d0778efaf7714e39" /><Relationship Type="http://schemas.openxmlformats.org/officeDocument/2006/relationships/notesMaster" Target="/ppt/notesMasters/notesMaster1.xml" Id="Rf86d2e0d967c438c"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e99b0a41eed342fb" /><Relationship Type="http://schemas.openxmlformats.org/officeDocument/2006/relationships/notesMaster" Target="/ppt/notesMasters/notesMaster1.xml" Id="R5b3f41e263b345ac"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c27c38384be540b1" /><Relationship Type="http://schemas.openxmlformats.org/officeDocument/2006/relationships/notesMaster" Target="/ppt/notesMasters/notesMaster1.xml" Id="Rd05ab53836124436"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fc73b43d9bcc401a" /><Relationship Type="http://schemas.openxmlformats.org/officeDocument/2006/relationships/notesMaster" Target="/ppt/notesMasters/notesMaster1.xml" Id="R8515114b02704150"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9fa4aa2e20114886" /><Relationship Type="http://schemas.openxmlformats.org/officeDocument/2006/relationships/notesMaster" Target="/ppt/notesMasters/notesMaster1.xml" Id="R43c581c698894e1d"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e26aa6607e354592" /><Relationship Type="http://schemas.openxmlformats.org/officeDocument/2006/relationships/notesMaster" Target="/ppt/notesMasters/notesMaster1.xml" Id="Ra5575f17e27248e3"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152adf7a002e4757" /><Relationship Type="http://schemas.openxmlformats.org/officeDocument/2006/relationships/notesMaster" Target="/ppt/notesMasters/notesMaster1.xml" Id="Rc6a187ba445a43ee"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e787f692dd104feb" /><Relationship Type="http://schemas.openxmlformats.org/officeDocument/2006/relationships/notesMaster" Target="/ppt/notesMasters/notesMaster1.xml" Id="Rdc07b8c80f154e70"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b93409e1a9114fc1" /><Relationship Type="http://schemas.openxmlformats.org/officeDocument/2006/relationships/notesMaster" Target="/ppt/notesMasters/notesMaster1.xml" Id="R9c1c13bdb1f64904"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b587706165554b69" /><Relationship Type="http://schemas.openxmlformats.org/officeDocument/2006/relationships/notesMaster" Target="/ppt/notesMasters/notesMaster1.xml" Id="R2630287a716d4c7a"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229d4b73c0ff45f5" /><Relationship Type="http://schemas.openxmlformats.org/officeDocument/2006/relationships/notesMaster" Target="/ppt/notesMasters/notesMaster1.xml" Id="R50e0ce10d96f4333"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4de02f8d9c1c4481" /><Relationship Type="http://schemas.openxmlformats.org/officeDocument/2006/relationships/notesMaster" Target="/ppt/notesMasters/notesMaster1.xml" Id="R3f2b5ebb41d24d3a"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1f99ce3400bc47a5" /><Relationship Type="http://schemas.openxmlformats.org/officeDocument/2006/relationships/notesMaster" Target="/ppt/notesMasters/notesMaster1.xml" Id="Rc6e89a96ad9b4b71"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b0a622577eea4d96" /><Relationship Type="http://schemas.openxmlformats.org/officeDocument/2006/relationships/notesMaster" Target="/ppt/notesMasters/notesMaster1.xml" Id="Re019ba895c1d4bdd"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4d853b0556eb4a41" /><Relationship Type="http://schemas.openxmlformats.org/officeDocument/2006/relationships/notesMaster" Target="/ppt/notesMasters/notesMaster1.xml" Id="Rafcea8f60a1a4df1"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106f9cdd895440e8" /><Relationship Type="http://schemas.openxmlformats.org/officeDocument/2006/relationships/notesMaster" Target="/ppt/notesMasters/notesMaster1.xml" Id="R5ea1d6d7fcd5474a"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0fd124a9d78a4b7c" /><Relationship Type="http://schemas.openxmlformats.org/officeDocument/2006/relationships/notesMaster" Target="/ppt/notesMasters/notesMaster1.xml" Id="R59b34f21936d49f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e42ca581ce214e38" /><Relationship Type="http://schemas.openxmlformats.org/officeDocument/2006/relationships/notesMaster" Target="/ppt/notesMasters/notesMaster1.xml" Id="Re0ed9adecd744128"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f88c4dcd0f034b2e" /><Relationship Type="http://schemas.openxmlformats.org/officeDocument/2006/relationships/notesMaster" Target="/ppt/notesMasters/notesMaster1.xml" Id="R0c43e16706bf41a9"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1942b884c5b847c9" /><Relationship Type="http://schemas.openxmlformats.org/officeDocument/2006/relationships/notesMaster" Target="/ppt/notesMasters/notesMaster1.xml" Id="R4929bebcb3df40f9"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7ebd4b00d94f49e2" /><Relationship Type="http://schemas.openxmlformats.org/officeDocument/2006/relationships/notesMaster" Target="/ppt/notesMasters/notesMaster1.xml" Id="R11086085ac624b10"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922458c13e21453e" /><Relationship Type="http://schemas.openxmlformats.org/officeDocument/2006/relationships/notesMaster" Target="/ppt/notesMasters/notesMaster1.xml" Id="Raeb5b8fee00e4147"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3adc76c7841b4219" /><Relationship Type="http://schemas.openxmlformats.org/officeDocument/2006/relationships/notesMaster" Target="/ppt/notesMasters/notesMaster1.xml" Id="R7b30a1e260e64f4a"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190477c605cd4962" /><Relationship Type="http://schemas.openxmlformats.org/officeDocument/2006/relationships/notesMaster" Target="/ppt/notesMasters/notesMaster1.xml" Id="R39cd5e6d8a3e4371"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77b6f7bde5494563" /><Relationship Type="http://schemas.openxmlformats.org/officeDocument/2006/relationships/notesMaster" Target="/ppt/notesMasters/notesMaster1.xml" Id="Raac990ce9f334de3"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fa8bd51ac9fa4465" /><Relationship Type="http://schemas.openxmlformats.org/officeDocument/2006/relationships/notesMaster" Target="/ppt/notesMasters/notesMaster1.xml" Id="R57d6bbf2c091426b"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3a553e02580b436a" /><Relationship Type="http://schemas.openxmlformats.org/officeDocument/2006/relationships/notesMaster" Target="/ppt/notesMasters/notesMaster1.xml" Id="R27d6536888d74bf1"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2e3a904b033b4566" /><Relationship Type="http://schemas.openxmlformats.org/officeDocument/2006/relationships/notesMaster" Target="/ppt/notesMasters/notesMaster1.xml" Id="Rd36126b75df840f1"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c19df4474f0c4f47" /><Relationship Type="http://schemas.openxmlformats.org/officeDocument/2006/relationships/notesMaster" Target="/ppt/notesMasters/notesMaster1.xml" Id="R8bc01dd47c5642a7"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1586e2d46e4d4aed" /><Relationship Type="http://schemas.openxmlformats.org/officeDocument/2006/relationships/notesMaster" Target="/ppt/notesMasters/notesMaster1.xml" Id="R79945c308eae4ad1"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a177d269408641bf" /><Relationship Type="http://schemas.openxmlformats.org/officeDocument/2006/relationships/notesMaster" Target="/ppt/notesMasters/notesMaster1.xml" Id="R47d564cca30e40e7"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e51f37731ad74606" /><Relationship Type="http://schemas.openxmlformats.org/officeDocument/2006/relationships/notesMaster" Target="/ppt/notesMasters/notesMaster1.xml" Id="R743a9322aad34f9f"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cbceae0429e3451f" /><Relationship Type="http://schemas.openxmlformats.org/officeDocument/2006/relationships/notesMaster" Target="/ppt/notesMasters/notesMaster1.xml" Id="R3db71117d4d3478e"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f86dc00814da4baf" /><Relationship Type="http://schemas.openxmlformats.org/officeDocument/2006/relationships/notesMaster" Target="/ppt/notesMasters/notesMaster1.xml" Id="Rb3a56fde450249c4"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27dc92809e0f4e87" /><Relationship Type="http://schemas.openxmlformats.org/officeDocument/2006/relationships/notesMaster" Target="/ppt/notesMasters/notesMaster1.xml" Id="R54f2ff1118bb4795"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1bdf7e4151084116" /><Relationship Type="http://schemas.openxmlformats.org/officeDocument/2006/relationships/notesMaster" Target="/ppt/notesMasters/notesMaster1.xml" Id="R11abb07c0b774195"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9e95bea03d964059" /><Relationship Type="http://schemas.openxmlformats.org/officeDocument/2006/relationships/notesMaster" Target="/ppt/notesMasters/notesMaster1.xml" Id="Rf864b3618c064d18"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de04e7cd3a194aac" /><Relationship Type="http://schemas.openxmlformats.org/officeDocument/2006/relationships/notesMaster" Target="/ppt/notesMasters/notesMaster1.xml" Id="R8a9e02b23c31497d"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4166a4ca2247464e" /><Relationship Type="http://schemas.openxmlformats.org/officeDocument/2006/relationships/notesMaster" Target="/ppt/notesMasters/notesMaster1.xml" Id="R26eeaeeb2f57439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
            </a:r>
          </a:p>
          <a:p xmlns:a="http://schemas.openxmlformats.org/drawingml/2006/main">
            <a:r>
              <a:t>처음 시작하기 · 웹 대시보드</a:t>
            </a:r>
          </a:p>
          <a:p xmlns:a="http://schemas.openxmlformats.org/drawingml/2006/main">
            <a:r>
              <a:t/>
            </a:r>
          </a:p>
          <a:p xmlns:a="http://schemas.openxmlformats.org/drawingml/2006/main">
            <a:r>
              <a:t>1. ZIP을 일반 폴더에 풀고 examples/course의 data·work·code 위치를 유지합니다. 배포 ZIP은 course 폴더부터 열 수 있습니다.</a:t>
            </a:r>
          </a:p>
          <a:p xmlns:a="http://schemas.openxmlformats.org/drawingml/2006/main">
            <a:r>
              <a:t>2. [교안](lesson.md)에서 개념을 읽고 [실습지](practice-guide.md)의 A01부터 진행합니다.</a:t>
            </a:r>
          </a:p>
          <a:p xmlns:a="http://schemas.openxmlformats.org/drawingml/2006/main">
            <a:r>
              <a:t>3. work 파일만 수정하고 원본은 보존합니다. 같은 파일을 저장·다시 열어 확인합니다.</a:t>
            </a:r>
          </a:p>
          <a:p xmlns:a="http://schemas.openxmlformats.org/drawingml/2006/main">
            <a:r>
              <a:t>4. 개인 실행을 못 했으면 예상과 강사 실행 결과를 대조하고 확인 방법을 정확히 적습니다.</a:t>
            </a:r>
          </a:p>
          <a:p xmlns:a="http://schemas.openxmlformats.org/drawingml/2006/main">
            <a:r>
              <a:t/>
            </a:r>
          </a:p>
          <a:p xmlns:a="http://schemas.openxmlformats.org/drawingml/2006/main">
            <a:r>
              <a:t>실행 준비</a:t>
            </a:r>
          </a:p>
          <a:p xmlns:a="http://schemas.openxmlformats.org/drawingml/2006/main">
            <a:r>
              <a:t/>
            </a:r>
          </a:p>
          <a:p xmlns:a="http://schemas.openxmlformats.org/drawingml/2006/main">
            <a:r>
              <a:t>브라우저와 텍스트 편집기가 기본입니다. Python 명령의 현재 폴더는 압축을 푼 course입니다. Windows에서 python 대신 py만 있으면 강사의 확인 아래 py -3로 대체합니다.</a:t>
            </a:r>
          </a:p>
          <a:p xmlns:a="http://schemas.openxmlformats.org/drawingml/2006/main">
            <a:r>
              <a:t/>
            </a:r>
          </a:p>
          <a:p xmlns:a="http://schemas.openxmlformats.org/drawingml/2006/main">
            <a:r>
              <a:t>```text</a:t>
            </a:r>
          </a:p>
          <a:p xmlns:a="http://schemas.openxmlformats.org/drawingml/2006/main">
            <a:r>
              <a:t>python code/server.py</a:t>
            </a:r>
          </a:p>
          <a:p xmlns:a="http://schemas.openxmlformats.org/drawingml/2006/main">
            <a:r>
              <a:t>서버 창은 유지하고 다른 터미널에서 실행</a:t>
            </a:r>
          </a:p>
          <a:p xmlns:a="http://schemas.openxmlformats.org/drawingml/2006/main">
            <a:r>
              <a:t>python code/send_sample.py</a:t>
            </a:r>
          </a:p>
          <a:p xmlns:a="http://schemas.openxmlformats.org/drawingml/2006/main">
            <a:r>
              <a:t>```</a:t>
            </a:r>
          </a:p>
          <a:p xmlns:a="http://schemas.openxmlformats.org/drawingml/2006/main">
            <a:r>
              <a:t/>
            </a:r>
          </a:p>
          <a:p xmlns:a="http://schemas.openxmlformats.org/drawingml/2006/main">
            <a:r>
              <a:t>실행하지 못하면 파일 경로·명령·오류 문구를 기록해 도움을 요청합니다. 코드 상자를 보는 것은 Python 실행이 아닙니다.</a:t>
            </a:r>
          </a:p>
          <a:p xmlns:a="http://schemas.openxmlformats.org/drawingml/2006/main">
            <a:r>
              <a:t/>
            </a:r>
          </a:p>
          <a:p xmlns:a="http://schemas.openxmlformats.org/drawingml/2006/main">
            <a:r>
              <a:t>기본 화면은 고정 fixture와 고정 확인시각을 사용하는 가상 자료 실습입니다. 로컬 API는 별도 실행하며 메모리에만 저장합니다. 실물 ESP32·센서·외부망·인증·지속저장·공개배포는 검증 범위가 아닙니다.</a:t>
            </a:r>
          </a:p>
          <a:p xmlns:a="http://schemas.openxmlformats.org/drawingml/2006/main">
            <a:r>
              <a:t/>
            </a:r>
          </a:p>
          <a:p xmlns:a="http://schemas.openxmlformats.org/drawingml/2006/main">
            <a:r>
              <a:t>수업 전, 이 세 가지부터 확인하세요</a:t>
            </a:r>
          </a:p>
          <a:p xmlns:a="http://schemas.openxmlformats.org/drawingml/2006/main">
            <a:r>
              <a:t/>
            </a:r>
          </a:p>
          <a:p xmlns:a="http://schemas.openxmlformats.org/drawingml/2006/main">
            <a:r>
              <a:t>앞선 내용이 기억나지 않으면 아래 질문부터 읽어 보세요. 먼저 답을 적고 풀이와 비교해 보세요.</a:t>
            </a:r>
          </a:p>
          <a:p xmlns:a="http://schemas.openxmlformats.org/drawingml/2006/main">
            <a:r>
              <a:t/>
            </a:r>
          </a:p>
          <a:p xmlns:a="http://schemas.openxmlformats.org/drawingml/2006/main">
            <a:r>
              <a:t>기록과 화면</a:t>
            </a:r>
          </a:p>
          <a:p xmlns:a="http://schemas.openxmlformats.org/drawingml/2006/main">
            <a:r>
              <a:t/>
            </a:r>
          </a:p>
          <a:p xmlns:a="http://schemas.openxmlformats.org/drawingml/2006/main">
            <a:r>
              <a:t>질문: 카드에 28.0이 보이면 지금 온도가 반드시 28.0인가요?</a:t>
            </a:r>
          </a:p>
          <a:p xmlns:a="http://schemas.openxmlformats.org/drawingml/2006/main">
            <a:r>
              <a:t/>
            </a:r>
          </a:p>
          <a:p xmlns:a="http://schemas.openxmlformats.org/drawingml/2006/main">
            <a:r>
              <a:t>풀이: 그 값의 측정 시각과 수신 시각을 함께 확인해야 합니다. 과거 값이 화면에 남아 있을 수 있습니다.</a:t>
            </a:r>
          </a:p>
          <a:p xmlns:a="http://schemas.openxmlformats.org/drawingml/2006/main">
            <a:r>
              <a:t/>
            </a:r>
          </a:p>
          <a:p xmlns:a="http://schemas.openxmlformats.org/drawingml/2006/main">
            <a:r>
              <a:t>대표값</a:t>
            </a:r>
          </a:p>
          <a:p xmlns:a="http://schemas.openxmlformats.org/drawingml/2006/main">
            <a:r>
              <a:t/>
            </a:r>
          </a:p>
          <a:p xmlns:a="http://schemas.openxmlformats.org/drawingml/2006/main">
            <a:r>
              <a:t>질문: 최신값과 평균은 같은 뜻인가요?</a:t>
            </a:r>
          </a:p>
          <a:p xmlns:a="http://schemas.openxmlformats.org/drawingml/2006/main">
            <a:r>
              <a:t/>
            </a:r>
          </a:p>
          <a:p xmlns:a="http://schemas.openxmlformats.org/drawingml/2006/main">
            <a:r>
              <a:t>풀이: 최신값은 정해진 순서에서 마지막 유효 기록, 평균은 선택 범위의 유효 숫자 합을 개수로 나눈 값입니다.</a:t>
            </a:r>
          </a:p>
          <a:p xmlns:a="http://schemas.openxmlformats.org/drawingml/2006/main">
            <a:r>
              <a:t/>
            </a:r>
          </a:p>
          <a:p xmlns:a="http://schemas.openxmlformats.org/drawingml/2006/main">
            <a:r>
              <a:t>실패 표시</a:t>
            </a:r>
          </a:p>
          <a:p xmlns:a="http://schemas.openxmlformats.org/drawingml/2006/main">
            <a:r>
              <a:t/>
            </a:r>
          </a:p>
          <a:p xmlns:a="http://schemas.openxmlformats.org/drawingml/2006/main">
            <a:r>
              <a:t>질문: 통신 실패를 0도로 보여 주면 괜찮나요?</a:t>
            </a:r>
          </a:p>
          <a:p xmlns:a="http://schemas.openxmlformats.org/drawingml/2006/main">
            <a:r>
              <a:t/>
            </a:r>
          </a:p>
          <a:p xmlns:a="http://schemas.openxmlformats.org/drawingml/2006/main">
            <a:r>
              <a:t>풀이: 실제 0도와 구별되지 않습니다. 마지막 값, 갱신 시각, 실패 상태를 나눠 표시합니다.</a:t>
            </a:r>
          </a:p>
          <a:p xmlns:a="http://schemas.openxmlformats.org/drawingml/2006/main">
            <a:r>
              <a:t/>
            </a:r>
          </a:p>
          <a:p xmlns:a="http://schemas.openxmlformats.org/drawingml/2006/main">
            <a:r>
              <a:t>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A03 | 새 입력으로 한 번 더 확인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쉬운 사례와 단계별 풀이를 먼저 읽고 필수 결과를 직접 만들어 봅니다. 새 문제는 결과를 확인한 뒤 복습하거나 도전합니다. 모든 페이지를 같은 시간에 끝내라는 뜻은 아닙니다. 설치가 막혔을 때는 제공 출력과 수동 추적으로 개념을 확인하고, 직접 실행했는지는 따로 적습니다.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outputs/2026-10-29/beginner-start.md</a:t>
            </a:r>
          </a:p>
          <a:p xmlns:a="http://schemas.openxmlformats.org/drawingml/2006/main">
            <a:r>
              <a:t>ZIP을 일반 폴더에 풀고 data·code·work의 위치를 유지한다. data는 입력 자료, code는 참고 코드, work는 학생의 작업 복사본이다. 편집기는 파일을 쓰고 저장하는 도구이고, 터미널은 명령을 실행하는 창이다. 저장만 해서는 실행되지 않는다. 파일 이름과 확장자를 확인하고 안내된 폴더에서 명령을 입력하도록 돕는다. 실행이 막히면 오류 문구와 경로를 적고, 제공 출력이나 강사 시연을 예상과 비교하도록 안내한다.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docs/schedule.md</a:t>
            </a:r>
          </a:p>
          <a:p xmlns:a="http://schemas.openxmlformats.org/drawingml/2006/main">
            <a:r>
              <a:t/>
            </a:r>
          </a:p>
          <a:p xmlns:a="http://schemas.openxmlformats.org/drawingml/2006/main">
            <a:r>
              <a:t>자료 위치: docs/schedule.md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outputs/2026-10-29/beginner-start.md</a:t>
            </a:r>
          </a:p>
          <a:p xmlns:a="http://schemas.openxmlformats.org/drawingml/2006/main">
            <a:r>
              <a:t/>
            </a:r>
          </a:p>
          <a:p xmlns:a="http://schemas.openxmlformats.org/drawingml/2006/main">
            <a:r>
              <a:t>설치나 장비 연결이 안 된 학생도 제공 코드로 결과를 따라 읽을 수 있다. 직접 실행했는지, 강사 시연을 봤는지, 제공 출력을 비교했는지, 손으로 계산했는지 기록하게 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1교시 필수 개념 보충 · 사용자의 질문에서 관찰 단위와 상태 정하기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시설 점검 담당자는 창고가 지금 더운지 알고 싶습니다. 화면에 온도 숫자만 크게 놓으면 어느 센서의 언제 값인지 알 수 없습니다. 대시보드는 사용자의 판단에 필요한 기록을 모아 보여 주는 화면입니다. 먼저 사용자와 질문을 정하고 그 질문에 필요한 필드를 연결합니다. 값, 단위, 장소, 측정 시각, 상태가 함께 있어야 오래된 온도를 현재 상태처럼 읽지 않습니다.</a:t>
            </a:r>
          </a:p>
          <a:p xmlns:a="http://schemas.openxmlformats.org/drawingml/2006/main">
            <a:r>
              <a:t/>
            </a:r>
          </a:p>
          <a:p xmlns:a="http://schemas.openxmlformats.org/drawingml/2006/main">
            <a:r>
              <a:t>한 행은 한 센서의 한 시점 관찰입니다. S01의 10:09 기록 22.5와 10:10 기록 22.8은 센서 두 개가 아니라 같은 센서의 관찰 두 건입니다. 센서별 최신 기록은 measured_at이 큰 행을 선택합니다. 늦게 도착한 과거 행이 파일 끝에 있어도 최신이 되지 않습니다. 최신값 표와 이력 표는 서로 다른 업무 질문에 답합니다.</a:t>
            </a:r>
          </a:p>
          <a:p xmlns:a="http://schemas.openxmlformats.org/drawingml/2006/main">
            <a:r>
              <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확인 10:10:00, 측정 10:09:00, 온도 28, active=true인 새 행의 상태를 판단하세요. active=false와 온도 null이 동시에 있는 행의 상태도 우선순위로 설명하세요.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첫 행은 정확히 60초라 오래됨이 아니고 주의입니다. 둘째는 미측정이 먼저입니다. 60초 이상이라는 답은 코드의 초과 조건을 잘못 읽은 것이며 null을 0으로 바꾼 답은 누락의 의미를 없앴습니다.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한 행의 의미는? → 한 센서의 한 시점 관찰입니다.</a:t>
            </a:r>
          </a:p>
          <a:p xmlns:a="http://schemas.openxmlformats.org/drawingml/2006/main">
            <a:r>
              <a:t>2. 파일 마지막 행이 최신인가요? → 측정 시각을 비교합니다.</a:t>
            </a:r>
          </a:p>
          <a:p xmlns:a="http://schemas.openxmlformats.org/drawingml/2006/main">
            <a:r>
              <a:t>3. 29℃라도 오래됨인 이유는? → 우선순위와 시간차 조건 때문입니다.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어느 장소의 온도인가요?</a:t>
            </a:r>
          </a:p>
          <a:p xmlns:a="http://schemas.openxmlformats.org/drawingml/2006/main">
            <a:r>
              <a:t>언제 측정했고 지금 유효한가요?</a:t>
            </a:r>
          </a:p>
          <a:p xmlns:a="http://schemas.openxmlformats.org/drawingml/2006/main">
            <a:r>
              <a:t>시설 점검 담당자는 창고가 지금 더운지 알고 싶습니다. 화면에 온도 숫자만 크게 놓으면 어느 센서의 언제 값인지 알 수 없습니다. 대시보드는 사용자의 판단에 필요한 기록을 모아 보여 주는 화면입니다. 먼저 사용자와 질문을 정하고 그 질문에 필요한 필드를 연결합니다. 값, 단위, 장소, 측정 시각, 상태가 함께 있어야 오래된 온도를 현재 상태처럼 읽지 않습니다.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S01의 기록 두 건 ≠ 센서 두 개</a:t>
            </a:r>
          </a:p>
          <a:p xmlns:a="http://schemas.openxmlformats.org/drawingml/2006/main">
            <a:r>
              <a:t>관찰 수와 장치 수를 나눕니다.</a:t>
            </a:r>
          </a:p>
          <a:p xmlns:a="http://schemas.openxmlformats.org/drawingml/2006/main">
            <a:r>
              <a:t>한 행은 한 센서의 한 시점 관찰입니다. S01의 10:09 기록 22.5와 10:10 기록 22.8은 센서 두 개가 아니라 같은 센서의 관찰 두 건입니다. 센서별 최신 기록은 measured_at이 큰 행을 선택합니다. 늦게 도착한 과거 행이 파일 끝에 있어도 최신이 되지 않습니다. 최신값 표와 이력 표는 서로 다른 업무 질문에 답합니다.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S01: 10:09:50의 22.5 · 10:10:00의 22.8</a:t>
            </a:r>
          </a:p>
          <a:p xmlns:a="http://schemas.openxmlformats.org/drawingml/2006/main">
            <a:r>
              <a:t>최신값은 22.8입니다.</a:t>
            </a:r>
          </a:p>
          <a:p xmlns:a="http://schemas.openxmlformats.org/drawingml/2006/main">
            <a:r>
              <a:t>한 행은 한 센서의 한 시점 관찰입니다. S01의 10:09 기록 22.5와 10:10 기록 22.8은 센서 두 개가 아니라 같은 센서의 관찰 두 건입니다. 센서별 최신 기록은 measured_at이 큰 행을 선택합니다. 늦게 도착한 과거 행이 파일 끝에 있어도 최신이 되지 않습니다. 최신값 표와 이력 표는 서로 다른 업무 질문에 답합니다.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0: 유효한 온도 · null: 미측정</a:t>
            </a:r>
          </a:p>
          <a:p xmlns:a="http://schemas.openxmlformats.org/drawingml/2006/main">
            <a:r>
              <a:t>false: 장치 작동 상태의 값</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입력 오류 → 미측정 → 정지</a:t>
            </a:r>
          </a:p>
          <a:p xmlns:a="http://schemas.openxmlformats.org/drawingml/2006/main">
            <a:r>
              <a:t>오래됨 → 주의 또는 정상</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60초 초과: 오래됨 · 28℃ 이상: 주의</a:t>
            </a:r>
          </a:p>
          <a:p xmlns:a="http://schemas.openxmlformats.org/drawingml/2006/main">
            <a:r>
              <a:t>실제 장비 안전 한계가 아닌 수업용 규칙입니다.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정확히 60초는 오래됨이 아닙니다.</a:t>
            </a:r>
          </a:p>
          <a:p xmlns:a="http://schemas.openxmlformats.org/drawingml/2006/main">
            <a:r>
              <a:t>null이면서 false이면 미측정이 먼저입니다.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10:10:00에 확인합니다.</a:t>
            </a:r>
          </a:p>
          <a:p xmlns:a="http://schemas.openxmlformats.org/drawingml/2006/main">
            <a:r>
              <a:t>10:09:00 측정 · 28℃ · active=true</a:t>
            </a:r>
          </a:p>
          <a:p xmlns:a="http://schemas.openxmlformats.org/drawingml/2006/main">
            <a:r>
              <a:t>표시 상태는 무엇인가요?</a:t>
            </a:r>
          </a:p>
          <a:p xmlns:a="http://schemas.openxmlformats.org/drawingml/2006/main">
            <a:r>
              <a:t>복습 문제: 확인 10:10:00, 측정 10:09:00, 온도 28, active=true인 새 행의 상태를 판단하세요. active=false와 온도 null이 동시에 있는 행의 상태도 우선순위로 설명하세요.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주의입니다.</a:t>
            </a:r>
          </a:p>
          <a:p xmlns:a="http://schemas.openxmlformats.org/drawingml/2006/main">
            <a:r>
              <a:t>시간차는 정확히 60초입니다.</a:t>
            </a:r>
          </a:p>
          <a:p xmlns:a="http://schemas.openxmlformats.org/drawingml/2006/main">
            <a:r>
              <a:t>오래됨의 조건은 60초 초과입니다.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측정 시각을 10:08:59로 바꿉니다.</a:t>
            </a:r>
          </a:p>
          <a:p xmlns:a="http://schemas.openxmlformats.org/drawingml/2006/main">
            <a:r>
              <a:t>61초가 되어 오래됨입니다.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outputs/2026-10-29/beginner-start.md</a:t>
            </a:r>
          </a:p>
          <a:p xmlns:a="http://schemas.openxmlformats.org/drawingml/2006/main">
            <a:r>
              <a:t>이 화면에서 설명할 내용:</a:t>
            </a:r>
          </a:p>
          <a:p xmlns:a="http://schemas.openxmlformats.org/drawingml/2006/main">
            <a:r>
              <a:t>파일 끝의 행을 무조건 최신으로 쓰지 않습니다.</a:t>
            </a:r>
          </a:p>
          <a:p xmlns:a="http://schemas.openxmlformats.org/drawingml/2006/main">
            <a:r>
              <a:t>센서 ID와 measured_at을 함께 비교합니다.</a:t>
            </a:r>
          </a:p>
          <a:p xmlns:a="http://schemas.openxmlformats.org/drawingml/2006/main">
            <a:r>
              <a:t>한 행은 한 센서의 한 시점 관찰입니다. S01의 10:09 기록 22.5와 10:10 기록 22.8은 센서 두 개가 아니라 같은 센서의 관찰 두 건입니다. 센서별 최신 기록은 measured_at이 큰 행을 선택합니다. 늦게 도착한 과거 행이 파일 끝에 있어도 최신이 되지 않습니다. 최신값 표와 이력 표는 서로 다른 업무 질문에 답합니다.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최신값과 이력의 차이를 설명합니다.</a:t>
            </a:r>
          </a:p>
          <a:p xmlns:a="http://schemas.openxmlformats.org/drawingml/2006/main">
            <a:r>
              <a:t>상태 문구의 판단에 사용한 값과 조건을 한 가지씩 말합니다.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outputs/2026-10-29/assessment.md</a:t>
            </a:r>
          </a:p>
          <a:p xmlns:a="http://schemas.openxmlformats.org/drawingml/2006/main">
            <a:r>
              <a:t>이 화면에서 설명할 내용:</a:t>
            </a:r>
          </a:p>
          <a:p xmlns:a="http://schemas.openxmlformats.org/drawingml/2006/main">
            <a:r>
              <a:t>추가·복습: 최신값이 29℃인데 오래됨</a:t>
            </a:r>
          </a:p>
          <a:p xmlns:a="http://schemas.openxmlformats.org/drawingml/2006/main">
            <a:r>
              <a:t>주의보다 오래됨이 먼저인 이유를 쓰세요.</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판단에 사용한 값과 조건을 다시 읽을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확인 10:00:00·측정 09:58:59·온도 29·active=true의 상태와 최신 선택 근거를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61초라 오래됨입니다. 최신은 센서별 measured_at 비교로 선택하며 파일 마지막 줄과 다를 수 있습니다.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2교시 필수 개념 보충 · 브라우저와 HTTP 서버가 하는 일</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동료가 index.html을 열었는데 API 버튼에서 실패가 났습니다. 화면 파일이 열렸다고 API 서버까지 켜진 것은 아닙니다. 브라우저는 HTML, CSS, JavaScript를 읽어 화면을 만들고, 서버는 주소로 온 요청을 받아 응답하는 별도 프로그램입니다. 같은 PC 안에서도 두 역할과 실행 위치를 나눠 이해해야 합니다.</a:t>
            </a:r>
          </a:p>
          <a:p xmlns:a="http://schemas.openxmlformats.org/drawingml/2006/main">
            <a:r>
              <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HTML은 보이는데 API 읽기만 실패합니다. 확인할 프로그램, 주소, 포트, 터미널 상태를 순서대로 작성하세요. python -m http.server만 켜면 POST 추가가 되는지도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server.py 실행 여부와 주소의 127.0.0.1:8780을 먼저 확인하고 종료·오류 로그를 봅니다. 기본 정적 서버는 제공 API 추가 동작을 구현하지 않습니다. 화면 표시 성공과 API 수신 성공을 같은 결과로 적으면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서버를 켠 창은 닫아도 되나요? → 수신 중에는 유지합니다.</a:t>
            </a:r>
          </a:p>
          <a:p xmlns:a="http://schemas.openxmlformats.org/drawingml/2006/main">
            <a:r>
              <a:t>2. 127.0.0.1의 범위는? → 현재 PC입니다.</a:t>
            </a:r>
          </a:p>
          <a:p xmlns:a="http://schemas.openxmlformats.org/drawingml/2006/main">
            <a:r>
              <a:t>3. 현재 서버는 영구 저장인가요? → 메모리 저장입니다.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브라우저는 HTML·CSS·JavaScript를 읽습니다.</a:t>
            </a:r>
          </a:p>
          <a:p xmlns:a="http://schemas.openxmlformats.org/drawingml/2006/main">
            <a:r>
              <a:t>서버는 요청을 받고 응답합니다.</a:t>
            </a:r>
          </a:p>
          <a:p xmlns:a="http://schemas.openxmlformats.org/drawingml/2006/main">
            <a:r>
              <a:t>동료가 index.html을 열었는데 API 버튼에서 실패가 났습니다. 화면 파일이 열렸다고 API 서버까지 켜진 것은 아닙니다. 브라우저는 HTML, CSS, JavaScript를 읽어 화면을 만들고, 서버는 주소로 온 요청을 받아 응답하는 별도 프로그램입니다. 같은 PC 안에서도 두 역할과 실행 위치를 나눠 이해해야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fixture.js의 가상 자료를 화면에 표시합니다.</a:t>
            </a:r>
          </a:p>
          <a:p xmlns:a="http://schemas.openxmlformats.org/drawingml/2006/main">
            <a:r>
              <a:t>모의 추가는 브라우저 메모리만 바꿉니다.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GET /api/readings</a:t>
            </a:r>
          </a:p>
          <a:p xmlns:a="http://schemas.openxmlformats.org/drawingml/2006/main">
            <a:r>
              <a:t>응답 200과 JSON 목록을 확인합니다.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POST /api/readings</a:t>
            </a:r>
          </a:p>
          <a:p xmlns:a="http://schemas.openxmlformats.org/drawingml/2006/main">
            <a:r>
              <a:t>내용을 검사한 뒤 201로 수락합니다.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course에서 python -X utf8 code/server.py</a:t>
            </a:r>
          </a:p>
          <a:p xmlns:a="http://schemas.openxmlformats.org/drawingml/2006/main">
            <a:r>
              <a:t>브라우저: http://127.0.0.1:8780/?source=api</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127.0.0.1: 현재 PC · 8780: 포트</a:t>
            </a:r>
          </a:p>
          <a:p xmlns:a="http://schemas.openxmlformats.org/drawingml/2006/main">
            <a:r>
              <a:t>종료는 서버 터미널에서 Ctrl+C입니다.</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
            </a:r>
          </a:p>
          <a:p xmlns:a="http://schemas.openxmlformats.org/drawingml/2006/main">
            <a:r>
              <a:t>urlopen은 서버 응답을 여는 함수다. timeout=5는 이 클라이언트가 기다릴 시간의 한계다. with는 사용한 응답 자원을 정리한다. json.load는 응답 JSON을 Python 객체로 읽고 len(rows)는 기록 수를 구한다. 서버는 따로 실행해야 하며 초기 records는5건이다. HTTP200은 읽기 성공을 뜻한다. 자료가 최신이거나 실제 센서 측정이라는 뜻은 아니다.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urlopen은 서버 응답을 여는 함수다. timeout=5는 이 클라이언트가 기다릴 시간의 한계다. with는 사용한 응답 자원을 정리한다. json.load는 응답 JSON을 Python 객체로 읽고 len(rows)는 기록 수를 구한다. 서버는 따로 실행해야 하며 초기 records는5건이다. HTTP200은 읽기 성공을 뜻한다. 자료가 최신이거나 실제 센서 측정이라는 뜻은 아니다.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urlopen은 서버 응답을 여는 함수다. timeout=5는 이 클라이언트가 기다릴 시간의 한계다. with는 사용한 응답 자원을 정리한다. json.load는 응답 JSON을 Python 객체로 읽고 len(rows)는 기록 수를 구한다. 서버는 따로 실행해야 하며 초기 records는5건이다. HTTP200은 읽기 성공을 뜻한다. 자료가 최신이거나 실제 센서 측정이라는 뜻은 아니다.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초기 응답: 200 5</a:t>
            </a:r>
          </a:p>
          <a:p xmlns:a="http://schemas.openxmlformats.org/drawingml/2006/main">
            <a:r>
              <a:t>읽기 성공 · 기록 5건</a:t>
            </a:r>
          </a:p>
          <a:p xmlns:a="http://schemas.openxmlformats.org/drawingml/2006/main">
            <a:r>
              <a:t>추가 전송 후에는 행 수가 달라집니다.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HTML은 보이는데 API만 실패합니다.</a:t>
            </a:r>
          </a:p>
          <a:p xmlns:a="http://schemas.openxmlformats.org/drawingml/2006/main">
            <a:r>
              <a:t>무엇부터 확인할까요?</a:t>
            </a:r>
          </a:p>
          <a:p xmlns:a="http://schemas.openxmlformats.org/drawingml/2006/main">
            <a:r>
              <a:t>복습 문제: HTML은 보이는데 API 읽기만 실패합니다. 확인할 프로그램, 주소, 포트, 터미널 상태를 순서대로 작성하세요. python -m http.server만 켜면 POST 추가가 되는지도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server.py 실행 · 터미널 오류 · 포트를 확인합니다.</a:t>
            </a:r>
          </a:p>
          <a:p xmlns:a="http://schemas.openxmlformats.org/drawingml/2006/main">
            <a:r>
              <a:t>화면이 보여도 서버가 실행됐는지는 따로 확인합니다.</a:t>
            </a:r>
          </a:p>
          <a:p xmlns:a="http://schemas.openxmlformats.org/drawingml/2006/main">
            <a:r>
              <a:t>server.py 실행 여부와 주소의 127.0.0.1:8780을 먼저 확인하고 종료·오류 로그를 봅니다. 기본 정적 서버는 제공 API 추가 동작을 구현하지 않습니다. 화면 표시 성공과 API 수신 성공을 같은 결과로 적으면 오답입니다.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서버를 Ctrl+C로 종료하고 다시 요청합니다.</a:t>
            </a:r>
          </a:p>
          <a:p xmlns:a="http://schemas.openxmlformats.org/drawingml/2006/main">
            <a:r>
              <a:t>수신 실패와 이전 값 유지를 확인합니다.</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outputs/2026-10-29/beginner-start.md</a:t>
            </a:r>
          </a:p>
          <a:p xmlns:a="http://schemas.openxmlformats.org/drawingml/2006/main">
            <a:r>
              <a:t>이 화면에서 설명할 내용:</a:t>
            </a:r>
          </a:p>
          <a:p xmlns:a="http://schemas.openxmlformats.org/drawingml/2006/main">
            <a:r>
              <a:t>정적 http.server는 API 추가 기능을 대신하지 않습니다.</a:t>
            </a:r>
          </a:p>
          <a:p xmlns:a="http://schemas.openxmlformats.org/drawingml/2006/main">
            <a:r>
              <a:t>8780 점유 오류면 기존 서버 상태를 확인합니다.</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브라우저와 서버의 역할을 말해 봅시다.</a:t>
            </a:r>
          </a:p>
          <a:p xmlns:a="http://schemas.openxmlformats.org/drawingml/2006/main">
            <a:r>
              <a:t>GET 주소와 확인할 응답도 설명합니다.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outputs/2026-10-29/assessment.md</a:t>
            </a:r>
          </a:p>
          <a:p xmlns:a="http://schemas.openxmlformats.org/drawingml/2006/main">
            <a:r>
              <a:t>이 화면에서 설명할 내용:</a:t>
            </a:r>
          </a:p>
          <a:p xmlns:a="http://schemas.openxmlformats.org/drawingml/2006/main">
            <a:r>
              <a:t>추가·도전: 서버를 다시 시작합니다.</a:t>
            </a:r>
          </a:p>
          <a:p xmlns:a="http://schemas.openxmlformats.org/drawingml/2006/main">
            <a:r>
              <a:t>추가했던 행이 남아 있어야 할까요?</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정적 HTML은 보이고 API는 연결 실패입니다. 원인 확인과 재실행 절차를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server.py 터미널·오류 로그·127.0.0.1:8780을 확인하고 course에서 서버를 실행합니다. 화면이 보여도 서버가 실행됐는지는 따로 확인합니다.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3교시 필수 개념 보충 · CSV 빈칸과 JSON null의 처리 규칙</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센서 업체가 CSV를 보내왔습니다. 한 행의 온도는 0, 다른 행은 빈칸입니다. 이를 모두 숫자 0으로 바꾸면 실제 영도와 미측정을 구별하지 못합니다. 입력 규칙은 필드 이름, 자료형, 단위, 허용 범위와 누락 처리의 약속입니다. 파일 문법을 읽는 파싱과 값이 업무 약속을 지키는 검사는 별도 단계입니다.</a:t>
            </a:r>
          </a:p>
          <a:p xmlns:a="http://schemas.openxmlformats.org/drawingml/2006/main">
            <a:r>
              <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처리 규칙이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입력 규칙은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새 CSV 셀 ["0","", "null","51","24.0"]을 현재 예제의 입력 규칙으로 숫자·미측정·거절로 분류하고 JSON 표현을 작성하세요. 과거 기록이 최신 표를 바꾸지 않는 이유도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0.0, null, 거절, 거절, 24.0입니다. 문자 null은 합의 없이 특별 값으로 해석하지 않습니다. 최신 표는 도착 순서가 아니라 측정 시각을 비교하므로 과거 행을 보내도 최신값이 유지될 수 있습니다.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CSV 빈칸은 자동 0인가요? → 아닙니다.</a:t>
            </a:r>
          </a:p>
          <a:p xmlns:a="http://schemas.openxmlformats.org/drawingml/2006/main">
            <a:r>
              <a:t>2. JSON null은 문자열인가요? → 따옴표 없는 누락 값입니다.</a:t>
            </a:r>
          </a:p>
          <a:p xmlns:a="http://schemas.openxmlformats.org/drawingml/2006/main">
            <a:r>
              <a:t>3. 201만 보면 최신값 변경인가요? → 재조회와 시각 비교도 필요합니다.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"22.5"를 숫자로 바꿀 수 있습니다.</a:t>
            </a:r>
          </a:p>
          <a:p xmlns:a="http://schemas.openxmlformats.org/drawingml/2006/main">
            <a:r>
              <a:t>CSV를 읽은 뒤 값의 형식과 범위도 검사합니다.</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처리 규칙이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빈 문자열 → None → JSON null</a:t>
            </a:r>
          </a:p>
          <a:p xmlns:a="http://schemas.openxmlformats.org/drawingml/2006/main">
            <a:r>
              <a:t>누락을 숫자 0으로 바꾸지 않습니다.</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입력 규칙은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CSV의 "null"은 글자입니다.</a:t>
            </a:r>
          </a:p>
          <a:p xmlns:a="http://schemas.openxmlformats.org/drawingml/2006/main">
            <a:r>
              <a:t>보충 예는 빈칸만 미측정으로 인정합니다.</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처리 규칙이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온도: 유한한 0~50 또는 null</a:t>
            </a:r>
          </a:p>
          <a:p xmlns:a="http://schemas.openxmlformats.org/drawingml/2006/main">
            <a:r>
              <a:t>active: true/false · 시각: 시간대 포함</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입력 규칙은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보낸 본문 → HTTP 응답 → GET 목록 → 화면</a:t>
            </a:r>
          </a:p>
          <a:p xmlns:a="http://schemas.openxmlformats.org/drawingml/2006/main">
            <a:r>
              <a:t>sensor_id와 측정 시각을 함께 찾습니다.</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입력 규칙은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과거 시각의 기록도 이력에 추가됩니다.</a:t>
            </a:r>
          </a:p>
          <a:p xmlns:a="http://schemas.openxmlformats.org/drawingml/2006/main">
            <a:r>
              <a:t>최신 표는 더 큰 measured_at을 유지합니다.</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입력 규칙은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
            </a:r>
          </a:p>
          <a:p xmlns:a="http://schemas.openxmlformats.org/drawingml/2006/main">
            <a:r>
              <a:t>StringIO는 문자열을 파일처럼 읽게 한다. DictReader는 첫 행의 열 이름으로 셀을 찾는다. strip은 앞뒤 공백을 없앤다. 빈칸이면 None, 그 밖의 값은 float로 숫자로 바꾼다. 0&lt;=value&lt;=50 조건으로 NaN과 무한대도 거절한다. 원래 셀의 문자열을 변환한 값으로 바꾸고 json.dumps로 출력하면 None은 null이 된다. 온도 열만 다루는 완결 예다. active와 시각까지 검사하는 전체 API 코드는 아니다.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StringIO는 문자열을 파일처럼 읽게 한다. DictReader는 첫 행의 열 이름으로 셀을 찾는다. strip은 앞뒤 공백을 없앤다. 빈칸이면 None, 그 밖의 값은 float로 숫자로 바꾼다. 0&lt;=value&lt;=50 조건으로 NaN과 무한대도 거절한다. 원래 셀의 문자열을 변환한 값으로 바꾸고 json.dumps로 출력하면 None은 null이 된다. 온도 열만 다루는 완결 예다. active와 시각까지 검사하는 전체 API 코드는 아니다.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StringIO는 문자열을 파일처럼 읽게 한다. DictReader는 첫 행의 열 이름으로 셀을 찾는다. strip은 앞뒤 공백을 없앤다. 빈칸이면 None, 그 밖의 값은 float로 숫자로 바꾼다. 0&lt;=value&lt;=50 조건으로 NaN과 무한대도 거절한다. 원래 셀의 문자열을 변환한 값으로 바꾸고 json.dumps로 출력하면 None은 null이 된다. 온도 열만 다루는 완결 예다. active와 시각까지 검사하는 전체 API 코드는 아니다.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S05의 0 → 숫자 0.0</a:t>
            </a:r>
          </a:p>
          <a:p xmlns:a="http://schemas.openxmlformats.org/drawingml/2006/main">
            <a:r>
              <a:t>S06의 빈칸 → JSON null</a:t>
            </a:r>
          </a:p>
          <a:p xmlns:a="http://schemas.openxmlformats.org/drawingml/2006/main">
            <a:r>
              <a:t>실제 참고 코드에는 JSON 출력 줄이 있습니다.</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입력 규칙은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CSV 셀: "0", 빈칸, "null", "51", "24.0"</a:t>
            </a:r>
          </a:p>
          <a:p xmlns:a="http://schemas.openxmlformats.org/drawingml/2006/main">
            <a:r>
              <a:t>숫자·미측정·거절로 분류하세요.</a:t>
            </a:r>
          </a:p>
          <a:p xmlns:a="http://schemas.openxmlformats.org/drawingml/2006/main">
            <a:r>
              <a:t>복습 문제: 새 CSV 셀 ["0","", "null","51","24.0"]을 현재 예제의 입력 규칙으로 숫자·미측정·거절로 분류하고 JSON 표현을 작성하세요. 과거 기록이 최신 표를 바꾸지 않는 이유도 쓰세요.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숫자: 0.0, 24.0 · 미측정: null</a:t>
            </a:r>
          </a:p>
          <a:p xmlns:a="http://schemas.openxmlformats.org/drawingml/2006/main">
            <a:r>
              <a:t>거절: 문자 null, 범위 밖 51</a:t>
            </a:r>
          </a:p>
          <a:p xmlns:a="http://schemas.openxmlformats.org/drawingml/2006/main">
            <a:r>
              <a:t>정한 변환 규칙 없이 값을 바꾸지 않습니다.</a:t>
            </a:r>
          </a:p>
          <a:p xmlns:a="http://schemas.openxmlformats.org/drawingml/2006/main">
            <a:r>
              <a:t>0.0, null, 거절, 거절, 24.0입니다. 문자 null은 합의 없이 특별 값으로 해석하지 않습니다. 최신 표는 도착 순서가 아니라 측정 시각을 비교하므로 과거 행을 보내도 최신값이 유지될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참고 코드의 24.0을 51로 바꿉니다.</a:t>
            </a:r>
          </a:p>
          <a:p xmlns:a="http://schemas.openxmlformats.org/drawingml/2006/main">
            <a:r>
              <a:t>범위 오류 뒤 원문을 24.0으로 복구합니다.</a:t>
            </a:r>
          </a:p>
          <a:p xmlns:a="http://schemas.openxmlformats.org/drawingml/2006/main">
            <a:r>
              <a:t>센서 업체가 CSV를 보내왔습니다. 한 행의 온도는 0, 다른 행은 빈칸입니다. 이를 모두 숫자 0으로 바꾸면 실제 영도와 미측정을 구별하지 못합니다. 입력 규칙은 필드 이름, 자료형, 단위, 허용 범위와 누락 처리의 약속입니다. 파일 문법을 읽는 파싱과 값이 업무 약속을 지키는 검사는 별도 단계입니다.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outputs/2026-10-29/beginner-start.md</a:t>
            </a:r>
          </a:p>
          <a:p xmlns:a="http://schemas.openxmlformats.org/drawingml/2006/main">
            <a:r>
              <a:t>이 화면에서 설명할 내용:</a:t>
            </a:r>
          </a:p>
          <a:p xmlns:a="http://schemas.openxmlformats.org/drawingml/2006/main">
            <a:r>
              <a:t>abc·문자 null: 숫자 변환 오류</a:t>
            </a:r>
          </a:p>
          <a:p xmlns:a="http://schemas.openxmlformats.org/drawingml/2006/main">
            <a:r>
              <a:t>NaN: 유한 숫자 검사에서 거절</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처리 규칙이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CSV 빈칸과 숫자 0의 차이를 설명합니다.</a:t>
            </a:r>
          </a:p>
          <a:p xmlns:a="http://schemas.openxmlformats.org/drawingml/2006/main">
            <a:r>
              <a:t>POST 201만으로 최신값 변경을 단정하나요?</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처리 규칙이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outputs/2026-10-29/assessment.md</a:t>
            </a:r>
          </a:p>
          <a:p xmlns:a="http://schemas.openxmlformats.org/drawingml/2006/main">
            <a:r>
              <a:t>이 화면에서 설명할 내용:</a:t>
            </a:r>
          </a:p>
          <a:p xmlns:a="http://schemas.openxmlformats.org/drawingml/2006/main">
            <a:r>
              <a:t>추가·복습: "", "0", "NaN", "50"</a:t>
            </a:r>
          </a:p>
          <a:p xmlns:a="http://schemas.openxmlformats.org/drawingml/2006/main">
            <a:r>
              <a:t>JSON 표현 또는 거절 이유를 쓰세요.</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입력 규칙은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CSV 온도 ["", "0", "NaN", "50"]을 보충 예 입력 규칙에 맞게 변환하세요.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null,0.0,거절,50.0입니다. NaN은 유한 숫자가 아니며 빈칸을 0으로 바꾸지 않습니다.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4교시 필수 개념 보충 · 필터와 평균의 분모를 먼저 결정하기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관리자가 장소 필터를 창고로 바꾸면 평균 숫자도 달라집니다. 평균은 센서 이름의 장식 숫자가 아니라 선택한 자료의 합계를 개수로 나눈 계산입니다. 어떤 행을 포함했는지 설명하지 않으면 같은 기록에서 서로 다른 평균이 나옵니다. 현재 예제는 센서별 최신값 평균이 아니라 선택한 장소의 유효 숫자 이력 평균입니다.</a:t>
            </a:r>
          </a:p>
          <a:p xmlns:a="http://schemas.openxmlformats.org/drawingml/2006/main">
            <a:r>
              <a:t/>
            </a:r>
          </a:p>
          <a:p xmlns:a="http://schemas.openxmlformats.org/drawingml/2006/main">
            <a:r>
              <a:t>완성 예의 이력 온도는 [22,24,null,0]입니다. 모두 입력 규칙에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선택된 새 이력 [10,null,0,20]의 합계·분모·평균을 직접 계산하세요. 모두 같은 센서라면 최신 온도와 이력 평균이 같아야 하는지도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합계 30, 분모 3, 평균 10℃입니다. 최신 온도는 시각이 가장 큰 행의 값이므로 이력 평균과 다를 수 있습니다. null을 넣은 분모 4나 0을 뺀 분모 2는 현재 규칙과 맞지 않습니다.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분모는? → 포함한 유효 숫자 행 수입니다.</a:t>
            </a:r>
          </a:p>
          <a:p xmlns:a="http://schemas.openxmlformats.org/drawingml/2006/main">
            <a:r>
              <a:t>2. 정지 센서 0은 포함되나요? → 현재 이력 평균에는 포함됩니다.</a:t>
            </a:r>
          </a:p>
          <a:p xmlns:a="http://schemas.openxmlformats.org/drawingml/2006/main">
            <a:r>
              <a:t>3. 막대 간격이 시간인가요? → 현재 그래프에서는 아닙니다.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창고를 선택하면 창고 이력만 봅니다.</a:t>
            </a:r>
          </a:p>
          <a:p xmlns:a="http://schemas.openxmlformats.org/drawingml/2006/main">
            <a:r>
              <a:t>최신 표에도 같은 장소 필터를 적용합니다.</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센서별 최신값 평균이 아닙니다.</a:t>
            </a:r>
          </a:p>
          <a:p xmlns:a="http://schemas.openxmlformats.org/drawingml/2006/main">
            <a:r>
              <a:t>같은 센서의 여러 유효 기록도 포함합니다.</a:t>
            </a:r>
          </a:p>
          <a:p xmlns:a="http://schemas.openxmlformats.org/drawingml/2006/main">
            <a:r>
              <a:t>관리자가 장소 필터를 창고로 바꾸면 평균 숫자도 달라집니다. 평균은 센서 이름의 장식 숫자가 아니라 선택한 자료의 합계를 개수로 나눈 계산입니다. 어떤 행을 포함했는지 설명하지 않으면 같은 기록에서 서로 다른 평균이 나옵니다. 현재 예제는 센서별 최신값 평균이 아니라 선택한 장소의 유효 숫자 이력 평균입니다.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null은 제외 · 숫자 0은 포함</a:t>
            </a:r>
          </a:p>
          <a:p xmlns:a="http://schemas.openxmlformats.org/drawingml/2006/main">
            <a:r>
              <a:t>유효 숫자 행 수로 나눕니다.</a:t>
            </a:r>
          </a:p>
          <a:p xmlns:a="http://schemas.openxmlformats.org/drawingml/2006/main">
            <a:r>
              <a:t>1. 분모는? → 포함한 유효 숫자 행 수입니다.</a:t>
            </a:r>
          </a:p>
          <a:p xmlns:a="http://schemas.openxmlformats.org/drawingml/2006/main">
            <a:r>
              <a:t>2. 정지 센서 0은 포함되나요? → 현재 이력 평균에는 포함됩니다.</a:t>
            </a:r>
          </a:p>
          <a:p xmlns:a="http://schemas.openxmlformats.org/drawingml/2006/main">
            <a:r>
              <a:t>3. 막대 간격이 시간인가요? → 현재 그래프에서는 아닙니다.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입력 규칙에 맞고 미래 시각이 아닌 기록</a:t>
            </a:r>
          </a:p>
          <a:p xmlns:a="http://schemas.openxmlformats.org/drawingml/2006/main">
            <a:r>
              <a:t>숫자만 평균 계산에 사용합니다.</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현재 평균은 유효한 숫자 이력을 사용합니다.</a:t>
            </a:r>
          </a:p>
          <a:p xmlns:a="http://schemas.openxmlformats.org/drawingml/2006/main">
            <a:r>
              <a:t>정지 센서도 포함하므로 현재 가동 센서 평균은 아닙니다.</a:t>
            </a:r>
          </a:p>
          <a:p xmlns:a="http://schemas.openxmlformats.org/drawingml/2006/main">
            <a:r>
              <a:t>관리자가 장소 필터를 창고로 바꾸면 평균 숫자도 달라집니다. 평균은 센서 이름의 장식 숫자가 아니라 선택한 자료의 합계를 개수로 나눈 계산입니다. 어떤 행을 포함했는지 설명하지 않으면 같은 기록에서 서로 다른 평균이 나옵니다. 현재 예제는 센서별 최신값 평균이 아니라 선택한 장소의 유효 숫자 이력 평균입니다.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막대 높이는 온도입니다.</a:t>
            </a:r>
          </a:p>
          <a:p xmlns:a="http://schemas.openxmlformats.org/drawingml/2006/main">
            <a:r>
              <a:t>시각과 값은 원문 표에서 함께 확인합니다.</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
            </a:r>
          </a:p>
          <a:p xmlns:a="http://schemas.openxmlformats.org/drawingml/2006/main">
            <a:r>
              <a:t>sum(numbers)는 합계, len(numbers)는 나눌 개수다. value is not None은 숫자0을 계산에 남긴다. 이를 if value로 바꾸면0도 빠진다. 이 예는 입력이 유효한 숫자 또는 None이라고 가정한다. 실제model.js는 자료형·범위·미래 시각도 검사한다. 숫자 목록이 비면 짧은 예는 분모0 오류가 나지만 실제 모델은 average=null을 반환한다.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sum(numbers)는 합계, len(numbers)는 나눌 개수다. value is not None은 숫자0을 계산에 남긴다. 이를 if value로 바꾸면0도 빠진다. 이 예는 입력이 유효한 숫자 또는 None이라고 가정한다. 실제model.js는 자료형·범위·미래 시각도 검사한다. 숫자 목록이 비면 짧은 예는 분모0 오류가 나지만 실제 모델은 average=null을 반환한다.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sum(numbers)는 합계, len(numbers)는 나눌 개수다. value is not None은 숫자0을 계산에 남긴다. 이를 if value로 바꾸면0도 빠진다. 이 예는 입력이 유효한 숫자 또는 None이라고 가정한다. 실제model.js는 자료형·범위·미래 시각도 검사한다. 숫자 목록이 비면 짧은 예는 분모0 오류가 나지만 실제 모델은 average=null을 반환한다.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합계 46 · 분모 3</a:t>
            </a:r>
          </a:p>
          <a:p xmlns:a="http://schemas.openxmlformats.org/drawingml/2006/main">
            <a:r>
              <a:t>평균 15.33℃</a:t>
            </a:r>
          </a:p>
          <a:p xmlns:a="http://schemas.openxmlformats.org/drawingml/2006/main">
            <a:r>
              <a:t>null을 0으로 넣으면 11.5℃로 바뀝니다.</a:t>
            </a:r>
          </a:p>
          <a:p xmlns:a="http://schemas.openxmlformats.org/drawingml/2006/main">
            <a:r>
              <a:t>완성 예의 이력 온도는 [22,24,null,0]입니다. 모두 입력 규칙에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새 이력 [10,null,0,20]</a:t>
            </a:r>
          </a:p>
          <a:p xmlns:a="http://schemas.openxmlformats.org/drawingml/2006/main">
            <a:r>
              <a:t>합계·분모·평균을 직접 계산하세요.</a:t>
            </a:r>
          </a:p>
          <a:p xmlns:a="http://schemas.openxmlformats.org/drawingml/2006/main">
            <a:r>
              <a:t>완성 예의 이력 온도는 [22,24,null,0]입니다. 모두 입력 규칙에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합계 30 · 분모 3 · 평균 10℃</a:t>
            </a:r>
          </a:p>
          <a:p xmlns:a="http://schemas.openxmlformats.org/drawingml/2006/main">
            <a:r>
              <a:t>최신값 20과 평균 10은 다른 지표입니다.</a:t>
            </a:r>
          </a:p>
          <a:p xmlns:a="http://schemas.openxmlformats.org/drawingml/2006/main">
            <a:r>
              <a:t>완성 예의 이력 온도는 [22,24,null,0]입니다. 모두 입력 규칙에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첫 22를 25로 바꿉니다.</a:t>
            </a:r>
          </a:p>
          <a:p xmlns:a="http://schemas.openxmlformats.org/drawingml/2006/main">
            <a:r>
              <a:t>새 합계 49, 평균 16.33℃입니다.</a:t>
            </a:r>
          </a:p>
          <a:p xmlns:a="http://schemas.openxmlformats.org/drawingml/2006/main">
            <a:r>
              <a:t>완성 예의 이력 온도는 [22,24,null,0]입니다. 모두 입력 규칙에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outputs/2026-10-29/beginner-start.md</a:t>
            </a:r>
          </a:p>
          <a:p xmlns:a="http://schemas.openxmlformats.org/drawingml/2006/main">
            <a:r>
              <a:t>이 화면에서 설명할 내용:</a:t>
            </a:r>
          </a:p>
          <a:p xmlns:a="http://schemas.openxmlformats.org/drawingml/2006/main">
            <a:r>
              <a:t>숫자가 없으면 계산 안 함으로 표시합니다.</a:t>
            </a:r>
          </a:p>
          <a:p xmlns:a="http://schemas.openxmlformats.org/drawingml/2006/main">
            <a:r>
              <a:t>0을 거짓 값이라 제외하지 않습니다.</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이력 평균을 구할 때 어떤 기록을 개수에 넣었는지 설명합니다.</a:t>
            </a:r>
          </a:p>
          <a:p xmlns:a="http://schemas.openxmlformats.org/drawingml/2006/main">
            <a:r>
              <a:t>최신값과 평균이 달라도 되는 이유를 말합니다.</a:t>
            </a:r>
          </a:p>
          <a:p xmlns:a="http://schemas.openxmlformats.org/drawingml/2006/main">
            <a:r>
              <a:t>관리자가 장소 필터를 창고로 바꾸면 평균 숫자도 달라집니다. 평균은 센서 이름의 장식 숫자가 아니라 선택한 자료의 합계를 개수로 나눈 계산입니다. 어떤 행을 포함했는지 설명하지 않으면 같은 기록에서 서로 다른 평균이 나옵니다. 현재 예제는 센서별 최신값 평균이 아니라 선택한 장소의 유효 숫자 이력 평균입니다.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outputs/2026-10-29/assessment.md</a:t>
            </a:r>
          </a:p>
          <a:p xmlns:a="http://schemas.openxmlformats.org/drawingml/2006/main">
            <a:r>
              <a:t>이 화면에서 설명할 내용:</a:t>
            </a:r>
          </a:p>
          <a:p xmlns:a="http://schemas.openxmlformats.org/drawingml/2006/main">
            <a:r>
              <a:t>추가·복습: [12,0,null,18]</a:t>
            </a:r>
          </a:p>
          <a:p xmlns:a="http://schemas.openxmlformats.org/drawingml/2006/main">
            <a:r>
              <a:t>이력 평균과 최신값 18을 비교하세요.</a:t>
            </a:r>
          </a:p>
          <a:p xmlns:a="http://schemas.openxmlformats.org/drawingml/2006/main">
            <a:r>
              <a:t>완성 예의 이력 온도는 [22,24,null,0]입니다. 모두 입력 규칙에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유효 이력 [12,0,null,18]의 평균과 새 최신 18만 보는 값의 차이를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이력 평균은 30/3=10℃, 최신값은 18℃입니다. 서로 다른 선택 범위라 같아야 할 이유가 없습니다.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5교시 필수 개념 보충 · 값 누락과 오래됨과 통신 실패 구별하기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새로고침 버튼을 누른 뒤 서버가 응답하지 않습니다. 마지막 온도가 23℃였다고 해서 지금 정상이라고 확정할 수 없습니다. 통신 실패는 요청과 응답의 문제, 미측정은 기록 안 온도 누락, 오래됨은 기록 시각과 확인 시각의 차이입니다. 서로 다른 원인이라 화면 문구와 복구 방법도 나눕니다.</a:t>
            </a:r>
          </a:p>
          <a:p xmlns:a="http://schemas.openxmlformats.org/drawingml/2006/main">
            <a:r>
              <a:t/>
            </a:r>
          </a:p>
          <a:p xmlns:a="http://schemas.openxmlformats.org/drawingml/2006/main">
            <a:r>
              <a:t>완성 예에서 값 23, 측정 시각 10:09:50, 확인 시각 10:10:00이면 정상입니다. 새 기록 없이 확인 시각만 70초 옮기면 시간차가 80초여서 오래됨이 됩니다. 실제 시스템 시계를 사용한 것이 아니라 모의 버튼으로 가정 시각을 바꾼 결과입니다. active=false라면 현재 상태 우선순위에서는 정지가 먼저이며, 온도 null이면 미측정이 먼저입니다. 메시지와 표 상태는 다른 의미를 전달할 수 있어 둘을 함께 읽습니다.</a:t>
            </a:r>
          </a:p>
          <a:p xmlns:a="http://schemas.openxmlformats.org/drawingml/2006/main">
            <a:r>
              <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온도 null인 정상 응답, 빈 목록인 정상 응답, 서버 연결 실패의 세 상황에 표시할 문구와 복구 행동을 각각 작성하세요.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첫째는 미측정과 센서 기록 확인, 둘째는 데이터 없음과 필터·자료 범위 확인, 셋째는 수신 실패와 서버·포트 확인입니다. 모두 0℃ 정상으로 표시하는 답은 누락과 장애를 숨기므로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이전 값 유지가 새 측정인가요? → 아닙니다.</a:t>
            </a:r>
          </a:p>
          <a:p xmlns:a="http://schemas.openxmlformats.org/drawingml/2006/main">
            <a:r>
              <a:t>2. 70초 버튼은 실물 통신인가요? → 확인 시각의 모의 이동입니다.</a:t>
            </a:r>
          </a:p>
          <a:p xmlns:a="http://schemas.openxmlformats.org/drawingml/2006/main">
            <a:r>
              <a:t>3. 400의 첫 확인 대상은? → 요청 내용과 입력 규칙입니다.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정상 응답 안에 temperature_c=null이 있습니다.</a:t>
            </a:r>
          </a:p>
          <a:p xmlns:a="http://schemas.openxmlformats.org/drawingml/2006/main">
            <a:r>
              <a:t>0℃ 측정과 다릅니다.</a:t>
            </a:r>
          </a:p>
          <a:p xmlns:a="http://schemas.openxmlformats.org/drawingml/2006/main">
            <a:r>
              <a:t>새로고침 버튼을 누른 뒤 서버가 응답하지 않습니다. 마지막 온도가 23℃였다고 해서 지금 정상이라고 확정할 수 없습니다. 통신 실패는 요청과 응답의 문제, 미측정은 기록 안 온도 누락, 오래됨은 기록 시각과 확인 시각의 차이입니다. 서로 다른 원인이라 화면 문구와 복구 방법도 나눕니다.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새 기록 없이 확인 시각만 70초 이동합니다.</a:t>
            </a:r>
          </a:p>
          <a:p xmlns:a="http://schemas.openxmlformats.org/drawingml/2006/main">
            <a:r>
              <a:t>실제 장치 통신을 끊은 실험은 아닙니다.</a:t>
            </a:r>
          </a:p>
          <a:p xmlns:a="http://schemas.openxmlformats.org/drawingml/2006/main">
            <a:r>
              <a:t>완성 예에서 값 23, 측정 시각 10:09:50, 확인 시각 10:10:00이면 정상입니다. 새 기록 없이 확인 시각만 70초 옮기면 시간차가 80초여서 오래됨이 됩니다. 실제 시스템 시계를 사용한 것이 아니라 모의 버튼으로 가정 시각을 바꾼 결과입니다. active=false라면 현재 상태 우선순위에서는 정지가 먼저이며, 온도 null이면 미측정이 먼저입니다. 메시지와 표 상태는 다른 의미를 전달할 수 있어 둘을 함께 읽습니다.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active=false면 정지로 표시합니다.</a:t>
            </a:r>
          </a:p>
          <a:p xmlns:a="http://schemas.openxmlformats.org/drawingml/2006/main">
            <a:r>
              <a:t>미측정이 함께 있으면 미측정이 먼저입니다.</a:t>
            </a:r>
          </a:p>
          <a:p xmlns:a="http://schemas.openxmlformats.org/drawingml/2006/main">
            <a:r>
              <a:t>완성 예에서 값 23, 측정 시각 10:09:50, 확인 시각 10:10:00이면 정상입니다. 새 기록 없이 확인 시각만 70초 옮기면 시간차가 80초여서 오래됨이 됩니다. 실제 시스템 시계를 사용한 것이 아니라 모의 버튼으로 가정 시각을 바꾼 결과입니다. active=false라면 현재 상태 우선순위에서는 정지가 먼저이며, 온도 null이면 미측정이 먼저입니다. 메시지와 표 상태는 다른 의미를 전달할 수 있어 둘을 함께 읽습니다.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서버 연결 실패나 HTTP 오류를 알립니다.</a:t>
            </a:r>
          </a:p>
          <a:p xmlns:a="http://schemas.openxmlformats.org/drawingml/2006/main">
            <a:r>
              <a:t>이전 화면 값을 새 측정으로 읽지 않습니다.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정상 빈 목록: 데이터 없음</a:t>
            </a:r>
          </a:p>
          <a:p xmlns:a="http://schemas.openxmlformats.org/drawingml/2006/main">
            <a:r>
              <a:t>실패 응답: 수신 실패</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문자열 온도 · 범위 · 불리언 · 시간대</a:t>
            </a:r>
          </a:p>
          <a:p xmlns:a="http://schemas.openxmlformats.org/drawingml/2006/main">
            <a:r>
              <a:t>거절 이유를 기록하고 원문을 고칩니다.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
            </a:r>
          </a:p>
          <a:p xmlns:a="http://schemas.openxmlformats.org/drawingml/2006/main">
            <a:r>
              <a:t>새로고침 버튼을 누른 뒤 서버가 응답하지 않습니다. 마지막 온도가 23℃였다고 해서 지금 정상이라고 확정할 수 없습니다. 통신 실패는 요청과 응답의 문제, 미측정은 기록 안 온도 누락, 오래됨은 기록 시각과 확인 시각의 차이입니다. 서로 다른 원인이라 화면 문구와 복구 방법도 나눕니다.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23℃가 화면에 남아 있어도</a:t>
            </a:r>
          </a:p>
          <a:p xmlns:a="http://schemas.openxmlformats.org/drawingml/2006/main">
            <a:r>
              <a:t>새 관찰을 받았다는 뜻은 아닙니다.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null 응답 · 빈 목록 · 연결 실패</a:t>
            </a:r>
          </a:p>
          <a:p xmlns:a="http://schemas.openxmlformats.org/drawingml/2006/main">
            <a:r>
              <a:t>세 상황의 문구와 복구 대상을 쓰세요.</a:t>
            </a:r>
          </a:p>
          <a:p xmlns:a="http://schemas.openxmlformats.org/drawingml/2006/main">
            <a:r>
              <a:t>새로고침 버튼을 누른 뒤 서버가 응답하지 않습니다. 마지막 온도가 23℃였다고 해서 지금 정상이라고 확정할 수 없습니다. 통신 실패는 요청과 응답의 문제, 미측정은 기록 안 온도 누락, 오래됨은 기록 시각과 확인 시각의 차이입니다. 서로 다른 원인이라 화면 문구와 복구 방법도 나눕니다.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미측정: 자료 확인</a:t>
            </a:r>
          </a:p>
          <a:p xmlns:a="http://schemas.openxmlformats.org/drawingml/2006/main">
            <a:r>
              <a:t>데이터 없음: 필터·범위 확인</a:t>
            </a:r>
          </a:p>
          <a:p xmlns:a="http://schemas.openxmlformats.org/drawingml/2006/main">
            <a:r>
              <a:t>수신 실패: 서버·포트 확인</a:t>
            </a:r>
          </a:p>
          <a:p xmlns:a="http://schemas.openxmlformats.org/drawingml/2006/main">
            <a:r>
              <a:t>첫째는 미측정과 센서 기록 확인, 둘째는 데이터 없음과 필터·자료 범위 확인, 셋째는 수신 실패와 서버·포트 확인입니다. 모두 0℃ 정상으로 표시하는 답은 누락과 장애를 숨기므로 오답입니다.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확인 시각만 70초 이동합니다.</a:t>
            </a:r>
          </a:p>
          <a:p xmlns:a="http://schemas.openxmlformats.org/drawingml/2006/main">
            <a:r>
              <a:t>측정 10초 전 기록은 시간차 80초가 됩니다.</a:t>
            </a:r>
          </a:p>
          <a:p xmlns:a="http://schemas.openxmlformats.org/drawingml/2006/main">
            <a:r>
              <a:t>완성 예에서 값 23, 측정 시각 10:09:50, 확인 시각 10:10:00이면 정상입니다. 새 기록 없이 확인 시각만 70초 옮기면 시간차가 80초여서 오래됨이 됩니다. 실제 시스템 시계를 사용한 것이 아니라 모의 버튼으로 가정 시각을 바꾼 결과입니다. active=false라면 현재 상태 우선순위에서는 정지가 먼저이며, 온도 null이면 미측정이 먼저입니다. 메시지와 표 상태는 다른 의미를 전달할 수 있어 둘을 함께 읽습니다.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outputs/2026-10-29/beginner-start.md</a:t>
            </a:r>
          </a:p>
          <a:p xmlns:a="http://schemas.openxmlformats.org/drawingml/2006/main">
            <a:r>
              <a:t>이 화면에서 설명할 내용:</a:t>
            </a:r>
          </a:p>
          <a:p xmlns:a="http://schemas.openxmlformats.org/drawingml/2006/main">
            <a:r>
              <a:t>모든 오류를 빈 목록으로 바꾸지 않습니다.</a:t>
            </a:r>
          </a:p>
          <a:p xmlns:a="http://schemas.openxmlformats.org/drawingml/2006/main">
            <a:r>
              <a:t>장애와 실제 데이터 부재가 섞입니다.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미측정과 수신 실패의 차이를 말해 봅시다.</a:t>
            </a:r>
          </a:p>
          <a:p xmlns:a="http://schemas.openxmlformats.org/drawingml/2006/main">
            <a:r>
              <a:t>이전 값을 남기는 이유와 한계도 설명합니다.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outputs/2026-10-29/assessment.md</a:t>
            </a:r>
          </a:p>
          <a:p xmlns:a="http://schemas.openxmlformats.org/drawingml/2006/main">
            <a:r>
              <a:t>이 화면에서 설명할 내용:</a:t>
            </a:r>
          </a:p>
          <a:p xmlns:a="http://schemas.openxmlformats.org/drawingml/2006/main">
            <a:r>
              <a:t>추가·도전: 실패 뒤 정상 수신으로 복구</a:t>
            </a:r>
          </a:p>
          <a:p xmlns:a="http://schemas.openxmlformats.org/drawingml/2006/main">
            <a:r>
              <a:t>메시지·행 수·값·시각을 다시 확인하세요.</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서버 응답 400과 온도 null의 정상 응답을 구별하고 복구 대상을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400은 요청 내용이 입력 규칙에 맞지 않는 오류라 본문을 고칩니다. null은 수락된 미측정 기록이라 센서·자료 원인을 확인합니다. 둘을 0으로 표시하지 않습니다.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6교시 필수 개념 보충 · 동료가 다시 실행하는 대시보드 인수인계</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 단계에서 확인한 결과를 따로 적습니다.니다. 현재 로컬 서버는 인증, 지속 저장, 공개 접근과 운영 복구를 다룬 서비스가 아닙니다. 실물 ESP32를 붙이려면 장치 ID와 데이터 형식과 처리 규칙,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새 동료가 서버를 재시작하자 추가한 기록이 사라졌다고 말합니다. 현재 설계로 설명하고 영구 저장을 요구할 때 추가해야 할 작업과 시험을 각각 한 가지씩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현재 기록은 메모리에 있어 초기 데이터로 돌아갑니다. 파일 또는 데이터베이스 저장과 재시작 후 같은 기록을 복원하는 시험이 필요합니다. 추가 버튼 화면이 바뀐 사실만으로 영구 저장이 구현되었다고 쓰면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인계 문서의 시작 정보는? → 폴더와 실행 명령입니다.</a:t>
            </a:r>
          </a:p>
          <a:p xmlns:a="http://schemas.openxmlformats.org/drawingml/2006/main">
            <a:r>
              <a:t>2. 같은 센서의 과거 행이 추가되면? → 이력과 최신 표를 각각 확인합니다.</a:t>
            </a:r>
          </a:p>
          <a:p xmlns:a="http://schemas.openxmlformats.org/drawingml/2006/main">
            <a:r>
              <a:t>3. 아직 실물 없는 항목은? → 미실행 또는 미확인입니다.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시작 폴더 · 명령 · 주소 · 종료 방법</a:t>
            </a:r>
          </a:p>
          <a:p xmlns:a="http://schemas.openxmlformats.org/drawingml/2006/main">
            <a:r>
              <a:t>기대 결과와 오류 복구를 같이 줍니다.</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이력 5건 · 센서 4개</a:t>
            </a:r>
          </a:p>
          <a:p xmlns:a="http://schemas.openxmlformats.org/drawingml/2006/main">
            <a:r>
              <a:t>S01 최신값은 22.8입니다.</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POST 201 → GET 목록 증가</a:t>
            </a:r>
          </a:p>
          <a:p xmlns:a="http://schemas.openxmlformats.org/drawingml/2006/main">
            <a:r>
              <a:t>과거 기록이면 최신값은 유지될 수 있습니다.</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현재 서버는 메모리 저장입니다.</a:t>
            </a:r>
          </a:p>
          <a:p xmlns:a="http://schemas.openxmlformats.org/drawingml/2006/main">
            <a:r>
              <a:t>재시작하면 초기 자료로 돌아갑니다.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 단계에서 확인한 결과를 따로 적습니다.니다. 현재 로컬 서버는 인증, 지속 저장, 공개 접근과 운영 복구를 다룬 서비스가 아닙니다. 실물 ESP32를 붙이려면 장치 ID와 데이터 형식과 처리 규칙,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단위 · 시각 · 상태 문구</a:t>
            </a:r>
          </a:p>
          <a:p xmlns:a="http://schemas.openxmlformats.org/drawingml/2006/main">
            <a:r>
              <a:t>색만으로 판단하게 하지 않습니다.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 단계에서 확인한 결과를 따로 적습니다.니다. 현재 로컬 서버는 인증, 지속 저장, 공개 접근과 운영 복구를 다룬 서비스가 아닙니다. 실물 ESP32를 붙이려면 장치 ID와 데이터 형식과 처리 규칙,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장치 ID · 시간 · 중복 · 전송 실패</a:t>
            </a:r>
          </a:p>
          <a:p xmlns:a="http://schemas.openxmlformats.org/drawingml/2006/main">
            <a:r>
              <a:t>센서·외부망·지속 저장은 별도입니다.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 단계에서 확인한 결과를 따로 적습니다.니다. 현재 로컬 서버는 인증, 지속 저장, 공개 접근과 운영 복구를 다룬 서비스가 아닙니다. 실물 ESP32를 붙이려면 장치 ID와 데이터 형식과 처리 규칙,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같은 자료로 같은 결과를 다시 얻습니다.</a:t>
            </a:r>
          </a:p>
          <a:p xmlns:a="http://schemas.openxmlformats.org/drawingml/2006/main">
            <a:r>
              <a:t>수신한 기록과 화면을 대조하고, 실제 센서 시험은 따로 적습니다.니다.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 단계에서 확인한 결과를 따로 적습니다.니다. 현재 로컬 서버는 인증, 지속 저장, 공개 접근과 운영 복구를 다룬 서비스가 아닙니다. 실물 ESP32를 붙이려면 장치 ID와 데이터 형식과 처리 규칙,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재시작하자 추가 기록이 사라졌습니다.</a:t>
            </a:r>
          </a:p>
          <a:p xmlns:a="http://schemas.openxmlformats.org/drawingml/2006/main">
            <a:r>
              <a:t>현재 설계와 필요한 후속 작업을 쓰세요.</a:t>
            </a:r>
          </a:p>
          <a:p xmlns:a="http://schemas.openxmlformats.org/drawingml/2006/main">
            <a:r>
              <a:t>현재 기록은 메모리에 있어 초기 데이터로 돌아갑니다. 파일 또는 데이터베이스 저장과 재시작 후 같은 기록을 복원하는 시험이 필요합니다. 추가 버튼 화면이 바뀐 사실만으로 영구 저장이 구현되었다고 쓰면 오답입니다.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현재 기록은 메모리에만 있습니다.</a:t>
            </a:r>
          </a:p>
          <a:p xmlns:a="http://schemas.openxmlformats.org/drawingml/2006/main">
            <a:r>
              <a:t>영구 저장과 재시작 복원 시험이 필요합니다.</a:t>
            </a:r>
          </a:p>
          <a:p xmlns:a="http://schemas.openxmlformats.org/drawingml/2006/main">
            <a:r>
              <a:t>현재 기록은 메모리에 있어 초기 데이터로 돌아갑니다. 파일 또는 데이터베이스 저장과 재시작 후 같은 기록을 복원하는 시험이 필요합니다. 추가 버튼 화면이 바뀐 사실만으로 영구 저장이 구현되었다고 쓰면 오답입니다.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outputs/2026-10-29/practice-guide.md</a:t>
            </a:r>
          </a:p>
          <a:p xmlns:a="http://schemas.openxmlformats.org/drawingml/2006/main">
            <a:r>
              <a:t>이 화면에서 설명할 내용:</a:t>
            </a:r>
          </a:p>
          <a:p xmlns:a="http://schemas.openxmlformats.org/drawingml/2006/main">
            <a:r>
              <a:t>파일 저장을 새 요구에 넣으면</a:t>
            </a:r>
          </a:p>
          <a:p xmlns:a="http://schemas.openxmlformats.org/drawingml/2006/main">
            <a:r>
              <a:t>데이터·실패 처리·시험·안내를 갱신합니다.</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outputs/2026-10-29/beginner-start.md</a:t>
            </a:r>
          </a:p>
          <a:p xmlns:a="http://schemas.openxmlformats.org/drawingml/2006/main">
            <a:r>
              <a:t>이 화면에서 설명할 내용:</a:t>
            </a:r>
          </a:p>
          <a:p xmlns:a="http://schemas.openxmlformats.org/drawingml/2006/main">
            <a:r>
              <a:t>화면 변화만 보고 영구 저장 성공이라 쓰지 않습니다.</a:t>
            </a:r>
          </a:p>
          <a:p xmlns:a="http://schemas.openxmlformats.org/drawingml/2006/main">
            <a:r>
              <a:t>실행 못 한 장비 항목은 미실행입니다.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 단계에서 확인한 결과를 따로 적습니다.니다. 현재 로컬 서버는 인증, 지속 저장, 공개 접근과 운영 복구를 다룬 서비스가 아닙니다. 실물 ESP32를 붙이려면 장치 ID와 데이터 형식과 처리 규칙,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outputs/2026-10-29/lesson.md</a:t>
            </a:r>
          </a:p>
          <a:p xmlns:a="http://schemas.openxmlformats.org/drawingml/2006/main">
            <a:r>
              <a:t>이 화면에서 설명할 내용:</a:t>
            </a:r>
          </a:p>
          <a:p xmlns:a="http://schemas.openxmlformats.org/drawingml/2006/main">
            <a:r>
              <a:t>동료에게 실행 순서를 말해 봅시다.</a:t>
            </a:r>
          </a:p>
          <a:p xmlns:a="http://schemas.openxmlformats.org/drawingml/2006/main">
            <a:r>
              <a:t>평균 범위와 상태의 의미도 설명합니다.</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outputs/2026-10-29/assessment.md</a:t>
            </a:r>
          </a:p>
          <a:p xmlns:a="http://schemas.openxmlformats.org/drawingml/2006/main">
            <a:r>
              <a:t>이 화면에서 설명할 내용:</a:t>
            </a:r>
          </a:p>
          <a:p xmlns:a="http://schemas.openxmlformats.org/drawingml/2006/main">
            <a:r>
              <a:t>추가·복습: POST 201 뒤 재시작</a:t>
            </a:r>
          </a:p>
          <a:p xmlns:a="http://schemas.openxmlformats.org/drawingml/2006/main">
            <a:r>
              <a:t>기록 복원 시험의 입력과 기대값을 쓰세요.</a:t>
            </a:r>
          </a:p>
          <a:p xmlns:a="http://schemas.openxmlformats.org/drawingml/2006/main">
            <a:r>
              <a:t>현재 기록은 메모리에 있어 초기 데이터로 돌아갑니다. 파일 또는 데이터베이스 저장과 재시작 후 같은 기록을 복원하는 시험이 필요합니다. 추가 버튼 화면이 바뀐 사실만으로 영구 저장이 구현되었다고 쓰면 오답입니다.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POST 201 뒤 서버를 재시작하자 행이 없어졌습니다. 현재 상태와 영구 저장 시험을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현재는 메모리 저장입니다. 저장소 구현 뒤 추가→종료→재시작→조회에서 같은 행이 복원되는지 별도로 시험합니다.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outputs/2026-10-29/assessment.md</a:t>
            </a:r>
          </a:p>
          <a:p xmlns:a="http://schemas.openxmlformats.org/drawingml/2006/main">
            <a:r>
              <a:t>이 화면에서 설명할 내용:</a:t>
            </a:r>
          </a:p>
          <a:p xmlns:a="http://schemas.openxmlformats.org/drawingml/2006/main">
            <a:r>
              <a:t>work의 기록과 수정본을 저장합니다.</a:t>
            </a:r>
          </a:p>
          <a:p xmlns:a="http://schemas.openxmlformats.org/drawingml/2006/main">
            <a:r>
              <a:t>입력·설정·결과가 같은 실행인지 확인합니다.</a:t>
            </a:r>
          </a:p>
          <a:p xmlns:a="http://schemas.openxmlformats.org/drawingml/2006/main">
            <a:r>
              <a:t>어떻게 확인했는지, 아직 시험하지 못한 것은 무엇인지 적습니다.</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outputs/2026-10-29/instructor-notes.md</a:t>
            </a:r>
          </a:p>
          <a:p xmlns:a="http://schemas.openxmlformats.org/drawingml/2006/main">
            <a:r>
              <a:t>이 화면에서 설명할 내용:</a:t>
            </a:r>
          </a:p>
          <a:p xmlns:a="http://schemas.openxmlformats.org/drawingml/2006/main">
            <a:r>
              <a:t>어느 폴더에서 어떤 명령을 입력하는지 설명합니다.</a:t>
            </a:r>
          </a:p>
          <a:p xmlns:a="http://schemas.openxmlformats.org/drawingml/2006/main">
            <a:r>
              <a:t>출력의 뜻과 추가로 시험할 내용을 설명합니다.</a:t>
            </a:r>
          </a:p>
          <a:p xmlns:a="http://schemas.openxmlformats.org/drawingml/2006/main">
            <a:r>
              <a:t>막힌 단계와 다시 확인할 항목을 적습니다.</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outputs/2026-10-29/instructor-notes.md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b10bc095e67407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e1316d9c9f24a04" /><Relationship Type="http://schemas.openxmlformats.org/officeDocument/2006/relationships/slideLayout" Target="/ppt/slideLayouts/slideLayout1.xml" Id="Rc3cb195020b14c1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3cb195020b14c1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58a6bd2bdde4891" /><Relationship Type="http://schemas.openxmlformats.org/officeDocument/2006/relationships/notesSlide" Target="/ppt/notesSlides/notesSlide1.xml" Id="R8dbbece4d87b467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fc15190603a4b42" /><Relationship Type="http://schemas.openxmlformats.org/officeDocument/2006/relationships/notesSlide" Target="/ppt/notesSlides/notesSlide2.xml" Id="Rffda72fd09bb4be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3bb3aa808d149da" /><Relationship Type="http://schemas.openxmlformats.org/officeDocument/2006/relationships/notesSlide" Target="/ppt/notesSlides/notesSlide3.xml" Id="Rc6282a5ce348487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224768d920540b0" /><Relationship Type="http://schemas.openxmlformats.org/officeDocument/2006/relationships/notesSlide" Target="/ppt/notesSlides/notesSlide4.xml" Id="Rcbed93b339ad406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f1f61de7ddf43d4" /><Relationship Type="http://schemas.openxmlformats.org/officeDocument/2006/relationships/notesSlide" Target="/ppt/notesSlides/notesSlide5.xml" Id="Rc38680f7bb944d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2f00c71c63c42e2" /><Relationship Type="http://schemas.openxmlformats.org/officeDocument/2006/relationships/notesSlide" Target="/ppt/notesSlides/notesSlide6.xml" Id="Ra42cc92580234cc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3a1c0590e444229" /><Relationship Type="http://schemas.openxmlformats.org/officeDocument/2006/relationships/notesSlide" Target="/ppt/notesSlides/notesSlide7.xml" Id="R6998c363cef6437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ad620d58c2b4147" /><Relationship Type="http://schemas.openxmlformats.org/officeDocument/2006/relationships/notesSlide" Target="/ppt/notesSlides/notesSlide8.xml" Id="Raf24e23d45d946c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eed8a1992814a69" /><Relationship Type="http://schemas.openxmlformats.org/officeDocument/2006/relationships/notesSlide" Target="/ppt/notesSlides/notesSlide9.xml" Id="R10cc3920a71c4c9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0473213c84b4b90" /><Relationship Type="http://schemas.openxmlformats.org/officeDocument/2006/relationships/notesSlide" Target="/ppt/notesSlides/notesSlide10.xml" Id="Ra30158a202e943e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2c928bce16e4665" /><Relationship Type="http://schemas.openxmlformats.org/officeDocument/2006/relationships/notesSlide" Target="/ppt/notesSlides/notesSlide11.xml" Id="R92db92d2876e421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c51221d15624c87" /><Relationship Type="http://schemas.openxmlformats.org/officeDocument/2006/relationships/notesSlide" Target="/ppt/notesSlides/notesSlide12.xml" Id="Rd6cf153b90bb472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1d9ecb5d9da410c" /><Relationship Type="http://schemas.openxmlformats.org/officeDocument/2006/relationships/notesSlide" Target="/ppt/notesSlides/notesSlide13.xml" Id="Rb14e921b720148a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aaa71a1cd014314" /><Relationship Type="http://schemas.openxmlformats.org/officeDocument/2006/relationships/notesSlide" Target="/ppt/notesSlides/notesSlide14.xml" Id="R2d5b62cd8cb944f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0a1295b225c4e1e" /><Relationship Type="http://schemas.openxmlformats.org/officeDocument/2006/relationships/notesSlide" Target="/ppt/notesSlides/notesSlide15.xml" Id="R31a07114c99d4f9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8d62feea73240f6" /><Relationship Type="http://schemas.openxmlformats.org/officeDocument/2006/relationships/notesSlide" Target="/ppt/notesSlides/notesSlide16.xml" Id="Ra15cdccb6cfb41f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260802c27f0413a" /><Relationship Type="http://schemas.openxmlformats.org/officeDocument/2006/relationships/notesSlide" Target="/ppt/notesSlides/notesSlide17.xml" Id="R30aafd850bf24ad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fe9742101e043b5" /><Relationship Type="http://schemas.openxmlformats.org/officeDocument/2006/relationships/notesSlide" Target="/ppt/notesSlides/notesSlide18.xml" Id="R39e22cab91954fc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ed0b38b7c514a7e" /><Relationship Type="http://schemas.openxmlformats.org/officeDocument/2006/relationships/notesSlide" Target="/ppt/notesSlides/notesSlide19.xml" Id="Re81fe0bb2ff640c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91d65f1059f44aa" /><Relationship Type="http://schemas.openxmlformats.org/officeDocument/2006/relationships/notesSlide" Target="/ppt/notesSlides/notesSlide20.xml" Id="Rfa9e43e26703422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7a7bc49bf8e47a2" /><Relationship Type="http://schemas.openxmlformats.org/officeDocument/2006/relationships/notesSlide" Target="/ppt/notesSlides/notesSlide21.xml" Id="Rfe059b1a1c3d455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0e40aa65e134385" /><Relationship Type="http://schemas.openxmlformats.org/officeDocument/2006/relationships/notesSlide" Target="/ppt/notesSlides/notesSlide22.xml" Id="R3691e457a4b440c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dc13f8820d74931" /><Relationship Type="http://schemas.openxmlformats.org/officeDocument/2006/relationships/notesSlide" Target="/ppt/notesSlides/notesSlide23.xml" Id="Red1d54b26a3e41c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e61f05da26a4df4" /><Relationship Type="http://schemas.openxmlformats.org/officeDocument/2006/relationships/notesSlide" Target="/ppt/notesSlides/notesSlide24.xml" Id="Rbedef5faf1f94d4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ef6f9619b17492e" /><Relationship Type="http://schemas.openxmlformats.org/officeDocument/2006/relationships/notesSlide" Target="/ppt/notesSlides/notesSlide25.xml" Id="R1280cfca9eb7471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f53f803e59e14d67" /><Relationship Type="http://schemas.openxmlformats.org/officeDocument/2006/relationships/notesSlide" Target="/ppt/notesSlides/notesSlide26.xml" Id="R37268451019342d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1d2e092851a49a9" /><Relationship Type="http://schemas.openxmlformats.org/officeDocument/2006/relationships/notesSlide" Target="/ppt/notesSlides/notesSlide27.xml" Id="Ree67db430f46426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7e6213e039e644b1" /><Relationship Type="http://schemas.openxmlformats.org/officeDocument/2006/relationships/notesSlide" Target="/ppt/notesSlides/notesSlide28.xml" Id="R4273693fb29541c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6d40815dfbeb47e9" /><Relationship Type="http://schemas.openxmlformats.org/officeDocument/2006/relationships/notesSlide" Target="/ppt/notesSlides/notesSlide29.xml" Id="R2899f72f4bac489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af273aa6e60d46cb" /><Relationship Type="http://schemas.openxmlformats.org/officeDocument/2006/relationships/notesSlide" Target="/ppt/notesSlides/notesSlide30.xml" Id="Rd14f496b06ea408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0fc95935d4f040a9" /><Relationship Type="http://schemas.openxmlformats.org/officeDocument/2006/relationships/notesSlide" Target="/ppt/notesSlides/notesSlide31.xml" Id="Rf6b68cb7bee34b6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85467669a50644a6" /><Relationship Type="http://schemas.openxmlformats.org/officeDocument/2006/relationships/notesSlide" Target="/ppt/notesSlides/notesSlide32.xml" Id="R643e13b0b2814a8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302bd2f0ea12427a" /><Relationship Type="http://schemas.openxmlformats.org/officeDocument/2006/relationships/notesSlide" Target="/ppt/notesSlides/notesSlide33.xml" Id="R67e0181efe8a47c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d21fdfe9ca0c4dd7" /><Relationship Type="http://schemas.openxmlformats.org/officeDocument/2006/relationships/notesSlide" Target="/ppt/notesSlides/notesSlide34.xml" Id="Rba5c3462b52945c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ba9e35fcb802485f" /><Relationship Type="http://schemas.openxmlformats.org/officeDocument/2006/relationships/notesSlide" Target="/ppt/notesSlides/notesSlide35.xml" Id="Rfa2b780276f84cf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fa955a99bb7d45cc" /><Relationship Type="http://schemas.openxmlformats.org/officeDocument/2006/relationships/notesSlide" Target="/ppt/notesSlides/notesSlide36.xml" Id="Ra244bbfb66154ae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0336e02b93584760" /><Relationship Type="http://schemas.openxmlformats.org/officeDocument/2006/relationships/notesSlide" Target="/ppt/notesSlides/notesSlide37.xml" Id="R56d794c7f27c43f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38df86522e744f80" /><Relationship Type="http://schemas.openxmlformats.org/officeDocument/2006/relationships/notesSlide" Target="/ppt/notesSlides/notesSlide38.xml" Id="R32578b889597476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d9950c56e41a4027" /><Relationship Type="http://schemas.openxmlformats.org/officeDocument/2006/relationships/notesSlide" Target="/ppt/notesSlides/notesSlide39.xml" Id="R8c2d912240904dd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aa9d3eda107f4daa" /><Relationship Type="http://schemas.openxmlformats.org/officeDocument/2006/relationships/notesSlide" Target="/ppt/notesSlides/notesSlide40.xml" Id="Ra2763f2819e2478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69044bf2e8324710" /><Relationship Type="http://schemas.openxmlformats.org/officeDocument/2006/relationships/notesSlide" Target="/ppt/notesSlides/notesSlide41.xml" Id="Rbca321254ecc4da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698d3ac493a04b0c" /><Relationship Type="http://schemas.openxmlformats.org/officeDocument/2006/relationships/notesSlide" Target="/ppt/notesSlides/notesSlide42.xml" Id="R90bcec81f1e44cd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6d0d4f5588fb4da8" /><Relationship Type="http://schemas.openxmlformats.org/officeDocument/2006/relationships/notesSlide" Target="/ppt/notesSlides/notesSlide43.xml" Id="R735d6c2e2e9149c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156622de826e454a" /><Relationship Type="http://schemas.openxmlformats.org/officeDocument/2006/relationships/notesSlide" Target="/ppt/notesSlides/notesSlide44.xml" Id="R67412b79a8b24f22"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f89944929df84aab" /><Relationship Type="http://schemas.openxmlformats.org/officeDocument/2006/relationships/notesSlide" Target="/ppt/notesSlides/notesSlide45.xml" Id="R243544df2b964387"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7935fbb80b594aef" /><Relationship Type="http://schemas.openxmlformats.org/officeDocument/2006/relationships/notesSlide" Target="/ppt/notesSlides/notesSlide46.xml" Id="R7f322377d9884506"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54e2d048ad8a4162" /><Relationship Type="http://schemas.openxmlformats.org/officeDocument/2006/relationships/notesSlide" Target="/ppt/notesSlides/notesSlide47.xml" Id="Ra0041bc799e44219"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e80453c881704582" /><Relationship Type="http://schemas.openxmlformats.org/officeDocument/2006/relationships/notesSlide" Target="/ppt/notesSlides/notesSlide48.xml" Id="R842367442de94e10"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198a74e4ae014c7d" /><Relationship Type="http://schemas.openxmlformats.org/officeDocument/2006/relationships/notesSlide" Target="/ppt/notesSlides/notesSlide49.xml" Id="R84754d025ce7437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216c05fe6d844104" /><Relationship Type="http://schemas.openxmlformats.org/officeDocument/2006/relationships/notesSlide" Target="/ppt/notesSlides/notesSlide50.xml" Id="Ra5be27489c064da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5b41f64b274044c5" /><Relationship Type="http://schemas.openxmlformats.org/officeDocument/2006/relationships/notesSlide" Target="/ppt/notesSlides/notesSlide51.xml" Id="R66de3238b05847a3"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37e1204d38b743ec" /><Relationship Type="http://schemas.openxmlformats.org/officeDocument/2006/relationships/notesSlide" Target="/ppt/notesSlides/notesSlide52.xml" Id="R8bc8494c549f4d4f"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f87bcd47eb8c4545" /><Relationship Type="http://schemas.openxmlformats.org/officeDocument/2006/relationships/notesSlide" Target="/ppt/notesSlides/notesSlide53.xml" Id="R54e7225d59d24737"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47ccb5125e1d4261" /><Relationship Type="http://schemas.openxmlformats.org/officeDocument/2006/relationships/notesSlide" Target="/ppt/notesSlides/notesSlide54.xml" Id="Ra6a610965ca44084"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1781b91c3769468b" /><Relationship Type="http://schemas.openxmlformats.org/officeDocument/2006/relationships/notesSlide" Target="/ppt/notesSlides/notesSlide55.xml" Id="Rfa0adc0bda6944cc"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080b4a7db1074922" /><Relationship Type="http://schemas.openxmlformats.org/officeDocument/2006/relationships/notesSlide" Target="/ppt/notesSlides/notesSlide56.xml" Id="R464ecf341385488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449d745080104570" /><Relationship Type="http://schemas.openxmlformats.org/officeDocument/2006/relationships/notesSlide" Target="/ppt/notesSlides/notesSlide57.xml" Id="R8c5fcd9f187a49e8"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118f5b8278f04c47" /><Relationship Type="http://schemas.openxmlformats.org/officeDocument/2006/relationships/notesSlide" Target="/ppt/notesSlides/notesSlide58.xml" Id="Rd5ed189bb1774990"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f011538cc0c4457b" /><Relationship Type="http://schemas.openxmlformats.org/officeDocument/2006/relationships/notesSlide" Target="/ppt/notesSlides/notesSlide59.xml" Id="Rd388fc8569fc4227"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b256cfb31e6d4b6d" /><Relationship Type="http://schemas.openxmlformats.org/officeDocument/2006/relationships/notesSlide" Target="/ppt/notesSlides/notesSlide60.xml" Id="R4f32e8288fac4352"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8f6fceb85f51455a" /><Relationship Type="http://schemas.openxmlformats.org/officeDocument/2006/relationships/notesSlide" Target="/ppt/notesSlides/notesSlide61.xml" Id="Rab21820af4cf4767"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bc7c7fa39da14695" /><Relationship Type="http://schemas.openxmlformats.org/officeDocument/2006/relationships/notesSlide" Target="/ppt/notesSlides/notesSlide62.xml" Id="R7a2574ef826e453d"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63bc36ee01164d69" /><Relationship Type="http://schemas.openxmlformats.org/officeDocument/2006/relationships/notesSlide" Target="/ppt/notesSlides/notesSlide63.xml" Id="R019e23521b4d49ff"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515ba34a4ef84024" /><Relationship Type="http://schemas.openxmlformats.org/officeDocument/2006/relationships/notesSlide" Target="/ppt/notesSlides/notesSlide64.xml" Id="R1bca3c8044cb4695"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d0d57dd534464bb0" /><Relationship Type="http://schemas.openxmlformats.org/officeDocument/2006/relationships/notesSlide" Target="/ppt/notesSlides/notesSlide65.xml" Id="R3939fbe07b414206"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5fbca0a74d7646fa" /><Relationship Type="http://schemas.openxmlformats.org/officeDocument/2006/relationships/notesSlide" Target="/ppt/notesSlides/notesSlide66.xml" Id="R4287f36fd0844072"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f979e080a86948e7" /><Relationship Type="http://schemas.openxmlformats.org/officeDocument/2006/relationships/notesSlide" Target="/ppt/notesSlides/notesSlide67.xml" Id="R61bec8f5c8e04d9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f335ce16c2aa462b" /><Relationship Type="http://schemas.openxmlformats.org/officeDocument/2006/relationships/notesSlide" Target="/ppt/notesSlides/notesSlide68.xml" Id="R47ea2db2680d40a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3f86b3465bc54f62" /><Relationship Type="http://schemas.openxmlformats.org/officeDocument/2006/relationships/notesSlide" Target="/ppt/notesSlides/notesSlide69.xml" Id="R01b5921050124745"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3d9f032185044955" /><Relationship Type="http://schemas.openxmlformats.org/officeDocument/2006/relationships/notesSlide" Target="/ppt/notesSlides/notesSlide70.xml" Id="Rd7a24823e26a480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608c5739fd0a4604" /><Relationship Type="http://schemas.openxmlformats.org/officeDocument/2006/relationships/notesSlide" Target="/ppt/notesSlides/notesSlide71.xml" Id="Re69cb3a8629246a3"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2603871a92d44962" /><Relationship Type="http://schemas.openxmlformats.org/officeDocument/2006/relationships/notesSlide" Target="/ppt/notesSlides/notesSlide72.xml" Id="R1a5b6bb5e9ff49c9"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8af3b3f702594574" /><Relationship Type="http://schemas.openxmlformats.org/officeDocument/2006/relationships/notesSlide" Target="/ppt/notesSlides/notesSlide73.xml" Id="R63088bfe977045f5"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f3f7191f4d194fa6" /><Relationship Type="http://schemas.openxmlformats.org/officeDocument/2006/relationships/notesSlide" Target="/ppt/notesSlides/notesSlide74.xml" Id="Rdc2ccba8adba4a0c"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1e3c685a14404242" /><Relationship Type="http://schemas.openxmlformats.org/officeDocument/2006/relationships/notesSlide" Target="/ppt/notesSlides/notesSlide75.xml" Id="Refddf8bba3734e6c"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3a17c30f395c468e" /><Relationship Type="http://schemas.openxmlformats.org/officeDocument/2006/relationships/notesSlide" Target="/ppt/notesSlides/notesSlide76.xml" Id="Ra21cea59b12b490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6de89cdd2f4749f7" /><Relationship Type="http://schemas.openxmlformats.org/officeDocument/2006/relationships/notesSlide" Target="/ppt/notesSlides/notesSlide77.xml" Id="R305b1060a4154abf"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ba86433b15da467d" /><Relationship Type="http://schemas.openxmlformats.org/officeDocument/2006/relationships/notesSlide" Target="/ppt/notesSlides/notesSlide78.xml" Id="R1de7f933cf70462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54cf7070b8b3464b" /><Relationship Type="http://schemas.openxmlformats.org/officeDocument/2006/relationships/notesSlide" Target="/ppt/notesSlides/notesSlide79.xml" Id="R807ef722c5eb4a84"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0d7d87098e424bf3" /><Relationship Type="http://schemas.openxmlformats.org/officeDocument/2006/relationships/notesSlide" Target="/ppt/notesSlides/notesSlide80.xml" Id="Ra82da0e12a63475e"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26252beb8e6f4b7d" /><Relationship Type="http://schemas.openxmlformats.org/officeDocument/2006/relationships/notesSlide" Target="/ppt/notesSlides/notesSlide81.xml" Id="Rb71b630c7cb34a7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c6b49c1254064434" /><Relationship Type="http://schemas.openxmlformats.org/officeDocument/2006/relationships/notesSlide" Target="/ppt/notesSlides/notesSlide82.xml" Id="Re9422ed0aeee48a8"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7c29dd6bbabc452f" /><Relationship Type="http://schemas.openxmlformats.org/officeDocument/2006/relationships/notesSlide" Target="/ppt/notesSlides/notesSlide83.xml" Id="R59c1e687f40741ae"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a96ccc1e3ef14646" /><Relationship Type="http://schemas.openxmlformats.org/officeDocument/2006/relationships/notesSlide" Target="/ppt/notesSlides/notesSlide84.xml" Id="Rae0dd31f5add4ea2"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569c34ce2e674ad7" /><Relationship Type="http://schemas.openxmlformats.org/officeDocument/2006/relationships/notesSlide" Target="/ppt/notesSlides/notesSlide85.xml" Id="Rb256d9c65b3a4995"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3c8427d9f0c74453" /><Relationship Type="http://schemas.openxmlformats.org/officeDocument/2006/relationships/notesSlide" Target="/ppt/notesSlides/notesSlide86.xml" Id="R4c8211d53b2545dc"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354f8ead0c4f4e65" /><Relationship Type="http://schemas.openxmlformats.org/officeDocument/2006/relationships/notesSlide" Target="/ppt/notesSlides/notesSlide87.xml" Id="R8332238f50c44c66"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b0b46072e72848cb" /><Relationship Type="http://schemas.openxmlformats.org/officeDocument/2006/relationships/notesSlide" Target="/ppt/notesSlides/notesSlide88.xml" Id="R4c8fb924bc2c467e"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907ee77271a14fa3" /><Relationship Type="http://schemas.openxmlformats.org/officeDocument/2006/relationships/notesSlide" Target="/ppt/notesSlides/notesSlide89.xml" Id="Re5aed28f9ac240b8"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fd42dd8ee2784429" /><Relationship Type="http://schemas.openxmlformats.org/officeDocument/2006/relationships/notesSlide" Target="/ppt/notesSlides/notesSlide90.xml" Id="R14ca181b75d94bfc"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0609f00f66104a89" /><Relationship Type="http://schemas.openxmlformats.org/officeDocument/2006/relationships/notesSlide" Target="/ppt/notesSlides/notesSlide91.xml" Id="Rebfb52874fb7411d"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b99a7bb1f2d545a5" /><Relationship Type="http://schemas.openxmlformats.org/officeDocument/2006/relationships/notesSlide" Target="/ppt/notesSlides/notesSlide92.xml" Id="Rfd7dd3ad191e4c66"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893c62c686994ea3" /><Relationship Type="http://schemas.openxmlformats.org/officeDocument/2006/relationships/notesSlide" Target="/ppt/notesSlides/notesSlide93.xml" Id="Raa48fe9bd1ca4d54"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09e7c7440d6a444f" /><Relationship Type="http://schemas.openxmlformats.org/officeDocument/2006/relationships/notesSlide" Target="/ppt/notesSlides/notesSlide94.xml" Id="R8b0e6601c0ec45a4"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26ce3a05e4964817" /><Relationship Type="http://schemas.openxmlformats.org/officeDocument/2006/relationships/notesSlide" Target="/ppt/notesSlides/notesSlide95.xml" Id="R31b73ea60dff443a"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c09f15b72f8c45cb" /><Relationship Type="http://schemas.openxmlformats.org/officeDocument/2006/relationships/notesSlide" Target="/ppt/notesSlides/notesSlide96.xml" Id="R2455c51669c74210"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4da2eed1013446d7" /><Relationship Type="http://schemas.openxmlformats.org/officeDocument/2006/relationships/notesSlide" Target="/ppt/notesSlides/notesSlide97.xml" Id="Re2ef5650d67742b2"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976e1ffa86a7495d" /><Relationship Type="http://schemas.openxmlformats.org/officeDocument/2006/relationships/notesSlide" Target="/ppt/notesSlides/notesSlide98.xml" Id="Rb9b311175aef41ea"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fae09848efcc4379" /><Relationship Type="http://schemas.openxmlformats.org/officeDocument/2006/relationships/notesSlide" Target="/ppt/notesSlides/notesSlide99.xml" Id="R09798a5f4ef9427b"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6b25b79b1a57440a" /><Relationship Type="http://schemas.openxmlformats.org/officeDocument/2006/relationships/notesSlide" Target="/ppt/notesSlides/notesSlide100.xml" Id="R6c8d15f7b7fd4aef"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95553074550647cc" /><Relationship Type="http://schemas.openxmlformats.org/officeDocument/2006/relationships/notesSlide" Target="/ppt/notesSlides/notesSlide101.xml" Id="R38d8a6ba6b6e429b"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ccbf4121c3214fad" /><Relationship Type="http://schemas.openxmlformats.org/officeDocument/2006/relationships/notesSlide" Target="/ppt/notesSlides/notesSlide102.xml" Id="R372cd44040214d83"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3A9C72-D248-4718-943C-B49F709E64F8}"/>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F4DE2362-331A-4C0C-9EEA-94F54808C8CB}"/>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웹 대시보드</a:t>
            </a:r>
          </a:p>
        </p:txBody>
      </p:sp>
      <p:sp>
        <p:nvSpPr>
          <p:cNvPr id="3" name="">
            <a:extLst xmlns:a="http://schemas.openxmlformats.org/drawingml/2006/main">
              <a:ext uri="{FF2B5EF4-FFF2-40B4-BE49-F238E27FC236}">
                <a16:creationId xmlns:a16="http://schemas.microsoft.com/office/drawing/2014/main" id="{6F7DC284-4398-4719-8384-B52C2190B86E}"/>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2026-10-29</a:t>
            </a:r>
          </a:p>
        </p:txBody>
      </p:sp>
      <p:sp>
        <p:nvSpPr>
          <p:cNvPr id="4" name="">
            <a:extLst xmlns:a="http://schemas.openxmlformats.org/drawingml/2006/main">
              <a:ext uri="{FF2B5EF4-FFF2-40B4-BE49-F238E27FC236}">
                <a16:creationId xmlns:a16="http://schemas.microsoft.com/office/drawing/2014/main" id="{1E420501-406B-4FC3-8E64-967C5CA86256}"/>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예제를 읽고 실행 결과를 예상해 봅니다.</a:t>
            </a:r>
          </a:p>
        </p:txBody>
      </p:sp>
      <p:sp>
        <p:nvSpPr>
          <p:cNvPr id="5" name="">
            <a:extLst xmlns:a="http://schemas.openxmlformats.org/drawingml/2006/main">
              <a:ext uri="{FF2B5EF4-FFF2-40B4-BE49-F238E27FC236}">
                <a16:creationId xmlns:a16="http://schemas.microsoft.com/office/drawing/2014/main" id="{CBA7C31F-D053-41D5-8C1B-0FA469D9DC1F}"/>
              </a:ext>
            </a:extLst>
          </p:cNvPr>
          <p:cNvSpPr>
            <a:spLocks xmlns:a="http://schemas.openxmlformats.org/drawingml/2006/main" noGrp="1"/>
          </p:cNvSpPr>
          <p:nvPr/>
        </p:nvSpPr>
        <p:spPr>
          <a:xfrm xmlns:a="http://schemas.openxmlformats.org/drawingml/2006/main">
            <a:off x="628650" y="59055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예제에서 확인한 결과와 장비에서 시험할 내용을 적습니다.</a:t>
            </a:r>
          </a:p>
        </p:txBody>
      </p:sp>
      <p:sp>
        <p:nvSpPr>
          <p:cNvPr id="6" name="">
            <a:extLst xmlns:a="http://schemas.openxmlformats.org/drawingml/2006/main">
              <a:ext uri="{FF2B5EF4-FFF2-40B4-BE49-F238E27FC236}">
                <a16:creationId xmlns:a16="http://schemas.microsoft.com/office/drawing/2014/main" id="{87B6BF3A-98F3-47A0-9CA0-2B39110D92C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F3BDB69-2843-40E3-A13B-CEFFE5B5787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6D34DD24-5102-4DDF-9237-32D4DD1D1DF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640077784"/>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0B2D10B-73A2-4EF3-9F8B-5393593B984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2026.10.29</a:t>
            </a:r>
          </a:p>
        </p:txBody>
      </p:sp>
      <p:sp>
        <p:nvSpPr>
          <p:cNvPr id="2" name="">
            <a:extLst xmlns:a="http://schemas.openxmlformats.org/drawingml/2006/main">
              <a:ext uri="{FF2B5EF4-FFF2-40B4-BE49-F238E27FC236}">
                <a16:creationId xmlns:a16="http://schemas.microsoft.com/office/drawing/2014/main" id="{DDE92739-483F-45AF-981F-8C1DDBD6B43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자료 폴더와 학생 작업 파일</a:t>
            </a:r>
          </a:p>
        </p:txBody>
      </p:sp>
      <p:sp>
        <p:nvSpPr>
          <p:cNvPr id="3" name="">
            <a:extLst xmlns:a="http://schemas.openxmlformats.org/drawingml/2006/main">
              <a:ext uri="{FF2B5EF4-FFF2-40B4-BE49-F238E27FC236}">
                <a16:creationId xmlns:a16="http://schemas.microsoft.com/office/drawing/2014/main" id="{E981E082-8B58-4960-B94C-0CE9BC32343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79E8ECA1-9A64-4A04-AA3A-2FCB412F25D8}"/>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data</a:t>
            </a:r>
            <a:r>
              <a:t>: 읽을 입력</a:t>
            </a:r>
          </a:p>
        </p:txBody>
      </p:sp>
      <p:sp>
        <p:nvSpPr>
          <p:cNvPr id="5" name="">
            <a:extLst xmlns:a="http://schemas.openxmlformats.org/drawingml/2006/main">
              <a:ext uri="{FF2B5EF4-FFF2-40B4-BE49-F238E27FC236}">
                <a16:creationId xmlns:a16="http://schemas.microsoft.com/office/drawing/2014/main" id="{6B6664F6-75AD-4797-8C93-B184F923C72E}"/>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A160E58-645B-43E7-ADAA-AA3863772F2E}"/>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DAF3698-027A-46D6-892E-D067A42BB8CA}"/>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code: 제공 참고 코드</a:t>
            </a:r>
          </a:p>
        </p:txBody>
      </p:sp>
      <p:sp>
        <p:nvSpPr>
          <p:cNvPr id="8" name="">
            <a:extLst xmlns:a="http://schemas.openxmlformats.org/drawingml/2006/main">
              <a:ext uri="{FF2B5EF4-FFF2-40B4-BE49-F238E27FC236}">
                <a16:creationId xmlns:a16="http://schemas.microsoft.com/office/drawing/2014/main" id="{5EB50FEA-C5CB-4864-A643-BFE930D36D55}"/>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AD2735E-6F7C-40EA-ACDB-0AF4E85CDCC2}"/>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90E1814-78C0-4B87-91AB-28FC200B72C7}"/>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 나의 복사본과 기록</a:t>
            </a:r>
          </a:p>
        </p:txBody>
      </p:sp>
      <p:sp>
        <p:nvSpPr>
          <p:cNvPr id="11" name="">
            <a:extLst xmlns:a="http://schemas.openxmlformats.org/drawingml/2006/main">
              <a:ext uri="{FF2B5EF4-FFF2-40B4-BE49-F238E27FC236}">
                <a16:creationId xmlns:a16="http://schemas.microsoft.com/office/drawing/2014/main" id="{97A08301-77AA-47EE-91B7-9A0357ED5912}"/>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B29A165-4DE0-4ADB-9AA7-2E04C5916A21}"/>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B37E8150-47E8-4C32-B51F-D2E0B92AA147}"/>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저장한 뒤 실행해야 결과가 나옵니다.</a:t>
            </a:r>
          </a:p>
        </p:txBody>
      </p:sp>
      <p:sp>
        <p:nvSpPr>
          <p:cNvPr id="14" name="">
            <a:extLst xmlns:a="http://schemas.openxmlformats.org/drawingml/2006/main">
              <a:ext uri="{FF2B5EF4-FFF2-40B4-BE49-F238E27FC236}">
                <a16:creationId xmlns:a16="http://schemas.microsoft.com/office/drawing/2014/main" id="{FDEEB9D3-43CD-4BEB-978B-ED72C3FEE0F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CEEED20-3E5B-4CA0-BAE0-1AF34F9178A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6" name="">
            <a:extLst xmlns:a="http://schemas.openxmlformats.org/drawingml/2006/main">
              <a:ext uri="{FF2B5EF4-FFF2-40B4-BE49-F238E27FC236}">
                <a16:creationId xmlns:a16="http://schemas.microsoft.com/office/drawing/2014/main" id="{BFDEC934-DA12-41D5-9729-245CFF9A0E0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1604261534"/>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EE03A12-5E38-4755-9493-669DD4F37B1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2026.10.29</a:t>
            </a:r>
          </a:p>
        </p:txBody>
      </p:sp>
      <p:sp>
        <p:nvSpPr>
          <p:cNvPr id="2" name="">
            <a:extLst xmlns:a="http://schemas.openxmlformats.org/drawingml/2006/main">
              <a:ext uri="{FF2B5EF4-FFF2-40B4-BE49-F238E27FC236}">
                <a16:creationId xmlns:a16="http://schemas.microsoft.com/office/drawing/2014/main" id="{FA5FB034-E41D-4BAF-B0BC-E8203B36358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오늘의 6교시 일정</a:t>
            </a:r>
          </a:p>
        </p:txBody>
      </p:sp>
      <p:sp>
        <p:nvSpPr>
          <p:cNvPr id="3" name="">
            <a:extLst xmlns:a="http://schemas.openxmlformats.org/drawingml/2006/main">
              <a:ext uri="{FF2B5EF4-FFF2-40B4-BE49-F238E27FC236}">
                <a16:creationId xmlns:a16="http://schemas.microsoft.com/office/drawing/2014/main" id="{0384DA05-120D-4AC6-9B03-E0F9D7D9C43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DBC7F8C-9341-4882-AD24-676A8A699815}"/>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1·2교시 10:00~11:50</a:t>
            </a:r>
          </a:p>
        </p:txBody>
      </p:sp>
      <p:sp>
        <p:nvSpPr>
          <p:cNvPr id="5" name="">
            <a:extLst xmlns:a="http://schemas.openxmlformats.org/drawingml/2006/main">
              <a:ext uri="{FF2B5EF4-FFF2-40B4-BE49-F238E27FC236}">
                <a16:creationId xmlns:a16="http://schemas.microsoft.com/office/drawing/2014/main" id="{CF7BF1E8-2943-4295-BA8B-07AF684DE7AF}"/>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3E1D029-8855-4ED7-AEDD-A63109A5A8E5}"/>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F29B1E1-BAE7-449A-B36C-FDB613994757}"/>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 11:50~13:00</a:t>
            </a:r>
          </a:p>
        </p:txBody>
      </p:sp>
      <p:sp>
        <p:nvSpPr>
          <p:cNvPr id="8" name="">
            <a:extLst xmlns:a="http://schemas.openxmlformats.org/drawingml/2006/main">
              <a:ext uri="{FF2B5EF4-FFF2-40B4-BE49-F238E27FC236}">
                <a16:creationId xmlns:a16="http://schemas.microsoft.com/office/drawing/2014/main" id="{6A6DB863-4863-4927-AE00-33E7F9BDD08E}"/>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2423653-26CD-477F-84C8-88B6B03D17D2}"/>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65A76EBB-B755-4D4A-ABCD-DB43771B9046}"/>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3~6교시 13:00~16:50</a:t>
            </a:r>
          </a:p>
        </p:txBody>
      </p:sp>
      <p:sp>
        <p:nvSpPr>
          <p:cNvPr id="11" name="">
            <a:extLst xmlns:a="http://schemas.openxmlformats.org/drawingml/2006/main">
              <a:ext uri="{FF2B5EF4-FFF2-40B4-BE49-F238E27FC236}">
                <a16:creationId xmlns:a16="http://schemas.microsoft.com/office/drawing/2014/main" id="{7F077C68-A367-410F-AA15-009249CD7D16}"/>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7DAD4DC-60D7-4A24-BF3A-C95F23F43CED}"/>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5CF3EB66-783D-4E6C-89F4-BD9E730D7B90}"/>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수업 300분</a:t>
            </a:r>
            <a:r>
              <a:t> · 나머지는 휴식과 정리입니다.</a:t>
            </a:r>
          </a:p>
        </p:txBody>
      </p:sp>
      <p:sp>
        <p:nvSpPr>
          <p:cNvPr id="14" name="">
            <a:extLst xmlns:a="http://schemas.openxmlformats.org/drawingml/2006/main">
              <a:ext uri="{FF2B5EF4-FFF2-40B4-BE49-F238E27FC236}">
                <a16:creationId xmlns:a16="http://schemas.microsoft.com/office/drawing/2014/main" id="{D4C2E25A-45CF-48AE-964B-16288138040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F505709-63E4-4111-AF8E-D2A771F8E92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6" name="">
            <a:extLst xmlns:a="http://schemas.openxmlformats.org/drawingml/2006/main">
              <a:ext uri="{FF2B5EF4-FFF2-40B4-BE49-F238E27FC236}">
                <a16:creationId xmlns:a16="http://schemas.microsoft.com/office/drawing/2014/main" id="{A9FA2829-04CA-4157-9EFE-9022DB727C5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552906418"/>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BA3FAAA-7BC1-4DE0-B105-1B9205CE6FE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2026.10.29</a:t>
            </a:r>
          </a:p>
        </p:txBody>
      </p:sp>
      <p:sp>
        <p:nvSpPr>
          <p:cNvPr id="2" name="">
            <a:extLst xmlns:a="http://schemas.openxmlformats.org/drawingml/2006/main">
              <a:ext uri="{FF2B5EF4-FFF2-40B4-BE49-F238E27FC236}">
                <a16:creationId xmlns:a16="http://schemas.microsoft.com/office/drawing/2014/main" id="{DFDBA87C-6E24-4B7A-B99B-D423A4FBF10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시연·수정·비교·설명</a:t>
            </a:r>
          </a:p>
        </p:txBody>
      </p:sp>
      <p:sp>
        <p:nvSpPr>
          <p:cNvPr id="3" name="">
            <a:extLst xmlns:a="http://schemas.openxmlformats.org/drawingml/2006/main">
              <a:ext uri="{FF2B5EF4-FFF2-40B4-BE49-F238E27FC236}">
                <a16:creationId xmlns:a16="http://schemas.microsoft.com/office/drawing/2014/main" id="{91661C39-D1C4-4B7C-86AD-05D15DE4868F}"/>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4C01082-6392-4470-A87B-BD0262B1829A}"/>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시연을 봅니다.</a:t>
            </a:r>
          </a:p>
        </p:txBody>
      </p:sp>
      <p:sp>
        <p:nvSpPr>
          <p:cNvPr id="5" name="">
            <a:extLst xmlns:a="http://schemas.openxmlformats.org/drawingml/2006/main">
              <a:ext uri="{FF2B5EF4-FFF2-40B4-BE49-F238E27FC236}">
                <a16:creationId xmlns:a16="http://schemas.microsoft.com/office/drawing/2014/main" id="{AAFF15C3-75BE-4D68-8A54-A0DF1ADE7140}"/>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CF782EF-42A8-4600-AB8B-A7640DC5EEED}"/>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36224B4-66F7-4A43-B4AD-2C21BC17624E}"/>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같이 따라 하고 한 값을 바꿉니다.</a:t>
            </a:r>
          </a:p>
        </p:txBody>
      </p:sp>
      <p:sp>
        <p:nvSpPr>
          <p:cNvPr id="8" name="">
            <a:extLst xmlns:a="http://schemas.openxmlformats.org/drawingml/2006/main">
              <a:ext uri="{FF2B5EF4-FFF2-40B4-BE49-F238E27FC236}">
                <a16:creationId xmlns:a16="http://schemas.microsoft.com/office/drawing/2014/main" id="{EDFA49AC-AC8D-4CC1-A06F-AF11175CDAE4}"/>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8165C10-5E81-4180-ABEA-9DFA44C673C4}"/>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C631FC04-0A35-4E89-A441-0E9AE470779F}"/>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예상과 결과를 비교합니다.</a:t>
            </a:r>
          </a:p>
        </p:txBody>
      </p:sp>
      <p:sp>
        <p:nvSpPr>
          <p:cNvPr id="11" name="">
            <a:extLst xmlns:a="http://schemas.openxmlformats.org/drawingml/2006/main">
              <a:ext uri="{FF2B5EF4-FFF2-40B4-BE49-F238E27FC236}">
                <a16:creationId xmlns:a16="http://schemas.microsoft.com/office/drawing/2014/main" id="{9B5D5E57-41F5-4B8E-A2A4-DD261280E947}"/>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13A889F-1F18-4616-B59C-277683B3181C}"/>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C823CFC7-BF01-4208-BD16-F9C5CD2120F9}"/>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어떤 값 때문에 결과가 바뀌었는지 설명합니다.</a:t>
            </a:r>
          </a:p>
        </p:txBody>
      </p:sp>
      <p:sp>
        <p:nvSpPr>
          <p:cNvPr id="14" name="">
            <a:extLst xmlns:a="http://schemas.openxmlformats.org/drawingml/2006/main">
              <a:ext uri="{FF2B5EF4-FFF2-40B4-BE49-F238E27FC236}">
                <a16:creationId xmlns:a16="http://schemas.microsoft.com/office/drawing/2014/main" id="{6E8A1FDB-D969-4A5A-B1EC-68FAFA2AB3D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03713F0-CB2C-44AD-941D-40D40B88F43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6" name="">
            <a:extLst xmlns:a="http://schemas.openxmlformats.org/drawingml/2006/main">
              <a:ext uri="{FF2B5EF4-FFF2-40B4-BE49-F238E27FC236}">
                <a16:creationId xmlns:a16="http://schemas.microsoft.com/office/drawing/2014/main" id="{B9472797-218A-4157-AC79-BBD30BB5148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1920906009"/>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893F4A-61BF-4795-BA75-128200664207}"/>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BA5960-A9F3-41A8-9282-3CFDCC57580C}"/>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4C419B19-5550-4A8B-A0C8-4F8393C558A6}"/>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9AD5E693-F36D-4135-998D-B0A953568A55}"/>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화면에서 확인할 내용과 표시 규칙</a:t>
            </a:r>
          </a:p>
        </p:txBody>
      </p:sp>
      <p:sp>
        <p:nvSpPr>
          <p:cNvPr id="5" name="">
            <a:extLst xmlns:a="http://schemas.openxmlformats.org/drawingml/2006/main">
              <a:ext uri="{FF2B5EF4-FFF2-40B4-BE49-F238E27FC236}">
                <a16:creationId xmlns:a16="http://schemas.microsoft.com/office/drawing/2014/main" id="{7E031E87-9B72-4760-9F88-BDF40431B6A3}"/>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CA861A7-46F0-4DC7-8565-CD600B67E115}"/>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10:00~10:50 · 50분</a:t>
            </a:r>
          </a:p>
        </p:txBody>
      </p:sp>
      <p:sp>
        <p:nvSpPr>
          <p:cNvPr id="7" name="">
            <a:extLst xmlns:a="http://schemas.openxmlformats.org/drawingml/2006/main">
              <a:ext uri="{FF2B5EF4-FFF2-40B4-BE49-F238E27FC236}">
                <a16:creationId xmlns:a16="http://schemas.microsoft.com/office/drawing/2014/main" id="{2C84FE92-CD97-41FD-95FC-A33A0218BABC}"/>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A01 · A02 · A03</a:t>
            </a:r>
          </a:p>
        </p:txBody>
      </p:sp>
      <p:sp>
        <p:nvSpPr>
          <p:cNvPr id="8" name="">
            <a:extLst xmlns:a="http://schemas.openxmlformats.org/drawingml/2006/main">
              <a:ext uri="{FF2B5EF4-FFF2-40B4-BE49-F238E27FC236}">
                <a16:creationId xmlns:a16="http://schemas.microsoft.com/office/drawing/2014/main" id="{E2905F7E-DB87-403D-913A-FBC4907648CB}"/>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설명 → 시연 → 직접 실습 → 확인</a:t>
            </a:r>
          </a:p>
        </p:txBody>
      </p:sp>
      <p:sp>
        <p:nvSpPr>
          <p:cNvPr id="9" name="">
            <a:extLst xmlns:a="http://schemas.openxmlformats.org/drawingml/2006/main">
              <a:ext uri="{FF2B5EF4-FFF2-40B4-BE49-F238E27FC236}">
                <a16:creationId xmlns:a16="http://schemas.microsoft.com/office/drawing/2014/main" id="{0AB819F6-B74C-488A-A827-86EB317651EE}"/>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2026.10.29</a:t>
            </a:r>
          </a:p>
        </p:txBody>
      </p:sp>
      <p:sp>
        <p:nvSpPr>
          <p:cNvPr id="10" name="">
            <a:extLst xmlns:a="http://schemas.openxmlformats.org/drawingml/2006/main">
              <a:ext uri="{FF2B5EF4-FFF2-40B4-BE49-F238E27FC236}">
                <a16:creationId xmlns:a16="http://schemas.microsoft.com/office/drawing/2014/main" id="{16D73CAF-E9F9-40A0-B852-253CE1CDF221}"/>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1731346794"/>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D74A9EB-1AC1-48A5-B662-78FBB1D1642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17B2EEDE-86E4-48A4-B41F-F3BACBC82E3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온도 화면에서 확인할 내용</a:t>
            </a:r>
          </a:p>
        </p:txBody>
      </p:sp>
      <p:sp>
        <p:nvSpPr>
          <p:cNvPr id="3" name="">
            <a:extLst xmlns:a="http://schemas.openxmlformats.org/drawingml/2006/main">
              <a:ext uri="{FF2B5EF4-FFF2-40B4-BE49-F238E27FC236}">
                <a16:creationId xmlns:a16="http://schemas.microsoft.com/office/drawing/2014/main" id="{30776160-CFF0-49F4-91A2-71707FC31D3B}"/>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어느 장소의 온도인가요?</a:t>
            </a:r>
          </a:p>
        </p:txBody>
      </p:sp>
      <p:sp>
        <p:nvSpPr>
          <p:cNvPr id="4" name="">
            <a:extLst xmlns:a="http://schemas.openxmlformats.org/drawingml/2006/main">
              <a:ext uri="{FF2B5EF4-FFF2-40B4-BE49-F238E27FC236}">
                <a16:creationId xmlns:a16="http://schemas.microsoft.com/office/drawing/2014/main" id="{1EAA8388-C813-4B26-85AC-40661D42086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E2B9F4A-2D28-4CF4-A7D7-E893733AF54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어느 장소의 온도인가요?</a:t>
            </a:r>
          </a:p>
        </p:txBody>
      </p:sp>
      <p:sp>
        <p:nvSpPr>
          <p:cNvPr id="6" name="">
            <a:extLst xmlns:a="http://schemas.openxmlformats.org/drawingml/2006/main">
              <a:ext uri="{FF2B5EF4-FFF2-40B4-BE49-F238E27FC236}">
                <a16:creationId xmlns:a16="http://schemas.microsoft.com/office/drawing/2014/main" id="{4152B7D3-CF18-4418-BB9E-190AA5F442E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언제 측정했고 지금 유효한가요?</a:t>
            </a:r>
          </a:p>
        </p:txBody>
      </p:sp>
      <p:sp>
        <p:nvSpPr>
          <p:cNvPr id="7" name="">
            <a:extLst xmlns:a="http://schemas.openxmlformats.org/drawingml/2006/main">
              <a:ext uri="{FF2B5EF4-FFF2-40B4-BE49-F238E27FC236}">
                <a16:creationId xmlns:a16="http://schemas.microsoft.com/office/drawing/2014/main" id="{B3E2BC7B-038E-4B9A-AE6A-B3CF3913916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21F8DB5-FE0F-4B6B-99F7-9A30B619FCA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206D1FA1-B3E4-42DF-9CF6-26D848ACB98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824255048"/>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140AFFE-856C-4579-9039-4596F1A1DFB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5F36C47D-168D-40E6-8E1E-8A4AFC907B5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관찰 수와 센서 수</a:t>
            </a:r>
          </a:p>
        </p:txBody>
      </p:sp>
      <p:sp>
        <p:nvSpPr>
          <p:cNvPr id="3" name="">
            <a:extLst xmlns:a="http://schemas.openxmlformats.org/drawingml/2006/main">
              <a:ext uri="{FF2B5EF4-FFF2-40B4-BE49-F238E27FC236}">
                <a16:creationId xmlns:a16="http://schemas.microsoft.com/office/drawing/2014/main" id="{88575BDA-CA8C-43C4-B260-E0CFA812D614}"/>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497AF87-44F5-45F6-85F3-C665A931AB4F}"/>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S01의 기록 두 건 ≠ 센서 두 개</a:t>
            </a:r>
          </a:p>
        </p:txBody>
      </p:sp>
      <p:sp>
        <p:nvSpPr>
          <p:cNvPr id="5" name="">
            <a:extLst xmlns:a="http://schemas.openxmlformats.org/drawingml/2006/main">
              <a:ext uri="{FF2B5EF4-FFF2-40B4-BE49-F238E27FC236}">
                <a16:creationId xmlns:a16="http://schemas.microsoft.com/office/drawing/2014/main" id="{ADF23B25-1CFE-4144-A29F-628FB9BA2A9D}"/>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관찰 수와 장치 수를 나눕니다.</a:t>
            </a:r>
          </a:p>
        </p:txBody>
      </p:sp>
      <p:sp>
        <p:nvSpPr>
          <p:cNvPr id="6" name="">
            <a:extLst xmlns:a="http://schemas.openxmlformats.org/drawingml/2006/main">
              <a:ext uri="{FF2B5EF4-FFF2-40B4-BE49-F238E27FC236}">
                <a16:creationId xmlns:a16="http://schemas.microsoft.com/office/drawing/2014/main" id="{84DD6C22-924F-4779-A9D1-69999A62D1B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49C45C5-CA66-47E0-A996-E19300E6722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5E28B976-CC70-4FCF-BBA0-3BCB2A36913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661113570"/>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7065486-10C3-42D5-8689-E8BD5431010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DD030B48-6DC0-4E62-ABAB-BA1349801C3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센서별 최신 기록</a:t>
            </a:r>
          </a:p>
        </p:txBody>
      </p:sp>
      <p:sp>
        <p:nvSpPr>
          <p:cNvPr id="3" name="">
            <a:extLst xmlns:a="http://schemas.openxmlformats.org/drawingml/2006/main">
              <a:ext uri="{FF2B5EF4-FFF2-40B4-BE49-F238E27FC236}">
                <a16:creationId xmlns:a16="http://schemas.microsoft.com/office/drawing/2014/main" id="{984E9896-4FEA-4DD4-9CD5-EDC0F81CDA0F}"/>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S01</a:t>
            </a:r>
          </a:p>
        </p:txBody>
      </p:sp>
      <p:sp>
        <p:nvSpPr>
          <p:cNvPr id="4" name="">
            <a:extLst xmlns:a="http://schemas.openxmlformats.org/drawingml/2006/main">
              <a:ext uri="{FF2B5EF4-FFF2-40B4-BE49-F238E27FC236}">
                <a16:creationId xmlns:a16="http://schemas.microsoft.com/office/drawing/2014/main" id="{B4242C66-9F5E-4AEE-AA60-4FB6825BEDB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D41618-906D-4EBC-8CEA-33D58D5CA11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S01</a:t>
            </a:r>
            <a:r>
              <a:t>: 10:09:50의 22.5 · 10:10:00의 22.8</a:t>
            </a:r>
          </a:p>
        </p:txBody>
      </p:sp>
      <p:sp>
        <p:nvSpPr>
          <p:cNvPr id="6" name="">
            <a:extLst xmlns:a="http://schemas.openxmlformats.org/drawingml/2006/main">
              <a:ext uri="{FF2B5EF4-FFF2-40B4-BE49-F238E27FC236}">
                <a16:creationId xmlns:a16="http://schemas.microsoft.com/office/drawing/2014/main" id="{564547CB-1781-4A13-89A4-4240235C590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최신값은 22.8입니다.</a:t>
            </a:r>
          </a:p>
        </p:txBody>
      </p:sp>
      <p:sp>
        <p:nvSpPr>
          <p:cNvPr id="7" name="">
            <a:extLst xmlns:a="http://schemas.openxmlformats.org/drawingml/2006/main">
              <a:ext uri="{FF2B5EF4-FFF2-40B4-BE49-F238E27FC236}">
                <a16:creationId xmlns:a16="http://schemas.microsoft.com/office/drawing/2014/main" id="{900A26EB-3BF7-49BE-BAF1-1A1AC0DE867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8BC11E6-91F3-4089-957D-EA75E7BB1AA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503EB23C-FFAA-42E6-9C85-1112AC4C8FE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1245348536"/>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076791-BA31-4514-9807-BC829C019FF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0D6C06C2-B184-447B-BC0E-10955F52D84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온도·결측·작동 상태</a:t>
            </a:r>
          </a:p>
        </p:txBody>
      </p:sp>
      <p:sp>
        <p:nvSpPr>
          <p:cNvPr id="3" name="">
            <a:extLst xmlns:a="http://schemas.openxmlformats.org/drawingml/2006/main">
              <a:ext uri="{FF2B5EF4-FFF2-40B4-BE49-F238E27FC236}">
                <a16:creationId xmlns:a16="http://schemas.microsoft.com/office/drawing/2014/main" id="{1DD2B7E5-ED6D-4846-B66D-70DAECD2BEB7}"/>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0:</a:t>
            </a:r>
          </a:p>
        </p:txBody>
      </p:sp>
      <p:sp>
        <p:nvSpPr>
          <p:cNvPr id="4" name="">
            <a:extLst xmlns:a="http://schemas.openxmlformats.org/drawingml/2006/main">
              <a:ext uri="{FF2B5EF4-FFF2-40B4-BE49-F238E27FC236}">
                <a16:creationId xmlns:a16="http://schemas.microsoft.com/office/drawing/2014/main" id="{0DC6EB88-EF86-4A97-817F-8640173D2009}"/>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유효한 온도</a:t>
            </a:r>
            <a:r>
              <a:t> · null: 미측정</a:t>
            </a:r>
          </a:p>
        </p:txBody>
      </p:sp>
      <p:sp>
        <p:nvSpPr>
          <p:cNvPr id="5" name="">
            <a:extLst xmlns:a="http://schemas.openxmlformats.org/drawingml/2006/main">
              <a:ext uri="{FF2B5EF4-FFF2-40B4-BE49-F238E27FC236}">
                <a16:creationId xmlns:a16="http://schemas.microsoft.com/office/drawing/2014/main" id="{927D9D07-8443-4B14-9678-2A214A78780F}"/>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149B0BB-C4EA-4D44-93B8-B8A081605FA2}"/>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false:</a:t>
            </a:r>
          </a:p>
        </p:txBody>
      </p:sp>
      <p:sp>
        <p:nvSpPr>
          <p:cNvPr id="7" name="">
            <a:extLst xmlns:a="http://schemas.openxmlformats.org/drawingml/2006/main">
              <a:ext uri="{FF2B5EF4-FFF2-40B4-BE49-F238E27FC236}">
                <a16:creationId xmlns:a16="http://schemas.microsoft.com/office/drawing/2014/main" id="{C17CAF3D-53CF-43D4-87D8-ABB881105076}"/>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장치 작동 상태의 값</a:t>
            </a:r>
          </a:p>
        </p:txBody>
      </p:sp>
      <p:sp>
        <p:nvSpPr>
          <p:cNvPr id="8" name="">
            <a:extLst xmlns:a="http://schemas.openxmlformats.org/drawingml/2006/main">
              <a:ext uri="{FF2B5EF4-FFF2-40B4-BE49-F238E27FC236}">
                <a16:creationId xmlns:a16="http://schemas.microsoft.com/office/drawing/2014/main" id="{EFE32F23-4B13-4AD3-A34B-1BEE43AEC21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5050D30-C19E-4241-A279-585B00D6572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8A207198-EC04-45CB-A706-86307EF4F99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262558917"/>
      </p:ext>
    </p:extLst>
  </p:cSld>
</p:sld>
</file>

<file path=ppt/slides/slide1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C1042BE-EF58-4BA8-AD02-927D969ABDA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F3C8DD39-5878-4CF5-B153-E981EC77D0F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상태 표시의 우선순위</a:t>
            </a:r>
          </a:p>
        </p:txBody>
      </p:sp>
      <p:sp>
        <p:nvSpPr>
          <p:cNvPr id="3" name="">
            <a:extLst xmlns:a="http://schemas.openxmlformats.org/drawingml/2006/main">
              <a:ext uri="{FF2B5EF4-FFF2-40B4-BE49-F238E27FC236}">
                <a16:creationId xmlns:a16="http://schemas.microsoft.com/office/drawing/2014/main" id="{7FE6584A-B069-4CEA-B7CC-616654B83BC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72E0278-A706-46CB-A252-EABF50CD8A7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입력 오류 → 미측정 → 정지</a:t>
            </a:r>
          </a:p>
        </p:txBody>
      </p:sp>
      <p:sp>
        <p:nvSpPr>
          <p:cNvPr id="5" name="">
            <a:extLst xmlns:a="http://schemas.openxmlformats.org/drawingml/2006/main">
              <a:ext uri="{FF2B5EF4-FFF2-40B4-BE49-F238E27FC236}">
                <a16:creationId xmlns:a16="http://schemas.microsoft.com/office/drawing/2014/main" id="{287067CB-8611-47BD-97EB-2862130CB9A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4F83A9C-62CD-4F77-84CB-A30AD5AC600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DB3FADF-AE0B-4102-8346-1FA51286FA7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오래됨 → 주의 또는 정상</a:t>
            </a:r>
          </a:p>
        </p:txBody>
      </p:sp>
      <p:sp>
        <p:nvSpPr>
          <p:cNvPr id="8" name="">
            <a:extLst xmlns:a="http://schemas.openxmlformats.org/drawingml/2006/main">
              <a:ext uri="{FF2B5EF4-FFF2-40B4-BE49-F238E27FC236}">
                <a16:creationId xmlns:a16="http://schemas.microsoft.com/office/drawing/2014/main" id="{F3DDC607-7600-47DF-99F2-FEE26BAC7F1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7F304BB-CD4A-4876-8B31-059926DA22A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057339A1-AF1E-4EA8-84B6-74A2701970E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010</a:t>
            </a:r>
          </a:p>
        </p:txBody>
      </p:sp>
    </p:spTree>
    <p:extLst>
      <p:ext uri="{BB962C8B-B14F-4D97-AF65-F5344CB8AC3E}">
        <p14:creationId xmlns:p14="http://schemas.microsoft.com/office/powerpoint/2010/main" val="1341937940"/>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B887BB9-3808-48A8-AF34-E4DB7B2C9DC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8DB679FE-EE9C-4768-8288-84BFBB1AE54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60초와 28℃의 경계</a:t>
            </a:r>
          </a:p>
        </p:txBody>
      </p:sp>
      <p:sp>
        <p:nvSpPr>
          <p:cNvPr id="3" name="">
            <a:extLst xmlns:a="http://schemas.openxmlformats.org/drawingml/2006/main">
              <a:ext uri="{FF2B5EF4-FFF2-40B4-BE49-F238E27FC236}">
                <a16:creationId xmlns:a16="http://schemas.microsoft.com/office/drawing/2014/main" id="{BF43DAB3-E34B-49F4-94D8-D9F6EF824F31}"/>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60초 초과</a:t>
            </a:r>
            <a:r>
              <a:t>: 오래됨 · 28℃ 이상: 주의</a:t>
            </a:r>
          </a:p>
        </p:txBody>
      </p:sp>
      <p:sp>
        <p:nvSpPr>
          <p:cNvPr id="4" name="">
            <a:extLst xmlns:a="http://schemas.openxmlformats.org/drawingml/2006/main">
              <a:ext uri="{FF2B5EF4-FFF2-40B4-BE49-F238E27FC236}">
                <a16:creationId xmlns:a16="http://schemas.microsoft.com/office/drawing/2014/main" id="{96DD40D2-2F3B-4923-B700-DEEBD3D9BA43}"/>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장비 안전 한계가 아닌 수업용 규칙입니다.</a:t>
            </a:r>
          </a:p>
        </p:txBody>
      </p:sp>
      <p:sp>
        <p:nvSpPr>
          <p:cNvPr id="5" name="">
            <a:extLst xmlns:a="http://schemas.openxmlformats.org/drawingml/2006/main">
              <a:ext uri="{FF2B5EF4-FFF2-40B4-BE49-F238E27FC236}">
                <a16:creationId xmlns:a16="http://schemas.microsoft.com/office/drawing/2014/main" id="{A08A9E6D-190D-4815-836C-20287AA09D2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56E98B5-B23B-4C2A-85CD-0763EFAD466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CF94A80E-322A-4DBA-9F56-D41BB1C1211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518109885"/>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FE8B176-9F92-425E-80A9-E9121A227DF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5928A0CB-EA6A-4DF3-927F-73357420BC1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시각·온도·상태 판정표</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2926080"/>
                <a:gridCol w="2560320"/>
                <a:gridCol w="3291840"/>
                <a:gridCol w="2194560"/>
              </a:tblGrid>
              <a:tr h="685800">
                <a:tc>
                  <a:txBody>
                    <a:bodyPr wrap="square"/>
                    <a:lstStyle/>
                    <a:p>
                      <a:pPr>
                        <a:lnSpc>
                          <a:spcPct val="94000"/>
                        </a:lnSpc>
                        <a:buNone/>
                      </a:pPr>
                      <a:r>
                        <a:rPr sz="2100" b="1">
                          <a:solidFill>
                            <a:srgbClr val="FFFFFF"/>
                          </a:solidFill>
                          <a:latin typeface="Noto Sans KR"/>
                          <a:ea typeface="Noto Sans KR"/>
                          <a:cs typeface="Noto Sans KR"/>
                        </a:rPr>
                        <a:t>시각 차이</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온도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active</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상태</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60초</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28</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true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주의</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61초</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29</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true</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오래됨</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10초</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null</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false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10초</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false</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정지</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42B09723-5B53-4F58-BF4E-8F6D7B9A672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2A9BD3-485B-478E-85CA-F407D66405F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6" name="">
            <a:extLst xmlns:a="http://schemas.openxmlformats.org/drawingml/2006/main">
              <a:ext uri="{FF2B5EF4-FFF2-40B4-BE49-F238E27FC236}">
                <a16:creationId xmlns:a16="http://schemas.microsoft.com/office/drawing/2014/main" id="{7D82EDE9-CB0B-4DA7-8D8E-5860D0648C8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213184187"/>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C3CD167-8CCF-447A-81DC-019C51143CE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4D150669-D92A-4524-B44F-9B4CA374BB2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147FB970-18F6-4D30-B037-A34DBA8065F9}"/>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21D0C56-DD56-489F-AE8B-FA3807E5EC0D}"/>
              </a:ext>
            </a:extLst>
          </p:cNvPr>
          <p:cNvSpPr>
            <a:spLocks xmlns:a="http://schemas.openxmlformats.org/drawingml/2006/main" noGrp="1"/>
          </p:cNvSpPr>
          <p:nvPr/>
        </p:nvSpPr>
        <p:spPr>
          <a:xfrm xmlns:a="http://schemas.openxmlformats.org/drawingml/2006/main">
            <a:off x="609600" y="26479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정확히 60초는 오래됨이 아닙니다.</a:t>
            </a:r>
          </a:p>
        </p:txBody>
      </p:sp>
      <p:sp>
        <p:nvSpPr>
          <p:cNvPr id="5" name="">
            <a:extLst xmlns:a="http://schemas.openxmlformats.org/drawingml/2006/main">
              <a:ext uri="{FF2B5EF4-FFF2-40B4-BE49-F238E27FC236}">
                <a16:creationId xmlns:a16="http://schemas.microsoft.com/office/drawing/2014/main" id="{B5636C23-E49F-40B6-8831-3CC2DDE4309E}"/>
              </a:ext>
            </a:extLst>
          </p:cNvPr>
          <p:cNvSpPr>
            <a:spLocks xmlns:a="http://schemas.openxmlformats.org/drawingml/2006/main" noGrp="1"/>
          </p:cNvSpPr>
          <p:nvPr/>
        </p:nvSpPr>
        <p:spPr>
          <a:xfrm xmlns:a="http://schemas.openxmlformats.org/drawingml/2006/main">
            <a:off x="609600" y="4067175"/>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null이면서 false이면 미측정이 먼저입니다.</a:t>
            </a:r>
          </a:p>
        </p:txBody>
      </p:sp>
      <p:sp>
        <p:nvSpPr>
          <p:cNvPr id="6" name="">
            <a:extLst xmlns:a="http://schemas.openxmlformats.org/drawingml/2006/main">
              <a:ext uri="{FF2B5EF4-FFF2-40B4-BE49-F238E27FC236}">
                <a16:creationId xmlns:a16="http://schemas.microsoft.com/office/drawing/2014/main" id="{A5DE7E61-42FB-4317-B37E-8661869AF01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629830F-7182-4060-8848-342FBAC61D7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BEE684F6-D46F-42B8-AB13-11227D172DA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2120366551"/>
      </p:ext>
    </p:extLst>
  </p:cSld>
</p:sld>
</file>

<file path=ppt/slides/slide1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507DBD4-EC77-48BF-A56E-56DE8EAD40A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B4CF0AF6-9521-462C-94AC-61C579004CD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8C62EED4-A571-448E-8C18-5CE2BCE5F9C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10:10:00에 확인합니다.</a:t>
            </a:r>
          </a:p>
        </p:txBody>
      </p:sp>
      <p:sp>
        <p:nvSpPr>
          <p:cNvPr id="4" name="">
            <a:extLst xmlns:a="http://schemas.openxmlformats.org/drawingml/2006/main">
              <a:ext uri="{FF2B5EF4-FFF2-40B4-BE49-F238E27FC236}">
                <a16:creationId xmlns:a16="http://schemas.microsoft.com/office/drawing/2014/main" id="{7615B37F-8AA7-4327-A520-55D202E87050}"/>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10:09:00 측정 · 28℃ · active=true</a:t>
            </a:r>
          </a:p>
        </p:txBody>
      </p:sp>
      <p:sp>
        <p:nvSpPr>
          <p:cNvPr id="5" name="">
            <a:extLst xmlns:a="http://schemas.openxmlformats.org/drawingml/2006/main">
              <a:ext uri="{FF2B5EF4-FFF2-40B4-BE49-F238E27FC236}">
                <a16:creationId xmlns:a16="http://schemas.microsoft.com/office/drawing/2014/main" id="{480C24E0-9D24-4294-B9BC-62C99A572B64}"/>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표시 상태는 무엇인가요?</a:t>
            </a:r>
          </a:p>
        </p:txBody>
      </p:sp>
      <p:sp>
        <p:nvSpPr>
          <p:cNvPr id="6" name="">
            <a:extLst xmlns:a="http://schemas.openxmlformats.org/drawingml/2006/main">
              <a:ext uri="{FF2B5EF4-FFF2-40B4-BE49-F238E27FC236}">
                <a16:creationId xmlns:a16="http://schemas.microsoft.com/office/drawing/2014/main" id="{903FDBCC-E765-435B-A6B7-1023C367D69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E5A3D28-F127-4558-B523-4821E57A3E3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7FEF03F7-9FB6-4131-A0B8-EE3AC4DEEB0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014</a:t>
            </a:r>
          </a:p>
        </p:txBody>
      </p:sp>
    </p:spTree>
    <p:extLst>
      <p:ext uri="{BB962C8B-B14F-4D97-AF65-F5344CB8AC3E}">
        <p14:creationId xmlns:p14="http://schemas.microsoft.com/office/powerpoint/2010/main" val="685870516"/>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E794277-FFA2-483A-B2EE-AC90C3F6849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C6E1A682-C237-448D-B894-14F2D702C0E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정답과 풀이</a:t>
            </a:r>
          </a:p>
        </p:txBody>
      </p:sp>
      <p:sp>
        <p:nvSpPr>
          <p:cNvPr id="3" name="">
            <a:extLst xmlns:a="http://schemas.openxmlformats.org/drawingml/2006/main">
              <a:ext uri="{FF2B5EF4-FFF2-40B4-BE49-F238E27FC236}">
                <a16:creationId xmlns:a16="http://schemas.microsoft.com/office/drawing/2014/main" id="{A1A93F0A-6378-4EB3-AFCE-1EFD14D54677}"/>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정답과 풀이</a:t>
            </a:r>
          </a:p>
        </p:txBody>
      </p:sp>
      <p:sp>
        <p:nvSpPr>
          <p:cNvPr id="4" name="">
            <a:extLst xmlns:a="http://schemas.openxmlformats.org/drawingml/2006/main">
              <a:ext uri="{FF2B5EF4-FFF2-40B4-BE49-F238E27FC236}">
                <a16:creationId xmlns:a16="http://schemas.microsoft.com/office/drawing/2014/main" id="{67E1AE2B-EF9F-41DB-BA77-EAE07B468173}"/>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8B30D0-7CAB-4E78-85B0-6FA035B1132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주의입니다.</a:t>
            </a:r>
          </a:p>
        </p:txBody>
      </p:sp>
      <p:sp>
        <p:nvSpPr>
          <p:cNvPr id="6" name="">
            <a:extLst xmlns:a="http://schemas.openxmlformats.org/drawingml/2006/main">
              <a:ext uri="{FF2B5EF4-FFF2-40B4-BE49-F238E27FC236}">
                <a16:creationId xmlns:a16="http://schemas.microsoft.com/office/drawing/2014/main" id="{FE4DA8B1-10CE-4186-B2CF-D4F4BEF889B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시간차는 정확히 60초입니다.</a:t>
            </a:r>
          </a:p>
        </p:txBody>
      </p:sp>
      <p:sp>
        <p:nvSpPr>
          <p:cNvPr id="7" name="">
            <a:extLst xmlns:a="http://schemas.openxmlformats.org/drawingml/2006/main">
              <a:ext uri="{FF2B5EF4-FFF2-40B4-BE49-F238E27FC236}">
                <a16:creationId xmlns:a16="http://schemas.microsoft.com/office/drawing/2014/main" id="{2B9CF550-89D7-4BA4-9EFF-768485D86C1A}"/>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오래됨의 조건은 60초 초과입니다.</a:t>
            </a:r>
          </a:p>
        </p:txBody>
      </p:sp>
      <p:sp>
        <p:nvSpPr>
          <p:cNvPr id="8" name="">
            <a:extLst xmlns:a="http://schemas.openxmlformats.org/drawingml/2006/main">
              <a:ext uri="{FF2B5EF4-FFF2-40B4-BE49-F238E27FC236}">
                <a16:creationId xmlns:a16="http://schemas.microsoft.com/office/drawing/2014/main" id="{464E8A6C-32E3-4D90-B7B2-BC92292A0A4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ECD111E-4F6C-42B6-9817-8593D9B6AFB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18F6B2BE-2BAE-4802-B432-4C5CC64CA3C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015</a:t>
            </a:r>
          </a:p>
        </p:txBody>
      </p:sp>
    </p:spTree>
    <p:extLst>
      <p:ext uri="{BB962C8B-B14F-4D97-AF65-F5344CB8AC3E}">
        <p14:creationId xmlns:p14="http://schemas.microsoft.com/office/powerpoint/2010/main" val="1258004536"/>
      </p:ext>
    </p:extLst>
  </p:cSld>
</p:sld>
</file>

<file path=ppt/slides/slide1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DB45A1-EA4D-4502-A4DA-C1AEECC7F70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A23EF983-615E-4D1E-A911-D4A09F62AA0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값 바꾸기</a:t>
            </a:r>
          </a:p>
        </p:txBody>
      </p:sp>
      <p:sp>
        <p:nvSpPr>
          <p:cNvPr id="3" name="">
            <a:extLst xmlns:a="http://schemas.openxmlformats.org/drawingml/2006/main">
              <a:ext uri="{FF2B5EF4-FFF2-40B4-BE49-F238E27FC236}">
                <a16:creationId xmlns:a16="http://schemas.microsoft.com/office/drawing/2014/main" id="{E82925AA-E53C-4958-B07D-CB251A480DA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측정 시각을 10:08:59로 바꿉니다.</a:t>
            </a:r>
          </a:p>
        </p:txBody>
      </p:sp>
      <p:sp>
        <p:nvSpPr>
          <p:cNvPr id="4" name="">
            <a:extLst xmlns:a="http://schemas.openxmlformats.org/drawingml/2006/main">
              <a:ext uri="{FF2B5EF4-FFF2-40B4-BE49-F238E27FC236}">
                <a16:creationId xmlns:a16="http://schemas.microsoft.com/office/drawing/2014/main" id="{7B9E0B0A-551E-4069-9285-29F42BF765B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61초가 되어 오래됨입니다.</a:t>
            </a:r>
          </a:p>
        </p:txBody>
      </p:sp>
      <p:sp>
        <p:nvSpPr>
          <p:cNvPr id="5" name="">
            <a:extLst xmlns:a="http://schemas.openxmlformats.org/drawingml/2006/main">
              <a:ext uri="{FF2B5EF4-FFF2-40B4-BE49-F238E27FC236}">
                <a16:creationId xmlns:a16="http://schemas.microsoft.com/office/drawing/2014/main" id="{AFCF9591-DB47-41C9-B603-47D2DFDF407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A4C0F9C-86DA-4796-8985-AA19ABA97E4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A3640DB8-6460-4F66-BDCF-F7C4270C1D9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016</a:t>
            </a:r>
          </a:p>
        </p:txBody>
      </p:sp>
    </p:spTree>
    <p:extLst>
      <p:ext uri="{BB962C8B-B14F-4D97-AF65-F5344CB8AC3E}">
        <p14:creationId xmlns:p14="http://schemas.microsoft.com/office/powerpoint/2010/main" val="674483677"/>
      </p:ext>
    </p:extLst>
  </p:cSld>
</p:sld>
</file>

<file path=ppt/slides/slide1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E3CC47E-C83D-4DA5-BC88-0B263A817F9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1B46C7A3-4D5B-4BF0-A40E-AB9EDFB8925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24252953-1F80-4EE0-9984-064607D7870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60FDEE1-0D30-4BF2-9453-B327127F580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파일 끝의 행을 무조건 최신으로 쓰지 않습니다.</a:t>
            </a:r>
          </a:p>
        </p:txBody>
      </p:sp>
      <p:sp>
        <p:nvSpPr>
          <p:cNvPr id="5" name="">
            <a:extLst xmlns:a="http://schemas.openxmlformats.org/drawingml/2006/main">
              <a:ext uri="{FF2B5EF4-FFF2-40B4-BE49-F238E27FC236}">
                <a16:creationId xmlns:a16="http://schemas.microsoft.com/office/drawing/2014/main" id="{1F01F011-DE12-4D2D-8FCB-19A64E4F6F9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30DB9FF-2600-4538-8000-768CFA59325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95213C6-2265-46D4-A89E-E36ADC2DE91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센서 ID와 measured_at을 함께 비교합니다.</a:t>
            </a:r>
          </a:p>
        </p:txBody>
      </p:sp>
      <p:sp>
        <p:nvSpPr>
          <p:cNvPr id="8" name="">
            <a:extLst xmlns:a="http://schemas.openxmlformats.org/drawingml/2006/main">
              <a:ext uri="{FF2B5EF4-FFF2-40B4-BE49-F238E27FC236}">
                <a16:creationId xmlns:a16="http://schemas.microsoft.com/office/drawing/2014/main" id="{4E5760D2-D2DE-4377-941B-B2A80E759DA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800563C-26DF-4BA7-9259-14BEB3ECBE8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83643D48-9CB3-4849-964B-6E06E6E8E07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017</a:t>
            </a:r>
          </a:p>
        </p:txBody>
      </p:sp>
    </p:spTree>
    <p:extLst>
      <p:ext uri="{BB962C8B-B14F-4D97-AF65-F5344CB8AC3E}">
        <p14:creationId xmlns:p14="http://schemas.microsoft.com/office/powerpoint/2010/main" val="1537955238"/>
      </p:ext>
    </p:extLst>
  </p:cSld>
</p:sld>
</file>

<file path=ppt/slides/slide1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973B4E1-A686-41BE-B863-53E461AD8C1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B436888A-BCE6-4EB0-8AF6-864DF344FED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확인 질문</a:t>
            </a:r>
          </a:p>
        </p:txBody>
      </p:sp>
      <p:sp>
        <p:nvSpPr>
          <p:cNvPr id="3" name="">
            <a:extLst xmlns:a="http://schemas.openxmlformats.org/drawingml/2006/main">
              <a:ext uri="{FF2B5EF4-FFF2-40B4-BE49-F238E27FC236}">
                <a16:creationId xmlns:a16="http://schemas.microsoft.com/office/drawing/2014/main" id="{4C170DC0-BEAD-494E-A9DD-95413CF2797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최신값과 이력의 차이를 설명합니다.</a:t>
            </a:r>
          </a:p>
        </p:txBody>
      </p:sp>
      <p:sp>
        <p:nvSpPr>
          <p:cNvPr id="4" name="">
            <a:extLst xmlns:a="http://schemas.openxmlformats.org/drawingml/2006/main">
              <a:ext uri="{FF2B5EF4-FFF2-40B4-BE49-F238E27FC236}">
                <a16:creationId xmlns:a16="http://schemas.microsoft.com/office/drawing/2014/main" id="{58FBBA60-A039-4F9A-AC26-00428FA7C41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상태 문구의 판단에 사용한 값과 조건을 한 가지씩 말합니다.</a:t>
            </a:r>
          </a:p>
        </p:txBody>
      </p:sp>
      <p:sp>
        <p:nvSpPr>
          <p:cNvPr id="5" name="">
            <a:extLst xmlns:a="http://schemas.openxmlformats.org/drawingml/2006/main">
              <a:ext uri="{FF2B5EF4-FFF2-40B4-BE49-F238E27FC236}">
                <a16:creationId xmlns:a16="http://schemas.microsoft.com/office/drawing/2014/main" id="{45F3550C-4B21-42A6-A58B-937542373FE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E95B31B-E6E4-4364-9B85-AF9B1774C19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C3346A07-9EA3-49ED-BB81-11982DDC0A8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018</a:t>
            </a:r>
          </a:p>
        </p:txBody>
      </p:sp>
    </p:spTree>
    <p:extLst>
      <p:ext uri="{BB962C8B-B14F-4D97-AF65-F5344CB8AC3E}">
        <p14:creationId xmlns:p14="http://schemas.microsoft.com/office/powerpoint/2010/main" val="5692135"/>
      </p:ext>
    </p:extLst>
  </p:cSld>
</p:sld>
</file>

<file path=ppt/slides/slide1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CB5CE49-79D5-4678-BC0A-0703C38BDA9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8EBAD748-7AA4-4F96-8B2A-CED907F0A435}"/>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62F7204A-DB18-40CB-A113-A622EB011DA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최신값이 29℃인데 오래됨</a:t>
            </a:r>
          </a:p>
        </p:txBody>
      </p:sp>
      <p:sp>
        <p:nvSpPr>
          <p:cNvPr id="4" name="">
            <a:extLst xmlns:a="http://schemas.openxmlformats.org/drawingml/2006/main">
              <a:ext uri="{FF2B5EF4-FFF2-40B4-BE49-F238E27FC236}">
                <a16:creationId xmlns:a16="http://schemas.microsoft.com/office/drawing/2014/main" id="{9E3CA7ED-A27B-41EC-8725-00A29A276FD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주의보다 오래됨이 먼저인 이유를 쓰세요.</a:t>
            </a:r>
          </a:p>
        </p:txBody>
      </p:sp>
      <p:sp>
        <p:nvSpPr>
          <p:cNvPr id="5" name="">
            <a:extLst xmlns:a="http://schemas.openxmlformats.org/drawingml/2006/main">
              <a:ext uri="{FF2B5EF4-FFF2-40B4-BE49-F238E27FC236}">
                <a16:creationId xmlns:a16="http://schemas.microsoft.com/office/drawing/2014/main" id="{2D7A157B-F33F-4645-A830-DBD9811C770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3566239-B259-4F14-8EEA-584ABDA7F6A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F2DE68AB-DB56-46CB-A534-EDAF66C0D86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019</a:t>
            </a:r>
          </a:p>
        </p:txBody>
      </p:sp>
    </p:spTree>
    <p:extLst>
      <p:ext uri="{BB962C8B-B14F-4D97-AF65-F5344CB8AC3E}">
        <p14:creationId xmlns:p14="http://schemas.microsoft.com/office/powerpoint/2010/main" val="65172400"/>
      </p:ext>
    </p:extLst>
  </p:cSld>
</p:sld>
</file>

<file path=ppt/slides/slide2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BF64CC9-1148-4E73-9245-0735D4671708}"/>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3A62AD-5049-40CD-8A7F-F15D3CE81D15}"/>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8DD1D842-278F-462D-BEED-88C103D32411}"/>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2CA60D68-033B-4D71-B178-D6165002C777}"/>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브라우저와 로컬 서버</a:t>
            </a:r>
          </a:p>
        </p:txBody>
      </p:sp>
      <p:sp>
        <p:nvSpPr>
          <p:cNvPr id="5" name="">
            <a:extLst xmlns:a="http://schemas.openxmlformats.org/drawingml/2006/main">
              <a:ext uri="{FF2B5EF4-FFF2-40B4-BE49-F238E27FC236}">
                <a16:creationId xmlns:a16="http://schemas.microsoft.com/office/drawing/2014/main" id="{E236DE18-3507-47E7-8991-1B59A688F5B5}"/>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CC67CB0-65AA-4B0D-BD67-B92F20DBC133}"/>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11:00~11:50 · 50분</a:t>
            </a:r>
          </a:p>
        </p:txBody>
      </p:sp>
      <p:sp>
        <p:nvSpPr>
          <p:cNvPr id="7" name="">
            <a:extLst xmlns:a="http://schemas.openxmlformats.org/drawingml/2006/main">
              <a:ext uri="{FF2B5EF4-FFF2-40B4-BE49-F238E27FC236}">
                <a16:creationId xmlns:a16="http://schemas.microsoft.com/office/drawing/2014/main" id="{F2744F62-8137-4C4C-AB51-FF8673BAE7AF}"/>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A04 · A05 · A06</a:t>
            </a:r>
          </a:p>
        </p:txBody>
      </p:sp>
      <p:sp>
        <p:nvSpPr>
          <p:cNvPr id="8" name="">
            <a:extLst xmlns:a="http://schemas.openxmlformats.org/drawingml/2006/main">
              <a:ext uri="{FF2B5EF4-FFF2-40B4-BE49-F238E27FC236}">
                <a16:creationId xmlns:a16="http://schemas.microsoft.com/office/drawing/2014/main" id="{843B9740-CF25-4092-9B7D-B1AEE6F412CC}"/>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설명 → 시연 → 직접 실습 → 확인</a:t>
            </a:r>
          </a:p>
        </p:txBody>
      </p:sp>
      <p:sp>
        <p:nvSpPr>
          <p:cNvPr id="9" name="">
            <a:extLst xmlns:a="http://schemas.openxmlformats.org/drawingml/2006/main">
              <a:ext uri="{FF2B5EF4-FFF2-40B4-BE49-F238E27FC236}">
                <a16:creationId xmlns:a16="http://schemas.microsoft.com/office/drawing/2014/main" id="{B21E3208-CFC2-4D7A-9492-C3B30DB1DD51}"/>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2026.10.29</a:t>
            </a:r>
          </a:p>
        </p:txBody>
      </p:sp>
      <p:sp>
        <p:nvSpPr>
          <p:cNvPr id="10" name="">
            <a:extLst xmlns:a="http://schemas.openxmlformats.org/drawingml/2006/main">
              <a:ext uri="{FF2B5EF4-FFF2-40B4-BE49-F238E27FC236}">
                <a16:creationId xmlns:a16="http://schemas.microsoft.com/office/drawing/2014/main" id="{A0AA1273-1E44-42F6-BD8B-3A87A5300625}"/>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020</a:t>
            </a:r>
          </a:p>
        </p:txBody>
      </p:sp>
    </p:spTree>
    <p:extLst>
      <p:ext uri="{BB962C8B-B14F-4D97-AF65-F5344CB8AC3E}">
        <p14:creationId xmlns:p14="http://schemas.microsoft.com/office/powerpoint/2010/main" val="2062405617"/>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CAC3378-87B6-449D-90D5-9E7B021DD52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9109628-1706-4439-BF33-496198511AC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브라우저와 서버의 역할</a:t>
            </a:r>
          </a:p>
        </p:txBody>
      </p:sp>
      <p:sp>
        <p:nvSpPr>
          <p:cNvPr id="3" name="">
            <a:extLst xmlns:a="http://schemas.openxmlformats.org/drawingml/2006/main">
              <a:ext uri="{FF2B5EF4-FFF2-40B4-BE49-F238E27FC236}">
                <a16:creationId xmlns:a16="http://schemas.microsoft.com/office/drawing/2014/main" id="{2B73F992-049A-46D4-9CA9-F27DEB0605AC}"/>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브라우저는 </a:t>
            </a:r>
            <a:r>
              <a:rPr b="1">
                <a:solidFill>
                  <a:srgbClr val="002FA7"/>
                </a:solidFill>
              </a:rPr>
              <a:t>HTML·CSS·JavaScript</a:t>
            </a:r>
            <a:r>
              <a:t>를 읽습니다.</a:t>
            </a:r>
          </a:p>
        </p:txBody>
      </p:sp>
      <p:sp>
        <p:nvSpPr>
          <p:cNvPr id="4" name="">
            <a:extLst xmlns:a="http://schemas.openxmlformats.org/drawingml/2006/main">
              <a:ext uri="{FF2B5EF4-FFF2-40B4-BE49-F238E27FC236}">
                <a16:creationId xmlns:a16="http://schemas.microsoft.com/office/drawing/2014/main" id="{92CD4AE7-6A13-44E2-81D3-77C870E4AF16}"/>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서버는 요청을 받고 응답합니다.</a:t>
            </a:r>
          </a:p>
        </p:txBody>
      </p:sp>
      <p:sp>
        <p:nvSpPr>
          <p:cNvPr id="5" name="">
            <a:extLst xmlns:a="http://schemas.openxmlformats.org/drawingml/2006/main">
              <a:ext uri="{FF2B5EF4-FFF2-40B4-BE49-F238E27FC236}">
                <a16:creationId xmlns:a16="http://schemas.microsoft.com/office/drawing/2014/main" id="{9B79D4A7-7D4E-4109-BB6B-0123E0209E1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7B1ACE5-1C9A-4076-8F9C-58B7D9A2368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5BDD6DFF-8BB2-423D-8C47-E15623636C9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021</a:t>
            </a:r>
          </a:p>
        </p:txBody>
      </p:sp>
    </p:spTree>
    <p:extLst>
      <p:ext uri="{BB962C8B-B14F-4D97-AF65-F5344CB8AC3E}">
        <p14:creationId xmlns:p14="http://schemas.microsoft.com/office/powerpoint/2010/main" val="770275753"/>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EA1956-6F71-44A1-BA3D-A14479B4E60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13FBE3C5-5F28-4F9C-827E-D844EAB3080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가상 기록과 추가 버튼</a:t>
            </a:r>
          </a:p>
        </p:txBody>
      </p:sp>
      <p:sp>
        <p:nvSpPr>
          <p:cNvPr id="3" name="">
            <a:extLst xmlns:a="http://schemas.openxmlformats.org/drawingml/2006/main">
              <a:ext uri="{FF2B5EF4-FFF2-40B4-BE49-F238E27FC236}">
                <a16:creationId xmlns:a16="http://schemas.microsoft.com/office/drawing/2014/main" id="{1C672511-134A-4BE5-8E8D-329985F03161}"/>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fixture.js의 가상 자료를 화면에 표시합니다.</a:t>
            </a:r>
          </a:p>
        </p:txBody>
      </p:sp>
      <p:sp>
        <p:nvSpPr>
          <p:cNvPr id="4" name="">
            <a:extLst xmlns:a="http://schemas.openxmlformats.org/drawingml/2006/main">
              <a:ext uri="{FF2B5EF4-FFF2-40B4-BE49-F238E27FC236}">
                <a16:creationId xmlns:a16="http://schemas.microsoft.com/office/drawing/2014/main" id="{145A855D-3E3F-457E-A527-CB9D4216DFFA}"/>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모의 추가는 브라우저 메모리만 바꿉니다.</a:t>
            </a:r>
          </a:p>
        </p:txBody>
      </p:sp>
      <p:sp>
        <p:nvSpPr>
          <p:cNvPr id="5" name="">
            <a:extLst xmlns:a="http://schemas.openxmlformats.org/drawingml/2006/main">
              <a:ext uri="{FF2B5EF4-FFF2-40B4-BE49-F238E27FC236}">
                <a16:creationId xmlns:a16="http://schemas.microsoft.com/office/drawing/2014/main" id="{3897E067-1CF0-4958-9C77-15C232CA7B8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B1033AE-B25F-40ED-A254-DA2477B9D9B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0FAE6C6E-96BD-423E-A96A-AD59F25D9CF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1796184183"/>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13E6ABE-8158-410E-AE67-AE501CCD778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658B28C6-F9E1-403D-AEB5-942C4763746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GET 목록 읽기</a:t>
            </a:r>
          </a:p>
        </p:txBody>
      </p:sp>
      <p:sp>
        <p:nvSpPr>
          <p:cNvPr id="3" name="">
            <a:extLst xmlns:a="http://schemas.openxmlformats.org/drawingml/2006/main">
              <a:ext uri="{FF2B5EF4-FFF2-40B4-BE49-F238E27FC236}">
                <a16:creationId xmlns:a16="http://schemas.microsoft.com/office/drawing/2014/main" id="{C4CEEAD3-9A8A-4F39-A55F-3CB4DBA56E6C}"/>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GET /api/readings</a:t>
            </a:r>
          </a:p>
        </p:txBody>
      </p:sp>
      <p:sp>
        <p:nvSpPr>
          <p:cNvPr id="4" name="">
            <a:extLst xmlns:a="http://schemas.openxmlformats.org/drawingml/2006/main">
              <a:ext uri="{FF2B5EF4-FFF2-40B4-BE49-F238E27FC236}">
                <a16:creationId xmlns:a16="http://schemas.microsoft.com/office/drawing/2014/main" id="{9BD6F1DC-1B51-49D0-8578-857C6F43BC66}"/>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응답 200과 JSON 목록을 확인합니다.</a:t>
            </a:r>
          </a:p>
        </p:txBody>
      </p:sp>
      <p:sp>
        <p:nvSpPr>
          <p:cNvPr id="5" name="">
            <a:extLst xmlns:a="http://schemas.openxmlformats.org/drawingml/2006/main">
              <a:ext uri="{FF2B5EF4-FFF2-40B4-BE49-F238E27FC236}">
                <a16:creationId xmlns:a16="http://schemas.microsoft.com/office/drawing/2014/main" id="{481450F9-1664-40E2-AA9F-E4C8F93EC53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229C101-647F-4B8B-B807-141B2C693F8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243EE12E-5092-4EDC-8648-DFA16DEB320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2118148976"/>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FB89DBE-AACF-4DA2-A3C6-7F79218B674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8988634-32BE-4A76-A2DE-2850629411B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POST 새 기록 전송</a:t>
            </a:r>
          </a:p>
        </p:txBody>
      </p:sp>
      <p:sp>
        <p:nvSpPr>
          <p:cNvPr id="3" name="">
            <a:extLst xmlns:a="http://schemas.openxmlformats.org/drawingml/2006/main">
              <a:ext uri="{FF2B5EF4-FFF2-40B4-BE49-F238E27FC236}">
                <a16:creationId xmlns:a16="http://schemas.microsoft.com/office/drawing/2014/main" id="{8DEAF6C4-DC9F-4004-9DDA-E312166537D1}"/>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POST /api/readings</a:t>
            </a:r>
          </a:p>
        </p:txBody>
      </p:sp>
      <p:sp>
        <p:nvSpPr>
          <p:cNvPr id="4" name="">
            <a:extLst xmlns:a="http://schemas.openxmlformats.org/drawingml/2006/main">
              <a:ext uri="{FF2B5EF4-FFF2-40B4-BE49-F238E27FC236}">
                <a16:creationId xmlns:a16="http://schemas.microsoft.com/office/drawing/2014/main" id="{3DB84BE9-2B00-43BA-86BF-E807D27AFA7D}"/>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내용을 검사한 뒤 201로 수락합니다.</a:t>
            </a:r>
          </a:p>
        </p:txBody>
      </p:sp>
      <p:sp>
        <p:nvSpPr>
          <p:cNvPr id="5" name="">
            <a:extLst xmlns:a="http://schemas.openxmlformats.org/drawingml/2006/main">
              <a:ext uri="{FF2B5EF4-FFF2-40B4-BE49-F238E27FC236}">
                <a16:creationId xmlns:a16="http://schemas.microsoft.com/office/drawing/2014/main" id="{D1608B86-22C6-4774-84B0-47B0C997786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50069C7-7938-4F9E-9926-F1731F9881A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A40E5C50-FB11-4AA6-AECC-AF2C6FAB48C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024</a:t>
            </a:r>
          </a:p>
        </p:txBody>
      </p:sp>
    </p:spTree>
    <p:extLst>
      <p:ext uri="{BB962C8B-B14F-4D97-AF65-F5344CB8AC3E}">
        <p14:creationId xmlns:p14="http://schemas.microsoft.com/office/powerpoint/2010/main" val="1829189103"/>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8C4D5F2-399D-4552-B629-2AA8302CEED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BB10B4E1-5E24-4E7E-9228-EB69F304814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로컬 서버 실행 조건</a:t>
            </a:r>
          </a:p>
        </p:txBody>
      </p:sp>
      <p:sp>
        <p:nvSpPr>
          <p:cNvPr id="3" name="">
            <a:extLst xmlns:a="http://schemas.openxmlformats.org/drawingml/2006/main">
              <a:ext uri="{FF2B5EF4-FFF2-40B4-BE49-F238E27FC236}">
                <a16:creationId xmlns:a16="http://schemas.microsoft.com/office/drawing/2014/main" id="{6CEA546C-F6C6-4A18-84B9-3C3B4C73F611}"/>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로컬 서버</a:t>
            </a:r>
          </a:p>
        </p:txBody>
      </p:sp>
      <p:sp>
        <p:nvSpPr>
          <p:cNvPr id="4" name="">
            <a:extLst xmlns:a="http://schemas.openxmlformats.org/drawingml/2006/main">
              <a:ext uri="{FF2B5EF4-FFF2-40B4-BE49-F238E27FC236}">
                <a16:creationId xmlns:a16="http://schemas.microsoft.com/office/drawing/2014/main" id="{1E974324-0D87-4FC8-AB6E-A403B90FC5F4}"/>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E7C0B2-6B37-41B8-AA55-37A3C85A72EB}"/>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course에서 python -X utf8 code/server.py</a:t>
            </a:r>
          </a:p>
        </p:txBody>
      </p:sp>
      <p:sp>
        <p:nvSpPr>
          <p:cNvPr id="6" name="">
            <a:extLst xmlns:a="http://schemas.openxmlformats.org/drawingml/2006/main">
              <a:ext uri="{FF2B5EF4-FFF2-40B4-BE49-F238E27FC236}">
                <a16:creationId xmlns:a16="http://schemas.microsoft.com/office/drawing/2014/main" id="{9370A475-7351-4E6C-B816-6569D5331ED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브라우저: http://127.0.0.1:8780/?source=api</a:t>
            </a:r>
          </a:p>
        </p:txBody>
      </p:sp>
      <p:sp>
        <p:nvSpPr>
          <p:cNvPr id="7" name="">
            <a:extLst xmlns:a="http://schemas.openxmlformats.org/drawingml/2006/main">
              <a:ext uri="{FF2B5EF4-FFF2-40B4-BE49-F238E27FC236}">
                <a16:creationId xmlns:a16="http://schemas.microsoft.com/office/drawing/2014/main" id="{91AA6630-EE24-4ACA-93CF-7FEB708F3BC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E03DD18-E5C2-4E67-915E-2BE7D6DD42B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9B1532A2-9D50-4C03-94DF-84D66411188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025</a:t>
            </a:r>
          </a:p>
        </p:txBody>
      </p:sp>
    </p:spTree>
    <p:extLst>
      <p:ext uri="{BB962C8B-B14F-4D97-AF65-F5344CB8AC3E}">
        <p14:creationId xmlns:p14="http://schemas.microsoft.com/office/powerpoint/2010/main" val="852447810"/>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1900EE-0D0C-4266-8308-036FAF1DF0B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86D42E3-C1BE-45BB-BF3E-31B059CEB5D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127.0.0.1과 포트</a:t>
            </a:r>
          </a:p>
        </p:txBody>
      </p:sp>
      <p:sp>
        <p:nvSpPr>
          <p:cNvPr id="3" name="">
            <a:extLst xmlns:a="http://schemas.openxmlformats.org/drawingml/2006/main">
              <a:ext uri="{FF2B5EF4-FFF2-40B4-BE49-F238E27FC236}">
                <a16:creationId xmlns:a16="http://schemas.microsoft.com/office/drawing/2014/main" id="{F10605A3-BDB0-4D07-9472-4C26379E9A43}"/>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127.0.0.1</a:t>
            </a:r>
            <a:r>
              <a:t>: 현재 PC · 8780: 포트</a:t>
            </a:r>
          </a:p>
        </p:txBody>
      </p:sp>
      <p:sp>
        <p:nvSpPr>
          <p:cNvPr id="4" name="">
            <a:extLst xmlns:a="http://schemas.openxmlformats.org/drawingml/2006/main">
              <a:ext uri="{FF2B5EF4-FFF2-40B4-BE49-F238E27FC236}">
                <a16:creationId xmlns:a16="http://schemas.microsoft.com/office/drawing/2014/main" id="{2EE6DB6C-1DE9-4005-A888-C183F3DEC8AF}"/>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종료는 서버 터미널에서 Ctrl+C입니다.</a:t>
            </a:r>
          </a:p>
        </p:txBody>
      </p:sp>
      <p:sp>
        <p:nvSpPr>
          <p:cNvPr id="5" name="">
            <a:extLst xmlns:a="http://schemas.openxmlformats.org/drawingml/2006/main">
              <a:ext uri="{FF2B5EF4-FFF2-40B4-BE49-F238E27FC236}">
                <a16:creationId xmlns:a16="http://schemas.microsoft.com/office/drawing/2014/main" id="{969F81D4-185C-4FD0-9DB2-BA30EFBD6CC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4E7A256-07E9-4D25-BA4B-BF6106A1459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9FC7B1B3-03E3-40D7-915C-1D08F28F400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026</a:t>
            </a:r>
          </a:p>
        </p:txBody>
      </p:sp>
    </p:spTree>
    <p:extLst>
      <p:ext uri="{BB962C8B-B14F-4D97-AF65-F5344CB8AC3E}">
        <p14:creationId xmlns:p14="http://schemas.microsoft.com/office/powerpoint/2010/main" val="696212973"/>
      </p:ext>
    </p:extLst>
  </p:cSld>
</p:sld>
</file>

<file path=ppt/slides/slide2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177677E-57FE-47E0-AC8A-98FA3F1EF1F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8156C37-9183-43EE-BBD2-16242783BE2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HTTP 목록 읽기 코드</a:t>
            </a:r>
          </a:p>
        </p:txBody>
      </p:sp>
      <p:sp>
        <p:nvSpPr>
          <p:cNvPr id="3" name="">
            <a:extLst xmlns:a="http://schemas.openxmlformats.org/drawingml/2006/main">
              <a:ext uri="{FF2B5EF4-FFF2-40B4-BE49-F238E27FC236}">
                <a16:creationId xmlns:a16="http://schemas.microsoft.com/office/drawing/2014/main" id="{B141ABBA-883F-41D1-AB09-D92F6B1881F5}"/>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60D2B59-A2CF-4B93-9E67-9A09AF2FBCC8}"/>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85D6C5B5-3212-4632-AC95-90EDB2068E38}"/>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import</a:t>
            </a:r>
            <a:r>
              <a:rPr>
                <a:solidFill>
                  <a:srgbClr val="FFFFFF"/>
                </a:solidFill>
              </a:rPr>
              <a:t> json</a:t>
            </a:r>
          </a:p>
        </p:txBody>
      </p:sp>
      <p:sp>
        <p:nvSpPr>
          <p:cNvPr id="6" name="">
            <a:extLst xmlns:a="http://schemas.openxmlformats.org/drawingml/2006/main">
              <a:ext uri="{FF2B5EF4-FFF2-40B4-BE49-F238E27FC236}">
                <a16:creationId xmlns:a16="http://schemas.microsoft.com/office/drawing/2014/main" id="{3D586FB0-F72E-4A1C-9718-F75D64B5CC5D}"/>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18A85390-6849-4DC6-986B-61DB879119D6}"/>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from</a:t>
            </a:r>
            <a:r>
              <a:rPr>
                <a:solidFill>
                  <a:srgbClr val="FFFFFF"/>
                </a:solidFill>
              </a:rPr>
              <a:t> urllib.request </a:t>
            </a:r>
            <a:r>
              <a:rPr b="1">
                <a:solidFill>
                  <a:srgbClr val="FFFFFF"/>
                </a:solidFill>
              </a:rPr>
              <a:t>import</a:t>
            </a:r>
            <a:r>
              <a:rPr>
                <a:solidFill>
                  <a:srgbClr val="FFFFFF"/>
                </a:solidFill>
              </a:rPr>
              <a:t> urlopen</a:t>
            </a:r>
          </a:p>
        </p:txBody>
      </p:sp>
      <p:sp>
        <p:nvSpPr>
          <p:cNvPr id="8" name="">
            <a:extLst xmlns:a="http://schemas.openxmlformats.org/drawingml/2006/main">
              <a:ext uri="{FF2B5EF4-FFF2-40B4-BE49-F238E27FC236}">
                <a16:creationId xmlns:a16="http://schemas.microsoft.com/office/drawing/2014/main" id="{C69DC7FC-A556-4210-A114-A465735AF3E2}"/>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D286C0FA-4F3C-4AD5-A3CA-28203FC0155E}"/>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url = </a:t>
            </a:r>
            <a:r>
              <a:rPr>
                <a:solidFill>
                  <a:srgbClr val="BACBFA"/>
                </a:solidFill>
              </a:rPr>
              <a:t>"http://127.0.0.1:8780/api/readings"</a:t>
            </a:r>
          </a:p>
        </p:txBody>
      </p:sp>
      <p:sp>
        <p:nvSpPr>
          <p:cNvPr id="10" name="">
            <a:extLst xmlns:a="http://schemas.openxmlformats.org/drawingml/2006/main">
              <a:ext uri="{FF2B5EF4-FFF2-40B4-BE49-F238E27FC236}">
                <a16:creationId xmlns:a16="http://schemas.microsoft.com/office/drawing/2014/main" id="{94231CDC-61A6-4592-B0AE-09B017DE46ED}"/>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1715BB51-E5EC-45E4-BBC8-3D0CB90DC879}"/>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with</a:t>
            </a:r>
            <a:r>
              <a:rPr>
                <a:solidFill>
                  <a:srgbClr val="FFFFFF"/>
                </a:solidFill>
              </a:rPr>
              <a:t> urlopen(url, timeout=5) </a:t>
            </a:r>
            <a:r>
              <a:rPr b="1">
                <a:solidFill>
                  <a:srgbClr val="FFFFFF"/>
                </a:solidFill>
              </a:rPr>
              <a:t>as</a:t>
            </a:r>
            <a:r>
              <a:rPr>
                <a:solidFill>
                  <a:srgbClr val="FFFFFF"/>
                </a:solidFill>
              </a:rPr>
              <a:t> response:</a:t>
            </a:r>
          </a:p>
        </p:txBody>
      </p:sp>
      <p:sp>
        <p:nvSpPr>
          <p:cNvPr id="12" name="">
            <a:extLst xmlns:a="http://schemas.openxmlformats.org/drawingml/2006/main">
              <a:ext uri="{FF2B5EF4-FFF2-40B4-BE49-F238E27FC236}">
                <a16:creationId xmlns:a16="http://schemas.microsoft.com/office/drawing/2014/main" id="{5CF22D08-CA58-4ECB-9202-53F4522DE4ED}"/>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B1256C32-5EF1-47CC-91E7-7BEF41FF06BF}"/>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rows = json.load(response)</a:t>
            </a:r>
          </a:p>
        </p:txBody>
      </p:sp>
      <p:sp>
        <p:nvSpPr>
          <p:cNvPr id="14" name="">
            <a:extLst xmlns:a="http://schemas.openxmlformats.org/drawingml/2006/main">
              <a:ext uri="{FF2B5EF4-FFF2-40B4-BE49-F238E27FC236}">
                <a16:creationId xmlns:a16="http://schemas.microsoft.com/office/drawing/2014/main" id="{ED3232B0-7146-4431-80B7-FC9544C577D1}"/>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328BD624-C57E-4BE0-9A63-7B7C20FEA072}"/>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print(response.status, len(rows))</a:t>
            </a:r>
          </a:p>
        </p:txBody>
      </p:sp>
      <p:sp>
        <p:nvSpPr>
          <p:cNvPr id="16" name="">
            <a:extLst xmlns:a="http://schemas.openxmlformats.org/drawingml/2006/main">
              <a:ext uri="{FF2B5EF4-FFF2-40B4-BE49-F238E27FC236}">
                <a16:creationId xmlns:a16="http://schemas.microsoft.com/office/drawing/2014/main" id="{A68E1B2D-3F09-41FE-9150-AE57EACBA66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8D3B59A-77BE-403D-998F-2C58C6F7706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8" name="">
            <a:extLst xmlns:a="http://schemas.openxmlformats.org/drawingml/2006/main">
              <a:ext uri="{FF2B5EF4-FFF2-40B4-BE49-F238E27FC236}">
                <a16:creationId xmlns:a16="http://schemas.microsoft.com/office/drawing/2014/main" id="{ED6E8DA6-9B63-4959-A4D2-35255EC88AC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027</a:t>
            </a:r>
          </a:p>
        </p:txBody>
      </p:sp>
    </p:spTree>
    <p:extLst>
      <p:ext uri="{BB962C8B-B14F-4D97-AF65-F5344CB8AC3E}">
        <p14:creationId xmlns:p14="http://schemas.microsoft.com/office/powerpoint/2010/main" val="423685637"/>
      </p:ext>
    </p:extLst>
  </p:cSld>
</p:sld>
</file>

<file path=ppt/slides/slide2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04E486E-F753-41E3-B112-0043936DAB3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663AEF98-DC6B-4953-BD62-D3FACB74292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D9F602A0-CB3B-4BD7-A4B7-3BCEA0D141F0}"/>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1~3행:</a:t>
            </a:r>
          </a:p>
        </p:txBody>
      </p:sp>
      <p:sp>
        <p:nvSpPr>
          <p:cNvPr id="4" name="">
            <a:extLst xmlns:a="http://schemas.openxmlformats.org/drawingml/2006/main">
              <a:ext uri="{FF2B5EF4-FFF2-40B4-BE49-F238E27FC236}">
                <a16:creationId xmlns:a16="http://schemas.microsoft.com/office/drawing/2014/main" id="{B06F530A-0F5E-49C7-8FED-813B53D78045}"/>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도구와 요청 주소를 준비합니다.</a:t>
            </a:r>
          </a:p>
        </p:txBody>
      </p:sp>
      <p:sp>
        <p:nvSpPr>
          <p:cNvPr id="5" name="">
            <a:extLst xmlns:a="http://schemas.openxmlformats.org/drawingml/2006/main">
              <a:ext uri="{FF2B5EF4-FFF2-40B4-BE49-F238E27FC236}">
                <a16:creationId xmlns:a16="http://schemas.microsoft.com/office/drawing/2014/main" id="{D1208382-7F1C-4477-A547-950CF40D1E9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24A4F43-A8BD-4C07-9748-673C306174EE}"/>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4행:</a:t>
            </a:r>
          </a:p>
        </p:txBody>
      </p:sp>
      <p:sp>
        <p:nvSpPr>
          <p:cNvPr id="7" name="">
            <a:extLst xmlns:a="http://schemas.openxmlformats.org/drawingml/2006/main">
              <a:ext uri="{FF2B5EF4-FFF2-40B4-BE49-F238E27FC236}">
                <a16:creationId xmlns:a16="http://schemas.microsoft.com/office/drawing/2014/main" id="{5673F04A-4B99-4759-8CD7-19CF254F8C54}"/>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서버에 읽기 요청을 보냅니다.</a:t>
            </a:r>
          </a:p>
        </p:txBody>
      </p:sp>
      <p:sp>
        <p:nvSpPr>
          <p:cNvPr id="8" name="">
            <a:extLst xmlns:a="http://schemas.openxmlformats.org/drawingml/2006/main">
              <a:ext uri="{FF2B5EF4-FFF2-40B4-BE49-F238E27FC236}">
                <a16:creationId xmlns:a16="http://schemas.microsoft.com/office/drawing/2014/main" id="{CD2866BB-6427-42D3-BEEC-F76795DE9FB1}"/>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E710B94-C9D2-4923-9883-3242E10782C9}"/>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5행:</a:t>
            </a:r>
          </a:p>
        </p:txBody>
      </p:sp>
      <p:sp>
        <p:nvSpPr>
          <p:cNvPr id="10" name="">
            <a:extLst xmlns:a="http://schemas.openxmlformats.org/drawingml/2006/main">
              <a:ext uri="{FF2B5EF4-FFF2-40B4-BE49-F238E27FC236}">
                <a16:creationId xmlns:a16="http://schemas.microsoft.com/office/drawing/2014/main" id="{6B23BEAC-733E-4AFE-8AF7-08EEB8AEEA4C}"/>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응답 JSON을 목록으로 읽습니다.</a:t>
            </a:r>
          </a:p>
        </p:txBody>
      </p:sp>
      <p:sp>
        <p:nvSpPr>
          <p:cNvPr id="11" name="">
            <a:extLst xmlns:a="http://schemas.openxmlformats.org/drawingml/2006/main">
              <a:ext uri="{FF2B5EF4-FFF2-40B4-BE49-F238E27FC236}">
                <a16:creationId xmlns:a16="http://schemas.microsoft.com/office/drawing/2014/main" id="{D3598644-E5EA-4951-AD71-8C0FF1C07A72}"/>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D5CC910-7B89-41BD-BBAB-FBA97FB121E8}"/>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6행:</a:t>
            </a:r>
          </a:p>
        </p:txBody>
      </p:sp>
      <p:sp>
        <p:nvSpPr>
          <p:cNvPr id="13" name="">
            <a:extLst xmlns:a="http://schemas.openxmlformats.org/drawingml/2006/main">
              <a:ext uri="{FF2B5EF4-FFF2-40B4-BE49-F238E27FC236}">
                <a16:creationId xmlns:a16="http://schemas.microsoft.com/office/drawing/2014/main" id="{E870FDDA-F31A-4327-8F8A-4D5C823317D6}"/>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HTTP 상태와 행 수를 출력합니다.</a:t>
            </a:r>
          </a:p>
        </p:txBody>
      </p:sp>
      <p:sp>
        <p:nvSpPr>
          <p:cNvPr id="14" name="">
            <a:extLst xmlns:a="http://schemas.openxmlformats.org/drawingml/2006/main">
              <a:ext uri="{FF2B5EF4-FFF2-40B4-BE49-F238E27FC236}">
                <a16:creationId xmlns:a16="http://schemas.microsoft.com/office/drawing/2014/main" id="{A8890DC3-33DE-457D-BB12-6E02C141497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2F33F31-1CB4-4209-9818-A35E6ABC65E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6" name="">
            <a:extLst xmlns:a="http://schemas.openxmlformats.org/drawingml/2006/main">
              <a:ext uri="{FF2B5EF4-FFF2-40B4-BE49-F238E27FC236}">
                <a16:creationId xmlns:a16="http://schemas.microsoft.com/office/drawing/2014/main" id="{3D12176F-FE09-49CF-9D49-E2E08A36F73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028</a:t>
            </a:r>
          </a:p>
        </p:txBody>
      </p:sp>
    </p:spTree>
    <p:extLst>
      <p:ext uri="{BB962C8B-B14F-4D97-AF65-F5344CB8AC3E}">
        <p14:creationId xmlns:p14="http://schemas.microsoft.com/office/powerpoint/2010/main" val="1853756347"/>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A1F9D74-EA5B-403C-8F35-888413F4B0F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40FE9EB2-47E0-4183-B7B6-4B48744E962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29DE953B-DEC6-4B39-A4E5-97CD9175784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FB006C4-7EC9-44BF-A3B1-6685F030381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8139ECA2-1A1D-42C7-97FB-A61E807ACF0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FAC4D02-1C05-426D-8E8F-15930E1A396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0BFD82B-8A55-4F33-A064-E71B6CAD06C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work/read_list.py</a:t>
            </a:r>
          </a:p>
        </p:txBody>
      </p:sp>
      <p:sp>
        <p:nvSpPr>
          <p:cNvPr id="8" name="">
            <a:extLst xmlns:a="http://schemas.openxmlformats.org/drawingml/2006/main">
              <a:ext uri="{FF2B5EF4-FFF2-40B4-BE49-F238E27FC236}">
                <a16:creationId xmlns:a16="http://schemas.microsoft.com/office/drawing/2014/main" id="{900EAC29-9364-43E8-88E4-C2B4DB6C26E3}"/>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03CC2B1-3E05-4DED-BD3C-CACC71D3FE11}"/>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0E4C04C5-11EC-49F5-9939-54845B8D8EDF}"/>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work/read_list.py</a:t>
            </a:r>
          </a:p>
        </p:txBody>
      </p:sp>
      <p:sp>
        <p:nvSpPr>
          <p:cNvPr id="11" name="">
            <a:extLst xmlns:a="http://schemas.openxmlformats.org/drawingml/2006/main">
              <a:ext uri="{FF2B5EF4-FFF2-40B4-BE49-F238E27FC236}">
                <a16:creationId xmlns:a16="http://schemas.microsoft.com/office/drawing/2014/main" id="{C28DB727-9734-42A0-AAA7-46ABF683A1F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A15FC0D-9DAB-4D4C-ACA3-CF203E2383C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3" name="">
            <a:extLst xmlns:a="http://schemas.openxmlformats.org/drawingml/2006/main">
              <a:ext uri="{FF2B5EF4-FFF2-40B4-BE49-F238E27FC236}">
                <a16:creationId xmlns:a16="http://schemas.microsoft.com/office/drawing/2014/main" id="{32492039-99B9-44AF-B2CD-E69F9E43755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2077990680"/>
      </p:ext>
    </p:extLst>
  </p:cSld>
</p:sld>
</file>

<file path=ppt/slides/slide3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5EACE91-CF9A-4C2B-9048-7E2D6DD174D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3ECEE96E-9B6C-48A8-AD04-7A08CCAFD22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EA3E909C-74E1-4562-BC21-962ACA523AE9}"/>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1955E87-2723-49E8-913A-53EECCE2EB62}"/>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초기 응답: 200 5</a:t>
            </a:r>
          </a:p>
        </p:txBody>
      </p:sp>
      <p:sp>
        <p:nvSpPr>
          <p:cNvPr id="5" name="">
            <a:extLst xmlns:a="http://schemas.openxmlformats.org/drawingml/2006/main">
              <a:ext uri="{FF2B5EF4-FFF2-40B4-BE49-F238E27FC236}">
                <a16:creationId xmlns:a16="http://schemas.microsoft.com/office/drawing/2014/main" id="{B63312B1-F79E-48BA-8E64-F129AECD6DC0}"/>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읽기 성공 · 기록 5건</a:t>
            </a:r>
          </a:p>
        </p:txBody>
      </p:sp>
      <p:sp>
        <p:nvSpPr>
          <p:cNvPr id="6" name="">
            <a:extLst xmlns:a="http://schemas.openxmlformats.org/drawingml/2006/main">
              <a:ext uri="{FF2B5EF4-FFF2-40B4-BE49-F238E27FC236}">
                <a16:creationId xmlns:a16="http://schemas.microsoft.com/office/drawing/2014/main" id="{9A74A1A0-1BE4-4724-9511-12635E6979F9}"/>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추가 전송 후에는 행 수가 달라집니다.</a:t>
            </a:r>
          </a:p>
        </p:txBody>
      </p:sp>
      <p:sp>
        <p:nvSpPr>
          <p:cNvPr id="7" name="">
            <a:extLst xmlns:a="http://schemas.openxmlformats.org/drawingml/2006/main">
              <a:ext uri="{FF2B5EF4-FFF2-40B4-BE49-F238E27FC236}">
                <a16:creationId xmlns:a16="http://schemas.microsoft.com/office/drawing/2014/main" id="{807EB342-BF41-4DB0-A6CD-3E14E72B78A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4066C79-C2C8-4948-AB4C-1B7BFE3B6C8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63432A4E-8122-4158-AA61-4116997009A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030</a:t>
            </a:r>
          </a:p>
        </p:txBody>
      </p:sp>
    </p:spTree>
    <p:extLst>
      <p:ext uri="{BB962C8B-B14F-4D97-AF65-F5344CB8AC3E}">
        <p14:creationId xmlns:p14="http://schemas.microsoft.com/office/powerpoint/2010/main" val="1273753276"/>
      </p:ext>
    </p:extLst>
  </p:cSld>
</p:sld>
</file>

<file path=ppt/slides/slide3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0D6B0BC-CECB-49D0-ACD4-5E5AF69163D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7EDEB635-1523-4BB6-872A-60B520D115A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7E945B33-FBC4-4EB0-9312-4A9BE9435AA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HTML은 보이는데 API만 실패합니다.</a:t>
            </a:r>
          </a:p>
        </p:txBody>
      </p:sp>
      <p:sp>
        <p:nvSpPr>
          <p:cNvPr id="4" name="">
            <a:extLst xmlns:a="http://schemas.openxmlformats.org/drawingml/2006/main">
              <a:ext uri="{FF2B5EF4-FFF2-40B4-BE49-F238E27FC236}">
                <a16:creationId xmlns:a16="http://schemas.microsoft.com/office/drawing/2014/main" id="{2C837BA3-0AEC-48AC-B03A-C86ED16465D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무엇부터 확인할까요?</a:t>
            </a:r>
          </a:p>
        </p:txBody>
      </p:sp>
      <p:sp>
        <p:nvSpPr>
          <p:cNvPr id="5" name="">
            <a:extLst xmlns:a="http://schemas.openxmlformats.org/drawingml/2006/main">
              <a:ext uri="{FF2B5EF4-FFF2-40B4-BE49-F238E27FC236}">
                <a16:creationId xmlns:a16="http://schemas.microsoft.com/office/drawing/2014/main" id="{F8EC909A-72AC-46E8-8436-42D0E60B113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6F14FDE-C555-45A0-A3D1-3C6F243CD8D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9AF84B35-E610-4E45-9D7E-C93D2C188ED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031</a:t>
            </a:r>
          </a:p>
        </p:txBody>
      </p:sp>
    </p:spTree>
    <p:extLst>
      <p:ext uri="{BB962C8B-B14F-4D97-AF65-F5344CB8AC3E}">
        <p14:creationId xmlns:p14="http://schemas.microsoft.com/office/powerpoint/2010/main" val="132533871"/>
      </p:ext>
    </p:extLst>
  </p:cSld>
</p:sld>
</file>

<file path=ppt/slides/slide3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22BB62-017B-4CC3-B691-414D571476C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6BA367FF-7F9E-4E54-B132-C6D3EA62BA7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정답과 풀이</a:t>
            </a:r>
          </a:p>
        </p:txBody>
      </p:sp>
      <p:sp>
        <p:nvSpPr>
          <p:cNvPr id="3" name="">
            <a:extLst xmlns:a="http://schemas.openxmlformats.org/drawingml/2006/main">
              <a:ext uri="{FF2B5EF4-FFF2-40B4-BE49-F238E27FC236}">
                <a16:creationId xmlns:a16="http://schemas.microsoft.com/office/drawing/2014/main" id="{31342F57-531C-4746-8ABC-47819B968DAB}"/>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1D87A48-9A77-4291-9099-22B27E96666D}"/>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server.py 실행</a:t>
            </a:r>
            <a:r>
              <a:t> · 터미널 오류 · 포트를 확인합니다.</a:t>
            </a:r>
          </a:p>
        </p:txBody>
      </p:sp>
      <p:sp>
        <p:nvSpPr>
          <p:cNvPr id="5" name="">
            <a:extLst xmlns:a="http://schemas.openxmlformats.org/drawingml/2006/main">
              <a:ext uri="{FF2B5EF4-FFF2-40B4-BE49-F238E27FC236}">
                <a16:creationId xmlns:a16="http://schemas.microsoft.com/office/drawing/2014/main" id="{5A5E6D8D-3BF8-4998-82CC-D5030660B6ED}"/>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화면이 보여도 서버가 실행됐는지는 따로 확인합니다.</a:t>
            </a:r>
          </a:p>
        </p:txBody>
      </p:sp>
      <p:sp>
        <p:nvSpPr>
          <p:cNvPr id="6" name="">
            <a:extLst xmlns:a="http://schemas.openxmlformats.org/drawingml/2006/main">
              <a:ext uri="{FF2B5EF4-FFF2-40B4-BE49-F238E27FC236}">
                <a16:creationId xmlns:a16="http://schemas.microsoft.com/office/drawing/2014/main" id="{A6C7D5DE-7D37-4042-8F0A-302866FA226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F11AEAE-FDD4-45FD-B4A3-59678A3423F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4D4177DB-0815-46A9-98D3-13D44FB8C12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032</a:t>
            </a:r>
          </a:p>
        </p:txBody>
      </p:sp>
    </p:spTree>
    <p:extLst>
      <p:ext uri="{BB962C8B-B14F-4D97-AF65-F5344CB8AC3E}">
        <p14:creationId xmlns:p14="http://schemas.microsoft.com/office/powerpoint/2010/main" val="1263858958"/>
      </p:ext>
    </p:extLst>
  </p:cSld>
</p:sld>
</file>

<file path=ppt/slides/slide3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2FCEE44-592D-4165-81A2-E1DF5C2D2B0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714CB2CC-AB27-43AA-9A17-E36AEDD04285}"/>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값 바꾸기</a:t>
            </a:r>
          </a:p>
        </p:txBody>
      </p:sp>
      <p:sp>
        <p:nvSpPr>
          <p:cNvPr id="3" name="">
            <a:extLst xmlns:a="http://schemas.openxmlformats.org/drawingml/2006/main">
              <a:ext uri="{FF2B5EF4-FFF2-40B4-BE49-F238E27FC236}">
                <a16:creationId xmlns:a16="http://schemas.microsoft.com/office/drawing/2014/main" id="{D6894272-3FC1-4A66-97B2-51E36A36A49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서버를 Ctrl+C로 종료하고 다시 요청합니다.</a:t>
            </a:r>
          </a:p>
        </p:txBody>
      </p:sp>
      <p:sp>
        <p:nvSpPr>
          <p:cNvPr id="4" name="">
            <a:extLst xmlns:a="http://schemas.openxmlformats.org/drawingml/2006/main">
              <a:ext uri="{FF2B5EF4-FFF2-40B4-BE49-F238E27FC236}">
                <a16:creationId xmlns:a16="http://schemas.microsoft.com/office/drawing/2014/main" id="{D8AB84B9-F898-49E2-A1F9-BA01766CB032}"/>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수신 실패와 이전 값 유지를 확인합니다.</a:t>
            </a:r>
          </a:p>
        </p:txBody>
      </p:sp>
      <p:sp>
        <p:nvSpPr>
          <p:cNvPr id="5" name="">
            <a:extLst xmlns:a="http://schemas.openxmlformats.org/drawingml/2006/main">
              <a:ext uri="{FF2B5EF4-FFF2-40B4-BE49-F238E27FC236}">
                <a16:creationId xmlns:a16="http://schemas.microsoft.com/office/drawing/2014/main" id="{5AF42F84-384A-4864-9E5E-56AA7AA3794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24D0774-969B-4776-9612-9DC5615848C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B19256BA-BD07-49F3-BD43-B6DA9495D26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033</a:t>
            </a:r>
          </a:p>
        </p:txBody>
      </p:sp>
    </p:spTree>
    <p:extLst>
      <p:ext uri="{BB962C8B-B14F-4D97-AF65-F5344CB8AC3E}">
        <p14:creationId xmlns:p14="http://schemas.microsoft.com/office/powerpoint/2010/main" val="1425898799"/>
      </p:ext>
    </p:extLst>
  </p:cSld>
</p:sld>
</file>

<file path=ppt/slides/slide3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5CAB98B-0E2D-47EA-9B2D-40C5D27C13A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29C937A2-EC0E-43CE-9C15-3939157455B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0F77095E-DE74-47CD-8CE5-8AF4EBD4BF99}"/>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3C6A8E9-4235-43B9-BEEC-0665AC9133C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정적 http.server는 API 추가 기능을 대신하지 않습니다.</a:t>
            </a:r>
          </a:p>
        </p:txBody>
      </p:sp>
      <p:sp>
        <p:nvSpPr>
          <p:cNvPr id="5" name="">
            <a:extLst xmlns:a="http://schemas.openxmlformats.org/drawingml/2006/main">
              <a:ext uri="{FF2B5EF4-FFF2-40B4-BE49-F238E27FC236}">
                <a16:creationId xmlns:a16="http://schemas.microsoft.com/office/drawing/2014/main" id="{EA19C5ED-61AD-459D-AEE2-99BA4293608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C3B2017-00F4-4651-83A9-4939966C439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37EB977-FDB1-4ED1-A4CE-888DBE37257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8780 점유 오류면 기존 서버 상태를 확인합니다.</a:t>
            </a:r>
          </a:p>
        </p:txBody>
      </p:sp>
      <p:sp>
        <p:nvSpPr>
          <p:cNvPr id="8" name="">
            <a:extLst xmlns:a="http://schemas.openxmlformats.org/drawingml/2006/main">
              <a:ext uri="{FF2B5EF4-FFF2-40B4-BE49-F238E27FC236}">
                <a16:creationId xmlns:a16="http://schemas.microsoft.com/office/drawing/2014/main" id="{8D7BB75E-A2E6-4ED9-ADD4-1208F4E7633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D48C9AF-FF92-4D9D-9CED-2F729EEF4BA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A69DC7DE-D2AD-4C4A-9610-C82100B93DC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034</a:t>
            </a:r>
          </a:p>
        </p:txBody>
      </p:sp>
    </p:spTree>
    <p:extLst>
      <p:ext uri="{BB962C8B-B14F-4D97-AF65-F5344CB8AC3E}">
        <p14:creationId xmlns:p14="http://schemas.microsoft.com/office/powerpoint/2010/main" val="690578540"/>
      </p:ext>
    </p:extLst>
  </p:cSld>
</p:sld>
</file>

<file path=ppt/slides/slide3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B602DB0-3A50-4811-A3A5-E8975A2836F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A8D4B1B5-8DCA-4B2D-85E6-7A114EB9CD1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확인 질문</a:t>
            </a:r>
          </a:p>
        </p:txBody>
      </p:sp>
      <p:sp>
        <p:nvSpPr>
          <p:cNvPr id="3" name="">
            <a:extLst xmlns:a="http://schemas.openxmlformats.org/drawingml/2006/main">
              <a:ext uri="{FF2B5EF4-FFF2-40B4-BE49-F238E27FC236}">
                <a16:creationId xmlns:a16="http://schemas.microsoft.com/office/drawing/2014/main" id="{92E71538-E780-4F53-8960-30CF4358113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브라우저와 서버의 역할을 말해 봅시다.</a:t>
            </a:r>
          </a:p>
        </p:txBody>
      </p:sp>
      <p:sp>
        <p:nvSpPr>
          <p:cNvPr id="4" name="">
            <a:extLst xmlns:a="http://schemas.openxmlformats.org/drawingml/2006/main">
              <a:ext uri="{FF2B5EF4-FFF2-40B4-BE49-F238E27FC236}">
                <a16:creationId xmlns:a16="http://schemas.microsoft.com/office/drawing/2014/main" id="{B4A78D3A-44A7-4054-BC29-C2E9D86CF655}"/>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GET 주소와 확인할 응답도 설명합니다.</a:t>
            </a:r>
          </a:p>
        </p:txBody>
      </p:sp>
      <p:sp>
        <p:nvSpPr>
          <p:cNvPr id="5" name="">
            <a:extLst xmlns:a="http://schemas.openxmlformats.org/drawingml/2006/main">
              <a:ext uri="{FF2B5EF4-FFF2-40B4-BE49-F238E27FC236}">
                <a16:creationId xmlns:a16="http://schemas.microsoft.com/office/drawing/2014/main" id="{3D5DCEA4-C6D8-42BC-AA54-65F5DF07A1F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C996372-B7BC-43CA-8E1E-1804B557B9C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B4E7E594-D21A-48BC-8727-F29245D9746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035</a:t>
            </a:r>
          </a:p>
        </p:txBody>
      </p:sp>
    </p:spTree>
    <p:extLst>
      <p:ext uri="{BB962C8B-B14F-4D97-AF65-F5344CB8AC3E}">
        <p14:creationId xmlns:p14="http://schemas.microsoft.com/office/powerpoint/2010/main" val="426944457"/>
      </p:ext>
    </p:extLst>
  </p:cSld>
</p:sld>
</file>

<file path=ppt/slides/slide3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F3A820-6AF9-4758-9BDC-BBEAA61C244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19771C3B-7771-4103-BFB9-F06BE2C869C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4907C593-8F63-4B09-88E0-D5DF853D1C3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추가·도전: 서버를 다시 시작합니다.</a:t>
            </a:r>
          </a:p>
        </p:txBody>
      </p:sp>
      <p:sp>
        <p:nvSpPr>
          <p:cNvPr id="4" name="">
            <a:extLst xmlns:a="http://schemas.openxmlformats.org/drawingml/2006/main">
              <a:ext uri="{FF2B5EF4-FFF2-40B4-BE49-F238E27FC236}">
                <a16:creationId xmlns:a16="http://schemas.microsoft.com/office/drawing/2014/main" id="{E0DE5D30-EB70-41E1-A3FD-0C10BD127F8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추가했던 행이 남아 있어야 할까요?</a:t>
            </a:r>
          </a:p>
        </p:txBody>
      </p:sp>
      <p:sp>
        <p:nvSpPr>
          <p:cNvPr id="5" name="">
            <a:extLst xmlns:a="http://schemas.openxmlformats.org/drawingml/2006/main">
              <a:ext uri="{FF2B5EF4-FFF2-40B4-BE49-F238E27FC236}">
                <a16:creationId xmlns:a16="http://schemas.microsoft.com/office/drawing/2014/main" id="{C77392F4-D253-427C-910F-C9CFABF2422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19871CE-DF6D-454F-9F2F-0F588BE525C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D2772261-2D07-4845-945E-F91489CA7A7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036</a:t>
            </a:r>
          </a:p>
        </p:txBody>
      </p:sp>
    </p:spTree>
    <p:extLst>
      <p:ext uri="{BB962C8B-B14F-4D97-AF65-F5344CB8AC3E}">
        <p14:creationId xmlns:p14="http://schemas.microsoft.com/office/powerpoint/2010/main" val="128552815"/>
      </p:ext>
    </p:extLst>
  </p:cSld>
</p:sld>
</file>

<file path=ppt/slides/slide3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8879EFF-35B4-4E08-822F-66B8BA9CEFC7}"/>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A0EB20-0032-41B9-A29F-2332A5BA9585}"/>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0109B090-1F09-4490-8925-091703C48C25}"/>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057606D7-60C0-4937-9046-263179CEB9A5}"/>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CSV 값과 API 입력 규칙</a:t>
            </a:r>
          </a:p>
        </p:txBody>
      </p:sp>
      <p:sp>
        <p:nvSpPr>
          <p:cNvPr id="5" name="">
            <a:extLst xmlns:a="http://schemas.openxmlformats.org/drawingml/2006/main">
              <a:ext uri="{FF2B5EF4-FFF2-40B4-BE49-F238E27FC236}">
                <a16:creationId xmlns:a16="http://schemas.microsoft.com/office/drawing/2014/main" id="{087C9142-A9DE-46D8-B011-7CE5E0841762}"/>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446FC9B-0AB8-43C8-AF27-389D705B0440}"/>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13:00~13:50 · 50분</a:t>
            </a:r>
          </a:p>
        </p:txBody>
      </p:sp>
      <p:sp>
        <p:nvSpPr>
          <p:cNvPr id="7" name="">
            <a:extLst xmlns:a="http://schemas.openxmlformats.org/drawingml/2006/main">
              <a:ext uri="{FF2B5EF4-FFF2-40B4-BE49-F238E27FC236}">
                <a16:creationId xmlns:a16="http://schemas.microsoft.com/office/drawing/2014/main" id="{E1863B04-DB10-4C90-BF9E-B40B561A8351}"/>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A07 · A08 · A09</a:t>
            </a:r>
          </a:p>
        </p:txBody>
      </p:sp>
      <p:sp>
        <p:nvSpPr>
          <p:cNvPr id="8" name="">
            <a:extLst xmlns:a="http://schemas.openxmlformats.org/drawingml/2006/main">
              <a:ext uri="{FF2B5EF4-FFF2-40B4-BE49-F238E27FC236}">
                <a16:creationId xmlns:a16="http://schemas.microsoft.com/office/drawing/2014/main" id="{09B6F1BE-482E-498A-9472-AC659728F1E6}"/>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설명 → 시연 → 직접 실습 → 확인</a:t>
            </a:r>
          </a:p>
        </p:txBody>
      </p:sp>
      <p:sp>
        <p:nvSpPr>
          <p:cNvPr id="9" name="">
            <a:extLst xmlns:a="http://schemas.openxmlformats.org/drawingml/2006/main">
              <a:ext uri="{FF2B5EF4-FFF2-40B4-BE49-F238E27FC236}">
                <a16:creationId xmlns:a16="http://schemas.microsoft.com/office/drawing/2014/main" id="{BAFAA885-4FA7-4BDB-AE6C-F0DA29B499C5}"/>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2026.10.29</a:t>
            </a:r>
          </a:p>
        </p:txBody>
      </p:sp>
      <p:sp>
        <p:nvSpPr>
          <p:cNvPr id="10" name="">
            <a:extLst xmlns:a="http://schemas.openxmlformats.org/drawingml/2006/main">
              <a:ext uri="{FF2B5EF4-FFF2-40B4-BE49-F238E27FC236}">
                <a16:creationId xmlns:a16="http://schemas.microsoft.com/office/drawing/2014/main" id="{A7D40E67-AB56-46A3-A816-A8696A323BB5}"/>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037</a:t>
            </a:r>
          </a:p>
        </p:txBody>
      </p:sp>
    </p:spTree>
    <p:extLst>
      <p:ext uri="{BB962C8B-B14F-4D97-AF65-F5344CB8AC3E}">
        <p14:creationId xmlns:p14="http://schemas.microsoft.com/office/powerpoint/2010/main" val="486625287"/>
      </p:ext>
    </p:extLst>
  </p:cSld>
</p:sld>
</file>

<file path=ppt/slides/slide3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6A28102-F222-4E97-8F95-B26D8633A27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5F8BC6E8-BC46-4573-825B-B3B838D3627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CSV 셀과 숫자 변환</a:t>
            </a:r>
          </a:p>
        </p:txBody>
      </p:sp>
      <p:sp>
        <p:nvSpPr>
          <p:cNvPr id="3" name="">
            <a:extLst xmlns:a="http://schemas.openxmlformats.org/drawingml/2006/main">
              <a:ext uri="{FF2B5EF4-FFF2-40B4-BE49-F238E27FC236}">
                <a16:creationId xmlns:a16="http://schemas.microsoft.com/office/drawing/2014/main" id="{EF7C4065-3708-4A7F-A3ED-AD066B5D967C}"/>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"22.5"를 숫자로 바꿀 수 있습니다.</a:t>
            </a:r>
          </a:p>
        </p:txBody>
      </p:sp>
      <p:sp>
        <p:nvSpPr>
          <p:cNvPr id="4" name="">
            <a:extLst xmlns:a="http://schemas.openxmlformats.org/drawingml/2006/main">
              <a:ext uri="{FF2B5EF4-FFF2-40B4-BE49-F238E27FC236}">
                <a16:creationId xmlns:a16="http://schemas.microsoft.com/office/drawing/2014/main" id="{3E03A516-CA7E-44AD-B10C-A35F687CDAC0}"/>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CSV를 읽은 뒤 값의 형식과 범위도 검사합니다.</a:t>
            </a:r>
          </a:p>
        </p:txBody>
      </p:sp>
      <p:sp>
        <p:nvSpPr>
          <p:cNvPr id="5" name="">
            <a:extLst xmlns:a="http://schemas.openxmlformats.org/drawingml/2006/main">
              <a:ext uri="{FF2B5EF4-FFF2-40B4-BE49-F238E27FC236}">
                <a16:creationId xmlns:a16="http://schemas.microsoft.com/office/drawing/2014/main" id="{77D4721C-9EC2-4270-A39E-2C2F94987CF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C179BC0-3C5D-4223-BE0F-6752C99D275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6E710D2A-5D17-4C33-AC7F-13254C5C104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038</a:t>
            </a:r>
          </a:p>
        </p:txBody>
      </p:sp>
    </p:spTree>
    <p:extLst>
      <p:ext uri="{BB962C8B-B14F-4D97-AF65-F5344CB8AC3E}">
        <p14:creationId xmlns:p14="http://schemas.microsoft.com/office/powerpoint/2010/main" val="2129663431"/>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FC63B48-8C9F-4DE1-B2B4-3BCE7B67B19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24D0FAC-0C05-49A3-8DED-E870D94AE4D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CSV 빈칸과 JSON null</a:t>
            </a:r>
          </a:p>
        </p:txBody>
      </p:sp>
      <p:sp>
        <p:nvSpPr>
          <p:cNvPr id="3" name="">
            <a:extLst xmlns:a="http://schemas.openxmlformats.org/drawingml/2006/main">
              <a:ext uri="{FF2B5EF4-FFF2-40B4-BE49-F238E27FC236}">
                <a16:creationId xmlns:a16="http://schemas.microsoft.com/office/drawing/2014/main" id="{F482202B-FF2D-409C-B7EC-485BC8DD322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F607FDC-1770-46C2-9A96-C29B7D9627F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빈 문자열 → None → JSON null</a:t>
            </a:r>
          </a:p>
        </p:txBody>
      </p:sp>
      <p:sp>
        <p:nvSpPr>
          <p:cNvPr id="5" name="">
            <a:extLst xmlns:a="http://schemas.openxmlformats.org/drawingml/2006/main">
              <a:ext uri="{FF2B5EF4-FFF2-40B4-BE49-F238E27FC236}">
                <a16:creationId xmlns:a16="http://schemas.microsoft.com/office/drawing/2014/main" id="{FAECEC76-F180-47B0-8C36-938343F03D1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99BE0F8-31DA-4A58-A709-A8A80DD38AE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1C00B92-802B-4492-AD6F-E7809B2CB6E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누락을 숫자 0으로 바꾸지 않습니다.</a:t>
            </a:r>
          </a:p>
        </p:txBody>
      </p:sp>
      <p:sp>
        <p:nvSpPr>
          <p:cNvPr id="8" name="">
            <a:extLst xmlns:a="http://schemas.openxmlformats.org/drawingml/2006/main">
              <a:ext uri="{FF2B5EF4-FFF2-40B4-BE49-F238E27FC236}">
                <a16:creationId xmlns:a16="http://schemas.microsoft.com/office/drawing/2014/main" id="{229B9F80-F8A8-4F72-9E7E-7847FC122CA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84C3CBF-ACAE-4CD3-B278-C342B4897FB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539F9A4F-05D7-4C32-8483-6E1D94581D1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876858542"/>
      </p:ext>
    </p:extLst>
  </p:cSld>
</p:sld>
</file>

<file path=ppt/slides/slide4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90D1A31-7544-4B2C-9500-11FC846186D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60CA2D4C-F76B-40C7-A126-70E6E67D5FC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문자 null과 누락 값</a:t>
            </a:r>
          </a:p>
        </p:txBody>
      </p:sp>
      <p:sp>
        <p:nvSpPr>
          <p:cNvPr id="3" name="">
            <a:extLst xmlns:a="http://schemas.openxmlformats.org/drawingml/2006/main">
              <a:ext uri="{FF2B5EF4-FFF2-40B4-BE49-F238E27FC236}">
                <a16:creationId xmlns:a16="http://schemas.microsoft.com/office/drawing/2014/main" id="{A4B69BD2-1188-45CE-B79E-C443CA3C3AC2}"/>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문자 null과 누락 값</a:t>
            </a:r>
          </a:p>
        </p:txBody>
      </p:sp>
      <p:sp>
        <p:nvSpPr>
          <p:cNvPr id="4" name="">
            <a:extLst xmlns:a="http://schemas.openxmlformats.org/drawingml/2006/main">
              <a:ext uri="{FF2B5EF4-FFF2-40B4-BE49-F238E27FC236}">
                <a16:creationId xmlns:a16="http://schemas.microsoft.com/office/drawing/2014/main" id="{6E962F2F-EDB8-4858-B413-59EDC5734873}"/>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2BDC33-9186-4EE3-B803-3137C84B5F0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CSV의 "null"은 글자입니다.</a:t>
            </a:r>
          </a:p>
        </p:txBody>
      </p:sp>
      <p:sp>
        <p:nvSpPr>
          <p:cNvPr id="6" name="">
            <a:extLst xmlns:a="http://schemas.openxmlformats.org/drawingml/2006/main">
              <a:ext uri="{FF2B5EF4-FFF2-40B4-BE49-F238E27FC236}">
                <a16:creationId xmlns:a16="http://schemas.microsoft.com/office/drawing/2014/main" id="{39BB2F6A-6C08-4C39-9B89-77DC78274B95}"/>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보충 예는 빈칸만 미측정으로 인정합니다.</a:t>
            </a:r>
          </a:p>
        </p:txBody>
      </p:sp>
      <p:sp>
        <p:nvSpPr>
          <p:cNvPr id="7" name="">
            <a:extLst xmlns:a="http://schemas.openxmlformats.org/drawingml/2006/main">
              <a:ext uri="{FF2B5EF4-FFF2-40B4-BE49-F238E27FC236}">
                <a16:creationId xmlns:a16="http://schemas.microsoft.com/office/drawing/2014/main" id="{90FE40CB-5335-4799-A4D8-078CCC97C7F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B20BA1D-BB70-434B-8DE9-359FFF70864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B67012AE-427D-47DC-B820-4255633C605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040</a:t>
            </a:r>
          </a:p>
        </p:txBody>
      </p:sp>
    </p:spTree>
    <p:extLst>
      <p:ext uri="{BB962C8B-B14F-4D97-AF65-F5344CB8AC3E}">
        <p14:creationId xmlns:p14="http://schemas.microsoft.com/office/powerpoint/2010/main" val="1154315804"/>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5FF881-BE2F-451F-8CC9-CAF5C91533F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7274938F-E846-404D-B4BF-374D1B5AD00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API가 받는 값의 형식</a:t>
            </a:r>
          </a:p>
        </p:txBody>
      </p:sp>
      <p:sp>
        <p:nvSpPr>
          <p:cNvPr id="3" name="">
            <a:extLst xmlns:a="http://schemas.openxmlformats.org/drawingml/2006/main">
              <a:ext uri="{FF2B5EF4-FFF2-40B4-BE49-F238E27FC236}">
                <a16:creationId xmlns:a16="http://schemas.microsoft.com/office/drawing/2014/main" id="{FD190061-4B1E-47D5-BD52-696DCCEF8D94}"/>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온도:</a:t>
            </a:r>
          </a:p>
        </p:txBody>
      </p:sp>
      <p:sp>
        <p:nvSpPr>
          <p:cNvPr id="4" name="">
            <a:extLst xmlns:a="http://schemas.openxmlformats.org/drawingml/2006/main">
              <a:ext uri="{FF2B5EF4-FFF2-40B4-BE49-F238E27FC236}">
                <a16:creationId xmlns:a16="http://schemas.microsoft.com/office/drawing/2014/main" id="{F118477A-E0F2-4B65-BF33-3B660AE91296}"/>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유한한 0~50 또는 null</a:t>
            </a:r>
          </a:p>
        </p:txBody>
      </p:sp>
      <p:sp>
        <p:nvSpPr>
          <p:cNvPr id="5" name="">
            <a:extLst xmlns:a="http://schemas.openxmlformats.org/drawingml/2006/main">
              <a:ext uri="{FF2B5EF4-FFF2-40B4-BE49-F238E27FC236}">
                <a16:creationId xmlns:a16="http://schemas.microsoft.com/office/drawing/2014/main" id="{D309009C-3D10-4D8E-9D6C-AD0859B2B413}"/>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E55DD9C-47E0-434E-A923-5D3A454E1091}"/>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active:</a:t>
            </a:r>
          </a:p>
        </p:txBody>
      </p:sp>
      <p:sp>
        <p:nvSpPr>
          <p:cNvPr id="7" name="">
            <a:extLst xmlns:a="http://schemas.openxmlformats.org/drawingml/2006/main">
              <a:ext uri="{FF2B5EF4-FFF2-40B4-BE49-F238E27FC236}">
                <a16:creationId xmlns:a16="http://schemas.microsoft.com/office/drawing/2014/main" id="{F33FFFA6-22AE-4500-82CD-2B6A9F3329EE}"/>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true/false · 시각: 시간대 포함</a:t>
            </a:r>
          </a:p>
        </p:txBody>
      </p:sp>
      <p:sp>
        <p:nvSpPr>
          <p:cNvPr id="8" name="">
            <a:extLst xmlns:a="http://schemas.openxmlformats.org/drawingml/2006/main">
              <a:ext uri="{FF2B5EF4-FFF2-40B4-BE49-F238E27FC236}">
                <a16:creationId xmlns:a16="http://schemas.microsoft.com/office/drawing/2014/main" id="{A6EF3350-02C6-4498-AA64-27CF52F77F6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1692AB4-E900-4482-9C54-961A0124E8A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5823063D-C9F4-4B63-8379-A2BE36F5D83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179152884"/>
      </p:ext>
    </p:extLst>
  </p:cSld>
</p:sld>
</file>

<file path=ppt/slides/slide4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97A474C-FC5C-4DE0-8595-F7BF53BD532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A217D4C0-B2D9-4152-B959-C17A63CAFE6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전송·수신·화면 값 추적</a:t>
            </a:r>
          </a:p>
        </p:txBody>
      </p:sp>
      <p:sp>
        <p:nvSpPr>
          <p:cNvPr id="3" name="">
            <a:extLst xmlns:a="http://schemas.openxmlformats.org/drawingml/2006/main">
              <a:ext uri="{FF2B5EF4-FFF2-40B4-BE49-F238E27FC236}">
                <a16:creationId xmlns:a16="http://schemas.microsoft.com/office/drawing/2014/main" id="{67C7D8BA-96BD-49F8-B276-3BFF2FF19B6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6E46A1B-9C8A-44DB-BAF0-8DB3FB470EE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보낸 본문 → HTTP 응답 → GET 목록 → 화면</a:t>
            </a:r>
          </a:p>
        </p:txBody>
      </p:sp>
      <p:sp>
        <p:nvSpPr>
          <p:cNvPr id="5" name="">
            <a:extLst xmlns:a="http://schemas.openxmlformats.org/drawingml/2006/main">
              <a:ext uri="{FF2B5EF4-FFF2-40B4-BE49-F238E27FC236}">
                <a16:creationId xmlns:a16="http://schemas.microsoft.com/office/drawing/2014/main" id="{A146DAC6-0F3D-4301-A102-3BB8641198A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7342989-19D0-4D79-987F-217B2DA7CAA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45A2191-A23E-4441-8F15-AD08928D6C9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sensor_id와 측정 시각을 함께 찾습니다.</a:t>
            </a:r>
          </a:p>
        </p:txBody>
      </p:sp>
      <p:sp>
        <p:nvSpPr>
          <p:cNvPr id="8" name="">
            <a:extLst xmlns:a="http://schemas.openxmlformats.org/drawingml/2006/main">
              <a:ext uri="{FF2B5EF4-FFF2-40B4-BE49-F238E27FC236}">
                <a16:creationId xmlns:a16="http://schemas.microsoft.com/office/drawing/2014/main" id="{2FFFEC2B-14CB-4287-BEEE-8511CD5053C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0F03D98-C7BE-477C-974C-023A36C847D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CC7303A5-D70B-4982-96C6-863FF08DC21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042</a:t>
            </a:r>
          </a:p>
        </p:txBody>
      </p:sp>
    </p:spTree>
    <p:extLst>
      <p:ext uri="{BB962C8B-B14F-4D97-AF65-F5344CB8AC3E}">
        <p14:creationId xmlns:p14="http://schemas.microsoft.com/office/powerpoint/2010/main" val="240122752"/>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2F5D63A-5ADE-453E-92C7-024C5BA50ED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B973824-489E-43F6-8861-94E5BBB1014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기록 수락과 최신값 선택</a:t>
            </a:r>
          </a:p>
        </p:txBody>
      </p:sp>
      <p:sp>
        <p:nvSpPr>
          <p:cNvPr id="3" name="">
            <a:extLst xmlns:a="http://schemas.openxmlformats.org/drawingml/2006/main">
              <a:ext uri="{FF2B5EF4-FFF2-40B4-BE49-F238E27FC236}">
                <a16:creationId xmlns:a16="http://schemas.microsoft.com/office/drawing/2014/main" id="{7DD616D2-1F31-4820-9413-A136451723A0}"/>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과거 시각의 기록도 이력에 추가됩니다.</a:t>
            </a:r>
          </a:p>
        </p:txBody>
      </p:sp>
      <p:sp>
        <p:nvSpPr>
          <p:cNvPr id="4" name="">
            <a:extLst xmlns:a="http://schemas.openxmlformats.org/drawingml/2006/main">
              <a:ext uri="{FF2B5EF4-FFF2-40B4-BE49-F238E27FC236}">
                <a16:creationId xmlns:a16="http://schemas.microsoft.com/office/drawing/2014/main" id="{1CB88EE7-3FCF-4A08-BF05-D34B8CFDD424}"/>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최신 표는 더 큰 measured_at을 유지합니다.</a:t>
            </a:r>
          </a:p>
        </p:txBody>
      </p:sp>
      <p:sp>
        <p:nvSpPr>
          <p:cNvPr id="5" name="">
            <a:extLst xmlns:a="http://schemas.openxmlformats.org/drawingml/2006/main">
              <a:ext uri="{FF2B5EF4-FFF2-40B4-BE49-F238E27FC236}">
                <a16:creationId xmlns:a16="http://schemas.microsoft.com/office/drawing/2014/main" id="{AA26396F-9562-462E-8257-96F87ADACD7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DFFA474-D9E6-40BA-A36E-5F751A8BDC6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2AED8DF6-2DDC-4F50-BBC6-D06A35319B7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1324148883"/>
      </p:ext>
    </p:extLst>
  </p:cSld>
</p:sld>
</file>

<file path=ppt/slides/slide4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1A8A03D4-27D8-42B2-811D-388F73CFE89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A2FB03EB-DE31-46EE-8DC0-8AF8A849FE8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CSV 변환 코드 예제</a:t>
            </a:r>
          </a:p>
        </p:txBody>
      </p:sp>
      <p:sp>
        <p:nvSpPr>
          <p:cNvPr id="3" name="">
            <a:extLst xmlns:a="http://schemas.openxmlformats.org/drawingml/2006/main">
              <a:ext uri="{FF2B5EF4-FFF2-40B4-BE49-F238E27FC236}">
                <a16:creationId xmlns:a16="http://schemas.microsoft.com/office/drawing/2014/main" id="{844B8C35-0AB0-436E-B8D2-5119056C3AD7}"/>
              </a:ext>
            </a:extLst>
          </p:cNvPr>
          <p:cNvSpPr>
            <a:spLocks xmlns:a="http://schemas.openxmlformats.org/drawingml/2006/main" noGrp="1"/>
          </p:cNvSpPr>
          <p:nvPr/>
        </p:nvSpPr>
        <p:spPr>
          <a:xfrm xmlns:a="http://schemas.openxmlformats.org/drawingml/2006/main">
            <a:off x="609600" y="2714625"/>
            <a:ext cx="10972800" cy="3276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02AB430-C3A3-4A3E-96D5-C3178C3A110C}"/>
              </a:ext>
            </a:extLst>
          </p:cNvPr>
          <p:cNvSpPr>
            <a:spLocks xmlns:a="http://schemas.openxmlformats.org/drawingml/2006/main" noGrp="1"/>
          </p:cNvSpPr>
          <p:nvPr/>
        </p:nvSpPr>
        <p:spPr>
          <a:xfrm xmlns:a="http://schemas.openxmlformats.org/drawingml/2006/main">
            <a:off x="790575" y="29051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7DB267AF-7030-4ABA-80C2-7709C479AE46}"/>
              </a:ext>
            </a:extLst>
          </p:cNvPr>
          <p:cNvSpPr>
            <a:spLocks xmlns:a="http://schemas.openxmlformats.org/drawingml/2006/main" noGrp="1"/>
          </p:cNvSpPr>
          <p:nvPr/>
        </p:nvSpPr>
        <p:spPr>
          <a:xfrm xmlns:a="http://schemas.openxmlformats.org/drawingml/2006/main">
            <a:off x="1390650" y="28670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b="1">
                <a:solidFill>
                  <a:srgbClr val="FFFFFF"/>
                </a:solidFill>
              </a:rPr>
              <a:t>import</a:t>
            </a:r>
            <a:r>
              <a:rPr>
                <a:solidFill>
                  <a:srgbClr val="FFFFFF"/>
                </a:solidFill>
              </a:rPr>
              <a:t> csv, io, json</a:t>
            </a:r>
          </a:p>
        </p:txBody>
      </p:sp>
      <p:sp>
        <p:nvSpPr>
          <p:cNvPr id="6" name="">
            <a:extLst xmlns:a="http://schemas.openxmlformats.org/drawingml/2006/main">
              <a:ext uri="{FF2B5EF4-FFF2-40B4-BE49-F238E27FC236}">
                <a16:creationId xmlns:a16="http://schemas.microsoft.com/office/drawing/2014/main" id="{4A5F7875-2311-45FF-92CA-C27D21F1261E}"/>
              </a:ext>
            </a:extLst>
          </p:cNvPr>
          <p:cNvSpPr>
            <a:spLocks xmlns:a="http://schemas.openxmlformats.org/drawingml/2006/main" noGrp="1"/>
          </p:cNvSpPr>
          <p:nvPr/>
        </p:nvSpPr>
        <p:spPr>
          <a:xfrm xmlns:a="http://schemas.openxmlformats.org/drawingml/2006/main">
            <a:off x="790575" y="32004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1DD8E61E-AE32-46CD-A3A8-FBC976D31E44}"/>
              </a:ext>
            </a:extLst>
          </p:cNvPr>
          <p:cNvSpPr>
            <a:spLocks xmlns:a="http://schemas.openxmlformats.org/drawingml/2006/main" noGrp="1"/>
          </p:cNvSpPr>
          <p:nvPr/>
        </p:nvSpPr>
        <p:spPr>
          <a:xfrm xmlns:a="http://schemas.openxmlformats.org/drawingml/2006/main">
            <a:off x="1390650" y="31623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source = </a:t>
            </a:r>
            <a:r>
              <a:rPr>
                <a:solidFill>
                  <a:srgbClr val="BACBFA"/>
                </a:solidFill>
              </a:rPr>
              <a:t>"sensor_id,temperature_c\nS05,0\nS06,\n"</a:t>
            </a:r>
          </a:p>
        </p:txBody>
      </p:sp>
      <p:sp>
        <p:nvSpPr>
          <p:cNvPr id="8" name="">
            <a:extLst xmlns:a="http://schemas.openxmlformats.org/drawingml/2006/main">
              <a:ext uri="{FF2B5EF4-FFF2-40B4-BE49-F238E27FC236}">
                <a16:creationId xmlns:a16="http://schemas.microsoft.com/office/drawing/2014/main" id="{BACD53B0-AAC9-4129-94B6-EB4539D06D07}"/>
              </a:ext>
            </a:extLst>
          </p:cNvPr>
          <p:cNvSpPr>
            <a:spLocks xmlns:a="http://schemas.openxmlformats.org/drawingml/2006/main" noGrp="1"/>
          </p:cNvSpPr>
          <p:nvPr/>
        </p:nvSpPr>
        <p:spPr>
          <a:xfrm xmlns:a="http://schemas.openxmlformats.org/drawingml/2006/main">
            <a:off x="790575" y="349567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00741F0C-0BEB-4B81-A7ED-F32EE1A0DC11}"/>
              </a:ext>
            </a:extLst>
          </p:cNvPr>
          <p:cNvSpPr>
            <a:spLocks xmlns:a="http://schemas.openxmlformats.org/drawingml/2006/main" noGrp="1"/>
          </p:cNvSpPr>
          <p:nvPr/>
        </p:nvSpPr>
        <p:spPr>
          <a:xfrm xmlns:a="http://schemas.openxmlformats.org/drawingml/2006/main">
            <a:off x="1390650" y="345757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rows = list(csv.DictReader(io.StringIO(source)))</a:t>
            </a:r>
          </a:p>
        </p:txBody>
      </p:sp>
      <p:sp>
        <p:nvSpPr>
          <p:cNvPr id="10" name="">
            <a:extLst xmlns:a="http://schemas.openxmlformats.org/drawingml/2006/main">
              <a:ext uri="{FF2B5EF4-FFF2-40B4-BE49-F238E27FC236}">
                <a16:creationId xmlns:a16="http://schemas.microsoft.com/office/drawing/2014/main" id="{C4F610E2-D382-4652-B24D-11BC7D7BC80A}"/>
              </a:ext>
            </a:extLst>
          </p:cNvPr>
          <p:cNvSpPr>
            <a:spLocks xmlns:a="http://schemas.openxmlformats.org/drawingml/2006/main" noGrp="1"/>
          </p:cNvSpPr>
          <p:nvPr/>
        </p:nvSpPr>
        <p:spPr>
          <a:xfrm xmlns:a="http://schemas.openxmlformats.org/drawingml/2006/main">
            <a:off x="790575" y="379095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FFC48D82-A299-4230-AA4A-C008CB98B42D}"/>
              </a:ext>
            </a:extLst>
          </p:cNvPr>
          <p:cNvSpPr>
            <a:spLocks xmlns:a="http://schemas.openxmlformats.org/drawingml/2006/main" noGrp="1"/>
          </p:cNvSpPr>
          <p:nvPr/>
        </p:nvSpPr>
        <p:spPr>
          <a:xfrm xmlns:a="http://schemas.openxmlformats.org/drawingml/2006/main">
            <a:off x="1390650" y="375285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b="1">
                <a:solidFill>
                  <a:srgbClr val="FFFFFF"/>
                </a:solidFill>
              </a:rPr>
              <a:t>for</a:t>
            </a:r>
            <a:r>
              <a:rPr>
                <a:solidFill>
                  <a:srgbClr val="FFFFFF"/>
                </a:solidFill>
              </a:rPr>
              <a:t> row </a:t>
            </a:r>
            <a:r>
              <a:rPr b="1">
                <a:solidFill>
                  <a:srgbClr val="FFFFFF"/>
                </a:solidFill>
              </a:rPr>
              <a:t>in</a:t>
            </a:r>
            <a:r>
              <a:rPr>
                <a:solidFill>
                  <a:srgbClr val="FFFFFF"/>
                </a:solidFill>
              </a:rPr>
              <a:t> rows:</a:t>
            </a:r>
          </a:p>
        </p:txBody>
      </p:sp>
      <p:sp>
        <p:nvSpPr>
          <p:cNvPr id="12" name="">
            <a:extLst xmlns:a="http://schemas.openxmlformats.org/drawingml/2006/main">
              <a:ext uri="{FF2B5EF4-FFF2-40B4-BE49-F238E27FC236}">
                <a16:creationId xmlns:a16="http://schemas.microsoft.com/office/drawing/2014/main" id="{98BFBBBC-B895-4C91-80B8-2AF955187E6F}"/>
              </a:ext>
            </a:extLst>
          </p:cNvPr>
          <p:cNvSpPr>
            <a:spLocks xmlns:a="http://schemas.openxmlformats.org/drawingml/2006/main" noGrp="1"/>
          </p:cNvSpPr>
          <p:nvPr/>
        </p:nvSpPr>
        <p:spPr>
          <a:xfrm xmlns:a="http://schemas.openxmlformats.org/drawingml/2006/main">
            <a:off x="790575" y="40862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C02281D7-58A2-4024-A90D-E5A4F34586B7}"/>
              </a:ext>
            </a:extLst>
          </p:cNvPr>
          <p:cNvSpPr>
            <a:spLocks xmlns:a="http://schemas.openxmlformats.org/drawingml/2006/main" noGrp="1"/>
          </p:cNvSpPr>
          <p:nvPr/>
        </p:nvSpPr>
        <p:spPr>
          <a:xfrm xmlns:a="http://schemas.openxmlformats.org/drawingml/2006/main">
            <a:off x="1390650" y="40481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text = row[</a:t>
            </a:r>
            <a:r>
              <a:rPr>
                <a:solidFill>
                  <a:srgbClr val="BACBFA"/>
                </a:solidFill>
              </a:rPr>
              <a:t>"temperature_c"</a:t>
            </a:r>
            <a:r>
              <a:rPr>
                <a:solidFill>
                  <a:srgbClr val="FFFFFF"/>
                </a:solidFill>
              </a:rPr>
              <a:t>].strip()</a:t>
            </a:r>
          </a:p>
        </p:txBody>
      </p:sp>
      <p:sp>
        <p:nvSpPr>
          <p:cNvPr id="14" name="">
            <a:extLst xmlns:a="http://schemas.openxmlformats.org/drawingml/2006/main">
              <a:ext uri="{FF2B5EF4-FFF2-40B4-BE49-F238E27FC236}">
                <a16:creationId xmlns:a16="http://schemas.microsoft.com/office/drawing/2014/main" id="{E92DABAC-D2DB-4972-8B4B-9AF0821DB73D}"/>
              </a:ext>
            </a:extLst>
          </p:cNvPr>
          <p:cNvSpPr>
            <a:spLocks xmlns:a="http://schemas.openxmlformats.org/drawingml/2006/main" noGrp="1"/>
          </p:cNvSpPr>
          <p:nvPr/>
        </p:nvSpPr>
        <p:spPr>
          <a:xfrm xmlns:a="http://schemas.openxmlformats.org/drawingml/2006/main">
            <a:off x="790575" y="43815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7D7A4BB3-A371-4B60-870E-0C57316EE367}"/>
              </a:ext>
            </a:extLst>
          </p:cNvPr>
          <p:cNvSpPr>
            <a:spLocks xmlns:a="http://schemas.openxmlformats.org/drawingml/2006/main" noGrp="1"/>
          </p:cNvSpPr>
          <p:nvPr/>
        </p:nvSpPr>
        <p:spPr>
          <a:xfrm xmlns:a="http://schemas.openxmlformats.org/drawingml/2006/main">
            <a:off x="1390650" y="43434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value = </a:t>
            </a:r>
            <a:r>
              <a:rPr b="1">
                <a:solidFill>
                  <a:srgbClr val="FFFFFF"/>
                </a:solidFill>
              </a:rPr>
              <a:t>None</a:t>
            </a:r>
            <a:r>
              <a:rPr>
                <a:solidFill>
                  <a:srgbClr val="FFFFFF"/>
                </a:solidFill>
              </a:rPr>
              <a:t> </a:t>
            </a:r>
            <a:r>
              <a:rPr b="1">
                <a:solidFill>
                  <a:srgbClr val="FFFFFF"/>
                </a:solidFill>
              </a:rPr>
              <a:t>if</a:t>
            </a:r>
            <a:r>
              <a:rPr>
                <a:solidFill>
                  <a:srgbClr val="FFFFFF"/>
                </a:solidFill>
              </a:rPr>
              <a:t> text == </a:t>
            </a:r>
            <a:r>
              <a:rPr>
                <a:solidFill>
                  <a:srgbClr val="BACBFA"/>
                </a:solidFill>
              </a:rPr>
              <a:t>""</a:t>
            </a:r>
            <a:r>
              <a:rPr>
                <a:solidFill>
                  <a:srgbClr val="FFFFFF"/>
                </a:solidFill>
              </a:rPr>
              <a:t> </a:t>
            </a:r>
            <a:r>
              <a:rPr b="1">
                <a:solidFill>
                  <a:srgbClr val="FFFFFF"/>
                </a:solidFill>
              </a:rPr>
              <a:t>else</a:t>
            </a:r>
            <a:r>
              <a:rPr>
                <a:solidFill>
                  <a:srgbClr val="FFFFFF"/>
                </a:solidFill>
              </a:rPr>
              <a:t> float(text)</a:t>
            </a:r>
          </a:p>
        </p:txBody>
      </p:sp>
      <p:sp>
        <p:nvSpPr>
          <p:cNvPr id="16" name="">
            <a:extLst xmlns:a="http://schemas.openxmlformats.org/drawingml/2006/main">
              <a:ext uri="{FF2B5EF4-FFF2-40B4-BE49-F238E27FC236}">
                <a16:creationId xmlns:a16="http://schemas.microsoft.com/office/drawing/2014/main" id="{DBA7594A-EEB2-4B52-8DAA-8256DC057351}"/>
              </a:ext>
            </a:extLst>
          </p:cNvPr>
          <p:cNvSpPr>
            <a:spLocks xmlns:a="http://schemas.openxmlformats.org/drawingml/2006/main" noGrp="1"/>
          </p:cNvSpPr>
          <p:nvPr/>
        </p:nvSpPr>
        <p:spPr>
          <a:xfrm xmlns:a="http://schemas.openxmlformats.org/drawingml/2006/main">
            <a:off x="790575" y="467677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9B004FEE-B6A3-4550-A503-1D7F41C2FF4D}"/>
              </a:ext>
            </a:extLst>
          </p:cNvPr>
          <p:cNvSpPr>
            <a:spLocks xmlns:a="http://schemas.openxmlformats.org/drawingml/2006/main" noGrp="1"/>
          </p:cNvSpPr>
          <p:nvPr/>
        </p:nvSpPr>
        <p:spPr>
          <a:xfrm xmlns:a="http://schemas.openxmlformats.org/drawingml/2006/main">
            <a:off x="1390650" y="463867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value is not </a:t>
            </a:r>
            <a:r>
              <a:rPr b="1">
                <a:solidFill>
                  <a:srgbClr val="FFFFFF"/>
                </a:solidFill>
              </a:rPr>
              <a:t>None</a:t>
            </a:r>
            <a:r>
              <a:rPr>
                <a:solidFill>
                  <a:srgbClr val="FFFFFF"/>
                </a:solidFill>
              </a:rPr>
              <a:t> and not 0 &lt;= value &lt;= 50:</a:t>
            </a:r>
          </a:p>
        </p:txBody>
      </p:sp>
      <p:sp>
        <p:nvSpPr>
          <p:cNvPr id="18" name="">
            <a:extLst xmlns:a="http://schemas.openxmlformats.org/drawingml/2006/main">
              <a:ext uri="{FF2B5EF4-FFF2-40B4-BE49-F238E27FC236}">
                <a16:creationId xmlns:a16="http://schemas.microsoft.com/office/drawing/2014/main" id="{C4DE467C-0A07-43C5-997A-D923A3D61E74}"/>
              </a:ext>
            </a:extLst>
          </p:cNvPr>
          <p:cNvSpPr>
            <a:spLocks xmlns:a="http://schemas.openxmlformats.org/drawingml/2006/main" noGrp="1"/>
          </p:cNvSpPr>
          <p:nvPr/>
        </p:nvSpPr>
        <p:spPr>
          <a:xfrm xmlns:a="http://schemas.openxmlformats.org/drawingml/2006/main">
            <a:off x="790575" y="497205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08</a:t>
            </a:r>
          </a:p>
        </p:txBody>
      </p:sp>
      <p:sp>
        <p:nvSpPr>
          <p:cNvPr id="19" name="">
            <a:extLst xmlns:a="http://schemas.openxmlformats.org/drawingml/2006/main">
              <a:ext uri="{FF2B5EF4-FFF2-40B4-BE49-F238E27FC236}">
                <a16:creationId xmlns:a16="http://schemas.microsoft.com/office/drawing/2014/main" id="{BEA9A773-C038-47FB-855C-30C1928D2DB8}"/>
              </a:ext>
            </a:extLst>
          </p:cNvPr>
          <p:cNvSpPr>
            <a:spLocks xmlns:a="http://schemas.openxmlformats.org/drawingml/2006/main" noGrp="1"/>
          </p:cNvSpPr>
          <p:nvPr/>
        </p:nvSpPr>
        <p:spPr>
          <a:xfrm xmlns:a="http://schemas.openxmlformats.org/drawingml/2006/main">
            <a:off x="1390650" y="493395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raise ValueError(</a:t>
            </a:r>
            <a:r>
              <a:rPr>
                <a:solidFill>
                  <a:srgbClr val="BACBFA"/>
                </a:solidFill>
              </a:rPr>
              <a:t>"invalid temperature"</a:t>
            </a:r>
            <a:r>
              <a:rPr>
                <a:solidFill>
                  <a:srgbClr val="FFFFFF"/>
                </a:solidFill>
              </a:rPr>
              <a:t>)</a:t>
            </a:r>
          </a:p>
        </p:txBody>
      </p:sp>
      <p:sp>
        <p:nvSpPr>
          <p:cNvPr id="20" name="">
            <a:extLst xmlns:a="http://schemas.openxmlformats.org/drawingml/2006/main">
              <a:ext uri="{FF2B5EF4-FFF2-40B4-BE49-F238E27FC236}">
                <a16:creationId xmlns:a16="http://schemas.microsoft.com/office/drawing/2014/main" id="{40C0C306-E17F-4148-9484-76730C90E66A}"/>
              </a:ext>
            </a:extLst>
          </p:cNvPr>
          <p:cNvSpPr>
            <a:spLocks xmlns:a="http://schemas.openxmlformats.org/drawingml/2006/main" noGrp="1"/>
          </p:cNvSpPr>
          <p:nvPr/>
        </p:nvSpPr>
        <p:spPr>
          <a:xfrm xmlns:a="http://schemas.openxmlformats.org/drawingml/2006/main">
            <a:off x="790575" y="52673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09</a:t>
            </a:r>
          </a:p>
        </p:txBody>
      </p:sp>
      <p:sp>
        <p:nvSpPr>
          <p:cNvPr id="21" name="">
            <a:extLst xmlns:a="http://schemas.openxmlformats.org/drawingml/2006/main">
              <a:ext uri="{FF2B5EF4-FFF2-40B4-BE49-F238E27FC236}">
                <a16:creationId xmlns:a16="http://schemas.microsoft.com/office/drawing/2014/main" id="{BBD29B51-4A98-4AF2-BD5C-BB33438F9A63}"/>
              </a:ext>
            </a:extLst>
          </p:cNvPr>
          <p:cNvSpPr>
            <a:spLocks xmlns:a="http://schemas.openxmlformats.org/drawingml/2006/main" noGrp="1"/>
          </p:cNvSpPr>
          <p:nvPr/>
        </p:nvSpPr>
        <p:spPr>
          <a:xfrm xmlns:a="http://schemas.openxmlformats.org/drawingml/2006/main">
            <a:off x="1390650" y="52292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row[</a:t>
            </a:r>
            <a:r>
              <a:rPr>
                <a:solidFill>
                  <a:srgbClr val="BACBFA"/>
                </a:solidFill>
              </a:rPr>
              <a:t>"temperature_c"</a:t>
            </a:r>
            <a:r>
              <a:rPr>
                <a:solidFill>
                  <a:srgbClr val="FFFFFF"/>
                </a:solidFill>
              </a:rPr>
              <a:t>] = value</a:t>
            </a:r>
          </a:p>
        </p:txBody>
      </p:sp>
      <p:sp>
        <p:nvSpPr>
          <p:cNvPr id="22" name="">
            <a:extLst xmlns:a="http://schemas.openxmlformats.org/drawingml/2006/main">
              <a:ext uri="{FF2B5EF4-FFF2-40B4-BE49-F238E27FC236}">
                <a16:creationId xmlns:a16="http://schemas.microsoft.com/office/drawing/2014/main" id="{DDC6DA20-2E96-4A02-854F-54B87A2092C4}"/>
              </a:ext>
            </a:extLst>
          </p:cNvPr>
          <p:cNvSpPr>
            <a:spLocks xmlns:a="http://schemas.openxmlformats.org/drawingml/2006/main" noGrp="1"/>
          </p:cNvSpPr>
          <p:nvPr/>
        </p:nvSpPr>
        <p:spPr>
          <a:xfrm xmlns:a="http://schemas.openxmlformats.org/drawingml/2006/main">
            <a:off x="790575" y="55626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10</a:t>
            </a:r>
          </a:p>
        </p:txBody>
      </p:sp>
      <p:sp>
        <p:nvSpPr>
          <p:cNvPr id="23" name="">
            <a:extLst xmlns:a="http://schemas.openxmlformats.org/drawingml/2006/main">
              <a:ext uri="{FF2B5EF4-FFF2-40B4-BE49-F238E27FC236}">
                <a16:creationId xmlns:a16="http://schemas.microsoft.com/office/drawing/2014/main" id="{7D8CC898-57CE-4603-85F0-CD388CFE42A6}"/>
              </a:ext>
            </a:extLst>
          </p:cNvPr>
          <p:cNvSpPr>
            <a:spLocks xmlns:a="http://schemas.openxmlformats.org/drawingml/2006/main" noGrp="1"/>
          </p:cNvSpPr>
          <p:nvPr/>
        </p:nvSpPr>
        <p:spPr>
          <a:xfrm xmlns:a="http://schemas.openxmlformats.org/drawingml/2006/main">
            <a:off x="1390650" y="55245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print(json.dumps(rows))</a:t>
            </a:r>
          </a:p>
        </p:txBody>
      </p:sp>
      <p:sp>
        <p:nvSpPr>
          <p:cNvPr id="24" name="">
            <a:extLst xmlns:a="http://schemas.openxmlformats.org/drawingml/2006/main">
              <a:ext uri="{FF2B5EF4-FFF2-40B4-BE49-F238E27FC236}">
                <a16:creationId xmlns:a16="http://schemas.microsoft.com/office/drawing/2014/main" id="{8BF5618C-4C2D-4527-A9B6-7ADDCCCA07A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E7A62EDE-E01D-46A6-96E4-C806F220F72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26" name="">
            <a:extLst xmlns:a="http://schemas.openxmlformats.org/drawingml/2006/main">
              <a:ext uri="{FF2B5EF4-FFF2-40B4-BE49-F238E27FC236}">
                <a16:creationId xmlns:a16="http://schemas.microsoft.com/office/drawing/2014/main" id="{86D94AF9-CBB9-4F56-A02C-7A1DEDB0964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044</a:t>
            </a:r>
          </a:p>
        </p:txBody>
      </p:sp>
    </p:spTree>
    <p:extLst>
      <p:ext uri="{BB962C8B-B14F-4D97-AF65-F5344CB8AC3E}">
        <p14:creationId xmlns:p14="http://schemas.microsoft.com/office/powerpoint/2010/main" val="1252556819"/>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95C7FA2-BE38-4EF0-8FF2-4BF0F42FC27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BE4C39C0-69F9-4F82-867A-F233CFE11FA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5F108518-D211-4ACC-A359-F29A87029733}"/>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1~3행:</a:t>
            </a:r>
          </a:p>
        </p:txBody>
      </p:sp>
      <p:sp>
        <p:nvSpPr>
          <p:cNvPr id="4" name="">
            <a:extLst xmlns:a="http://schemas.openxmlformats.org/drawingml/2006/main">
              <a:ext uri="{FF2B5EF4-FFF2-40B4-BE49-F238E27FC236}">
                <a16:creationId xmlns:a16="http://schemas.microsoft.com/office/drawing/2014/main" id="{465959B4-D518-43E0-8814-7A6B935B9EEB}"/>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CSV를 이름·값 목록으로 읽습니다.</a:t>
            </a:r>
          </a:p>
        </p:txBody>
      </p:sp>
      <p:sp>
        <p:nvSpPr>
          <p:cNvPr id="5" name="">
            <a:extLst xmlns:a="http://schemas.openxmlformats.org/drawingml/2006/main">
              <a:ext uri="{FF2B5EF4-FFF2-40B4-BE49-F238E27FC236}">
                <a16:creationId xmlns:a16="http://schemas.microsoft.com/office/drawing/2014/main" id="{33ADFAED-8D13-4272-9D08-AEFE1EA183D3}"/>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CF8DE96-325D-4405-AA1F-2F6233F4111B}"/>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4~6행:</a:t>
            </a:r>
          </a:p>
        </p:txBody>
      </p:sp>
      <p:sp>
        <p:nvSpPr>
          <p:cNvPr id="7" name="">
            <a:extLst xmlns:a="http://schemas.openxmlformats.org/drawingml/2006/main">
              <a:ext uri="{FF2B5EF4-FFF2-40B4-BE49-F238E27FC236}">
                <a16:creationId xmlns:a16="http://schemas.microsoft.com/office/drawing/2014/main" id="{7EF1603D-1E77-4D6D-90EE-154929BDE1EB}"/>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빈칸과 숫자를 구분합니다.</a:t>
            </a:r>
          </a:p>
        </p:txBody>
      </p:sp>
      <p:sp>
        <p:nvSpPr>
          <p:cNvPr id="8" name="">
            <a:extLst xmlns:a="http://schemas.openxmlformats.org/drawingml/2006/main">
              <a:ext uri="{FF2B5EF4-FFF2-40B4-BE49-F238E27FC236}">
                <a16:creationId xmlns:a16="http://schemas.microsoft.com/office/drawing/2014/main" id="{B0563DE9-6986-4646-B2F2-578BEB4D4406}"/>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B7672CE-4715-4EFE-8682-B04C460AF949}"/>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7~9행:</a:t>
            </a:r>
          </a:p>
        </p:txBody>
      </p:sp>
      <p:sp>
        <p:nvSpPr>
          <p:cNvPr id="10" name="">
            <a:extLst xmlns:a="http://schemas.openxmlformats.org/drawingml/2006/main">
              <a:ext uri="{FF2B5EF4-FFF2-40B4-BE49-F238E27FC236}">
                <a16:creationId xmlns:a16="http://schemas.microsoft.com/office/drawing/2014/main" id="{8C6FB0FB-CC1E-4113-A858-79E85580BFA0}"/>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범위를 검사해 값을 저장합니다.</a:t>
            </a:r>
          </a:p>
        </p:txBody>
      </p:sp>
      <p:sp>
        <p:nvSpPr>
          <p:cNvPr id="11" name="">
            <a:extLst xmlns:a="http://schemas.openxmlformats.org/drawingml/2006/main">
              <a:ext uri="{FF2B5EF4-FFF2-40B4-BE49-F238E27FC236}">
                <a16:creationId xmlns:a16="http://schemas.microsoft.com/office/drawing/2014/main" id="{145F65A1-E56D-4C0E-A534-EFB188F56FE2}"/>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863EC7C-D79C-4002-9DDF-CE3462D8A4D4}"/>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10행:</a:t>
            </a:r>
          </a:p>
        </p:txBody>
      </p:sp>
      <p:sp>
        <p:nvSpPr>
          <p:cNvPr id="13" name="">
            <a:extLst xmlns:a="http://schemas.openxmlformats.org/drawingml/2006/main">
              <a:ext uri="{FF2B5EF4-FFF2-40B4-BE49-F238E27FC236}">
                <a16:creationId xmlns:a16="http://schemas.microsoft.com/office/drawing/2014/main" id="{0F4529FA-2A51-4AC0-A61B-9481DC60E547}"/>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JSON으로 출력합니다.</a:t>
            </a:r>
          </a:p>
        </p:txBody>
      </p:sp>
      <p:sp>
        <p:nvSpPr>
          <p:cNvPr id="14" name="">
            <a:extLst xmlns:a="http://schemas.openxmlformats.org/drawingml/2006/main">
              <a:ext uri="{FF2B5EF4-FFF2-40B4-BE49-F238E27FC236}">
                <a16:creationId xmlns:a16="http://schemas.microsoft.com/office/drawing/2014/main" id="{44DCA50A-3B58-4DC0-909C-9B01BFA0CD2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81D7F16-40C3-4172-B161-CE010BB5B2F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6" name="">
            <a:extLst xmlns:a="http://schemas.openxmlformats.org/drawingml/2006/main">
              <a:ext uri="{FF2B5EF4-FFF2-40B4-BE49-F238E27FC236}">
                <a16:creationId xmlns:a16="http://schemas.microsoft.com/office/drawing/2014/main" id="{74D9241A-7072-48B7-BE24-622CE5ED974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663122759"/>
      </p:ext>
    </p:extLst>
  </p:cSld>
</p:sld>
</file>

<file path=ppt/slides/slide4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E4FEAFB-3CDE-4C3D-97DB-200364881CF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11B40AB-464C-4CC9-9C0A-951364B9E23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70F7965D-E6B7-4668-ACE1-23CBEF4EACB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514CA3B-E297-46D5-A774-C073B190CE3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E7B479C7-BA31-4398-BA95-50C21600493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FCADA8A-FE3E-4554-BFC6-9F071A882CE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5A42A55-5A5F-4194-8603-F5400D2CA27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work/csv_trace.py</a:t>
            </a:r>
          </a:p>
        </p:txBody>
      </p:sp>
      <p:sp>
        <p:nvSpPr>
          <p:cNvPr id="8" name="">
            <a:extLst xmlns:a="http://schemas.openxmlformats.org/drawingml/2006/main">
              <a:ext uri="{FF2B5EF4-FFF2-40B4-BE49-F238E27FC236}">
                <a16:creationId xmlns:a16="http://schemas.microsoft.com/office/drawing/2014/main" id="{0502C095-96AD-430A-8C95-AAC8E0B4CBB5}"/>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32B9488-A830-4586-9D15-FFA2C303D613}"/>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69425DB9-724E-470D-A5E5-FE79B8F0FF4F}"/>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work/csv_trace.py</a:t>
            </a:r>
          </a:p>
        </p:txBody>
      </p:sp>
      <p:sp>
        <p:nvSpPr>
          <p:cNvPr id="11" name="">
            <a:extLst xmlns:a="http://schemas.openxmlformats.org/drawingml/2006/main">
              <a:ext uri="{FF2B5EF4-FFF2-40B4-BE49-F238E27FC236}">
                <a16:creationId xmlns:a16="http://schemas.microsoft.com/office/drawing/2014/main" id="{582959ED-025A-4E78-A6AB-F17735C4E10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00C000B-3853-4584-8B89-B3CCEC3F7C3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3" name="">
            <a:extLst xmlns:a="http://schemas.openxmlformats.org/drawingml/2006/main">
              <a:ext uri="{FF2B5EF4-FFF2-40B4-BE49-F238E27FC236}">
                <a16:creationId xmlns:a16="http://schemas.microsoft.com/office/drawing/2014/main" id="{7741B485-1AA1-4C36-86FB-FD0B1836A79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046</a:t>
            </a:r>
          </a:p>
        </p:txBody>
      </p:sp>
    </p:spTree>
    <p:extLst>
      <p:ext uri="{BB962C8B-B14F-4D97-AF65-F5344CB8AC3E}">
        <p14:creationId xmlns:p14="http://schemas.microsoft.com/office/powerpoint/2010/main" val="1198035539"/>
      </p:ext>
    </p:extLst>
  </p:cSld>
</p:sld>
</file>

<file path=ppt/slides/slide4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CEB9F3A-E13F-4656-B245-7C104BEA4EE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4C15714-97AA-47A9-A427-D100E610B3B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8C947BC5-0CE1-4E8D-8D01-2A2632AD30C8}"/>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436A71A-B0E3-4FE1-9C97-4CF6C5645527}"/>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S05의 0 → 숫자 0.0</a:t>
            </a:r>
          </a:p>
        </p:txBody>
      </p:sp>
      <p:sp>
        <p:nvSpPr>
          <p:cNvPr id="5" name="">
            <a:extLst xmlns:a="http://schemas.openxmlformats.org/drawingml/2006/main">
              <a:ext uri="{FF2B5EF4-FFF2-40B4-BE49-F238E27FC236}">
                <a16:creationId xmlns:a16="http://schemas.microsoft.com/office/drawing/2014/main" id="{797E0B07-2329-4428-B15A-258054C9CCBC}"/>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S06의 빈칸 → JSON null</a:t>
            </a:r>
          </a:p>
        </p:txBody>
      </p:sp>
      <p:sp>
        <p:nvSpPr>
          <p:cNvPr id="6" name="">
            <a:extLst xmlns:a="http://schemas.openxmlformats.org/drawingml/2006/main">
              <a:ext uri="{FF2B5EF4-FFF2-40B4-BE49-F238E27FC236}">
                <a16:creationId xmlns:a16="http://schemas.microsoft.com/office/drawing/2014/main" id="{2AA23127-77F0-4AD5-8D77-4A6AE26D92D8}"/>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실제 참고 코드에는 JSON 출력 줄이 있습니다.</a:t>
            </a:r>
          </a:p>
        </p:txBody>
      </p:sp>
      <p:sp>
        <p:nvSpPr>
          <p:cNvPr id="7" name="">
            <a:extLst xmlns:a="http://schemas.openxmlformats.org/drawingml/2006/main">
              <a:ext uri="{FF2B5EF4-FFF2-40B4-BE49-F238E27FC236}">
                <a16:creationId xmlns:a16="http://schemas.microsoft.com/office/drawing/2014/main" id="{28DCC819-9559-4FEE-B15B-48E578443A2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8BFE9C5-A60F-4164-834D-7B45E95F564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9E1404FF-FCB5-408F-A250-A4BDFF226E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047</a:t>
            </a:r>
          </a:p>
        </p:txBody>
      </p:sp>
    </p:spTree>
    <p:extLst>
      <p:ext uri="{BB962C8B-B14F-4D97-AF65-F5344CB8AC3E}">
        <p14:creationId xmlns:p14="http://schemas.microsoft.com/office/powerpoint/2010/main" val="2138943550"/>
      </p:ext>
    </p:extLst>
  </p:cSld>
</p:sld>
</file>

<file path=ppt/slides/slide4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1F1AB9E-34F9-493D-AE55-A257BE26C6B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49F803BE-A0FF-4806-AD29-AAB84B650AF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3A346B6C-7001-4F98-B8A2-78E095F2D72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CSV 셀: "0", 빈칸, "null", "51", "24.0"</a:t>
            </a:r>
          </a:p>
        </p:txBody>
      </p:sp>
      <p:sp>
        <p:nvSpPr>
          <p:cNvPr id="4" name="">
            <a:extLst xmlns:a="http://schemas.openxmlformats.org/drawingml/2006/main">
              <a:ext uri="{FF2B5EF4-FFF2-40B4-BE49-F238E27FC236}">
                <a16:creationId xmlns:a16="http://schemas.microsoft.com/office/drawing/2014/main" id="{E53E7139-415A-469A-9DF3-A8A08FEE6D3B}"/>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숫자·미측정·거절로 분류하세요.</a:t>
            </a:r>
          </a:p>
        </p:txBody>
      </p:sp>
      <p:sp>
        <p:nvSpPr>
          <p:cNvPr id="5" name="">
            <a:extLst xmlns:a="http://schemas.openxmlformats.org/drawingml/2006/main">
              <a:ext uri="{FF2B5EF4-FFF2-40B4-BE49-F238E27FC236}">
                <a16:creationId xmlns:a16="http://schemas.microsoft.com/office/drawing/2014/main" id="{568C257B-9260-48FA-A60B-5D09305FD29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29B0413-D44E-4D74-A80C-CB78354FE7A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AB61E720-243F-49FD-8996-C3615F48C36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048</a:t>
            </a:r>
          </a:p>
        </p:txBody>
      </p:sp>
    </p:spTree>
    <p:extLst>
      <p:ext uri="{BB962C8B-B14F-4D97-AF65-F5344CB8AC3E}">
        <p14:creationId xmlns:p14="http://schemas.microsoft.com/office/powerpoint/2010/main" val="810918160"/>
      </p:ext>
    </p:extLst>
  </p:cSld>
</p:sld>
</file>

<file path=ppt/slides/slide4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9216274-8435-42D1-8B06-E474C48F6AA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69498EFC-D7A5-47EE-830D-C8544A04CC5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정답과 풀이</a:t>
            </a:r>
          </a:p>
        </p:txBody>
      </p:sp>
      <p:sp>
        <p:nvSpPr>
          <p:cNvPr id="3" name="">
            <a:extLst xmlns:a="http://schemas.openxmlformats.org/drawingml/2006/main">
              <a:ext uri="{FF2B5EF4-FFF2-40B4-BE49-F238E27FC236}">
                <a16:creationId xmlns:a16="http://schemas.microsoft.com/office/drawing/2014/main" id="{835E5469-EE87-4F16-BA26-416C002248A4}"/>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숫자</a:t>
            </a:r>
          </a:p>
        </p:txBody>
      </p:sp>
      <p:sp>
        <p:nvSpPr>
          <p:cNvPr id="4" name="">
            <a:extLst xmlns:a="http://schemas.openxmlformats.org/drawingml/2006/main">
              <a:ext uri="{FF2B5EF4-FFF2-40B4-BE49-F238E27FC236}">
                <a16:creationId xmlns:a16="http://schemas.microsoft.com/office/drawing/2014/main" id="{F3EBD506-1BC7-4455-89EF-5D30A06A7963}"/>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4C23B8-7575-4812-A454-E5AE2ADEF578}"/>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숫자</a:t>
            </a:r>
            <a:r>
              <a:t>: 0.0, 24.0 · 미측정: null</a:t>
            </a:r>
          </a:p>
        </p:txBody>
      </p:sp>
      <p:sp>
        <p:nvSpPr>
          <p:cNvPr id="6" name="">
            <a:extLst xmlns:a="http://schemas.openxmlformats.org/drawingml/2006/main">
              <a:ext uri="{FF2B5EF4-FFF2-40B4-BE49-F238E27FC236}">
                <a16:creationId xmlns:a16="http://schemas.microsoft.com/office/drawing/2014/main" id="{09896BCF-7A41-4305-9B97-96550B834713}"/>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거절: 문자 null, 범위 밖 51</a:t>
            </a:r>
          </a:p>
        </p:txBody>
      </p:sp>
      <p:sp>
        <p:nvSpPr>
          <p:cNvPr id="7" name="">
            <a:extLst xmlns:a="http://schemas.openxmlformats.org/drawingml/2006/main">
              <a:ext uri="{FF2B5EF4-FFF2-40B4-BE49-F238E27FC236}">
                <a16:creationId xmlns:a16="http://schemas.microsoft.com/office/drawing/2014/main" id="{E0C620E1-E28E-4712-920E-DA6AA5934D3B}"/>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정한 변환 규칙 없이 값을 바꾸지 않습니다.</a:t>
            </a:r>
          </a:p>
        </p:txBody>
      </p:sp>
      <p:sp>
        <p:nvSpPr>
          <p:cNvPr id="8" name="">
            <a:extLst xmlns:a="http://schemas.openxmlformats.org/drawingml/2006/main">
              <a:ext uri="{FF2B5EF4-FFF2-40B4-BE49-F238E27FC236}">
                <a16:creationId xmlns:a16="http://schemas.microsoft.com/office/drawing/2014/main" id="{E93783BB-5B3F-470A-A391-A1AB45F42D1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023660C-3089-465F-A03B-77F4BADAC13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397E0821-ECDF-4F3A-BA90-9AD4E19C9EB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049</a:t>
            </a:r>
          </a:p>
        </p:txBody>
      </p:sp>
    </p:spTree>
    <p:extLst>
      <p:ext uri="{BB962C8B-B14F-4D97-AF65-F5344CB8AC3E}">
        <p14:creationId xmlns:p14="http://schemas.microsoft.com/office/powerpoint/2010/main" val="1656148314"/>
      </p:ext>
    </p:extLst>
  </p:cSld>
</p:sld>
</file>

<file path=ppt/slides/slide5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0788267-01FE-4C56-A511-2F7AC2E5286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0ECDDD6D-41F2-4B6E-B36E-E655D4DF00A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값 바꾸기</a:t>
            </a:r>
          </a:p>
        </p:txBody>
      </p:sp>
      <p:sp>
        <p:nvSpPr>
          <p:cNvPr id="3" name="">
            <a:extLst xmlns:a="http://schemas.openxmlformats.org/drawingml/2006/main">
              <a:ext uri="{FF2B5EF4-FFF2-40B4-BE49-F238E27FC236}">
                <a16:creationId xmlns:a16="http://schemas.microsoft.com/office/drawing/2014/main" id="{B2077DE6-D208-45E7-92F6-A65AB58ED6A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참고 코드의 24.0을 51로 바꿉니다.</a:t>
            </a:r>
          </a:p>
        </p:txBody>
      </p:sp>
      <p:sp>
        <p:nvSpPr>
          <p:cNvPr id="4" name="">
            <a:extLst xmlns:a="http://schemas.openxmlformats.org/drawingml/2006/main">
              <a:ext uri="{FF2B5EF4-FFF2-40B4-BE49-F238E27FC236}">
                <a16:creationId xmlns:a16="http://schemas.microsoft.com/office/drawing/2014/main" id="{5B4B42E3-3FD4-4E93-8207-F6B2ED4BD0C5}"/>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범위 오류 뒤 원문을 24.0으로 복구합니다.</a:t>
            </a:r>
          </a:p>
        </p:txBody>
      </p:sp>
      <p:sp>
        <p:nvSpPr>
          <p:cNvPr id="5" name="">
            <a:extLst xmlns:a="http://schemas.openxmlformats.org/drawingml/2006/main">
              <a:ext uri="{FF2B5EF4-FFF2-40B4-BE49-F238E27FC236}">
                <a16:creationId xmlns:a16="http://schemas.microsoft.com/office/drawing/2014/main" id="{F03EE321-356D-4AAF-BF0B-56755D4925C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5369AA1-4E43-49C5-AF20-66C696343F1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5C2C6573-75C9-467F-88F0-5F38FDF1BC6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050</a:t>
            </a:r>
          </a:p>
        </p:txBody>
      </p:sp>
    </p:spTree>
    <p:extLst>
      <p:ext uri="{BB962C8B-B14F-4D97-AF65-F5344CB8AC3E}">
        <p14:creationId xmlns:p14="http://schemas.microsoft.com/office/powerpoint/2010/main" val="1087075107"/>
      </p:ext>
    </p:extLst>
  </p:cSld>
</p:sld>
</file>

<file path=ppt/slides/slide5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127924-35C7-4720-BBAE-1EACA79E887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3C47238C-EE5E-4D76-9474-6679E55D67F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8CC6FA98-DCD6-4F45-A94B-9648F03592CA}"/>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abc·문자 null:</a:t>
            </a:r>
          </a:p>
        </p:txBody>
      </p:sp>
      <p:sp>
        <p:nvSpPr>
          <p:cNvPr id="4" name="">
            <a:extLst xmlns:a="http://schemas.openxmlformats.org/drawingml/2006/main">
              <a:ext uri="{FF2B5EF4-FFF2-40B4-BE49-F238E27FC236}">
                <a16:creationId xmlns:a16="http://schemas.microsoft.com/office/drawing/2014/main" id="{0A7471F9-A21F-48CB-8707-0480BDFA2955}"/>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숫자 변환 오류</a:t>
            </a:r>
          </a:p>
        </p:txBody>
      </p:sp>
      <p:sp>
        <p:nvSpPr>
          <p:cNvPr id="5" name="">
            <a:extLst xmlns:a="http://schemas.openxmlformats.org/drawingml/2006/main">
              <a:ext uri="{FF2B5EF4-FFF2-40B4-BE49-F238E27FC236}">
                <a16:creationId xmlns:a16="http://schemas.microsoft.com/office/drawing/2014/main" id="{D17D82CA-D3E6-44FC-A676-B28D9B036186}"/>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428007D-F7CE-4FA3-ADAF-896DD6D441AA}"/>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NaN:</a:t>
            </a:r>
          </a:p>
        </p:txBody>
      </p:sp>
      <p:sp>
        <p:nvSpPr>
          <p:cNvPr id="7" name="">
            <a:extLst xmlns:a="http://schemas.openxmlformats.org/drawingml/2006/main">
              <a:ext uri="{FF2B5EF4-FFF2-40B4-BE49-F238E27FC236}">
                <a16:creationId xmlns:a16="http://schemas.microsoft.com/office/drawing/2014/main" id="{3098E492-3DEA-4FBC-89C6-97934B63DCDD}"/>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유한 숫자 검사에서 거절</a:t>
            </a:r>
          </a:p>
        </p:txBody>
      </p:sp>
      <p:sp>
        <p:nvSpPr>
          <p:cNvPr id="8" name="">
            <a:extLst xmlns:a="http://schemas.openxmlformats.org/drawingml/2006/main">
              <a:ext uri="{FF2B5EF4-FFF2-40B4-BE49-F238E27FC236}">
                <a16:creationId xmlns:a16="http://schemas.microsoft.com/office/drawing/2014/main" id="{58B6DF88-480C-40BD-A24A-620D231AA75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00CCEB3-BE38-4677-A5EB-FCC1E57D96A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3CB6FE27-5671-44F3-B150-F7A54C0F789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051</a:t>
            </a:r>
          </a:p>
        </p:txBody>
      </p:sp>
    </p:spTree>
    <p:extLst>
      <p:ext uri="{BB962C8B-B14F-4D97-AF65-F5344CB8AC3E}">
        <p14:creationId xmlns:p14="http://schemas.microsoft.com/office/powerpoint/2010/main" val="2098914493"/>
      </p:ext>
    </p:extLst>
  </p:cSld>
</p:sld>
</file>

<file path=ppt/slides/slide5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048ADC2-24E9-448E-A1A1-6527D4EB4EB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05FBCF1F-94F5-47F8-B2F6-8CE53EF2C20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확인 질문</a:t>
            </a:r>
          </a:p>
        </p:txBody>
      </p:sp>
      <p:sp>
        <p:nvSpPr>
          <p:cNvPr id="3" name="">
            <a:extLst xmlns:a="http://schemas.openxmlformats.org/drawingml/2006/main">
              <a:ext uri="{FF2B5EF4-FFF2-40B4-BE49-F238E27FC236}">
                <a16:creationId xmlns:a16="http://schemas.microsoft.com/office/drawing/2014/main" id="{2265C76B-3697-40C2-9BAA-EC2FBEDBF08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CSV 빈칸과 숫자 0의 차이를 설명합니다.</a:t>
            </a:r>
          </a:p>
        </p:txBody>
      </p:sp>
      <p:sp>
        <p:nvSpPr>
          <p:cNvPr id="4" name="">
            <a:extLst xmlns:a="http://schemas.openxmlformats.org/drawingml/2006/main">
              <a:ext uri="{FF2B5EF4-FFF2-40B4-BE49-F238E27FC236}">
                <a16:creationId xmlns:a16="http://schemas.microsoft.com/office/drawing/2014/main" id="{F3670C91-412F-49E0-99A1-48F823910D1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POST 201만으로 최신값 변경을 단정하나요?</a:t>
            </a:r>
          </a:p>
        </p:txBody>
      </p:sp>
      <p:sp>
        <p:nvSpPr>
          <p:cNvPr id="5" name="">
            <a:extLst xmlns:a="http://schemas.openxmlformats.org/drawingml/2006/main">
              <a:ext uri="{FF2B5EF4-FFF2-40B4-BE49-F238E27FC236}">
                <a16:creationId xmlns:a16="http://schemas.microsoft.com/office/drawing/2014/main" id="{C750E240-7550-4215-B70E-B856C29615E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E5005EB-B2EF-482F-B51C-1A2687D5E60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5D508E7B-E497-42BB-89E5-1528D7CB45C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052</a:t>
            </a:r>
          </a:p>
        </p:txBody>
      </p:sp>
    </p:spTree>
    <p:extLst>
      <p:ext uri="{BB962C8B-B14F-4D97-AF65-F5344CB8AC3E}">
        <p14:creationId xmlns:p14="http://schemas.microsoft.com/office/powerpoint/2010/main" val="402617172"/>
      </p:ext>
    </p:extLst>
  </p:cSld>
</p:sld>
</file>

<file path=ppt/slides/slide5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56623AC-EFD0-466B-8C70-F0AA7D37817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607FEB8D-09B3-4438-A72F-B509D7ABF85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DE10FE33-60DC-48E7-BFEA-AB4AEF8E221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 "0", "NaN", "50"</a:t>
            </a:r>
          </a:p>
        </p:txBody>
      </p:sp>
      <p:sp>
        <p:nvSpPr>
          <p:cNvPr id="4" name="">
            <a:extLst xmlns:a="http://schemas.openxmlformats.org/drawingml/2006/main">
              <a:ext uri="{FF2B5EF4-FFF2-40B4-BE49-F238E27FC236}">
                <a16:creationId xmlns:a16="http://schemas.microsoft.com/office/drawing/2014/main" id="{685C27C4-83A0-40F5-BF75-0565C294E66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JSON 표현 또는 거절 이유를 쓰세요.</a:t>
            </a:r>
          </a:p>
        </p:txBody>
      </p:sp>
      <p:sp>
        <p:nvSpPr>
          <p:cNvPr id="5" name="">
            <a:extLst xmlns:a="http://schemas.openxmlformats.org/drawingml/2006/main">
              <a:ext uri="{FF2B5EF4-FFF2-40B4-BE49-F238E27FC236}">
                <a16:creationId xmlns:a16="http://schemas.microsoft.com/office/drawing/2014/main" id="{24D9C79B-12AC-4B5F-B507-BEAD9C4CB74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0F478BC-C92A-4102-B78C-A85F2C87770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170876E3-8050-4988-B6BF-8C4E9787FBD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053</a:t>
            </a:r>
          </a:p>
        </p:txBody>
      </p:sp>
    </p:spTree>
    <p:extLst>
      <p:ext uri="{BB962C8B-B14F-4D97-AF65-F5344CB8AC3E}">
        <p14:creationId xmlns:p14="http://schemas.microsoft.com/office/powerpoint/2010/main" val="1304626765"/>
      </p:ext>
    </p:extLst>
  </p:cSld>
</p:sld>
</file>

<file path=ppt/slides/slide5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3B3E181-3DCE-4510-97D2-C2329C57FBAD}"/>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51EF86-72E5-4D09-8D09-F3A35098417E}"/>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8835D339-5864-41DF-BC11-6D1B1D1CB0DB}"/>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07843DC1-0E56-4B69-89B3-85549ECBAECA}"/>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필터·평균·이력 해석</a:t>
            </a:r>
          </a:p>
        </p:txBody>
      </p:sp>
      <p:sp>
        <p:nvSpPr>
          <p:cNvPr id="5" name="">
            <a:extLst xmlns:a="http://schemas.openxmlformats.org/drawingml/2006/main">
              <a:ext uri="{FF2B5EF4-FFF2-40B4-BE49-F238E27FC236}">
                <a16:creationId xmlns:a16="http://schemas.microsoft.com/office/drawing/2014/main" id="{F42AA84E-F265-4564-96BC-22250368D252}"/>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CB23C8F-4E44-49B8-A33E-1E586AF63D36}"/>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14:00~14:50 · 50분</a:t>
            </a:r>
          </a:p>
        </p:txBody>
      </p:sp>
      <p:sp>
        <p:nvSpPr>
          <p:cNvPr id="7" name="">
            <a:extLst xmlns:a="http://schemas.openxmlformats.org/drawingml/2006/main">
              <a:ext uri="{FF2B5EF4-FFF2-40B4-BE49-F238E27FC236}">
                <a16:creationId xmlns:a16="http://schemas.microsoft.com/office/drawing/2014/main" id="{774FBEDD-3B44-4630-BCA5-6D74E7A46CCC}"/>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A10 · A11 · A12</a:t>
            </a:r>
          </a:p>
        </p:txBody>
      </p:sp>
      <p:sp>
        <p:nvSpPr>
          <p:cNvPr id="8" name="">
            <a:extLst xmlns:a="http://schemas.openxmlformats.org/drawingml/2006/main">
              <a:ext uri="{FF2B5EF4-FFF2-40B4-BE49-F238E27FC236}">
                <a16:creationId xmlns:a16="http://schemas.microsoft.com/office/drawing/2014/main" id="{715E21D4-C2FB-4D90-8EFE-4B7F53EFF6B4}"/>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설명 → 시연 → 직접 실습 → 확인</a:t>
            </a:r>
          </a:p>
        </p:txBody>
      </p:sp>
      <p:sp>
        <p:nvSpPr>
          <p:cNvPr id="9" name="">
            <a:extLst xmlns:a="http://schemas.openxmlformats.org/drawingml/2006/main">
              <a:ext uri="{FF2B5EF4-FFF2-40B4-BE49-F238E27FC236}">
                <a16:creationId xmlns:a16="http://schemas.microsoft.com/office/drawing/2014/main" id="{193CEAB0-CDEF-4936-A8AC-451FEA39B405}"/>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2026.10.29</a:t>
            </a:r>
          </a:p>
        </p:txBody>
      </p:sp>
      <p:sp>
        <p:nvSpPr>
          <p:cNvPr id="10" name="">
            <a:extLst xmlns:a="http://schemas.openxmlformats.org/drawingml/2006/main">
              <a:ext uri="{FF2B5EF4-FFF2-40B4-BE49-F238E27FC236}">
                <a16:creationId xmlns:a16="http://schemas.microsoft.com/office/drawing/2014/main" id="{21C23EAE-3212-422C-A4AA-F813D37EE684}"/>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054</a:t>
            </a:r>
          </a:p>
        </p:txBody>
      </p:sp>
    </p:spTree>
    <p:extLst>
      <p:ext uri="{BB962C8B-B14F-4D97-AF65-F5344CB8AC3E}">
        <p14:creationId xmlns:p14="http://schemas.microsoft.com/office/powerpoint/2010/main" val="698909670"/>
      </p:ext>
    </p:extLst>
  </p:cSld>
</p:sld>
</file>

<file path=ppt/slides/slide5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7951519-5CA3-47E8-94AB-D6E4467F397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290CC735-F25E-40FB-B167-AB51E4B85B6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장소 필터와 자료 범위</a:t>
            </a:r>
          </a:p>
        </p:txBody>
      </p:sp>
      <p:sp>
        <p:nvSpPr>
          <p:cNvPr id="3" name="">
            <a:extLst xmlns:a="http://schemas.openxmlformats.org/drawingml/2006/main">
              <a:ext uri="{FF2B5EF4-FFF2-40B4-BE49-F238E27FC236}">
                <a16:creationId xmlns:a16="http://schemas.microsoft.com/office/drawing/2014/main" id="{B86C3B7D-9E33-437D-A36B-E8A123938908}"/>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장소 필터와 자료 범위</a:t>
            </a:r>
          </a:p>
        </p:txBody>
      </p:sp>
      <p:sp>
        <p:nvSpPr>
          <p:cNvPr id="4" name="">
            <a:extLst xmlns:a="http://schemas.openxmlformats.org/drawingml/2006/main">
              <a:ext uri="{FF2B5EF4-FFF2-40B4-BE49-F238E27FC236}">
                <a16:creationId xmlns:a16="http://schemas.microsoft.com/office/drawing/2014/main" id="{B7F41EA6-3065-4220-9B50-4706D92820D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3A2FD0-EAB8-42F2-99B8-0A67A0EA273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창고를 선택하면 창고 이력만 봅니다.</a:t>
            </a:r>
          </a:p>
        </p:txBody>
      </p:sp>
      <p:sp>
        <p:nvSpPr>
          <p:cNvPr id="6" name="">
            <a:extLst xmlns:a="http://schemas.openxmlformats.org/drawingml/2006/main">
              <a:ext uri="{FF2B5EF4-FFF2-40B4-BE49-F238E27FC236}">
                <a16:creationId xmlns:a16="http://schemas.microsoft.com/office/drawing/2014/main" id="{249F2E78-D99B-4ECA-B4B0-82E3F8AFD869}"/>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최신 표에도 같은 장소 필터를 적용합니다.</a:t>
            </a:r>
          </a:p>
        </p:txBody>
      </p:sp>
      <p:sp>
        <p:nvSpPr>
          <p:cNvPr id="7" name="">
            <a:extLst xmlns:a="http://schemas.openxmlformats.org/drawingml/2006/main">
              <a:ext uri="{FF2B5EF4-FFF2-40B4-BE49-F238E27FC236}">
                <a16:creationId xmlns:a16="http://schemas.microsoft.com/office/drawing/2014/main" id="{E7242AC7-62CE-475C-95E7-97153CA76A0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593CF40-0EC0-4069-B62B-02A12C997F5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01EF330C-04E3-4675-B214-9ABC345E5AB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055</a:t>
            </a:r>
          </a:p>
        </p:txBody>
      </p:sp>
    </p:spTree>
    <p:extLst>
      <p:ext uri="{BB962C8B-B14F-4D97-AF65-F5344CB8AC3E}">
        <p14:creationId xmlns:p14="http://schemas.microsoft.com/office/powerpoint/2010/main" val="1511767420"/>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D1775A2-F908-46D9-8258-7FFCB2710A0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1C0F638-E69A-4BA6-B9B5-43C3ECC7989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이력 평균과 최신값</a:t>
            </a:r>
          </a:p>
        </p:txBody>
      </p:sp>
      <p:sp>
        <p:nvSpPr>
          <p:cNvPr id="3" name="">
            <a:extLst xmlns:a="http://schemas.openxmlformats.org/drawingml/2006/main">
              <a:ext uri="{FF2B5EF4-FFF2-40B4-BE49-F238E27FC236}">
                <a16:creationId xmlns:a16="http://schemas.microsoft.com/office/drawing/2014/main" id="{CBCFCA3F-22F1-4863-BE70-20787CF9C928}"/>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550A734-2403-4A0A-A7B0-2FC5A9075C30}"/>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센서별 최신값 평균이 아닙니다.</a:t>
            </a:r>
          </a:p>
        </p:txBody>
      </p:sp>
      <p:sp>
        <p:nvSpPr>
          <p:cNvPr id="5" name="">
            <a:extLst xmlns:a="http://schemas.openxmlformats.org/drawingml/2006/main">
              <a:ext uri="{FF2B5EF4-FFF2-40B4-BE49-F238E27FC236}">
                <a16:creationId xmlns:a16="http://schemas.microsoft.com/office/drawing/2014/main" id="{37D64550-548E-465D-8CB7-032B8330A445}"/>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같은 센서의 여러 유효 기록도 포함합니다.</a:t>
            </a:r>
          </a:p>
        </p:txBody>
      </p:sp>
      <p:sp>
        <p:nvSpPr>
          <p:cNvPr id="6" name="">
            <a:extLst xmlns:a="http://schemas.openxmlformats.org/drawingml/2006/main">
              <a:ext uri="{FF2B5EF4-FFF2-40B4-BE49-F238E27FC236}">
                <a16:creationId xmlns:a16="http://schemas.microsoft.com/office/drawing/2014/main" id="{FDBEA837-61E4-41D3-8658-13D1AAD625C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265F59A-8ED0-4056-9C73-0B1DD6DF707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1B56F191-4D76-4018-8B1F-5B994C9EFC8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447739090"/>
      </p:ext>
    </p:extLst>
  </p:cSld>
</p:sld>
</file>

<file path=ppt/slides/slide5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213D60-E8E5-462B-BB52-D5B3D8CCECF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AD30400E-A3E1-4446-8CC3-9E290AFA0FD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평균의 합계와 분모</a:t>
            </a:r>
          </a:p>
        </p:txBody>
      </p:sp>
      <p:sp>
        <p:nvSpPr>
          <p:cNvPr id="3" name="">
            <a:extLst xmlns:a="http://schemas.openxmlformats.org/drawingml/2006/main">
              <a:ext uri="{FF2B5EF4-FFF2-40B4-BE49-F238E27FC236}">
                <a16:creationId xmlns:a16="http://schemas.microsoft.com/office/drawing/2014/main" id="{E8C2C80D-C681-4138-B3BE-4C9CB1A4EDC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F45933F-83AE-45A4-95A8-BCF8DCD53B8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null은 제외</a:t>
            </a:r>
            <a:r>
              <a:t> · 숫자 0은 포함</a:t>
            </a:r>
          </a:p>
        </p:txBody>
      </p:sp>
      <p:sp>
        <p:nvSpPr>
          <p:cNvPr id="5" name="">
            <a:extLst xmlns:a="http://schemas.openxmlformats.org/drawingml/2006/main">
              <a:ext uri="{FF2B5EF4-FFF2-40B4-BE49-F238E27FC236}">
                <a16:creationId xmlns:a16="http://schemas.microsoft.com/office/drawing/2014/main" id="{C6AFA00E-D314-4AA3-BDE2-0AC392735E8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C302A6-A745-434F-8792-96CEB46E278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E52FB8B-D21A-4D84-8320-F0A733AC9EE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유효 숫자 행 수로 나눕니다.</a:t>
            </a:r>
          </a:p>
        </p:txBody>
      </p:sp>
      <p:sp>
        <p:nvSpPr>
          <p:cNvPr id="8" name="">
            <a:extLst xmlns:a="http://schemas.openxmlformats.org/drawingml/2006/main">
              <a:ext uri="{FF2B5EF4-FFF2-40B4-BE49-F238E27FC236}">
                <a16:creationId xmlns:a16="http://schemas.microsoft.com/office/drawing/2014/main" id="{CB4E347E-095B-4609-9503-0E0456881F7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5B5759F-7586-4B46-BF1B-1EDE9FD0993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EF4FF572-E7C4-4992-A2D7-643BCFAAF98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057</a:t>
            </a:r>
          </a:p>
        </p:txBody>
      </p:sp>
    </p:spTree>
    <p:extLst>
      <p:ext uri="{BB962C8B-B14F-4D97-AF65-F5344CB8AC3E}">
        <p14:creationId xmlns:p14="http://schemas.microsoft.com/office/powerpoint/2010/main" val="168448661"/>
      </p:ext>
    </p:extLst>
  </p:cSld>
</p:sld>
</file>

<file path=ppt/slides/slide5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F4FC2AF-A147-4547-9BB9-5DCCA1A554F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4277E66-8B0B-48A0-AE39-45F1576613B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유효 형식·범위·시각</a:t>
            </a:r>
          </a:p>
        </p:txBody>
      </p:sp>
      <p:sp>
        <p:nvSpPr>
          <p:cNvPr id="3" name="">
            <a:extLst xmlns:a="http://schemas.openxmlformats.org/drawingml/2006/main">
              <a:ext uri="{FF2B5EF4-FFF2-40B4-BE49-F238E27FC236}">
                <a16:creationId xmlns:a16="http://schemas.microsoft.com/office/drawing/2014/main" id="{3987B10B-C971-43F9-BE6E-E51899C7E720}"/>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입력 규칙에 맞고 미래 시각이 아닌 기록</a:t>
            </a:r>
          </a:p>
        </p:txBody>
      </p:sp>
      <p:sp>
        <p:nvSpPr>
          <p:cNvPr id="4" name="">
            <a:extLst xmlns:a="http://schemas.openxmlformats.org/drawingml/2006/main">
              <a:ext uri="{FF2B5EF4-FFF2-40B4-BE49-F238E27FC236}">
                <a16:creationId xmlns:a16="http://schemas.microsoft.com/office/drawing/2014/main" id="{5411A67D-3CB5-4F54-8648-D053F84FC7FD}"/>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숫자만 평균 계산에 사용합니다.</a:t>
            </a:r>
          </a:p>
        </p:txBody>
      </p:sp>
      <p:sp>
        <p:nvSpPr>
          <p:cNvPr id="5" name="">
            <a:extLst xmlns:a="http://schemas.openxmlformats.org/drawingml/2006/main">
              <a:ext uri="{FF2B5EF4-FFF2-40B4-BE49-F238E27FC236}">
                <a16:creationId xmlns:a16="http://schemas.microsoft.com/office/drawing/2014/main" id="{FBBA0E68-8E21-4B8B-A917-5DE0E259A6A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8537BDF-307E-49A1-813D-40F6854E243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BE37F055-8979-493A-B65B-8FBB4035495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058</a:t>
            </a:r>
          </a:p>
        </p:txBody>
      </p:sp>
    </p:spTree>
    <p:extLst>
      <p:ext uri="{BB962C8B-B14F-4D97-AF65-F5344CB8AC3E}">
        <p14:creationId xmlns:p14="http://schemas.microsoft.com/office/powerpoint/2010/main" val="547121504"/>
      </p:ext>
    </p:extLst>
  </p:cSld>
</p:sld>
</file>

<file path=ppt/slides/slide5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6082221-BEAE-498C-B827-4B59806CCE2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FCE24D70-427C-4640-A668-49BB7D905E7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현재 평균의 포함 규칙</a:t>
            </a:r>
          </a:p>
        </p:txBody>
      </p:sp>
      <p:sp>
        <p:nvSpPr>
          <p:cNvPr id="3" name="">
            <a:extLst xmlns:a="http://schemas.openxmlformats.org/drawingml/2006/main">
              <a:ext uri="{FF2B5EF4-FFF2-40B4-BE49-F238E27FC236}">
                <a16:creationId xmlns:a16="http://schemas.microsoft.com/office/drawing/2014/main" id="{268EA5CF-85B9-455C-B8DF-1A98D9FDCDD9}"/>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현재 평균은 유효한 숫자 이력을 사용합니다.</a:t>
            </a:r>
          </a:p>
        </p:txBody>
      </p:sp>
      <p:sp>
        <p:nvSpPr>
          <p:cNvPr id="4" name="">
            <a:extLst xmlns:a="http://schemas.openxmlformats.org/drawingml/2006/main">
              <a:ext uri="{FF2B5EF4-FFF2-40B4-BE49-F238E27FC236}">
                <a16:creationId xmlns:a16="http://schemas.microsoft.com/office/drawing/2014/main" id="{B8DBA45C-4F0F-48C2-8810-28B851714B8F}"/>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정지 센서도 포함하므로 현재 가동 센서 평균은 아닙니다.</a:t>
            </a:r>
          </a:p>
        </p:txBody>
      </p:sp>
      <p:sp>
        <p:nvSpPr>
          <p:cNvPr id="5" name="">
            <a:extLst xmlns:a="http://schemas.openxmlformats.org/drawingml/2006/main">
              <a:ext uri="{FF2B5EF4-FFF2-40B4-BE49-F238E27FC236}">
                <a16:creationId xmlns:a16="http://schemas.microsoft.com/office/drawing/2014/main" id="{76E59A93-7E6D-4897-A728-C392E7600CA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70A66FB-21F2-4D78-A866-00C1F2FE584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90E3D069-548F-4149-8480-F4F466502A9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059</a:t>
            </a:r>
          </a:p>
        </p:txBody>
      </p:sp>
    </p:spTree>
    <p:extLst>
      <p:ext uri="{BB962C8B-B14F-4D97-AF65-F5344CB8AC3E}">
        <p14:creationId xmlns:p14="http://schemas.microsoft.com/office/powerpoint/2010/main" val="676688389"/>
      </p:ext>
    </p:extLst>
  </p:cSld>
</p:sld>
</file>

<file path=ppt/slides/slide6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A1B7791-68A2-4CE9-9DFF-8C30AF3C511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36EFD655-6660-4758-BBDE-DFE06DD4B64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막대 높이와 시간 간격</a:t>
            </a:r>
          </a:p>
        </p:txBody>
      </p:sp>
      <p:sp>
        <p:nvSpPr>
          <p:cNvPr id="3" name="">
            <a:extLst xmlns:a="http://schemas.openxmlformats.org/drawingml/2006/main">
              <a:ext uri="{FF2B5EF4-FFF2-40B4-BE49-F238E27FC236}">
                <a16:creationId xmlns:a16="http://schemas.microsoft.com/office/drawing/2014/main" id="{7904152C-012A-4D4E-9EFE-F8930D0D140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AA1C2CE-0343-4F49-BC6A-D5F83286B9C2}"/>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막대 높이는 온도입니다.</a:t>
            </a:r>
          </a:p>
        </p:txBody>
      </p:sp>
      <p:sp>
        <p:nvSpPr>
          <p:cNvPr id="5" name="">
            <a:extLst xmlns:a="http://schemas.openxmlformats.org/drawingml/2006/main">
              <a:ext uri="{FF2B5EF4-FFF2-40B4-BE49-F238E27FC236}">
                <a16:creationId xmlns:a16="http://schemas.microsoft.com/office/drawing/2014/main" id="{439DE395-344B-4ED7-A7BB-EFA0C1AFD56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C729E50-F101-43F7-9789-AA9A0F443A3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F5E2AFC-60DB-4810-A51F-131C407CA68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시각과 값은 원문 표에서 함께 확인합니다.</a:t>
            </a:r>
          </a:p>
        </p:txBody>
      </p:sp>
      <p:sp>
        <p:nvSpPr>
          <p:cNvPr id="8" name="">
            <a:extLst xmlns:a="http://schemas.openxmlformats.org/drawingml/2006/main">
              <a:ext uri="{FF2B5EF4-FFF2-40B4-BE49-F238E27FC236}">
                <a16:creationId xmlns:a16="http://schemas.microsoft.com/office/drawing/2014/main" id="{72B50B05-8F87-405A-897F-AA84E40AD06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4CE4704-F157-465B-A71B-8F5889513D2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FF13E2EE-51FC-4032-9E66-7889EE22D98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060</a:t>
            </a:r>
          </a:p>
        </p:txBody>
      </p:sp>
    </p:spTree>
    <p:extLst>
      <p:ext uri="{BB962C8B-B14F-4D97-AF65-F5344CB8AC3E}">
        <p14:creationId xmlns:p14="http://schemas.microsoft.com/office/powerpoint/2010/main" val="582355028"/>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AADAF42-EF12-4933-8522-AE9460E7C7C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E2E200D-CF43-490C-A3F0-ECF7D72BA3B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결측과 0의 평균 계산</a:t>
            </a:r>
          </a:p>
        </p:txBody>
      </p:sp>
      <p:sp>
        <p:nvSpPr>
          <p:cNvPr id="3" name="">
            <a:extLst xmlns:a="http://schemas.openxmlformats.org/drawingml/2006/main">
              <a:ext uri="{FF2B5EF4-FFF2-40B4-BE49-F238E27FC236}">
                <a16:creationId xmlns:a16="http://schemas.microsoft.com/office/drawing/2014/main" id="{B46D040F-F134-425B-B14E-0FC532F81E6F}"/>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6ED4544-E23F-4E9C-9E68-29F75132AF22}"/>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A4EFBDD5-CC11-41AC-BF73-47AA55CCD29A}"/>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values = [22, 24, </a:t>
            </a:r>
            <a:r>
              <a:rPr b="1">
                <a:solidFill>
                  <a:srgbClr val="FFFFFF"/>
                </a:solidFill>
              </a:rPr>
              <a:t>None</a:t>
            </a:r>
            <a:r>
              <a:rPr>
                <a:solidFill>
                  <a:srgbClr val="FFFFFF"/>
                </a:solidFill>
              </a:rPr>
              <a:t>, 0]</a:t>
            </a:r>
          </a:p>
        </p:txBody>
      </p:sp>
      <p:sp>
        <p:nvSpPr>
          <p:cNvPr id="6" name="">
            <a:extLst xmlns:a="http://schemas.openxmlformats.org/drawingml/2006/main">
              <a:ext uri="{FF2B5EF4-FFF2-40B4-BE49-F238E27FC236}">
                <a16:creationId xmlns:a16="http://schemas.microsoft.com/office/drawing/2014/main" id="{9D4785D7-0321-4406-8C2A-D97737D83BF5}"/>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A3008230-6EEF-46B1-B97D-CA5CB109A3C7}"/>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numbers = []</a:t>
            </a:r>
          </a:p>
        </p:txBody>
      </p:sp>
      <p:sp>
        <p:nvSpPr>
          <p:cNvPr id="8" name="">
            <a:extLst xmlns:a="http://schemas.openxmlformats.org/drawingml/2006/main">
              <a:ext uri="{FF2B5EF4-FFF2-40B4-BE49-F238E27FC236}">
                <a16:creationId xmlns:a16="http://schemas.microsoft.com/office/drawing/2014/main" id="{514C0B21-8267-4628-841F-7EDE0D5FC278}"/>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4F2611C4-BB33-4AD8-8771-2E9F130AE1F6}"/>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for</a:t>
            </a:r>
            <a:r>
              <a:rPr>
                <a:solidFill>
                  <a:srgbClr val="FFFFFF"/>
                </a:solidFill>
              </a:rPr>
              <a:t> value </a:t>
            </a:r>
            <a:r>
              <a:rPr b="1">
                <a:solidFill>
                  <a:srgbClr val="FFFFFF"/>
                </a:solidFill>
              </a:rPr>
              <a:t>in</a:t>
            </a:r>
            <a:r>
              <a:rPr>
                <a:solidFill>
                  <a:srgbClr val="FFFFFF"/>
                </a:solidFill>
              </a:rPr>
              <a:t> values:</a:t>
            </a:r>
          </a:p>
        </p:txBody>
      </p:sp>
      <p:sp>
        <p:nvSpPr>
          <p:cNvPr id="10" name="">
            <a:extLst xmlns:a="http://schemas.openxmlformats.org/drawingml/2006/main">
              <a:ext uri="{FF2B5EF4-FFF2-40B4-BE49-F238E27FC236}">
                <a16:creationId xmlns:a16="http://schemas.microsoft.com/office/drawing/2014/main" id="{039A8D00-8959-4DF0-A2AA-BB829A72827F}"/>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5399E6ED-75F4-4673-9673-CD4FBA98B544}"/>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value is not </a:t>
            </a:r>
            <a:r>
              <a:rPr b="1">
                <a:solidFill>
                  <a:srgbClr val="FFFFFF"/>
                </a:solidFill>
              </a:rPr>
              <a:t>None</a:t>
            </a:r>
            <a:r>
              <a:rPr>
                <a:solidFill>
                  <a:srgbClr val="FFFFFF"/>
                </a:solidFill>
              </a:rPr>
              <a:t>:</a:t>
            </a:r>
          </a:p>
        </p:txBody>
      </p:sp>
      <p:sp>
        <p:nvSpPr>
          <p:cNvPr id="12" name="">
            <a:extLst xmlns:a="http://schemas.openxmlformats.org/drawingml/2006/main">
              <a:ext uri="{FF2B5EF4-FFF2-40B4-BE49-F238E27FC236}">
                <a16:creationId xmlns:a16="http://schemas.microsoft.com/office/drawing/2014/main" id="{39964FCF-CBC2-4499-8C1F-1B7175D9A4C0}"/>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13603FD1-0A9C-41AC-A2DC-28C3CC775F10}"/>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numbers.append(value)</a:t>
            </a:r>
          </a:p>
        </p:txBody>
      </p:sp>
      <p:sp>
        <p:nvSpPr>
          <p:cNvPr id="14" name="">
            <a:extLst xmlns:a="http://schemas.openxmlformats.org/drawingml/2006/main">
              <a:ext uri="{FF2B5EF4-FFF2-40B4-BE49-F238E27FC236}">
                <a16:creationId xmlns:a16="http://schemas.microsoft.com/office/drawing/2014/main" id="{F98B97EF-DB9A-467F-AA41-19790E599336}"/>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74C8358D-0C74-41E8-8B03-0FA27F5E0E2E}"/>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average = sum(numbers) / len(numbers)</a:t>
            </a:r>
          </a:p>
        </p:txBody>
      </p:sp>
      <p:sp>
        <p:nvSpPr>
          <p:cNvPr id="16" name="">
            <a:extLst xmlns:a="http://schemas.openxmlformats.org/drawingml/2006/main">
              <a:ext uri="{FF2B5EF4-FFF2-40B4-BE49-F238E27FC236}">
                <a16:creationId xmlns:a16="http://schemas.microsoft.com/office/drawing/2014/main" id="{42FB782D-5527-484B-9CF5-D5899BD04440}"/>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4A3E0D40-BBBD-4323-878F-5960D425742D}"/>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print(round(average, 2))</a:t>
            </a:r>
          </a:p>
        </p:txBody>
      </p:sp>
      <p:sp>
        <p:nvSpPr>
          <p:cNvPr id="18" name="">
            <a:extLst xmlns:a="http://schemas.openxmlformats.org/drawingml/2006/main">
              <a:ext uri="{FF2B5EF4-FFF2-40B4-BE49-F238E27FC236}">
                <a16:creationId xmlns:a16="http://schemas.microsoft.com/office/drawing/2014/main" id="{F344D6F7-6390-49A0-A519-C43DDDD21FA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6D74DFF-E94B-478A-9E49-84A7FC4637B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20" name="">
            <a:extLst xmlns:a="http://schemas.openxmlformats.org/drawingml/2006/main">
              <a:ext uri="{FF2B5EF4-FFF2-40B4-BE49-F238E27FC236}">
                <a16:creationId xmlns:a16="http://schemas.microsoft.com/office/drawing/2014/main" id="{717F6F2F-7436-45C1-9F46-98C6CD4DA3D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1625137107"/>
      </p:ext>
    </p:extLst>
  </p:cSld>
</p:sld>
</file>

<file path=ppt/slides/slide6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6B825B4-4EE3-4B42-BDC8-193266D600C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7231FF52-7E77-401F-B312-8E2DA324053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4D3B2964-C76B-4043-95E8-034BE148A8DE}"/>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1~2행:</a:t>
            </a:r>
          </a:p>
        </p:txBody>
      </p:sp>
      <p:sp>
        <p:nvSpPr>
          <p:cNvPr id="4" name="">
            <a:extLst xmlns:a="http://schemas.openxmlformats.org/drawingml/2006/main">
              <a:ext uri="{FF2B5EF4-FFF2-40B4-BE49-F238E27FC236}">
                <a16:creationId xmlns:a16="http://schemas.microsoft.com/office/drawing/2014/main" id="{670E9761-1B7B-47AA-A0B7-025DED4807D5}"/>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원시값과 숫자 목록을 준비합니다.</a:t>
            </a:r>
          </a:p>
        </p:txBody>
      </p:sp>
      <p:sp>
        <p:nvSpPr>
          <p:cNvPr id="5" name="">
            <a:extLst xmlns:a="http://schemas.openxmlformats.org/drawingml/2006/main">
              <a:ext uri="{FF2B5EF4-FFF2-40B4-BE49-F238E27FC236}">
                <a16:creationId xmlns:a16="http://schemas.microsoft.com/office/drawing/2014/main" id="{62537335-46B0-4F5E-820E-96907B385A80}"/>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DF964A6-131F-4AE5-BCDE-1107AF5769DC}"/>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3~5행:</a:t>
            </a:r>
          </a:p>
        </p:txBody>
      </p:sp>
      <p:sp>
        <p:nvSpPr>
          <p:cNvPr id="7" name="">
            <a:extLst xmlns:a="http://schemas.openxmlformats.org/drawingml/2006/main">
              <a:ext uri="{FF2B5EF4-FFF2-40B4-BE49-F238E27FC236}">
                <a16:creationId xmlns:a16="http://schemas.microsoft.com/office/drawing/2014/main" id="{F4786003-563D-4866-88C6-A3D9A5EB1F1F}"/>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None을 빼고 0은 남깁니다.</a:t>
            </a:r>
          </a:p>
        </p:txBody>
      </p:sp>
      <p:sp>
        <p:nvSpPr>
          <p:cNvPr id="8" name="">
            <a:extLst xmlns:a="http://schemas.openxmlformats.org/drawingml/2006/main">
              <a:ext uri="{FF2B5EF4-FFF2-40B4-BE49-F238E27FC236}">
                <a16:creationId xmlns:a16="http://schemas.microsoft.com/office/drawing/2014/main" id="{8D250AF2-14A2-4C5E-87F9-8932DCBAC89A}"/>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5D09CE8-61F7-4503-BDEF-B3AAAB161E43}"/>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6행:</a:t>
            </a:r>
          </a:p>
        </p:txBody>
      </p:sp>
      <p:sp>
        <p:nvSpPr>
          <p:cNvPr id="10" name="">
            <a:extLst xmlns:a="http://schemas.openxmlformats.org/drawingml/2006/main">
              <a:ext uri="{FF2B5EF4-FFF2-40B4-BE49-F238E27FC236}">
                <a16:creationId xmlns:a16="http://schemas.microsoft.com/office/drawing/2014/main" id="{D3ED776A-9F74-4760-80FA-B83CD830BBD1}"/>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합계를 유효 숫자 수로 나눕니다.</a:t>
            </a:r>
          </a:p>
        </p:txBody>
      </p:sp>
      <p:sp>
        <p:nvSpPr>
          <p:cNvPr id="11" name="">
            <a:extLst xmlns:a="http://schemas.openxmlformats.org/drawingml/2006/main">
              <a:ext uri="{FF2B5EF4-FFF2-40B4-BE49-F238E27FC236}">
                <a16:creationId xmlns:a16="http://schemas.microsoft.com/office/drawing/2014/main" id="{2B13F2D2-6CC3-4025-A9AD-0672C74F3C09}"/>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CAE0F6F-F12A-4B52-A472-99C13FB144F3}"/>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7행:</a:t>
            </a:r>
          </a:p>
        </p:txBody>
      </p:sp>
      <p:sp>
        <p:nvSpPr>
          <p:cNvPr id="13" name="">
            <a:extLst xmlns:a="http://schemas.openxmlformats.org/drawingml/2006/main">
              <a:ext uri="{FF2B5EF4-FFF2-40B4-BE49-F238E27FC236}">
                <a16:creationId xmlns:a16="http://schemas.microsoft.com/office/drawing/2014/main" id="{ED64D1F0-9187-41C1-8591-8C2E31406078}"/>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소수 둘째 자리로 출력합니다.</a:t>
            </a:r>
          </a:p>
        </p:txBody>
      </p:sp>
      <p:sp>
        <p:nvSpPr>
          <p:cNvPr id="14" name="">
            <a:extLst xmlns:a="http://schemas.openxmlformats.org/drawingml/2006/main">
              <a:ext uri="{FF2B5EF4-FFF2-40B4-BE49-F238E27FC236}">
                <a16:creationId xmlns:a16="http://schemas.microsoft.com/office/drawing/2014/main" id="{BBDF1034-EE4C-4AE3-BB82-BB413704B7D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80FF8CE-C0A5-4BCC-8F9E-AACF96D58C0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6" name="">
            <a:extLst xmlns:a="http://schemas.openxmlformats.org/drawingml/2006/main">
              <a:ext uri="{FF2B5EF4-FFF2-40B4-BE49-F238E27FC236}">
                <a16:creationId xmlns:a16="http://schemas.microsoft.com/office/drawing/2014/main" id="{8DD01558-B41C-4532-9128-A450B431386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062</a:t>
            </a:r>
          </a:p>
        </p:txBody>
      </p:sp>
    </p:spTree>
    <p:extLst>
      <p:ext uri="{BB962C8B-B14F-4D97-AF65-F5344CB8AC3E}">
        <p14:creationId xmlns:p14="http://schemas.microsoft.com/office/powerpoint/2010/main" val="363010479"/>
      </p:ext>
    </p:extLst>
  </p:cSld>
</p:sld>
</file>

<file path=ppt/slides/slide6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A6B5A88-AB39-4E01-BBC0-4E1F7D1F5BC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0C8E0AF1-1DED-4F16-9139-D04CDE8D8DF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5BF305D7-0ACA-4F76-B12E-CED825ECA58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599E3A4-781E-4EF8-A79E-747BA1B6BB5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89E1DBBC-E65C-46CC-9D79-9F2CC6851AB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FFE9BEC-4D82-4328-891E-955A1B878A4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0E7A6E7-C7D9-4AC7-AF91-54879315E7E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work/average_trace.py</a:t>
            </a:r>
          </a:p>
        </p:txBody>
      </p:sp>
      <p:sp>
        <p:nvSpPr>
          <p:cNvPr id="8" name="">
            <a:extLst xmlns:a="http://schemas.openxmlformats.org/drawingml/2006/main">
              <a:ext uri="{FF2B5EF4-FFF2-40B4-BE49-F238E27FC236}">
                <a16:creationId xmlns:a16="http://schemas.microsoft.com/office/drawing/2014/main" id="{F700D577-25B6-4BB5-954B-660E8AAC7B16}"/>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A8483F1-176E-498F-8353-0C8291D05B35}"/>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DE83235F-3793-4557-A5E8-FA036D008B39}"/>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work/average_trace.py</a:t>
            </a:r>
          </a:p>
        </p:txBody>
      </p:sp>
      <p:sp>
        <p:nvSpPr>
          <p:cNvPr id="11" name="">
            <a:extLst xmlns:a="http://schemas.openxmlformats.org/drawingml/2006/main">
              <a:ext uri="{FF2B5EF4-FFF2-40B4-BE49-F238E27FC236}">
                <a16:creationId xmlns:a16="http://schemas.microsoft.com/office/drawing/2014/main" id="{2B6FF27C-54A1-4D17-ACCC-7FA1A0287FE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1038B1A-927F-4017-AB94-62498C99043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3" name="">
            <a:extLst xmlns:a="http://schemas.openxmlformats.org/drawingml/2006/main">
              <a:ext uri="{FF2B5EF4-FFF2-40B4-BE49-F238E27FC236}">
                <a16:creationId xmlns:a16="http://schemas.microsoft.com/office/drawing/2014/main" id="{359165C7-89BF-4536-A8AA-F83479C12AB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063</a:t>
            </a:r>
          </a:p>
        </p:txBody>
      </p:sp>
    </p:spTree>
    <p:extLst>
      <p:ext uri="{BB962C8B-B14F-4D97-AF65-F5344CB8AC3E}">
        <p14:creationId xmlns:p14="http://schemas.microsoft.com/office/powerpoint/2010/main" val="1264148603"/>
      </p:ext>
    </p:extLst>
  </p:cSld>
</p:sld>
</file>

<file path=ppt/slides/slide6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24748B1-2F5A-4339-9CFB-161744D0A3F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619DEDF9-8167-4737-8C25-8C76946186A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41A66DBA-C6B1-4B39-9D52-DDA8104D1D24}"/>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AC91551-2023-4EF2-B22C-EBAC63C7BF54}"/>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합계 46 · 분모 3</a:t>
            </a:r>
          </a:p>
        </p:txBody>
      </p:sp>
      <p:sp>
        <p:nvSpPr>
          <p:cNvPr id="5" name="">
            <a:extLst xmlns:a="http://schemas.openxmlformats.org/drawingml/2006/main">
              <a:ext uri="{FF2B5EF4-FFF2-40B4-BE49-F238E27FC236}">
                <a16:creationId xmlns:a16="http://schemas.microsoft.com/office/drawing/2014/main" id="{B70BCD18-86BD-4855-B016-DFF1FBFB849E}"/>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평균 15.33℃</a:t>
            </a:r>
          </a:p>
        </p:txBody>
      </p:sp>
      <p:sp>
        <p:nvSpPr>
          <p:cNvPr id="6" name="">
            <a:extLst xmlns:a="http://schemas.openxmlformats.org/drawingml/2006/main">
              <a:ext uri="{FF2B5EF4-FFF2-40B4-BE49-F238E27FC236}">
                <a16:creationId xmlns:a16="http://schemas.microsoft.com/office/drawing/2014/main" id="{0D4492C9-863A-429A-A857-17253828D79B}"/>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null을 0으로 넣으면 11.5℃로 바뀝니다.</a:t>
            </a:r>
          </a:p>
        </p:txBody>
      </p:sp>
      <p:sp>
        <p:nvSpPr>
          <p:cNvPr id="7" name="">
            <a:extLst xmlns:a="http://schemas.openxmlformats.org/drawingml/2006/main">
              <a:ext uri="{FF2B5EF4-FFF2-40B4-BE49-F238E27FC236}">
                <a16:creationId xmlns:a16="http://schemas.microsoft.com/office/drawing/2014/main" id="{5DD8046F-2B1F-4530-9C8A-2AF8B88A6BC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6B0E8BC-C355-4678-B643-18458DCFEF7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56FB748A-9326-463D-869C-CF4717AA433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064</a:t>
            </a:r>
          </a:p>
        </p:txBody>
      </p:sp>
    </p:spTree>
    <p:extLst>
      <p:ext uri="{BB962C8B-B14F-4D97-AF65-F5344CB8AC3E}">
        <p14:creationId xmlns:p14="http://schemas.microsoft.com/office/powerpoint/2010/main" val="1558636035"/>
      </p:ext>
    </p:extLst>
  </p:cSld>
</p:sld>
</file>

<file path=ppt/slides/slide6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FF48887-7A47-4480-9123-DF03A6D64478}"/>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F97465A8-22EA-4235-ACEF-2EA569424E3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76458581-76D5-44AE-B232-9170B022CDE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새 이력 [10,null,0,20]</a:t>
            </a:r>
          </a:p>
        </p:txBody>
      </p:sp>
      <p:sp>
        <p:nvSpPr>
          <p:cNvPr id="4" name="">
            <a:extLst xmlns:a="http://schemas.openxmlformats.org/drawingml/2006/main">
              <a:ext uri="{FF2B5EF4-FFF2-40B4-BE49-F238E27FC236}">
                <a16:creationId xmlns:a16="http://schemas.microsoft.com/office/drawing/2014/main" id="{43D33774-09FB-4A7A-A011-A22BCB72047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합계·분모·평균을 직접 계산하세요.</a:t>
            </a:r>
          </a:p>
        </p:txBody>
      </p:sp>
      <p:sp>
        <p:nvSpPr>
          <p:cNvPr id="5" name="">
            <a:extLst xmlns:a="http://schemas.openxmlformats.org/drawingml/2006/main">
              <a:ext uri="{FF2B5EF4-FFF2-40B4-BE49-F238E27FC236}">
                <a16:creationId xmlns:a16="http://schemas.microsoft.com/office/drawing/2014/main" id="{6D64EC98-BED2-43BD-A80D-7E1EAD1362D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0100445-08AB-44EC-8968-A03E80EB912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52883873-F0B3-49EC-8AA7-21F9EC813CC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065</a:t>
            </a:r>
          </a:p>
        </p:txBody>
      </p:sp>
    </p:spTree>
    <p:extLst>
      <p:ext uri="{BB962C8B-B14F-4D97-AF65-F5344CB8AC3E}">
        <p14:creationId xmlns:p14="http://schemas.microsoft.com/office/powerpoint/2010/main" val="1011380567"/>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42B1113-E3E4-4B61-B8B5-72D43ABD931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5EABD6DD-6613-401A-A808-8DC35E81D2E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정답과 풀이</a:t>
            </a:r>
          </a:p>
        </p:txBody>
      </p:sp>
      <p:sp>
        <p:nvSpPr>
          <p:cNvPr id="3" name="">
            <a:extLst xmlns:a="http://schemas.openxmlformats.org/drawingml/2006/main">
              <a:ext uri="{FF2B5EF4-FFF2-40B4-BE49-F238E27FC236}">
                <a16:creationId xmlns:a16="http://schemas.microsoft.com/office/drawing/2014/main" id="{00C1C0B2-8332-49FC-B7B4-0669D473C13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합계 30</a:t>
            </a:r>
          </a:p>
        </p:txBody>
      </p:sp>
      <p:sp>
        <p:nvSpPr>
          <p:cNvPr id="4" name="">
            <a:extLst xmlns:a="http://schemas.openxmlformats.org/drawingml/2006/main">
              <a:ext uri="{FF2B5EF4-FFF2-40B4-BE49-F238E27FC236}">
                <a16:creationId xmlns:a16="http://schemas.microsoft.com/office/drawing/2014/main" id="{00F8B6C6-004A-4C16-BB48-311BD5EC8065}"/>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E47447-3706-47E3-935D-07522DA0043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합계 30</a:t>
            </a:r>
            <a:r>
              <a:t> · 분모 3 · 평균 10℃</a:t>
            </a:r>
          </a:p>
        </p:txBody>
      </p:sp>
      <p:sp>
        <p:nvSpPr>
          <p:cNvPr id="6" name="">
            <a:extLst xmlns:a="http://schemas.openxmlformats.org/drawingml/2006/main">
              <a:ext uri="{FF2B5EF4-FFF2-40B4-BE49-F238E27FC236}">
                <a16:creationId xmlns:a16="http://schemas.microsoft.com/office/drawing/2014/main" id="{E4833C9F-27CF-4147-9A40-1A2EE538BAFF}"/>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최신값 20과 평균 10은 다른 지표입니다.</a:t>
            </a:r>
          </a:p>
        </p:txBody>
      </p:sp>
      <p:sp>
        <p:nvSpPr>
          <p:cNvPr id="7" name="">
            <a:extLst xmlns:a="http://schemas.openxmlformats.org/drawingml/2006/main">
              <a:ext uri="{FF2B5EF4-FFF2-40B4-BE49-F238E27FC236}">
                <a16:creationId xmlns:a16="http://schemas.microsoft.com/office/drawing/2014/main" id="{ED660185-4EFF-47A8-ABA9-0F46E7335E0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24715EE-83CF-457E-B88D-5B4375625F9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26B529CA-AB8C-46D7-8B1E-2E42803AF23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759531419"/>
      </p:ext>
    </p:extLst>
  </p:cSld>
</p:sld>
</file>

<file path=ppt/slides/slide6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C01622-B9A0-4651-B84B-74C4E3EABE8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D233E654-DA13-4086-8D65-39C415E167D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값 바꾸기</a:t>
            </a:r>
          </a:p>
        </p:txBody>
      </p:sp>
      <p:sp>
        <p:nvSpPr>
          <p:cNvPr id="3" name="">
            <a:extLst xmlns:a="http://schemas.openxmlformats.org/drawingml/2006/main">
              <a:ext uri="{FF2B5EF4-FFF2-40B4-BE49-F238E27FC236}">
                <a16:creationId xmlns:a16="http://schemas.microsoft.com/office/drawing/2014/main" id="{0D1A537D-D6B4-498C-9623-F9639C0ACFD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첫 22를 25로 바꿉니다.</a:t>
            </a:r>
          </a:p>
        </p:txBody>
      </p:sp>
      <p:sp>
        <p:nvSpPr>
          <p:cNvPr id="4" name="">
            <a:extLst xmlns:a="http://schemas.openxmlformats.org/drawingml/2006/main">
              <a:ext uri="{FF2B5EF4-FFF2-40B4-BE49-F238E27FC236}">
                <a16:creationId xmlns:a16="http://schemas.microsoft.com/office/drawing/2014/main" id="{D0608DDF-217A-4001-9DA9-E296AD6B483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새 합계 49, 평균 16.33℃입니다.</a:t>
            </a:r>
          </a:p>
        </p:txBody>
      </p:sp>
      <p:sp>
        <p:nvSpPr>
          <p:cNvPr id="5" name="">
            <a:extLst xmlns:a="http://schemas.openxmlformats.org/drawingml/2006/main">
              <a:ext uri="{FF2B5EF4-FFF2-40B4-BE49-F238E27FC236}">
                <a16:creationId xmlns:a16="http://schemas.microsoft.com/office/drawing/2014/main" id="{3EAD67C6-209C-4425-8985-4CB4BCFEB3E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B9324B0-027F-4013-87E5-B52EDAF439B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DEB44D0F-AA54-46C9-8E40-FD63445E8DA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067</a:t>
            </a:r>
          </a:p>
        </p:txBody>
      </p:sp>
    </p:spTree>
    <p:extLst>
      <p:ext uri="{BB962C8B-B14F-4D97-AF65-F5344CB8AC3E}">
        <p14:creationId xmlns:p14="http://schemas.microsoft.com/office/powerpoint/2010/main" val="1092076191"/>
      </p:ext>
    </p:extLst>
  </p:cSld>
</p:sld>
</file>

<file path=ppt/slides/slide6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18C46D-8A92-4192-A91D-BCF129EAE40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D64B5692-67A2-4C5C-9B6F-22C2B15AC9A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116C734B-3FDE-4B3C-9613-7A5DBC39CE2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95DF580-7877-4970-AB32-7A45E1FCF9B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숫자가 없으면 계산 안 함으로 표시합니다.</a:t>
            </a:r>
          </a:p>
        </p:txBody>
      </p:sp>
      <p:sp>
        <p:nvSpPr>
          <p:cNvPr id="5" name="">
            <a:extLst xmlns:a="http://schemas.openxmlformats.org/drawingml/2006/main">
              <a:ext uri="{FF2B5EF4-FFF2-40B4-BE49-F238E27FC236}">
                <a16:creationId xmlns:a16="http://schemas.microsoft.com/office/drawing/2014/main" id="{3F591644-7F0A-4F84-B5D4-6DCBD7208E6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D4CAE6C-FF49-4B95-96FE-27C919D9CB6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4CF04C5-C14C-482C-B6A9-4D9913E5358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0을 거짓 값이라 제외하지 않습니다.</a:t>
            </a:r>
          </a:p>
        </p:txBody>
      </p:sp>
      <p:sp>
        <p:nvSpPr>
          <p:cNvPr id="8" name="">
            <a:extLst xmlns:a="http://schemas.openxmlformats.org/drawingml/2006/main">
              <a:ext uri="{FF2B5EF4-FFF2-40B4-BE49-F238E27FC236}">
                <a16:creationId xmlns:a16="http://schemas.microsoft.com/office/drawing/2014/main" id="{A50969EC-52A2-4210-BAEE-7B8F5A699D5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CCB6CAB-BBD6-420C-8055-8B2E5E2150F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C6A02EBD-220C-45A0-A8C1-A0D17FF5469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068</a:t>
            </a:r>
          </a:p>
        </p:txBody>
      </p:sp>
    </p:spTree>
    <p:extLst>
      <p:ext uri="{BB962C8B-B14F-4D97-AF65-F5344CB8AC3E}">
        <p14:creationId xmlns:p14="http://schemas.microsoft.com/office/powerpoint/2010/main" val="740710272"/>
      </p:ext>
    </p:extLst>
  </p:cSld>
</p:sld>
</file>

<file path=ppt/slides/slide6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1A3606-B045-40C1-AA3F-57F33D02911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93DBB41E-9111-4841-B667-23C74AE132E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확인 질문</a:t>
            </a:r>
          </a:p>
        </p:txBody>
      </p:sp>
      <p:sp>
        <p:nvSpPr>
          <p:cNvPr id="3" name="">
            <a:extLst xmlns:a="http://schemas.openxmlformats.org/drawingml/2006/main">
              <a:ext uri="{FF2B5EF4-FFF2-40B4-BE49-F238E27FC236}">
                <a16:creationId xmlns:a16="http://schemas.microsoft.com/office/drawing/2014/main" id="{199FCC42-EEC6-4E29-BC19-3CF70718AB3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이력 평균을 구할 때 어떤 기록을 개수에 넣었는지 설명합니다.</a:t>
            </a:r>
          </a:p>
        </p:txBody>
      </p:sp>
      <p:sp>
        <p:nvSpPr>
          <p:cNvPr id="4" name="">
            <a:extLst xmlns:a="http://schemas.openxmlformats.org/drawingml/2006/main">
              <a:ext uri="{FF2B5EF4-FFF2-40B4-BE49-F238E27FC236}">
                <a16:creationId xmlns:a16="http://schemas.microsoft.com/office/drawing/2014/main" id="{D815BBCF-05F2-4230-868C-0DDC3F1D608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최신값과 평균이 달라도 되는 이유를 말합니다.</a:t>
            </a:r>
          </a:p>
        </p:txBody>
      </p:sp>
      <p:sp>
        <p:nvSpPr>
          <p:cNvPr id="5" name="">
            <a:extLst xmlns:a="http://schemas.openxmlformats.org/drawingml/2006/main">
              <a:ext uri="{FF2B5EF4-FFF2-40B4-BE49-F238E27FC236}">
                <a16:creationId xmlns:a16="http://schemas.microsoft.com/office/drawing/2014/main" id="{DB0C0303-B488-4BC8-8845-EAD25303B29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1697A73-19D6-4376-9561-72687B8B85C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904F1E5F-79DA-4658-9683-4D604BE511D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069</a:t>
            </a:r>
          </a:p>
        </p:txBody>
      </p:sp>
    </p:spTree>
    <p:extLst>
      <p:ext uri="{BB962C8B-B14F-4D97-AF65-F5344CB8AC3E}">
        <p14:creationId xmlns:p14="http://schemas.microsoft.com/office/powerpoint/2010/main" val="500719073"/>
      </p:ext>
    </p:extLst>
  </p:cSld>
</p:sld>
</file>

<file path=ppt/slides/slide7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DD97301-2C73-42CB-B831-8B278AB9E68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F5313122-B89E-45AD-AC30-BA14914A37E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D1F6B784-B895-47DE-9292-A4247282B25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[12,0,null,18]</a:t>
            </a:r>
          </a:p>
        </p:txBody>
      </p:sp>
      <p:sp>
        <p:nvSpPr>
          <p:cNvPr id="4" name="">
            <a:extLst xmlns:a="http://schemas.openxmlformats.org/drawingml/2006/main">
              <a:ext uri="{FF2B5EF4-FFF2-40B4-BE49-F238E27FC236}">
                <a16:creationId xmlns:a16="http://schemas.microsoft.com/office/drawing/2014/main" id="{CC619E55-ED02-43FA-998A-D02F3EC41C2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이력 평균과 최신값 18을 비교하세요.</a:t>
            </a:r>
          </a:p>
        </p:txBody>
      </p:sp>
      <p:sp>
        <p:nvSpPr>
          <p:cNvPr id="5" name="">
            <a:extLst xmlns:a="http://schemas.openxmlformats.org/drawingml/2006/main">
              <a:ext uri="{FF2B5EF4-FFF2-40B4-BE49-F238E27FC236}">
                <a16:creationId xmlns:a16="http://schemas.microsoft.com/office/drawing/2014/main" id="{7D3D3777-77ED-4097-9ED3-9673C35672A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A0D7CE2-3394-41D6-872D-92F929AC1B6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2426F183-2A96-4F1B-B921-EE73AF0FA53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070</a:t>
            </a:r>
          </a:p>
        </p:txBody>
      </p:sp>
    </p:spTree>
    <p:extLst>
      <p:ext uri="{BB962C8B-B14F-4D97-AF65-F5344CB8AC3E}">
        <p14:creationId xmlns:p14="http://schemas.microsoft.com/office/powerpoint/2010/main" val="1670137252"/>
      </p:ext>
    </p:extLst>
  </p:cSld>
</p:sld>
</file>

<file path=ppt/slides/slide7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689AC6-4FD1-40BA-8774-D82E22EE4E74}"/>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AB5A23-3346-4274-A249-4E3E05F5043C}"/>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E007294C-1EDC-479F-A884-32B99D7E0C63}"/>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E6BE6E2F-13AC-467F-92F7-966046EFCEDC}"/>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멈춤·누락·수신 실패</a:t>
            </a:r>
          </a:p>
        </p:txBody>
      </p:sp>
      <p:sp>
        <p:nvSpPr>
          <p:cNvPr id="5" name="">
            <a:extLst xmlns:a="http://schemas.openxmlformats.org/drawingml/2006/main">
              <a:ext uri="{FF2B5EF4-FFF2-40B4-BE49-F238E27FC236}">
                <a16:creationId xmlns:a16="http://schemas.microsoft.com/office/drawing/2014/main" id="{5E1F748D-E2F1-4360-B0EE-B5B6ADD62EFE}"/>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30D8D4C-11B5-464D-9EA6-ABC2C722B688}"/>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15:00~15:50 · 50분</a:t>
            </a:r>
          </a:p>
        </p:txBody>
      </p:sp>
      <p:sp>
        <p:nvSpPr>
          <p:cNvPr id="7" name="">
            <a:extLst xmlns:a="http://schemas.openxmlformats.org/drawingml/2006/main">
              <a:ext uri="{FF2B5EF4-FFF2-40B4-BE49-F238E27FC236}">
                <a16:creationId xmlns:a16="http://schemas.microsoft.com/office/drawing/2014/main" id="{3A0605D2-EDDE-492A-A25C-D099EBB5F1B8}"/>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A13 · A14 · A15</a:t>
            </a:r>
          </a:p>
        </p:txBody>
      </p:sp>
      <p:sp>
        <p:nvSpPr>
          <p:cNvPr id="8" name="">
            <a:extLst xmlns:a="http://schemas.openxmlformats.org/drawingml/2006/main">
              <a:ext uri="{FF2B5EF4-FFF2-40B4-BE49-F238E27FC236}">
                <a16:creationId xmlns:a16="http://schemas.microsoft.com/office/drawing/2014/main" id="{33B0CB0D-B44C-4FA4-997A-C6EC68039BC1}"/>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설명 → 시연 → 직접 실습 → 확인</a:t>
            </a:r>
          </a:p>
        </p:txBody>
      </p:sp>
      <p:sp>
        <p:nvSpPr>
          <p:cNvPr id="9" name="">
            <a:extLst xmlns:a="http://schemas.openxmlformats.org/drawingml/2006/main">
              <a:ext uri="{FF2B5EF4-FFF2-40B4-BE49-F238E27FC236}">
                <a16:creationId xmlns:a16="http://schemas.microsoft.com/office/drawing/2014/main" id="{0BE5506E-A286-446B-8A71-F0BBCE629F0B}"/>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2026.10.29</a:t>
            </a:r>
          </a:p>
        </p:txBody>
      </p:sp>
      <p:sp>
        <p:nvSpPr>
          <p:cNvPr id="10" name="">
            <a:extLst xmlns:a="http://schemas.openxmlformats.org/drawingml/2006/main">
              <a:ext uri="{FF2B5EF4-FFF2-40B4-BE49-F238E27FC236}">
                <a16:creationId xmlns:a16="http://schemas.microsoft.com/office/drawing/2014/main" id="{168D1866-C298-43E1-87A6-6C82A948CDE6}"/>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071</a:t>
            </a:r>
          </a:p>
        </p:txBody>
      </p:sp>
    </p:spTree>
    <p:extLst>
      <p:ext uri="{BB962C8B-B14F-4D97-AF65-F5344CB8AC3E}">
        <p14:creationId xmlns:p14="http://schemas.microsoft.com/office/powerpoint/2010/main" val="1354595165"/>
      </p:ext>
    </p:extLst>
  </p:cSld>
</p:sld>
</file>

<file path=ppt/slides/slide7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9463DBB-B582-42F5-82B1-22066D3464D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A727C68C-9F71-4ABA-A631-5E447A9591F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미측정과 값 누락</a:t>
            </a:r>
          </a:p>
        </p:txBody>
      </p:sp>
      <p:sp>
        <p:nvSpPr>
          <p:cNvPr id="3" name="">
            <a:extLst xmlns:a="http://schemas.openxmlformats.org/drawingml/2006/main">
              <a:ext uri="{FF2B5EF4-FFF2-40B4-BE49-F238E27FC236}">
                <a16:creationId xmlns:a16="http://schemas.microsoft.com/office/drawing/2014/main" id="{11A93172-8BCA-4509-92B7-A0CADB9EA167}"/>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E61CCE2-59A1-449C-9425-903D660F3D42}"/>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정상 응답 안에 </a:t>
            </a:r>
            <a:r>
              <a:rPr b="1">
                <a:solidFill>
                  <a:srgbClr val="002FA7"/>
                </a:solidFill>
              </a:rPr>
              <a:t>temperature_c=null</a:t>
            </a:r>
            <a:r>
              <a:t>이 있습니다.</a:t>
            </a:r>
          </a:p>
        </p:txBody>
      </p:sp>
      <p:sp>
        <p:nvSpPr>
          <p:cNvPr id="5" name="">
            <a:extLst xmlns:a="http://schemas.openxmlformats.org/drawingml/2006/main">
              <a:ext uri="{FF2B5EF4-FFF2-40B4-BE49-F238E27FC236}">
                <a16:creationId xmlns:a16="http://schemas.microsoft.com/office/drawing/2014/main" id="{81D677EB-4EA6-48BD-9225-67B261CA8AC5}"/>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0℃</a:t>
            </a:r>
            <a:r>
              <a:t> 측정과 다릅니다.</a:t>
            </a:r>
          </a:p>
        </p:txBody>
      </p:sp>
      <p:sp>
        <p:nvSpPr>
          <p:cNvPr id="6" name="">
            <a:extLst xmlns:a="http://schemas.openxmlformats.org/drawingml/2006/main">
              <a:ext uri="{FF2B5EF4-FFF2-40B4-BE49-F238E27FC236}">
                <a16:creationId xmlns:a16="http://schemas.microsoft.com/office/drawing/2014/main" id="{6A464409-D862-4D96-8E7D-9C3BF1CEF6E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217B3EC-A25B-4C7B-A016-31E11C2638D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D241751A-914E-4F72-8A86-E5DF266E1C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072</a:t>
            </a:r>
          </a:p>
        </p:txBody>
      </p:sp>
    </p:spTree>
    <p:extLst>
      <p:ext uri="{BB962C8B-B14F-4D97-AF65-F5344CB8AC3E}">
        <p14:creationId xmlns:p14="http://schemas.microsoft.com/office/powerpoint/2010/main" val="112049771"/>
      </p:ext>
    </p:extLst>
  </p:cSld>
</p:sld>
</file>

<file path=ppt/slides/slide7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2C8437-7436-4BA8-87B0-493347915F7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A9CF7896-0002-4606-A6DE-5DDE37AB179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오래됨과 확인 시각</a:t>
            </a:r>
          </a:p>
        </p:txBody>
      </p:sp>
      <p:sp>
        <p:nvSpPr>
          <p:cNvPr id="3" name="">
            <a:extLst xmlns:a="http://schemas.openxmlformats.org/drawingml/2006/main">
              <a:ext uri="{FF2B5EF4-FFF2-40B4-BE49-F238E27FC236}">
                <a16:creationId xmlns:a16="http://schemas.microsoft.com/office/drawing/2014/main" id="{9B6E0DD8-3948-4FE8-A6ED-26F0BB3EC589}"/>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D56DF90-B36F-4721-AAD5-7169D804BA5A}"/>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새 기록 없이 확인 시각만 70초 이동합니다.</a:t>
            </a:r>
          </a:p>
        </p:txBody>
      </p:sp>
      <p:sp>
        <p:nvSpPr>
          <p:cNvPr id="5" name="">
            <a:extLst xmlns:a="http://schemas.openxmlformats.org/drawingml/2006/main">
              <a:ext uri="{FF2B5EF4-FFF2-40B4-BE49-F238E27FC236}">
                <a16:creationId xmlns:a16="http://schemas.microsoft.com/office/drawing/2014/main" id="{C6B8161F-1F70-4F4B-9D8D-3B1C91DFE443}"/>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실제 장치 통신을 끊은 실험은 아닙니다.</a:t>
            </a:r>
          </a:p>
        </p:txBody>
      </p:sp>
      <p:sp>
        <p:nvSpPr>
          <p:cNvPr id="6" name="">
            <a:extLst xmlns:a="http://schemas.openxmlformats.org/drawingml/2006/main">
              <a:ext uri="{FF2B5EF4-FFF2-40B4-BE49-F238E27FC236}">
                <a16:creationId xmlns:a16="http://schemas.microsoft.com/office/drawing/2014/main" id="{401CBB69-2C99-47F2-935C-58211D3FA7C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253C6DA-C07B-44B7-B937-F240F77F338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E4B5C0E4-2E56-4DAC-8DE8-143312F7725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073</a:t>
            </a:r>
          </a:p>
        </p:txBody>
      </p:sp>
    </p:spTree>
    <p:extLst>
      <p:ext uri="{BB962C8B-B14F-4D97-AF65-F5344CB8AC3E}">
        <p14:creationId xmlns:p14="http://schemas.microsoft.com/office/powerpoint/2010/main" val="1402245898"/>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58DEA7-73DB-4949-949B-84EE76BD827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7CD689B9-0615-45C0-83DE-989D0B13078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정지와 active=false</a:t>
            </a:r>
          </a:p>
        </p:txBody>
      </p:sp>
      <p:sp>
        <p:nvSpPr>
          <p:cNvPr id="3" name="">
            <a:extLst xmlns:a="http://schemas.openxmlformats.org/drawingml/2006/main">
              <a:ext uri="{FF2B5EF4-FFF2-40B4-BE49-F238E27FC236}">
                <a16:creationId xmlns:a16="http://schemas.microsoft.com/office/drawing/2014/main" id="{48DE7C83-1B4C-4F75-816B-619DD5BFD60D}"/>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57DA64A-3685-423B-BB13-17C9659BB66A}"/>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active=false</a:t>
            </a:r>
            <a:r>
              <a:t>면 정지로 표시합니다.</a:t>
            </a:r>
          </a:p>
        </p:txBody>
      </p:sp>
      <p:sp>
        <p:nvSpPr>
          <p:cNvPr id="5" name="">
            <a:extLst xmlns:a="http://schemas.openxmlformats.org/drawingml/2006/main">
              <a:ext uri="{FF2B5EF4-FFF2-40B4-BE49-F238E27FC236}">
                <a16:creationId xmlns:a16="http://schemas.microsoft.com/office/drawing/2014/main" id="{B06E2B64-C267-49F0-BEFB-82FF9EE6608C}"/>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미측정이 함께 있으면 </a:t>
            </a:r>
            <a:r>
              <a:rPr b="1">
                <a:solidFill>
                  <a:srgbClr val="002FA7"/>
                </a:solidFill>
              </a:rPr>
              <a:t>미측정이 먼저</a:t>
            </a:r>
            <a:r>
              <a:t>입니다.</a:t>
            </a:r>
          </a:p>
        </p:txBody>
      </p:sp>
      <p:sp>
        <p:nvSpPr>
          <p:cNvPr id="6" name="">
            <a:extLst xmlns:a="http://schemas.openxmlformats.org/drawingml/2006/main">
              <a:ext uri="{FF2B5EF4-FFF2-40B4-BE49-F238E27FC236}">
                <a16:creationId xmlns:a16="http://schemas.microsoft.com/office/drawing/2014/main" id="{49C95CB2-8FFE-4C22-A1EB-839D6707A61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EB9D476-603B-45BF-BE1C-ED918711405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F13C61D5-BC18-4504-852E-92C1DD2195D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235367350"/>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DD9EA12-455D-4A82-A6BF-D7FF5EBE206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8C4CA7AB-6006-4CD3-B86F-8BF8BB2A294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통신 실패와 이전 값</a:t>
            </a:r>
          </a:p>
        </p:txBody>
      </p:sp>
      <p:sp>
        <p:nvSpPr>
          <p:cNvPr id="3" name="">
            <a:extLst xmlns:a="http://schemas.openxmlformats.org/drawingml/2006/main">
              <a:ext uri="{FF2B5EF4-FFF2-40B4-BE49-F238E27FC236}">
                <a16:creationId xmlns:a16="http://schemas.microsoft.com/office/drawing/2014/main" id="{61BEE785-6B6A-4052-8B56-A782EEB23453}"/>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서버 연결 실패나 HTTP 오류를 알립니다.</a:t>
            </a:r>
          </a:p>
        </p:txBody>
      </p:sp>
      <p:sp>
        <p:nvSpPr>
          <p:cNvPr id="4" name="">
            <a:extLst xmlns:a="http://schemas.openxmlformats.org/drawingml/2006/main">
              <a:ext uri="{FF2B5EF4-FFF2-40B4-BE49-F238E27FC236}">
                <a16:creationId xmlns:a16="http://schemas.microsoft.com/office/drawing/2014/main" id="{4890216F-CC8E-44CF-B641-F71B6A868614}"/>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이전 화면 값을 새 측정으로 읽지 않습니다.</a:t>
            </a:r>
          </a:p>
        </p:txBody>
      </p:sp>
      <p:sp>
        <p:nvSpPr>
          <p:cNvPr id="5" name="">
            <a:extLst xmlns:a="http://schemas.openxmlformats.org/drawingml/2006/main">
              <a:ext uri="{FF2B5EF4-FFF2-40B4-BE49-F238E27FC236}">
                <a16:creationId xmlns:a16="http://schemas.microsoft.com/office/drawing/2014/main" id="{04D56A4C-F9FA-43F7-A18C-2276B27899D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A3A0F56-3194-4CB8-B1AD-FFD1A2B543C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70FC666D-2BE8-4EBD-A0D7-626DF2F6A01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195655596"/>
      </p:ext>
    </p:extLst>
  </p:cSld>
</p:sld>
</file>

<file path=ppt/slides/slide7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CD17CC9-4FC4-4637-A5E9-AFC6FB86B36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2944D90E-92A9-4055-B2B6-674D34F85B7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데이터 없음과 수신 실패</a:t>
            </a:r>
          </a:p>
        </p:txBody>
      </p:sp>
      <p:sp>
        <p:nvSpPr>
          <p:cNvPr id="3" name="">
            <a:extLst xmlns:a="http://schemas.openxmlformats.org/drawingml/2006/main">
              <a:ext uri="{FF2B5EF4-FFF2-40B4-BE49-F238E27FC236}">
                <a16:creationId xmlns:a16="http://schemas.microsoft.com/office/drawing/2014/main" id="{BE12EE5B-767D-4A02-87BA-15E1E18BBEF2}"/>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정상 빈 목록:</a:t>
            </a:r>
          </a:p>
        </p:txBody>
      </p:sp>
      <p:sp>
        <p:nvSpPr>
          <p:cNvPr id="4" name="">
            <a:extLst xmlns:a="http://schemas.openxmlformats.org/drawingml/2006/main">
              <a:ext uri="{FF2B5EF4-FFF2-40B4-BE49-F238E27FC236}">
                <a16:creationId xmlns:a16="http://schemas.microsoft.com/office/drawing/2014/main" id="{BC6650A8-A425-4939-ABB0-A831E3D546E0}"/>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데이터 없음</a:t>
            </a:r>
          </a:p>
        </p:txBody>
      </p:sp>
      <p:sp>
        <p:nvSpPr>
          <p:cNvPr id="5" name="">
            <a:extLst xmlns:a="http://schemas.openxmlformats.org/drawingml/2006/main">
              <a:ext uri="{FF2B5EF4-FFF2-40B4-BE49-F238E27FC236}">
                <a16:creationId xmlns:a16="http://schemas.microsoft.com/office/drawing/2014/main" id="{BA7D5825-04CD-40AD-9243-F5A8794746A1}"/>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A6E44DE-870A-47F2-B575-F7A17B8FB4FB}"/>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실패 응답:</a:t>
            </a:r>
          </a:p>
        </p:txBody>
      </p:sp>
      <p:sp>
        <p:nvSpPr>
          <p:cNvPr id="7" name="">
            <a:extLst xmlns:a="http://schemas.openxmlformats.org/drawingml/2006/main">
              <a:ext uri="{FF2B5EF4-FFF2-40B4-BE49-F238E27FC236}">
                <a16:creationId xmlns:a16="http://schemas.microsoft.com/office/drawing/2014/main" id="{D4C44CA5-4AA9-42CE-9DCE-DDC952D0261B}"/>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수신 실패</a:t>
            </a:r>
          </a:p>
        </p:txBody>
      </p:sp>
      <p:sp>
        <p:nvSpPr>
          <p:cNvPr id="8" name="">
            <a:extLst xmlns:a="http://schemas.openxmlformats.org/drawingml/2006/main">
              <a:ext uri="{FF2B5EF4-FFF2-40B4-BE49-F238E27FC236}">
                <a16:creationId xmlns:a16="http://schemas.microsoft.com/office/drawing/2014/main" id="{0C639C13-4F33-4EBA-BAF0-8BA2A63AA41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92D653F-E74D-4134-B1D1-DC31749226B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6E1D3D39-220B-43F3-B9F3-999897D757D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076</a:t>
            </a:r>
          </a:p>
        </p:txBody>
      </p:sp>
    </p:spTree>
    <p:extLst>
      <p:ext uri="{BB962C8B-B14F-4D97-AF65-F5344CB8AC3E}">
        <p14:creationId xmlns:p14="http://schemas.microsoft.com/office/powerpoint/2010/main" val="665521731"/>
      </p:ext>
    </p:extLst>
  </p:cSld>
</p:sld>
</file>

<file path=ppt/slides/slide7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403C2D4-27D4-44E9-8380-D7CCD9E7967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29134188-A127-4274-8A37-2C26CF4F92D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HTTP 400과 입력 오류</a:t>
            </a:r>
          </a:p>
        </p:txBody>
      </p:sp>
      <p:sp>
        <p:nvSpPr>
          <p:cNvPr id="3" name="">
            <a:extLst xmlns:a="http://schemas.openxmlformats.org/drawingml/2006/main">
              <a:ext uri="{FF2B5EF4-FFF2-40B4-BE49-F238E27FC236}">
                <a16:creationId xmlns:a16="http://schemas.microsoft.com/office/drawing/2014/main" id="{BDC9BB30-BD0A-4AB7-9D85-12426DF8765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문자열 온도</a:t>
            </a:r>
          </a:p>
        </p:txBody>
      </p:sp>
      <p:sp>
        <p:nvSpPr>
          <p:cNvPr id="4" name="">
            <a:extLst xmlns:a="http://schemas.openxmlformats.org/drawingml/2006/main">
              <a:ext uri="{FF2B5EF4-FFF2-40B4-BE49-F238E27FC236}">
                <a16:creationId xmlns:a16="http://schemas.microsoft.com/office/drawing/2014/main" id="{3BBC17DC-3EDF-45B9-ACB8-4188CF2246D3}"/>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DB6F6B-6DAB-464A-94E4-CE0EB9799C52}"/>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문자열 온도</a:t>
            </a:r>
            <a:r>
              <a:t> · 범위 · 불리언 · 시간대</a:t>
            </a:r>
          </a:p>
        </p:txBody>
      </p:sp>
      <p:sp>
        <p:nvSpPr>
          <p:cNvPr id="6" name="">
            <a:extLst xmlns:a="http://schemas.openxmlformats.org/drawingml/2006/main">
              <a:ext uri="{FF2B5EF4-FFF2-40B4-BE49-F238E27FC236}">
                <a16:creationId xmlns:a16="http://schemas.microsoft.com/office/drawing/2014/main" id="{A2EB1760-BC67-40A7-8EDA-E4E2814A0D38}"/>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거절 이유를 기록하고 원문을 고칩니다.</a:t>
            </a:r>
          </a:p>
        </p:txBody>
      </p:sp>
      <p:sp>
        <p:nvSpPr>
          <p:cNvPr id="7" name="">
            <a:extLst xmlns:a="http://schemas.openxmlformats.org/drawingml/2006/main">
              <a:ext uri="{FF2B5EF4-FFF2-40B4-BE49-F238E27FC236}">
                <a16:creationId xmlns:a16="http://schemas.microsoft.com/office/drawing/2014/main" id="{C3D6E5C0-64C0-44A0-9581-070BACDEA81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D7BD5EA-E2CB-47F8-A5DB-7DC62412605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6CD8D21C-0409-4E0C-8EE4-FD9D9B111AF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077</a:t>
            </a:r>
          </a:p>
        </p:txBody>
      </p:sp>
    </p:spTree>
    <p:extLst>
      <p:ext uri="{BB962C8B-B14F-4D97-AF65-F5344CB8AC3E}">
        <p14:creationId xmlns:p14="http://schemas.microsoft.com/office/powerpoint/2010/main" val="69158736"/>
      </p:ext>
    </p:extLst>
  </p:cSld>
</p:sld>
</file>

<file path=ppt/slides/slide7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FD02E64-448F-4502-9A60-C4609E96A66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82324491-E0F7-42F0-B71D-2A472C092C8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실패 종류별 확인 대상</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4310743"/>
                <a:gridCol w="3526971"/>
                <a:gridCol w="3135086"/>
              </a:tblGrid>
              <a:tr h="685800">
                <a:tc>
                  <a:txBody>
                    <a:bodyPr wrap="square"/>
                    <a:lstStyle/>
                    <a:p>
                      <a:pPr>
                        <a:lnSpc>
                          <a:spcPct val="94000"/>
                        </a:lnSpc>
                        <a:buNone/>
                      </a:pPr>
                      <a:r>
                        <a:rPr sz="2100" b="1">
                          <a:solidFill>
                            <a:srgbClr val="FFFFFF"/>
                          </a:solidFill>
                          <a:latin typeface="Noto Sans KR"/>
                          <a:ea typeface="Noto Sans KR"/>
                          <a:cs typeface="Noto Sans KR"/>
                        </a:rPr>
                        <a:t>상황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화면 뜻</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먼저 확인</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null 응답</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센서·자료</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정상 빈 목록</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데이터 없음</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필터·범위</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HTTP 400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입력 오류</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보낸 본문</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연결 실패</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수신 실패</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서버·포트</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1D017795-75F6-410C-A153-20488BCDC44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7113FD-E3A7-4D48-91D8-908E5647DA7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6" name="">
            <a:extLst xmlns:a="http://schemas.openxmlformats.org/drawingml/2006/main">
              <a:ext uri="{FF2B5EF4-FFF2-40B4-BE49-F238E27FC236}">
                <a16:creationId xmlns:a16="http://schemas.microsoft.com/office/drawing/2014/main" id="{700072BB-8566-43B7-B778-314D19F4DF4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078</a:t>
            </a:r>
          </a:p>
        </p:txBody>
      </p:sp>
    </p:spTree>
    <p:extLst>
      <p:ext uri="{BB962C8B-B14F-4D97-AF65-F5344CB8AC3E}">
        <p14:creationId xmlns:p14="http://schemas.microsoft.com/office/powerpoint/2010/main" val="1342020567"/>
      </p:ext>
    </p:extLst>
  </p:cSld>
</p:sld>
</file>

<file path=ppt/slides/slide7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A0A56E5-1479-465E-B4BE-C8EAA9E51C9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C1650301-E362-4F53-9F0B-83EC6787ED4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2ACF350A-062C-43FF-BD35-0B83A3B49E0F}"/>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F4F74B9-EE44-469D-BABA-5B23BC590C0D}"/>
              </a:ext>
            </a:extLst>
          </p:cNvPr>
          <p:cNvSpPr>
            <a:spLocks xmlns:a="http://schemas.openxmlformats.org/drawingml/2006/main" noGrp="1"/>
          </p:cNvSpPr>
          <p:nvPr/>
        </p:nvSpPr>
        <p:spPr>
          <a:xfrm xmlns:a="http://schemas.openxmlformats.org/drawingml/2006/main">
            <a:off x="609600" y="26479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23℃가 화면에 남아 있어도</a:t>
            </a:r>
          </a:p>
        </p:txBody>
      </p:sp>
      <p:sp>
        <p:nvSpPr>
          <p:cNvPr id="5" name="">
            <a:extLst xmlns:a="http://schemas.openxmlformats.org/drawingml/2006/main">
              <a:ext uri="{FF2B5EF4-FFF2-40B4-BE49-F238E27FC236}">
                <a16:creationId xmlns:a16="http://schemas.microsoft.com/office/drawing/2014/main" id="{D5D766BC-6E42-4666-A139-2AE9700F8F45}"/>
              </a:ext>
            </a:extLst>
          </p:cNvPr>
          <p:cNvSpPr>
            <a:spLocks xmlns:a="http://schemas.openxmlformats.org/drawingml/2006/main" noGrp="1"/>
          </p:cNvSpPr>
          <p:nvPr/>
        </p:nvSpPr>
        <p:spPr>
          <a:xfrm xmlns:a="http://schemas.openxmlformats.org/drawingml/2006/main">
            <a:off x="609600" y="4067175"/>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새 관찰을 받았다는 뜻은 아닙니다.</a:t>
            </a:r>
          </a:p>
        </p:txBody>
      </p:sp>
      <p:sp>
        <p:nvSpPr>
          <p:cNvPr id="6" name="">
            <a:extLst xmlns:a="http://schemas.openxmlformats.org/drawingml/2006/main">
              <a:ext uri="{FF2B5EF4-FFF2-40B4-BE49-F238E27FC236}">
                <a16:creationId xmlns:a16="http://schemas.microsoft.com/office/drawing/2014/main" id="{E82C8459-DF88-47CA-886F-9B7ABD1A2F3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6BD36DD-F874-49F8-89AA-DDCC4561C32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FDD18033-9A10-408C-8CB2-F569F89E723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079</a:t>
            </a:r>
          </a:p>
        </p:txBody>
      </p:sp>
    </p:spTree>
    <p:extLst>
      <p:ext uri="{BB962C8B-B14F-4D97-AF65-F5344CB8AC3E}">
        <p14:creationId xmlns:p14="http://schemas.microsoft.com/office/powerpoint/2010/main" val="1438022459"/>
      </p:ext>
    </p:extLst>
  </p:cSld>
</p:sld>
</file>

<file path=ppt/slides/slide8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E39FBA-57B0-4934-A1EE-749CE9CDBC1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C16C96DD-1D18-4727-982B-8FCD4F980D7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A0D33E17-4603-41B1-9891-7EDE4E380A0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null 응답 · 빈 목록 · 연결 실패</a:t>
            </a:r>
          </a:p>
        </p:txBody>
      </p:sp>
      <p:sp>
        <p:nvSpPr>
          <p:cNvPr id="4" name="">
            <a:extLst xmlns:a="http://schemas.openxmlformats.org/drawingml/2006/main">
              <a:ext uri="{FF2B5EF4-FFF2-40B4-BE49-F238E27FC236}">
                <a16:creationId xmlns:a16="http://schemas.microsoft.com/office/drawing/2014/main" id="{9F42C4E3-B2A9-46BD-8CA2-DADA25A2DF1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세 상황의 문구와 복구 대상을 쓰세요.</a:t>
            </a:r>
          </a:p>
        </p:txBody>
      </p:sp>
      <p:sp>
        <p:nvSpPr>
          <p:cNvPr id="5" name="">
            <a:extLst xmlns:a="http://schemas.openxmlformats.org/drawingml/2006/main">
              <a:ext uri="{FF2B5EF4-FFF2-40B4-BE49-F238E27FC236}">
                <a16:creationId xmlns:a16="http://schemas.microsoft.com/office/drawing/2014/main" id="{4BB54B7D-58DC-4E28-A7D9-71C70C103A4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12040D4-4F4E-40FD-976B-03720919719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63835DB0-384D-4AA6-87F4-EA7FEEF77A7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080</a:t>
            </a:r>
          </a:p>
        </p:txBody>
      </p:sp>
    </p:spTree>
    <p:extLst>
      <p:ext uri="{BB962C8B-B14F-4D97-AF65-F5344CB8AC3E}">
        <p14:creationId xmlns:p14="http://schemas.microsoft.com/office/powerpoint/2010/main" val="1351609122"/>
      </p:ext>
    </p:extLst>
  </p:cSld>
</p:sld>
</file>

<file path=ppt/slides/slide8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95D3531-DDB4-470D-B49E-54D576E44AB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421777FA-7BDC-4548-87C2-11EDE202739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정답과 풀이</a:t>
            </a:r>
          </a:p>
        </p:txBody>
      </p:sp>
      <p:sp>
        <p:nvSpPr>
          <p:cNvPr id="3" name="">
            <a:extLst xmlns:a="http://schemas.openxmlformats.org/drawingml/2006/main">
              <a:ext uri="{FF2B5EF4-FFF2-40B4-BE49-F238E27FC236}">
                <a16:creationId xmlns:a16="http://schemas.microsoft.com/office/drawing/2014/main" id="{AC774CA3-48CB-4EFE-92CE-058A34E29CDF}"/>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미측정:</a:t>
            </a:r>
          </a:p>
        </p:txBody>
      </p:sp>
      <p:sp>
        <p:nvSpPr>
          <p:cNvPr id="4" name="">
            <a:extLst xmlns:a="http://schemas.openxmlformats.org/drawingml/2006/main">
              <a:ext uri="{FF2B5EF4-FFF2-40B4-BE49-F238E27FC236}">
                <a16:creationId xmlns:a16="http://schemas.microsoft.com/office/drawing/2014/main" id="{BFF1679E-BE1E-4C24-9021-48749E60B762}"/>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자료 확인</a:t>
            </a:r>
          </a:p>
        </p:txBody>
      </p:sp>
      <p:sp>
        <p:nvSpPr>
          <p:cNvPr id="5" name="">
            <a:extLst xmlns:a="http://schemas.openxmlformats.org/drawingml/2006/main">
              <a:ext uri="{FF2B5EF4-FFF2-40B4-BE49-F238E27FC236}">
                <a16:creationId xmlns:a16="http://schemas.microsoft.com/office/drawing/2014/main" id="{C77EDB7B-A4A2-4039-968C-C8C9013F91B4}"/>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26F4E69-D617-4855-B531-2BE8808DA8B9}"/>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데이터 없음:</a:t>
            </a:r>
          </a:p>
        </p:txBody>
      </p:sp>
      <p:sp>
        <p:nvSpPr>
          <p:cNvPr id="7" name="">
            <a:extLst xmlns:a="http://schemas.openxmlformats.org/drawingml/2006/main">
              <a:ext uri="{FF2B5EF4-FFF2-40B4-BE49-F238E27FC236}">
                <a16:creationId xmlns:a16="http://schemas.microsoft.com/office/drawing/2014/main" id="{D9EE2215-2725-437F-A794-1C3633E33CEA}"/>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필터·범위 확인</a:t>
            </a:r>
          </a:p>
        </p:txBody>
      </p:sp>
      <p:sp>
        <p:nvSpPr>
          <p:cNvPr id="8" name="">
            <a:extLst xmlns:a="http://schemas.openxmlformats.org/drawingml/2006/main">
              <a:ext uri="{FF2B5EF4-FFF2-40B4-BE49-F238E27FC236}">
                <a16:creationId xmlns:a16="http://schemas.microsoft.com/office/drawing/2014/main" id="{C76A6B96-C4ED-4051-AE0E-1F4DD78F293E}"/>
              </a:ext>
            </a:extLst>
          </p:cNvPr>
          <p:cNvSpPr>
            <a:spLocks xmlns:a="http://schemas.openxmlformats.org/drawingml/2006/main" noGrp="1"/>
          </p:cNvSpPr>
          <p:nvPr/>
        </p:nvSpPr>
        <p:spPr>
          <a:xfrm xmlns:a="http://schemas.openxmlformats.org/drawingml/2006/main">
            <a:off x="609600" y="46482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AB4BA90-6EFB-4770-B8F0-AEFF18883FE7}"/>
              </a:ext>
            </a:extLst>
          </p:cNvPr>
          <p:cNvSpPr>
            <a:spLocks xmlns:a="http://schemas.openxmlformats.org/drawingml/2006/main" noGrp="1"/>
          </p:cNvSpPr>
          <p:nvPr/>
        </p:nvSpPr>
        <p:spPr>
          <a:xfrm xmlns:a="http://schemas.openxmlformats.org/drawingml/2006/main">
            <a:off x="609600" y="47815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수신 실패:</a:t>
            </a:r>
          </a:p>
        </p:txBody>
      </p:sp>
      <p:sp>
        <p:nvSpPr>
          <p:cNvPr id="10" name="">
            <a:extLst xmlns:a="http://schemas.openxmlformats.org/drawingml/2006/main">
              <a:ext uri="{FF2B5EF4-FFF2-40B4-BE49-F238E27FC236}">
                <a16:creationId xmlns:a16="http://schemas.microsoft.com/office/drawing/2014/main" id="{EAFE5B3B-ACD9-4761-91F2-D08607B02769}"/>
              </a:ext>
            </a:extLst>
          </p:cNvPr>
          <p:cNvSpPr>
            <a:spLocks xmlns:a="http://schemas.openxmlformats.org/drawingml/2006/main" noGrp="1"/>
          </p:cNvSpPr>
          <p:nvPr/>
        </p:nvSpPr>
        <p:spPr>
          <a:xfrm xmlns:a="http://schemas.openxmlformats.org/drawingml/2006/main">
            <a:off x="4219575" y="48291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서버·포트 확인</a:t>
            </a:r>
          </a:p>
        </p:txBody>
      </p:sp>
      <p:sp>
        <p:nvSpPr>
          <p:cNvPr id="11" name="">
            <a:extLst xmlns:a="http://schemas.openxmlformats.org/drawingml/2006/main">
              <a:ext uri="{FF2B5EF4-FFF2-40B4-BE49-F238E27FC236}">
                <a16:creationId xmlns:a16="http://schemas.microsoft.com/office/drawing/2014/main" id="{96983E0D-86B1-4D31-BB27-01A913AB5F2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0050923-8FF3-4510-8518-87331500EC5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3" name="">
            <a:extLst xmlns:a="http://schemas.openxmlformats.org/drawingml/2006/main">
              <a:ext uri="{FF2B5EF4-FFF2-40B4-BE49-F238E27FC236}">
                <a16:creationId xmlns:a16="http://schemas.microsoft.com/office/drawing/2014/main" id="{173694DC-6B7C-4A27-92BC-D254BBF6A8F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081</a:t>
            </a:r>
          </a:p>
        </p:txBody>
      </p:sp>
    </p:spTree>
    <p:extLst>
      <p:ext uri="{BB962C8B-B14F-4D97-AF65-F5344CB8AC3E}">
        <p14:creationId xmlns:p14="http://schemas.microsoft.com/office/powerpoint/2010/main" val="2135846057"/>
      </p:ext>
    </p:extLst>
  </p:cSld>
</p:sld>
</file>

<file path=ppt/slides/slide8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4BE4F73-25DE-4D71-92AC-A0542C43F40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94E7F392-7406-4430-9F69-7B59AB027E0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값 바꾸기</a:t>
            </a:r>
          </a:p>
        </p:txBody>
      </p:sp>
      <p:sp>
        <p:nvSpPr>
          <p:cNvPr id="3" name="">
            <a:extLst xmlns:a="http://schemas.openxmlformats.org/drawingml/2006/main">
              <a:ext uri="{FF2B5EF4-FFF2-40B4-BE49-F238E27FC236}">
                <a16:creationId xmlns:a16="http://schemas.microsoft.com/office/drawing/2014/main" id="{E5606D08-E61D-48B0-83A6-44102EC9B38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확인 시각만 70초 이동합니다.</a:t>
            </a:r>
          </a:p>
        </p:txBody>
      </p:sp>
      <p:sp>
        <p:nvSpPr>
          <p:cNvPr id="4" name="">
            <a:extLst xmlns:a="http://schemas.openxmlformats.org/drawingml/2006/main">
              <a:ext uri="{FF2B5EF4-FFF2-40B4-BE49-F238E27FC236}">
                <a16:creationId xmlns:a16="http://schemas.microsoft.com/office/drawing/2014/main" id="{3AB59B84-47B9-4F2B-A111-A7083785CDC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측정 10초 전 기록은 시간차 80초가 됩니다.</a:t>
            </a:r>
          </a:p>
        </p:txBody>
      </p:sp>
      <p:sp>
        <p:nvSpPr>
          <p:cNvPr id="5" name="">
            <a:extLst xmlns:a="http://schemas.openxmlformats.org/drawingml/2006/main">
              <a:ext uri="{FF2B5EF4-FFF2-40B4-BE49-F238E27FC236}">
                <a16:creationId xmlns:a16="http://schemas.microsoft.com/office/drawing/2014/main" id="{2B39FBD8-9C75-463B-977C-A1F6EC08DAE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AD2B78A-8020-487A-9736-FF220011F64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5829FD79-FE1E-4068-88D9-CA9FB25A69E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082</a:t>
            </a:r>
          </a:p>
        </p:txBody>
      </p:sp>
    </p:spTree>
    <p:extLst>
      <p:ext uri="{BB962C8B-B14F-4D97-AF65-F5344CB8AC3E}">
        <p14:creationId xmlns:p14="http://schemas.microsoft.com/office/powerpoint/2010/main" val="451808618"/>
      </p:ext>
    </p:extLst>
  </p:cSld>
</p:sld>
</file>

<file path=ppt/slides/slide8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DA0F2B-B91C-42C3-AD5F-395A362C355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CB4A8097-E7B1-4485-A8D5-77EE7273C99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3056F610-40ED-4D97-BDB0-0E4EBAF0EC5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09B3CEF-7EF0-44AA-975A-65CFA0FABFB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모든 오류를 빈 목록으로 바꾸지 않습니다.</a:t>
            </a:r>
          </a:p>
        </p:txBody>
      </p:sp>
      <p:sp>
        <p:nvSpPr>
          <p:cNvPr id="5" name="">
            <a:extLst xmlns:a="http://schemas.openxmlformats.org/drawingml/2006/main">
              <a:ext uri="{FF2B5EF4-FFF2-40B4-BE49-F238E27FC236}">
                <a16:creationId xmlns:a16="http://schemas.microsoft.com/office/drawing/2014/main" id="{DF2CF853-4094-4AE5-B500-1A9E071CAF4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33BCCC4-3668-4A24-AAFC-ACC8692511F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79801EE-525C-4277-8A09-4967D913617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장애와 실제 데이터 부재가 섞입니다.</a:t>
            </a:r>
          </a:p>
        </p:txBody>
      </p:sp>
      <p:sp>
        <p:nvSpPr>
          <p:cNvPr id="8" name="">
            <a:extLst xmlns:a="http://schemas.openxmlformats.org/drawingml/2006/main">
              <a:ext uri="{FF2B5EF4-FFF2-40B4-BE49-F238E27FC236}">
                <a16:creationId xmlns:a16="http://schemas.microsoft.com/office/drawing/2014/main" id="{338CF1B3-9711-4F43-B72B-024980804D6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34D16C5-0623-4FF0-8253-03F57B26034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77188CA4-8D54-438F-A1E5-514566D4098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083</a:t>
            </a:r>
          </a:p>
        </p:txBody>
      </p:sp>
    </p:spTree>
    <p:extLst>
      <p:ext uri="{BB962C8B-B14F-4D97-AF65-F5344CB8AC3E}">
        <p14:creationId xmlns:p14="http://schemas.microsoft.com/office/powerpoint/2010/main" val="1615351819"/>
      </p:ext>
    </p:extLst>
  </p:cSld>
</p:sld>
</file>

<file path=ppt/slides/slide8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AE3AFA6-47FF-4CB8-BC5C-777060EDE8C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0A927DB1-D2A9-496A-8796-5AC975DC49E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확인 질문</a:t>
            </a:r>
          </a:p>
        </p:txBody>
      </p:sp>
      <p:sp>
        <p:nvSpPr>
          <p:cNvPr id="3" name="">
            <a:extLst xmlns:a="http://schemas.openxmlformats.org/drawingml/2006/main">
              <a:ext uri="{FF2B5EF4-FFF2-40B4-BE49-F238E27FC236}">
                <a16:creationId xmlns:a16="http://schemas.microsoft.com/office/drawing/2014/main" id="{46E26EEE-3051-45A2-B7B8-F24BEF14E85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미측정과 수신 실패의 차이를 말해 봅시다.</a:t>
            </a:r>
          </a:p>
        </p:txBody>
      </p:sp>
      <p:sp>
        <p:nvSpPr>
          <p:cNvPr id="4" name="">
            <a:extLst xmlns:a="http://schemas.openxmlformats.org/drawingml/2006/main">
              <a:ext uri="{FF2B5EF4-FFF2-40B4-BE49-F238E27FC236}">
                <a16:creationId xmlns:a16="http://schemas.microsoft.com/office/drawing/2014/main" id="{1DE354CC-0A7B-488A-A2C6-A926A12ED6A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이전 값을 남기는 이유와 한계도 설명합니다.</a:t>
            </a:r>
          </a:p>
        </p:txBody>
      </p:sp>
      <p:sp>
        <p:nvSpPr>
          <p:cNvPr id="5" name="">
            <a:extLst xmlns:a="http://schemas.openxmlformats.org/drawingml/2006/main">
              <a:ext uri="{FF2B5EF4-FFF2-40B4-BE49-F238E27FC236}">
                <a16:creationId xmlns:a16="http://schemas.microsoft.com/office/drawing/2014/main" id="{E092D997-5E95-482F-A3F1-780854874CA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2552E15-EC0F-4767-B2C3-66BD0ABB1DF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504EEA67-AAF6-428D-B27F-8979ECA60D9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084</a:t>
            </a:r>
          </a:p>
        </p:txBody>
      </p:sp>
    </p:spTree>
    <p:extLst>
      <p:ext uri="{BB962C8B-B14F-4D97-AF65-F5344CB8AC3E}">
        <p14:creationId xmlns:p14="http://schemas.microsoft.com/office/powerpoint/2010/main" val="984276607"/>
      </p:ext>
    </p:extLst>
  </p:cSld>
</p:sld>
</file>

<file path=ppt/slides/slide8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8B60C78-4A29-473D-96CE-A5B9C8880AD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1B88C9BB-76CB-4B29-B33B-44556CA682A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144835C2-7249-46C9-8D87-0BB6D06EC6F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추가·도전: 실패 뒤 정상 수신으로 복구</a:t>
            </a:r>
          </a:p>
        </p:txBody>
      </p:sp>
      <p:sp>
        <p:nvSpPr>
          <p:cNvPr id="4" name="">
            <a:extLst xmlns:a="http://schemas.openxmlformats.org/drawingml/2006/main">
              <a:ext uri="{FF2B5EF4-FFF2-40B4-BE49-F238E27FC236}">
                <a16:creationId xmlns:a16="http://schemas.microsoft.com/office/drawing/2014/main" id="{B778CD4E-397A-4A0F-948D-D19CB78852D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메시지·행 수·값·시각을 다시 확인하세요.</a:t>
            </a:r>
          </a:p>
        </p:txBody>
      </p:sp>
      <p:sp>
        <p:nvSpPr>
          <p:cNvPr id="5" name="">
            <a:extLst xmlns:a="http://schemas.openxmlformats.org/drawingml/2006/main">
              <a:ext uri="{FF2B5EF4-FFF2-40B4-BE49-F238E27FC236}">
                <a16:creationId xmlns:a16="http://schemas.microsoft.com/office/drawing/2014/main" id="{65662A1D-2AFF-4D1C-A9B5-728746F4107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F223D92-AC40-404E-9270-483C63EBE7D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CE6333D2-6803-4671-BC54-DC7799E3AA3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085</a:t>
            </a:r>
          </a:p>
        </p:txBody>
      </p:sp>
    </p:spTree>
    <p:extLst>
      <p:ext uri="{BB962C8B-B14F-4D97-AF65-F5344CB8AC3E}">
        <p14:creationId xmlns:p14="http://schemas.microsoft.com/office/powerpoint/2010/main" val="356415647"/>
      </p:ext>
    </p:extLst>
  </p:cSld>
</p:sld>
</file>

<file path=ppt/slides/slide8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413742C-D35C-43D1-8B9B-A19A69BDE352}"/>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6FCD9C-DF5D-4F7F-B154-FA3C35E2D9A5}"/>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F5D79230-E8F6-442A-BCE9-26B80EE0DB9C}"/>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0189B00D-3EF9-4EFB-AA59-9DCFAFB89E56}"/>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대시보드 검수와 인수인계</a:t>
            </a:r>
          </a:p>
        </p:txBody>
      </p:sp>
      <p:sp>
        <p:nvSpPr>
          <p:cNvPr id="5" name="">
            <a:extLst xmlns:a="http://schemas.openxmlformats.org/drawingml/2006/main">
              <a:ext uri="{FF2B5EF4-FFF2-40B4-BE49-F238E27FC236}">
                <a16:creationId xmlns:a16="http://schemas.microsoft.com/office/drawing/2014/main" id="{B1589348-7EF8-48C3-86C3-296F7EB8752F}"/>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F0CF115-4EC7-4560-89E5-9EB3B9389509}"/>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16:00~16:50 · 50분</a:t>
            </a:r>
          </a:p>
        </p:txBody>
      </p:sp>
      <p:sp>
        <p:nvSpPr>
          <p:cNvPr id="7" name="">
            <a:extLst xmlns:a="http://schemas.openxmlformats.org/drawingml/2006/main">
              <a:ext uri="{FF2B5EF4-FFF2-40B4-BE49-F238E27FC236}">
                <a16:creationId xmlns:a16="http://schemas.microsoft.com/office/drawing/2014/main" id="{25F7FDAB-F423-4381-A015-74034A47B413}"/>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A16 · A17 · A18</a:t>
            </a:r>
          </a:p>
        </p:txBody>
      </p:sp>
      <p:sp>
        <p:nvSpPr>
          <p:cNvPr id="8" name="">
            <a:extLst xmlns:a="http://schemas.openxmlformats.org/drawingml/2006/main">
              <a:ext uri="{FF2B5EF4-FFF2-40B4-BE49-F238E27FC236}">
                <a16:creationId xmlns:a16="http://schemas.microsoft.com/office/drawing/2014/main" id="{B1228886-2CAB-4482-8EFB-918A01618FB0}"/>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설명 → 시연 → 직접 실습 → 확인</a:t>
            </a:r>
          </a:p>
        </p:txBody>
      </p:sp>
      <p:sp>
        <p:nvSpPr>
          <p:cNvPr id="9" name="">
            <a:extLst xmlns:a="http://schemas.openxmlformats.org/drawingml/2006/main">
              <a:ext uri="{FF2B5EF4-FFF2-40B4-BE49-F238E27FC236}">
                <a16:creationId xmlns:a16="http://schemas.microsoft.com/office/drawing/2014/main" id="{8665841F-B3B9-4986-A440-5BD421F11766}"/>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2026.10.29</a:t>
            </a:r>
          </a:p>
        </p:txBody>
      </p:sp>
      <p:sp>
        <p:nvSpPr>
          <p:cNvPr id="10" name="">
            <a:extLst xmlns:a="http://schemas.openxmlformats.org/drawingml/2006/main">
              <a:ext uri="{FF2B5EF4-FFF2-40B4-BE49-F238E27FC236}">
                <a16:creationId xmlns:a16="http://schemas.microsoft.com/office/drawing/2014/main" id="{805DAB32-23DD-4B74-8F5D-C4D6692B4EDA}"/>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086</a:t>
            </a:r>
          </a:p>
        </p:txBody>
      </p:sp>
    </p:spTree>
    <p:extLst>
      <p:ext uri="{BB962C8B-B14F-4D97-AF65-F5344CB8AC3E}">
        <p14:creationId xmlns:p14="http://schemas.microsoft.com/office/powerpoint/2010/main" val="945598255"/>
      </p:ext>
    </p:extLst>
  </p:cSld>
</p:sld>
</file>

<file path=ppt/slides/slide8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0EB1D7-645E-46F5-BBC6-22A0137D107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57C664E-8002-4FAD-BFAA-BC05CADD643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동료 재실행 기준</a:t>
            </a:r>
          </a:p>
        </p:txBody>
      </p:sp>
      <p:sp>
        <p:nvSpPr>
          <p:cNvPr id="3" name="">
            <a:extLst xmlns:a="http://schemas.openxmlformats.org/drawingml/2006/main">
              <a:ext uri="{FF2B5EF4-FFF2-40B4-BE49-F238E27FC236}">
                <a16:creationId xmlns:a16="http://schemas.microsoft.com/office/drawing/2014/main" id="{6E9C1ABD-AF6B-4ED1-BBE9-70DD41831C3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ED84066-E664-4544-9754-85C7055126B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시작 폴더</a:t>
            </a:r>
            <a:r>
              <a:t> · 명령 · 주소 · 종료 방법</a:t>
            </a:r>
          </a:p>
        </p:txBody>
      </p:sp>
      <p:sp>
        <p:nvSpPr>
          <p:cNvPr id="5" name="">
            <a:extLst xmlns:a="http://schemas.openxmlformats.org/drawingml/2006/main">
              <a:ext uri="{FF2B5EF4-FFF2-40B4-BE49-F238E27FC236}">
                <a16:creationId xmlns:a16="http://schemas.microsoft.com/office/drawing/2014/main" id="{DFAC2A30-D6A2-4A0B-AED7-191D0CD03EC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AF4A057-DFE4-4F00-AFEB-25AA55EF132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66A4ABC-1AF6-4812-8CD1-C9A8754D621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기대 결과와 오류 복구를 같이 줍니다.</a:t>
            </a:r>
          </a:p>
        </p:txBody>
      </p:sp>
      <p:sp>
        <p:nvSpPr>
          <p:cNvPr id="8" name="">
            <a:extLst xmlns:a="http://schemas.openxmlformats.org/drawingml/2006/main">
              <a:ext uri="{FF2B5EF4-FFF2-40B4-BE49-F238E27FC236}">
                <a16:creationId xmlns:a16="http://schemas.microsoft.com/office/drawing/2014/main" id="{DFD73CEF-150C-4132-B5B3-0519E150FAE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1ED7572-C8EB-4A73-85E9-82702B0F3B2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E87865F5-6877-4C47-933A-6710F319C56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087</a:t>
            </a:r>
          </a:p>
        </p:txBody>
      </p:sp>
    </p:spTree>
    <p:extLst>
      <p:ext uri="{BB962C8B-B14F-4D97-AF65-F5344CB8AC3E}">
        <p14:creationId xmlns:p14="http://schemas.microsoft.com/office/powerpoint/2010/main" val="2040935080"/>
      </p:ext>
    </p:extLst>
  </p:cSld>
</p:sld>
</file>

<file path=ppt/slides/slide8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C1B09A6-1E98-44A6-A1B5-69E25EAEFB1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82FB79C2-408A-4374-AF04-4D947D87CD9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초기 기록의 확인값</a:t>
            </a:r>
          </a:p>
        </p:txBody>
      </p:sp>
      <p:sp>
        <p:nvSpPr>
          <p:cNvPr id="3" name="">
            <a:extLst xmlns:a="http://schemas.openxmlformats.org/drawingml/2006/main">
              <a:ext uri="{FF2B5EF4-FFF2-40B4-BE49-F238E27FC236}">
                <a16:creationId xmlns:a16="http://schemas.microsoft.com/office/drawing/2014/main" id="{01FB8640-9E2D-4BEC-A46E-01C46B567EF3}"/>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이력 5건</a:t>
            </a:r>
          </a:p>
        </p:txBody>
      </p:sp>
      <p:sp>
        <p:nvSpPr>
          <p:cNvPr id="4" name="">
            <a:extLst xmlns:a="http://schemas.openxmlformats.org/drawingml/2006/main">
              <a:ext uri="{FF2B5EF4-FFF2-40B4-BE49-F238E27FC236}">
                <a16:creationId xmlns:a16="http://schemas.microsoft.com/office/drawing/2014/main" id="{C6D6810F-F0F4-4280-9737-1BD48342C20A}"/>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B6FB68-2987-4101-85F3-756AB23F1D3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이력 5건</a:t>
            </a:r>
            <a:r>
              <a:t> · </a:t>
            </a:r>
            <a:r>
              <a:rPr b="1">
                <a:solidFill>
                  <a:srgbClr val="002FA7"/>
                </a:solidFill>
              </a:rPr>
              <a:t>센서 4개</a:t>
            </a:r>
          </a:p>
        </p:txBody>
      </p:sp>
      <p:sp>
        <p:nvSpPr>
          <p:cNvPr id="6" name="">
            <a:extLst xmlns:a="http://schemas.openxmlformats.org/drawingml/2006/main">
              <a:ext uri="{FF2B5EF4-FFF2-40B4-BE49-F238E27FC236}">
                <a16:creationId xmlns:a16="http://schemas.microsoft.com/office/drawing/2014/main" id="{240BDFEF-1491-44C2-8F10-9AE768D9B889}"/>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S01 최신값은 </a:t>
            </a:r>
            <a:r>
              <a:rPr b="1">
                <a:solidFill>
                  <a:srgbClr val="002FA7"/>
                </a:solidFill>
              </a:rPr>
              <a:t>22.8</a:t>
            </a:r>
            <a:r>
              <a:t>입니다.</a:t>
            </a:r>
          </a:p>
        </p:txBody>
      </p:sp>
      <p:sp>
        <p:nvSpPr>
          <p:cNvPr id="7" name="">
            <a:extLst xmlns:a="http://schemas.openxmlformats.org/drawingml/2006/main">
              <a:ext uri="{FF2B5EF4-FFF2-40B4-BE49-F238E27FC236}">
                <a16:creationId xmlns:a16="http://schemas.microsoft.com/office/drawing/2014/main" id="{EBE1344C-9064-4BD3-9378-7D69202BF2A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48A499E-3B71-4C85-86F0-1E35B991B51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E7D372E0-81B1-46C2-AE42-15B078149DB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088</a:t>
            </a:r>
          </a:p>
        </p:txBody>
      </p:sp>
    </p:spTree>
    <p:extLst>
      <p:ext uri="{BB962C8B-B14F-4D97-AF65-F5344CB8AC3E}">
        <p14:creationId xmlns:p14="http://schemas.microsoft.com/office/powerpoint/2010/main" val="1355935521"/>
      </p:ext>
    </p:extLst>
  </p:cSld>
</p:sld>
</file>

<file path=ppt/slides/slide8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4C353C9-A368-4408-9F1A-449A55AF372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2728C8B2-579D-4CD1-839C-65456A38E5A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수락 뒤 목록과 최신값</a:t>
            </a:r>
          </a:p>
        </p:txBody>
      </p:sp>
      <p:sp>
        <p:nvSpPr>
          <p:cNvPr id="3" name="">
            <a:extLst xmlns:a="http://schemas.openxmlformats.org/drawingml/2006/main">
              <a:ext uri="{FF2B5EF4-FFF2-40B4-BE49-F238E27FC236}">
                <a16:creationId xmlns:a16="http://schemas.microsoft.com/office/drawing/2014/main" id="{95F1C433-6BA1-4816-AB1B-760A98A6BBF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792C0E30-60E1-4930-A480-F749B5BA633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POST 201</a:t>
            </a:r>
            <a:r>
              <a:t> → </a:t>
            </a:r>
            <a:r>
              <a:rPr b="1">
                <a:solidFill>
                  <a:srgbClr val="002FA7"/>
                </a:solidFill>
              </a:rPr>
              <a:t>GET 목록 증가</a:t>
            </a:r>
          </a:p>
        </p:txBody>
      </p:sp>
      <p:sp>
        <p:nvSpPr>
          <p:cNvPr id="5" name="">
            <a:extLst xmlns:a="http://schemas.openxmlformats.org/drawingml/2006/main">
              <a:ext uri="{FF2B5EF4-FFF2-40B4-BE49-F238E27FC236}">
                <a16:creationId xmlns:a16="http://schemas.microsoft.com/office/drawing/2014/main" id="{B4B4FBE5-2BB2-41E8-8E6D-08F75BC51CE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DA0EA41-11D3-4E3D-844C-D230501CEC7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91F10EA-529A-460E-9C57-5D1642956D6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과거 기록이면 최신값은 유지될 수 있습니다.</a:t>
            </a:r>
          </a:p>
        </p:txBody>
      </p:sp>
      <p:sp>
        <p:nvSpPr>
          <p:cNvPr id="8" name="">
            <a:extLst xmlns:a="http://schemas.openxmlformats.org/drawingml/2006/main">
              <a:ext uri="{FF2B5EF4-FFF2-40B4-BE49-F238E27FC236}">
                <a16:creationId xmlns:a16="http://schemas.microsoft.com/office/drawing/2014/main" id="{865C9196-D833-4410-BF9D-3FA17B62260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A3890C-5A16-47AF-A688-FD7EA1F4670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7AF41181-B694-4472-8800-FDBC6929139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089</a:t>
            </a:r>
          </a:p>
        </p:txBody>
      </p:sp>
    </p:spTree>
    <p:extLst>
      <p:ext uri="{BB962C8B-B14F-4D97-AF65-F5344CB8AC3E}">
        <p14:creationId xmlns:p14="http://schemas.microsoft.com/office/powerpoint/2010/main" val="947387425"/>
      </p:ext>
    </p:extLst>
  </p:cSld>
</p:sld>
</file>

<file path=ppt/slides/slide9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415174-6C74-4F6D-99E2-D16FA050BC7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76603578-08BE-4C8A-BD06-6739FF63642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메모리 저장과 재시작</a:t>
            </a:r>
          </a:p>
        </p:txBody>
      </p:sp>
      <p:sp>
        <p:nvSpPr>
          <p:cNvPr id="3" name="">
            <a:extLst xmlns:a="http://schemas.openxmlformats.org/drawingml/2006/main">
              <a:ext uri="{FF2B5EF4-FFF2-40B4-BE49-F238E27FC236}">
                <a16:creationId xmlns:a16="http://schemas.microsoft.com/office/drawing/2014/main" id="{4860ABC1-578D-4359-A25E-C6BCADCF1494}"/>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491B7E9-D32E-4902-93D4-4E3F52923E83}"/>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현재 서버는 </a:t>
            </a:r>
            <a:r>
              <a:rPr b="1">
                <a:solidFill>
                  <a:srgbClr val="002FA7"/>
                </a:solidFill>
              </a:rPr>
              <a:t>메모리 저장</a:t>
            </a:r>
            <a:r>
              <a:t>입니다.</a:t>
            </a:r>
          </a:p>
        </p:txBody>
      </p:sp>
      <p:sp>
        <p:nvSpPr>
          <p:cNvPr id="5" name="">
            <a:extLst xmlns:a="http://schemas.openxmlformats.org/drawingml/2006/main">
              <a:ext uri="{FF2B5EF4-FFF2-40B4-BE49-F238E27FC236}">
                <a16:creationId xmlns:a16="http://schemas.microsoft.com/office/drawing/2014/main" id="{E6181247-18B1-4269-8646-A17DA7CB2DF5}"/>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재시작하면 </a:t>
            </a:r>
            <a:r>
              <a:rPr b="1">
                <a:solidFill>
                  <a:srgbClr val="002FA7"/>
                </a:solidFill>
              </a:rPr>
              <a:t>초기 자료</a:t>
            </a:r>
            <a:r>
              <a:t>로 돌아갑니다.</a:t>
            </a:r>
          </a:p>
        </p:txBody>
      </p:sp>
      <p:sp>
        <p:nvSpPr>
          <p:cNvPr id="6" name="">
            <a:extLst xmlns:a="http://schemas.openxmlformats.org/drawingml/2006/main">
              <a:ext uri="{FF2B5EF4-FFF2-40B4-BE49-F238E27FC236}">
                <a16:creationId xmlns:a16="http://schemas.microsoft.com/office/drawing/2014/main" id="{6ED1AFA8-7E20-473A-96E7-2FF03F8B2B2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1F43CEF-24C8-47F1-9A7E-C69A980E143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5E908B12-C247-476B-8D58-581F3BF04EB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090</a:t>
            </a:r>
          </a:p>
        </p:txBody>
      </p:sp>
    </p:spTree>
    <p:extLst>
      <p:ext uri="{BB962C8B-B14F-4D97-AF65-F5344CB8AC3E}">
        <p14:creationId xmlns:p14="http://schemas.microsoft.com/office/powerpoint/2010/main" val="260196558"/>
      </p:ext>
    </p:extLst>
  </p:cSld>
</p:sld>
</file>

<file path=ppt/slides/slide9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C2CDFE7-9065-4ADC-9F0F-92E0F245716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B3F784F7-2BD0-4AE4-BB39-E227184BBB9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단위·시각·상태 문구</a:t>
            </a:r>
          </a:p>
        </p:txBody>
      </p:sp>
      <p:sp>
        <p:nvSpPr>
          <p:cNvPr id="3" name="">
            <a:extLst xmlns:a="http://schemas.openxmlformats.org/drawingml/2006/main">
              <a:ext uri="{FF2B5EF4-FFF2-40B4-BE49-F238E27FC236}">
                <a16:creationId xmlns:a16="http://schemas.microsoft.com/office/drawing/2014/main" id="{6F464AEE-5B54-45E1-9FD7-F29FC75863A9}"/>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단위</a:t>
            </a:r>
          </a:p>
        </p:txBody>
      </p:sp>
      <p:sp>
        <p:nvSpPr>
          <p:cNvPr id="4" name="">
            <a:extLst xmlns:a="http://schemas.openxmlformats.org/drawingml/2006/main">
              <a:ext uri="{FF2B5EF4-FFF2-40B4-BE49-F238E27FC236}">
                <a16:creationId xmlns:a16="http://schemas.microsoft.com/office/drawing/2014/main" id="{0D58AA63-43CB-4D3F-8A01-35D5405745C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F5BDCC-BB4B-41F6-BEB0-328785770777}"/>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단위</a:t>
            </a:r>
            <a:r>
              <a:t> · 시각 · 상태 문구</a:t>
            </a:r>
          </a:p>
        </p:txBody>
      </p:sp>
      <p:sp>
        <p:nvSpPr>
          <p:cNvPr id="6" name="">
            <a:extLst xmlns:a="http://schemas.openxmlformats.org/drawingml/2006/main">
              <a:ext uri="{FF2B5EF4-FFF2-40B4-BE49-F238E27FC236}">
                <a16:creationId xmlns:a16="http://schemas.microsoft.com/office/drawing/2014/main" id="{F8C7AD4E-7C56-4258-A93B-365C1DE0835B}"/>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색만으로 판단하게 하지 않습니다.</a:t>
            </a:r>
          </a:p>
        </p:txBody>
      </p:sp>
      <p:sp>
        <p:nvSpPr>
          <p:cNvPr id="7" name="">
            <a:extLst xmlns:a="http://schemas.openxmlformats.org/drawingml/2006/main">
              <a:ext uri="{FF2B5EF4-FFF2-40B4-BE49-F238E27FC236}">
                <a16:creationId xmlns:a16="http://schemas.microsoft.com/office/drawing/2014/main" id="{1FF90F82-140D-45AC-B00A-054A1554B75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108E010-CCD5-4673-B0D4-71BACC54B0A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87392861-6F65-4F94-9A81-EA0B1749010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091</a:t>
            </a:r>
          </a:p>
        </p:txBody>
      </p:sp>
    </p:spTree>
    <p:extLst>
      <p:ext uri="{BB962C8B-B14F-4D97-AF65-F5344CB8AC3E}">
        <p14:creationId xmlns:p14="http://schemas.microsoft.com/office/powerpoint/2010/main" val="1423219141"/>
      </p:ext>
    </p:extLst>
  </p:cSld>
</p:sld>
</file>

<file path=ppt/slides/slide9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3409F3-3478-4619-A953-713F29DE036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A81E595-89CC-48CE-AADE-3178E6DF9D0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센서 연결 전에 확인할 내용</a:t>
            </a:r>
          </a:p>
        </p:txBody>
      </p:sp>
      <p:sp>
        <p:nvSpPr>
          <p:cNvPr id="3" name="">
            <a:extLst xmlns:a="http://schemas.openxmlformats.org/drawingml/2006/main">
              <a:ext uri="{FF2B5EF4-FFF2-40B4-BE49-F238E27FC236}">
                <a16:creationId xmlns:a16="http://schemas.microsoft.com/office/drawing/2014/main" id="{A9250E18-C10C-4273-A130-9BFC3E6F3251}"/>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9465D5C-C246-438C-9029-84346C2840D9}"/>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장치 ID</a:t>
            </a:r>
            <a:r>
              <a:t> · 시간 · 중복 · 전송 실패</a:t>
            </a:r>
          </a:p>
        </p:txBody>
      </p:sp>
      <p:sp>
        <p:nvSpPr>
          <p:cNvPr id="5" name="">
            <a:extLst xmlns:a="http://schemas.openxmlformats.org/drawingml/2006/main">
              <a:ext uri="{FF2B5EF4-FFF2-40B4-BE49-F238E27FC236}">
                <a16:creationId xmlns:a16="http://schemas.microsoft.com/office/drawing/2014/main" id="{E855036A-21E0-41E1-860C-93A9F42CE7E2}"/>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센서·외부망·지속 저장은 별도입니다.</a:t>
            </a:r>
          </a:p>
        </p:txBody>
      </p:sp>
      <p:sp>
        <p:nvSpPr>
          <p:cNvPr id="6" name="">
            <a:extLst xmlns:a="http://schemas.openxmlformats.org/drawingml/2006/main">
              <a:ext uri="{FF2B5EF4-FFF2-40B4-BE49-F238E27FC236}">
                <a16:creationId xmlns:a16="http://schemas.microsoft.com/office/drawing/2014/main" id="{2BFB8419-E2C8-44B3-9F51-B6C376D0B95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88E8CF7-A462-4582-AD91-4B2A301F722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08A42892-E217-4445-B3D6-84AB94C5CAE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092</a:t>
            </a:r>
          </a:p>
        </p:txBody>
      </p:sp>
    </p:spTree>
    <p:extLst>
      <p:ext uri="{BB962C8B-B14F-4D97-AF65-F5344CB8AC3E}">
        <p14:creationId xmlns:p14="http://schemas.microsoft.com/office/powerpoint/2010/main" val="1950161757"/>
      </p:ext>
    </p:extLst>
  </p:cSld>
</p:sld>
</file>

<file path=ppt/slides/slide9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72F1F98-BB52-4194-B9FA-7B69EB2EA25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D48ABF33-536F-4764-8D67-12FED5A1FBE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다음 사람이 받을 실행 묶음</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4389120"/>
                <a:gridCol w="6583680"/>
              </a:tblGrid>
              <a:tr h="685800">
                <a:tc>
                  <a:txBody>
                    <a:bodyPr wrap="square"/>
                    <a:lstStyle/>
                    <a:p>
                      <a:pPr>
                        <a:lnSpc>
                          <a:spcPct val="94000"/>
                        </a:lnSpc>
                        <a:buNone/>
                      </a:pPr>
                      <a:r>
                        <a:rPr sz="2100" b="1">
                          <a:solidFill>
                            <a:srgbClr val="FFFFFF"/>
                          </a:solidFill>
                          <a:latin typeface="Noto Sans KR"/>
                          <a:ea typeface="Noto Sans KR"/>
                          <a:cs typeface="Noto Sans KR"/>
                        </a:rPr>
                        <a:t>파일</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확인할 역할</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code/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화면·API·모델</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data/</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초기·새 입력</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work/</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학생 복사본·기록</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시험표</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기대·관찰·미실행</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1630F0A8-98C8-452B-A54B-AEB79AB9726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04ECFB-8A46-408B-BB57-F4AC2B5AC08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6" name="">
            <a:extLst xmlns:a="http://schemas.openxmlformats.org/drawingml/2006/main">
              <a:ext uri="{FF2B5EF4-FFF2-40B4-BE49-F238E27FC236}">
                <a16:creationId xmlns:a16="http://schemas.microsoft.com/office/drawing/2014/main" id="{E10FC4D2-F221-46E2-BD3A-0BF4D2F8C8E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093</a:t>
            </a:r>
          </a:p>
        </p:txBody>
      </p:sp>
    </p:spTree>
    <p:extLst>
      <p:ext uri="{BB962C8B-B14F-4D97-AF65-F5344CB8AC3E}">
        <p14:creationId xmlns:p14="http://schemas.microsoft.com/office/powerpoint/2010/main" val="1510694133"/>
      </p:ext>
    </p:extLst>
  </p:cSld>
</p:sld>
</file>

<file path=ppt/slides/slide9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162F281-75C3-4FAB-9743-01BFBBAFE6E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02C5E36-C87B-4456-A7EB-30E60D229EE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9DEDA267-80EC-4790-9224-324B53291372}"/>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28BF04E-4291-466D-A664-89BFFCF32E5E}"/>
              </a:ext>
            </a:extLst>
          </p:cNvPr>
          <p:cNvSpPr>
            <a:spLocks xmlns:a="http://schemas.openxmlformats.org/drawingml/2006/main" noGrp="1"/>
          </p:cNvSpPr>
          <p:nvPr/>
        </p:nvSpPr>
        <p:spPr>
          <a:xfrm xmlns:a="http://schemas.openxmlformats.org/drawingml/2006/main">
            <a:off x="609600" y="26479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같은 자료로 같은 결과를 다시 얻습니다.</a:t>
            </a:r>
          </a:p>
        </p:txBody>
      </p:sp>
      <p:sp>
        <p:nvSpPr>
          <p:cNvPr id="5" name="">
            <a:extLst xmlns:a="http://schemas.openxmlformats.org/drawingml/2006/main">
              <a:ext uri="{FF2B5EF4-FFF2-40B4-BE49-F238E27FC236}">
                <a16:creationId xmlns:a16="http://schemas.microsoft.com/office/drawing/2014/main" id="{806EC267-0C7E-4B92-BEA8-1B0664ABDB68}"/>
              </a:ext>
            </a:extLst>
          </p:cNvPr>
          <p:cNvSpPr>
            <a:spLocks xmlns:a="http://schemas.openxmlformats.org/drawingml/2006/main" noGrp="1"/>
          </p:cNvSpPr>
          <p:nvPr/>
        </p:nvSpPr>
        <p:spPr>
          <a:xfrm xmlns:a="http://schemas.openxmlformats.org/drawingml/2006/main">
            <a:off x="609600" y="4067175"/>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수신한 기록과 화면을 대조하고, 실제 센서 시험은 따로 적습니다.</a:t>
            </a:r>
          </a:p>
        </p:txBody>
      </p:sp>
      <p:sp>
        <p:nvSpPr>
          <p:cNvPr id="6" name="">
            <a:extLst xmlns:a="http://schemas.openxmlformats.org/drawingml/2006/main">
              <a:ext uri="{FF2B5EF4-FFF2-40B4-BE49-F238E27FC236}">
                <a16:creationId xmlns:a16="http://schemas.microsoft.com/office/drawing/2014/main" id="{29F4D7CD-3F2E-45D2-8CC6-F7505E04FE6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FD1311F-5533-468F-B40B-5177060E459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225ABE9B-CE00-458E-B386-5C803480B15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094</a:t>
            </a:r>
          </a:p>
        </p:txBody>
      </p:sp>
    </p:spTree>
    <p:extLst>
      <p:ext uri="{BB962C8B-B14F-4D97-AF65-F5344CB8AC3E}">
        <p14:creationId xmlns:p14="http://schemas.microsoft.com/office/powerpoint/2010/main" val="321690490"/>
      </p:ext>
    </p:extLst>
  </p:cSld>
</p:sld>
</file>

<file path=ppt/slides/slide9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1DBC6A9-C486-47FF-8993-44246E26BED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58B837D1-C825-49B2-999F-EE3DC0747DC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D73955DE-BA0A-4867-A346-4A6AE1DA944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재시작하자 추가 기록이 사라졌습니다.</a:t>
            </a:r>
          </a:p>
        </p:txBody>
      </p:sp>
      <p:sp>
        <p:nvSpPr>
          <p:cNvPr id="4" name="">
            <a:extLst xmlns:a="http://schemas.openxmlformats.org/drawingml/2006/main">
              <a:ext uri="{FF2B5EF4-FFF2-40B4-BE49-F238E27FC236}">
                <a16:creationId xmlns:a16="http://schemas.microsoft.com/office/drawing/2014/main" id="{E8DEB8E1-1719-4C23-BA89-D99F4021097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현재 설계와 필요한 후속 작업을 쓰세요.</a:t>
            </a:r>
          </a:p>
        </p:txBody>
      </p:sp>
      <p:sp>
        <p:nvSpPr>
          <p:cNvPr id="5" name="">
            <a:extLst xmlns:a="http://schemas.openxmlformats.org/drawingml/2006/main">
              <a:ext uri="{FF2B5EF4-FFF2-40B4-BE49-F238E27FC236}">
                <a16:creationId xmlns:a16="http://schemas.microsoft.com/office/drawing/2014/main" id="{197E29F7-5817-4709-A80B-105CF5CFE27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925A948-A92A-4991-AF78-0A304CA69BD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014A542E-D3BE-40D0-953A-17404DC1D0C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095</a:t>
            </a:r>
          </a:p>
        </p:txBody>
      </p:sp>
    </p:spTree>
    <p:extLst>
      <p:ext uri="{BB962C8B-B14F-4D97-AF65-F5344CB8AC3E}">
        <p14:creationId xmlns:p14="http://schemas.microsoft.com/office/powerpoint/2010/main" val="129528733"/>
      </p:ext>
    </p:extLst>
  </p:cSld>
</p:sld>
</file>

<file path=ppt/slides/slide9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BBDC93E-D221-4422-811D-953E6B119A0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F0F51C8A-4FAA-47C8-911B-DCFC22A9201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정답과 풀이</a:t>
            </a:r>
          </a:p>
        </p:txBody>
      </p:sp>
      <p:sp>
        <p:nvSpPr>
          <p:cNvPr id="3" name="">
            <a:extLst xmlns:a="http://schemas.openxmlformats.org/drawingml/2006/main">
              <a:ext uri="{FF2B5EF4-FFF2-40B4-BE49-F238E27FC236}">
                <a16:creationId xmlns:a16="http://schemas.microsoft.com/office/drawing/2014/main" id="{FE3262A1-4E78-4D20-81CB-A9CD2AF717F6}"/>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현재 기록은 메모리에만 있습니다.</a:t>
            </a:r>
          </a:p>
        </p:txBody>
      </p:sp>
      <p:sp>
        <p:nvSpPr>
          <p:cNvPr id="4" name="">
            <a:extLst xmlns:a="http://schemas.openxmlformats.org/drawingml/2006/main">
              <a:ext uri="{FF2B5EF4-FFF2-40B4-BE49-F238E27FC236}">
                <a16:creationId xmlns:a16="http://schemas.microsoft.com/office/drawing/2014/main" id="{D026D56F-611A-44BC-9881-05E8710621EC}"/>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영구 저장과 재시작 복원 시험이 필요합니다.</a:t>
            </a:r>
          </a:p>
        </p:txBody>
      </p:sp>
      <p:sp>
        <p:nvSpPr>
          <p:cNvPr id="5" name="">
            <a:extLst xmlns:a="http://schemas.openxmlformats.org/drawingml/2006/main">
              <a:ext uri="{FF2B5EF4-FFF2-40B4-BE49-F238E27FC236}">
                <a16:creationId xmlns:a16="http://schemas.microsoft.com/office/drawing/2014/main" id="{0974CAEA-1F56-46D6-BF34-2F28E7B4A1F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23C46FA-3007-4A34-83F9-25407445C4A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9D8B9E9A-F2D6-45E9-A5D7-046E6302131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096</a:t>
            </a:r>
          </a:p>
        </p:txBody>
      </p:sp>
    </p:spTree>
    <p:extLst>
      <p:ext uri="{BB962C8B-B14F-4D97-AF65-F5344CB8AC3E}">
        <p14:creationId xmlns:p14="http://schemas.microsoft.com/office/powerpoint/2010/main" val="1158552738"/>
      </p:ext>
    </p:extLst>
  </p:cSld>
</p:sld>
</file>

<file path=ppt/slides/slide9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37FB14C-33A1-4CEA-B2FC-4E35E5346B9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8F824C44-9398-45B5-AB08-836AE607AF05}"/>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값 바꾸기</a:t>
            </a:r>
          </a:p>
        </p:txBody>
      </p:sp>
      <p:sp>
        <p:nvSpPr>
          <p:cNvPr id="3" name="">
            <a:extLst xmlns:a="http://schemas.openxmlformats.org/drawingml/2006/main">
              <a:ext uri="{FF2B5EF4-FFF2-40B4-BE49-F238E27FC236}">
                <a16:creationId xmlns:a16="http://schemas.microsoft.com/office/drawing/2014/main" id="{9A820170-830C-44AD-A3FF-99D11C2E932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파일 저장을 새 요구에 넣으면</a:t>
            </a:r>
          </a:p>
        </p:txBody>
      </p:sp>
      <p:sp>
        <p:nvSpPr>
          <p:cNvPr id="4" name="">
            <a:extLst xmlns:a="http://schemas.openxmlformats.org/drawingml/2006/main">
              <a:ext uri="{FF2B5EF4-FFF2-40B4-BE49-F238E27FC236}">
                <a16:creationId xmlns:a16="http://schemas.microsoft.com/office/drawing/2014/main" id="{7398A733-8683-4EA1-B6CC-A0979E929645}"/>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데이터·실패 처리·시험·안내를 갱신합니다.</a:t>
            </a:r>
          </a:p>
        </p:txBody>
      </p:sp>
      <p:sp>
        <p:nvSpPr>
          <p:cNvPr id="5" name="">
            <a:extLst xmlns:a="http://schemas.openxmlformats.org/drawingml/2006/main">
              <a:ext uri="{FF2B5EF4-FFF2-40B4-BE49-F238E27FC236}">
                <a16:creationId xmlns:a16="http://schemas.microsoft.com/office/drawing/2014/main" id="{4A41F872-85A6-4E7D-8C17-A30EB446C46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646F99B-A5D6-4C48-8E81-9CE90EC5FE9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A1A06A61-E03A-4492-8B6A-8CDA5E46F37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097</a:t>
            </a:r>
          </a:p>
        </p:txBody>
      </p:sp>
    </p:spTree>
    <p:extLst>
      <p:ext uri="{BB962C8B-B14F-4D97-AF65-F5344CB8AC3E}">
        <p14:creationId xmlns:p14="http://schemas.microsoft.com/office/powerpoint/2010/main" val="2052390512"/>
      </p:ext>
    </p:extLst>
  </p:cSld>
</p:sld>
</file>

<file path=ppt/slides/slide9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3FDC968-29A1-4CEA-9CAB-B3637CB6044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9EB03BDB-B4E1-4EE5-A724-C423911B194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409C8900-E749-441D-87FE-6EB0F405479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F30C657-F75D-4E75-BBC0-C0F54451109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화면 변화만 보고 영구 저장 성공이라 쓰지 않습니다.</a:t>
            </a:r>
          </a:p>
        </p:txBody>
      </p:sp>
      <p:sp>
        <p:nvSpPr>
          <p:cNvPr id="5" name="">
            <a:extLst xmlns:a="http://schemas.openxmlformats.org/drawingml/2006/main">
              <a:ext uri="{FF2B5EF4-FFF2-40B4-BE49-F238E27FC236}">
                <a16:creationId xmlns:a16="http://schemas.microsoft.com/office/drawing/2014/main" id="{7CB44216-714B-4863-9EEE-90E22DE44B6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03B2DCE-ACDD-4366-8C80-1E2E8A634E8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365B011-6643-4872-A26B-DAD887323C7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 못 한 장비 항목은 미실행입니다.</a:t>
            </a:r>
          </a:p>
        </p:txBody>
      </p:sp>
      <p:sp>
        <p:nvSpPr>
          <p:cNvPr id="8" name="">
            <a:extLst xmlns:a="http://schemas.openxmlformats.org/drawingml/2006/main">
              <a:ext uri="{FF2B5EF4-FFF2-40B4-BE49-F238E27FC236}">
                <a16:creationId xmlns:a16="http://schemas.microsoft.com/office/drawing/2014/main" id="{EA510670-8780-41DE-B8E5-2C2ED96CF25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0EE20F6-8241-4223-BE51-863A7E902A0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448D5109-6B8E-4DE9-8624-8F4E91E6817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098</a:t>
            </a:r>
          </a:p>
        </p:txBody>
      </p:sp>
    </p:spTree>
    <p:extLst>
      <p:ext uri="{BB962C8B-B14F-4D97-AF65-F5344CB8AC3E}">
        <p14:creationId xmlns:p14="http://schemas.microsoft.com/office/powerpoint/2010/main" val="1319949539"/>
      </p:ext>
    </p:extLst>
  </p:cSld>
</p:sld>
</file>

<file path=ppt/slides/slide9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D758395-414B-4022-9BE8-4A41A38D91D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EA3EFCE3-D253-4098-B30C-CA40FEAA07A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확인 질문</a:t>
            </a:r>
          </a:p>
        </p:txBody>
      </p:sp>
      <p:sp>
        <p:nvSpPr>
          <p:cNvPr id="3" name="">
            <a:extLst xmlns:a="http://schemas.openxmlformats.org/drawingml/2006/main">
              <a:ext uri="{FF2B5EF4-FFF2-40B4-BE49-F238E27FC236}">
                <a16:creationId xmlns:a16="http://schemas.microsoft.com/office/drawing/2014/main" id="{A7782ED2-F8AD-4AAD-8380-22ADF562D60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동료에게 실행 순서를 말해 봅시다.</a:t>
            </a:r>
          </a:p>
        </p:txBody>
      </p:sp>
      <p:sp>
        <p:nvSpPr>
          <p:cNvPr id="4" name="">
            <a:extLst xmlns:a="http://schemas.openxmlformats.org/drawingml/2006/main">
              <a:ext uri="{FF2B5EF4-FFF2-40B4-BE49-F238E27FC236}">
                <a16:creationId xmlns:a16="http://schemas.microsoft.com/office/drawing/2014/main" id="{692199D9-500C-4385-8A12-78D2B23CCB3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평균 범위와 상태의 의미도 설명합니다.</a:t>
            </a:r>
          </a:p>
        </p:txBody>
      </p:sp>
      <p:sp>
        <p:nvSpPr>
          <p:cNvPr id="5" name="">
            <a:extLst xmlns:a="http://schemas.openxmlformats.org/drawingml/2006/main">
              <a:ext uri="{FF2B5EF4-FFF2-40B4-BE49-F238E27FC236}">
                <a16:creationId xmlns:a16="http://schemas.microsoft.com/office/drawing/2014/main" id="{15EDA770-CF7F-49E2-B1DC-1FBFFCAD238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5DBE838-7BF7-464F-8F3E-10E792313AC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497D3161-E10C-475D-BA47-F900929161F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099</a:t>
            </a:r>
          </a:p>
        </p:txBody>
      </p:sp>
    </p:spTree>
    <p:extLst>
      <p:ext uri="{BB962C8B-B14F-4D97-AF65-F5344CB8AC3E}">
        <p14:creationId xmlns:p14="http://schemas.microsoft.com/office/powerpoint/2010/main" val="1961553023"/>
      </p:ext>
    </p:extLst>
  </p:cSld>
</p:sld>
</file>

<file path=ppt/slides/slide10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A300136-6068-4A6B-85C7-4BDDEDA7D72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8586E6A7-9AC0-4DD2-8174-4477F5FB862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E473137C-84AC-46EF-BEC1-5FEBFA2754E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POST 201 뒤 재시작</a:t>
            </a:r>
          </a:p>
        </p:txBody>
      </p:sp>
      <p:sp>
        <p:nvSpPr>
          <p:cNvPr id="4" name="">
            <a:extLst xmlns:a="http://schemas.openxmlformats.org/drawingml/2006/main">
              <a:ext uri="{FF2B5EF4-FFF2-40B4-BE49-F238E27FC236}">
                <a16:creationId xmlns:a16="http://schemas.microsoft.com/office/drawing/2014/main" id="{4AED7173-305E-4EB7-9399-EA689C150A5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기록 복원 시험의 입력과 기대값을 쓰세요.</a:t>
            </a:r>
          </a:p>
        </p:txBody>
      </p:sp>
      <p:sp>
        <p:nvSpPr>
          <p:cNvPr id="5" name="">
            <a:extLst xmlns:a="http://schemas.openxmlformats.org/drawingml/2006/main">
              <a:ext uri="{FF2B5EF4-FFF2-40B4-BE49-F238E27FC236}">
                <a16:creationId xmlns:a16="http://schemas.microsoft.com/office/drawing/2014/main" id="{36B699EB-C21D-4645-8284-6BDCA2073BA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DE4D441-1EE1-4091-AB57-96F5B8E2530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20B9B1DB-4263-4744-90F1-04DC707116B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100</a:t>
            </a:r>
          </a:p>
        </p:txBody>
      </p:sp>
    </p:spTree>
    <p:extLst>
      <p:ext uri="{BB962C8B-B14F-4D97-AF65-F5344CB8AC3E}">
        <p14:creationId xmlns:p14="http://schemas.microsoft.com/office/powerpoint/2010/main" val="523180618"/>
      </p:ext>
    </p:extLst>
  </p:cSld>
</p:sld>
</file>

<file path=ppt/slides/slide10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457984C-404E-49A0-8C38-2FEE3B24CB4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C0F81406-4BD7-4DE0-9AA6-21C898BCF98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제출할 기록과 파일</a:t>
            </a:r>
          </a:p>
        </p:txBody>
      </p:sp>
      <p:sp>
        <p:nvSpPr>
          <p:cNvPr id="3" name="">
            <a:extLst xmlns:a="http://schemas.openxmlformats.org/drawingml/2006/main">
              <a:ext uri="{FF2B5EF4-FFF2-40B4-BE49-F238E27FC236}">
                <a16:creationId xmlns:a16="http://schemas.microsoft.com/office/drawing/2014/main" id="{E72D1A3E-D6F2-4426-BB23-41CFA3655E4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3176CC3-5AAE-4A3F-99DB-2483AEED3F9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work의 기록과 수정본을 저장합니다.</a:t>
            </a:r>
          </a:p>
        </p:txBody>
      </p:sp>
      <p:sp>
        <p:nvSpPr>
          <p:cNvPr id="5" name="">
            <a:extLst xmlns:a="http://schemas.openxmlformats.org/drawingml/2006/main">
              <a:ext uri="{FF2B5EF4-FFF2-40B4-BE49-F238E27FC236}">
                <a16:creationId xmlns:a16="http://schemas.microsoft.com/office/drawing/2014/main" id="{D6D72A4F-E276-49DC-924C-BEBDB1E1FE5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D92E6BC-EA5D-4077-BE0F-E83D51A9DAB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D2E182E-F372-4294-A67E-3C4C85D2E020}"/>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입력</a:t>
            </a:r>
            <a:r>
              <a:t>·설정·결과가 같은 실행인지 확인합니다.</a:t>
            </a:r>
          </a:p>
        </p:txBody>
      </p:sp>
      <p:sp>
        <p:nvSpPr>
          <p:cNvPr id="8" name="">
            <a:extLst xmlns:a="http://schemas.openxmlformats.org/drawingml/2006/main">
              <a:ext uri="{FF2B5EF4-FFF2-40B4-BE49-F238E27FC236}">
                <a16:creationId xmlns:a16="http://schemas.microsoft.com/office/drawing/2014/main" id="{06F12BB2-9A93-4343-8189-402BCEFE6FD5}"/>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B9D1A7C-13FD-4B3A-8088-AFEE63D2A462}"/>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B49EF54-24DC-48AB-9F55-BE6D3AEADB64}"/>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어떻게 확인했는지, 아직 시험하지 못한 것은 무엇인지 적습니다.</a:t>
            </a:r>
          </a:p>
        </p:txBody>
      </p:sp>
      <p:sp>
        <p:nvSpPr>
          <p:cNvPr id="11" name="">
            <a:extLst xmlns:a="http://schemas.openxmlformats.org/drawingml/2006/main">
              <a:ext uri="{FF2B5EF4-FFF2-40B4-BE49-F238E27FC236}">
                <a16:creationId xmlns:a16="http://schemas.microsoft.com/office/drawing/2014/main" id="{5FB7A0BF-14FA-4BF8-B80E-E5FDF1904AC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5692B5E-BB58-47A4-BDBA-938C224565E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3" name="">
            <a:extLst xmlns:a="http://schemas.openxmlformats.org/drawingml/2006/main">
              <a:ext uri="{FF2B5EF4-FFF2-40B4-BE49-F238E27FC236}">
                <a16:creationId xmlns:a16="http://schemas.microsoft.com/office/drawing/2014/main" id="{0CEDEFAB-B586-4EC3-A163-4E16FFDDFE9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101</a:t>
            </a:r>
          </a:p>
        </p:txBody>
      </p:sp>
    </p:spTree>
    <p:extLst>
      <p:ext uri="{BB962C8B-B14F-4D97-AF65-F5344CB8AC3E}">
        <p14:creationId xmlns:p14="http://schemas.microsoft.com/office/powerpoint/2010/main" val="376629499"/>
      </p:ext>
    </p:extLst>
  </p:cSld>
</p:sld>
</file>

<file path=ppt/slides/slide10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428965F-08BD-4EAB-A34F-096E54A2804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38659EC4-0250-4FAC-A9A4-0A1159641DA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다음 사람이 알아야 할 내용</a:t>
            </a:r>
          </a:p>
        </p:txBody>
      </p:sp>
      <p:sp>
        <p:nvSpPr>
          <p:cNvPr id="3" name="">
            <a:extLst xmlns:a="http://schemas.openxmlformats.org/drawingml/2006/main">
              <a:ext uri="{FF2B5EF4-FFF2-40B4-BE49-F238E27FC236}">
                <a16:creationId xmlns:a16="http://schemas.microsoft.com/office/drawing/2014/main" id="{C9AE9D1E-4934-4469-9B6D-B2601E5BAE6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어느 폴더에서 어떤 명령을 입력하는지 설명합니다.</a:t>
            </a:r>
          </a:p>
        </p:txBody>
      </p:sp>
      <p:sp>
        <p:nvSpPr>
          <p:cNvPr id="4" name="">
            <a:extLst xmlns:a="http://schemas.openxmlformats.org/drawingml/2006/main">
              <a:ext uri="{FF2B5EF4-FFF2-40B4-BE49-F238E27FC236}">
                <a16:creationId xmlns:a16="http://schemas.microsoft.com/office/drawing/2014/main" id="{0302CB27-0655-4643-ABC9-AE3E542244E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출력의 뜻과 추가로 시험할 내용을 설명합니다.</a:t>
            </a:r>
          </a:p>
        </p:txBody>
      </p:sp>
      <p:sp>
        <p:nvSpPr>
          <p:cNvPr id="5" name="">
            <a:extLst xmlns:a="http://schemas.openxmlformats.org/drawingml/2006/main">
              <a:ext uri="{FF2B5EF4-FFF2-40B4-BE49-F238E27FC236}">
                <a16:creationId xmlns:a16="http://schemas.microsoft.com/office/drawing/2014/main" id="{EFCE8634-6B86-46A0-8636-5323B02345C9}"/>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막힌 단계와 다시 확인할 항목을 적습니다.</a:t>
            </a:r>
          </a:p>
        </p:txBody>
      </p:sp>
      <p:sp>
        <p:nvSpPr>
          <p:cNvPr id="6" name="">
            <a:extLst xmlns:a="http://schemas.openxmlformats.org/drawingml/2006/main">
              <a:ext uri="{FF2B5EF4-FFF2-40B4-BE49-F238E27FC236}">
                <a16:creationId xmlns:a16="http://schemas.microsoft.com/office/drawing/2014/main" id="{ED0173D2-CFD7-46DF-8CB9-ACBDFD1AF26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82D38EF-19C8-4AEB-A63C-8915A75E529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7F8E1484-F17E-4BCD-8302-42F3E1559EC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102</a:t>
            </a:r>
          </a:p>
        </p:txBody>
      </p:sp>
    </p:spTree>
    <p:extLst>
      <p:ext uri="{BB962C8B-B14F-4D97-AF65-F5344CB8AC3E}">
        <p14:creationId xmlns:p14="http://schemas.microsoft.com/office/powerpoint/2010/main" val="82557169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2026-10-05T04:02:14.3690000Z</dcterms:created>
  <dcterms:modified xsi:type="dcterms:W3CDTF">2026-10-05T04:02:14.3690000Z</dcterms:modified>
</coreProperties>
</file>