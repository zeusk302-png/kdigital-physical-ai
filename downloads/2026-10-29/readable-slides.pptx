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d740e20c0338453a" /><ns0:Relationship Type="http://schemas.openxmlformats.org/officeDocument/2006/relationships/extended-properties" Target="/docProps/app.xml" Id="R6d2072995322464b" /><ns0:Relationship Type="http://schemas.openxmlformats.org/officeDocument/2006/relationships/officeDocument" Target="/ppt/presentation.xml" Id="R46061cab46354b99" /></ns0: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04601fb33d794832"/>
  </ns0:sldMasterIdLst>
  <ns0:sldIdLst>
    <ns0:sldId id="256" ns1:id="R16a609147bb741eb"/>
    <ns0:sldId id="257" ns1:id="Re7baf0570a5c454e"/>
    <ns0:sldId id="258" ns1:id="R3adb4c9edd814d44"/>
    <ns0:sldId id="259" ns1:id="R5d0d10faa34e4939"/>
    <ns0:sldId id="260" ns1:id="R5af9dcade5f44453"/>
    <ns0:sldId id="261" ns1:id="R5fba18e8fcb143b9"/>
    <ns0:sldId id="262" ns1:id="R706b987615794f4a"/>
    <ns0:sldId id="263" ns1:id="R06b32861b0104e43"/>
    <ns0:sldId id="264" ns1:id="R246f428783844f78"/>
    <ns0:sldId id="265" ns1:id="R8b8fd879c0b541c7"/>
    <ns0:sldId id="266" ns1:id="R283f2de3cc5a4e84"/>
    <ns0:sldId id="267" ns1:id="R5fcab0d3c01b4587"/>
    <ns0:sldId id="268" ns1:id="Re7efd09b386c437d"/>
    <ns0:sldId id="269" ns1:id="Ra814b534e80c481d"/>
    <ns0:sldId id="270" ns1:id="R37224d0c722440ca"/>
    <ns0:sldId id="271" ns1:id="Rb45889c78a344a8b"/>
    <ns0:sldId id="272" ns1:id="R1c83dae802d6426a"/>
    <ns0:sldId id="273" ns1:id="Rd5116d901aac4fc9"/>
    <ns0:sldId id="274" ns1:id="R62a9d5d69f4a4af0"/>
    <ns0:sldId id="275" ns1:id="R9ee7939e1f7446bb"/>
    <ns0:sldId id="276" ns1:id="Rf8153374031a4791"/>
    <ns0:sldId id="277" ns1:id="Racfcd00608d645ed"/>
    <ns0:sldId id="278" ns1:id="Re1e0df36da584dbe"/>
    <ns0:sldId id="279" ns1:id="Rf0af819442514eee"/>
    <ns0:sldId id="280" ns1:id="R455acb5c8d3f48b8"/>
    <ns0:sldId id="281" ns1:id="Rd901a03a6e4c426c"/>
    <ns0:sldId id="282" ns1:id="R87eeb0c5f3df4133"/>
    <ns0:sldId id="283" ns1:id="Rfe01e80552924ee3"/>
    <ns0:sldId id="284" ns1:id="R816a9f5df9784ef4"/>
    <ns0:sldId id="285" ns1:id="Raa5821a5c98d4bc6"/>
    <ns0:sldId id="286" ns1:id="Rd224e15c6fbf47c0"/>
    <ns0:sldId id="287" ns1:id="Ra468ced2ed0f4a93"/>
    <ns0:sldId id="288" ns1:id="Rbc07fcaf573048b0"/>
    <ns0:sldId id="289" ns1:id="R9d9cdbf61bf04ef8"/>
    <ns0:sldId id="290" ns1:id="R1631862c687d4e59"/>
    <ns0:sldId id="291" ns1:id="R739594c9b0d74793"/>
    <ns0:sldId id="292" ns1:id="Rf8f6e0dcd253434a"/>
    <ns0:sldId id="293" ns1:id="R0293d0514ce84bf4"/>
    <ns0:sldId id="294" ns1:id="R30c4fd9ca3864d56"/>
    <ns0:sldId id="295" ns1:id="Rf87e042c1abc4f2b"/>
    <ns0:sldId id="296" ns1:id="R3930c86bde644a57"/>
    <ns0:sldId id="297" ns1:id="R3eb46487ea4743fc"/>
    <ns0:sldId id="298" ns1:id="R471547e47c774035"/>
    <ns0:sldId id="299" ns1:id="Rb6655467a48a45a7"/>
    <ns0:sldId id="300" ns1:id="Rb086c6258e28421a"/>
    <ns0:sldId id="301" ns1:id="Rc26cfb97f1b446d1"/>
    <ns0:sldId id="302" ns1:id="Rd8aaaf349cdf436b"/>
    <ns0:sldId id="303" ns1:id="Rbf398e5d2c7c4f1d"/>
    <ns0:sldId id="304" ns1:id="R54f6a669e3ca4af0"/>
    <ns0:sldId id="305" ns1:id="R218dfa87ee57440c"/>
    <ns0:sldId id="306" ns1:id="R2d6a51a52a1846de"/>
    <ns0:sldId id="307" ns1:id="Raf7a151de0b24e1e"/>
    <ns0:sldId id="308" ns1:id="R4e40e4bc85ff4baf"/>
    <ns0:sldId id="309" ns1:id="R5e4ce5b0a9434413"/>
    <ns0:sldId id="310" ns1:id="R49a6004030124e26"/>
    <ns0:sldId id="311" ns1:id="Rd3bd4fe880cd4ca8"/>
    <ns0:sldId id="312" ns1:id="R0f7a4c1c02b84660"/>
    <ns0:sldId id="313" ns1:id="R387eca6bf5314978"/>
    <ns0:sldId id="314" ns1:id="Rb30e2afe020f455b"/>
    <ns0:sldId id="315" ns1:id="R41f90a3ef5d54a7c"/>
    <ns0:sldId id="316" ns1:id="Rd80992f26c304cf4"/>
    <ns0:sldId id="317" ns1:id="R76e719f8df714c11"/>
    <ns0:sldId id="318" ns1:id="R5d36988156e24d7d"/>
    <ns0:sldId id="319" ns1:id="R0b6fae5731a24595"/>
    <ns0:sldId id="320" ns1:id="R2dbe70f3a5fc4fcd"/>
    <ns0:sldId id="321" ns1:id="R3bccc33a70c64ffa"/>
    <ns0:sldId id="322" ns1:id="R9df90b78d0544f28"/>
    <ns0:sldId id="323" ns1:id="R25154ee3004243b3"/>
    <ns0:sldId id="324" ns1:id="R0a3f4f9f335f4dff"/>
    <ns0:sldId id="325" ns1:id="R02660e801fd94d3b"/>
    <ns0:sldId id="326" ns1:id="R9198974f591642b6"/>
    <ns0:sldId id="327" ns1:id="Rd4702710623f4f46"/>
    <ns0:sldId id="328" ns1:id="R84751fd6500b4b9d"/>
    <ns0:sldId id="329" ns1:id="R3a92bb9957c14e1b"/>
    <ns0:sldId id="330" ns1:id="R2957431339754836"/>
    <ns0:sldId id="331" ns1:id="R5979a1ea79774260"/>
    <ns0:sldId id="332" ns1:id="Rd051dfb385a740fd"/>
    <ns0:sldId id="333" ns1:id="R56e7c2ed56b5451c"/>
    <ns0:sldId id="334" ns1:id="Ra2cc75be5f35418e"/>
    <ns0:sldId id="335" ns1:id="R2e9b5a8d3f4943c9"/>
    <ns0:sldId id="336" ns1:id="R409e2f73249048a6"/>
    <ns0:sldId id="337" ns1:id="Rb8afde90aa9249c5"/>
    <ns0:sldId id="338" ns1:id="R7555a3bcd3e74c0b"/>
    <ns0:sldId id="339" ns1:id="R3272ab90a3dc4b8e"/>
    <ns0:sldId id="340" ns1:id="R90fac25005bb4741"/>
    <ns0:sldId id="341" ns1:id="R517127d474744260"/>
    <ns0:sldId id="342" ns1:id="Rf5d4ad38081349d8"/>
    <ns0:sldId id="343" ns1:id="Rc02b33bae3ee47c9"/>
    <ns0:sldId id="344" ns1:id="R81ef912a40814f4a"/>
    <ns0:sldId id="345" ns1:id="R281023219397453d"/>
    <ns0:sldId id="346" ns1:id="Rc8009fb37c3f4a1d"/>
    <ns0:sldId id="347" ns1:id="Rc959cd085fec47c6"/>
    <ns0:sldId id="348" ns1:id="R43b9250d16a14dcc"/>
    <ns0:sldId id="349" ns1:id="Raafe59b3de94413d"/>
    <ns0:sldId id="350" ns1:id="R0305e6fe934d4bf2"/>
    <ns0:sldId id="351" ns1:id="R071741af63534815"/>
    <ns0:sldId id="352" ns1:id="Rdac502c3c07f44aa"/>
    <ns0:sldId id="353" ns1:id="R1f1ccecfd2994d67"/>
    <ns0:sldId id="354" ns1:id="R54359fb391dd4dd4"/>
    <ns0:sldId id="355" ns1:id="R5edf97216f5c4f57"/>
    <ns0:sldId id="356" ns1:id="Re25a6d5d09354615"/>
    <ns0:sldId id="357" ns1:id="Rc70a8cb2c05f4ba9"/>
    <ns0:sldId id="358" ns1:id="Ra1846eeeb996425f"/>
    <ns0:sldId id="359" ns1:id="R2900289d1c8e40b8"/>
    <ns0:sldId id="360" ns1:id="R945257aab0df4906"/>
    <ns0:sldId id="361" ns1:id="Refef4577b9014dbd"/>
    <ns0:sldId id="362" ns1:id="R6f0aab0ace504e08"/>
    <ns0:sldId id="363" ns1:id="R650e409dfd78478d"/>
    <ns0:sldId id="364" ns1:id="R14e9a4274a8c4db9"/>
    <ns0:sldId id="365" ns1:id="Ra1901a17a2b9481b"/>
    <ns0:sldId id="366" ns1:id="R326ba731dfd14f34"/>
    <ns0:sldId id="367" ns1:id="Rf1631d78ea584e5e"/>
    <ns0:sldId id="368" ns1:id="Rcc8eb013bc5b4d80"/>
    <ns0:sldId id="369" ns1:id="R2dd362e9191f499c"/>
    <ns0:sldId id="370" ns1:id="R71a111e97e9a42bb"/>
    <ns0:sldId id="371" ns1:id="Rbcb922f0a75e406f"/>
    <ns0:sldId id="372" ns1:id="Rdb3db9b52f9e497e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e1327afa28294880" /><ns0:Relationship Type="http://schemas.openxmlformats.org/officeDocument/2006/relationships/slideMaster" Target="/ppt/slideMasters/slideMaster1.xml" Id="R04601fb33d794832" /><ns0:Relationship Type="http://schemas.openxmlformats.org/officeDocument/2006/relationships/presProps" Target="/ppt/presProps.xml" Id="R46631007e29b4fb3" /><ns0:Relationship Type="http://schemas.openxmlformats.org/officeDocument/2006/relationships/tableStyles" Target="/ppt/tableStyles.xml" Id="R809482b634924656" /><ns0:Relationship Type="http://schemas.openxmlformats.org/officeDocument/2006/relationships/slide" Target="/ppt/slides/slide1.xml" Id="R16a609147bb741eb" /><ns0:Relationship Type="http://schemas.openxmlformats.org/officeDocument/2006/relationships/slide" Target="/ppt/slides/slide2.xml" Id="Re7baf0570a5c454e" /><ns0:Relationship Type="http://schemas.openxmlformats.org/officeDocument/2006/relationships/slide" Target="/ppt/slides/slide3.xml" Id="R3adb4c9edd814d44" /><ns0:Relationship Type="http://schemas.openxmlformats.org/officeDocument/2006/relationships/slide" Target="/ppt/slides/slide4.xml" Id="R5d0d10faa34e4939" /><ns0:Relationship Type="http://schemas.openxmlformats.org/officeDocument/2006/relationships/slide" Target="/ppt/slides/slide5.xml" Id="R5af9dcade5f44453" /><ns0:Relationship Type="http://schemas.openxmlformats.org/officeDocument/2006/relationships/slide" Target="/ppt/slides/slide6.xml" Id="R5fba18e8fcb143b9" /><ns0:Relationship Type="http://schemas.openxmlformats.org/officeDocument/2006/relationships/slide" Target="/ppt/slides/slide7.xml" Id="R706b987615794f4a" /><ns0:Relationship Type="http://schemas.openxmlformats.org/officeDocument/2006/relationships/slide" Target="/ppt/slides/slide8.xml" Id="R06b32861b0104e43" /><ns0:Relationship Type="http://schemas.openxmlformats.org/officeDocument/2006/relationships/slide" Target="/ppt/slides/slide9.xml" Id="R246f428783844f78" /><ns0:Relationship Type="http://schemas.openxmlformats.org/officeDocument/2006/relationships/slide" Target="/ppt/slides/slide10.xml" Id="R8b8fd879c0b541c7" /><ns0:Relationship Type="http://schemas.openxmlformats.org/officeDocument/2006/relationships/slide" Target="/ppt/slides/slide11.xml" Id="R283f2de3cc5a4e84" /><ns0:Relationship Type="http://schemas.openxmlformats.org/officeDocument/2006/relationships/slide" Target="/ppt/slides/slide12.xml" Id="R5fcab0d3c01b4587" /><ns0:Relationship Type="http://schemas.openxmlformats.org/officeDocument/2006/relationships/slide" Target="/ppt/slides/slide13.xml" Id="Re7efd09b386c437d" /><ns0:Relationship Type="http://schemas.openxmlformats.org/officeDocument/2006/relationships/slide" Target="/ppt/slides/slide14.xml" Id="Ra814b534e80c481d" /><ns0:Relationship Type="http://schemas.openxmlformats.org/officeDocument/2006/relationships/slide" Target="/ppt/slides/slide15.xml" Id="R37224d0c722440ca" /><ns0:Relationship Type="http://schemas.openxmlformats.org/officeDocument/2006/relationships/slide" Target="/ppt/slides/slide16.xml" Id="Rb45889c78a344a8b" /><ns0:Relationship Type="http://schemas.openxmlformats.org/officeDocument/2006/relationships/slide" Target="/ppt/slides/slide17.xml" Id="R1c83dae802d6426a" /><ns0:Relationship Type="http://schemas.openxmlformats.org/officeDocument/2006/relationships/slide" Target="/ppt/slides/slide18.xml" Id="Rd5116d901aac4fc9" /><ns0:Relationship Type="http://schemas.openxmlformats.org/officeDocument/2006/relationships/slide" Target="/ppt/slides/slide19.xml" Id="R62a9d5d69f4a4af0" /><ns0:Relationship Type="http://schemas.openxmlformats.org/officeDocument/2006/relationships/slide" Target="/ppt/slides/slide20.xml" Id="R9ee7939e1f7446bb" /><ns0:Relationship Type="http://schemas.openxmlformats.org/officeDocument/2006/relationships/slide" Target="/ppt/slides/slide21.xml" Id="Rf8153374031a4791" /><ns0:Relationship Type="http://schemas.openxmlformats.org/officeDocument/2006/relationships/slide" Target="/ppt/slides/slide22.xml" Id="Racfcd00608d645ed" /><ns0:Relationship Type="http://schemas.openxmlformats.org/officeDocument/2006/relationships/slide" Target="/ppt/slides/slide23.xml" Id="Re1e0df36da584dbe" /><ns0:Relationship Type="http://schemas.openxmlformats.org/officeDocument/2006/relationships/slide" Target="/ppt/slides/slide24.xml" Id="Rf0af819442514eee" /><ns0:Relationship Type="http://schemas.openxmlformats.org/officeDocument/2006/relationships/slide" Target="/ppt/slides/slide25.xml" Id="R455acb5c8d3f48b8" /><ns0:Relationship Type="http://schemas.openxmlformats.org/officeDocument/2006/relationships/slide" Target="/ppt/slides/slide26.xml" Id="Rd901a03a6e4c426c" /><ns0:Relationship Type="http://schemas.openxmlformats.org/officeDocument/2006/relationships/slide" Target="/ppt/slides/slide27.xml" Id="R87eeb0c5f3df4133" /><ns0:Relationship Type="http://schemas.openxmlformats.org/officeDocument/2006/relationships/slide" Target="/ppt/slides/slide28.xml" Id="Rfe01e80552924ee3" /><ns0:Relationship Type="http://schemas.openxmlformats.org/officeDocument/2006/relationships/slide" Target="/ppt/slides/slide29.xml" Id="R816a9f5df9784ef4" /><ns0:Relationship Type="http://schemas.openxmlformats.org/officeDocument/2006/relationships/slide" Target="/ppt/slides/slide30.xml" Id="Raa5821a5c98d4bc6" /><ns0:Relationship Type="http://schemas.openxmlformats.org/officeDocument/2006/relationships/slide" Target="/ppt/slides/slide31.xml" Id="Rd224e15c6fbf47c0" /><ns0:Relationship Type="http://schemas.openxmlformats.org/officeDocument/2006/relationships/slide" Target="/ppt/slides/slide32.xml" Id="Ra468ced2ed0f4a93" /><ns0:Relationship Type="http://schemas.openxmlformats.org/officeDocument/2006/relationships/slide" Target="/ppt/slides/slide33.xml" Id="Rbc07fcaf573048b0" /><ns0:Relationship Type="http://schemas.openxmlformats.org/officeDocument/2006/relationships/slide" Target="/ppt/slides/slide34.xml" Id="R9d9cdbf61bf04ef8" /><ns0:Relationship Type="http://schemas.openxmlformats.org/officeDocument/2006/relationships/slide" Target="/ppt/slides/slide35.xml" Id="R1631862c687d4e59" /><ns0:Relationship Type="http://schemas.openxmlformats.org/officeDocument/2006/relationships/slide" Target="/ppt/slides/slide36.xml" Id="R739594c9b0d74793" /><ns0:Relationship Type="http://schemas.openxmlformats.org/officeDocument/2006/relationships/slide" Target="/ppt/slides/slide37.xml" Id="Rf8f6e0dcd253434a" /><ns0:Relationship Type="http://schemas.openxmlformats.org/officeDocument/2006/relationships/slide" Target="/ppt/slides/slide38.xml" Id="R0293d0514ce84bf4" /><ns0:Relationship Type="http://schemas.openxmlformats.org/officeDocument/2006/relationships/slide" Target="/ppt/slides/slide39.xml" Id="R30c4fd9ca3864d56" /><ns0:Relationship Type="http://schemas.openxmlformats.org/officeDocument/2006/relationships/slide" Target="/ppt/slides/slide40.xml" Id="Rf87e042c1abc4f2b" /><ns0:Relationship Type="http://schemas.openxmlformats.org/officeDocument/2006/relationships/slide" Target="/ppt/slides/slide41.xml" Id="R3930c86bde644a57" /><ns0:Relationship Type="http://schemas.openxmlformats.org/officeDocument/2006/relationships/slide" Target="/ppt/slides/slide42.xml" Id="R3eb46487ea4743fc" /><ns0:Relationship Type="http://schemas.openxmlformats.org/officeDocument/2006/relationships/slide" Target="/ppt/slides/slide43.xml" Id="R471547e47c774035" /><ns0:Relationship Type="http://schemas.openxmlformats.org/officeDocument/2006/relationships/slide" Target="/ppt/slides/slide44.xml" Id="Rb6655467a48a45a7" /><ns0:Relationship Type="http://schemas.openxmlformats.org/officeDocument/2006/relationships/slide" Target="/ppt/slides/slide45.xml" Id="Rb086c6258e28421a" /><ns0:Relationship Type="http://schemas.openxmlformats.org/officeDocument/2006/relationships/slide" Target="/ppt/slides/slide46.xml" Id="Rc26cfb97f1b446d1" /><ns0:Relationship Type="http://schemas.openxmlformats.org/officeDocument/2006/relationships/slide" Target="/ppt/slides/slide47.xml" Id="Rd8aaaf349cdf436b" /><ns0:Relationship Type="http://schemas.openxmlformats.org/officeDocument/2006/relationships/slide" Target="/ppt/slides/slide48.xml" Id="Rbf398e5d2c7c4f1d" /><ns0:Relationship Type="http://schemas.openxmlformats.org/officeDocument/2006/relationships/slide" Target="/ppt/slides/slide49.xml" Id="R54f6a669e3ca4af0" /><ns0:Relationship Type="http://schemas.openxmlformats.org/officeDocument/2006/relationships/slide" Target="/ppt/slides/slide50.xml" Id="R218dfa87ee57440c" /><ns0:Relationship Type="http://schemas.openxmlformats.org/officeDocument/2006/relationships/slide" Target="/ppt/slides/slide51.xml" Id="R2d6a51a52a1846de" /><ns0:Relationship Type="http://schemas.openxmlformats.org/officeDocument/2006/relationships/slide" Target="/ppt/slides/slide52.xml" Id="Raf7a151de0b24e1e" /><ns0:Relationship Type="http://schemas.openxmlformats.org/officeDocument/2006/relationships/slide" Target="/ppt/slides/slide53.xml" Id="R4e40e4bc85ff4baf" /><ns0:Relationship Type="http://schemas.openxmlformats.org/officeDocument/2006/relationships/slide" Target="/ppt/slides/slide54.xml" Id="R5e4ce5b0a9434413" /><ns0:Relationship Type="http://schemas.openxmlformats.org/officeDocument/2006/relationships/slide" Target="/ppt/slides/slide55.xml" Id="R49a6004030124e26" /><ns0:Relationship Type="http://schemas.openxmlformats.org/officeDocument/2006/relationships/slide" Target="/ppt/slides/slide56.xml" Id="Rd3bd4fe880cd4ca8" /><ns0:Relationship Type="http://schemas.openxmlformats.org/officeDocument/2006/relationships/slide" Target="/ppt/slides/slide57.xml" Id="R0f7a4c1c02b84660" /><ns0:Relationship Type="http://schemas.openxmlformats.org/officeDocument/2006/relationships/slide" Target="/ppt/slides/slide58.xml" Id="R387eca6bf5314978" /><ns0:Relationship Type="http://schemas.openxmlformats.org/officeDocument/2006/relationships/slide" Target="/ppt/slides/slide59.xml" Id="Rb30e2afe020f455b" /><ns0:Relationship Type="http://schemas.openxmlformats.org/officeDocument/2006/relationships/slide" Target="/ppt/slides/slide60.xml" Id="R41f90a3ef5d54a7c" /><ns0:Relationship Type="http://schemas.openxmlformats.org/officeDocument/2006/relationships/slide" Target="/ppt/slides/slide61.xml" Id="Rd80992f26c304cf4" /><ns0:Relationship Type="http://schemas.openxmlformats.org/officeDocument/2006/relationships/slide" Target="/ppt/slides/slide62.xml" Id="R76e719f8df714c11" /><ns0:Relationship Type="http://schemas.openxmlformats.org/officeDocument/2006/relationships/slide" Target="/ppt/slides/slide63.xml" Id="R5d36988156e24d7d" /><ns0:Relationship Type="http://schemas.openxmlformats.org/officeDocument/2006/relationships/slide" Target="/ppt/slides/slide64.xml" Id="R0b6fae5731a24595" /><ns0:Relationship Type="http://schemas.openxmlformats.org/officeDocument/2006/relationships/slide" Target="/ppt/slides/slide65.xml" Id="R2dbe70f3a5fc4fcd" /><ns0:Relationship Type="http://schemas.openxmlformats.org/officeDocument/2006/relationships/slide" Target="/ppt/slides/slide66.xml" Id="R3bccc33a70c64ffa" /><ns0:Relationship Type="http://schemas.openxmlformats.org/officeDocument/2006/relationships/slide" Target="/ppt/slides/slide67.xml" Id="R9df90b78d0544f28" /><ns0:Relationship Type="http://schemas.openxmlformats.org/officeDocument/2006/relationships/slide" Target="/ppt/slides/slide68.xml" Id="R25154ee3004243b3" /><ns0:Relationship Type="http://schemas.openxmlformats.org/officeDocument/2006/relationships/slide" Target="/ppt/slides/slide69.xml" Id="R0a3f4f9f335f4dff" /><ns0:Relationship Type="http://schemas.openxmlformats.org/officeDocument/2006/relationships/slide" Target="/ppt/slides/slide70.xml" Id="R02660e801fd94d3b" /><ns0:Relationship Type="http://schemas.openxmlformats.org/officeDocument/2006/relationships/slide" Target="/ppt/slides/slide71.xml" Id="R9198974f591642b6" /><ns0:Relationship Type="http://schemas.openxmlformats.org/officeDocument/2006/relationships/slide" Target="/ppt/slides/slide72.xml" Id="Rd4702710623f4f46" /><ns0:Relationship Type="http://schemas.openxmlformats.org/officeDocument/2006/relationships/slide" Target="/ppt/slides/slide73.xml" Id="R84751fd6500b4b9d" /><ns0:Relationship Type="http://schemas.openxmlformats.org/officeDocument/2006/relationships/slide" Target="/ppt/slides/slide74.xml" Id="R3a92bb9957c14e1b" /><ns0:Relationship Type="http://schemas.openxmlformats.org/officeDocument/2006/relationships/slide" Target="/ppt/slides/slide75.xml" Id="R2957431339754836" /><ns0:Relationship Type="http://schemas.openxmlformats.org/officeDocument/2006/relationships/slide" Target="/ppt/slides/slide76.xml" Id="R5979a1ea79774260" /><ns0:Relationship Type="http://schemas.openxmlformats.org/officeDocument/2006/relationships/slide" Target="/ppt/slides/slide77.xml" Id="Rd051dfb385a740fd" /><ns0:Relationship Type="http://schemas.openxmlformats.org/officeDocument/2006/relationships/slide" Target="/ppt/slides/slide78.xml" Id="R56e7c2ed56b5451c" /><ns0:Relationship Type="http://schemas.openxmlformats.org/officeDocument/2006/relationships/slide" Target="/ppt/slides/slide79.xml" Id="Ra2cc75be5f35418e" /><ns0:Relationship Type="http://schemas.openxmlformats.org/officeDocument/2006/relationships/slide" Target="/ppt/slides/slide80.xml" Id="R2e9b5a8d3f4943c9" /><ns0:Relationship Type="http://schemas.openxmlformats.org/officeDocument/2006/relationships/slide" Target="/ppt/slides/slide81.xml" Id="R409e2f73249048a6" /><ns0:Relationship Type="http://schemas.openxmlformats.org/officeDocument/2006/relationships/slide" Target="/ppt/slides/slide82.xml" Id="Rb8afde90aa9249c5" /><ns0:Relationship Type="http://schemas.openxmlformats.org/officeDocument/2006/relationships/slide" Target="/ppt/slides/slide83.xml" Id="R7555a3bcd3e74c0b" /><ns0:Relationship Type="http://schemas.openxmlformats.org/officeDocument/2006/relationships/slide" Target="/ppt/slides/slide84.xml" Id="R3272ab90a3dc4b8e" /><ns0:Relationship Type="http://schemas.openxmlformats.org/officeDocument/2006/relationships/slide" Target="/ppt/slides/slide85.xml" Id="R90fac25005bb4741" /><ns0:Relationship Type="http://schemas.openxmlformats.org/officeDocument/2006/relationships/slide" Target="/ppt/slides/slide86.xml" Id="R517127d474744260" /><ns0:Relationship Type="http://schemas.openxmlformats.org/officeDocument/2006/relationships/slide" Target="/ppt/slides/slide87.xml" Id="Rf5d4ad38081349d8" /><ns0:Relationship Type="http://schemas.openxmlformats.org/officeDocument/2006/relationships/slide" Target="/ppt/slides/slide88.xml" Id="Rc02b33bae3ee47c9" /><ns0:Relationship Type="http://schemas.openxmlformats.org/officeDocument/2006/relationships/slide" Target="/ppt/slides/slide89.xml" Id="R81ef912a40814f4a" /><ns0:Relationship Type="http://schemas.openxmlformats.org/officeDocument/2006/relationships/slide" Target="/ppt/slides/slide90.xml" Id="R281023219397453d" /><ns0:Relationship Type="http://schemas.openxmlformats.org/officeDocument/2006/relationships/slide" Target="/ppt/slides/slide91.xml" Id="Rc8009fb37c3f4a1d" /><ns0:Relationship Type="http://schemas.openxmlformats.org/officeDocument/2006/relationships/slide" Target="/ppt/slides/slide92.xml" Id="Rc959cd085fec47c6" /><ns0:Relationship Type="http://schemas.openxmlformats.org/officeDocument/2006/relationships/slide" Target="/ppt/slides/slide93.xml" Id="R43b9250d16a14dcc" /><ns0:Relationship Type="http://schemas.openxmlformats.org/officeDocument/2006/relationships/slide" Target="/ppt/slides/slide94.xml" Id="Raafe59b3de94413d" /><ns0:Relationship Type="http://schemas.openxmlformats.org/officeDocument/2006/relationships/slide" Target="/ppt/slides/slide95.xml" Id="R0305e6fe934d4bf2" /><ns0:Relationship Type="http://schemas.openxmlformats.org/officeDocument/2006/relationships/slide" Target="/ppt/slides/slide96.xml" Id="R071741af63534815" /><ns0:Relationship Type="http://schemas.openxmlformats.org/officeDocument/2006/relationships/slide" Target="/ppt/slides/slide97.xml" Id="Rdac502c3c07f44aa" /><ns0:Relationship Type="http://schemas.openxmlformats.org/officeDocument/2006/relationships/slide" Target="/ppt/slides/slide98.xml" Id="R1f1ccecfd2994d67" /><ns0:Relationship Type="http://schemas.openxmlformats.org/officeDocument/2006/relationships/slide" Target="/ppt/slides/slide99.xml" Id="R54359fb391dd4dd4" /><ns0:Relationship Type="http://schemas.openxmlformats.org/officeDocument/2006/relationships/slide" Target="/ppt/slides/slide100.xml" Id="R5edf97216f5c4f57" /><ns0:Relationship Type="http://schemas.openxmlformats.org/officeDocument/2006/relationships/slide" Target="/ppt/slides/slide101.xml" Id="Re25a6d5d09354615" /><ns0:Relationship Type="http://schemas.openxmlformats.org/officeDocument/2006/relationships/slide" Target="/ppt/slides/slide102.xml" Id="Rc70a8cb2c05f4ba9" /><ns0:Relationship Type="http://schemas.openxmlformats.org/officeDocument/2006/relationships/slide" Target="/ppt/slides/slide103.xml" Id="Ra1846eeeb996425f" /><ns0:Relationship Type="http://schemas.openxmlformats.org/officeDocument/2006/relationships/slide" Target="/ppt/slides/slide104.xml" Id="R2900289d1c8e40b8" /><ns0:Relationship Type="http://schemas.openxmlformats.org/officeDocument/2006/relationships/slide" Target="/ppt/slides/slide105.xml" Id="R945257aab0df4906" /><ns0:Relationship Type="http://schemas.openxmlformats.org/officeDocument/2006/relationships/slide" Target="/ppt/slides/slide106.xml" Id="Refef4577b9014dbd" /><ns0:Relationship Type="http://schemas.openxmlformats.org/officeDocument/2006/relationships/slide" Target="/ppt/slides/slide107.xml" Id="R6f0aab0ace504e08" /><ns0:Relationship Type="http://schemas.openxmlformats.org/officeDocument/2006/relationships/slide" Target="/ppt/slides/slide108.xml" Id="R650e409dfd78478d" /><ns0:Relationship Type="http://schemas.openxmlformats.org/officeDocument/2006/relationships/slide" Target="/ppt/slides/slide109.xml" Id="R14e9a4274a8c4db9" /><ns0:Relationship Type="http://schemas.openxmlformats.org/officeDocument/2006/relationships/slide" Target="/ppt/slides/slide110.xml" Id="Ra1901a17a2b9481b" /><ns0:Relationship Type="http://schemas.openxmlformats.org/officeDocument/2006/relationships/slide" Target="/ppt/slides/slide111.xml" Id="R326ba731dfd14f34" /><ns0:Relationship Type="http://schemas.openxmlformats.org/officeDocument/2006/relationships/slide" Target="/ppt/slides/slide112.xml" Id="Rf1631d78ea584e5e" /><ns0:Relationship Type="http://schemas.openxmlformats.org/officeDocument/2006/relationships/slide" Target="/ppt/slides/slide113.xml" Id="Rcc8eb013bc5b4d80" /><ns0:Relationship Type="http://schemas.openxmlformats.org/officeDocument/2006/relationships/slide" Target="/ppt/slides/slide114.xml" Id="R2dd362e9191f499c" /><ns0:Relationship Type="http://schemas.openxmlformats.org/officeDocument/2006/relationships/slide" Target="/ppt/slides/slide115.xml" Id="R71a111e97e9a42bb" /><ns0:Relationship Type="http://schemas.openxmlformats.org/officeDocument/2006/relationships/slide" Target="/ppt/slides/slide116.xml" Id="Rbcb922f0a75e406f" /><ns0:Relationship Type="http://schemas.openxmlformats.org/officeDocument/2006/relationships/slide" Target="/ppt/slides/slide117.xml" Id="Rdb3db9b52f9e497e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2e354e6b41249ce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c27a2bd011be401c" /><ns0:Relationship Type="http://schemas.openxmlformats.org/officeDocument/2006/relationships/slideLayout" Target="/ppt/slideLayouts/slideLayout1.xml" Id="R3ef04cb6691944e9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04cb66919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a391dcf111c4a0d" /><ns0:Relationship Type="http://schemas.openxmlformats.org/officeDocument/2006/relationships/image" Target="/ppt/media/image.png" Id="R1043f36e4ae647c5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06b0b6706e4cd7" /><ns0:Relationship Type="http://schemas.openxmlformats.org/officeDocument/2006/relationships/image" Target="/ppt/media/image2.png" Id="R80c78b2671714d67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d146aa385924800" /><ns0:Relationship Type="http://schemas.openxmlformats.org/officeDocument/2006/relationships/image" Target="../media/image2.png" Id="R15d221db9f1d4656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8d57e6e1ad40ed" /><ns0:Relationship Type="http://schemas.openxmlformats.org/officeDocument/2006/relationships/image" Target="../media/image2.png" Id="Rb5409c1be98049bd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2a9cec137b14f40" /><ns0:Relationship Type="http://schemas.openxmlformats.org/officeDocument/2006/relationships/image" Target="../media/image2.png" Id="Rb315e41d14b741d6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95c3375ecfb4d6f" /><ns0:Relationship Type="http://schemas.openxmlformats.org/officeDocument/2006/relationships/image" Target="../media/image.png" Id="R0b611971a3b54a8f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607a09b0c744a9b" /><ns0:Relationship Type="http://schemas.openxmlformats.org/officeDocument/2006/relationships/image" Target="../media/image2.png" Id="R93c581f1a42f40c0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ca2cf5ddd4e44dc" /><ns0:Relationship Type="http://schemas.openxmlformats.org/officeDocument/2006/relationships/image" Target="../media/image2.png" Id="Rb8f602a135e14af0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ae45cb00bb740be" /><ns0:Relationship Type="http://schemas.openxmlformats.org/officeDocument/2006/relationships/image" Target="../media/image2.png" Id="Rc23f72bb108e4f0c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e78e96e380a4b1e" /><ns0:Relationship Type="http://schemas.openxmlformats.org/officeDocument/2006/relationships/image" Target="../media/image.png" Id="R4f5c732370784102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00b88f0614140b3" /><ns0:Relationship Type="http://schemas.openxmlformats.org/officeDocument/2006/relationships/image" Target="../media/image2.png" Id="Rca840071829b4c02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592f88fb10342b5" /><ns0:Relationship Type="http://schemas.openxmlformats.org/officeDocument/2006/relationships/image" Target="../media/image2.png" Id="R8704b6562ada4a15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d1e7fe46ed7497a" /><ns0:Relationship Type="http://schemas.openxmlformats.org/officeDocument/2006/relationships/image" Target="../media/image2.png" Id="R28a58284bc8946f6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c5b5a8513654cfe" /><ns0:Relationship Type="http://schemas.openxmlformats.org/officeDocument/2006/relationships/image" Target="../media/image2.png" Id="R99ea4aea79a2407a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89ed74d0a34411d" /><ns0:Relationship Type="http://schemas.openxmlformats.org/officeDocument/2006/relationships/image" Target="../media/image2.png" Id="Rd0c7c2045f024ccd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911dff8c0af4ac7" /><ns0:Relationship Type="http://schemas.openxmlformats.org/officeDocument/2006/relationships/image" Target="../media/image2.png" Id="R1ed8230d5db7455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1d05309860f4ef6" /><ns0:Relationship Type="http://schemas.openxmlformats.org/officeDocument/2006/relationships/image" Target="../media/image2.png" Id="Rfaca1b4255894546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c95dd5336b64e5e" /><ns0:Relationship Type="http://schemas.openxmlformats.org/officeDocument/2006/relationships/image" Target="../media/image2.png" Id="R012a032cce884df1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9b2a8c32f5451f" /><ns0:Relationship Type="http://schemas.openxmlformats.org/officeDocument/2006/relationships/image" Target="../media/image2.png" Id="R495ce27a741f4bd8" /><ns0:Relationship Type="http://schemas.openxmlformats.org/officeDocument/2006/relationships/image" Target="/ppt/media/image.jpeg" Id="R4c67d869b8e1488d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861ff4e831d4eea" /><ns0:Relationship Type="http://schemas.openxmlformats.org/officeDocument/2006/relationships/image" Target="../media/image2.png" Id="Rfa55f11b3c9d4b7d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f5fed376e2c4799" /><ns0:Relationship Type="http://schemas.openxmlformats.org/officeDocument/2006/relationships/image" Target="../media/image2.png" Id="Rcc6fb055babc446f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8b5df11a3fa4f03" /><ns0:Relationship Type="http://schemas.openxmlformats.org/officeDocument/2006/relationships/image" Target="../media/image.png" Id="R26d264ba97974d0b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13eb105b8d04b98" /><ns0:Relationship Type="http://schemas.openxmlformats.org/officeDocument/2006/relationships/image" Target="../media/image2.png" Id="R686235282de0432e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d6e70c711954da8" /><ns0:Relationship Type="http://schemas.openxmlformats.org/officeDocument/2006/relationships/image" Target="../media/image.png" Id="Rf827ee98417d4ca6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134eb035f2d462a" /><ns0:Relationship Type="http://schemas.openxmlformats.org/officeDocument/2006/relationships/image" Target="../media/image2.png" Id="Rf0bd08d8a4b94fb1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ec362285084267" /><ns0:Relationship Type="http://schemas.openxmlformats.org/officeDocument/2006/relationships/image" Target="../media/image.png" Id="Rba976752b299483e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58756d12e044ac1" /><ns0:Relationship Type="http://schemas.openxmlformats.org/officeDocument/2006/relationships/image" Target="../media/image2.png" Id="R365df2c8522841e8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0b3ab2d1d04f8e" /><ns0:Relationship Type="http://schemas.openxmlformats.org/officeDocument/2006/relationships/image" Target="../media/image2.png" Id="R533cf2c546ae4967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0efde8313e64c22" /><ns0:Relationship Type="http://schemas.openxmlformats.org/officeDocument/2006/relationships/image" Target="../media/image2.png" Id="Re68c2590b1d8454b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f1e3732a42c4709" /><ns0:Relationship Type="http://schemas.openxmlformats.org/officeDocument/2006/relationships/image" Target="../media/image2.png" Id="R70bbae6637924dc8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9ee5732fcd4e80" /><ns0:Relationship Type="http://schemas.openxmlformats.org/officeDocument/2006/relationships/image" Target="../media/image2.png" Id="R7bfb681a70364e53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3101b6591104dad" /><ns0:Relationship Type="http://schemas.openxmlformats.org/officeDocument/2006/relationships/image" Target="../media/image2.png" Id="R954ee207e69d4ae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e6161a502fa4236" /><ns0:Relationship Type="http://schemas.openxmlformats.org/officeDocument/2006/relationships/image" Target="../media/image2.png" Id="R31acc2f1995c439b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b942a1013f640a5" /><ns0:Relationship Type="http://schemas.openxmlformats.org/officeDocument/2006/relationships/image" Target="../media/image2.png" Id="R734cafce015c4956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142a502a5524661" /><ns0:Relationship Type="http://schemas.openxmlformats.org/officeDocument/2006/relationships/image" Target="../media/image2.png" Id="R2b683ecedd46446d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d7444eda37b4219" /><ns0:Relationship Type="http://schemas.openxmlformats.org/officeDocument/2006/relationships/image" Target="../media/image2.png" Id="Red062daaaed54c23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31fa8d109ea4b83" /><ns0:Relationship Type="http://schemas.openxmlformats.org/officeDocument/2006/relationships/image" Target="../media/image2.png" Id="R572352dfa21541d0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43628ae429d4c15" /><ns0:Relationship Type="http://schemas.openxmlformats.org/officeDocument/2006/relationships/image" Target="../media/image.png" Id="R0bc40dded85c44e6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052983ec60b4a3f" /><ns0:Relationship Type="http://schemas.openxmlformats.org/officeDocument/2006/relationships/image" Target="../media/image2.png" Id="Re1ace7dbf06944d3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c7004a259e4eed" /><ns0:Relationship Type="http://schemas.openxmlformats.org/officeDocument/2006/relationships/image" Target="../media/image.png" Id="R87c1645daa4a4722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2381703a0db4722" /><ns0:Relationship Type="http://schemas.openxmlformats.org/officeDocument/2006/relationships/image" Target="../media/image2.png" Id="R0dd83ca0589e4ec7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a58e4ab7fd44f85" /><ns0:Relationship Type="http://schemas.openxmlformats.org/officeDocument/2006/relationships/image" Target="../media/image.png" Id="R57c2ab7e1778426c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92d02e13e8c4e4a" /><ns0:Relationship Type="http://schemas.openxmlformats.org/officeDocument/2006/relationships/image" Target="../media/image2.png" Id="R0d4bdd22abdc4730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2bb15e131ae4c98" /><ns0:Relationship Type="http://schemas.openxmlformats.org/officeDocument/2006/relationships/image" Target="../media/image.png" Id="R7987f327251c4ed9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72d477f59864ea8" /><ns0:Relationship Type="http://schemas.openxmlformats.org/officeDocument/2006/relationships/image" Target="../media/image2.png" Id="Rb9e9273a59ba4abb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90878793dda4231" /><ns0:Relationship Type="http://schemas.openxmlformats.org/officeDocument/2006/relationships/image" Target="../media/image2.png" Id="R667c979ced1f4e1d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9a878f7a2ad4845" /><ns0:Relationship Type="http://schemas.openxmlformats.org/officeDocument/2006/relationships/image" Target="../media/image2.png" Id="R230ff77212ab4fc5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b78c7f7069f4cd2" /><ns0:Relationship Type="http://schemas.openxmlformats.org/officeDocument/2006/relationships/image" Target="../media/image2.png" Id="Rcabbe916379647f9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f4349b52b464b1d" /><ns0:Relationship Type="http://schemas.openxmlformats.org/officeDocument/2006/relationships/image" Target="../media/image2.png" Id="Rcb5c790076f444cf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b8e829c6c2b4e31" /><ns0:Relationship Type="http://schemas.openxmlformats.org/officeDocument/2006/relationships/image" Target="../media/image2.png" Id="Re84bd42d529841b7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f1a4657b5464b05" /><ns0:Relationship Type="http://schemas.openxmlformats.org/officeDocument/2006/relationships/image" Target="../media/image2.png" Id="Rf4505874d34d4f9b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a177adbf65b4a82" /><ns0:Relationship Type="http://schemas.openxmlformats.org/officeDocument/2006/relationships/image" Target="../media/image2.png" Id="Rea10a6b196e3467a" /></ns0:Relationships>
</file>

<file path=ppt/slides/_rels/slide5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485970bbe1f4764" /><ns0:Relationship Type="http://schemas.openxmlformats.org/officeDocument/2006/relationships/image" Target="../media/image2.png" Id="R6aa8fe7d0d2c48d6" /></ns0:Relationships>
</file>

<file path=ppt/slides/_rels/slide5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fee98560e2d4754" /><ns0:Relationship Type="http://schemas.openxmlformats.org/officeDocument/2006/relationships/image" Target="../media/image2.png" Id="R212642e385694f5f" /></ns0:Relationships>
</file>

<file path=ppt/slides/_rels/slide5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5dc1c8b3f7e4983" /><ns0:Relationship Type="http://schemas.openxmlformats.org/officeDocument/2006/relationships/image" Target="../media/image2.png" Id="Rdf15e160538a4b0e" /></ns0:Relationships>
</file>

<file path=ppt/slides/_rels/slide5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f4dfe8c15d94c47" /><ns0:Relationship Type="http://schemas.openxmlformats.org/officeDocument/2006/relationships/image" Target="../media/image2.png" Id="Rf43750565c804229" /></ns0:Relationships>
</file>

<file path=ppt/slides/_rels/slide5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0c66b38de114595" /><ns0:Relationship Type="http://schemas.openxmlformats.org/officeDocument/2006/relationships/image" Target="../media/image2.png" Id="Rc89361fa6f094bd3" /></ns0:Relationships>
</file>

<file path=ppt/slides/_rels/slide5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6c8a7c436c5428f" /><ns0:Relationship Type="http://schemas.openxmlformats.org/officeDocument/2006/relationships/image" Target="../media/image.png" Id="R6b195ed0bf8248f5" /></ns0:Relationships>
</file>

<file path=ppt/slides/_rels/slide5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80419c7d5147a0" /><ns0:Relationship Type="http://schemas.openxmlformats.org/officeDocument/2006/relationships/image" Target="../media/image2.png" Id="Red74491b15b94558" /></ns0:Relationships>
</file>

<file path=ppt/slides/_rels/slide6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a1a01d2b997448d" /><ns0:Relationship Type="http://schemas.openxmlformats.org/officeDocument/2006/relationships/image" Target="../media/image.png" Id="Rc953f62e2e314947" /></ns0:Relationships>
</file>

<file path=ppt/slides/_rels/slide6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04391fc3b1b4afe" /><ns0:Relationship Type="http://schemas.openxmlformats.org/officeDocument/2006/relationships/image" Target="../media/image2.png" Id="R38b4d8a3b89a4909" /></ns0:Relationships>
</file>

<file path=ppt/slides/_rels/slide6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480eb3b97ed4261" /><ns0:Relationship Type="http://schemas.openxmlformats.org/officeDocument/2006/relationships/image" Target="../media/image.png" Id="R6b92be5938b24527" /></ns0:Relationships>
</file>

<file path=ppt/slides/_rels/slide6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a2b13d4cc7c474c" /><ns0:Relationship Type="http://schemas.openxmlformats.org/officeDocument/2006/relationships/image" Target="../media/image2.png" Id="R3fa441fa2bf04c04" /></ns0:Relationships>
</file>

<file path=ppt/slides/_rels/slide6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c9e860b97da4424" /><ns0:Relationship Type="http://schemas.openxmlformats.org/officeDocument/2006/relationships/image" Target="../media/image.png" Id="R97677ba70e794811" /></ns0:Relationships>
</file>

<file path=ppt/slides/_rels/slide6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333cddab4c4244" /><ns0:Relationship Type="http://schemas.openxmlformats.org/officeDocument/2006/relationships/image" Target="../media/image2.png" Id="Rb863880ef57243e4" /></ns0:Relationships>
</file>

<file path=ppt/slides/_rels/slide6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744dd35fafd4c75" /><ns0:Relationship Type="http://schemas.openxmlformats.org/officeDocument/2006/relationships/image" Target="../media/image2.png" Id="R993ac4469f784d31" /></ns0:Relationships>
</file>

<file path=ppt/slides/_rels/slide6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093bbcc85be46ac" /><ns0:Relationship Type="http://schemas.openxmlformats.org/officeDocument/2006/relationships/image" Target="../media/image2.png" Id="R00ba21181a2b46be" /></ns0:Relationships>
</file>

<file path=ppt/slides/_rels/slide6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3fdd573a42b4a42" /><ns0:Relationship Type="http://schemas.openxmlformats.org/officeDocument/2006/relationships/image" Target="../media/image2.png" Id="Rf1d4b7d5693047fe" /></ns0:Relationships>
</file>

<file path=ppt/slides/_rels/slide6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0baf604decc4039" /><ns0:Relationship Type="http://schemas.openxmlformats.org/officeDocument/2006/relationships/image" Target="../media/image2.png" Id="R9e783e0a30064a5d" /></ns0:Relationships>
</file>

<file path=ppt/slides/_rels/slide7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ebb1d5c64b646eb" /><ns0:Relationship Type="http://schemas.openxmlformats.org/officeDocument/2006/relationships/image" Target="../media/image2.png" Id="R1e55311a62d34231" /></ns0:Relationships>
</file>

<file path=ppt/slides/_rels/slide7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569e746fa24698" /><ns0:Relationship Type="http://schemas.openxmlformats.org/officeDocument/2006/relationships/image" Target="../media/image2.png" Id="R85873fd50c9e41a3" /></ns0:Relationships>
</file>

<file path=ppt/slides/_rels/slide7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0977eb2d2aa49b7" /><ns0:Relationship Type="http://schemas.openxmlformats.org/officeDocument/2006/relationships/image" Target="../media/image2.png" Id="R586c0fa0f3be4de5" /></ns0:Relationships>
</file>

<file path=ppt/slides/_rels/slide7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30ff75d60c44f18" /><ns0:Relationship Type="http://schemas.openxmlformats.org/officeDocument/2006/relationships/image" Target="../media/image2.png" Id="Re55317fa9c9c4d9e" /></ns0:Relationships>
</file>

<file path=ppt/slides/_rels/slide7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b197825c3344b60" /><ns0:Relationship Type="http://schemas.openxmlformats.org/officeDocument/2006/relationships/image" Target="../media/image2.png" Id="Ra151b3dc5edc4c4e" /></ns0:Relationships>
</file>

<file path=ppt/slides/_rels/slide7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04a3926540942ee" /><ns0:Relationship Type="http://schemas.openxmlformats.org/officeDocument/2006/relationships/image" Target="../media/image2.png" Id="R0a862b7bab444433" /></ns0:Relationships>
</file>

<file path=ppt/slides/_rels/slide7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4566b3423974060" /><ns0:Relationship Type="http://schemas.openxmlformats.org/officeDocument/2006/relationships/image" Target="../media/image.png" Id="Rdb91637471634a82" /></ns0:Relationships>
</file>

<file path=ppt/slides/_rels/slide7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2a76bb656804f5e" /><ns0:Relationship Type="http://schemas.openxmlformats.org/officeDocument/2006/relationships/image" Target="../media/image.png" Id="Rf29d2714b1c9413f" /></ns0:Relationships>
</file>

<file path=ppt/slides/_rels/slide7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c1a443f0e44d86" /><ns0:Relationship Type="http://schemas.openxmlformats.org/officeDocument/2006/relationships/image" Target="../media/image2.png" Id="Ra490a92a212b4f50" /></ns0:Relationships>
</file>

<file path=ppt/slides/_rels/slide7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db12af1e43e4f61" /><ns0:Relationship Type="http://schemas.openxmlformats.org/officeDocument/2006/relationships/image" Target="../media/image.png" Id="R59fb890dd417409e" /></ns0:Relationships>
</file>

<file path=ppt/slides/_rels/slide8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2e757ef55d4983" /><ns0:Relationship Type="http://schemas.openxmlformats.org/officeDocument/2006/relationships/image" Target="../media/image2.png" Id="Rffa2a0da3bd545de" /></ns0:Relationships>
</file>

<file path=ppt/slides/_rels/slide8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08c8bd469f043e6" /><ns0:Relationship Type="http://schemas.openxmlformats.org/officeDocument/2006/relationships/image" Target="../media/image.png" Id="R3622eb4ad1f44171" /></ns0:Relationships>
</file>

<file path=ppt/slides/_rels/slide8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e3859059dce431c" /><ns0:Relationship Type="http://schemas.openxmlformats.org/officeDocument/2006/relationships/image" Target="../media/image2.png" Id="R167e7028f670424f" /></ns0:Relationships>
</file>

<file path=ppt/slides/_rels/slide8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fcf0f37e54a486a" /><ns0:Relationship Type="http://schemas.openxmlformats.org/officeDocument/2006/relationships/image" Target="../media/image2.png" Id="Rca4b787da73e4fdd" /></ns0:Relationships>
</file>

<file path=ppt/slides/_rels/slide8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ebb531e28784600" /><ns0:Relationship Type="http://schemas.openxmlformats.org/officeDocument/2006/relationships/image" Target="../media/image2.png" Id="Rd91eb50eda7844be" /></ns0:Relationships>
</file>

<file path=ppt/slides/_rels/slide8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eaaa59d6ad146c4" /><ns0:Relationship Type="http://schemas.openxmlformats.org/officeDocument/2006/relationships/image" Target="../media/image2.png" Id="R8744454a72424ce1" /></ns0:Relationships>
</file>

<file path=ppt/slides/_rels/slide8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181ed5e12b44dbc" /><ns0:Relationship Type="http://schemas.openxmlformats.org/officeDocument/2006/relationships/image" Target="../media/image2.png" Id="Rf0183ec02f0b48d2" /></ns0:Relationships>
</file>

<file path=ppt/slides/_rels/slide8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376373637f4371" /><ns0:Relationship Type="http://schemas.openxmlformats.org/officeDocument/2006/relationships/image" Target="../media/image2.png" Id="Rf0705d321fdd44ed" /></ns0:Relationships>
</file>

<file path=ppt/slides/_rels/slide8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84add10c9a54f3a" /><ns0:Relationship Type="http://schemas.openxmlformats.org/officeDocument/2006/relationships/image" Target="../media/image2.png" Id="R87cfb235fbd64d0b" /></ns0:Relationships>
</file>

<file path=ppt/slides/_rels/slide8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b01eecacf0046c3" /><ns0:Relationship Type="http://schemas.openxmlformats.org/officeDocument/2006/relationships/image" Target="../media/image2.png" Id="R94f4f4e64c2f4a65" /></ns0:Relationships>
</file>

<file path=ppt/slides/_rels/slide9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11fa0a431374cca" /><ns0:Relationship Type="http://schemas.openxmlformats.org/officeDocument/2006/relationships/image" Target="../media/image.png" Id="R7d0dcc2a78644440" /></ns0:Relationships>
</file>

<file path=ppt/slides/_rels/slide9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297ae93d60a46bf" /><ns0:Relationship Type="http://schemas.openxmlformats.org/officeDocument/2006/relationships/image" Target="../media/image2.png" Id="R3639af7d650f43e6" /><ns0:Relationship Type="http://schemas.openxmlformats.org/officeDocument/2006/relationships/image" Target="/ppt/media/image2.jpeg" Id="Ree609be27c444e6d" /></ns0:Relationships>
</file>

<file path=ppt/slides/_rels/slide9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6b10904f4a5408f" /><ns0:Relationship Type="http://schemas.openxmlformats.org/officeDocument/2006/relationships/image" Target="../media/image2.png" Id="R857fc3d4bfb74b5a" /></ns0:Relationships>
</file>

<file path=ppt/slides/_rels/slide9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2988fca50724161" /><ns0:Relationship Type="http://schemas.openxmlformats.org/officeDocument/2006/relationships/image" Target="../media/image.png" Id="R4f857c9144eb41d1" /></ns0:Relationships>
</file>

<file path=ppt/slides/_rels/slide9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2d1b7e7e0ef4b45" /><ns0:Relationship Type="http://schemas.openxmlformats.org/officeDocument/2006/relationships/image" Target="../media/image2.png" Id="R1f2ceb6baa1a4df1" /></ns0:Relationships>
</file>

<file path=ppt/slides/_rels/slide9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8f965d852244a4" /><ns0:Relationship Type="http://schemas.openxmlformats.org/officeDocument/2006/relationships/image" Target="../media/image.png" Id="Re276083b0f404de2" /></ns0:Relationships>
</file>

<file path=ppt/slides/_rels/slide9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afe9db40c874efb" /><ns0:Relationship Type="http://schemas.openxmlformats.org/officeDocument/2006/relationships/image" Target="../media/image2.png" Id="R68e3805797ff49fc" /></ns0:Relationships>
</file>

<file path=ppt/slides/_rels/slide9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47866def75c42f3" /><ns0:Relationship Type="http://schemas.openxmlformats.org/officeDocument/2006/relationships/image" Target="../media/image.png" Id="R92988d00d2e444bf" /></ns0:Relationships>
</file>

<file path=ppt/slides/_rels/slide9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5bb290140cd40f2" /><ns0:Relationship Type="http://schemas.openxmlformats.org/officeDocument/2006/relationships/image" Target="../media/image2.png" Id="Rb3e2cde6da1c4880" /></ns0:Relationships>
</file>

<file path=ppt/slides/_rels/slide9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56bcc37b29b422a" /><ns0:Relationship Type="http://schemas.openxmlformats.org/officeDocument/2006/relationships/image" Target="../media/image2.png" Id="Rb1f60660a8fa42aa" /></ns0:Relationships>
</file>

<file path=ppt/slides/_rels/slide10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8eb95c32a294213" /><ns0:Relationship Type="http://schemas.openxmlformats.org/officeDocument/2006/relationships/image" Target="../media/image2.png" Id="R2d5487b92a90423f" /></ns0:Relationships>
</file>

<file path=ppt/slides/_rels/slide10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f6d224c62ee4df6" /><ns0:Relationship Type="http://schemas.openxmlformats.org/officeDocument/2006/relationships/image" Target="../media/image2.png" Id="R8d1b1ac1ef544ea5" /></ns0:Relationships>
</file>

<file path=ppt/slides/_rels/slide10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19c918ae7984888" /><ns0:Relationship Type="http://schemas.openxmlformats.org/officeDocument/2006/relationships/image" Target="../media/image2.png" Id="R7cbc5de3eb984251" /></ns0:Relationships>
</file>

<file path=ppt/slides/_rels/slide10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6d4afbc02944e66" /><ns0:Relationship Type="http://schemas.openxmlformats.org/officeDocument/2006/relationships/image" Target="../media/image2.png" Id="R1476cd2ed9684183" /></ns0:Relationships>
</file>

<file path=ppt/slides/_rels/slide10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5e7493b60f74b99" /><ns0:Relationship Type="http://schemas.openxmlformats.org/officeDocument/2006/relationships/image" Target="../media/image2.png" Id="Rb950f3632db2487e" /></ns0:Relationships>
</file>

<file path=ppt/slides/_rels/slide10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7538c051eb64b0d" /><ns0:Relationship Type="http://schemas.openxmlformats.org/officeDocument/2006/relationships/image" Target="../media/image2.png" Id="Raa501ff329f74d41" /></ns0:Relationships>
</file>

<file path=ppt/slides/_rels/slide10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daefeb22d3b45ec" /><ns0:Relationship Type="http://schemas.openxmlformats.org/officeDocument/2006/relationships/image" Target="../media/image.png" Id="R9d3055c1637a4679" /></ns0:Relationships>
</file>

<file path=ppt/slides/_rels/slide10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5f6806644db445b" /><ns0:Relationship Type="http://schemas.openxmlformats.org/officeDocument/2006/relationships/image" Target="../media/image2.png" Id="R7c3e576c22a748e2" /></ns0:Relationships>
</file>

<file path=ppt/slides/_rels/slide10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5008815e95148d4" /><ns0:Relationship Type="http://schemas.openxmlformats.org/officeDocument/2006/relationships/image" Target="../media/image.png" Id="Rd9adf0c3cc814126" /></ns0:Relationships>
</file>

<file path=ppt/slides/_rels/slide10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790e4a0990b4c8d" /><ns0:Relationship Type="http://schemas.openxmlformats.org/officeDocument/2006/relationships/image" Target="../media/image2.png" Id="Ra324d900e7eb4abb" /></ns0:Relationships>
</file>

<file path=ppt/slides/_rels/slide1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07a0345bc134361" /><ns0:Relationship Type="http://schemas.openxmlformats.org/officeDocument/2006/relationships/image" Target="../media/image.png" Id="Rc17ca020c562498c" /></ns0:Relationships>
</file>

<file path=ppt/slides/_rels/slide1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55cb62208bc49e8" /><ns0:Relationship Type="http://schemas.openxmlformats.org/officeDocument/2006/relationships/image" Target="../media/image2.png" Id="R1b7bf96df89748db" /></ns0:Relationships>
</file>

<file path=ppt/slides/_rels/slide1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d8a57b1333641dd" /><ns0:Relationship Type="http://schemas.openxmlformats.org/officeDocument/2006/relationships/image" Target="../media/image.png" Id="R95f861a1a0dc4740" /></ns0:Relationships>
</file>

<file path=ppt/slides/_rels/slide1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1d12fdc00f94d70" /><ns0:Relationship Type="http://schemas.openxmlformats.org/officeDocument/2006/relationships/image" Target="../media/image2.png" Id="R817ec47564e54178" /></ns0:Relationships>
</file>

<file path=ppt/slides/_rels/slide1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768947c9e444b1b" /><ns0:Relationship Type="http://schemas.openxmlformats.org/officeDocument/2006/relationships/image" Target="../media/image2.png" Id="Rf08cbebe18d242f0" /></ns0:Relationships>
</file>

<file path=ppt/slides/_rels/slide1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97090cfad1444a7" /><ns0:Relationship Type="http://schemas.openxmlformats.org/officeDocument/2006/relationships/image" Target="../media/image2.png" Id="R1238079af495463e" /><ns0:Relationship Id="rIdLink1" Type="http://schemas.openxmlformats.org/officeDocument/2006/relationships/hyperlink" Target="https://docs.python.org/3.12/library/http.server.html" TargetMode="External" /><ns0:Relationship Id="rIdLink2" Type="http://schemas.openxmlformats.org/officeDocument/2006/relationships/hyperlink" Target="https://docs.python.org/3.12/library/http.server.html" TargetMode="External" /></ns0:Relationships>
</file>

<file path=ppt/slides/_rels/slide1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4970cc176584870" /><ns0:Relationship Type="http://schemas.openxmlformats.org/officeDocument/2006/relationships/image" Target="../media/image2.png" Id="R7b45bce2bc1b4291" /><ns0:Relationship Id="rIdLink1" Type="http://schemas.openxmlformats.org/officeDocument/2006/relationships/hyperlink" Target="https://docs.python.org/3.12/library/csv.html" TargetMode="External" /><ns0:Relationship Id="rIdLink2" Type="http://schemas.openxmlformats.org/officeDocument/2006/relationships/hyperlink" Target="https://docs.python.org/3.12/library/csv.html" TargetMode="External" /></ns0:Relationships>
</file>

<file path=ppt/slides/_rels/slide1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db98f5cb3644973" /><ns0:Relationship Type="http://schemas.openxmlformats.org/officeDocument/2006/relationships/image" Target="../media/image2.png" Id="R3cc7bcea9fa54e81" /><ns0:Relationship Id="rIdLink1" Type="http://schemas.openxmlformats.org/officeDocument/2006/relationships/hyperlink" Target="https://developer.mozilla.org/en-US/docs/Web/API/Fetch_API/Using_Fetch" TargetMode="External" /><ns0:Relationship Id="rIdLink2" Type="http://schemas.openxmlformats.org/officeDocument/2006/relationships/hyperlink" Target="https://developer.mozilla.org/en-US/docs/Web/API/Fetch_API/Using_Fetch" TargetMode="External" /></ns0: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1043f36e4ae647c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1CC4EEC-9236-4F57-B7B8-7A5F11C1995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096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피지컬AI 직무훈련</a:t>
            </a:r>
          </a:p>
        </p:txBody>
      </p:sp>
      <p:sp>
        <p:nvSpPr>
          <p:cNvPr id="3" name="">
            <a:extLst>
              <a:ext uri="{FF2B5EF4-FFF2-40B4-BE49-F238E27FC236}">
                <ns3:creationId id="{82C6A8ED-F9B2-42E2-A929-919DEFAF703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웹 대시보드</a:t>
            </a:r>
          </a:p>
        </p:txBody>
      </p:sp>
      <p:sp>
        <p:nvSpPr>
          <p:cNvPr id="4" name="">
            <a:extLst>
              <a:ext uri="{FF2B5EF4-FFF2-40B4-BE49-F238E27FC236}">
                <ns3:creationId id="{DB810EC7-69B5-4020-848D-ADBC4528D270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8572500" cy="4171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2026-10-29</a:t>
            </a:r>
          </a:p>
        </p:txBody>
      </p:sp>
      <p:sp>
        <p:nvSpPr>
          <p:cNvPr id="5" name="">
            <a:extLst>
              <a:ext uri="{FF2B5EF4-FFF2-40B4-BE49-F238E27FC236}">
                <ns3:creationId id="{99688024-1DB7-4724-ACEE-54AF08DCDC4C}"/>
              </a:ext>
            </a:extLst>
          </p:cNvPr>
          <p:cNvSpPr>
            <a:spLocks noGrp="1"/>
          </p:cNvSpPr>
          <p:nvPr/>
        </p:nvSpPr>
        <p:spPr>
          <a:xfrm>
            <a:off x="685800" y="4655820"/>
            <a:ext cx="8572500" cy="4171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파일과 코드로 개념을 확인하고 직접 결과를 만듭니다.</a:t>
            </a:r>
          </a:p>
        </p:txBody>
      </p:sp>
      <p:sp>
        <p:nvSpPr>
          <p:cNvPr id="6" name="">
            <a:extLst>
              <a:ext uri="{FF2B5EF4-FFF2-40B4-BE49-F238E27FC236}">
                <ns3:creationId id="{727280FF-62EB-4296-824A-82C3F2ED415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702919F2-C9CB-445E-8AA3-D17809D8108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001</a:t>
            </a:r>
          </a:p>
        </p:txBody>
      </p:sp>
    </p:spTree>
    <p:extLst>
      <p:ext uri="{BB962C8B-B14F-4D97-AF65-F5344CB8AC3E}">
        <ns4:creationId val="970407032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0c78b2671714d6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5C7BF02-1423-43B9-A8D8-CCE298E413C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0D3FB791-AB2E-4B71-A8D2-83FBEE052D7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압축을 풀고 course 폴더 찾기</a:t>
            </a:r>
          </a:p>
        </p:txBody>
      </p:sp>
      <p:sp>
        <p:nvSpPr>
          <p:cNvPr id="4" name="">
            <a:extLst>
              <a:ext uri="{FF2B5EF4-FFF2-40B4-BE49-F238E27FC236}">
                <ns3:creationId id="{07EB72C4-613E-473E-86F9-42AE7F4F500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0816F26-E83E-49DB-8D44-F15FDE3FD64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예제 ZIP을 내려받고 압축을 먼저 풉니다.</a:t>
            </a:r>
          </a:p>
        </p:txBody>
      </p:sp>
      <p:sp>
        <p:nvSpPr>
          <p:cNvPr id="6" name="">
            <a:extLst>
              <a:ext uri="{FF2B5EF4-FFF2-40B4-BE49-F238E27FC236}">
                <ns3:creationId id="{490A4AC4-951B-4CA9-A4CC-CE2D2964EB9A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압축을 푼 폴더 안에서 course를 찾습니다.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AD1C6C07-777F-4F31-9C03-F9C5F8658392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data는 입력, code는 참고 코드, work는 내 작업 폴더입니다.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589073BB-B273-496B-886F-501697DAC9FD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입력 파일을 바꿀 때는 원본을 보존하고 복사본을 만듭니다.</a:t>
            </a:r>
          </a:p>
        </p:txBody>
      </p:sp>
      <p:sp>
        <p:nvSpPr>
          <p:cNvPr id="9" name="">
            <a:extLst>
              <a:ext uri="{FF2B5EF4-FFF2-40B4-BE49-F238E27FC236}">
                <ns3:creationId id="{43EE0B5D-2E65-45FF-9667-22B6FDA83F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97DB3C0F-E7F1-4DAB-BD7D-64297DE19C9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002</a:t>
            </a:r>
          </a:p>
        </p:txBody>
      </p:sp>
    </p:spTree>
    <p:extLst>
      <p:ext uri="{BB962C8B-B14F-4D97-AF65-F5344CB8AC3E}">
        <ns4:creationId val="1927937234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15d221db9f1d465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EB84AF3-40C8-47B1-B48C-57723B12E35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59B9930-72EA-4E06-A39A-DF2C8C4F323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파일 이름과 확장자</a:t>
            </a:r>
          </a:p>
        </p:txBody>
      </p:sp>
      <p:sp>
        <p:nvSpPr>
          <p:cNvPr id="4" name="">
            <a:extLst>
              <a:ext uri="{FF2B5EF4-FFF2-40B4-BE49-F238E27FC236}">
                <ns3:creationId id="{03C83E6D-569D-4A93-939E-2F417900715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8EE493E4-E1BF-49D9-852F-53E18E4B872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폴더는 파일을 모아 두는 장소입니다.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83B56FF0-813B-48EC-AB32-200B5ABE01F6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파일 이름 뒤 .py는 Python 코드, .json은 데이터 파일입니다.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8E41D972-CF2E-44DE-8A34-6C61F321F315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.png는 이미지, .md는 글과 표를 담은 문서입니다.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79541FE8-86DF-4729-95D3-5DE0ADFCBA2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파일 탐색기에서 확장자를 표시해 .py.txt인지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63419BC-F00E-42D0-B1AF-735B0C634A5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D43D7808-72FE-4F5E-949E-75EEEC6F29C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003</a:t>
            </a:r>
          </a:p>
        </p:txBody>
      </p:sp>
    </p:spTree>
    <p:extLst>
      <p:ext uri="{BB962C8B-B14F-4D97-AF65-F5344CB8AC3E}">
        <ns4:creationId val="412913831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5409c1be98049b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234E98B-8311-4A36-BFF7-2A1B8019258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AD188CD1-348B-49D2-A935-AF91DF7E1A6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편집 창과 터미널</a:t>
            </a:r>
          </a:p>
        </p:txBody>
      </p:sp>
      <p:sp>
        <p:nvSpPr>
          <p:cNvPr id="4" name="">
            <a:extLst>
              <a:ext uri="{FF2B5EF4-FFF2-40B4-BE49-F238E27FC236}">
                <ns3:creationId id="{1A0D2E19-1EB0-4372-B8E3-A978820118B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B3E8F12-35C4-45EC-BA7E-E7572572318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편집 창에서는 내용을 입력하고 Ctrl+S로 저장합니다.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8850EFDA-42CC-4953-A2ED-460A06377D3F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터미널에서는 저장한 파일을 실행할 명령을 입력합니다.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827B73FA-6205-4DA9-AB94-2BFC031C66CA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저장만 하면 결과가 나오지 않습니다. 실행은 별도 단계입니다.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F298ACE1-FBE4-4BB7-AAC6-CE768F92A26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명령 앞의 python은 코드 파일을 읽어 실행하는 프로그램입니다.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D252DB34-85D6-48BD-81D1-E85D4FDB02E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74CBD6D4-63E3-49C5-B6B9-535AA9FB06E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004</a:t>
            </a:r>
          </a:p>
        </p:txBody>
      </p:sp>
    </p:spTree>
    <p:extLst>
      <p:ext uri="{BB962C8B-B14F-4D97-AF65-F5344CB8AC3E}">
        <ns4:creationId val="550239637"/>
      </p:ext>
    </p:extLst>
  </p:cSld>
</p:sld>
</file>

<file path=ppt/slides/slide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315e41d14b741d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79039F0-CFEF-4D02-8F66-11656940F3C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FD281AF-4F00-4E74-A578-E3AAB4A6589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명령을 입력할 위치</a:t>
            </a:r>
          </a:p>
        </p:txBody>
      </p:sp>
      <p:sp>
        <p:nvSpPr>
          <p:cNvPr id="4" name="">
            <a:extLst>
              <a:ext uri="{FF2B5EF4-FFF2-40B4-BE49-F238E27FC236}">
                <ns3:creationId id="{588D5510-4700-4A9C-A72B-1943FED3193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F3C1397C-4031-4577-A07A-DF5AAF81D9F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파일 탐색기에서 course 폴더를 열고 터미널을 엽니다.</a:t>
            </a:r>
          </a:p>
        </p:txBody>
      </p:sp>
      <p:sp>
        <p:nvSpPr>
          <p:cNvPr id="6" name="">
            <a:extLst>
              <a:ext uri="{FF2B5EF4-FFF2-40B4-BE49-F238E27FC236}">
                <ns3:creationId id="{46B0CF16-987B-487B-B3A8-92599B68EEAB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위치가 course인지 확인한 뒤 명령을 입력합니다.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A3604DE3-FCA5-4F61-99F3-C6556F0B0937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work/파일.py는 현재 폴더 안 work의 파일을 뜻합니다.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445D11FE-4D7D-491E-9D73-7DF6EB9E17C8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python -X utf8은 한글을 UTF-8로 다루며 실행하는 옵션입니다.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AF3ECFBF-93E9-43B2-B973-FCE04A8B80B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00FC60FE-6468-4BE4-A34F-7DFE104E90A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005</a:t>
            </a:r>
          </a:p>
        </p:txBody>
      </p:sp>
    </p:spTree>
    <p:extLst>
      <p:ext uri="{BB962C8B-B14F-4D97-AF65-F5344CB8AC3E}">
        <ns4:creationId val="1993735068"/>
      </p:ext>
    </p:extLst>
  </p:cSld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0b611971a3b54a8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759D5DE-4187-45ED-B271-E7A57869EC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FEB3C821-65A9-47C8-8D67-C8AB5D28827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7C0C2288-FEE8-45ED-8FE2-C2C91C1860D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첫 저장과 실행 확인</a:t>
            </a:r>
          </a:p>
        </p:txBody>
      </p:sp>
      <p:sp>
        <p:nvSpPr>
          <p:cNvPr id="5" name="">
            <a:extLst>
              <a:ext uri="{FF2B5EF4-FFF2-40B4-BE49-F238E27FC236}">
                <ns3:creationId id="{E8EEBE6D-82A8-4A5F-A602-2F0C3BD3981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49E78985-80D0-4C9A-95F4-0B8564251135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5BC818E4-E6B7-4F35-AA3C-D540E8C70C58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터미널에서 python --version을 입력합니다.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B8EFAC9C-8FF9-4B43-88D7-A26F6F5B7800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1462B5D8-2A01-480D-B828-CECB2F6EC667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Python 3.x가 보이면 실행 프로그램을 찾은 것입니다.</a:t>
            </a:r>
          </a:p>
        </p:txBody>
      </p:sp>
      <p:sp>
        <p:nvSpPr>
          <p:cNvPr id="10" name="">
            <a:extLst>
              <a:ext uri="{FF2B5EF4-FFF2-40B4-BE49-F238E27FC236}">
                <ns3:creationId id="{8670B311-7085-4393-A62F-C65C5121D90B}"/>
              </a:ext>
            </a:extLst>
          </p:cNvPr>
          <p:cNvSpPr>
            <a:spLocks noGrp="1"/>
          </p:cNvSpPr>
          <p:nvPr/>
        </p:nvSpPr>
        <p:spPr>
          <a:xfrm>
            <a:off x="685800" y="309943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48703DC1-1A83-4C7A-A6B0-57085A877166}"/>
              </a:ext>
            </a:extLst>
          </p:cNvPr>
          <p:cNvSpPr>
            <a:spLocks noGrp="1"/>
          </p:cNvSpPr>
          <p:nvPr/>
        </p:nvSpPr>
        <p:spPr>
          <a:xfrm>
            <a:off x="1209675" y="309943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인식할 수 없다는 오류면 설치 상태와 실행 명령을 확인합니다.</a:t>
            </a:r>
          </a:p>
        </p:txBody>
      </p:sp>
      <p:sp>
        <p:nvSpPr>
          <p:cNvPr id="12" name="">
            <a:extLst>
              <a:ext uri="{FF2B5EF4-FFF2-40B4-BE49-F238E27FC236}">
                <ns3:creationId id="{FEFD657B-EFBD-486F-9929-AC8497F85DB8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AC4685E0-3352-45E3-9B30-50241FE02D62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설치가 막히면 입력 파일과 제공 출력을 읽고 예상 결과를 적습니다.</a:t>
            </a:r>
          </a:p>
        </p:txBody>
      </p:sp>
      <p:sp>
        <p:nvSpPr>
          <p:cNvPr id="14" name="">
            <a:extLst>
              <a:ext uri="{FF2B5EF4-FFF2-40B4-BE49-F238E27FC236}">
                <ns3:creationId id="{BCBC8170-21BE-4B6D-B447-FF83631FA46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55A63698-1354-43A1-A030-EFF7A876957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006</a:t>
            </a:r>
          </a:p>
        </p:txBody>
      </p:sp>
    </p:spTree>
    <p:extLst>
      <p:ext uri="{BB962C8B-B14F-4D97-AF65-F5344CB8AC3E}">
        <ns4:creationId val="290298510"/>
      </p:ext>
    </p:extLst>
  </p:cSld>
</p:sld>
</file>

<file path=ppt/slides/slide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93c581f1a42f40c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5764A6B-6892-4644-AB53-67CFE163990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0C6D9603-202D-437C-B3EB-07971375D3E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정적 화면과 API 화면</a:t>
            </a:r>
          </a:p>
        </p:txBody>
      </p:sp>
      <p:sp>
        <p:nvSpPr>
          <p:cNvPr id="4" name="">
            <a:extLst>
              <a:ext uri="{FF2B5EF4-FFF2-40B4-BE49-F238E27FC236}">
                <ns3:creationId id="{673E64A3-3B12-4866-8ADC-D0E06A2C249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9831C54-8D6D-4571-A4E7-4C43E7D85384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code/index.html을 열면 가상 자료로 화면을 읽을 수 있습니다.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6FF05AAD-F45A-458C-9106-5AB204CA7735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API는 브라우저와 서버가 요청·응답으로 기록을 주고받는 경로입니다.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EF8CF91C-9FD4-4E16-BE38-0855B0E19C01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Python 서버가 없다면 정적 화면과 JSON·출력 비교로 실습합니다.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B3B50E87-1195-42B3-AD9A-CA2F69AD621C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센서나 인터넷 서비스 계정 없이 로컬 가상 기록을 사용합니다.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A1184B6D-00FF-4F7D-93DA-C2A854DBE25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B89686C4-FE3C-4F67-A10D-CAE9BD7AAE19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007</a:t>
            </a:r>
          </a:p>
        </p:txBody>
      </p:sp>
    </p:spTree>
    <p:extLst>
      <p:ext uri="{BB962C8B-B14F-4D97-AF65-F5344CB8AC3E}">
        <ns4:creationId val="1442130532"/>
      </p:ext>
    </p:extLst>
  </p:cSld>
</p:sld>
</file>

<file path=ppt/slides/slide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8f602a135e14af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1EEBE4E-96EC-448C-A3ED-E771B006F29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F06FBB2-CF41-49F3-AAE5-C5216A49049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제공 화면을 브라우저로 열기</a:t>
            </a:r>
          </a:p>
        </p:txBody>
      </p:sp>
      <p:sp>
        <p:nvSpPr>
          <p:cNvPr id="4" name="">
            <a:extLst>
              <a:ext uri="{FF2B5EF4-FFF2-40B4-BE49-F238E27FC236}">
                <ns3:creationId id="{0EF12260-8305-4E6E-B946-FD5BB502424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8B7C0329-878A-4A86-A7C4-8A8CBAE1E19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압축을 푼 course 폴더에서 code 폴더를 엽니다.</a:t>
            </a:r>
          </a:p>
        </p:txBody>
      </p:sp>
      <p:sp>
        <p:nvSpPr>
          <p:cNvPr id="6" name="">
            <a:extLst>
              <a:ext uri="{FF2B5EF4-FFF2-40B4-BE49-F238E27FC236}">
                <ns3:creationId id="{F70B84FE-C89A-49F3-A91E-5E564CE34DDA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index.html을 두 번 누르거나 연결 프로그램에서 브라우저를 선택합니다.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8934114D-85C7-4CCB-A0D6-5184C20239A9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가상 센서 현황판이 열리면 장소 선택을 전체로 둡니다.</a:t>
            </a:r>
          </a:p>
        </p:txBody>
      </p:sp>
      <p:sp>
        <p:nvSpPr>
          <p:cNvPr id="8" name="">
            <a:extLst>
              <a:ext uri="{FF2B5EF4-FFF2-40B4-BE49-F238E27FC236}">
                <ns3:creationId id="{B125991E-715F-4968-8CFF-DB14A9A8D8DB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모의 기록 한 건 추가는 가상 행 추가, API 다시 읽기는 서버 요청입니다.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4961D572-E8FE-4A4C-A0D7-92D5733FB97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D566709-1583-4FF6-A98A-370E0FD2F1E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008</a:t>
            </a:r>
          </a:p>
        </p:txBody>
      </p:sp>
    </p:spTree>
    <p:extLst>
      <p:ext uri="{BB962C8B-B14F-4D97-AF65-F5344CB8AC3E}">
        <ns4:creationId val="1339977750"/>
      </p:ext>
    </p:extLst>
  </p:cSld>
</p:sld>
</file>

<file path=ppt/slides/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23f72bb108e4f0c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B716C81-A9EA-4D86-9714-80127ACCAFB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FBE6155-D268-4077-B787-F65AA03ABAE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오늘의 수업 시간</a:t>
            </a:r>
          </a:p>
        </p:txBody>
      </p:sp>
      <p:sp>
        <p:nvSpPr>
          <p:cNvPr id="4" name="">
            <a:extLst>
              <a:ext uri="{FF2B5EF4-FFF2-40B4-BE49-F238E27FC236}">
                <ns3:creationId id="{AD8470D8-C07F-4C3C-8D31-08D005AC311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7BB35261-23D3-47BA-A572-04ECB527EBB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1교시10:00~10:50, 2교시11:00~11:50입니다.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C5AC158B-FBD3-4E8C-B881-09280F1A6AE1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중식은11:50~13:00입니다.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E1ECBE80-6A2B-4210-A9E9-0FB89294D623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3~6교시는13:00부터 매시50분 수업과10분 휴식입니다.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EFB46032-325A-4ED7-ADE4-876C2EB1ED61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마지막 수업은16:00~16:50이며17:00까지 파일을 정리합니다.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87466760-10D5-4887-8DD1-D0074D56335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C6F27A30-8C5E-478B-9808-CD95CA3D49C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009</a:t>
            </a:r>
          </a:p>
        </p:txBody>
      </p:sp>
    </p:spTree>
    <p:extLst>
      <p:ext uri="{BB962C8B-B14F-4D97-AF65-F5344CB8AC3E}">
        <ns4:creationId val="759381614"/>
      </p:ext>
    </p:extLst>
  </p:cSld>
</p:sld>
</file>

<file path=ppt/slides/slide1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4f5c73237078410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CEE0688-FAEA-4A62-A97D-5CD0491779D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01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A83B8E2B-D498-494B-93F0-67A835284CB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화면에서 확인할 내용과 표시 규칙</a:t>
            </a:r>
          </a:p>
        </p:txBody>
      </p:sp>
      <p:sp>
        <p:nvSpPr>
          <p:cNvPr id="4" name="">
            <a:extLst>
              <a:ext uri="{FF2B5EF4-FFF2-40B4-BE49-F238E27FC236}">
                <ns3:creationId id="{9D6A366E-23C6-459C-BFDD-2F1E10E88D94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10:00~10:50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12CE797D-23F5-4853-9993-24BBCD65F73D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A01~A03: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A26AC24C-EE55-4C4C-8DC6-F173EA05B49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D938AAA3-2C87-48E4-9837-E64FE3869F3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010</a:t>
            </a:r>
          </a:p>
        </p:txBody>
      </p:sp>
    </p:spTree>
    <p:extLst>
      <p:ext uri="{BB962C8B-B14F-4D97-AF65-F5344CB8AC3E}">
        <ns4:creationId val="1934515234"/>
      </p:ext>
    </p:extLst>
  </p:cSld>
</p:sld>
</file>

<file path=ppt/slides/slide1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a840071829b4c0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2A12A9D-3F6D-494E-AB32-167B52895B6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A52C8E84-1BFA-4FB2-B1FA-444029AE7B2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 화면에서 확인할 내용</a:t>
            </a:r>
          </a:p>
        </p:txBody>
      </p:sp>
      <p:sp>
        <p:nvSpPr>
          <p:cNvPr id="4" name="">
            <a:extLst>
              <a:ext uri="{FF2B5EF4-FFF2-40B4-BE49-F238E27FC236}">
                <ns3:creationId id="{ED0B1938-EF31-4F70-8448-EAD219F11BC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ED85A1B2-1A6A-40E6-86A2-F8173936A99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어느 장소의 온도인가요?</a:t>
            </a:r>
          </a:p>
        </p:txBody>
      </p:sp>
      <p:sp>
        <p:nvSpPr>
          <p:cNvPr id="6" name="">
            <a:extLst>
              <a:ext uri="{FF2B5EF4-FFF2-40B4-BE49-F238E27FC236}">
                <ns3:creationId id="{FC836700-52B0-476A-9C65-D17A01A3A442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언제 측정했고 지금 유효한가요?</a:t>
            </a:r>
          </a:p>
        </p:txBody>
      </p:sp>
      <p:sp>
        <p:nvSpPr>
          <p:cNvPr id="7" name="">
            <a:extLst>
              <a:ext uri="{FF2B5EF4-FFF2-40B4-BE49-F238E27FC236}">
                <ns3:creationId id="{399C5CB9-403A-4872-A9BD-FF4FBA23911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 숫자만 같아도 장소와 측정 시각이 다르면 다른 기록입니다.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657D2C83-BF57-44E4-8FF5-C726BEB6A6E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 이름·단위·시각·상태를 한 행에서 함께 읽습니다.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65315FE7-95AB-4206-B11B-E6834B80A4E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E7198E88-8695-4CA9-9225-2BF69F5F3791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011</a:t>
            </a:r>
          </a:p>
        </p:txBody>
      </p:sp>
    </p:spTree>
    <p:extLst>
      <p:ext uri="{BB962C8B-B14F-4D97-AF65-F5344CB8AC3E}">
        <ns4:creationId val="1436817686"/>
      </p:ext>
    </p:extLst>
  </p:cSld>
</p:sld>
</file>

<file path=ppt/slides/slide1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704b6562ada4a1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BFC33FF-A833-421E-BF09-D480BA6FE66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BC55E10-EECA-47BC-AF06-F9FC5EC5993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관찰 수와 센서 수</a:t>
            </a:r>
          </a:p>
        </p:txBody>
      </p:sp>
      <p:sp>
        <p:nvSpPr>
          <p:cNvPr id="4" name="">
            <a:extLst>
              <a:ext uri="{FF2B5EF4-FFF2-40B4-BE49-F238E27FC236}">
                <ns3:creationId id="{169B9F30-27E7-4721-A103-D9DBA2846D2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095A20B3-00D0-4E4E-BAF1-2A03699D473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S01의 기록 두 건 ≠ 센서 두 개</a:t>
            </a:r>
          </a:p>
        </p:txBody>
      </p:sp>
      <p:sp>
        <p:nvSpPr>
          <p:cNvPr id="6" name="">
            <a:extLst>
              <a:ext uri="{FF2B5EF4-FFF2-40B4-BE49-F238E27FC236}">
                <ns3:creationId id="{6F344AB0-F8DC-41FF-ADC9-CD9A3FA01BAC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관찰 수와 장치 수를 나눕니다.</a:t>
            </a:r>
          </a:p>
        </p:txBody>
      </p:sp>
      <p:sp>
        <p:nvSpPr>
          <p:cNvPr id="7" name="">
            <a:extLst>
              <a:ext uri="{FF2B5EF4-FFF2-40B4-BE49-F238E27FC236}">
                <ns3:creationId id="{BF0A5941-4AEC-4B95-9FA6-0E7932EA8CA6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자료는 기록 5건이지만 서로 다른 sensor_id는 4개입니다.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4269B2C2-2C3E-4206-8206-818FE3FED64E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센서가 한 번 더 측정하면 기록은 늘어도 센서 수는 그대로입니다.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FBFE64BB-5483-488B-B49E-7DA67777C26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1A75173A-CEFF-4D9B-B662-39609B00398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012</a:t>
            </a:r>
          </a:p>
        </p:txBody>
      </p:sp>
    </p:spTree>
    <p:extLst>
      <p:ext uri="{BB962C8B-B14F-4D97-AF65-F5344CB8AC3E}">
        <ns4:creationId val="606000901"/>
      </p:ext>
    </p:extLst>
  </p:cSld>
</p:sld>
</file>

<file path=ppt/slides/slide1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28a58284bc8946f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7669459-4A0A-4E7E-8055-312CC1838E0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2F34524-A488-4E87-9043-5B2F28BCFE2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센서별 최신 기록</a:t>
            </a:r>
          </a:p>
        </p:txBody>
      </p:sp>
      <p:sp>
        <p:nvSpPr>
          <p:cNvPr id="4" name="">
            <a:extLst>
              <a:ext uri="{FF2B5EF4-FFF2-40B4-BE49-F238E27FC236}">
                <ns3:creationId id="{F7B4E698-14AF-453A-B8AA-0C5781FCF08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487D1C97-BEE3-4707-9918-688CDED134D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S01: 10:09:50의 22.5 · 10:10:00의 22.8</a:t>
            </a:r>
          </a:p>
        </p:txBody>
      </p:sp>
      <p:sp>
        <p:nvSpPr>
          <p:cNvPr id="6" name="">
            <a:extLst>
              <a:ext uri="{FF2B5EF4-FFF2-40B4-BE49-F238E27FC236}">
                <ns3:creationId id="{9F7DC8E3-1EEF-409A-9BE7-31CA1679077F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최신값은 22.8입니다.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33B4658A-D34B-4576-B956-2C11385949A7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measured_at을 비교해 더 나중에 측정한 기록을 고릅니다.</a:t>
            </a:r>
          </a:p>
        </p:txBody>
      </p:sp>
      <p:sp>
        <p:nvSpPr>
          <p:cNvPr id="8" name="">
            <a:extLst>
              <a:ext uri="{FF2B5EF4-FFF2-40B4-BE49-F238E27FC236}">
                <ns3:creationId id="{F2832F6D-BEE0-4FC5-A3C2-12A7934FEC6F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목록의 행 순서만 보고 최신값을 고르지 않습니다.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04A10B68-285F-495A-80E6-567A358137D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8C3B82FF-3813-434E-9C9E-05C469FF0EB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013</a:t>
            </a:r>
          </a:p>
        </p:txBody>
      </p:sp>
    </p:spTree>
    <p:extLst>
      <p:ext uri="{BB962C8B-B14F-4D97-AF65-F5344CB8AC3E}">
        <ns4:creationId val="854534278"/>
      </p:ext>
    </p:extLst>
  </p:cSld>
</p:sld>
</file>

<file path=ppt/slides/slide1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99ea4aea79a2407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B3B0C80-A739-446E-91BA-B1A4E8943B4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9146743-39B8-4A61-BF5F-AD03293717A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온도·결측·작동 상태</a:t>
            </a:r>
          </a:p>
        </p:txBody>
      </p:sp>
      <p:sp>
        <p:nvSpPr>
          <p:cNvPr id="4" name="">
            <a:extLst>
              <a:ext uri="{FF2B5EF4-FFF2-40B4-BE49-F238E27FC236}">
                <ns3:creationId id="{6EFA0280-6565-4BB0-9878-044E02F542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9116E0F4-B207-4018-9BC2-019BE1258A8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0: 유효한 온도 · null: 미측정</a:t>
            </a:r>
          </a:p>
        </p:txBody>
      </p:sp>
      <p:sp>
        <p:nvSpPr>
          <p:cNvPr id="6" name="">
            <a:extLst>
              <a:ext uri="{FF2B5EF4-FFF2-40B4-BE49-F238E27FC236}">
                <ns3:creationId id="{2AC6F314-D883-4A37-8827-6CA73C39A688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false: 장치 작동 상태의 값</a:t>
            </a:r>
          </a:p>
        </p:txBody>
      </p:sp>
      <p:sp>
        <p:nvSpPr>
          <p:cNvPr id="7" name="">
            <a:extLst>
              <a:ext uri="{FF2B5EF4-FFF2-40B4-BE49-F238E27FC236}">
                <ns3:creationId id="{78F64A82-E706-4FD9-B308-5D84BE6DE637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0℃도 유효 측정이며 null을 대신하는 숫자가 아닙니다.</a:t>
            </a:r>
          </a:p>
        </p:txBody>
      </p:sp>
      <p:sp>
        <p:nvSpPr>
          <p:cNvPr id="8" name="">
            <a:extLst>
              <a:ext uri="{FF2B5EF4-FFF2-40B4-BE49-F238E27FC236}">
                <ns3:creationId id="{06C523E8-9867-4CA6-AB86-45264A124EF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active=false여도 기록된 온도 0을 지우는 규칙은 아닙니다.</a:t>
            </a:r>
          </a:p>
        </p:txBody>
      </p:sp>
      <p:sp>
        <p:nvSpPr>
          <p:cNvPr id="9" name="">
            <a:extLst>
              <a:ext uri="{FF2B5EF4-FFF2-40B4-BE49-F238E27FC236}">
                <ns3:creationId id="{4F17982C-81A8-4C36-8637-B6309AA0F1E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B166ADA0-9176-45D5-9945-34757130D11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014</a:t>
            </a:r>
          </a:p>
        </p:txBody>
      </p:sp>
    </p:spTree>
    <p:extLst>
      <p:ext uri="{BB962C8B-B14F-4D97-AF65-F5344CB8AC3E}">
        <ns4:creationId val="232960822"/>
      </p:ext>
    </p:extLst>
  </p:cSld>
</p:sld>
</file>

<file path=ppt/slides/slide1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d0c7c2045f024cc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45FA360-77D6-4B49-9379-AFBC5958FF5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86B0BDF3-C301-4930-A985-1740B7110C2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상태 표시의 우선순위</a:t>
            </a:r>
          </a:p>
        </p:txBody>
      </p:sp>
      <p:sp>
        <p:nvSpPr>
          <p:cNvPr id="4" name="">
            <a:extLst>
              <a:ext uri="{FF2B5EF4-FFF2-40B4-BE49-F238E27FC236}">
                <ns3:creationId id="{1977C098-15B2-42EE-A27C-96B85EE9A21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19E52027-726D-4BE7-9C1B-022219FC23B2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입력 오류 → 미측정 → 정지</a:t>
            </a:r>
          </a:p>
        </p:txBody>
      </p:sp>
      <p:sp>
        <p:nvSpPr>
          <p:cNvPr id="6" name="">
            <a:extLst>
              <a:ext uri="{FF2B5EF4-FFF2-40B4-BE49-F238E27FC236}">
                <ns3:creationId id="{3025E9CB-3CF8-4248-B35B-9D570443CD95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오래됨 → 주의 또는 정상</a:t>
            </a:r>
          </a:p>
        </p:txBody>
      </p:sp>
      <p:sp>
        <p:nvSpPr>
          <p:cNvPr id="7" name="">
            <a:extLst>
              <a:ext uri="{FF2B5EF4-FFF2-40B4-BE49-F238E27FC236}">
                <ns3:creationId id="{178F4355-053B-4E22-9AF9-C5957B20577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여러 조건이 겹치면 먼저 해당하는 상태 하나를 표시합니다.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7497BCD1-4F78-41F2-A12D-25EA1435199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예를 들어 온도가 없고 정지이면 미측정으로 표시합니다.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BA0E35E-A765-4594-8440-6910B3C45EF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08DBAA8F-EC8E-47AA-B365-0DACE74052F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015</a:t>
            </a:r>
          </a:p>
        </p:txBody>
      </p:sp>
    </p:spTree>
    <p:extLst>
      <p:ext uri="{BB962C8B-B14F-4D97-AF65-F5344CB8AC3E}">
        <ns4:creationId val="1889543838"/>
      </p:ext>
    </p:extLst>
  </p:cSld>
</p:sld>
</file>

<file path=ppt/slides/slide1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1ed8230d5db7455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37E7F36-7BDF-4FAF-9755-356EAFB0879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44363CC-C67B-434A-AD6B-0C33ED2B7A1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60초와 28℃의 경계</a:t>
            </a:r>
          </a:p>
        </p:txBody>
      </p:sp>
      <p:sp>
        <p:nvSpPr>
          <p:cNvPr id="4" name="">
            <a:extLst>
              <a:ext uri="{FF2B5EF4-FFF2-40B4-BE49-F238E27FC236}">
                <ns3:creationId id="{E2B29790-5346-48E4-B4C1-CBFD7B4608D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F396B39-B3CE-4EF6-AF09-413505644D62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60초 초과: 오래됨 · 28℃ 이상: 주의</a:t>
            </a:r>
          </a:p>
        </p:txBody>
      </p:sp>
      <p:sp>
        <p:nvSpPr>
          <p:cNvPr id="6" name="">
            <a:extLst>
              <a:ext uri="{FF2B5EF4-FFF2-40B4-BE49-F238E27FC236}">
                <ns3:creationId id="{72D8C6CA-FE0F-43DC-BFC9-8FB460E685CD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실제 장비 안전 한계가 아닌 수업용 규칙입니다.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31BA00EA-CC21-4089-AFE9-247AB821DC4A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정확히 60초 된 기록은 아직 오래됨이 아닙니다.</a:t>
            </a:r>
          </a:p>
        </p:txBody>
      </p:sp>
      <p:sp>
        <p:nvSpPr>
          <p:cNvPr id="8" name="">
            <a:extLst>
              <a:ext uri="{FF2B5EF4-FFF2-40B4-BE49-F238E27FC236}">
                <ns3:creationId id="{62999253-EDE8-4890-AB57-B4D08DD4BA1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28.0℃는 주의에 포함되지만 오래됨 등이 있으면 그 상태가 먼저입니다.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8E593AFB-DB59-48FD-AB95-2C91E46F0F1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CD03F6AC-8141-4D68-BF01-9498FF84C92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016</a:t>
            </a:r>
          </a:p>
        </p:txBody>
      </p:sp>
    </p:spTree>
    <p:extLst>
      <p:ext uri="{BB962C8B-B14F-4D97-AF65-F5344CB8AC3E}">
        <ns4:creationId val="1067411039"/>
      </p:ext>
    </p:extLst>
  </p:cSld>
</p:sld>
</file>

<file path=ppt/slides/slide1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faca1b425589454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4F252DD-CD11-4EA0-9414-0AB21FC0E2A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자료 읽기</a:t>
            </a:r>
          </a:p>
        </p:txBody>
      </p:sp>
      <p:sp>
        <p:nvSpPr>
          <p:cNvPr id="3" name="">
            <a:extLst>
              <a:ext uri="{FF2B5EF4-FFF2-40B4-BE49-F238E27FC236}">
                <ns3:creationId id="{239D810B-C5B1-4AF4-9B22-9DD4B46B457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시각·온도·상태 판정표</a:t>
            </a:r>
          </a:p>
        </p:txBody>
      </p:sp>
      <p:sp>
        <p:nvSpPr>
          <p:cNvPr id="4" name="">
            <a:extLst>
              <a:ext uri="{FF2B5EF4-FFF2-40B4-BE49-F238E27FC236}">
                <ns3:creationId id="{4D30F39C-BFF5-4C6B-92A6-35EB30BC614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="685800" y="1943100"/>
          <a:ext cx="10820400" cy="2707958"/>
        </p:xfrm>
        <a:graphic>
          <a:graphicData uri="http://schemas.openxmlformats.org/drawingml/2006/table">
            <a:tbl>
              <a:tblPr firstRow="1" bandRow="0"/>
              <a:tblGrid>
                <a:gridCol w="3156742"/>
                <a:gridCol w="2281982"/>
                <a:gridCol w="2719362"/>
                <a:gridCol w="2662313"/>
              </a:tblGrid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시각 차이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온도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active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60초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61초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오래됨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10초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null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false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미측정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10초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false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정지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3:creationId id="{AFAC3CDD-D677-493A-A2E9-28CC6C82DAC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0843271D-75C0-4234-8337-8E89555C17F3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017</a:t>
            </a:r>
          </a:p>
        </p:txBody>
      </p:sp>
    </p:spTree>
    <p:extLst>
      <p:ext uri="{BB962C8B-B14F-4D97-AF65-F5344CB8AC3E}">
        <ns4:creationId val="971005817"/>
      </p:ext>
    </p:extLst>
  </p:cSld>
</p:sld>
</file>

<file path=ppt/slides/slide1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012a032cce884df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294589C-3CE0-4D2B-9F39-278565857F1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A936FBF0-871E-40D2-B7AD-235752851BD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FDAA20FB-A81A-4AF3-8908-CE45671830E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A7ABA32-7FCD-4634-893B-78E8F7F2620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정확히 60초는 오래됨이 아닙니다.</a:t>
            </a:r>
          </a:p>
        </p:txBody>
      </p:sp>
      <p:sp>
        <p:nvSpPr>
          <p:cNvPr id="6" name="">
            <a:extLst>
              <a:ext uri="{FF2B5EF4-FFF2-40B4-BE49-F238E27FC236}">
                <ns3:creationId id="{16F50868-29FF-47D8-8889-D81F7B43DCAF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null이면서 false이면 미측정이 먼저입니다.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408622C9-E22D-4580-A764-43828E0FFFD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BD429E56-839F-475F-A8BD-D528458AE74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018</a:t>
            </a:r>
          </a:p>
        </p:txBody>
      </p:sp>
    </p:spTree>
    <p:extLst>
      <p:ext uri="{BB962C8B-B14F-4D97-AF65-F5344CB8AC3E}">
        <ns4:creationId val="1930168042"/>
      </p:ext>
    </p:extLst>
  </p:cSld>
</p:sld>
</file>

<file path=ppt/slides/slide1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495ce27a741f4bd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3ECBA47-58AB-46C8-AF90-727F080C1C1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관찰</a:t>
            </a:r>
          </a:p>
        </p:txBody>
      </p:sp>
      <p:sp>
        <p:nvSpPr>
          <p:cNvPr id="3" name="">
            <a:extLst>
              <a:ext uri="{FF2B5EF4-FFF2-40B4-BE49-F238E27FC236}">
                <ns3:creationId id="{8783AD88-3128-4208-BAC0-C4D2D7D9564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가상 센서 화면</a:t>
            </a:r>
          </a:p>
        </p:txBody>
      </p:sp>
      <p:sp>
        <p:nvSpPr>
          <p:cNvPr id="4" name="">
            <a:extLst>
              <a:ext uri="{FF2B5EF4-FFF2-40B4-BE49-F238E27FC236}">
                <ns3:creationId id="{8A1031D2-EBAE-45C7-B3B1-5F9820D0DA7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pic>
        <p:nvPicPr>
          <p:cNvPr id="15" name=""/>
          <p:cNvPicPr>
            <a:picLocks noChangeAspect="1"/>
          </p:cNvPicPr>
          <p:nvPr/>
        </p:nvPicPr>
        <p:blipFill>
          <a:blip r:embed="R4c67d869b8e1488d"/>
          <a:stretch/>
        </p:blipFill>
        <p:spPr>
          <a:xfrm>
            <a:off x="685800" y="2007106"/>
            <a:ext cx="6829425" cy="3843914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3:creationId id="{06A9AE22-6DA4-4420-86E9-7B4DC9C9A563}"/>
              </a:ext>
            </a:extLst>
          </p:cNvPr>
          <p:cNvSpPr>
            <a:spLocks noGrp="1"/>
          </p:cNvSpPr>
          <p:nvPr/>
        </p:nvSpPr>
        <p:spPr>
          <a:xfrm>
            <a:off x="7934325" y="1990725"/>
            <a:ext cx="3571875" cy="725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기록5건·센서4개·유효 숫자 이력 평균18.58℃입니다.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4EAE9D27-5D46-4AB2-81FA-C583F991C90F}"/>
              </a:ext>
            </a:extLst>
          </p:cNvPr>
          <p:cNvSpPr>
            <a:spLocks noGrp="1"/>
          </p:cNvSpPr>
          <p:nvPr/>
        </p:nvSpPr>
        <p:spPr>
          <a:xfrm>
            <a:off x="7934325" y="2783205"/>
            <a:ext cx="3571875" cy="725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 입구는22.8℃·10:10:00·정상입니다.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5D64E946-574F-4F07-BC7E-82A3B5C7EB91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제공 브라우저 예제의 실제 화면이며 장비 연결 없는 가상 자료입니다.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20D99B45-2A17-4C43-8AE8-EED52E8C37E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ADA8A5E3-5DB2-41A6-925C-81CF29C1C03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019</a:t>
            </a:r>
          </a:p>
        </p:txBody>
      </p:sp>
    </p:spTree>
    <p:extLst>
      <p:ext uri="{BB962C8B-B14F-4D97-AF65-F5344CB8AC3E}">
        <ns4:creationId val="772732617"/>
      </p:ext>
    </p:extLst>
  </p:cSld>
</p:sld>
</file>

<file path=ppt/slides/slide2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fa55f11b3c9d4b7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08CC2CD-A8F2-496E-9F35-09F5B40F324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자료 읽기</a:t>
            </a:r>
          </a:p>
        </p:txBody>
      </p:sp>
      <p:sp>
        <p:nvSpPr>
          <p:cNvPr id="3" name="">
            <a:extLst>
              <a:ext uri="{FF2B5EF4-FFF2-40B4-BE49-F238E27FC236}">
                <ns3:creationId id="{83E9A17A-F4D8-4B8C-A672-F8594222F23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가상 기록 다섯 건</a:t>
            </a:r>
          </a:p>
        </p:txBody>
      </p:sp>
      <p:sp>
        <p:nvSpPr>
          <p:cNvPr id="4" name="">
            <a:extLst>
              <a:ext uri="{FF2B5EF4-FFF2-40B4-BE49-F238E27FC236}">
                <ns3:creationId id="{7FDA8542-2D1C-47EC-AB88-603A40672FA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8DA38378-0120-4AB4-AE90-F0D611BC7C4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0820400" cy="405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data/readings.json의 같은 날짜·+09:00 기록입니다.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1DC72B9F-AF39-4A0D-803B-D6AFB69B1EAF}"/>
              </a:ext>
            </a:extLst>
          </p:cNvPr>
          <p:cNvSpPr>
            <a:spLocks noGrp="1"/>
          </p:cNvSpPr>
          <p:nvPr/>
        </p:nvSpPr>
        <p:spPr>
          <a:xfrm>
            <a:off x="685800" y="2415540"/>
            <a:ext cx="10820400" cy="405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확인 시각 10:10:00에서 센서는 4개, 이력은 5건입니다.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="685800" y="3021330"/>
          <a:ext cx="10820400" cy="3114675"/>
        </p:xfrm>
        <a:graphic>
          <a:graphicData uri="http://schemas.openxmlformats.org/drawingml/2006/table">
            <a:tbl>
              <a:tblPr firstRow="1" bandRow="0"/>
              <a:tblGrid>
                <a:gridCol w="3199600"/>
                <a:gridCol w="2134250"/>
                <a:gridCol w="2947467"/>
                <a:gridCol w="2539083"/>
              </a:tblGrid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센서/장소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온도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시각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active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</a:tr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S01 입구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10:09:50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S02 창고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null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10:09:55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S03 실습실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29.0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10:08:00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S04 복도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10:09:58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false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19113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S01 입구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10:10:00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187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true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>
              <a:ext uri="{FF2B5EF4-FFF2-40B4-BE49-F238E27FC236}">
                <ns3:creationId id="{92CB8E89-6499-4240-B2F9-8D5F9A3B782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DCC4024B-D231-47C7-B0EE-29F43754A2A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020</a:t>
            </a:r>
          </a:p>
        </p:txBody>
      </p:sp>
    </p:spTree>
    <p:extLst>
      <p:ext uri="{BB962C8B-B14F-4D97-AF65-F5344CB8AC3E}">
        <ns4:creationId val="973978829"/>
      </p:ext>
    </p:extLst>
  </p:cSld>
</p:sld>
</file>

<file path=ppt/slides/slide2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c6fb055babc446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2FD63350-FB43-409A-98D1-7FF307728C6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47068EC-EC77-473E-B851-C8F2665D29B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측정 시각의 날짜와 시간대</a:t>
            </a:r>
          </a:p>
        </p:txBody>
      </p:sp>
      <p:sp>
        <p:nvSpPr>
          <p:cNvPr id="4" name="">
            <a:extLst>
              <a:ext uri="{FF2B5EF4-FFF2-40B4-BE49-F238E27FC236}">
                <ns3:creationId id="{3E3AF6FB-FA6E-4D0A-8B87-67D5D77F920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95AEF1C6-2E93-4163-95F5-2FF78E53F3A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2026-10-29T10:09:50+09:00은 날짜·시각·시간대입니다.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CABC1241-97B7-482B-8A7F-7BB5C1B50C25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measured_at은 그 값을 측정한 시각을 나타냅니다.</a:t>
            </a:r>
          </a:p>
        </p:txBody>
      </p:sp>
      <p:sp>
        <p:nvSpPr>
          <p:cNvPr id="7" name="">
            <a:extLst>
              <a:ext uri="{FF2B5EF4-FFF2-40B4-BE49-F238E27FC236}">
                <ns3:creationId id="{5A961870-D5BE-4F93-A485-6469D0263CC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확인 시각과 측정 시각을 빼서 기록이 얼마나 오래됐는지 봅니다.</a:t>
            </a:r>
          </a:p>
        </p:txBody>
      </p:sp>
      <p:sp>
        <p:nvSpPr>
          <p:cNvPr id="8" name="">
            <a:extLst>
              <a:ext uri="{FF2B5EF4-FFF2-40B4-BE49-F238E27FC236}">
                <ns3:creationId id="{E2ACB3C6-0A4C-4173-A250-048C7F5212F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미래 시각이나 잘못된 형식은 입력 오류로 표시합니다.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F84F8503-35EC-496D-8135-922C83E95B2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A2ACE3B4-C897-4E9F-9398-6E5AF221279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021</a:t>
            </a:r>
          </a:p>
        </p:txBody>
      </p:sp>
    </p:spTree>
    <p:extLst>
      <p:ext uri="{BB962C8B-B14F-4D97-AF65-F5344CB8AC3E}">
        <ns4:creationId val="1770479098"/>
      </p:ext>
    </p:extLst>
  </p:cSld>
</p:sld>
</file>

<file path=ppt/slides/slide2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/>
          <p:cNvPicPr>
            <a:picLocks noChangeAspect="1"/>
          </p:cNvPicPr>
          <p:nvPr/>
        </p:nvPicPr>
        <p:blipFill>
          <a:blip r:embed="R26d264ba97974d0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E1CA326-D6A6-4B4E-84FB-0CBD8266A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B2E9F212-E86D-4AF7-A3E2-7D8FA72B7A3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1교시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C4F47619-A12E-4F4E-93A0-447641724EF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09907AC9-4A13-48A9-AD23-D598BDD0EFE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4EF287FE-E36B-4208-BCFD-90A596665800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E00B34F6-5467-4B02-B338-2B370D510E53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10:10:00에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CEFFF603-7C6C-4007-A87B-44275E6A9117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F3A6066D-A739-415D-92D9-2996E1AEE892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10:09:00 측정 · 28℃ · active=true</a:t>
            </a:r>
          </a:p>
        </p:txBody>
      </p:sp>
      <p:sp>
        <p:nvSpPr>
          <p:cNvPr id="10" name="">
            <a:extLst>
              <a:ext uri="{FF2B5EF4-FFF2-40B4-BE49-F238E27FC236}">
                <ns3:creationId id="{FFDBEC6D-13F6-4D39-BBBE-B301AA6118FB}"/>
              </a:ext>
            </a:extLst>
          </p:cNvPr>
          <p:cNvSpPr>
            <a:spLocks noGrp="1"/>
          </p:cNvSpPr>
          <p:nvPr/>
        </p:nvSpPr>
        <p:spPr>
          <a:xfrm>
            <a:off x="685800" y="309943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16058EC1-B016-4F73-A01F-3CF69735B349}"/>
              </a:ext>
            </a:extLst>
          </p:cNvPr>
          <p:cNvSpPr>
            <a:spLocks noGrp="1"/>
          </p:cNvSpPr>
          <p:nvPr/>
        </p:nvSpPr>
        <p:spPr>
          <a:xfrm>
            <a:off x="1209675" y="309943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표시 상태는 무엇인가요?</a:t>
            </a:r>
          </a:p>
        </p:txBody>
      </p:sp>
      <p:sp>
        <p:nvSpPr>
          <p:cNvPr id="12" name="">
            <a:extLst>
              <a:ext uri="{FF2B5EF4-FFF2-40B4-BE49-F238E27FC236}">
                <ns3:creationId id="{3683F0C0-5336-42D6-86B1-AF8A28E2647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3" name="">
            <a:extLst>
              <a:ext uri="{FF2B5EF4-FFF2-40B4-BE49-F238E27FC236}">
                <ns3:creationId id="{30DC059D-0904-4107-A4CD-96578C09F3C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022</a:t>
            </a:r>
          </a:p>
        </p:txBody>
      </p:sp>
    </p:spTree>
    <p:extLst>
      <p:ext uri="{BB962C8B-B14F-4D97-AF65-F5344CB8AC3E}">
        <ns4:creationId val="1900586564"/>
      </p:ext>
    </p:extLst>
  </p:cSld>
</p:sld>
</file>

<file path=ppt/slides/slide2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686235282de0432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9F4A055-8CAF-45AB-9F02-2E698888FF9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72F87DAA-C252-4167-AF70-45D20C3A9F48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D56AED3A-078D-450C-8ED5-FB04D7034ED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1898390-5B22-4B0D-A675-5A0B5B77643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주의입니다.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72EDB029-9742-4BD1-AAD6-0FE2ED75BBE0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시간차는 정확히 60초입니다.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BB0C85C2-E6B8-4141-9D12-0862A61C0BBA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오래됨의 조건은 60초 초과입니다.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C4161F41-38C4-455D-86B9-E2EA7509A09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FEF5F431-BC42-4B59-B61F-AF320DC9AB4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023</a:t>
            </a:r>
          </a:p>
        </p:txBody>
      </p:sp>
    </p:spTree>
    <p:extLst>
      <p:ext uri="{BB962C8B-B14F-4D97-AF65-F5344CB8AC3E}">
        <ns4:creationId val="345178392"/>
      </p:ext>
    </p:extLst>
  </p:cSld>
</p:sld>
</file>

<file path=ppt/slides/slide2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f827ee98417d4ca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23731FA-76E1-44A1-9B0C-01DE3ED27F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211A7D0E-A675-4289-9155-B91713E13BE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1교시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F098572C-D753-43C3-A8F9-20283E57550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0D67FA25-098B-495D-A371-9C312E7D39E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28CBA73B-630F-45BA-9F0E-F47A51C3E07D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9A5FA3BE-949C-40DF-9CD2-F99961CD199E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측정 시각을 10:08:59로 바꿉니다.</a:t>
            </a:r>
          </a:p>
        </p:txBody>
      </p:sp>
      <p:sp>
        <p:nvSpPr>
          <p:cNvPr id="8" name="">
            <a:extLst>
              <a:ext uri="{FF2B5EF4-FFF2-40B4-BE49-F238E27FC236}">
                <ns3:creationId id="{C29D9263-9A87-4E2C-B7F4-8034E1736D5F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4AA67E17-3D8F-4EE5-BEA2-C5D445E49682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61초가 되어 오래됨입니다.</a:t>
            </a:r>
          </a:p>
        </p:txBody>
      </p:sp>
      <p:sp>
        <p:nvSpPr>
          <p:cNvPr id="10" name="">
            <a:extLst>
              <a:ext uri="{FF2B5EF4-FFF2-40B4-BE49-F238E27FC236}">
                <ns3:creationId id="{EE218FB5-BE2A-46A0-933C-FECE3EB4718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84511EA2-33C8-40BC-895A-DB9E54570A2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024</a:t>
            </a:r>
          </a:p>
        </p:txBody>
      </p:sp>
    </p:spTree>
    <p:extLst>
      <p:ext uri="{BB962C8B-B14F-4D97-AF65-F5344CB8AC3E}">
        <ns4:creationId val="769220751"/>
      </p:ext>
    </p:extLst>
  </p:cSld>
</p:sld>
</file>

<file path=ppt/slides/slide2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0bd08d8a4b94fb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638CD6E-8F71-48F4-B1E9-2DD34D57774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1교시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23009FFC-B294-4B88-B91D-035E4190807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FDE3F864-DC58-4466-972B-4D83AAE98D9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CA3E60AE-DEF0-4304-8763-8FD30E61F5B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파일 끝의 행을 무조건 최신으로 쓰지 않습니다.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7EF038B7-DBA5-43A1-875E-41E3E297073B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 ID와 measured_at을 함께 비교합니다.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6871E9D8-4B51-4C1F-9EE6-F3D582C6FFB9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DC83EEF1-E55F-4F99-8679-88FFED98D08F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5027C4C-9AED-496B-9B1F-10505C3AF49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5BBC1F8-B809-41A9-8F40-4D8C2D840E2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025</a:t>
            </a:r>
          </a:p>
        </p:txBody>
      </p:sp>
    </p:spTree>
    <p:extLst>
      <p:ext uri="{BB962C8B-B14F-4D97-AF65-F5344CB8AC3E}">
        <ns4:creationId val="26008433"/>
      </p:ext>
    </p:extLst>
  </p:cSld>
</p:sld>
</file>

<file path=ppt/slides/slide2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ba976752b299483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027736B-A4D3-46AC-86E8-AEA003B0196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02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1DE49C54-7EFD-483F-8E24-5450C7CF38D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브라우저와 로컬 서버</a:t>
            </a:r>
          </a:p>
        </p:txBody>
      </p:sp>
      <p:sp>
        <p:nvSpPr>
          <p:cNvPr id="4" name="">
            <a:extLst>
              <a:ext uri="{FF2B5EF4-FFF2-40B4-BE49-F238E27FC236}">
                <ns3:creationId id="{5E085821-6629-43BA-B2CF-C0954A933F5D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11:00~11:50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2DB4277F-A6CB-4C6B-9D1C-81CBB236F511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A04~A06: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0EE597D8-28AC-4B9B-B8D8-10D342792E7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5AE989DD-D906-4CBC-B86A-325DA25AD40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026</a:t>
            </a:r>
          </a:p>
        </p:txBody>
      </p:sp>
    </p:spTree>
    <p:extLst>
      <p:ext uri="{BB962C8B-B14F-4D97-AF65-F5344CB8AC3E}">
        <ns4:creationId val="539678488"/>
      </p:ext>
    </p:extLst>
  </p:cSld>
</p:sld>
</file>

<file path=ppt/slides/slide2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365df2c8522841e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15AB9B2-FC84-4BC6-9446-8D3699E7CEF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614D981-A75A-4CA5-9BEF-92B700A964F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브라우저와 서버의 역할</a:t>
            </a:r>
          </a:p>
        </p:txBody>
      </p:sp>
      <p:sp>
        <p:nvSpPr>
          <p:cNvPr id="4" name="">
            <a:extLst>
              <a:ext uri="{FF2B5EF4-FFF2-40B4-BE49-F238E27FC236}">
                <ns3:creationId id="{75945AAB-6C66-4E11-B322-FBE7EDD7CE9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63F85606-7C2A-4753-9BE5-263773145E79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브라우저는 HTML·CSS·JavaScript를 읽습니다.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FCD425B3-7BD3-47FF-A3CC-F891AD66E889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서버는 요청을 받고 응답합니다.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CA130571-7FF8-4FC5-8805-D80B41E332DD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HTML은 구조, CSS는 모양, JavaScript는 화면 동작을 맡습니다.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595F36D1-E3A0-4D14-83DB-A5BDB8232895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서버는 요청 주소와 내용을 읽고 상태 번호와 자료를 돌려줍니다.</a:t>
            </a:r>
          </a:p>
        </p:txBody>
      </p:sp>
      <p:sp>
        <p:nvSpPr>
          <p:cNvPr id="9" name="">
            <a:extLst>
              <a:ext uri="{FF2B5EF4-FFF2-40B4-BE49-F238E27FC236}">
                <ns3:creationId id="{AF35B946-F2AF-464E-BD2F-59738E64F9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843DAAED-CB65-4834-B1ED-7055FC58C42A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027</a:t>
            </a:r>
          </a:p>
        </p:txBody>
      </p:sp>
    </p:spTree>
    <p:extLst>
      <p:ext uri="{BB962C8B-B14F-4D97-AF65-F5344CB8AC3E}">
        <ns4:creationId val="94762567"/>
      </p:ext>
    </p:extLst>
  </p:cSld>
</p:sld>
</file>

<file path=ppt/slides/slide2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533cf2c546ae496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B0FF6DF-4F68-4E72-ACBB-5BAC38794B6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456355AC-A4AE-481F-A63F-722C31976BA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가상 기록과 추가 버튼</a:t>
            </a:r>
          </a:p>
        </p:txBody>
      </p:sp>
      <p:sp>
        <p:nvSpPr>
          <p:cNvPr id="4" name="">
            <a:extLst>
              <a:ext uri="{FF2B5EF4-FFF2-40B4-BE49-F238E27FC236}">
                <ns3:creationId id="{9300A58C-3981-4A77-8592-75B23767520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6F4C223-7B82-48C9-8753-A410674C5159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fixture.js의 가상 자료를 화면에 표시합니다.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3096638-8790-4944-82C3-2EECE16A88ED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모의 추가는 브라우저 메모리만 바꿉니다.</a:t>
            </a:r>
          </a:p>
        </p:txBody>
      </p:sp>
      <p:sp>
        <p:nvSpPr>
          <p:cNvPr id="7" name="">
            <a:extLst>
              <a:ext uri="{FF2B5EF4-FFF2-40B4-BE49-F238E27FC236}">
                <ns3:creationId id="{CD8111B9-32A8-4D1A-AF1D-837337C553D3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새로고침하면 처음 자료로 돌아갈 수 있는 화면 실습입니다.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88F603B6-02DC-4E48-8404-4CE782E2EE8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API 전송과 모의 추가는 저장 위치가 다르므로 구별합니다.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27AF0FD-6DA1-430F-8A0A-95F10C3638B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AF8191A-7342-49A4-A5FD-E7F5C9A86CA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028</a:t>
            </a:r>
          </a:p>
        </p:txBody>
      </p:sp>
    </p:spTree>
    <p:extLst>
      <p:ext uri="{BB962C8B-B14F-4D97-AF65-F5344CB8AC3E}">
        <ns4:creationId val="1608571124"/>
      </p:ext>
    </p:extLst>
  </p:cSld>
</p:sld>
</file>

<file path=ppt/slides/slide2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e68c2590b1d8454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07C12DF-E584-4F3B-B384-D3149EE263C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2FF0ABC9-BD03-435F-BC03-0B38BAB15C6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GET 목록 읽기</a:t>
            </a:r>
          </a:p>
        </p:txBody>
      </p:sp>
      <p:sp>
        <p:nvSpPr>
          <p:cNvPr id="4" name="">
            <a:extLst>
              <a:ext uri="{FF2B5EF4-FFF2-40B4-BE49-F238E27FC236}">
                <ns3:creationId id="{13FDDE6D-3452-435D-A706-915CC560487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64A082D7-91A0-4C89-A5D6-25F6B1F55974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GET /api/readings</a:t>
            </a:r>
          </a:p>
        </p:txBody>
      </p:sp>
      <p:sp>
        <p:nvSpPr>
          <p:cNvPr id="6" name="">
            <a:extLst>
              <a:ext uri="{FF2B5EF4-FFF2-40B4-BE49-F238E27FC236}">
                <ns3:creationId id="{99938AAB-8198-4ED1-88E4-08A1059A2E9A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응답 200과 JSON 목록을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E5007678-6775-48E2-A86F-0CD47F49E137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GET은 이미 있는 기록을 읽는 요청입니다.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3D887EBE-44A2-4EC8-BE2C-D3060FF54474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목록 개수와 특정 센서의 시각을 확인해 응답 내용도 읽습니다.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D3BC8461-95A7-4DAD-8D07-D4EE33B9025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0DE7376-F3B2-4A04-8FE9-6E85AF4628A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029</a:t>
            </a:r>
          </a:p>
        </p:txBody>
      </p:sp>
    </p:spTree>
    <p:extLst>
      <p:ext uri="{BB962C8B-B14F-4D97-AF65-F5344CB8AC3E}">
        <ns4:creationId val="1773493095"/>
      </p:ext>
    </p:extLst>
  </p:cSld>
</p:sld>
</file>

<file path=ppt/slides/slide3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70bbae6637924dc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B44321-F84A-4AED-91FA-C01A763BCDE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B67C626-0CD5-40D6-BF16-628A65836E3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POST 새 기록 전송</a:t>
            </a:r>
          </a:p>
        </p:txBody>
      </p:sp>
      <p:sp>
        <p:nvSpPr>
          <p:cNvPr id="4" name="">
            <a:extLst>
              <a:ext uri="{FF2B5EF4-FFF2-40B4-BE49-F238E27FC236}">
                <ns3:creationId id="{7EFF19BF-844D-4C1B-B3F1-AFA0BE0CF26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70D629F-3DD4-420D-8370-7EB4873A0E9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POST /api/readings</a:t>
            </a:r>
          </a:p>
        </p:txBody>
      </p:sp>
      <p:sp>
        <p:nvSpPr>
          <p:cNvPr id="6" name="">
            <a:extLst>
              <a:ext uri="{FF2B5EF4-FFF2-40B4-BE49-F238E27FC236}">
                <ns3:creationId id="{1720A754-7956-4E44-8196-C1030C614D23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내용을 검사한 뒤 201로 수락합니다.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4EB00E5C-AFFF-423A-915D-D24833798C47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POST는 새 기록을 본문에 담아 보내는 요청입니다.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9DCBF844-258F-4DC8-A20F-FB1CB7B84991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201은 수락 번호이며 최신 온도가 바뀌었는지는 목록에서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A575E537-B8FA-4737-9AEB-2CAC5DD461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3D45E8F-C914-4641-8FD4-6E34944F0D6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030</a:t>
            </a:r>
          </a:p>
        </p:txBody>
      </p:sp>
    </p:spTree>
    <p:extLst>
      <p:ext uri="{BB962C8B-B14F-4D97-AF65-F5344CB8AC3E}">
        <ns4:creationId val="1684220067"/>
      </p:ext>
    </p:extLst>
  </p:cSld>
</p:sld>
</file>

<file path=ppt/slides/slide3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7bfb681a70364e5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E367A4F-A3E2-4BF5-8B31-509537685AF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C07194F-3847-4FFE-B870-007A9D8D110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로컬 서버 실행 조건</a:t>
            </a:r>
          </a:p>
        </p:txBody>
      </p:sp>
      <p:sp>
        <p:nvSpPr>
          <p:cNvPr id="4" name="">
            <a:extLst>
              <a:ext uri="{FF2B5EF4-FFF2-40B4-BE49-F238E27FC236}">
                <ns3:creationId id="{BBE9D88A-A641-4851-A9EA-0BDEC4E7542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1F03680-F73A-4AE2-8012-0FE827C67F6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course에서 python -X utf8 code/server.py</a:t>
            </a:r>
          </a:p>
        </p:txBody>
      </p:sp>
      <p:sp>
        <p:nvSpPr>
          <p:cNvPr id="6" name="">
            <a:extLst>
              <a:ext uri="{FF2B5EF4-FFF2-40B4-BE49-F238E27FC236}">
                <ns3:creationId id="{1C2E3BA9-42D1-49D1-9690-B30B580D74A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브라우저: http://127.0.0.1:8780/?source=api</a:t>
            </a:r>
          </a:p>
        </p:txBody>
      </p:sp>
      <p:sp>
        <p:nvSpPr>
          <p:cNvPr id="7" name="">
            <a:extLst>
              <a:ext uri="{FF2B5EF4-FFF2-40B4-BE49-F238E27FC236}">
                <ns3:creationId id="{8CFDBA96-17D9-4534-9387-E563654962A0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 창을 닫으면 브라우저의 다음 요청을 받을 프로그램이 없습니다.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B5893F3D-AF82-4963-930C-D439D59C92D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주소 끝의 source=api는 가상 파일 대신 API 목록을 읽는 선택입니다.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1B3AC15C-ACA0-40ED-9DF1-EBC3C1F2819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EE198B0-FF96-4FAD-8EA4-CFDB220B642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031</a:t>
            </a:r>
          </a:p>
        </p:txBody>
      </p:sp>
    </p:spTree>
    <p:extLst>
      <p:ext uri="{BB962C8B-B14F-4D97-AF65-F5344CB8AC3E}">
        <ns4:creationId val="1584280742"/>
      </p:ext>
    </p:extLst>
  </p:cSld>
</p:sld>
</file>

<file path=ppt/slides/slide3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954ee207e69d4aec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B2D8D8A-65A4-4A45-B964-09C9B3BCEB6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1F738C6-1625-476E-8947-1BF4DBFF0B1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127.0.0.1과 포트</a:t>
            </a:r>
          </a:p>
        </p:txBody>
      </p:sp>
      <p:sp>
        <p:nvSpPr>
          <p:cNvPr id="4" name="">
            <a:extLst>
              <a:ext uri="{FF2B5EF4-FFF2-40B4-BE49-F238E27FC236}">
                <ns3:creationId id="{7C2DC97B-8828-4A87-B329-2EB97DB1AFB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40822881-9A03-441A-B3B8-D3259C2C6B3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127.0.0.1: 현재 PC · 8780: 포트</a:t>
            </a:r>
          </a:p>
        </p:txBody>
      </p:sp>
      <p:sp>
        <p:nvSpPr>
          <p:cNvPr id="6" name="">
            <a:extLst>
              <a:ext uri="{FF2B5EF4-FFF2-40B4-BE49-F238E27FC236}">
                <ns3:creationId id="{996A5EF1-262C-4DB0-A6C8-D265836CC5C2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종료는 서버 터미널에서 Ctrl+C입니다.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68FC3730-98F7-4F95-8408-24846D46EAFC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다른 PC에서 이 주소를 입력하면 그 다른 PC 자신을 찾습니다.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82456A85-6E59-439F-BC23-89DC69FFDB02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포트가 이미 사용 중이면 기존 서버를 확인한 뒤 중복 실행을 정리합니다.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BC174DBB-D4C4-48AA-8527-170499447ED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C7024E8-F3DE-43EE-8DB0-3A774DFE2F7D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032</a:t>
            </a:r>
          </a:p>
        </p:txBody>
      </p:sp>
    </p:spTree>
    <p:extLst>
      <p:ext uri="{BB962C8B-B14F-4D97-AF65-F5344CB8AC3E}">
        <ns4:creationId val="1899205269"/>
      </p:ext>
    </p:extLst>
  </p:cSld>
</p:sld>
</file>

<file path=ppt/slides/slide3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0" name=""/>
          <p:cNvPicPr>
            <a:picLocks noChangeAspect="1"/>
          </p:cNvPicPr>
          <p:nvPr/>
        </p:nvPicPr>
        <p:blipFill>
          <a:blip r:embed="R31acc2f1995c439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C1C1DF1-9E7F-4072-B067-62906418014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코드와 실행</a:t>
            </a:r>
          </a:p>
        </p:txBody>
      </p:sp>
      <p:sp>
        <p:nvSpPr>
          <p:cNvPr id="3" name="">
            <a:extLst>
              <a:ext uri="{FF2B5EF4-FFF2-40B4-BE49-F238E27FC236}">
                <ns3:creationId id="{849AF549-5C02-4FEA-BF9B-C5EA7A212C8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HTTP 목록 읽기 코드</a:t>
            </a:r>
          </a:p>
        </p:txBody>
      </p:sp>
      <p:sp>
        <p:nvSpPr>
          <p:cNvPr id="4" name="">
            <a:extLst>
              <a:ext uri="{FF2B5EF4-FFF2-40B4-BE49-F238E27FC236}">
                <ns3:creationId id="{8A7B0AA1-A0DD-44AE-8C13-63B6FCC045F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EF8BB00F-3690-4EF7-9DF2-C55A422F7E3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2143125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CFFB63DE-E7CE-4833-87FA-9B1AE551782E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D498E677-F1A6-4CA9-A6C5-E7B2A7CC63F3}"/>
              </a:ext>
            </a:extLst>
          </p:cNvPr>
          <p:cNvSpPr>
            <a:spLocks noGrp="1"/>
          </p:cNvSpPr>
          <p:nvPr/>
        </p:nvSpPr>
        <p:spPr>
          <a:xfrm>
            <a:off x="1257300" y="204787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import json</a:t>
            </a:r>
          </a:p>
        </p:txBody>
      </p:sp>
      <p:sp>
        <p:nvSpPr>
          <p:cNvPr id="8" name="">
            <a:extLst>
              <a:ext uri="{FF2B5EF4-FFF2-40B4-BE49-F238E27FC236}">
                <ns3:creationId id="{0D968BB8-D402-4292-A09D-98D992F8F768}"/>
              </a:ext>
            </a:extLst>
          </p:cNvPr>
          <p:cNvSpPr>
            <a:spLocks noGrp="1"/>
          </p:cNvSpPr>
          <p:nvPr/>
        </p:nvSpPr>
        <p:spPr>
          <a:xfrm>
            <a:off x="838200" y="238601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2ED320A8-EB1A-4FEE-AD0C-79E58DF453E0}"/>
              </a:ext>
            </a:extLst>
          </p:cNvPr>
          <p:cNvSpPr>
            <a:spLocks noGrp="1"/>
          </p:cNvSpPr>
          <p:nvPr/>
        </p:nvSpPr>
        <p:spPr>
          <a:xfrm>
            <a:off x="1257300" y="235743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from urllib.request import urlopen</a:t>
            </a:r>
          </a:p>
        </p:txBody>
      </p:sp>
      <p:sp>
        <p:nvSpPr>
          <p:cNvPr id="10" name="">
            <a:extLst>
              <a:ext uri="{FF2B5EF4-FFF2-40B4-BE49-F238E27FC236}">
                <ns3:creationId id="{3E2A49CB-12C1-4EED-97BC-CA77FF939558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4C398F89-CDA6-46B8-B2E4-B755F0028D66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url = "http://127.0.0.1:8780/api/readings"</a:t>
            </a:r>
          </a:p>
        </p:txBody>
      </p:sp>
      <p:sp>
        <p:nvSpPr>
          <p:cNvPr id="12" name="">
            <a:extLst>
              <a:ext uri="{FF2B5EF4-FFF2-40B4-BE49-F238E27FC236}">
                <ns3:creationId id="{63A49190-D8E3-417B-BD8D-ABEBE4EA5F33}"/>
              </a:ext>
            </a:extLst>
          </p:cNvPr>
          <p:cNvSpPr>
            <a:spLocks noGrp="1"/>
          </p:cNvSpPr>
          <p:nvPr/>
        </p:nvSpPr>
        <p:spPr>
          <a:xfrm>
            <a:off x="838200" y="3005138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EDC20951-3ABB-43E0-9629-FCC620FC5A92}"/>
              </a:ext>
            </a:extLst>
          </p:cNvPr>
          <p:cNvSpPr>
            <a:spLocks noGrp="1"/>
          </p:cNvSpPr>
          <p:nvPr/>
        </p:nvSpPr>
        <p:spPr>
          <a:xfrm>
            <a:off x="1257300" y="2976563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with urlopen(url, timeout=5) as response:</a:t>
            </a:r>
          </a:p>
        </p:txBody>
      </p:sp>
      <p:sp>
        <p:nvSpPr>
          <p:cNvPr id="14" name="">
            <a:extLst>
              <a:ext uri="{FF2B5EF4-FFF2-40B4-BE49-F238E27FC236}">
                <ns3:creationId id="{4687E220-A962-4750-8B52-698F9C8B136C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15" name="">
            <a:extLst>
              <a:ext uri="{FF2B5EF4-FFF2-40B4-BE49-F238E27FC236}">
                <ns3:creationId id="{5AB499C8-5496-47B3-ABE7-009215107F7A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rows = json.load(response)</a:t>
            </a:r>
          </a:p>
        </p:txBody>
      </p:sp>
      <p:sp>
        <p:nvSpPr>
          <p:cNvPr id="16" name="">
            <a:extLst>
              <a:ext uri="{FF2B5EF4-FFF2-40B4-BE49-F238E27FC236}">
                <ns3:creationId id="{5F57CF39-CC4E-4A99-9EE0-D11A06C8DEE6}"/>
              </a:ext>
            </a:extLst>
          </p:cNvPr>
          <p:cNvSpPr>
            <a:spLocks noGrp="1"/>
          </p:cNvSpPr>
          <p:nvPr/>
        </p:nvSpPr>
        <p:spPr>
          <a:xfrm>
            <a:off x="838200" y="362426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17" name="">
            <a:extLst>
              <a:ext uri="{FF2B5EF4-FFF2-40B4-BE49-F238E27FC236}">
                <ns3:creationId id="{8FC3942D-A011-42D8-A7E2-841A6F1E9559}"/>
              </a:ext>
            </a:extLst>
          </p:cNvPr>
          <p:cNvSpPr>
            <a:spLocks noGrp="1"/>
          </p:cNvSpPr>
          <p:nvPr/>
        </p:nvSpPr>
        <p:spPr>
          <a:xfrm>
            <a:off x="1257300" y="359568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print(response.status, len(rows))</a:t>
            </a:r>
          </a:p>
        </p:txBody>
      </p:sp>
      <p:sp>
        <p:nvSpPr>
          <p:cNvPr id="18" name="">
            <a:extLst>
              <a:ext uri="{FF2B5EF4-FFF2-40B4-BE49-F238E27FC236}">
                <ns3:creationId id="{12455B66-48C8-4AE1-AE0B-D513BAACADE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9" name="">
            <a:extLst>
              <a:ext uri="{FF2B5EF4-FFF2-40B4-BE49-F238E27FC236}">
                <ns3:creationId id="{9938B353-A045-4D47-9314-B4F5FD86BA7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033</a:t>
            </a:r>
          </a:p>
        </p:txBody>
      </p:sp>
    </p:spTree>
    <p:extLst>
      <p:ext uri="{BB962C8B-B14F-4D97-AF65-F5344CB8AC3E}">
        <ns4:creationId val="1033171237"/>
      </p:ext>
    </p:extLst>
  </p:cSld>
</p:sld>
</file>

<file path=ppt/slides/slide3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734cafce015c495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8D24970-B9B9-44DB-9589-43CF0C8E651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6B8351D-8C78-442C-9B90-5CD3113AE89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코드의 줄별 역할</a:t>
            </a:r>
          </a:p>
        </p:txBody>
      </p:sp>
      <p:sp>
        <p:nvSpPr>
          <p:cNvPr id="4" name="">
            <a:extLst>
              <a:ext uri="{FF2B5EF4-FFF2-40B4-BE49-F238E27FC236}">
                <ns3:creationId id="{61C6FD01-73A4-4749-8631-BCEC4912088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1FDCDE6D-C55F-4E7B-9496-6926A429F46C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1~3행: 도구와 요청 주소를 준비합니다.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9F53D930-ED46-4DA6-99C4-76E88392CFDD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4행: 서버에 읽기 요청을 보냅니다.</a:t>
            </a:r>
          </a:p>
        </p:txBody>
      </p:sp>
      <p:sp>
        <p:nvSpPr>
          <p:cNvPr id="7" name="">
            <a:extLst>
              <a:ext uri="{FF2B5EF4-FFF2-40B4-BE49-F238E27FC236}">
                <ns3:creationId id="{7741EEC2-EA84-4814-9F8A-DF3BA6988F49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5행: 응답 JSON을 목록으로 읽습니다.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865CEE89-9212-4D9C-9B85-F07ADBED348A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6행: HTTP 상태와 행 수를 출력합니다.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1077A94-63F7-47A3-AB7F-941414FCA54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03CF56B-FCE3-4DE2-8881-8F5C3CB308C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034</a:t>
            </a:r>
          </a:p>
        </p:txBody>
      </p:sp>
    </p:spTree>
    <p:extLst>
      <p:ext uri="{BB962C8B-B14F-4D97-AF65-F5344CB8AC3E}">
        <ns4:creationId val="1566544675"/>
      </p:ext>
    </p:extLst>
  </p:cSld>
</p:sld>
</file>

<file path=ppt/slides/slide3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2b683ecedd46446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78EBCEE-5C39-4EA6-A5E6-2107BEEE722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3A93A874-2754-4307-A1BE-07C4BE06D40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파일과 실행 명령</a:t>
            </a:r>
          </a:p>
        </p:txBody>
      </p:sp>
      <p:sp>
        <p:nvSpPr>
          <p:cNvPr id="4" name="">
            <a:extLst>
              <a:ext uri="{FF2B5EF4-FFF2-40B4-BE49-F238E27FC236}">
                <ns3:creationId id="{44CBE032-C742-4715-BF85-610B402C0D2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05DEE03A-EAD5-4198-8390-2718ADD33F4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폴더: 압축을 푼 course</a:t>
            </a:r>
          </a:p>
        </p:txBody>
      </p:sp>
      <p:sp>
        <p:nvSpPr>
          <p:cNvPr id="6" name="">
            <a:extLst>
              <a:ext uri="{FF2B5EF4-FFF2-40B4-BE49-F238E27FC236}">
                <ns3:creationId id="{A3815AF7-032B-42DD-ACD0-ECF66A591A83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화면의 짧은 코드 전체를 편집기에 입력하고 Ctrl+S로 저장합니다.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49460A47-98CE-4766-AC0A-74782C5911C1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파일: work/read_list.py</a:t>
            </a:r>
          </a:p>
        </p:txBody>
      </p:sp>
      <p:sp>
        <p:nvSpPr>
          <p:cNvPr id="8" name="">
            <a:extLst>
              <a:ext uri="{FF2B5EF4-FFF2-40B4-BE49-F238E27FC236}">
                <ns3:creationId id="{36207811-3BC0-4316-8E71-BE3C109532DA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python -X utf8 work/read_list.py</a:t>
            </a:r>
          </a:p>
        </p:txBody>
      </p:sp>
      <p:sp>
        <p:nvSpPr>
          <p:cNvPr id="9" name="">
            <a:extLst>
              <a:ext uri="{FF2B5EF4-FFF2-40B4-BE49-F238E27FC236}">
                <ns3:creationId id="{90EB3768-109B-4939-A59E-40D0CDA7280E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명령은 편집기에 쓰지 않고 course 터미널에 입력합니다.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A2924F95-DB97-4277-97E0-4F91694BBD4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831E00A5-A0D0-4327-A646-2FFE6566DAF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035</a:t>
            </a:r>
          </a:p>
        </p:txBody>
      </p:sp>
    </p:spTree>
    <p:extLst>
      <p:ext uri="{BB962C8B-B14F-4D97-AF65-F5344CB8AC3E}">
        <ns4:creationId val="1315801948"/>
      </p:ext>
    </p:extLst>
  </p:cSld>
</p:sld>
</file>

<file path=ppt/slides/slide3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ed062daaaed54c2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81DBAAF-6492-418D-9A41-D89883B2BEB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0A6724C0-BA6F-4C11-A6CD-8CFF1C69113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14F61B0B-5B3B-4CDC-9A15-3A1D45C385A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4EB337BC-CB3A-4020-86E8-D550AA59749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응답: 200 5</a:t>
            </a:r>
          </a:p>
        </p:txBody>
      </p:sp>
      <p:sp>
        <p:nvSpPr>
          <p:cNvPr id="6" name="">
            <a:extLst>
              <a:ext uri="{FF2B5EF4-FFF2-40B4-BE49-F238E27FC236}">
                <ns3:creationId id="{4233DA60-626C-4D38-B8CE-FF5A0A87A791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읽기 성공 · 기록 5건</a:t>
            </a:r>
          </a:p>
        </p:txBody>
      </p:sp>
      <p:sp>
        <p:nvSpPr>
          <p:cNvPr id="7" name="">
            <a:extLst>
              <a:ext uri="{FF2B5EF4-FFF2-40B4-BE49-F238E27FC236}">
                <ns3:creationId id="{1F072488-3F02-4551-A703-B97DF72037C1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추가 전송 후에는 행 수가 달라집니다.</a:t>
            </a:r>
          </a:p>
        </p:txBody>
      </p:sp>
      <p:sp>
        <p:nvSpPr>
          <p:cNvPr id="8" name="">
            <a:extLst>
              <a:ext uri="{FF2B5EF4-FFF2-40B4-BE49-F238E27FC236}">
                <ns3:creationId id="{F3208CE2-0335-4A5C-97C4-DFC3A9CDB1B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9AE2A777-AB9E-49E2-B740-A49E0799FDFD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036</a:t>
            </a:r>
          </a:p>
        </p:txBody>
      </p:sp>
    </p:spTree>
    <p:extLst>
      <p:ext uri="{BB962C8B-B14F-4D97-AF65-F5344CB8AC3E}">
        <ns4:creationId val="730149489"/>
      </p:ext>
    </p:extLst>
  </p:cSld>
</p:sld>
</file>

<file path=ppt/slides/slide3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572352dfa21541d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965D25F-604A-47A6-974C-67CD606E170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ABBE825-6163-4E1D-BB25-1F80D8ED443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두 터미널로 실행하기</a:t>
            </a:r>
          </a:p>
        </p:txBody>
      </p:sp>
      <p:sp>
        <p:nvSpPr>
          <p:cNvPr id="4" name="">
            <a:extLst>
              <a:ext uri="{FF2B5EF4-FFF2-40B4-BE49-F238E27FC236}">
                <ns3:creationId id="{BF00DB2F-94FD-4C75-A3AD-B7FA14D37EB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835A8DA-B640-4126-8A17-469B2F19593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첫 터미널은 course에서 python -X utf8 code/server.py를 실행합니다.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FBF2A1B4-8593-4C74-9B85-6BE3558D397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첫 창을 유지하고 브라우저에서 아래 주소를 엽니다.</a:t>
            </a:r>
          </a:p>
        </p:txBody>
      </p:sp>
      <p:sp>
        <p:nvSpPr>
          <p:cNvPr id="7" name="">
            <a:extLst>
              <a:ext uri="{FF2B5EF4-FFF2-40B4-BE49-F238E27FC236}">
                <ns3:creationId id="{1D3819BF-24E5-4B81-B06D-4A7810C1275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http://127.0.0.1:8780/?source=api</a:t>
            </a:r>
          </a:p>
        </p:txBody>
      </p:sp>
      <p:sp>
        <p:nvSpPr>
          <p:cNvPr id="8" name="">
            <a:extLst>
              <a:ext uri="{FF2B5EF4-FFF2-40B4-BE49-F238E27FC236}">
                <ns3:creationId id="{1C2ECE45-8971-4E22-8FAF-4C211064CC3F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두 번째 course 터미널에서 요청 코드를 실행합니다.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12B637B7-4F91-4C95-9826-1BF53D5CF4C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833E7EA-4300-44CD-8392-4572F836E54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037</a:t>
            </a:r>
          </a:p>
        </p:txBody>
      </p:sp>
    </p:spTree>
    <p:extLst>
      <p:ext uri="{BB962C8B-B14F-4D97-AF65-F5344CB8AC3E}">
        <ns4:creationId val="757007249"/>
      </p:ext>
    </p:extLst>
  </p:cSld>
</p:sld>
</file>

<file path=ppt/slides/slide3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0bc40dded85c44e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C714E47-8A90-457A-8E76-FA8E6DFFBA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591FE0CD-AA94-4BEC-BB11-0E01E730CD5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2교시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B8FCEFA9-0B92-4BBD-AF7C-A05A77C2B6E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화면에서 첫 응답 확인</a:t>
            </a:r>
          </a:p>
        </p:txBody>
      </p:sp>
      <p:sp>
        <p:nvSpPr>
          <p:cNvPr id="5" name="">
            <a:extLst>
              <a:ext uri="{FF2B5EF4-FFF2-40B4-BE49-F238E27FC236}">
                <ns3:creationId id="{445C0671-CC88-4D50-B741-8AE7827061A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FC1616F5-341F-4E8E-84C3-61266153C69D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AAF93283-407C-4337-AF6C-3682531D0BA6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API 다시 읽기를 누르고 초기 이력 5건을 찾습니다.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3A54134E-31D7-45BE-B508-B0934EA0BA82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18F32456-7C1F-4C9E-A3B2-22FD4164D5A8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입구 S01의 최신 온도 22.8과 시각 10:10:00을 읽습니다.</a:t>
            </a:r>
          </a:p>
        </p:txBody>
      </p:sp>
      <p:sp>
        <p:nvSpPr>
          <p:cNvPr id="10" name="">
            <a:extLst>
              <a:ext uri="{FF2B5EF4-FFF2-40B4-BE49-F238E27FC236}">
                <ns3:creationId id="{FE31B673-B700-44C0-97C9-F7FBD89440DD}"/>
              </a:ext>
            </a:extLst>
          </p:cNvPr>
          <p:cNvSpPr>
            <a:spLocks noGrp="1"/>
          </p:cNvSpPr>
          <p:nvPr/>
        </p:nvSpPr>
        <p:spPr>
          <a:xfrm>
            <a:off x="685800" y="309943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37F3CAE8-6DED-4435-8B19-5B88C95ED1B2}"/>
              </a:ext>
            </a:extLst>
          </p:cNvPr>
          <p:cNvSpPr>
            <a:spLocks noGrp="1"/>
          </p:cNvSpPr>
          <p:nvPr/>
        </p:nvSpPr>
        <p:spPr>
          <a:xfrm>
            <a:off x="1209675" y="309943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창고 S02의 null이 미측정으로 보이는지 확인합니다.</a:t>
            </a:r>
          </a:p>
        </p:txBody>
      </p:sp>
      <p:sp>
        <p:nvSpPr>
          <p:cNvPr id="12" name="">
            <a:extLst>
              <a:ext uri="{FF2B5EF4-FFF2-40B4-BE49-F238E27FC236}">
                <ns3:creationId id="{D1E707D1-613C-4B0E-9417-4121D573D08A}"/>
              </a:ext>
            </a:extLst>
          </p:cNvPr>
          <p:cNvSpPr>
            <a:spLocks noGrp="1"/>
          </p:cNvSpPr>
          <p:nvPr/>
        </p:nvSpPr>
        <p:spPr>
          <a:xfrm>
            <a:off x="685800" y="360616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D3FB7FDF-6532-489B-BA9C-8C4FE43C8329}"/>
              </a:ext>
            </a:extLst>
          </p:cNvPr>
          <p:cNvSpPr>
            <a:spLocks noGrp="1"/>
          </p:cNvSpPr>
          <p:nvPr/>
        </p:nvSpPr>
        <p:spPr>
          <a:xfrm>
            <a:off x="1209675" y="360616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서버 없이 화면만 열린 경우에는 API 수신 실패가 예상됩니다.</a:t>
            </a:r>
          </a:p>
        </p:txBody>
      </p:sp>
      <p:sp>
        <p:nvSpPr>
          <p:cNvPr id="14" name="">
            <a:extLst>
              <a:ext uri="{FF2B5EF4-FFF2-40B4-BE49-F238E27FC236}">
                <ns3:creationId id="{0FA7858B-50CC-40D1-BFC4-2D1E05A0C6D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E3FD9525-CD98-4FA4-8510-FD1CB832FDB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038</a:t>
            </a:r>
          </a:p>
        </p:txBody>
      </p:sp>
    </p:spTree>
    <p:extLst>
      <p:ext uri="{BB962C8B-B14F-4D97-AF65-F5344CB8AC3E}">
        <ns4:creationId val="1409773732"/>
      </p:ext>
    </p:extLst>
  </p:cSld>
</p:sld>
</file>

<file path=ppt/slides/slide3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e1ace7dbf06944d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5E117DF-4F92-4810-A8F9-469ADD7992A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4B702FD-0FA3-4D6D-ADA0-F181104AAEE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요청 코드의 줄과 기호</a:t>
            </a:r>
          </a:p>
        </p:txBody>
      </p:sp>
      <p:sp>
        <p:nvSpPr>
          <p:cNvPr id="4" name="">
            <a:extLst>
              <a:ext uri="{FF2B5EF4-FFF2-40B4-BE49-F238E27FC236}">
                <ns3:creationId id="{28A84459-F809-41F2-B131-5E0CD6778CD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679A454-5A17-4DBF-947C-7C7E7E86A60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817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urlopen(url, timeout=5)는 주소에 요청하고 요청의 대기 제한을 5초로 정합니다.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D792B8C-6767-4756-9290-C729EDADA584}"/>
              </a:ext>
            </a:extLst>
          </p:cNvPr>
          <p:cNvSpPr>
            <a:spLocks noGrp="1"/>
          </p:cNvSpPr>
          <p:nvPr/>
        </p:nvSpPr>
        <p:spPr>
          <a:xfrm>
            <a:off x="685800" y="29413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with는 응답을 사용한 뒤 닫는 범위를 정합니다.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D0B6F16D-D457-4180-9BC8-9A4A0C5011E3}"/>
              </a:ext>
            </a:extLst>
          </p:cNvPr>
          <p:cNvSpPr>
            <a:spLocks noGrp="1"/>
          </p:cNvSpPr>
          <p:nvPr/>
        </p:nvSpPr>
        <p:spPr>
          <a:xfrm>
            <a:off x="685800" y="34594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json.load(response)는 응답 JSON을 Python 목록으로 읽습니다.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FD4BF5D6-07C0-4D1C-9B85-A24E467F0BF5}"/>
              </a:ext>
            </a:extLst>
          </p:cNvPr>
          <p:cNvSpPr>
            <a:spLocks noGrp="1"/>
          </p:cNvSpPr>
          <p:nvPr/>
        </p:nvSpPr>
        <p:spPr>
          <a:xfrm>
            <a:off x="685800" y="39776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response.status는 응답 번호, len(rows)는 기록 개수입니다.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9E3344FC-D797-414F-8AA8-68FFF4CC261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9BF2DEF-E39F-4038-8BDD-3B134DA0F11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039</a:t>
            </a:r>
          </a:p>
        </p:txBody>
      </p:sp>
    </p:spTree>
    <p:extLst>
      <p:ext uri="{BB962C8B-B14F-4D97-AF65-F5344CB8AC3E}">
        <ns4:creationId val="998727812"/>
      </p:ext>
    </p:extLst>
  </p:cSld>
</p:sld>
</file>

<file path=ppt/slides/slide4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87c1645daa4a472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6CA18E3E-3A4A-4544-A56D-83EF19F88B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93674C94-6700-4148-A99C-17C66DA76F8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2교시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85C7CCC3-D8C4-417F-8F48-3C7D0ED0211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56389B7A-C2A0-400F-B4AB-5114AA8D86C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10C75F61-D015-42AB-96E1-81341FE529B0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D0C3F182-2F0E-46A0-8035-62C828CE8BA8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HTML은 보이는데 API만 실패합니다.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4744036F-E29B-485F-9397-AE0B3478F476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6F262E31-6DEA-4AE3-955A-7F6E4F377D64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무엇부터 확인할까요?</a:t>
            </a:r>
          </a:p>
        </p:txBody>
      </p:sp>
      <p:sp>
        <p:nvSpPr>
          <p:cNvPr id="10" name="">
            <a:extLst>
              <a:ext uri="{FF2B5EF4-FFF2-40B4-BE49-F238E27FC236}">
                <ns3:creationId id="{AD32BAC3-8470-4148-B293-85A8224E348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A3FF1B5A-0F26-4C59-AA1C-79AEDFEF40E9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040</a:t>
            </a:r>
          </a:p>
        </p:txBody>
      </p:sp>
    </p:spTree>
    <p:extLst>
      <p:ext uri="{BB962C8B-B14F-4D97-AF65-F5344CB8AC3E}">
        <ns4:creationId val="1541561704"/>
      </p:ext>
    </p:extLst>
  </p:cSld>
</p:sld>
</file>

<file path=ppt/slides/slide4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0dd83ca0589e4ec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4C2B201-9FCF-4AB1-A1F9-8768D57DB61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7045BA63-E7AE-4107-8DE7-6109C2D5B1C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AB098CAA-601E-4C6F-B41E-2C1BF013AC6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9730D746-4FF8-4776-8DD5-69E279F5021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server.py 실행 · 터미널 오류 · 포트를 확인합니다.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D3BDF2F7-F921-4C3C-B211-11686F1480FE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화면이 보여도 서버가 실행됐는지는 따로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8D4D1568-FEE2-40B5-900B-EED65966C92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C7CF9A86-F3EC-4DE6-8608-6C8D1DCAC9F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041</a:t>
            </a:r>
          </a:p>
        </p:txBody>
      </p:sp>
    </p:spTree>
    <p:extLst>
      <p:ext uri="{BB962C8B-B14F-4D97-AF65-F5344CB8AC3E}">
        <ns4:creationId val="902807978"/>
      </p:ext>
    </p:extLst>
  </p:cSld>
</p:sld>
</file>

<file path=ppt/slides/slide4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57c2ab7e1778426c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2D363A3-C1EE-4A2E-9A97-BBF6E5AFF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3DCB7305-9A14-4408-8228-F1D3CB2988F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2교시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530618BD-B6D5-4208-9E04-8E5F6DE075F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BEBD4CDB-BA80-4CE3-AD0A-D9316C0AE27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33748200-D8A4-4DF8-B2BB-44E6F22B417E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872FCF1F-CA60-4201-AC6F-D345A97AC0B3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서버를 Ctrl+C로 종료하고 다시 요청합니다.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B3B17D52-52CC-444B-9EE1-DA8C5AC880F3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D7589FBA-6220-4952-B038-F4FB8253DE40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수신 실패와 이전 값 유지를 확인합니다.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8883D31B-9C45-4D3D-AE50-3849725CCA7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9E31DE50-B187-441B-A525-8272441B84B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042</a:t>
            </a:r>
          </a:p>
        </p:txBody>
      </p:sp>
    </p:spTree>
    <p:extLst>
      <p:ext uri="{BB962C8B-B14F-4D97-AF65-F5344CB8AC3E}">
        <ns4:creationId val="1813828355"/>
      </p:ext>
    </p:extLst>
  </p:cSld>
</p:sld>
</file>

<file path=ppt/slides/slide4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0d4bdd22abdc473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786164E-1ED2-4A6F-94F5-5CF2A464B45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2교시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6550E6AA-D951-4684-94DC-BF629B649B1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2FCEB683-491F-4991-9C09-B687B5223E8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B6ADFB9-AF95-4DFA-B356-2603876000D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정적 http.server는 API 추가 기능을 대신하지 않습니다.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55BC8B67-546D-4959-B1DC-01B61FB3F92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8780 점유 오류면 기존 서버 상태를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D22227F6-8575-4872-BAB4-68CCC2F64D7C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2D4EDD1D-B716-41FE-80FB-1CA4745ADF9E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1DFAAC66-4E72-421D-88AF-7842CD0BEE6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0E5F3FBE-F461-4123-A8F4-55769F8AD301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043</a:t>
            </a:r>
          </a:p>
        </p:txBody>
      </p:sp>
    </p:spTree>
    <p:extLst>
      <p:ext uri="{BB962C8B-B14F-4D97-AF65-F5344CB8AC3E}">
        <ns4:creationId val="770615272"/>
      </p:ext>
    </p:extLst>
  </p:cSld>
</p:sld>
</file>

<file path=ppt/slides/slide4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7987f327251c4ed9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1F3C2EF-A834-4214-B735-0548A4A3E3E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03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F2767360-B79E-4685-9F08-39DB48DC850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CSV 값과 API 입력 규칙</a:t>
            </a:r>
          </a:p>
        </p:txBody>
      </p:sp>
      <p:sp>
        <p:nvSpPr>
          <p:cNvPr id="4" name="">
            <a:extLst>
              <a:ext uri="{FF2B5EF4-FFF2-40B4-BE49-F238E27FC236}">
                <ns3:creationId id="{7B682089-4FEE-459C-A9F1-C51881AC51F9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13:00~13:50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7C953D49-2582-4491-99F4-B800E1301643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A07~A09: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ECC3C63-273F-44D6-9D5E-AD1BCB81552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3B7C71E6-F511-41D9-BB45-42509CC1206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044</a:t>
            </a:r>
          </a:p>
        </p:txBody>
      </p:sp>
    </p:spTree>
    <p:extLst>
      <p:ext uri="{BB962C8B-B14F-4D97-AF65-F5344CB8AC3E}">
        <ns4:creationId val="1302177304"/>
      </p:ext>
    </p:extLst>
  </p:cSld>
</p:sld>
</file>

<file path=ppt/slides/slide4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9e9273a59ba4ab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70D55E1-EE09-4F86-A6CA-6D900577CEE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057ADB4D-12A3-42B3-82FA-91107A1F7E7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 셀과 숫자 변환</a:t>
            </a:r>
          </a:p>
        </p:txBody>
      </p:sp>
      <p:sp>
        <p:nvSpPr>
          <p:cNvPr id="4" name="">
            <a:extLst>
              <a:ext uri="{FF2B5EF4-FFF2-40B4-BE49-F238E27FC236}">
                <ns3:creationId id="{819DE2CC-B3B3-4C6B-B87C-1AA3EFD0514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9B25B585-4DEB-4BE2-9499-58BBCF070E9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"22.5"를 숫자로 바꿀 수 있습니다.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84CC2E14-2749-4F1A-8A4F-B3665218450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CSV를 읽은 뒤 값의 형식과 범위도 검사합니다.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9B0F85CC-541B-40CB-B9F9-2AEC8C30BB5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CSV의 셀은 먼저 문자열로 읽히므로 계산 전 변환이 필요합니다.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260FA7CA-5313-4DD4-BC06-657F8A504C61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숫자로 바뀌어도 NaN·무한대·범위 밖이면 유효 온도가 아닙니다.</a:t>
            </a:r>
          </a:p>
        </p:txBody>
      </p:sp>
      <p:sp>
        <p:nvSpPr>
          <p:cNvPr id="9" name="">
            <a:extLst>
              <a:ext uri="{FF2B5EF4-FFF2-40B4-BE49-F238E27FC236}">
                <ns3:creationId id="{8E244DB5-C629-4079-9684-FF6171095E0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9EFA7FA1-A62C-4918-82CD-190BD2486E83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045</a:t>
            </a:r>
          </a:p>
        </p:txBody>
      </p:sp>
    </p:spTree>
    <p:extLst>
      <p:ext uri="{BB962C8B-B14F-4D97-AF65-F5344CB8AC3E}">
        <ns4:creationId val="2115565627"/>
      </p:ext>
    </p:extLst>
  </p:cSld>
</p:sld>
</file>

<file path=ppt/slides/slide4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667c979ced1f4e1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91004F0-54FE-4D0F-97E4-3F693583C29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E44C1624-8867-495F-BE1D-1A6775688D8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 빈칸과 JSON null</a:t>
            </a:r>
          </a:p>
        </p:txBody>
      </p:sp>
      <p:sp>
        <p:nvSpPr>
          <p:cNvPr id="4" name="">
            <a:extLst>
              <a:ext uri="{FF2B5EF4-FFF2-40B4-BE49-F238E27FC236}">
                <ns3:creationId id="{A4CCB201-4189-42C7-AE25-6FDFE2BD41C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64E6A8F8-5E70-434D-B22D-5ECEE745F267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빈 문자열 → None → JSON null</a:t>
            </a:r>
          </a:p>
        </p:txBody>
      </p:sp>
      <p:sp>
        <p:nvSpPr>
          <p:cNvPr id="6" name="">
            <a:extLst>
              <a:ext uri="{FF2B5EF4-FFF2-40B4-BE49-F238E27FC236}">
                <ns3:creationId id="{B22D1AF7-B962-4274-BFEB-52C6BEAB7FBC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누락을 숫자 0으로 바꾸지 않습니다.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02F68CB5-8F0F-4F22-B30A-FA873E0612FF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None은 Python의 값 없음이고 null은 JSON 표기입니다.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50287494-7D0F-4EEA-B50D-E32781ACB38F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0으로 채우면 평균과 상태가 실제 측정처럼 바뀌어 버립니다.</a:t>
            </a:r>
          </a:p>
        </p:txBody>
      </p:sp>
      <p:sp>
        <p:nvSpPr>
          <p:cNvPr id="9" name="">
            <a:extLst>
              <a:ext uri="{FF2B5EF4-FFF2-40B4-BE49-F238E27FC236}">
                <ns3:creationId id="{7D47B022-83BE-43CF-A29E-1CFB8C20C14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1B518BC5-4AAA-4F7C-9331-FDCCA05BCF2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046</a:t>
            </a:r>
          </a:p>
        </p:txBody>
      </p:sp>
    </p:spTree>
    <p:extLst>
      <p:ext uri="{BB962C8B-B14F-4D97-AF65-F5344CB8AC3E}">
        <ns4:creationId val="426114389"/>
      </p:ext>
    </p:extLst>
  </p:cSld>
</p:sld>
</file>

<file path=ppt/slides/slide4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230ff77212ab4fc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6AC58C1-16E5-4829-A582-9814CF01FFF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9E10E12-E484-4C02-820F-EC93953F90F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문자 null과 누락 값</a:t>
            </a:r>
          </a:p>
        </p:txBody>
      </p:sp>
      <p:sp>
        <p:nvSpPr>
          <p:cNvPr id="4" name="">
            <a:extLst>
              <a:ext uri="{FF2B5EF4-FFF2-40B4-BE49-F238E27FC236}">
                <ns3:creationId id="{803379D2-69FA-4E77-867A-E9E5B013C83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515E5EE-7364-40BF-B7A2-6F3B4E75675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CSV의 "null"은 글자입니다.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4C306EBC-F8C9-437F-97EC-542133F4CDC1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보충 예는 빈칸만 미측정으로 인정합니다.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D843FA83-E1D8-4910-B1FD-9EF9E4BDE01F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글자 null을 float로 바꾸면 숫자 변환 오류가 납니다.</a:t>
            </a:r>
          </a:p>
        </p:txBody>
      </p:sp>
      <p:sp>
        <p:nvSpPr>
          <p:cNvPr id="8" name="">
            <a:extLst>
              <a:ext uri="{FF2B5EF4-FFF2-40B4-BE49-F238E27FC236}">
                <ns3:creationId id="{79168FF3-E65B-4C96-83FC-2E972AAAD4DC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어떤 표기를 누락으로 받을지는 입력 규칙에 맞춰 정합니다.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9882D256-3107-44E5-B341-9A7F31BD051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1650A506-6A4D-440D-9A74-DF0250693CF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047</a:t>
            </a:r>
          </a:p>
        </p:txBody>
      </p:sp>
    </p:spTree>
    <p:extLst>
      <p:ext uri="{BB962C8B-B14F-4D97-AF65-F5344CB8AC3E}">
        <ns4:creationId val="1164275267"/>
      </p:ext>
    </p:extLst>
  </p:cSld>
</p:sld>
</file>

<file path=ppt/slides/slide4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abbe916379647f9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05048DD-65FB-4809-8204-7F58EBC069F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E841E3FC-6983-4FF1-8DFA-717336861FB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API가 받는 값의 형식</a:t>
            </a:r>
          </a:p>
        </p:txBody>
      </p:sp>
      <p:sp>
        <p:nvSpPr>
          <p:cNvPr id="4" name="">
            <a:extLst>
              <a:ext uri="{FF2B5EF4-FFF2-40B4-BE49-F238E27FC236}">
                <ns3:creationId id="{69767B23-8F57-4622-BA59-E91CBBEB905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018E477-CAF8-4570-85AC-34BCFDF7D02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온도: 유한한 0~50 또는 null</a:t>
            </a:r>
          </a:p>
        </p:txBody>
      </p:sp>
      <p:sp>
        <p:nvSpPr>
          <p:cNvPr id="6" name="">
            <a:extLst>
              <a:ext uri="{FF2B5EF4-FFF2-40B4-BE49-F238E27FC236}">
                <ns3:creationId id="{7C1B9A09-F409-4142-94E4-B4F3AAA5E2A8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active: true/false · 시각: 시간대 포함</a:t>
            </a:r>
          </a:p>
        </p:txBody>
      </p:sp>
      <p:sp>
        <p:nvSpPr>
          <p:cNvPr id="7" name="">
            <a:extLst>
              <a:ext uri="{FF2B5EF4-FFF2-40B4-BE49-F238E27FC236}">
                <ns3:creationId id="{3A3AA80C-78E4-4F14-B3AF-2A602D483C61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문자열 "28"과 숫자 28은 같은 JSON 자료형이 아닙니다.</a:t>
            </a:r>
          </a:p>
        </p:txBody>
      </p:sp>
      <p:sp>
        <p:nvSpPr>
          <p:cNvPr id="8" name="">
            <a:extLst>
              <a:ext uri="{FF2B5EF4-FFF2-40B4-BE49-F238E27FC236}">
                <ns3:creationId id="{95290F37-C0BD-4B99-B51B-5F8F8A150D08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시간대가 빠지거나 active가 문자열이면 입력을 고쳐 다시 보냅니다.</a:t>
            </a:r>
          </a:p>
        </p:txBody>
      </p:sp>
      <p:sp>
        <p:nvSpPr>
          <p:cNvPr id="9" name="">
            <a:extLst>
              <a:ext uri="{FF2B5EF4-FFF2-40B4-BE49-F238E27FC236}">
                <ns3:creationId id="{9FE1B055-8CD5-4DEC-A2D2-287651E6DAA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469C7BFA-BD57-4646-9567-93F6A1B7D12D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048</a:t>
            </a:r>
          </a:p>
        </p:txBody>
      </p:sp>
    </p:spTree>
    <p:extLst>
      <p:ext uri="{BB962C8B-B14F-4D97-AF65-F5344CB8AC3E}">
        <ns4:creationId val="981406412"/>
      </p:ext>
    </p:extLst>
  </p:cSld>
</p:sld>
</file>

<file path=ppt/slides/slide4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b5c790076f444c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D1C2111-00DD-43FB-A8A8-7B88538E57D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61DF1BCC-6DE4-4FDB-9F52-6416EB1982E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전송·수신·화면 값 추적</a:t>
            </a:r>
          </a:p>
        </p:txBody>
      </p:sp>
      <p:sp>
        <p:nvSpPr>
          <p:cNvPr id="4" name="">
            <a:extLst>
              <a:ext uri="{FF2B5EF4-FFF2-40B4-BE49-F238E27FC236}">
                <ns3:creationId id="{3D4C3A74-9892-4195-9D4C-44AEB365B9D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A03B0E7-2054-4689-9D14-7C143300803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보낸 본문 → HTTP 응답 → GET 목록 → 화면</a:t>
            </a:r>
          </a:p>
        </p:txBody>
      </p:sp>
      <p:sp>
        <p:nvSpPr>
          <p:cNvPr id="6" name="">
            <a:extLst>
              <a:ext uri="{FF2B5EF4-FFF2-40B4-BE49-F238E27FC236}">
                <ns3:creationId id="{AFD1E9B2-6A30-40CA-AE70-0012BD7744AA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sensor_id와 측정 시각을 함께 찾습니다.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70B549A5-079D-4C7B-B13B-B7BD30A17E81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응답 번호만 기록하면 어느 행이 추가됐는지 확인할 수 없습니다.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194F6457-646C-43A9-9CF7-8557DB576CE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S01과 24.2,10:10:00을 보낸 본문과 받은 목록에서 찾습니다.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925A6B40-A56F-4288-A4C3-E518BF32CB2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44975D04-633A-4824-9470-7B8D34E043C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049</a:t>
            </a:r>
          </a:p>
        </p:txBody>
      </p:sp>
    </p:spTree>
    <p:extLst>
      <p:ext uri="{BB962C8B-B14F-4D97-AF65-F5344CB8AC3E}">
        <ns4:creationId val="346952919"/>
      </p:ext>
    </p:extLst>
  </p:cSld>
</p:sld>
</file>

<file path=ppt/slides/slide5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e84bd42d529841b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31499EE-089E-4E94-A4E8-4AB7D2DD925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974C8D5-CBFA-4001-8BD9-E8A6E9B2EA3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기록 수락과 최신값 선택</a:t>
            </a:r>
          </a:p>
        </p:txBody>
      </p:sp>
      <p:sp>
        <p:nvSpPr>
          <p:cNvPr id="4" name="">
            <a:extLst>
              <a:ext uri="{FF2B5EF4-FFF2-40B4-BE49-F238E27FC236}">
                <ns3:creationId id="{D74D066C-9173-4F90-A6A8-906603BCACC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4BC826B0-A94D-4E5E-B9CF-E08DAB5742C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과거 시각의 기록도 이력에 추가됩니다.</a:t>
            </a:r>
          </a:p>
        </p:txBody>
      </p:sp>
      <p:sp>
        <p:nvSpPr>
          <p:cNvPr id="6" name="">
            <a:extLst>
              <a:ext uri="{FF2B5EF4-FFF2-40B4-BE49-F238E27FC236}">
                <ns3:creationId id="{9F69C4AC-1C34-4392-A97C-BF8010A89EE0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 표는 더 큰 measured_at을 유지합니다.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A433F5D9-9324-49B4-9398-A838A0C71898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동일 시각이면 현재 코드의 &gt;= 비교로 뒤 기록이 선택됩니다.</a:t>
            </a:r>
          </a:p>
        </p:txBody>
      </p:sp>
      <p:sp>
        <p:nvSpPr>
          <p:cNvPr id="8" name="">
            <a:extLst>
              <a:ext uri="{FF2B5EF4-FFF2-40B4-BE49-F238E27FC236}">
                <ns3:creationId id="{7F52C33E-7F30-4E27-B767-C306C9C78A04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수락 뒤 이력 행 수와 최신 표를 각각 확인해야 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30DEDD5F-8ED2-4CD1-A5EA-4926FDDCE7C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C4FF1A18-68E7-4CFD-B006-DE0246D644EA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050</a:t>
            </a:r>
          </a:p>
        </p:txBody>
      </p:sp>
    </p:spTree>
    <p:extLst>
      <p:ext uri="{BB962C8B-B14F-4D97-AF65-F5344CB8AC3E}">
        <ns4:creationId val="371988081"/>
      </p:ext>
    </p:extLst>
  </p:cSld>
</p:sld>
</file>

<file path=ppt/slides/slide5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8" name=""/>
          <p:cNvPicPr>
            <a:picLocks noChangeAspect="1"/>
          </p:cNvPicPr>
          <p:nvPr/>
        </p:nvPicPr>
        <p:blipFill>
          <a:blip r:embed="Rf4505874d34d4f9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86C76D8-9C33-412D-9CA4-6827506B8D5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코드와 실행</a:t>
            </a:r>
          </a:p>
        </p:txBody>
      </p:sp>
      <p:sp>
        <p:nvSpPr>
          <p:cNvPr id="3" name="">
            <a:extLst>
              <a:ext uri="{FF2B5EF4-FFF2-40B4-BE49-F238E27FC236}">
                <ns3:creationId id="{EDB24E86-344B-4910-9EE1-6234140ABDE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 변환 코드 예제</a:t>
            </a:r>
          </a:p>
        </p:txBody>
      </p:sp>
      <p:sp>
        <p:nvSpPr>
          <p:cNvPr id="4" name="">
            <a:extLst>
              <a:ext uri="{FF2B5EF4-FFF2-40B4-BE49-F238E27FC236}">
                <ns3:creationId id="{4A79EF75-ECE3-4317-A2FB-D498C0ECBBD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C4090BA9-EC93-45BC-9B5B-CBB6AFEFD24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3381375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FDD3F7E3-2455-4878-A95F-F35BD29AA7B6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33E875C9-821A-41B5-B586-99AD147D0D62}"/>
              </a:ext>
            </a:extLst>
          </p:cNvPr>
          <p:cNvSpPr>
            <a:spLocks noGrp="1"/>
          </p:cNvSpPr>
          <p:nvPr/>
        </p:nvSpPr>
        <p:spPr>
          <a:xfrm>
            <a:off x="1257300" y="204787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import csv, io, json</a:t>
            </a:r>
          </a:p>
        </p:txBody>
      </p:sp>
      <p:sp>
        <p:nvSpPr>
          <p:cNvPr id="8" name="">
            <a:extLst>
              <a:ext uri="{FF2B5EF4-FFF2-40B4-BE49-F238E27FC236}">
                <ns3:creationId id="{66A0BEFC-29FD-4FCF-8476-1BB1997A6745}"/>
              </a:ext>
            </a:extLst>
          </p:cNvPr>
          <p:cNvSpPr>
            <a:spLocks noGrp="1"/>
          </p:cNvSpPr>
          <p:nvPr/>
        </p:nvSpPr>
        <p:spPr>
          <a:xfrm>
            <a:off x="838200" y="238601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53C541CD-979C-4A08-AD91-C7A871657C72}"/>
              </a:ext>
            </a:extLst>
          </p:cNvPr>
          <p:cNvSpPr>
            <a:spLocks noGrp="1"/>
          </p:cNvSpPr>
          <p:nvPr/>
        </p:nvSpPr>
        <p:spPr>
          <a:xfrm>
            <a:off x="1257300" y="235743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source = "sensor_id,temperature_c\nS05,0\nS06,\n"</a:t>
            </a:r>
          </a:p>
        </p:txBody>
      </p:sp>
      <p:sp>
        <p:nvSpPr>
          <p:cNvPr id="10" name="">
            <a:extLst>
              <a:ext uri="{FF2B5EF4-FFF2-40B4-BE49-F238E27FC236}">
                <ns3:creationId id="{F7C53CCF-DD72-4E7F-8F83-C3F33226802E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803D9C88-0339-434B-8C04-45F080587106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rows = list(csv.DictReader(io.StringIO(source)))</a:t>
            </a:r>
          </a:p>
        </p:txBody>
      </p:sp>
      <p:sp>
        <p:nvSpPr>
          <p:cNvPr id="12" name="">
            <a:extLst>
              <a:ext uri="{FF2B5EF4-FFF2-40B4-BE49-F238E27FC236}">
                <ns3:creationId id="{2D1CEB4E-62DD-44AF-A965-66E707F27828}"/>
              </a:ext>
            </a:extLst>
          </p:cNvPr>
          <p:cNvSpPr>
            <a:spLocks noGrp="1"/>
          </p:cNvSpPr>
          <p:nvPr/>
        </p:nvSpPr>
        <p:spPr>
          <a:xfrm>
            <a:off x="838200" y="3005138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B62B3297-9AD5-468D-8CA6-4891061B7585}"/>
              </a:ext>
            </a:extLst>
          </p:cNvPr>
          <p:cNvSpPr>
            <a:spLocks noGrp="1"/>
          </p:cNvSpPr>
          <p:nvPr/>
        </p:nvSpPr>
        <p:spPr>
          <a:xfrm>
            <a:off x="1257300" y="2976563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for row in rows:</a:t>
            </a:r>
          </a:p>
        </p:txBody>
      </p:sp>
      <p:sp>
        <p:nvSpPr>
          <p:cNvPr id="14" name="">
            <a:extLst>
              <a:ext uri="{FF2B5EF4-FFF2-40B4-BE49-F238E27FC236}">
                <ns3:creationId id="{79811B0E-7EFA-48DC-A530-D80C9DF64D7A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15" name="">
            <a:extLst>
              <a:ext uri="{FF2B5EF4-FFF2-40B4-BE49-F238E27FC236}">
                <ns3:creationId id="{8A63172E-2B10-4C24-BD8A-750EC16F098D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text = row["temperature_c"].strip()</a:t>
            </a:r>
          </a:p>
        </p:txBody>
      </p:sp>
      <p:sp>
        <p:nvSpPr>
          <p:cNvPr id="16" name="">
            <a:extLst>
              <a:ext uri="{FF2B5EF4-FFF2-40B4-BE49-F238E27FC236}">
                <ns3:creationId id="{51590575-8269-4293-8691-B92A899955A6}"/>
              </a:ext>
            </a:extLst>
          </p:cNvPr>
          <p:cNvSpPr>
            <a:spLocks noGrp="1"/>
          </p:cNvSpPr>
          <p:nvPr/>
        </p:nvSpPr>
        <p:spPr>
          <a:xfrm>
            <a:off x="838200" y="362426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17" name="">
            <a:extLst>
              <a:ext uri="{FF2B5EF4-FFF2-40B4-BE49-F238E27FC236}">
                <ns3:creationId id="{496C464C-E21F-446A-B0D6-D4444A7A82FD}"/>
              </a:ext>
            </a:extLst>
          </p:cNvPr>
          <p:cNvSpPr>
            <a:spLocks noGrp="1"/>
          </p:cNvSpPr>
          <p:nvPr/>
        </p:nvSpPr>
        <p:spPr>
          <a:xfrm>
            <a:off x="1257300" y="359568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value = None if text == "" else float(text)</a:t>
            </a:r>
          </a:p>
        </p:txBody>
      </p:sp>
      <p:sp>
        <p:nvSpPr>
          <p:cNvPr id="18" name="">
            <a:extLst>
              <a:ext uri="{FF2B5EF4-FFF2-40B4-BE49-F238E27FC236}">
                <ns3:creationId id="{05734A99-1930-4E58-A49D-52E0B8928EAB}"/>
              </a:ext>
            </a:extLst>
          </p:cNvPr>
          <p:cNvSpPr>
            <a:spLocks noGrp="1"/>
          </p:cNvSpPr>
          <p:nvPr/>
        </p:nvSpPr>
        <p:spPr>
          <a:xfrm>
            <a:off x="838200" y="3933825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19" name="">
            <a:extLst>
              <a:ext uri="{FF2B5EF4-FFF2-40B4-BE49-F238E27FC236}">
                <ns3:creationId id="{D8B7470B-4B1D-4451-B998-705CE16A5BFD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if value is not None and not 0 &lt;= value &lt;= 50:</a:t>
            </a:r>
          </a:p>
        </p:txBody>
      </p:sp>
      <p:sp>
        <p:nvSpPr>
          <p:cNvPr id="20" name="">
            <a:extLst>
              <a:ext uri="{FF2B5EF4-FFF2-40B4-BE49-F238E27FC236}">
                <ns3:creationId id="{0C56A42B-DD12-419C-94CB-7A2EABA63C25}"/>
              </a:ext>
            </a:extLst>
          </p:cNvPr>
          <p:cNvSpPr>
            <a:spLocks noGrp="1"/>
          </p:cNvSpPr>
          <p:nvPr/>
        </p:nvSpPr>
        <p:spPr>
          <a:xfrm>
            <a:off x="838200" y="4243388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08</a:t>
            </a:r>
          </a:p>
        </p:txBody>
      </p:sp>
      <p:sp>
        <p:nvSpPr>
          <p:cNvPr id="21" name="">
            <a:extLst>
              <a:ext uri="{FF2B5EF4-FFF2-40B4-BE49-F238E27FC236}">
                <ns3:creationId id="{430C105B-35B1-4913-81EF-67DA8E06D485}"/>
              </a:ext>
            </a:extLst>
          </p:cNvPr>
          <p:cNvSpPr>
            <a:spLocks noGrp="1"/>
          </p:cNvSpPr>
          <p:nvPr/>
        </p:nvSpPr>
        <p:spPr>
          <a:xfrm>
            <a:off x="1257300" y="4214813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    raise ValueError("invalid temperature")</a:t>
            </a:r>
          </a:p>
        </p:txBody>
      </p:sp>
      <p:sp>
        <p:nvSpPr>
          <p:cNvPr id="22" name="">
            <a:extLst>
              <a:ext uri="{FF2B5EF4-FFF2-40B4-BE49-F238E27FC236}">
                <ns3:creationId id="{CA6E79DB-84EF-487D-8BE2-F5EF88DE89BA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09</a:t>
            </a:r>
          </a:p>
        </p:txBody>
      </p:sp>
      <p:sp>
        <p:nvSpPr>
          <p:cNvPr id="23" name="">
            <a:extLst>
              <a:ext uri="{FF2B5EF4-FFF2-40B4-BE49-F238E27FC236}">
                <ns3:creationId id="{2DF76F82-191B-403F-B6F5-0DCD4F93FAE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row["temperature_c"] = value</a:t>
            </a:r>
          </a:p>
        </p:txBody>
      </p:sp>
      <p:sp>
        <p:nvSpPr>
          <p:cNvPr id="24" name="">
            <a:extLst>
              <a:ext uri="{FF2B5EF4-FFF2-40B4-BE49-F238E27FC236}">
                <ns3:creationId id="{ECF9FFCF-8DBB-4BE6-ABB5-3AFF9A706632}"/>
              </a:ext>
            </a:extLst>
          </p:cNvPr>
          <p:cNvSpPr>
            <a:spLocks noGrp="1"/>
          </p:cNvSpPr>
          <p:nvPr/>
        </p:nvSpPr>
        <p:spPr>
          <a:xfrm>
            <a:off x="838200" y="486251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10</a:t>
            </a:r>
          </a:p>
        </p:txBody>
      </p:sp>
      <p:sp>
        <p:nvSpPr>
          <p:cNvPr id="25" name="">
            <a:extLst>
              <a:ext uri="{FF2B5EF4-FFF2-40B4-BE49-F238E27FC236}">
                <ns3:creationId id="{D5090075-346A-4892-A8A7-09C738F951BA}"/>
              </a:ext>
            </a:extLst>
          </p:cNvPr>
          <p:cNvSpPr>
            <a:spLocks noGrp="1"/>
          </p:cNvSpPr>
          <p:nvPr/>
        </p:nvSpPr>
        <p:spPr>
          <a:xfrm>
            <a:off x="1257300" y="483393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print(json.dumps(rows))</a:t>
            </a:r>
          </a:p>
        </p:txBody>
      </p:sp>
      <p:sp>
        <p:nvSpPr>
          <p:cNvPr id="26" name="">
            <a:extLst>
              <a:ext uri="{FF2B5EF4-FFF2-40B4-BE49-F238E27FC236}">
                <ns3:creationId id="{1D2B0821-B0AE-4F13-9029-3B701D3BA65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27" name="">
            <a:extLst>
              <a:ext uri="{FF2B5EF4-FFF2-40B4-BE49-F238E27FC236}">
                <ns3:creationId id="{0C12BA22-DD14-4CCC-A098-7B28A5913FF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051</a:t>
            </a:r>
          </a:p>
        </p:txBody>
      </p:sp>
    </p:spTree>
    <p:extLst>
      <p:ext uri="{BB962C8B-B14F-4D97-AF65-F5344CB8AC3E}">
        <ns4:creationId val="980470129"/>
      </p:ext>
    </p:extLst>
  </p:cSld>
</p:sld>
</file>

<file path=ppt/slides/slide5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ea10a6b196e3467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A9C3D88-0153-4067-957A-426B05E2201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60DBF0BF-3877-4E85-A8B7-4FA05821B80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코드의 줄별 역할</a:t>
            </a:r>
          </a:p>
        </p:txBody>
      </p:sp>
      <p:sp>
        <p:nvSpPr>
          <p:cNvPr id="4" name="">
            <a:extLst>
              <a:ext uri="{FF2B5EF4-FFF2-40B4-BE49-F238E27FC236}">
                <ns3:creationId id="{001D0120-AD7C-4012-82DD-07C874B33D7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8E69A896-931A-408A-BE58-7B017B6CA89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1행은 CSV·문자열 읽기·JSON 도구를 불러옵니다.</a:t>
            </a:r>
          </a:p>
        </p:txBody>
      </p:sp>
      <p:sp>
        <p:nvSpPr>
          <p:cNvPr id="6" name="">
            <a:extLst>
              <a:ext uri="{FF2B5EF4-FFF2-40B4-BE49-F238E27FC236}">
                <ns3:creationId id="{0C36E996-8D85-43D7-A1A8-F6D81A9DAB7B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2~3행은 문자열 CSV를 읽고 열 이름으로 찾을 수 있는 행 목록을 만듭니다.</a:t>
            </a:r>
          </a:p>
        </p:txBody>
      </p:sp>
      <p:sp>
        <p:nvSpPr>
          <p:cNvPr id="7" name="">
            <a:extLst>
              <a:ext uri="{FF2B5EF4-FFF2-40B4-BE49-F238E27FC236}">
                <ns3:creationId id="{18E6B17D-14D3-4F64-B964-4779860555D8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817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4~6행은 행마다 .strip()으로 공백을 빼고 빈칸이면 None, 아니면 float입니다.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9D7A3C28-71CD-4B59-BFBC-8D6938E85049}"/>
              </a:ext>
            </a:extLst>
          </p:cNvPr>
          <p:cNvSpPr>
            <a:spLocks noGrp="1"/>
          </p:cNvSpPr>
          <p:nvPr/>
        </p:nvSpPr>
        <p:spPr>
          <a:xfrm>
            <a:off x="685800" y="39776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7~9행은 누락 아닌 값의 범위를 검사하고 [열이름]의 값을 바꿉니다.</a:t>
            </a:r>
          </a:p>
        </p:txBody>
      </p:sp>
      <p:sp>
        <p:nvSpPr>
          <p:cNvPr id="9" name="">
            <a:extLst>
              <a:ext uri="{FF2B5EF4-FFF2-40B4-BE49-F238E27FC236}">
                <ns3:creationId id="{66E09AAE-EE82-43F9-BE05-64C87839981C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817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10행의 json.dumps는 Python 값을 JSON 문자열로 바꾸고 print로 출력합니다.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A84BD07A-37A7-4882-909A-47C929E65CF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B6248822-62F9-42A3-AB62-B2EB2D9CD0F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052</a:t>
            </a:r>
          </a:p>
        </p:txBody>
      </p:sp>
    </p:spTree>
    <p:extLst>
      <p:ext uri="{BB962C8B-B14F-4D97-AF65-F5344CB8AC3E}">
        <ns4:creationId val="2110764450"/>
      </p:ext>
    </p:extLst>
  </p:cSld>
</p:sld>
</file>

<file path=ppt/slides/slide5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6aa8fe7d0d2c48d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6DD3534-92BE-4040-BABA-CC9E7BB423E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6FF997F4-C00B-4612-BA08-12A1B59426B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파일과 실행 명령</a:t>
            </a:r>
          </a:p>
        </p:txBody>
      </p:sp>
      <p:sp>
        <p:nvSpPr>
          <p:cNvPr id="4" name="">
            <a:extLst>
              <a:ext uri="{FF2B5EF4-FFF2-40B4-BE49-F238E27FC236}">
                <ns3:creationId id="{88C2D6C5-4D52-451A-AA4F-71300C5405E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78C2F126-4965-4957-8A82-F7A73FFF0514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폴더: 압축을 푼 course</a:t>
            </a:r>
          </a:p>
        </p:txBody>
      </p:sp>
      <p:sp>
        <p:nvSpPr>
          <p:cNvPr id="6" name="">
            <a:extLst>
              <a:ext uri="{FF2B5EF4-FFF2-40B4-BE49-F238E27FC236}">
                <ns3:creationId id="{18377A5B-3422-4172-B479-379509D253F8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화면의 짧은 코드 전체를 편집기에 입력하고 Ctrl+S로 저장합니다.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55696D62-3BB3-49D5-8AB0-DFA5A8D1078A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파일: work/csv_trace.py</a:t>
            </a:r>
          </a:p>
        </p:txBody>
      </p:sp>
      <p:sp>
        <p:nvSpPr>
          <p:cNvPr id="8" name="">
            <a:extLst>
              <a:ext uri="{FF2B5EF4-FFF2-40B4-BE49-F238E27FC236}">
                <ns3:creationId id="{AF013957-7632-4820-B7D9-035EB7DAC63E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python -X utf8 work/csv_trace.py</a:t>
            </a:r>
          </a:p>
        </p:txBody>
      </p:sp>
      <p:sp>
        <p:nvSpPr>
          <p:cNvPr id="9" name="">
            <a:extLst>
              <a:ext uri="{FF2B5EF4-FFF2-40B4-BE49-F238E27FC236}">
                <ns3:creationId id="{D21D2060-DD17-48EE-B6E5-E9E13537F8EF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명령은 편집기에 쓰지 않고 course 터미널에 입력합니다.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D5B6D770-A591-4425-8065-EB2508764C4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B2B7423E-AFCA-43A3-879A-26A110C7C34C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053</a:t>
            </a:r>
          </a:p>
        </p:txBody>
      </p:sp>
    </p:spTree>
    <p:extLst>
      <p:ext uri="{BB962C8B-B14F-4D97-AF65-F5344CB8AC3E}">
        <ns4:creationId val="1602075440"/>
      </p:ext>
    </p:extLst>
  </p:cSld>
</p:sld>
</file>

<file path=ppt/slides/slide5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212642e385694f5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5D65029-415A-4629-9AEB-407B4C8E826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40CD2AE5-293B-4649-876B-00491309EB0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8AF03414-DD5D-4D83-8F93-06E4CDB5FEB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5E565FD5-43A5-49CC-85F8-E960CE3E880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S05의 0 → 숫자 0.0</a:t>
            </a:r>
          </a:p>
        </p:txBody>
      </p:sp>
      <p:sp>
        <p:nvSpPr>
          <p:cNvPr id="6" name="">
            <a:extLst>
              <a:ext uri="{FF2B5EF4-FFF2-40B4-BE49-F238E27FC236}">
                <ns3:creationId id="{560D702A-2F9C-4825-BD9A-B73D4BA8D98E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S06의 빈칸 → JSON null</a:t>
            </a:r>
          </a:p>
        </p:txBody>
      </p:sp>
      <p:sp>
        <p:nvSpPr>
          <p:cNvPr id="7" name="">
            <a:extLst>
              <a:ext uri="{FF2B5EF4-FFF2-40B4-BE49-F238E27FC236}">
                <ns3:creationId id="{15B28398-BB0F-42D2-B4EF-1ED9E3962290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실제 참고 코드에는 JSON 출력 줄이 있습니다.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0ED610CD-D6CE-49BE-B329-3A490BC6CF2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8FBAF91E-A9DA-4970-8288-4AC7B72DBBB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054</a:t>
            </a:r>
          </a:p>
        </p:txBody>
      </p:sp>
    </p:spTree>
    <p:extLst>
      <p:ext uri="{BB962C8B-B14F-4D97-AF65-F5344CB8AC3E}">
        <ns4:creationId val="566765318"/>
      </p:ext>
    </p:extLst>
  </p:cSld>
</p:sld>
</file>

<file path=ppt/slides/slide5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df15e160538a4b0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03060BB-54EE-4FBD-91AE-1CF86186767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3B951DEC-DAEF-472E-8DD0-F160BABFB54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제공 CSV 변환 코드 사용</a:t>
            </a:r>
          </a:p>
        </p:txBody>
      </p:sp>
      <p:sp>
        <p:nvSpPr>
          <p:cNvPr id="4" name="">
            <a:extLst>
              <a:ext uri="{FF2B5EF4-FFF2-40B4-BE49-F238E27FC236}">
                <ns3:creationId id="{C10A72A7-E8D1-4125-9837-41B527BA927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3675023-C713-4238-B71C-26337E8A02C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code/csv_value_trace.py를 work에 같은 이름으로 복사합니다.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4AEAB51A-8AF1-4492-950B-7C32B5922226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course: python -X utf8 work/csv_value_trace.py</a:t>
            </a:r>
          </a:p>
        </p:txBody>
      </p:sp>
      <p:sp>
        <p:nvSpPr>
          <p:cNvPr id="7" name="">
            <a:extLst>
              <a:ext uri="{FF2B5EF4-FFF2-40B4-BE49-F238E27FC236}">
                <ns3:creationId id="{55A0F829-12A4-4DA0-BB34-E19E86F534BA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S05 0은 숫자0.0, S06 빈칸은 null, S07 24.0은 숫자24.0입니다.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6E3EF913-CCCA-42C8-BC62-BC17BC537EC3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코드 안 문자열이 CSV 입력입니다. 실제 센서 통신을 하지 않습니다.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C7024E94-51D3-48BF-88EF-32511655D6D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E93DE07-1B00-4984-8A45-38B1B445B7E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055</a:t>
            </a:r>
          </a:p>
        </p:txBody>
      </p:sp>
    </p:spTree>
    <p:extLst>
      <p:ext uri="{BB962C8B-B14F-4D97-AF65-F5344CB8AC3E}">
        <ns4:creationId val="2063409671"/>
      </p:ext>
    </p:extLst>
  </p:cSld>
</p:sld>
</file>

<file path=ppt/slides/slide5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43750565c804229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8BD4FEE-1017-4686-A672-7BE0EFCBCE4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EAD552F4-02FF-4879-B2EF-E2AF8E43658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CSV 코드의 변환과 검사</a:t>
            </a:r>
          </a:p>
        </p:txBody>
      </p:sp>
      <p:sp>
        <p:nvSpPr>
          <p:cNvPr id="4" name="">
            <a:extLst>
              <a:ext uri="{FF2B5EF4-FFF2-40B4-BE49-F238E27FC236}">
                <ns3:creationId id="{A7933B7F-E352-4322-88DB-9026C6F28EC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627392F-DE7B-49C3-BF27-C6D0250EDD2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DictReader는 첫 줄의 열 이름으로 각 셀을 찾습니다.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8EBAE26B-10BA-444D-9122-3CBC9E6A9A7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strip()은 셀 앞뒤 공백을 없앱니다.</a:t>
            </a:r>
          </a:p>
        </p:txBody>
      </p:sp>
      <p:sp>
        <p:nvSpPr>
          <p:cNvPr id="7" name="">
            <a:extLst>
              <a:ext uri="{FF2B5EF4-FFF2-40B4-BE49-F238E27FC236}">
                <ns3:creationId id="{F43F2D5C-7624-4915-9FE3-5F60AFCFDCCC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빈칸이면 None, 그 외에는 float로 숫자로 바꿉니다.</a:t>
            </a:r>
          </a:p>
        </p:txBody>
      </p:sp>
      <p:sp>
        <p:nvSpPr>
          <p:cNvPr id="8" name="">
            <a:extLst>
              <a:ext uri="{FF2B5EF4-FFF2-40B4-BE49-F238E27FC236}">
                <ns3:creationId id="{5EEFA20F-DB09-471F-A2ED-B9E1503F4BBF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math.isfinite와 0~50 검사는 NaN·무한대·범위 밖 숫자를 거절합니다.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37EDB944-C8AB-42C1-981C-EE336C0DBF3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7292510-5613-4CA4-AA6B-86DDEF12EA2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056</a:t>
            </a:r>
          </a:p>
        </p:txBody>
      </p:sp>
    </p:spTree>
    <p:extLst>
      <p:ext uri="{BB962C8B-B14F-4D97-AF65-F5344CB8AC3E}">
        <ns4:creationId val="750172142"/>
      </p:ext>
    </p:extLst>
  </p:cSld>
</p:sld>
</file>

<file path=ppt/slides/slide5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89361fa6f094bd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D3CD869-A415-42D0-A365-A5AD76125C2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E09880C0-2C65-4B3D-8156-21B69A4630B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한 기록 전송하기</a:t>
            </a:r>
          </a:p>
        </p:txBody>
      </p:sp>
      <p:sp>
        <p:nvSpPr>
          <p:cNvPr id="4" name="">
            <a:extLst>
              <a:ext uri="{FF2B5EF4-FFF2-40B4-BE49-F238E27FC236}">
                <ns3:creationId id="{D1DC2082-218B-4ED1-97C7-6B31F9827B0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56846810-E973-4354-957B-732151FB2AF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code/send_sample.py를 work/send_sample.py로 복사합니다.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519EF074-DD24-438D-89A9-1EF82B47F3E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전송 입력은 data/new_reading.json의 S01·24.2 기록입니다.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6FD03E60-0245-4B4E-9C3F-30CC5F6B299D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course: python -X utf8 work/send_sample.py</a:t>
            </a:r>
          </a:p>
        </p:txBody>
      </p:sp>
      <p:sp>
        <p:nvSpPr>
          <p:cNvPr id="8" name="">
            <a:extLst>
              <a:ext uri="{FF2B5EF4-FFF2-40B4-BE49-F238E27FC236}">
                <ns3:creationId id="{AC4830A8-9216-4F79-970B-BBF0DBCFAE53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상태에서 201과 accepted:1, count:6이 출력됩니다.</a:t>
            </a:r>
          </a:p>
        </p:txBody>
      </p:sp>
      <p:sp>
        <p:nvSpPr>
          <p:cNvPr id="9" name="">
            <a:extLst>
              <a:ext uri="{FF2B5EF4-FFF2-40B4-BE49-F238E27FC236}">
                <ns3:creationId id="{4564CDCF-0E19-41B1-92EE-29E5BEDD036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CE27FED2-66EE-4CE6-8CE5-5FA95B32150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057</a:t>
            </a:r>
          </a:p>
        </p:txBody>
      </p:sp>
    </p:spTree>
    <p:extLst>
      <p:ext uri="{BB962C8B-B14F-4D97-AF65-F5344CB8AC3E}">
        <ns4:creationId val="1687299172"/>
      </p:ext>
    </p:extLst>
  </p:cSld>
</p:sld>
</file>

<file path=ppt/slides/slide5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6b195ed0bf8248f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6004DA93-B41B-44E9-9317-F1DADEF5D7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4BB85876-C588-42DB-A950-0B0C895CC29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3교시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988431C5-0C9A-4403-A2F7-6552D230514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수신한 기록을 화면에서 찾기</a:t>
            </a:r>
          </a:p>
        </p:txBody>
      </p:sp>
      <p:sp>
        <p:nvSpPr>
          <p:cNvPr id="5" name="">
            <a:extLst>
              <a:ext uri="{FF2B5EF4-FFF2-40B4-BE49-F238E27FC236}">
                <ns3:creationId id="{4ABDD19C-CEF0-4391-B4B7-74B9B96FC6B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E9B7B72B-9FBA-476C-8C7D-80E4B0282D2A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FC7DFA46-AF8D-4FDC-A5EB-B7B673C4D606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API 다시 읽기를 누르고 이력이 6건인지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86AFA960-5688-44BE-93DB-2439602C035D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5A27D071-3632-4524-9890-66DC79C8DBCC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보낸 sensor_id·temperature_c·measured_at을 목록과 대조합니다.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BFB1B0F4-47D3-420A-A9B7-FFC0253C21A2}"/>
              </a:ext>
            </a:extLst>
          </p:cNvPr>
          <p:cNvSpPr>
            <a:spLocks noGrp="1"/>
          </p:cNvSpPr>
          <p:nvPr/>
        </p:nvSpPr>
        <p:spPr>
          <a:xfrm>
            <a:off x="685800" y="345376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8F9F2811-8958-4F6B-BD20-7BE4460B78F1}"/>
              </a:ext>
            </a:extLst>
          </p:cNvPr>
          <p:cNvSpPr>
            <a:spLocks noGrp="1"/>
          </p:cNvSpPr>
          <p:nvPr/>
        </p:nvSpPr>
        <p:spPr>
          <a:xfrm>
            <a:off x="1209675" y="345376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제공 새 기록은 이전 S01과 같은 10:10:00 시각입니다.</a:t>
            </a:r>
          </a:p>
        </p:txBody>
      </p:sp>
      <p:sp>
        <p:nvSpPr>
          <p:cNvPr id="12" name="">
            <a:extLst>
              <a:ext uri="{FF2B5EF4-FFF2-40B4-BE49-F238E27FC236}">
                <ns3:creationId id="{5F134E7C-976A-4D4C-A239-8CAD19A95DED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3AA93719-16C0-4FEF-8FA2-95B4D772812B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현재 코드가 같은 시각의 뒤 기록을 선택해 최신값은 24.2가 됩니다.</a:t>
            </a:r>
          </a:p>
        </p:txBody>
      </p:sp>
      <p:sp>
        <p:nvSpPr>
          <p:cNvPr id="14" name="">
            <a:extLst>
              <a:ext uri="{FF2B5EF4-FFF2-40B4-BE49-F238E27FC236}">
                <ns3:creationId id="{2385C384-8A99-4479-9903-C4E35E138C0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839C818A-7B31-428C-B0FF-425B8290CAA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058</a:t>
            </a:r>
          </a:p>
        </p:txBody>
      </p:sp>
    </p:spTree>
    <p:extLst>
      <p:ext uri="{BB962C8B-B14F-4D97-AF65-F5344CB8AC3E}">
        <ns4:creationId val="322778806"/>
      </p:ext>
    </p:extLst>
  </p:cSld>
</p:sld>
</file>

<file path=ppt/slides/slide5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ed74491b15b9455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04F62E5-8D16-4F90-BC2A-A86D4F1DECE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363A803F-C415-4E9F-B05B-CA9BF24B74E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과거 기록과 같은 시각의 기록</a:t>
            </a:r>
          </a:p>
        </p:txBody>
      </p:sp>
      <p:sp>
        <p:nvSpPr>
          <p:cNvPr id="4" name="">
            <a:extLst>
              <a:ext uri="{FF2B5EF4-FFF2-40B4-BE49-F238E27FC236}">
                <ns3:creationId id="{72C40DB0-E8E0-4481-8A84-BCFC41413DF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C3A6B99B-DCCF-4E4C-9F73-6304B7E1095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 선택은 measured_at이 더 크거나 같으면 뒤 행을 채택합니다.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071BAEA0-70E3-48A2-931C-E344956F6EF1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같은 시각의 제공 24.2 기록은 최신 표를 바꿉니다.</a:t>
            </a:r>
          </a:p>
        </p:txBody>
      </p:sp>
      <p:sp>
        <p:nvSpPr>
          <p:cNvPr id="7" name="">
            <a:extLst>
              <a:ext uri="{FF2B5EF4-FFF2-40B4-BE49-F238E27FC236}">
                <ns3:creationId id="{D83ECB02-32AC-4CCC-BCC3-4B10DB661B3A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시각을 10:09:00으로 바꾼 기록은 이력에만 추가됩니다.</a:t>
            </a:r>
          </a:p>
        </p:txBody>
      </p:sp>
      <p:sp>
        <p:nvSpPr>
          <p:cNvPr id="8" name="">
            <a:extLst>
              <a:ext uri="{FF2B5EF4-FFF2-40B4-BE49-F238E27FC236}">
                <ns3:creationId id="{34C4A263-55C2-4BB0-AA63-E08074C64BA3}"/>
              </a:ext>
            </a:extLst>
          </p:cNvPr>
          <p:cNvSpPr>
            <a:spLocks noGrp="1"/>
          </p:cNvSpPr>
          <p:nvPr/>
        </p:nvSpPr>
        <p:spPr>
          <a:xfrm>
            <a:off x="685800" y="357759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201은 수락 결과입니다. 최신 표의 변화는 시각 규칙도 봐야 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1D1147A5-5461-4A1D-9334-136E8F79469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B85C13CF-E320-457D-BA3B-D2972C04F57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059</a:t>
            </a:r>
          </a:p>
        </p:txBody>
      </p:sp>
    </p:spTree>
    <p:extLst>
      <p:ext uri="{BB962C8B-B14F-4D97-AF65-F5344CB8AC3E}">
        <ns4:creationId val="1246327931"/>
      </p:ext>
    </p:extLst>
  </p:cSld>
</p:sld>
</file>

<file path=ppt/slides/slide6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c953f62e2e31494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7BF2512-1BCE-4A63-AC26-4328FD4B96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85842E47-77DA-4DEA-AD78-6DEBC065DCC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3교시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DB6B6713-FDF6-47CD-B4B2-5975DDDC4DD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BC5AAED8-2051-4EE3-B57A-3C6E17499C9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8ACEFF32-80C9-4D6C-8F8F-CAB21BFDD8F1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C31A33E5-7855-4984-AE4F-35C7FC687E8D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CSV 셀: "0", 빈칸, "null", "51", "24.0"</a:t>
            </a:r>
          </a:p>
        </p:txBody>
      </p:sp>
      <p:sp>
        <p:nvSpPr>
          <p:cNvPr id="8" name="">
            <a:extLst>
              <a:ext uri="{FF2B5EF4-FFF2-40B4-BE49-F238E27FC236}">
                <ns3:creationId id="{0873D447-89FB-4E51-9A72-4FF91C92FC18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DF3FB051-6D90-4266-B620-48F7321635BB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숫자·미측정·거절로 분류하세요.</a:t>
            </a:r>
          </a:p>
        </p:txBody>
      </p:sp>
      <p:sp>
        <p:nvSpPr>
          <p:cNvPr id="10" name="">
            <a:extLst>
              <a:ext uri="{FF2B5EF4-FFF2-40B4-BE49-F238E27FC236}">
                <ns3:creationId id="{0DA97C26-9935-4931-B4B3-BBB9FCF183D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726B8B95-BF8C-4B7F-9448-52690C144A7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060</a:t>
            </a:r>
          </a:p>
        </p:txBody>
      </p:sp>
    </p:spTree>
    <p:extLst>
      <p:ext uri="{BB962C8B-B14F-4D97-AF65-F5344CB8AC3E}">
        <ns4:creationId val="558409200"/>
      </p:ext>
    </p:extLst>
  </p:cSld>
</p:sld>
</file>

<file path=ppt/slides/slide6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38b4d8a3b89a4909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F773AC8-8F36-48AC-BFFB-D96A1E30EE0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C7AB23B5-9C45-4B08-9236-DC3C6F9AEB7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E3E8E4DB-38D1-4EBF-A70E-0629C24A560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6AD5DB6-E136-40AF-A3A9-7C327568062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숫자: 0.0, 24.0 · 미측정: null</a:t>
            </a:r>
          </a:p>
        </p:txBody>
      </p:sp>
      <p:sp>
        <p:nvSpPr>
          <p:cNvPr id="6" name="">
            <a:extLst>
              <a:ext uri="{FF2B5EF4-FFF2-40B4-BE49-F238E27FC236}">
                <ns3:creationId id="{D81ED156-0EC9-4E29-9356-FDAD85A2F0E8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거절: 문자 null, 범위 밖 51</a:t>
            </a:r>
          </a:p>
        </p:txBody>
      </p:sp>
      <p:sp>
        <p:nvSpPr>
          <p:cNvPr id="7" name="">
            <a:extLst>
              <a:ext uri="{FF2B5EF4-FFF2-40B4-BE49-F238E27FC236}">
                <ns3:creationId id="{CB1520AB-3F39-49D4-9F9C-065770E95F77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정한 변환 규칙 없이 값을 바꾸지 않습니다.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1441EC19-B47D-43FB-AE2A-F736994FF3D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5FA88194-130C-459E-9088-73F91D67BF2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061</a:t>
            </a:r>
          </a:p>
        </p:txBody>
      </p:sp>
    </p:spTree>
    <p:extLst>
      <p:ext uri="{BB962C8B-B14F-4D97-AF65-F5344CB8AC3E}">
        <ns4:creationId val="540427926"/>
      </p:ext>
    </p:extLst>
  </p:cSld>
</p:sld>
</file>

<file path=ppt/slides/slide6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6b92be5938b24527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1D1F33F-64C1-4E10-80B5-6F11127BB8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DCA6E96E-E067-41D0-89CF-1315AAB02A6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3교시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C9453C69-FCE4-4075-979C-B4611FA7D31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C63F0999-B37D-489C-A1A5-BEC22FE450B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E3E98533-FB91-4DFB-8C6C-4A2C45F72AFD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5B84CCFA-319A-4E59-A02E-174269133046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참고 코드의 24.0을 51로 바꿉니다.</a:t>
            </a:r>
          </a:p>
        </p:txBody>
      </p:sp>
      <p:sp>
        <p:nvSpPr>
          <p:cNvPr id="8" name="">
            <a:extLst>
              <a:ext uri="{FF2B5EF4-FFF2-40B4-BE49-F238E27FC236}">
                <ns3:creationId id="{135FA430-8CA2-4178-93A9-9999BAD53080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C69AD7F5-E68F-4112-AB5C-64B4A610B28E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범위 오류 뒤 원문을 24.0으로 복구합니다.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0FC56FB0-03EC-4D02-A5C9-B5558A12664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C7D07A5F-135F-4DBA-A5FD-ED88A2DB3BB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062</a:t>
            </a:r>
          </a:p>
        </p:txBody>
      </p:sp>
    </p:spTree>
    <p:extLst>
      <p:ext uri="{BB962C8B-B14F-4D97-AF65-F5344CB8AC3E}">
        <ns4:creationId val="768915032"/>
      </p:ext>
    </p:extLst>
  </p:cSld>
</p:sld>
</file>

<file path=ppt/slides/slide6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3fa441fa2bf04c04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5A33D2D-3AF9-43FB-853A-B95075C741B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3교시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1E1ED69-6B83-4126-8CA7-C1D110A9736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267A4708-15F2-4B9F-A708-599F34AF2F8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CC7C8AE8-7FF2-4CC2-9021-61058A2936B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abc·문자 null: 숫자 변환 오류</a:t>
            </a:r>
          </a:p>
        </p:txBody>
      </p:sp>
      <p:sp>
        <p:nvSpPr>
          <p:cNvPr id="6" name="">
            <a:extLst>
              <a:ext uri="{FF2B5EF4-FFF2-40B4-BE49-F238E27FC236}">
                <ns3:creationId id="{376F0BFA-1BAE-4F54-885B-E234F62AAFB7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NaN: 유한 숫자 검사에서 거절</a:t>
            </a:r>
          </a:p>
        </p:txBody>
      </p:sp>
      <p:sp>
        <p:nvSpPr>
          <p:cNvPr id="7" name="">
            <a:extLst>
              <a:ext uri="{FF2B5EF4-FFF2-40B4-BE49-F238E27FC236}">
                <ns3:creationId id="{3BD99367-0825-4300-8E12-D4922BA64565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99958185-84D6-415A-959A-42DC9788A592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EED072E9-F2F0-4B38-BCB5-D9E1079FB0A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54A74451-AC34-45AC-BCE0-D3D74112903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063</a:t>
            </a:r>
          </a:p>
        </p:txBody>
      </p:sp>
    </p:spTree>
    <p:extLst>
      <p:ext uri="{BB962C8B-B14F-4D97-AF65-F5344CB8AC3E}">
        <ns4:creationId val="1525963437"/>
      </p:ext>
    </p:extLst>
  </p:cSld>
</p:sld>
</file>

<file path=ppt/slides/slide6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97677ba70e79481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3372189-AF5E-4782-A9F8-2C8BCA41164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04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C7D2DF3A-18C6-4FB5-8370-A1137DB3587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필터·평균·이력 해석</a:t>
            </a:r>
          </a:p>
        </p:txBody>
      </p:sp>
      <p:sp>
        <p:nvSpPr>
          <p:cNvPr id="4" name="">
            <a:extLst>
              <a:ext uri="{FF2B5EF4-FFF2-40B4-BE49-F238E27FC236}">
                <ns3:creationId id="{82AD05DB-11BF-432F-8EA9-2449E9C64716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14:00~14:50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DA032914-1F33-488C-83EC-8E74286D7A5D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A10~A12: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2F437D99-FFEA-417F-A14E-654984BE6D8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174A2F73-86CF-42F7-8B04-B34D39D29629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064</a:t>
            </a:r>
          </a:p>
        </p:txBody>
      </p:sp>
    </p:spTree>
    <p:extLst>
      <p:ext uri="{BB962C8B-B14F-4D97-AF65-F5344CB8AC3E}">
        <ns4:creationId val="1500346715"/>
      </p:ext>
    </p:extLst>
  </p:cSld>
</p:sld>
</file>

<file path=ppt/slides/slide6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863880ef57243e4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D8E8F10-29C8-4164-B46F-24FCCD116E3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89F2BF83-3EE9-4ACF-BF12-3FB730438A1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장소 필터와 자료 범위</a:t>
            </a:r>
          </a:p>
        </p:txBody>
      </p:sp>
      <p:sp>
        <p:nvSpPr>
          <p:cNvPr id="4" name="">
            <a:extLst>
              <a:ext uri="{FF2B5EF4-FFF2-40B4-BE49-F238E27FC236}">
                <ns3:creationId id="{0E4639B1-D87C-44B9-8DE4-636D05AC786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F4AFBD9F-0C33-4DF5-A6C6-515B88EA698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창고를 선택하면 창고 이력만 봅니다.</a:t>
            </a:r>
          </a:p>
        </p:txBody>
      </p:sp>
      <p:sp>
        <p:nvSpPr>
          <p:cNvPr id="6" name="">
            <a:extLst>
              <a:ext uri="{FF2B5EF4-FFF2-40B4-BE49-F238E27FC236}">
                <ns3:creationId id="{BF093444-A1B5-40EA-A8B1-D9F68EAF7CD9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 표에도 같은 장소 필터를 적용합니다.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E4297209-D587-4A3C-A424-414AE1CDD42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입구에는 S01 기록이 두 건이므로 이력2건·센서1개입니다.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90395E8D-C871-428B-9C48-9DED7CD8FA5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필터를 전체로 돌리면 제외했던 다른 장소 기록도 다시 나타납니다.</a:t>
            </a:r>
          </a:p>
        </p:txBody>
      </p:sp>
      <p:sp>
        <p:nvSpPr>
          <p:cNvPr id="9" name="">
            <a:extLst>
              <a:ext uri="{FF2B5EF4-FFF2-40B4-BE49-F238E27FC236}">
                <ns3:creationId id="{557F9D1C-2E53-4594-8B2A-D4BA6C6EA8F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BD7E60A-A9F7-46BD-88CA-9E95337FDE43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065</a:t>
            </a:r>
          </a:p>
        </p:txBody>
      </p:sp>
    </p:spTree>
    <p:extLst>
      <p:ext uri="{BB962C8B-B14F-4D97-AF65-F5344CB8AC3E}">
        <ns4:creationId val="1458636202"/>
      </p:ext>
    </p:extLst>
  </p:cSld>
</p:sld>
</file>

<file path=ppt/slides/slide6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993ac4469f784d3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28BEE709-59D6-4CAD-8D3A-F70B39DBB10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05789B0C-B698-4F7D-AD5B-F6A9C4926E3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이력 평균과 최신값</a:t>
            </a:r>
          </a:p>
        </p:txBody>
      </p:sp>
      <p:sp>
        <p:nvSpPr>
          <p:cNvPr id="4" name="">
            <a:extLst>
              <a:ext uri="{FF2B5EF4-FFF2-40B4-BE49-F238E27FC236}">
                <ns3:creationId id="{E4C8C5DA-1BA9-4FDC-ADA5-B349DD06426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BD6AD44-1D78-4063-86DB-D917DAE480E4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센서별 최신값 평균이 아닙니다.</a:t>
            </a:r>
          </a:p>
        </p:txBody>
      </p:sp>
      <p:sp>
        <p:nvSpPr>
          <p:cNvPr id="6" name="">
            <a:extLst>
              <a:ext uri="{FF2B5EF4-FFF2-40B4-BE49-F238E27FC236}">
                <ns3:creationId id="{9D583D0D-428A-4876-8BB9-6216D55C690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같은 센서의 여러 유효 기록도 포함합니다.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D4B19179-17CF-4F36-AF95-C38B18C88D8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S01의 22.5와 22.8이 둘 다 평균에 들어갑니다.</a:t>
            </a:r>
          </a:p>
        </p:txBody>
      </p:sp>
      <p:sp>
        <p:nvSpPr>
          <p:cNvPr id="8" name="">
            <a:extLst>
              <a:ext uri="{FF2B5EF4-FFF2-40B4-BE49-F238E27FC236}">
                <ns3:creationId id="{136012FF-3D1F-49C2-B683-5D8462330242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 표에서 보이는 행만 더하면 현재 이력 평균과 달라집니다.</a:t>
            </a:r>
          </a:p>
        </p:txBody>
      </p:sp>
      <p:sp>
        <p:nvSpPr>
          <p:cNvPr id="9" name="">
            <a:extLst>
              <a:ext uri="{FF2B5EF4-FFF2-40B4-BE49-F238E27FC236}">
                <ns3:creationId id="{374C13F5-3E1B-4EE9-A905-CA5138806E5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94C5C443-E7FD-469D-ABB0-9AE95164670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066</a:t>
            </a:r>
          </a:p>
        </p:txBody>
      </p:sp>
    </p:spTree>
    <p:extLst>
      <p:ext uri="{BB962C8B-B14F-4D97-AF65-F5344CB8AC3E}">
        <ns4:creationId val="759208261"/>
      </p:ext>
    </p:extLst>
  </p:cSld>
</p:sld>
</file>

<file path=ppt/slides/slide6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00ba21181a2b46b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601327B-D6F3-45A4-B2F6-AA377A72095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1ABA10C-88AD-4B5C-9151-B4E6281446B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평균의 합계와 분모</a:t>
            </a:r>
          </a:p>
        </p:txBody>
      </p:sp>
      <p:sp>
        <p:nvSpPr>
          <p:cNvPr id="4" name="">
            <a:extLst>
              <a:ext uri="{FF2B5EF4-FFF2-40B4-BE49-F238E27FC236}">
                <ns3:creationId id="{DF51DEC4-1029-460A-9C66-F56F4025952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18D76FC-E68A-4303-9F1F-A9645EBC0136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null은 제외 · 숫자 0은 포함</a:t>
            </a:r>
          </a:p>
        </p:txBody>
      </p:sp>
      <p:sp>
        <p:nvSpPr>
          <p:cNvPr id="6" name="">
            <a:extLst>
              <a:ext uri="{FF2B5EF4-FFF2-40B4-BE49-F238E27FC236}">
                <ns3:creationId id="{E9F6039B-A389-4C82-980E-94C81F243749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유효 숫자 행 수로 나눕니다.</a:t>
            </a:r>
          </a:p>
        </p:txBody>
      </p:sp>
      <p:sp>
        <p:nvSpPr>
          <p:cNvPr id="7" name="">
            <a:extLst>
              <a:ext uri="{FF2B5EF4-FFF2-40B4-BE49-F238E27FC236}">
                <ns3:creationId id="{159AC17A-D2AC-4794-B02D-A5B75C2BA4DD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자료는 22.5+29+0+22.8=74.3을 4로 나눕니다.</a:t>
            </a:r>
          </a:p>
        </p:txBody>
      </p:sp>
      <p:sp>
        <p:nvSpPr>
          <p:cNvPr id="8" name="">
            <a:extLst>
              <a:ext uri="{FF2B5EF4-FFF2-40B4-BE49-F238E27FC236}">
                <ns3:creationId id="{106842A3-9461-4FD8-8AEE-844F5F7AAA6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다섯 행으로 나누면 null도 측정한 것처럼 포함하는 잘못된 계산입니다.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C55E4CD2-2C0B-4A62-BE23-53F692FECEF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D9C02CB-E9A9-44D5-BCFB-D00EB25D8D7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067</a:t>
            </a:r>
          </a:p>
        </p:txBody>
      </p:sp>
    </p:spTree>
    <p:extLst>
      <p:ext uri="{BB962C8B-B14F-4D97-AF65-F5344CB8AC3E}">
        <ns4:creationId val="433543364"/>
      </p:ext>
    </p:extLst>
  </p:cSld>
</p:sld>
</file>

<file path=ppt/slides/slide6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1d4b7d5693047f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674E46F-C30B-4AFC-A624-48DDB27E8CE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CB5C05E-D3A1-4B61-8F73-76D1D8ED208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유효 형식·범위·시각</a:t>
            </a:r>
          </a:p>
        </p:txBody>
      </p:sp>
      <p:sp>
        <p:nvSpPr>
          <p:cNvPr id="4" name="">
            <a:extLst>
              <a:ext uri="{FF2B5EF4-FFF2-40B4-BE49-F238E27FC236}">
                <ns3:creationId id="{3378BB2F-B220-4B0F-942F-B6211F1AEF1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4A89EF27-2488-4428-8003-27D1DC221F7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입력 규칙에 맞고 미래 시각이 아닌 기록</a:t>
            </a:r>
          </a:p>
        </p:txBody>
      </p:sp>
      <p:sp>
        <p:nvSpPr>
          <p:cNvPr id="6" name="">
            <a:extLst>
              <a:ext uri="{FF2B5EF4-FFF2-40B4-BE49-F238E27FC236}">
                <ns3:creationId id="{6BD3AD52-8DF2-49CD-A9A7-A5E95AF649A3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숫자만 평균 계산에 사용합니다.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442F4BB4-147F-4046-9DE3-7A644903CCA5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미래 기록이나 형식 오류는 상태와 통계 계산을 함께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D1BD09D3-5216-4EF7-B3FF-BB67BEE15963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유효 숫자가 하나도 없으면 평균을 0으로 만들지 않고 계산 안 함입니다.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F0F8FE18-BFE3-410D-95E3-2392E4A686C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68A1C7D2-45BA-412C-AA09-E09BFA75EBB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068</a:t>
            </a:r>
          </a:p>
        </p:txBody>
      </p:sp>
    </p:spTree>
    <p:extLst>
      <p:ext uri="{BB962C8B-B14F-4D97-AF65-F5344CB8AC3E}">
        <ns4:creationId val="184948863"/>
      </p:ext>
    </p:extLst>
  </p:cSld>
</p:sld>
</file>

<file path=ppt/slides/slide6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9e783e0a30064a5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D740F75-AF3D-410B-8AE6-F6DB2077F32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84CC492C-19F1-48CA-87F4-7AE156C36FF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평균의 포함 규칙</a:t>
            </a:r>
          </a:p>
        </p:txBody>
      </p:sp>
      <p:sp>
        <p:nvSpPr>
          <p:cNvPr id="4" name="">
            <a:extLst>
              <a:ext uri="{FF2B5EF4-FFF2-40B4-BE49-F238E27FC236}">
                <ns3:creationId id="{41044C2D-7BF3-4109-B4F7-B045E111EEF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020920F2-421C-42A1-9D6D-9A291FB37B37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평균은 유효한 숫자 이력을 사용합니다.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D1D7365F-0D05-4CEF-A06E-5055E665FD17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정지 센서도 포함하므로 현재 가동 센서 평균은 아닙니다.</a:t>
            </a:r>
          </a:p>
        </p:txBody>
      </p:sp>
      <p:sp>
        <p:nvSpPr>
          <p:cNvPr id="7" name="">
            <a:extLst>
              <a:ext uri="{FF2B5EF4-FFF2-40B4-BE49-F238E27FC236}">
                <ns3:creationId id="{DF989019-96F4-4B80-8A81-C565F92B266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active는 작동 상태이고 숫자 온도의 유효성과 다른 항목입니다.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52CFF534-F4DA-47B0-9672-D3135117577D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가동 센서 평균이 필요하면 포함 규칙을 별도로 설계해야 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54D2CE8A-2DA2-4490-9E50-5C57F748B36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811F90B-D488-4B8F-A6C0-4DF8741C614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069</a:t>
            </a:r>
          </a:p>
        </p:txBody>
      </p:sp>
    </p:spTree>
    <p:extLst>
      <p:ext uri="{BB962C8B-B14F-4D97-AF65-F5344CB8AC3E}">
        <ns4:creationId val="1768948982"/>
      </p:ext>
    </p:extLst>
  </p:cSld>
</p:sld>
</file>

<file path=ppt/slides/slide7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1e55311a62d3423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D471114-33F7-4F59-A27E-B78D08A6E10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0C858749-4764-444F-BD4E-2BB44614474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막대 높이와 시간 간격</a:t>
            </a:r>
          </a:p>
        </p:txBody>
      </p:sp>
      <p:sp>
        <p:nvSpPr>
          <p:cNvPr id="4" name="">
            <a:extLst>
              <a:ext uri="{FF2B5EF4-FFF2-40B4-BE49-F238E27FC236}">
                <ns3:creationId id="{313E1D49-9FA0-4FFC-B8F4-8EFD2524EB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C6126D8F-484E-453B-9D69-837CCC67159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막대 높이는 온도입니다.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B642249E-9FD2-4AC1-9AC1-C9653083B2F5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시각과 값은 원문 표에서 함께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E30140FF-81A4-4FDF-98FB-F03B87DD6D8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그래프는 기록을 같은 간격으로 배치합니다.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8D302F20-4DC6-4ECE-809F-9188393AA861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그래프의 간격만 보고 측정 주기가 같았다고 판단하지 않습니다.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F305304A-D08A-4A7B-AD65-5C3E90D79D1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1BA78329-CCEC-42D1-8E9D-E245E1AE88E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070</a:t>
            </a:r>
          </a:p>
        </p:txBody>
      </p:sp>
    </p:spTree>
    <p:extLst>
      <p:ext uri="{BB962C8B-B14F-4D97-AF65-F5344CB8AC3E}">
        <ns4:creationId val="376302056"/>
      </p:ext>
    </p:extLst>
  </p:cSld>
</p:sld>
</file>

<file path=ppt/slides/slide7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/>
          <p:cNvPicPr>
            <a:picLocks noChangeAspect="1"/>
          </p:cNvPicPr>
          <p:nvPr/>
        </p:nvPicPr>
        <p:blipFill>
          <a:blip r:embed="R85873fd50c9e41a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B2E21EA-87A7-470F-906C-0C4ABADE436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코드와 실행</a:t>
            </a:r>
          </a:p>
        </p:txBody>
      </p:sp>
      <p:sp>
        <p:nvSpPr>
          <p:cNvPr id="3" name="">
            <a:extLst>
              <a:ext uri="{FF2B5EF4-FFF2-40B4-BE49-F238E27FC236}">
                <ns3:creationId id="{B159AA02-C105-4453-BEEF-1A3E4593AE1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결측과 0의 평균 계산</a:t>
            </a:r>
          </a:p>
        </p:txBody>
      </p:sp>
      <p:sp>
        <p:nvSpPr>
          <p:cNvPr id="4" name="">
            <a:extLst>
              <a:ext uri="{FF2B5EF4-FFF2-40B4-BE49-F238E27FC236}">
                <ns3:creationId id="{88B7A3A4-F3B2-4F29-B0DA-7C7DE626F54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2A9F508-9A99-412B-9ADB-A8DD8A60FE28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2452688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0AF426B2-BB64-4A62-8D60-D13D4F9CDBD3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7FA60BB1-899C-4BCF-B08A-E4CC4631CE2C}"/>
              </a:ext>
            </a:extLst>
          </p:cNvPr>
          <p:cNvSpPr>
            <a:spLocks noGrp="1"/>
          </p:cNvSpPr>
          <p:nvPr/>
        </p:nvSpPr>
        <p:spPr>
          <a:xfrm>
            <a:off x="1257300" y="204787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values = [22, 24, None, 0]</a:t>
            </a:r>
          </a:p>
        </p:txBody>
      </p:sp>
      <p:sp>
        <p:nvSpPr>
          <p:cNvPr id="8" name="">
            <a:extLst>
              <a:ext uri="{FF2B5EF4-FFF2-40B4-BE49-F238E27FC236}">
                <ns3:creationId id="{19C9AD43-F5C1-462C-9F00-9F1952387170}"/>
              </a:ext>
            </a:extLst>
          </p:cNvPr>
          <p:cNvSpPr>
            <a:spLocks noGrp="1"/>
          </p:cNvSpPr>
          <p:nvPr/>
        </p:nvSpPr>
        <p:spPr>
          <a:xfrm>
            <a:off x="838200" y="238601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DCE46673-87A6-487C-B78B-06884312C0E9}"/>
              </a:ext>
            </a:extLst>
          </p:cNvPr>
          <p:cNvSpPr>
            <a:spLocks noGrp="1"/>
          </p:cNvSpPr>
          <p:nvPr/>
        </p:nvSpPr>
        <p:spPr>
          <a:xfrm>
            <a:off x="1257300" y="235743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numbers = []</a:t>
            </a:r>
          </a:p>
        </p:txBody>
      </p:sp>
      <p:sp>
        <p:nvSpPr>
          <p:cNvPr id="10" name="">
            <a:extLst>
              <a:ext uri="{FF2B5EF4-FFF2-40B4-BE49-F238E27FC236}">
                <ns3:creationId id="{FCC84F81-1530-4EBD-8501-C321C83C4D08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C702FECE-7054-4C90-8310-B6B2BC348D2C}"/>
              </a:ext>
            </a:extLst>
          </p:cNvPr>
          <p:cNvSpPr>
            <a:spLocks noGrp="1"/>
          </p:cNvSpPr>
          <p:nvPr/>
        </p:nvSpPr>
        <p:spPr>
          <a:xfrm>
            <a:off x="1257300" y="2667000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for value in values:</a:t>
            </a:r>
          </a:p>
        </p:txBody>
      </p:sp>
      <p:sp>
        <p:nvSpPr>
          <p:cNvPr id="12" name="">
            <a:extLst>
              <a:ext uri="{FF2B5EF4-FFF2-40B4-BE49-F238E27FC236}">
                <ns3:creationId id="{5AF07176-0C3F-482A-A602-F5F0DEBBB638}"/>
              </a:ext>
            </a:extLst>
          </p:cNvPr>
          <p:cNvSpPr>
            <a:spLocks noGrp="1"/>
          </p:cNvSpPr>
          <p:nvPr/>
        </p:nvSpPr>
        <p:spPr>
          <a:xfrm>
            <a:off x="838200" y="3005138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3867DD17-8BB2-42FB-B600-7A28EC0E5597}"/>
              </a:ext>
            </a:extLst>
          </p:cNvPr>
          <p:cNvSpPr>
            <a:spLocks noGrp="1"/>
          </p:cNvSpPr>
          <p:nvPr/>
        </p:nvSpPr>
        <p:spPr>
          <a:xfrm>
            <a:off x="1257300" y="2976563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if value is not None:</a:t>
            </a:r>
          </a:p>
        </p:txBody>
      </p:sp>
      <p:sp>
        <p:nvSpPr>
          <p:cNvPr id="14" name="">
            <a:extLst>
              <a:ext uri="{FF2B5EF4-FFF2-40B4-BE49-F238E27FC236}">
                <ns3:creationId id="{7EF7A98F-6DAF-4BFE-B43E-B49D4B650D52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15" name="">
            <a:extLst>
              <a:ext uri="{FF2B5EF4-FFF2-40B4-BE49-F238E27FC236}">
                <ns3:creationId id="{2450C176-5DB1-45D8-B546-2DEC42707694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    numbers.append(value)</a:t>
            </a:r>
          </a:p>
        </p:txBody>
      </p:sp>
      <p:sp>
        <p:nvSpPr>
          <p:cNvPr id="16" name="">
            <a:extLst>
              <a:ext uri="{FF2B5EF4-FFF2-40B4-BE49-F238E27FC236}">
                <ns3:creationId id="{D84341DE-BBC1-4429-83EC-AC4A818F2E63}"/>
              </a:ext>
            </a:extLst>
          </p:cNvPr>
          <p:cNvSpPr>
            <a:spLocks noGrp="1"/>
          </p:cNvSpPr>
          <p:nvPr/>
        </p:nvSpPr>
        <p:spPr>
          <a:xfrm>
            <a:off x="838200" y="3624263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17" name="">
            <a:extLst>
              <a:ext uri="{FF2B5EF4-FFF2-40B4-BE49-F238E27FC236}">
                <ns3:creationId id="{FCDFC440-AFD5-4892-9916-D7A8B57F77C8}"/>
              </a:ext>
            </a:extLst>
          </p:cNvPr>
          <p:cNvSpPr>
            <a:spLocks noGrp="1"/>
          </p:cNvSpPr>
          <p:nvPr/>
        </p:nvSpPr>
        <p:spPr>
          <a:xfrm>
            <a:off x="1257300" y="3595688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average = sum(numbers) / len(numbers)</a:t>
            </a:r>
          </a:p>
        </p:txBody>
      </p:sp>
      <p:sp>
        <p:nvSpPr>
          <p:cNvPr id="18" name="">
            <a:extLst>
              <a:ext uri="{FF2B5EF4-FFF2-40B4-BE49-F238E27FC236}">
                <ns3:creationId id="{03B3CD6F-CC8F-456A-BFF6-9225B690BCED}"/>
              </a:ext>
            </a:extLst>
          </p:cNvPr>
          <p:cNvSpPr>
            <a:spLocks noGrp="1"/>
          </p:cNvSpPr>
          <p:nvPr/>
        </p:nvSpPr>
        <p:spPr>
          <a:xfrm>
            <a:off x="838200" y="3933825"/>
            <a:ext cx="342900" cy="309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8097A3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19" name="">
            <a:extLst>
              <a:ext uri="{FF2B5EF4-FFF2-40B4-BE49-F238E27FC236}">
                <ns3:creationId id="{6717698F-8D9D-40CD-89D9-969B1E36BE3C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10125075" cy="3667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print(round(average, 2))</a:t>
            </a:r>
          </a:p>
        </p:txBody>
      </p:sp>
      <p:sp>
        <p:nvSpPr>
          <p:cNvPr id="20" name="">
            <a:extLst>
              <a:ext uri="{FF2B5EF4-FFF2-40B4-BE49-F238E27FC236}">
                <ns3:creationId id="{505DA31F-13D6-4620-A2F8-7D58BA0D014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21" name="">
            <a:extLst>
              <a:ext uri="{FF2B5EF4-FFF2-40B4-BE49-F238E27FC236}">
                <ns3:creationId id="{9F504CE5-D176-402B-ABD7-2083E5753A1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071</a:t>
            </a:r>
          </a:p>
        </p:txBody>
      </p:sp>
    </p:spTree>
    <p:extLst>
      <p:ext uri="{BB962C8B-B14F-4D97-AF65-F5344CB8AC3E}">
        <ns4:creationId val="412320718"/>
      </p:ext>
    </p:extLst>
  </p:cSld>
</p:sld>
</file>

<file path=ppt/slides/slide7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586c0fa0f3be4de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78D6090-3A1C-410D-B999-8799F9ED313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A0CA8906-48FC-46E4-B2F1-E12B3E2413D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코드의 줄별 역할</a:t>
            </a:r>
          </a:p>
        </p:txBody>
      </p:sp>
      <p:sp>
        <p:nvSpPr>
          <p:cNvPr id="4" name="">
            <a:extLst>
              <a:ext uri="{FF2B5EF4-FFF2-40B4-BE49-F238E27FC236}">
                <ns3:creationId id="{577C091A-9B3F-421F-B740-DA0B33FD9A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E3B74303-CDAD-416A-A561-AF62691BC0E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1행의 None은 누락이며 0은 유효 숫자입니다.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556D5E19-9EF3-4FB6-BD9B-77B020D5A1BC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2행의 []는 숫자를 모을 빈 목록입니다.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54C41739-92D8-49B7-99E0-18FB7E71F603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3~5행은 값이 None이 아닐 때 append로 목록 뒤에 넣습니다.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6982E40B-06DF-42FD-B189-3B9963B8C470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6행의 sum은 합계, len은 개수이고 /로 평균을 구합니다.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35D5D283-B827-420C-AB05-196E5AADEC25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7행의 round(...,2)는 소수 둘째 자리까지 반올림해 출력합니다.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9B0627D7-27D0-417F-8FE4-9308DEBF21A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75B9BE97-82FA-44EF-9B5E-1902380E483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072</a:t>
            </a:r>
          </a:p>
        </p:txBody>
      </p:sp>
    </p:spTree>
    <p:extLst>
      <p:ext uri="{BB962C8B-B14F-4D97-AF65-F5344CB8AC3E}">
        <ns4:creationId val="1463574450"/>
      </p:ext>
    </p:extLst>
  </p:cSld>
</p:sld>
</file>

<file path=ppt/slides/slide7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e55317fa9c9c4d9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F457AC6-53F5-4C75-BF4C-A1D55685C59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008A259-6AC3-413D-BC29-FFFA3ADAE43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파일과 실행 명령</a:t>
            </a:r>
          </a:p>
        </p:txBody>
      </p:sp>
      <p:sp>
        <p:nvSpPr>
          <p:cNvPr id="4" name="">
            <a:extLst>
              <a:ext uri="{FF2B5EF4-FFF2-40B4-BE49-F238E27FC236}">
                <ns3:creationId id="{4C1CDC7A-E415-4E9B-AC33-B56194A6F1C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4C4D3EF-EFD2-4BAB-88E1-AE9DA1FD725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폴더: 압축을 푼 course</a:t>
            </a:r>
          </a:p>
        </p:txBody>
      </p:sp>
      <p:sp>
        <p:nvSpPr>
          <p:cNvPr id="6" name="">
            <a:extLst>
              <a:ext uri="{FF2B5EF4-FFF2-40B4-BE49-F238E27FC236}">
                <ns3:creationId id="{FF6A9BFB-1402-4240-8A50-B6F1F8F187AB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화면의 짧은 코드 전체를 편집기에 입력하고 Ctrl+S로 저장합니다.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5F95D98F-B276-411B-A058-D35CA5BAD5BB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학생 파일: work/average_trace.py</a:t>
            </a:r>
          </a:p>
        </p:txBody>
      </p:sp>
      <p:sp>
        <p:nvSpPr>
          <p:cNvPr id="8" name="">
            <a:extLst>
              <a:ext uri="{FF2B5EF4-FFF2-40B4-BE49-F238E27FC236}">
                <ns3:creationId id="{B85FBECD-85F2-4830-B931-7AB2DBE2D33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python -X utf8 work/average_trace.py</a:t>
            </a:r>
          </a:p>
        </p:txBody>
      </p:sp>
      <p:sp>
        <p:nvSpPr>
          <p:cNvPr id="9" name="">
            <a:extLst>
              <a:ext uri="{FF2B5EF4-FFF2-40B4-BE49-F238E27FC236}">
                <ns3:creationId id="{EBFF2F97-5C55-4474-9240-75999106E445}"/>
              </a:ext>
            </a:extLst>
          </p:cNvPr>
          <p:cNvSpPr>
            <a:spLocks noGrp="1"/>
          </p:cNvSpPr>
          <p:nvPr/>
        </p:nvSpPr>
        <p:spPr>
          <a:xfrm>
            <a:off x="685800" y="413004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명령은 편집기에 쓰지 않고 course 터미널에 입력합니다.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EF31FFA5-16FF-44B2-B7E8-F8EA834F0AA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27E1ACDD-A59F-4469-A638-A886BD3D10AA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073</a:t>
            </a:r>
          </a:p>
        </p:txBody>
      </p:sp>
    </p:spTree>
    <p:extLst>
      <p:ext uri="{BB962C8B-B14F-4D97-AF65-F5344CB8AC3E}">
        <ns4:creationId val="1708137556"/>
      </p:ext>
    </p:extLst>
  </p:cSld>
</p:sld>
</file>

<file path=ppt/slides/slide7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a151b3dc5edc4c4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CCB48EA-783D-4748-88B9-B6CE43F0A4F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4CF19AC4-5DBB-4625-9F6C-2039046B46B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0663AD27-61C6-4727-B909-E1ABF537D82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1B828EE5-0F98-4C8B-80B9-E65E9B1EB97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합계 46 · 분모 3</a:t>
            </a:r>
          </a:p>
        </p:txBody>
      </p:sp>
      <p:sp>
        <p:nvSpPr>
          <p:cNvPr id="6" name="">
            <a:extLst>
              <a:ext uri="{FF2B5EF4-FFF2-40B4-BE49-F238E27FC236}">
                <ns3:creationId id="{77B0747C-83CE-41C2-B1AC-78E3CF860856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평균 15.33℃</a:t>
            </a:r>
          </a:p>
        </p:txBody>
      </p:sp>
      <p:sp>
        <p:nvSpPr>
          <p:cNvPr id="7" name="">
            <a:extLst>
              <a:ext uri="{FF2B5EF4-FFF2-40B4-BE49-F238E27FC236}">
                <ns3:creationId id="{04E42878-2C1D-4790-8C31-6A08BFF1C8B9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null을 0으로 넣으면 11.5℃로 바뀝니다.</a:t>
            </a:r>
          </a:p>
        </p:txBody>
      </p:sp>
      <p:sp>
        <p:nvSpPr>
          <p:cNvPr id="8" name="">
            <a:extLst>
              <a:ext uri="{FF2B5EF4-FFF2-40B4-BE49-F238E27FC236}">
                <ns3:creationId id="{B78CDE90-4CB5-4031-8BBB-2C499DBC67F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90939116-B044-4EE3-97DB-17759F06756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074</a:t>
            </a:r>
          </a:p>
        </p:txBody>
      </p:sp>
    </p:spTree>
    <p:extLst>
      <p:ext uri="{BB962C8B-B14F-4D97-AF65-F5344CB8AC3E}">
        <ns4:creationId val="874221069"/>
      </p:ext>
    </p:extLst>
  </p:cSld>
</p:sld>
</file>

<file path=ppt/slides/slide7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0a862b7bab44443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F2C8A97-D083-40F8-9D00-6A366C4EB5A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자료 읽기</a:t>
            </a:r>
          </a:p>
        </p:txBody>
      </p:sp>
      <p:sp>
        <p:nvSpPr>
          <p:cNvPr id="3" name="">
            <a:extLst>
              <a:ext uri="{FF2B5EF4-FFF2-40B4-BE49-F238E27FC236}">
                <ns3:creationId id="{9C29D53E-D294-4626-AB7C-32027A9D1C5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실제 이력 평균의 계산</a:t>
            </a:r>
          </a:p>
        </p:txBody>
      </p:sp>
      <p:sp>
        <p:nvSpPr>
          <p:cNvPr id="4" name="">
            <a:extLst>
              <a:ext uri="{FF2B5EF4-FFF2-40B4-BE49-F238E27FC236}">
                <ns3:creationId id="{921764A5-3251-453F-9C29-88826DD274A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5E41E10F-EAD0-48D0-8804-02636E2ED3EE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0820400" cy="405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S01의 두 기록도 각각 포함하므로 센서별 최신 평균이 아닙니다.</a:t>
            </a:r>
          </a:p>
        </p:txBody>
      </p:sp>
      <p:sp>
        <p:nvSpPr>
          <p:cNvPr id="6" name="">
            <a:extLst>
              <a:ext uri="{FF2B5EF4-FFF2-40B4-BE49-F238E27FC236}">
                <ns3:creationId id="{177B7198-AC3F-44CD-8270-EBA577373AB5}"/>
              </a:ext>
            </a:extLst>
          </p:cNvPr>
          <p:cNvSpPr>
            <a:spLocks noGrp="1"/>
          </p:cNvSpPr>
          <p:nvPr/>
        </p:nvSpPr>
        <p:spPr>
          <a:xfrm>
            <a:off x="685800" y="2415540"/>
            <a:ext cx="10820400" cy="405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정지 센서의 0도 유효 숫자 이력으로 포함합니다.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="685800" y="3021330"/>
          <a:ext cx="10820400" cy="2707958"/>
        </p:xfrm>
        <a:graphic>
          <a:graphicData uri="http://schemas.openxmlformats.org/drawingml/2006/table">
            <a:tbl>
              <a:tblPr firstRow="1" bandRow="0"/>
              <a:tblGrid>
                <a:gridCol w="4409914"/>
                <a:gridCol w="6410486"/>
              </a:tblGrid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포함 값 또는 계산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유효 숫자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22.5,29.0,0.0,22.8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null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 / 개수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74.3 / 4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18.575 → 표시18.58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>
              <a:ext uri="{FF2B5EF4-FFF2-40B4-BE49-F238E27FC236}">
                <ns3:creationId id="{DD01B073-4E2D-42CD-A9B9-C4A7D65B78B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CC312CE7-33A9-475B-A9FA-D297AE8C228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075</a:t>
            </a:r>
          </a:p>
        </p:txBody>
      </p:sp>
    </p:spTree>
    <p:extLst>
      <p:ext uri="{BB962C8B-B14F-4D97-AF65-F5344CB8AC3E}">
        <ns4:creationId val="1732727916"/>
      </p:ext>
    </p:extLst>
  </p:cSld>
</p:sld>
</file>

<file path=ppt/slides/slide7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db91637471634a8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656B230-CD67-4E46-BDBA-C9575EC469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AC69F3CB-DA82-4311-A02D-4A41CFD9210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4교시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FAACEE5D-122A-4597-9627-BE987789E74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장소 필터로 범위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E0544ED5-1514-4A73-8E9B-B6A6F419718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DF239A27-BCCA-49CC-B85D-F6D6939E8908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B0B08DF5-29DA-449F-A257-2B50CA4213E1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초기 화면에서 입구를 선택하면 이력2건·최신센서1개입니다.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4B11719B-EFE2-4AA9-BCFB-1B08F68B3C00}"/>
              </a:ext>
            </a:extLst>
          </p:cNvPr>
          <p:cNvSpPr>
            <a:spLocks noGrp="1"/>
          </p:cNvSpPr>
          <p:nvPr/>
        </p:nvSpPr>
        <p:spPr>
          <a:xfrm>
            <a:off x="685800" y="294703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41319F38-1394-42F5-AB04-EF24640C4772}"/>
              </a:ext>
            </a:extLst>
          </p:cNvPr>
          <p:cNvSpPr>
            <a:spLocks noGrp="1"/>
          </p:cNvSpPr>
          <p:nvPr/>
        </p:nvSpPr>
        <p:spPr>
          <a:xfrm>
            <a:off x="1209675" y="294703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입구 이력 평균은 (22.5+22.8)/2 = 22.65입니다.</a:t>
            </a:r>
          </a:p>
        </p:txBody>
      </p:sp>
      <p:sp>
        <p:nvSpPr>
          <p:cNvPr id="10" name="">
            <a:extLst>
              <a:ext uri="{FF2B5EF4-FFF2-40B4-BE49-F238E27FC236}">
                <ns3:creationId id="{CD825DDE-273C-400F-AE05-A430589D51E5}"/>
              </a:ext>
            </a:extLst>
          </p:cNvPr>
          <p:cNvSpPr>
            <a:spLocks noGrp="1"/>
          </p:cNvSpPr>
          <p:nvPr/>
        </p:nvSpPr>
        <p:spPr>
          <a:xfrm>
            <a:off x="685800" y="345376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AB965870-1C3A-4FF1-A095-16F59376A6FA}"/>
              </a:ext>
            </a:extLst>
          </p:cNvPr>
          <p:cNvSpPr>
            <a:spLocks noGrp="1"/>
          </p:cNvSpPr>
          <p:nvPr/>
        </p:nvSpPr>
        <p:spPr>
          <a:xfrm>
            <a:off x="1209675" y="345376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창고를 선택하면 온도가 null뿐이라 계산 안 함입니다.</a:t>
            </a:r>
          </a:p>
        </p:txBody>
      </p:sp>
      <p:sp>
        <p:nvSpPr>
          <p:cNvPr id="12" name="">
            <a:extLst>
              <a:ext uri="{FF2B5EF4-FFF2-40B4-BE49-F238E27FC236}">
                <ns3:creationId id="{5A7BCBA2-00D5-42BC-A975-7E968A3A4899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1EA7C981-986A-4CC1-9D10-AB1DA54D815E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전체로 돌아와 원본 다섯 행이 삭제되지 않았는지 확인합니다.</a:t>
            </a:r>
          </a:p>
        </p:txBody>
      </p:sp>
      <p:sp>
        <p:nvSpPr>
          <p:cNvPr id="14" name="">
            <a:extLst>
              <a:ext uri="{FF2B5EF4-FFF2-40B4-BE49-F238E27FC236}">
                <ns3:creationId id="{16A1EC40-6B8A-48BA-BD51-141B6075C92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F92B6879-4AAE-4CF6-A042-DE9E0C89DFB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076</a:t>
            </a:r>
          </a:p>
        </p:txBody>
      </p:sp>
    </p:spTree>
    <p:extLst>
      <p:ext uri="{BB962C8B-B14F-4D97-AF65-F5344CB8AC3E}">
        <ns4:creationId val="962901715"/>
      </p:ext>
    </p:extLst>
  </p:cSld>
</p:sld>
</file>

<file path=ppt/slides/slide7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f29d2714b1c9413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61E1E70-73BE-43D0-A9C5-FB3B3C5477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522D5D3D-3D5A-4056-9314-DE5CFCBAC29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4교시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5A53C6EB-052C-478D-8177-6A6ABAA77E5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AEC297F7-07F4-40D0-B22D-90A55B97EED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7DF6E0D3-2501-4164-A743-41D3D7AD3478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2E50EED4-0AF3-4FC4-97CE-E0E17A071D4E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새 이력 [10,null,0,20]</a:t>
            </a:r>
          </a:p>
        </p:txBody>
      </p:sp>
      <p:sp>
        <p:nvSpPr>
          <p:cNvPr id="8" name="">
            <a:extLst>
              <a:ext uri="{FF2B5EF4-FFF2-40B4-BE49-F238E27FC236}">
                <ns3:creationId id="{B713DDA2-51E4-4E26-B4D9-728E8D6BACFD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3D88B466-62A9-4E84-AB48-B18C86474579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합계·분모·평균을 직접 계산하세요.</a:t>
            </a:r>
          </a:p>
        </p:txBody>
      </p:sp>
      <p:sp>
        <p:nvSpPr>
          <p:cNvPr id="10" name="">
            <a:extLst>
              <a:ext uri="{FF2B5EF4-FFF2-40B4-BE49-F238E27FC236}">
                <ns3:creationId id="{3D4B4CBD-C0C9-43F3-8C9B-BCC509D033F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4848FC62-1504-4F21-91E9-3F917717770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077</a:t>
            </a:r>
          </a:p>
        </p:txBody>
      </p:sp>
    </p:spTree>
    <p:extLst>
      <p:ext uri="{BB962C8B-B14F-4D97-AF65-F5344CB8AC3E}">
        <ns4:creationId val="1428478229"/>
      </p:ext>
    </p:extLst>
  </p:cSld>
</p:sld>
</file>

<file path=ppt/slides/slide7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a490a92a212b4f5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2597F1F3-4F6F-41FD-A114-28FF31A43D7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9AE563E5-0B87-4B7C-B1BF-328F39758A8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6747F91D-510D-4CF1-AC6F-BDD19825B40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0992714-DC04-4486-A673-9E995C53E7F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합계 30 · 분모 3 · 평균 10℃</a:t>
            </a:r>
          </a:p>
        </p:txBody>
      </p:sp>
      <p:sp>
        <p:nvSpPr>
          <p:cNvPr id="6" name="">
            <a:extLst>
              <a:ext uri="{FF2B5EF4-FFF2-40B4-BE49-F238E27FC236}">
                <ns3:creationId id="{5D798A7D-0251-4261-BCAB-BCAEC686B7E8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최신값 20과 평균 10은 다른 지표입니다.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7635CF3D-38AC-417F-B014-6C1B0D63AED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3044B94D-E1C8-4F7B-B15C-5FCFC55045A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078</a:t>
            </a:r>
          </a:p>
        </p:txBody>
      </p:sp>
    </p:spTree>
    <p:extLst>
      <p:ext uri="{BB962C8B-B14F-4D97-AF65-F5344CB8AC3E}">
        <ns4:creationId val="1010560672"/>
      </p:ext>
    </p:extLst>
  </p:cSld>
</p:sld>
</file>

<file path=ppt/slides/slide7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59fb890dd417409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975AAD4-1696-462F-91EA-990037DC04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183E6596-CDBE-49E1-AD23-217E4128558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4교시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74755755-9105-40A4-88AA-482D464DA16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19281725-5821-4B3F-8E86-FBF2DD43546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26B459E1-0F18-4512-B5D1-67A127F17867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2A3FCE22-153A-4BA5-BB70-ABE53EA97A00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첫 22를 25로 바꿉니다.</a:t>
            </a:r>
          </a:p>
        </p:txBody>
      </p:sp>
      <p:sp>
        <p:nvSpPr>
          <p:cNvPr id="8" name="">
            <a:extLst>
              <a:ext uri="{FF2B5EF4-FFF2-40B4-BE49-F238E27FC236}">
                <ns3:creationId id="{BC37E7ED-EFAB-43F1-8E04-A26DE4645ADB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0317D5AE-0F79-47B6-8D02-58942FDCDD79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새 합계 49, 평균 16.33℃입니다.</a:t>
            </a:r>
          </a:p>
        </p:txBody>
      </p:sp>
      <p:sp>
        <p:nvSpPr>
          <p:cNvPr id="10" name="">
            <a:extLst>
              <a:ext uri="{FF2B5EF4-FFF2-40B4-BE49-F238E27FC236}">
                <ns3:creationId id="{FC838630-8AC2-4F77-AF75-5CD11FF92D7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EFAED105-BBF6-409E-83F9-1CF2286A2E5A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079</a:t>
            </a:r>
          </a:p>
        </p:txBody>
      </p:sp>
    </p:spTree>
    <p:extLst>
      <p:ext uri="{BB962C8B-B14F-4D97-AF65-F5344CB8AC3E}">
        <ns4:creationId val="628478104"/>
      </p:ext>
    </p:extLst>
  </p:cSld>
</p:sld>
</file>

<file path=ppt/slides/slide8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fa2a0da3bd545d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91CB28B-A414-4890-AF54-671CCD0D39E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4교시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1D4DE62D-8A40-4EA3-977B-4634BD0F5F9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15E9F216-AD90-46A5-BA0F-170EF96F2F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B87CD4F-AA84-4262-A29C-FEEA49D2412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숫자가 없으면 계산 안 함으로 표시합니다.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CED88C4-BF7F-4956-A64B-F52289B3DDA2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0을 거짓 값이라 제외하지 않습니다.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85BD3C9F-395B-4C92-84BF-27BE8C3A236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F213B506-924F-4953-A4B1-95AEC5A9D5F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5FA2FCF4-7F04-4543-80CD-52332AA0F55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F6B37360-F6AA-480A-A2CD-C9C9AEABDA0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080</a:t>
            </a:r>
          </a:p>
        </p:txBody>
      </p:sp>
    </p:spTree>
    <p:extLst>
      <p:ext uri="{BB962C8B-B14F-4D97-AF65-F5344CB8AC3E}">
        <ns4:creationId val="282184214"/>
      </p:ext>
    </p:extLst>
  </p:cSld>
</p:sld>
</file>

<file path=ppt/slides/slide8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3622eb4ad1f4417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C6345CA-7DA2-44A7-9F1C-2D43688FAD6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05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7CE5E6B0-A47A-4ACB-BA9C-DBA02A90D18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멈춤·누락·수신 실패</a:t>
            </a:r>
          </a:p>
        </p:txBody>
      </p:sp>
      <p:sp>
        <p:nvSpPr>
          <p:cNvPr id="4" name="">
            <a:extLst>
              <a:ext uri="{FF2B5EF4-FFF2-40B4-BE49-F238E27FC236}">
                <ns3:creationId id="{C573D372-3DC6-4432-8C65-2B0147F9718F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15:00~15:50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5F3A37BF-3B54-485E-9174-28BDC709496E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A13~A15: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8188A12B-DD92-44D0-B156-3EF67254C87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51FEABD9-6666-4ED2-8A7C-57B55248882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081</a:t>
            </a:r>
          </a:p>
        </p:txBody>
      </p:sp>
    </p:spTree>
    <p:extLst>
      <p:ext uri="{BB962C8B-B14F-4D97-AF65-F5344CB8AC3E}">
        <ns4:creationId val="179146976"/>
      </p:ext>
    </p:extLst>
  </p:cSld>
</p:sld>
</file>

<file path=ppt/slides/slide8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167e7028f670424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EDED1D3-2988-4646-BB8E-CFFFA7037DA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25B52C46-DD06-4114-B546-502639D2CC2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미측정과 값 누락</a:t>
            </a:r>
          </a:p>
        </p:txBody>
      </p:sp>
      <p:sp>
        <p:nvSpPr>
          <p:cNvPr id="4" name="">
            <a:extLst>
              <a:ext uri="{FF2B5EF4-FFF2-40B4-BE49-F238E27FC236}">
                <ns3:creationId id="{4EA90ADB-9446-40FC-BB75-8BF47B62B38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0BD4B8F1-65BD-4444-8F3C-F2D7B4E4433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정상 응답 안에 temperature_c=null이 있습니다.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B74A5B97-64F9-490B-89D9-5B9C1A8759F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0℃ 측정과 다릅니다.</a:t>
            </a:r>
          </a:p>
        </p:txBody>
      </p:sp>
      <p:sp>
        <p:nvSpPr>
          <p:cNvPr id="7" name="">
            <a:extLst>
              <a:ext uri="{FF2B5EF4-FFF2-40B4-BE49-F238E27FC236}">
                <ns3:creationId id="{89550AAA-6910-4CEC-87CD-F54914DBB7CD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 응답이 성공해도 그 안에 누락된 온도가 있을 수 있습니다.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18E3FF71-486B-4B8E-A4A3-4C027E0C96BB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통신 성공과 측정값 존재를 따로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2810D2FC-B431-4F11-A17C-3B394A59EB5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8001BBBB-6F73-4D70-89A3-A957C9E7917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082</a:t>
            </a:r>
          </a:p>
        </p:txBody>
      </p:sp>
    </p:spTree>
    <p:extLst>
      <p:ext uri="{BB962C8B-B14F-4D97-AF65-F5344CB8AC3E}">
        <ns4:creationId val="1619882229"/>
      </p:ext>
    </p:extLst>
  </p:cSld>
</p:sld>
</file>

<file path=ppt/slides/slide8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ca4b787da73e4fd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3D59C29-6E0D-4839-908F-88A5F545E65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1C2D1F2-C1AC-4459-8FBC-85433A091EA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오래됨과 확인 시각</a:t>
            </a:r>
          </a:p>
        </p:txBody>
      </p:sp>
      <p:sp>
        <p:nvSpPr>
          <p:cNvPr id="4" name="">
            <a:extLst>
              <a:ext uri="{FF2B5EF4-FFF2-40B4-BE49-F238E27FC236}">
                <ns3:creationId id="{256F4ABD-EB2F-4208-9B35-C01BED4C9A4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F383B59-E3E7-4C61-9F58-2329DD51492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새 기록 없이 확인 시각만 70초 이동합니다.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44C50C9-66E9-4C50-957D-19273691764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실제 장치 통신을 끊은 실험은 아닙니다.</a:t>
            </a:r>
          </a:p>
        </p:txBody>
      </p:sp>
      <p:sp>
        <p:nvSpPr>
          <p:cNvPr id="7" name="">
            <a:extLst>
              <a:ext uri="{FF2B5EF4-FFF2-40B4-BE49-F238E27FC236}">
                <ns3:creationId id="{92FA7804-E12F-42E2-B75B-1587C8D197B0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측정 시각은 그대로 두고 확인 시각과의 차이만 커집니다.</a:t>
            </a:r>
          </a:p>
        </p:txBody>
      </p:sp>
      <p:sp>
        <p:nvSpPr>
          <p:cNvPr id="8" name="">
            <a:extLst>
              <a:ext uri="{FF2B5EF4-FFF2-40B4-BE49-F238E27FC236}">
                <ns3:creationId id="{117C0D0B-A856-4176-AF57-CBC55E1D2F6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오래된 값은 현재 온도라고 단정하지 않고 측정 시각을 함께 읽습니다.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3A5DE959-BF0B-4D0E-AF58-948F7B24FB8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7EC649EA-34CF-4E76-9D71-15F299CBC52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083</a:t>
            </a:r>
          </a:p>
        </p:txBody>
      </p:sp>
    </p:spTree>
    <p:extLst>
      <p:ext uri="{BB962C8B-B14F-4D97-AF65-F5344CB8AC3E}">
        <ns4:creationId val="1451719544"/>
      </p:ext>
    </p:extLst>
  </p:cSld>
</p:sld>
</file>

<file path=ppt/slides/slide8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d91eb50eda7844b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CE759BB-EA26-4AE2-8DCA-8716F624B48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10427E43-C237-4C34-9606-0EE60432F46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정지와 active=false</a:t>
            </a:r>
          </a:p>
        </p:txBody>
      </p:sp>
      <p:sp>
        <p:nvSpPr>
          <p:cNvPr id="4" name="">
            <a:extLst>
              <a:ext uri="{FF2B5EF4-FFF2-40B4-BE49-F238E27FC236}">
                <ns3:creationId id="{378FBE1B-E748-4655-9E72-203BAAC3643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970C346-B063-4F3A-BAAE-9DDFF8DAF3C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active=false면 정지로 표시합니다.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16631E80-AABF-47E2-A6E4-F02E50631E5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미측정이 함께 있으면 미측정이 먼저입니다.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2B62CAAF-217A-4F6F-A37D-4F746A715510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장치 작동 여부와 통신 응답 여부가 같은 뜻은 아닙니다.</a:t>
            </a:r>
          </a:p>
        </p:txBody>
      </p:sp>
      <p:sp>
        <p:nvSpPr>
          <p:cNvPr id="8" name="">
            <a:extLst>
              <a:ext uri="{FF2B5EF4-FFF2-40B4-BE49-F238E27FC236}">
                <ns3:creationId id="{4048A3FB-ADDD-416D-9336-1155A54A3A9B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정지 표시는 받은 기록의 active 값을 따른 수업용 판단입니다.</a:t>
            </a:r>
          </a:p>
        </p:txBody>
      </p:sp>
      <p:sp>
        <p:nvSpPr>
          <p:cNvPr id="9" name="">
            <a:extLst>
              <a:ext uri="{FF2B5EF4-FFF2-40B4-BE49-F238E27FC236}">
                <ns3:creationId id="{9CCE029F-1833-49CF-8305-6EBDDC0ECB4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18AC295-71CA-4624-BA69-EA4CFAD5896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084</a:t>
            </a:r>
          </a:p>
        </p:txBody>
      </p:sp>
    </p:spTree>
    <p:extLst>
      <p:ext uri="{BB962C8B-B14F-4D97-AF65-F5344CB8AC3E}">
        <ns4:creationId val="1655632296"/>
      </p:ext>
    </p:extLst>
  </p:cSld>
</p:sld>
</file>

<file path=ppt/slides/slide8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744454a72424ce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5A74151-381A-472E-A750-C9CB7F9A850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46B33DC6-D3B4-43BB-B578-644577EFFFA8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통신 실패와 이전 값</a:t>
            </a:r>
          </a:p>
        </p:txBody>
      </p:sp>
      <p:sp>
        <p:nvSpPr>
          <p:cNvPr id="4" name="">
            <a:extLst>
              <a:ext uri="{FF2B5EF4-FFF2-40B4-BE49-F238E27FC236}">
                <ns3:creationId id="{6095A80F-9DC4-46CB-8B65-276DB74E3A8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9524D962-2A0D-422B-90F1-EE2B63114C3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 연결 실패나 HTTP 오류를 알립니다.</a:t>
            </a:r>
          </a:p>
        </p:txBody>
      </p:sp>
      <p:sp>
        <p:nvSpPr>
          <p:cNvPr id="6" name="">
            <a:extLst>
              <a:ext uri="{FF2B5EF4-FFF2-40B4-BE49-F238E27FC236}">
                <ns3:creationId id="{43A89C9A-9184-426B-A0EA-108773835A5C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이전 화면 값을 새 측정으로 읽지 않습니다.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0F6B345F-55E0-432D-8746-AA918DCC53EC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이전 값을 지우지 않더라도 수신 실패 문구와 시각을 함께 읽습니다.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29367822-165F-483B-868B-CE243A6249E1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다시 정상 응답을 받은 뒤 행 수와 측정 시각을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D07E9033-5EF5-4A67-95F6-BC63A826C43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BCCFA57E-0724-4967-9E8A-4A89185DE2C1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085</a:t>
            </a:r>
          </a:p>
        </p:txBody>
      </p:sp>
    </p:spTree>
    <p:extLst>
      <p:ext uri="{BB962C8B-B14F-4D97-AF65-F5344CB8AC3E}">
        <ns4:creationId val="1689540256"/>
      </p:ext>
    </p:extLst>
  </p:cSld>
</p:sld>
</file>

<file path=ppt/slides/slide8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0183ec02f0b48d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E51C7C-16B9-430A-9283-7F1927DFD74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D897C28D-01D7-418C-9B95-BE8E2C1AE83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데이터 없음과 수신 실패</a:t>
            </a:r>
          </a:p>
        </p:txBody>
      </p:sp>
      <p:sp>
        <p:nvSpPr>
          <p:cNvPr id="4" name="">
            <a:extLst>
              <a:ext uri="{FF2B5EF4-FFF2-40B4-BE49-F238E27FC236}">
                <ns3:creationId id="{940F8C1C-C1A3-4B57-8AD0-AC88D0DA56D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1A8EB4AA-BEFE-4A5D-A428-BB0F1541B4F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정상 빈 목록: 데이터 없음</a:t>
            </a:r>
          </a:p>
        </p:txBody>
      </p:sp>
      <p:sp>
        <p:nvSpPr>
          <p:cNvPr id="6" name="">
            <a:extLst>
              <a:ext uri="{FF2B5EF4-FFF2-40B4-BE49-F238E27FC236}">
                <ns3:creationId id="{F4C354AF-E455-402F-B87C-CF903A0E2196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실패 응답: 수신 실패</a:t>
            </a:r>
          </a:p>
        </p:txBody>
      </p:sp>
      <p:sp>
        <p:nvSpPr>
          <p:cNvPr id="7" name="">
            <a:extLst>
              <a:ext uri="{FF2B5EF4-FFF2-40B4-BE49-F238E27FC236}">
                <ns3:creationId id="{9F5A1655-B0DE-48A8-9B01-CE4BB58F950B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빈 목록은 서버가 정상 응답했지만 선택 범위에 행이 없는 경우입니다.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4276D20B-1FB2-472E-8C0B-9F181761F3C9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수신 실패는 목록을 받지 못했으므로 서버·주소·오류를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CCCE4104-ACD9-4116-9784-F126938FDAA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4D7E74E8-51D9-4704-8E85-8A8563614809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086</a:t>
            </a:r>
          </a:p>
        </p:txBody>
      </p:sp>
    </p:spTree>
    <p:extLst>
      <p:ext uri="{BB962C8B-B14F-4D97-AF65-F5344CB8AC3E}">
        <ns4:creationId val="1202507394"/>
      </p:ext>
    </p:extLst>
  </p:cSld>
</p:sld>
</file>

<file path=ppt/slides/slide8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0705d321fdd44ed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F8A56C8-FDF9-493E-AD6F-F1869344B5A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5111535B-04D8-4208-878D-1D083D5D6E5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HTTP 400과 입력 오류</a:t>
            </a:r>
          </a:p>
        </p:txBody>
      </p:sp>
      <p:sp>
        <p:nvSpPr>
          <p:cNvPr id="4" name="">
            <a:extLst>
              <a:ext uri="{FF2B5EF4-FFF2-40B4-BE49-F238E27FC236}">
                <ns3:creationId id="{9150D6BE-E38A-4F5E-B4ED-CA4AC92CBCD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D343296-2DD3-444A-839F-B4155FC8AD6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문자열 온도 · 범위 · 불리언 · 시간대</a:t>
            </a:r>
          </a:p>
        </p:txBody>
      </p:sp>
      <p:sp>
        <p:nvSpPr>
          <p:cNvPr id="6" name="">
            <a:extLst>
              <a:ext uri="{FF2B5EF4-FFF2-40B4-BE49-F238E27FC236}">
                <ns3:creationId id="{856E6B23-78A4-4F20-A7BF-25DD68768696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거절 이유를 기록하고 원문을 고칩니다.</a:t>
            </a:r>
          </a:p>
        </p:txBody>
      </p:sp>
      <p:sp>
        <p:nvSpPr>
          <p:cNvPr id="7" name="">
            <a:extLst>
              <a:ext uri="{FF2B5EF4-FFF2-40B4-BE49-F238E27FC236}">
                <ns3:creationId id="{E2E89BCE-104A-46CE-9372-CCF392CAE883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400은 서버가 요청을 읽었지만 내용 규칙에 맞지 않은 경우입니다.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2F8C174C-F769-4483-9F71-526CCEE187A0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 연결 실패와 구별하고 온도·active·시각을 순서대로 확인합니다.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2A04F77F-8504-441D-9034-D3BF8E5CD12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5A5D80E3-BF41-4A7C-8B37-FDC3BF904301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087</a:t>
            </a:r>
          </a:p>
        </p:txBody>
      </p:sp>
    </p:spTree>
    <p:extLst>
      <p:ext uri="{BB962C8B-B14F-4D97-AF65-F5344CB8AC3E}">
        <ns4:creationId val="450564979"/>
      </p:ext>
    </p:extLst>
  </p:cSld>
</p:sld>
</file>

<file path=ppt/slides/slide8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87cfb235fbd64d0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1769357-C405-4AB8-86B7-2C3391F9D01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자료 읽기</a:t>
            </a:r>
          </a:p>
        </p:txBody>
      </p:sp>
      <p:sp>
        <p:nvSpPr>
          <p:cNvPr id="3" name="">
            <a:extLst>
              <a:ext uri="{FF2B5EF4-FFF2-40B4-BE49-F238E27FC236}">
                <ns3:creationId id="{A85B2A77-417A-4EC0-A3B3-7051345E2F3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실패 종류별 확인 대상</a:t>
            </a:r>
          </a:p>
        </p:txBody>
      </p:sp>
      <p:sp>
        <p:nvSpPr>
          <p:cNvPr id="4" name="">
            <a:extLst>
              <a:ext uri="{FF2B5EF4-FFF2-40B4-BE49-F238E27FC236}">
                <ns3:creationId id="{A240DBCA-AEF9-4A6D-9B09-AE33890DABC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="685800" y="1943100"/>
          <a:ext cx="10820400" cy="2707958"/>
        </p:xfrm>
        <a:graphic>
          <a:graphicData uri="http://schemas.openxmlformats.org/drawingml/2006/table">
            <a:tbl>
              <a:tblPr firstRow="1" bandRow="0"/>
              <a:tblGrid>
                <a:gridCol w="3781428"/>
                <a:gridCol w="3663259"/>
                <a:gridCol w="3375713"/>
              </a:tblGrid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상황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뜻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먼저 확인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null 응답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미측정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센서·자료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정상 빈 목록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없음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필터·범위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HTTP 400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오류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보낸 본문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연결 실패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수신 실패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서버·포트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3:creationId id="{94F401EE-92DD-44C9-98E2-46C7606D781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4EE7F3B9-7466-4490-B337-259CB67248F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088</a:t>
            </a:r>
          </a:p>
        </p:txBody>
      </p:sp>
    </p:spTree>
    <p:extLst>
      <p:ext uri="{BB962C8B-B14F-4D97-AF65-F5344CB8AC3E}">
        <ns4:creationId val="1367511577"/>
      </p:ext>
    </p:extLst>
  </p:cSld>
</p:sld>
</file>

<file path=ppt/slides/slide8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94f4f4e64c2f4a6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9960FED-A482-4CBF-B3D9-8E08B3BD1C5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B13D5BF6-D6D9-4966-861E-2EA561509FE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3DE9400F-8E94-4EEA-8A6D-AC37D6478BF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7DB15AAC-3CF5-48F0-A0D7-ECA81D2D720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이전 온도가 화면에 남아 있어도</a:t>
            </a:r>
          </a:p>
        </p:txBody>
      </p:sp>
      <p:sp>
        <p:nvSpPr>
          <p:cNvPr id="6" name="">
            <a:extLst>
              <a:ext uri="{FF2B5EF4-FFF2-40B4-BE49-F238E27FC236}">
                <ns3:creationId id="{A37E6EF6-B08E-4FB1-95F0-83FF0B83479E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새 관찰을 받았다는 뜻은 아닙니다.</a:t>
            </a:r>
          </a:p>
        </p:txBody>
      </p:sp>
      <p:sp>
        <p:nvSpPr>
          <p:cNvPr id="7" name="">
            <a:extLst>
              <a:ext uri="{FF2B5EF4-FFF2-40B4-BE49-F238E27FC236}">
                <ns3:creationId id="{73D909CD-38FE-4F5D-B095-E910B57929A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BE63EF75-56D0-4447-B37A-CDF310E630F4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089</a:t>
            </a:r>
          </a:p>
        </p:txBody>
      </p:sp>
    </p:spTree>
    <p:extLst>
      <p:ext uri="{BB962C8B-B14F-4D97-AF65-F5344CB8AC3E}">
        <ns4:creationId val="341260733"/>
      </p:ext>
    </p:extLst>
  </p:cSld>
</p:sld>
</file>

<file path=ppt/slides/slide9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7d0dcc2a7864444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991B072-409F-4867-82C4-DB0C6C512C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3C4E9B2C-D166-4020-89DF-E5A160B427E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5교시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3C2A13CC-58C2-4529-9EE7-5265E72D3D0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세 실패 상황을 직접 비교</a:t>
            </a:r>
          </a:p>
        </p:txBody>
      </p:sp>
      <p:sp>
        <p:nvSpPr>
          <p:cNvPr id="5" name="">
            <a:extLst>
              <a:ext uri="{FF2B5EF4-FFF2-40B4-BE49-F238E27FC236}">
                <ns3:creationId id="{E0501F2C-696A-4DB5-9D32-EF8B3C3939A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A623DE9F-A115-49DB-AEFF-A1AEE812F452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755D69B5-0CC0-420D-9271-DB9A5ACD066C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정적 화면에서 70초 수신 멈춤 가정을 누릅니다.</a:t>
            </a:r>
          </a:p>
        </p:txBody>
      </p:sp>
      <p:sp>
        <p:nvSpPr>
          <p:cNvPr id="8" name="">
            <a:extLst>
              <a:ext uri="{FF2B5EF4-FFF2-40B4-BE49-F238E27FC236}">
                <ns3:creationId id="{4350EE17-D399-4931-810A-6B434927A12F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CDDBF941-B914-45FB-940E-D5E6538A1081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API 화면에서는 서버 창의 Ctrl+C로 서버를 종료합니다.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5EC23C66-630C-44F5-8A3F-F9A1451BBC37}"/>
              </a:ext>
            </a:extLst>
          </p:cNvPr>
          <p:cNvSpPr>
            <a:spLocks noGrp="1"/>
          </p:cNvSpPr>
          <p:nvPr/>
        </p:nvSpPr>
        <p:spPr>
          <a:xfrm>
            <a:off x="685800" y="309943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0CF56427-CD27-419B-A9CB-1FD70C1C9269}"/>
              </a:ext>
            </a:extLst>
          </p:cNvPr>
          <p:cNvSpPr>
            <a:spLocks noGrp="1"/>
          </p:cNvSpPr>
          <p:nvPr/>
        </p:nvSpPr>
        <p:spPr>
          <a:xfrm>
            <a:off x="1209675" y="309943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API 다시 읽기를 눌러 수신 실패와 이전 표 유지를 확인합니다.</a:t>
            </a:r>
          </a:p>
        </p:txBody>
      </p:sp>
      <p:sp>
        <p:nvSpPr>
          <p:cNvPr id="12" name="">
            <a:extLst>
              <a:ext uri="{FF2B5EF4-FFF2-40B4-BE49-F238E27FC236}">
                <ns3:creationId id="{3A9C8B99-56D2-493C-9B21-D4FEC71BC587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71D0D94D-855D-420C-A974-3F50A5F5AE77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서버를 재실행한 뒤 다시 읽어 정상 응답으로 복구합니다.</a:t>
            </a:r>
          </a:p>
        </p:txBody>
      </p:sp>
      <p:sp>
        <p:nvSpPr>
          <p:cNvPr id="14" name="">
            <a:extLst>
              <a:ext uri="{FF2B5EF4-FFF2-40B4-BE49-F238E27FC236}">
                <ns3:creationId id="{209E7D20-52F9-46EE-B738-2407F2B5BC1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7448F5BF-A9B8-4566-9094-D07010F75CED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090</a:t>
            </a:r>
          </a:p>
        </p:txBody>
      </p:sp>
    </p:spTree>
    <p:extLst>
      <p:ext uri="{BB962C8B-B14F-4D97-AF65-F5344CB8AC3E}">
        <ns4:creationId val="1655922766"/>
      </p:ext>
    </p:extLst>
  </p:cSld>
</p:sld>
</file>

<file path=ppt/slides/slide9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3639af7d650f43e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D99C14C-5D22-4124-A819-068AD08BA0A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관찰</a:t>
            </a:r>
          </a:p>
        </p:txBody>
      </p:sp>
      <p:sp>
        <p:nvSpPr>
          <p:cNvPr id="3" name="">
            <a:extLst>
              <a:ext uri="{FF2B5EF4-FFF2-40B4-BE49-F238E27FC236}">
                <ns3:creationId id="{3E069362-4762-44B3-8263-071EBEB9925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70초 뒤에도 남은 온도</a:t>
            </a:r>
          </a:p>
        </p:txBody>
      </p:sp>
      <p:sp>
        <p:nvSpPr>
          <p:cNvPr id="4" name="">
            <a:extLst>
              <a:ext uri="{FF2B5EF4-FFF2-40B4-BE49-F238E27FC236}">
                <ns3:creationId id="{1A3AF21C-AE2B-41A2-B7E4-C89BAB4C1BF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pic>
        <p:nvPicPr>
          <p:cNvPr id="15" name=""/>
          <p:cNvPicPr>
            <a:picLocks noChangeAspect="1"/>
          </p:cNvPicPr>
          <p:nvPr/>
        </p:nvPicPr>
        <p:blipFill>
          <a:blip r:embed="Ree609be27c444e6d"/>
          <a:stretch/>
        </p:blipFill>
        <p:spPr>
          <a:xfrm>
            <a:off x="685800" y="2007106"/>
            <a:ext cx="6829425" cy="3843914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3:creationId id="{0C798DD8-04E3-45E1-9C24-B49064F2A87A}"/>
              </a:ext>
            </a:extLst>
          </p:cNvPr>
          <p:cNvSpPr>
            <a:spLocks noGrp="1"/>
          </p:cNvSpPr>
          <p:nvPr/>
        </p:nvSpPr>
        <p:spPr>
          <a:xfrm>
            <a:off x="7934325" y="1990725"/>
            <a:ext cx="3571875" cy="725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확인 기준10:11:10, S01 측정 시각은10:10:00입니다.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2D57C510-F495-425B-B439-C7E5DCC2EC3E}"/>
              </a:ext>
            </a:extLst>
          </p:cNvPr>
          <p:cNvSpPr>
            <a:spLocks noGrp="1"/>
          </p:cNvSpPr>
          <p:nvPr/>
        </p:nvSpPr>
        <p:spPr>
          <a:xfrm>
            <a:off x="7934325" y="2783205"/>
            <a:ext cx="3571875" cy="10458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온도22.8℃는 그대로지만70초가 지나 오래됨으로 표시됩니다.</a:t>
            </a:r>
          </a:p>
        </p:txBody>
      </p:sp>
      <p:sp>
        <p:nvSpPr>
          <p:cNvPr id="8" name="">
            <a:extLst>
              <a:ext uri="{FF2B5EF4-FFF2-40B4-BE49-F238E27FC236}">
                <ns3:creationId id="{DC049591-51FA-4ABD-8AED-0C2D127BA45D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70초 수신 멈춤 가정 버튼의 가상 시간 이동 결과입니다. 실제 통신 단절 실험은 아닙니다.</a:t>
            </a:r>
          </a:p>
        </p:txBody>
      </p:sp>
      <p:sp>
        <p:nvSpPr>
          <p:cNvPr id="9" name="">
            <a:extLst>
              <a:ext uri="{FF2B5EF4-FFF2-40B4-BE49-F238E27FC236}">
                <ns3:creationId id="{9D557A55-F6CF-4A52-8678-6C4D51425F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416BD62E-E685-49E8-85AA-CECCAA5E4DE9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091</a:t>
            </a:r>
          </a:p>
        </p:txBody>
      </p:sp>
    </p:spTree>
    <p:extLst>
      <p:ext uri="{BB962C8B-B14F-4D97-AF65-F5344CB8AC3E}">
        <ns4:creationId val="1133845610"/>
      </p:ext>
    </p:extLst>
  </p:cSld>
</p:sld>
</file>

<file path=ppt/slides/slide9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57fc3d4bfb74b5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788A409F-7F53-417B-B105-40EA5A86832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B4BF635E-0F93-481C-9502-06838776D4D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오류마다 다시 확인할 곳</a:t>
            </a:r>
          </a:p>
        </p:txBody>
      </p:sp>
      <p:sp>
        <p:nvSpPr>
          <p:cNvPr id="4" name="">
            <a:extLst>
              <a:ext uri="{FF2B5EF4-FFF2-40B4-BE49-F238E27FC236}">
                <ns3:creationId id="{07949490-AFF9-4218-BE1F-4C1A0F1C155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DE2EEBA-90EF-423A-954C-C04B403D022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null은 기록 안 온도 누락이므로 자료와 센서를 확인합니다.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7281C9FA-E4C0-4628-AFFC-42E8E8A89D75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정상 빈 목록은 데이터 없음이므로 필터와 범위를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CC3D050E-D618-4E84-B9E8-9208D0C85E06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연결 실패는 서버와 포트를,400은 요청 본문을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69AB861D-5344-45B1-9A5A-96F5937EEEB3}"/>
              </a:ext>
            </a:extLst>
          </p:cNvPr>
          <p:cNvSpPr>
            <a:spLocks noGrp="1"/>
          </p:cNvSpPr>
          <p:nvPr/>
        </p:nvSpPr>
        <p:spPr>
          <a:xfrm>
            <a:off x="685800" y="357759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이전 온도가 남아 있어도 새 측정을 받았다는 뜻은 아닙니다.</a:t>
            </a:r>
          </a:p>
        </p:txBody>
      </p:sp>
      <p:sp>
        <p:nvSpPr>
          <p:cNvPr id="9" name="">
            <a:extLst>
              <a:ext uri="{FF2B5EF4-FFF2-40B4-BE49-F238E27FC236}">
                <ns3:creationId id="{3832FDE6-E092-4C58-B7F0-93AADE8727F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07DEA09B-D93C-4585-BD07-F9F35E36DD2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092</a:t>
            </a:r>
          </a:p>
        </p:txBody>
      </p:sp>
    </p:spTree>
    <p:extLst>
      <p:ext uri="{BB962C8B-B14F-4D97-AF65-F5344CB8AC3E}">
        <ns4:creationId val="819155235"/>
      </p:ext>
    </p:extLst>
  </p:cSld>
</p:sld>
</file>

<file path=ppt/slides/slide9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4f857c9144eb41d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548800E-D0BC-469B-AFB2-7A23F6251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4178F827-3A7A-4438-96AB-817E74B25B0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5교시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23A22DEC-FE6F-4794-BC5A-AD6A4B07AD6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4B1E5F2B-B275-43C7-B941-016CC45131B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14365F94-74A2-4177-988C-3D5FB363DCFD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920EF9EF-73A5-4F85-8A32-5268EDFF0079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null 응답 · 빈 목록 · 연결 실패</a:t>
            </a:r>
          </a:p>
        </p:txBody>
      </p:sp>
      <p:sp>
        <p:nvSpPr>
          <p:cNvPr id="8" name="">
            <a:extLst>
              <a:ext uri="{FF2B5EF4-FFF2-40B4-BE49-F238E27FC236}">
                <ns3:creationId id="{397B5659-28DD-49C7-9443-C43F63BA2A0F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10593573-434A-4E82-A388-B81D11EA0D97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세 상황의 문구와 복구 대상을 쓰세요.</a:t>
            </a:r>
          </a:p>
        </p:txBody>
      </p:sp>
      <p:sp>
        <p:nvSpPr>
          <p:cNvPr id="10" name="">
            <a:extLst>
              <a:ext uri="{FF2B5EF4-FFF2-40B4-BE49-F238E27FC236}">
                <ns3:creationId id="{ABABBF9A-F819-4751-BCFF-E669C16C7A6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AAC7F89E-B647-46C9-A438-0FCF14BF81E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093</a:t>
            </a:r>
          </a:p>
        </p:txBody>
      </p:sp>
    </p:spTree>
    <p:extLst>
      <p:ext uri="{BB962C8B-B14F-4D97-AF65-F5344CB8AC3E}">
        <ns4:creationId val="1759708214"/>
      </p:ext>
    </p:extLst>
  </p:cSld>
</p:sld>
</file>

<file path=ppt/slides/slide9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1f2ceb6baa1a4df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B37DD897-3878-4E99-933A-9DE211C4898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72E34498-AAAA-4839-BA6E-61326DF6EFA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E11036BF-620C-4994-AD3A-DDC4AA8D12D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B6804BF-0D45-4AE1-8448-71243128CF2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미측정: 자료 확인</a:t>
            </a:r>
          </a:p>
        </p:txBody>
      </p:sp>
      <p:sp>
        <p:nvSpPr>
          <p:cNvPr id="6" name="">
            <a:extLst>
              <a:ext uri="{FF2B5EF4-FFF2-40B4-BE49-F238E27FC236}">
                <ns3:creationId id="{03A542BE-FBC6-45BA-884F-F2934BE8F227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데이터 없음: 필터·범위 확인</a:t>
            </a:r>
          </a:p>
        </p:txBody>
      </p:sp>
      <p:sp>
        <p:nvSpPr>
          <p:cNvPr id="7" name="">
            <a:extLst>
              <a:ext uri="{FF2B5EF4-FFF2-40B4-BE49-F238E27FC236}">
                <ns3:creationId id="{30723EA7-952A-4DDD-A685-99C629BFDD79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수신 실패: 서버·포트 확인</a:t>
            </a:r>
          </a:p>
        </p:txBody>
      </p:sp>
      <p:sp>
        <p:nvSpPr>
          <p:cNvPr id="8" name="">
            <a:extLst>
              <a:ext uri="{FF2B5EF4-FFF2-40B4-BE49-F238E27FC236}">
                <ns3:creationId id="{FBEBA968-D7F0-4142-B5D8-C6D6E8CE030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958490FC-8564-4DC3-AC08-7D21CCD9EB1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094</a:t>
            </a:r>
          </a:p>
        </p:txBody>
      </p:sp>
    </p:spTree>
    <p:extLst>
      <p:ext uri="{BB962C8B-B14F-4D97-AF65-F5344CB8AC3E}">
        <ns4:creationId val="1847718251"/>
      </p:ext>
    </p:extLst>
  </p:cSld>
</p:sld>
</file>

<file path=ppt/slides/slide9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e276083b0f404de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2F65AFA-69D5-422B-B483-8BC7B9AF3B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5BA7B1BB-56C8-4F60-B5B9-09688BDACAC9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5교시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726F728C-10BA-4D99-A947-784BFA1615D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58ADCAAF-1CE0-41F2-88D9-EEC62EB871B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22DAB330-DD5D-4FFF-ACE6-35F0CFD6F229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4A8E78C9-60EE-479F-8452-55830A1DF8E0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확인 시각만 70초 이동합니다.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76AD5D4C-30BD-4423-B1EF-8F873828D877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F5A33052-B707-415D-B3CE-314FE985D4AE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측정 10초 전 기록은 시간차 80초가 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022BE38E-BF87-4310-817C-589463499D7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9D19DA52-9909-4132-980D-713168D1C1D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095</a:t>
            </a:r>
          </a:p>
        </p:txBody>
      </p:sp>
    </p:spTree>
    <p:extLst>
      <p:ext uri="{BB962C8B-B14F-4D97-AF65-F5344CB8AC3E}">
        <ns4:creationId val="1719384256"/>
      </p:ext>
    </p:extLst>
  </p:cSld>
</p:sld>
</file>

<file path=ppt/slides/slide9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68e3805797ff49fc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1872CA5-2274-4267-A00F-46397364859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5교시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071FBF3-0977-46EF-9E96-B0471FB864D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7677E4B7-3D09-4402-9432-06DE1788D89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673F20C7-6622-43D7-B54D-B2D48E88845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모든 오류를 빈 목록으로 바꾸지 않습니다.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5651F5AE-D0F5-4F34-B56B-E6E0E5893F08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장애와 실제 데이터 부재가 섞입니다.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569E6A1B-19D8-4FCA-95BD-042F477A1045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A3A7DF49-86D0-4081-B5DC-01C360767E7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CA9042F1-B50D-4EB9-AFC3-8C6B7776F33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D3090F1F-9A4A-4FF2-AD8C-FD7805F314A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096</a:t>
            </a:r>
          </a:p>
        </p:txBody>
      </p:sp>
    </p:spTree>
    <p:extLst>
      <p:ext uri="{BB962C8B-B14F-4D97-AF65-F5344CB8AC3E}">
        <ns4:creationId val="951827041"/>
      </p:ext>
    </p:extLst>
  </p:cSld>
</p:sld>
</file>

<file path=ppt/slides/slide9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92988d00d2e444b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9A2D652-71A9-496F-A756-1DF1D353B77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57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06   교시</a:t>
            </a:r>
          </a:p>
        </p:txBody>
      </p:sp>
      <p:sp>
        <p:nvSpPr>
          <p:cNvPr id="3" name="">
            <a:extLst>
              <a:ext uri="{FF2B5EF4-FFF2-40B4-BE49-F238E27FC236}">
                <ns3:creationId id="{BF5C22B8-72B2-4323-BB49-DB5A4CFB9583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5248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대시보드 검수와 인수인계</a:t>
            </a:r>
          </a:p>
        </p:txBody>
      </p:sp>
      <p:sp>
        <p:nvSpPr>
          <p:cNvPr id="4" name="">
            <a:extLst>
              <a:ext uri="{FF2B5EF4-FFF2-40B4-BE49-F238E27FC236}">
                <ns3:creationId id="{F8ED7642-7739-4B18-A249-58310397AA28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16:00~16:50 · 50분</a:t>
            </a:r>
          </a:p>
        </p:txBody>
      </p:sp>
      <p:sp>
        <p:nvSpPr>
          <p:cNvPr id="5" name="">
            <a:extLst>
              <a:ext uri="{FF2B5EF4-FFF2-40B4-BE49-F238E27FC236}">
                <ns3:creationId id="{F57B7901-611B-4C75-894A-F17D44757A9D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8001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A16~A18: 개념을 읽고 입력·결과를 직접 기록합니다.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EC748D93-D9C9-41E0-B83C-E137E2B00A5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CC0EC6A4-6014-4A3F-BF90-C92408A0861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097</a:t>
            </a:r>
          </a:p>
        </p:txBody>
      </p:sp>
    </p:spTree>
    <p:extLst>
      <p:ext uri="{BB962C8B-B14F-4D97-AF65-F5344CB8AC3E}">
        <ns4:creationId val="1121382455"/>
      </p:ext>
    </p:extLst>
  </p:cSld>
</p:sld>
</file>

<file path=ppt/slides/slide9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3e2cde6da1c488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982358C-3611-4C43-BDA2-0433EA3EF73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6D5088D3-4A9E-4F2C-AE77-7D1029CE9CC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동료 재실행 기준</a:t>
            </a:r>
          </a:p>
        </p:txBody>
      </p:sp>
      <p:sp>
        <p:nvSpPr>
          <p:cNvPr id="4" name="">
            <a:extLst>
              <a:ext uri="{FF2B5EF4-FFF2-40B4-BE49-F238E27FC236}">
                <ns3:creationId id="{83143484-A96A-4C50-BB19-3367E043720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5FA66599-8BE6-482E-9FCF-9191EFC56410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시작 폴더 · 명령 · 주소 · 종료 방법</a:t>
            </a:r>
          </a:p>
        </p:txBody>
      </p:sp>
      <p:sp>
        <p:nvSpPr>
          <p:cNvPr id="6" name="">
            <a:extLst>
              <a:ext uri="{FF2B5EF4-FFF2-40B4-BE49-F238E27FC236}">
                <ns3:creationId id="{87203C3C-5355-4BF8-A3E0-CDEE9D2F1AA2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기대 결과와 오류 복구를 같이 줍니다.</a:t>
            </a:r>
          </a:p>
        </p:txBody>
      </p:sp>
      <p:sp>
        <p:nvSpPr>
          <p:cNvPr id="7" name="">
            <a:extLst>
              <a:ext uri="{FF2B5EF4-FFF2-40B4-BE49-F238E27FC236}">
                <ns3:creationId id="{3F7FE84C-519F-4C04-863D-14D81A31DF6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두 터미널 중 어느 창에 어떤 명령을 넣는지도 적습니다.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4B2A42B0-64E1-4172-8448-FFB690AD9EF7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처음5건과 전송후6건을 확인값으로 제시합니다.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0403D673-36CE-4838-B7BE-9EA5768DE60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A7B7ADDA-7BB1-4532-80B1-878059EACEB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098</a:t>
            </a:r>
          </a:p>
        </p:txBody>
      </p:sp>
    </p:spTree>
    <p:extLst>
      <p:ext uri="{BB962C8B-B14F-4D97-AF65-F5344CB8AC3E}">
        <ns4:creationId val="1028799630"/>
      </p:ext>
    </p:extLst>
  </p:cSld>
</p:sld>
</file>

<file path=ppt/slides/slide9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b1f60660a8fa42a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FBCB0AE-2E0B-4247-B08D-FC2979471CC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B3FE1A76-3DCE-44F2-8B88-794CE07C2F1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초기 기록의 확인값</a:t>
            </a:r>
          </a:p>
        </p:txBody>
      </p:sp>
      <p:sp>
        <p:nvSpPr>
          <p:cNvPr id="4" name="">
            <a:extLst>
              <a:ext uri="{FF2B5EF4-FFF2-40B4-BE49-F238E27FC236}">
                <ns3:creationId id="{346CE761-F6C0-49F5-9751-AC138B3198A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872B0FF-570E-4A4E-8000-51C8D2A41017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이력 5건 · 센서 4개</a:t>
            </a:r>
          </a:p>
        </p:txBody>
      </p:sp>
      <p:sp>
        <p:nvSpPr>
          <p:cNvPr id="6" name="">
            <a:extLst>
              <a:ext uri="{FF2B5EF4-FFF2-40B4-BE49-F238E27FC236}">
                <ns3:creationId id="{CA5C2FD9-F7F0-4404-A59E-53D8C938DEB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S01 최신값은 22.8입니다.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4E05027F-74FC-4EF1-AB55-C311C5ACFC74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서버를 처음 시작한 상태인지 먼저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120D7A86-6F95-4679-A80B-22132C8834D5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이미 전송했다면 재시작해 초기 자료부터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AA054A1B-BEBC-4E0D-8ABC-E911A65D2E5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32B0DC35-D337-4A10-A0C3-CF78A5F19D8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099</a:t>
            </a:r>
          </a:p>
        </p:txBody>
      </p:sp>
    </p:spTree>
    <p:extLst>
      <p:ext uri="{BB962C8B-B14F-4D97-AF65-F5344CB8AC3E}">
        <ns4:creationId val="1719852081"/>
      </p:ext>
    </p:extLst>
  </p:cSld>
</p:sld>
</file>

<file path=ppt/slides/slide10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2d5487b92a90423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258BCF5-42F1-4D9F-92BD-2E4BAF4EB05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859FC24F-005A-4CA5-AC01-12C2FE79226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수락 뒤 목록과 최신값</a:t>
            </a:r>
          </a:p>
        </p:txBody>
      </p:sp>
      <p:sp>
        <p:nvSpPr>
          <p:cNvPr id="4" name="">
            <a:extLst>
              <a:ext uri="{FF2B5EF4-FFF2-40B4-BE49-F238E27FC236}">
                <ns3:creationId id="{DC757E1C-6A95-4CCB-BB1D-E1429143041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8C2B18BC-5F2A-48BB-80B2-4C710921798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POST 201 → GET 목록 증가</a:t>
            </a:r>
          </a:p>
        </p:txBody>
      </p:sp>
      <p:sp>
        <p:nvSpPr>
          <p:cNvPr id="6" name="">
            <a:extLst>
              <a:ext uri="{FF2B5EF4-FFF2-40B4-BE49-F238E27FC236}">
                <ns3:creationId id="{0566A5E1-A321-4239-8698-021F66505E8E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과거 기록이면 최신값은 유지될 수 있습니다.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84F27E9E-7769-4A2A-B463-33A4943D7B6E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제공 새 기록은 같은 시각의 뒤 행이라 최신값이24.2가 됩니다.</a:t>
            </a:r>
          </a:p>
        </p:txBody>
      </p:sp>
      <p:sp>
        <p:nvSpPr>
          <p:cNvPr id="8" name="">
            <a:extLst>
              <a:ext uri="{FF2B5EF4-FFF2-40B4-BE49-F238E27FC236}">
                <ns3:creationId id="{E7CF4B28-5C92-4EBB-B750-96E086871CD4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더 과거 시각을 보낸 시험은 이력 증가와 최신값 유지로 구별합니다.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7C04F97F-B46C-4771-8844-D5B40EA1937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88C1F23C-8700-4F6A-B20B-BAFBE7002EB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100</a:t>
            </a:r>
          </a:p>
        </p:txBody>
      </p:sp>
    </p:spTree>
    <p:extLst>
      <p:ext uri="{BB962C8B-B14F-4D97-AF65-F5344CB8AC3E}">
        <ns4:creationId val="1422336285"/>
      </p:ext>
    </p:extLst>
  </p:cSld>
</p:sld>
</file>

<file path=ppt/slides/slide10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d1b1ac1ef544ea5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60685F0-BEC3-407F-8CAF-B088C8284E5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E5B7682E-4DD9-4BB6-A011-53B088DE680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메모리 저장과 재시작</a:t>
            </a:r>
          </a:p>
        </p:txBody>
      </p:sp>
      <p:sp>
        <p:nvSpPr>
          <p:cNvPr id="4" name="">
            <a:extLst>
              <a:ext uri="{FF2B5EF4-FFF2-40B4-BE49-F238E27FC236}">
                <ns3:creationId id="{EB34641C-6297-4599-85BA-9B058046B7F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7258E37-0F5D-4CCD-BDCB-950BC7239EF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서버는 메모리 저장입니다.</a:t>
            </a:r>
          </a:p>
        </p:txBody>
      </p:sp>
      <p:sp>
        <p:nvSpPr>
          <p:cNvPr id="6" name="">
            <a:extLst>
              <a:ext uri="{FF2B5EF4-FFF2-40B4-BE49-F238E27FC236}">
                <ns3:creationId id="{CE60CAB4-8181-41CF-8FAF-A03FB70F2517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재시작하면 초기 자료로 돌아갑니다.</a:t>
            </a:r>
          </a:p>
        </p:txBody>
      </p:sp>
      <p:sp>
        <p:nvSpPr>
          <p:cNvPr id="7" name="">
            <a:extLst>
              <a:ext uri="{FF2B5EF4-FFF2-40B4-BE49-F238E27FC236}">
                <ns3:creationId id="{8F22744C-2301-478F-B30D-01C2F567DF23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종료하면 실행 중 쌓인 기록이 사라지는 저장 방식입니다.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9F45C967-B43C-47FB-817D-83A59F4F9D7D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지속 보관하려면 파일이나 데이터베이스 저장을 추가하고 복원도 시험합니다.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DEF41919-381F-4428-A6DE-35ADC8F1A67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02531684-8EAD-4126-BE8B-B3C6B4B1D69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101</a:t>
            </a:r>
          </a:p>
        </p:txBody>
      </p:sp>
    </p:spTree>
    <p:extLst>
      <p:ext uri="{BB962C8B-B14F-4D97-AF65-F5344CB8AC3E}">
        <ns4:creationId val="1596712410"/>
      </p:ext>
    </p:extLst>
  </p:cSld>
</p:sld>
</file>

<file path=ppt/slides/slide10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7cbc5de3eb98425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AD68795-759C-4BD2-9625-A329D8E2167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AC33EAB9-996E-4452-8326-5656D0CDBF8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단위·시각·상태 문구</a:t>
            </a:r>
          </a:p>
        </p:txBody>
      </p:sp>
      <p:sp>
        <p:nvSpPr>
          <p:cNvPr id="4" name="">
            <a:extLst>
              <a:ext uri="{FF2B5EF4-FFF2-40B4-BE49-F238E27FC236}">
                <ns3:creationId id="{0896835A-7944-43AC-A3CA-44DEF4B539A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5E9D8286-F69E-45FB-AE49-DD248CC33BB9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단위 · 시각 · 상태 문구</a:t>
            </a:r>
          </a:p>
        </p:txBody>
      </p:sp>
      <p:sp>
        <p:nvSpPr>
          <p:cNvPr id="6" name="">
            <a:extLst>
              <a:ext uri="{FF2B5EF4-FFF2-40B4-BE49-F238E27FC236}">
                <ns3:creationId id="{977247D2-6900-4326-9A5C-67BC4D687C49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색만으로 판단하게 하지 않습니다.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6BBC5B7D-804E-494A-9F49-EE85857C9BA0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빨간색을 구별하지 못해도 주의라는 글자를 읽을 수 있어야 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4D8CA0F1-F33F-4A82-BA3B-A5F984E3C8C4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℃와 측정 시각을 붙이면 숫자의 뜻과 오래됨 여부를 설명할 수 있습니다.</a:t>
            </a:r>
          </a:p>
        </p:txBody>
      </p:sp>
      <p:sp>
        <p:nvSpPr>
          <p:cNvPr id="9" name="">
            <a:extLst>
              <a:ext uri="{FF2B5EF4-FFF2-40B4-BE49-F238E27FC236}">
                <ns3:creationId id="{DC5CEBDE-C9AC-4AFF-BF06-8C981AE8FF1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DF48D9D8-4608-400F-B5A0-45E2ACA00D6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102</a:t>
            </a:r>
          </a:p>
        </p:txBody>
      </p:sp>
    </p:spTree>
    <p:extLst>
      <p:ext uri="{BB962C8B-B14F-4D97-AF65-F5344CB8AC3E}">
        <ns4:creationId val="646478170"/>
      </p:ext>
    </p:extLst>
  </p:cSld>
</p:sld>
</file>

<file path=ppt/slides/slide10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1476cd2ed9684183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EB13F4E7-1B50-469B-B3F4-C8686FD21A7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F136D83F-AF5D-4950-923F-5696F37EFD6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 연결 전에 확인할 내용</a:t>
            </a:r>
          </a:p>
        </p:txBody>
      </p:sp>
      <p:sp>
        <p:nvSpPr>
          <p:cNvPr id="4" name="">
            <a:extLst>
              <a:ext uri="{FF2B5EF4-FFF2-40B4-BE49-F238E27FC236}">
                <ns3:creationId id="{E39A6609-F740-48CF-9935-9A722E15D08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149D1A72-0A11-40DE-A0C6-5EC838DBF58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장치 ID · 시간 · 중복 · 전송 실패</a:t>
            </a:r>
          </a:p>
        </p:txBody>
      </p:sp>
      <p:sp>
        <p:nvSpPr>
          <p:cNvPr id="6" name="">
            <a:extLst>
              <a:ext uri="{FF2B5EF4-FFF2-40B4-BE49-F238E27FC236}">
                <ns3:creationId id="{C98CEDCE-313C-49BA-9AEC-709288CA4E67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센서·외부망·지속 저장은 별도입니다.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79C47BA2-05B8-4AF3-ABF9-18417CC68051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오늘은 가상 기록이므로 실제 센서 정확도와 전송 성공을 확인한 것은 아닙니다.</a:t>
            </a:r>
          </a:p>
        </p:txBody>
      </p:sp>
      <p:sp>
        <p:nvSpPr>
          <p:cNvPr id="8" name="">
            <a:extLst>
              <a:ext uri="{FF2B5EF4-FFF2-40B4-BE49-F238E27FC236}">
                <ns3:creationId id="{F5BA7CFF-9A31-4F3A-A8A3-7AF343CBAE65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실물 연결 시 중복·시각 차이·재전송·저장 누락을 추가 시험합니다.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DC4F048E-F407-4AE5-B3A9-E89CD3D09A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81564C3D-088B-4DB3-A7DC-BCCFD1333F11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103</a:t>
            </a:r>
          </a:p>
        </p:txBody>
      </p:sp>
    </p:spTree>
    <p:extLst>
      <p:ext uri="{BB962C8B-B14F-4D97-AF65-F5344CB8AC3E}">
        <ns4:creationId val="327344340"/>
      </p:ext>
    </p:extLst>
  </p:cSld>
</p:sld>
</file>

<file path=ppt/slides/slide10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b950f3632db2487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A1C7A8A-0C1C-47FE-8D1D-822E4521720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자료 읽기</a:t>
            </a:r>
          </a:p>
        </p:txBody>
      </p:sp>
      <p:sp>
        <p:nvSpPr>
          <p:cNvPr id="3" name="">
            <a:extLst>
              <a:ext uri="{FF2B5EF4-FFF2-40B4-BE49-F238E27FC236}">
                <ns3:creationId id="{2F17E589-7FD8-4A72-A6DE-0701506E7A3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다음 사람이 받을 실행 묶음</a:t>
            </a:r>
          </a:p>
        </p:txBody>
      </p:sp>
      <p:sp>
        <p:nvSpPr>
          <p:cNvPr id="4" name="">
            <a:extLst>
              <a:ext uri="{FF2B5EF4-FFF2-40B4-BE49-F238E27FC236}">
                <ns3:creationId id="{C78A1EDE-5231-4969-96D4-0AF60CACEED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="685800" y="1943100"/>
          <a:ext cx="10820400" cy="2707958"/>
        </p:xfrm>
        <a:graphic>
          <a:graphicData uri="http://schemas.openxmlformats.org/drawingml/2006/table">
            <a:tbl>
              <a:tblPr firstRow="1" bandRow="0"/>
              <a:tblGrid>
                <a:gridCol w="3957304"/>
                <a:gridCol w="6863096"/>
              </a:tblGrid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파일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역할</a:t>
                      </a:r>
                    </a:p>
                  </a:txBody>
                  <a:tcPr marL="142875" marR="142875" marT="85725" marB="85725" anchor="ctr">
                    <a:solidFill>
                      <a:srgbClr val="102733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code/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화면·API·모델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data/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초기·새 입력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work/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학생 복사본·기록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541592"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시험표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sz="2025" b="0">
                          <a:solidFill>
                            <a:srgbClr val="172E3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기대·관찰·미실행</a:t>
                      </a:r>
                    </a:p>
                  </a:txBody>
                  <a:tcPr marL="142875" marR="142875" marT="85725" marB="85725" anchor="ctr">
                    <a:solidFill>
                      <a:srgbClr val="EDEF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3:creationId id="{CE9E31AD-14E1-4E84-96F9-59D121B156A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7" name="">
            <a:extLst>
              <a:ext uri="{FF2B5EF4-FFF2-40B4-BE49-F238E27FC236}">
                <ns3:creationId id="{B113FE72-D1E6-4E58-BE20-0FE831B99B7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104</a:t>
            </a:r>
          </a:p>
        </p:txBody>
      </p:sp>
    </p:spTree>
    <p:extLst>
      <p:ext uri="{BB962C8B-B14F-4D97-AF65-F5344CB8AC3E}">
        <ns4:creationId val="593003564"/>
      </p:ext>
    </p:extLst>
  </p:cSld>
</p:sld>
</file>

<file path=ppt/slides/slide10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aa501ff329f74d4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86340F6-FE61-4DC1-845C-A68B8EDDC42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AC0D4AD1-3030-471B-BE34-FBD815CDC68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예상 출력</a:t>
            </a:r>
          </a:p>
        </p:txBody>
      </p:sp>
      <p:sp>
        <p:nvSpPr>
          <p:cNvPr id="4" name="">
            <a:extLst>
              <a:ext uri="{FF2B5EF4-FFF2-40B4-BE49-F238E27FC236}">
                <ns3:creationId id="{40D2F430-2BD5-4F32-9538-FF391D0E875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3E7D09AE-5008-4F20-97C1-0B835A300E3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같은 자료로 같은 결과를 다시 얻습니다.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125404FE-30E7-4FB3-83F7-76CCB9FB4487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수신한 기록과 화면을 대조하고, 실제 센서 시험은 따로 적습니다.</a:t>
            </a:r>
          </a:p>
        </p:txBody>
      </p:sp>
      <p:sp>
        <p:nvSpPr>
          <p:cNvPr id="7" name="">
            <a:extLst>
              <a:ext uri="{FF2B5EF4-FFF2-40B4-BE49-F238E27FC236}">
                <ns3:creationId id="{4FE93B60-10D5-4E36-B2AA-E372DED9B37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73703726-EC5E-41B3-A13A-5141E1E8DAAD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105</a:t>
            </a:r>
          </a:p>
        </p:txBody>
      </p:sp>
    </p:spTree>
    <p:extLst>
      <p:ext uri="{BB962C8B-B14F-4D97-AF65-F5344CB8AC3E}">
        <ns4:creationId val="1251921139"/>
      </p:ext>
    </p:extLst>
  </p:cSld>
</p:sld>
</file>

<file path=ppt/slides/slide10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9d3055c1637a4679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E9B75A1-2A97-41D6-8C0C-DDCE63E59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ADE2B9BF-2CE1-4E21-8774-41D25CB90B8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6교시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03AC3235-4B86-4998-A496-BA9FF6EE4A6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처음 상태부터 다시 실행</a:t>
            </a:r>
          </a:p>
        </p:txBody>
      </p:sp>
      <p:sp>
        <p:nvSpPr>
          <p:cNvPr id="5" name="">
            <a:extLst>
              <a:ext uri="{FF2B5EF4-FFF2-40B4-BE49-F238E27FC236}">
                <ns3:creationId id="{0052E39D-F4E4-4A3A-9E66-B4DBC23A7D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9E94B062-A475-446B-ABC6-BC15F705074C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1429089A-5069-4ED5-8309-9FB1CEA3EC4D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서버 재시작 후 초기 이력5건·센서4개·S01 22.8을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BBC8EEBE-BEF8-4895-B877-64BDDAC613DE}"/>
              </a:ext>
            </a:extLst>
          </p:cNvPr>
          <p:cNvSpPr>
            <a:spLocks noGrp="1"/>
          </p:cNvSpPr>
          <p:nvPr/>
        </p:nvSpPr>
        <p:spPr>
          <a:xfrm>
            <a:off x="685800" y="294703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33594D03-6644-4A81-A299-4824070854E0}"/>
              </a:ext>
            </a:extLst>
          </p:cNvPr>
          <p:cNvSpPr>
            <a:spLocks noGrp="1"/>
          </p:cNvSpPr>
          <p:nvPr/>
        </p:nvSpPr>
        <p:spPr>
          <a:xfrm>
            <a:off x="1209675" y="294703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새 기록을 전송해201·6건·S01 24.2를 확인합니다.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6B964EFB-370D-41A5-AED8-8E468C44D913}"/>
              </a:ext>
            </a:extLst>
          </p:cNvPr>
          <p:cNvSpPr>
            <a:spLocks noGrp="1"/>
          </p:cNvSpPr>
          <p:nvPr/>
        </p:nvSpPr>
        <p:spPr>
          <a:xfrm>
            <a:off x="685800" y="345376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D7BE760D-B5CC-4C85-8DAD-38A788C11626}"/>
              </a:ext>
            </a:extLst>
          </p:cNvPr>
          <p:cNvSpPr>
            <a:spLocks noGrp="1"/>
          </p:cNvSpPr>
          <p:nvPr/>
        </p:nvSpPr>
        <p:spPr>
          <a:xfrm>
            <a:off x="1209675" y="345376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다시 서버를 재시작하면 추가 기록이 사라지는지 봅니다.</a:t>
            </a:r>
          </a:p>
        </p:txBody>
      </p:sp>
      <p:sp>
        <p:nvSpPr>
          <p:cNvPr id="12" name="">
            <a:extLst>
              <a:ext uri="{FF2B5EF4-FFF2-40B4-BE49-F238E27FC236}">
                <ns3:creationId id="{2A168525-4161-48F0-8F03-7EB24E868FF0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CF9824E7-7986-4D47-9253-78D7B4DA0FDA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메모리 저장이므로 영구 보관이 필요하면 저장 방식과 복원 시험을 더합니다.</a:t>
            </a:r>
          </a:p>
        </p:txBody>
      </p:sp>
      <p:sp>
        <p:nvSpPr>
          <p:cNvPr id="14" name="">
            <a:extLst>
              <a:ext uri="{FF2B5EF4-FFF2-40B4-BE49-F238E27FC236}">
                <ns3:creationId id="{CF2FD222-ABCA-4809-B566-576B68DD35F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9E9610F4-7064-41D5-8CFF-45BE565C3FE5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106</a:t>
            </a:r>
          </a:p>
        </p:txBody>
      </p:sp>
    </p:spTree>
    <p:extLst>
      <p:ext uri="{BB962C8B-B14F-4D97-AF65-F5344CB8AC3E}">
        <ns4:creationId val="566827151"/>
      </p:ext>
    </p:extLst>
  </p:cSld>
</p:sld>
</file>

<file path=ppt/slides/slide10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7c3e576c22a748e2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33F84FB8-6E2E-4174-9808-CE20BA1520E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48787E52-7622-4FE3-BE18-0DD65E0230A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수정할 앱 파일의 위치</a:t>
            </a:r>
          </a:p>
        </p:txBody>
      </p:sp>
      <p:sp>
        <p:nvSpPr>
          <p:cNvPr id="4" name="">
            <a:extLst>
              <a:ext uri="{FF2B5EF4-FFF2-40B4-BE49-F238E27FC236}">
                <ns3:creationId id="{D4FD7135-BD08-41DE-84B1-80BA3A784E8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096BE71-EABE-42A7-912F-2378755B4AC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문구를 바꾸려면 work/app.js의 복사본을 편집합니다.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E52AEA84-E0B1-4603-80A2-32163C3952D4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작업 화면은 work/index.html을 열어 저장 뒤 새로고침합니다.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34E51FDC-3EE7-4EA4-BE90-A699FDD34BD0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기본 API 서버는 code의 화면을 제공하므로 work 변경이 보이지 않습니다.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1017C99D-EFF1-41D9-B9F6-C134567307A0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API와 작업 화면의 차이를 확인하고 원본 code 파일은 보존합니다.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654E03DC-DA3B-4293-9247-DB57A702734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5D87AB45-2335-478D-8753-69B3FEC6942B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107</a:t>
            </a:r>
          </a:p>
        </p:txBody>
      </p:sp>
    </p:spTree>
    <p:extLst>
      <p:ext uri="{BB962C8B-B14F-4D97-AF65-F5344CB8AC3E}">
        <ns4:creationId val="191612864"/>
      </p:ext>
    </p:extLst>
  </p:cSld>
</p:sld>
</file>

<file path=ppt/slides/slide10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/>
          <p:cNvPicPr>
            <a:picLocks noChangeAspect="1"/>
          </p:cNvPicPr>
          <p:nvPr/>
        </p:nvPicPr>
        <p:blipFill>
          <a:blip r:embed="Rd9adf0c3cc814126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48AE3F7-8179-4D97-B39D-D97A94EEA2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CF561A87-8A32-4AD9-9282-52329DB13FE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6교시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700DF617-7FC2-41E5-8954-0D19C9A03B3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추가 온도를 28℃로 수정</a:t>
            </a:r>
          </a:p>
        </p:txBody>
      </p:sp>
      <p:sp>
        <p:nvSpPr>
          <p:cNvPr id="5" name="">
            <a:extLst>
              <a:ext uri="{FF2B5EF4-FFF2-40B4-BE49-F238E27FC236}">
                <ns3:creationId id="{7CA1D081-184B-4D73-BEB8-2F647D639A0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799799CA-0D1E-4873-8647-8489837B0A60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861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3B890C76-1BC9-448D-806E-E5F6E1158E6E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7943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work/app.js에서 temperature_c:23.3인 한 곳을 찾습니다.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4CD212B5-5CC6-4BDA-8362-40D9E79D8F66}"/>
              </a:ext>
            </a:extLst>
          </p:cNvPr>
          <p:cNvSpPr>
            <a:spLocks noGrp="1"/>
          </p:cNvSpPr>
          <p:nvPr/>
        </p:nvSpPr>
        <p:spPr>
          <a:xfrm>
            <a:off x="685800" y="294703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2147C2D5-DD41-4B56-95C9-D6FA5539E714}"/>
              </a:ext>
            </a:extLst>
          </p:cNvPr>
          <p:cNvSpPr>
            <a:spLocks noGrp="1"/>
          </p:cNvSpPr>
          <p:nvPr/>
        </p:nvSpPr>
        <p:spPr>
          <a:xfrm>
            <a:off x="1209675" y="294703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23.3을28.0으로 바꾸고 Ctrl+S로 저장합니다.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975D015F-F08F-4F2E-B12B-53FFD0365DEB}"/>
              </a:ext>
            </a:extLst>
          </p:cNvPr>
          <p:cNvSpPr>
            <a:spLocks noGrp="1"/>
          </p:cNvSpPr>
          <p:nvPr/>
        </p:nvSpPr>
        <p:spPr>
          <a:xfrm>
            <a:off x="685800" y="345376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1" name="">
            <a:extLst>
              <a:ext uri="{FF2B5EF4-FFF2-40B4-BE49-F238E27FC236}">
                <ns3:creationId id="{FC2992AC-4695-40F8-8923-E67A8390D762}"/>
              </a:ext>
            </a:extLst>
          </p:cNvPr>
          <p:cNvSpPr>
            <a:spLocks noGrp="1"/>
          </p:cNvSpPr>
          <p:nvPr/>
        </p:nvSpPr>
        <p:spPr>
          <a:xfrm>
            <a:off x="1209675" y="345376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work/index.html을 브라우저로 열고 새로고침합니다.</a:t>
            </a:r>
          </a:p>
        </p:txBody>
      </p:sp>
      <p:sp>
        <p:nvSpPr>
          <p:cNvPr id="12" name="">
            <a:extLst>
              <a:ext uri="{FF2B5EF4-FFF2-40B4-BE49-F238E27FC236}">
                <ns3:creationId id="{0FF7648B-44E6-453D-9390-9CBA1E032699}"/>
              </a:ext>
            </a:extLst>
          </p:cNvPr>
          <p:cNvSpPr>
            <a:spLocks noGrp="1"/>
          </p:cNvSpPr>
          <p:nvPr/>
        </p:nvSpPr>
        <p:spPr>
          <a:xfrm>
            <a:off x="685800" y="396049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3" name="">
            <a:extLst>
              <a:ext uri="{FF2B5EF4-FFF2-40B4-BE49-F238E27FC236}">
                <ns3:creationId id="{D0786319-B3E1-4415-A0FD-6F6C06BD66D1}"/>
              </a:ext>
            </a:extLst>
          </p:cNvPr>
          <p:cNvSpPr>
            <a:spLocks noGrp="1"/>
          </p:cNvSpPr>
          <p:nvPr/>
        </p:nvSpPr>
        <p:spPr>
          <a:xfrm>
            <a:off x="1209675" y="396049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모의 기록 한 건 추가를 눌러 S01 온도와 상태를 읽습니다.</a:t>
            </a:r>
          </a:p>
        </p:txBody>
      </p:sp>
      <p:sp>
        <p:nvSpPr>
          <p:cNvPr id="14" name="">
            <a:extLst>
              <a:ext uri="{FF2B5EF4-FFF2-40B4-BE49-F238E27FC236}">
                <ns3:creationId id="{FA66764A-B1A9-4F33-B994-568C012B335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5" name="">
            <a:extLst>
              <a:ext uri="{FF2B5EF4-FFF2-40B4-BE49-F238E27FC236}">
                <ns3:creationId id="{85CD82FF-33F0-469B-B443-3FA72593DEF2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108</a:t>
            </a:r>
          </a:p>
        </p:txBody>
      </p:sp>
    </p:spTree>
    <p:extLst>
      <p:ext uri="{BB962C8B-B14F-4D97-AF65-F5344CB8AC3E}">
        <ns4:creationId val="1929703602"/>
      </p:ext>
    </p:extLst>
  </p:cSld>
</p:sld>
</file>

<file path=ppt/slides/slide10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a324d900e7eb4ab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4AB0BB5-2EED-4970-B03F-A22753D5C8A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A1D9AC8B-3AF3-4B41-A885-42C1459200C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수정 뒤 화면의 예상값</a:t>
            </a:r>
          </a:p>
        </p:txBody>
      </p:sp>
      <p:sp>
        <p:nvSpPr>
          <p:cNvPr id="4" name="">
            <a:extLst>
              <a:ext uri="{FF2B5EF4-FFF2-40B4-BE49-F238E27FC236}">
                <ns3:creationId id="{8A01E503-5231-42F3-9C5A-134DC077B2A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248D4E91-F461-4E42-A808-BEDFB50AF74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새 S01 기록은28.0℃·10:10:10이며 주의로 표시됩니다.</a:t>
            </a:r>
          </a:p>
        </p:txBody>
      </p:sp>
      <p:sp>
        <p:nvSpPr>
          <p:cNvPr id="6" name="">
            <a:extLst>
              <a:ext uri="{FF2B5EF4-FFF2-40B4-BE49-F238E27FC236}">
                <ns3:creationId id="{D3DB9102-04EB-47F5-AA7F-B3AEB96DB9F6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이력6건·센서4개이고 유효 숫자 이력은5건입니다.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625F4936-8A0D-4592-8567-0E3D5A8B05A3}"/>
              </a:ext>
            </a:extLst>
          </p:cNvPr>
          <p:cNvSpPr>
            <a:spLocks noGrp="1"/>
          </p:cNvSpPr>
          <p:nvPr/>
        </p:nvSpPr>
        <p:spPr>
          <a:xfrm>
            <a:off x="685800" y="307086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평균은(74.3+28.0)/5 =20.46℃입니다.</a:t>
            </a:r>
          </a:p>
        </p:txBody>
      </p:sp>
      <p:sp>
        <p:nvSpPr>
          <p:cNvPr id="8" name="">
            <a:extLst>
              <a:ext uri="{FF2B5EF4-FFF2-40B4-BE49-F238E27FC236}">
                <ns3:creationId id="{8EF27E3E-0C15-481A-9A4F-D2F6FC205CF7}"/>
              </a:ext>
            </a:extLst>
          </p:cNvPr>
          <p:cNvSpPr>
            <a:spLocks noGrp="1"/>
          </p:cNvSpPr>
          <p:nvPr/>
        </p:nvSpPr>
        <p:spPr>
          <a:xfrm>
            <a:off x="685800" y="357759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온도를23.3으로 복구하고 새로고침하면 첫5건부터 다시 시작합니다.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8615B847-E579-4E65-A646-AF173523232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218D9D14-9091-40BF-A864-A07389BFCC4F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109</a:t>
            </a:r>
          </a:p>
        </p:txBody>
      </p:sp>
    </p:spTree>
    <p:extLst>
      <p:ext uri="{BB962C8B-B14F-4D97-AF65-F5344CB8AC3E}">
        <ns4:creationId val="176857061"/>
      </p:ext>
    </p:extLst>
  </p:cSld>
</p:sld>
</file>

<file path=ppt/slides/slide11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c17ca020c562498c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FF6F663-9CD5-439E-852C-F0732174A9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A1E99EAE-EA3A-4484-98EC-3699A4F4C25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6교시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59CF2F1B-8CB5-417E-A93E-1CBEA288865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연습 문제</a:t>
            </a:r>
          </a:p>
        </p:txBody>
      </p:sp>
      <p:sp>
        <p:nvSpPr>
          <p:cNvPr id="5" name="">
            <a:extLst>
              <a:ext uri="{FF2B5EF4-FFF2-40B4-BE49-F238E27FC236}">
                <ns3:creationId id="{900D9E8A-164C-48B4-BDFF-C1DC0E34C03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97D615B0-B0FA-4E1E-9F5D-756B64DA287C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E1A08143-B897-4A17-B595-C93EE2470C76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재시작하자 추가 기록이 사라졌습니다.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0D9583F1-F939-4E77-9A61-8BFFDF2CA76D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A6EA57BD-62C6-4266-99B0-E155158E788C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현재 설계와 필요한 후속 작업을 쓰세요.</a:t>
            </a:r>
          </a:p>
        </p:txBody>
      </p:sp>
      <p:sp>
        <p:nvSpPr>
          <p:cNvPr id="10" name="">
            <a:extLst>
              <a:ext uri="{FF2B5EF4-FFF2-40B4-BE49-F238E27FC236}">
                <ns3:creationId id="{815F232E-D3AC-438E-A8AA-2E22BD3E8AA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D4B24595-3CD4-4D48-9532-357849FCC1C8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110</a:t>
            </a:r>
          </a:p>
        </p:txBody>
      </p:sp>
    </p:spTree>
    <p:extLst>
      <p:ext uri="{BB962C8B-B14F-4D97-AF65-F5344CB8AC3E}">
        <ns4:creationId val="692447905"/>
      </p:ext>
    </p:extLst>
  </p:cSld>
</p:sld>
</file>

<file path=ppt/slides/slide11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/>
          <p:cNvPicPr>
            <a:picLocks noChangeAspect="1"/>
          </p:cNvPicPr>
          <p:nvPr/>
        </p:nvPicPr>
        <p:blipFill>
          <a:blip r:embed="R1b7bf96df89748db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DF243C0-0ABA-4AC0-AD93-F254870CC8F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풀이와 확인</a:t>
            </a:r>
          </a:p>
        </p:txBody>
      </p:sp>
      <p:sp>
        <p:nvSpPr>
          <p:cNvPr id="3" name="">
            <a:extLst>
              <a:ext uri="{FF2B5EF4-FFF2-40B4-BE49-F238E27FC236}">
                <ns3:creationId id="{663D98D8-32AA-4C9C-8AA2-32FBA892EB6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정답과 풀이</a:t>
            </a:r>
          </a:p>
        </p:txBody>
      </p:sp>
      <p:sp>
        <p:nvSpPr>
          <p:cNvPr id="4" name="">
            <a:extLst>
              <a:ext uri="{FF2B5EF4-FFF2-40B4-BE49-F238E27FC236}">
                <ns3:creationId id="{FA65D055-453A-4E97-9F0C-E015341D80F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AC53A59E-01BE-4D3F-95C1-2232CB7644CA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현재 기록은 메모리에만 있습니다.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EC5F8488-DDE5-4729-9259-504E09B14346}"/>
              </a:ext>
            </a:extLst>
          </p:cNvPr>
          <p:cNvSpPr>
            <a:spLocks noGrp="1"/>
          </p:cNvSpPr>
          <p:nvPr/>
        </p:nvSpPr>
        <p:spPr>
          <a:xfrm>
            <a:off x="685800" y="2564130"/>
            <a:ext cx="108204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영구 저장과 재시작 복원 시험이 필요합니다.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AB8165FC-AB94-4DF4-AEF1-E8E14A96BC7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8" name="">
            <a:extLst>
              <a:ext uri="{FF2B5EF4-FFF2-40B4-BE49-F238E27FC236}">
                <ns3:creationId id="{C1743C61-349B-48DA-BF22-96ED2786154C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111</a:t>
            </a:r>
          </a:p>
        </p:txBody>
      </p:sp>
    </p:spTree>
    <p:extLst>
      <p:ext uri="{BB962C8B-B14F-4D97-AF65-F5344CB8AC3E}">
        <ns4:creationId val="762805789"/>
      </p:ext>
    </p:extLst>
  </p:cSld>
</p:sld>
</file>

<file path=ppt/slides/slide11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10273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95f861a1a0dc474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4541E44D-91BB-4766-9C81-C556132C6C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925050" cy="6858000"/>
          </a:xfrm>
          <a:prstGeom prst="rect">
            <a:avLst/>
          </a:prstGeom>
          <a:solidFill>
            <a:srgbClr val="102733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3:creationId id="{7C2C5C2C-807B-487F-B69F-588FFA84B56F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ABDDD0"/>
                </a:solidFill>
                <a:latin typeface="Noto Sans KR"/>
                <a:ea typeface="Noto Sans KR"/>
                <a:cs typeface="Noto Sans KR"/>
              </a:defRPr>
            </a:pPr>
            <a:r>
              <a:t>6교시   직접 해 보기</a:t>
            </a:r>
          </a:p>
        </p:txBody>
      </p:sp>
      <p:sp>
        <p:nvSpPr>
          <p:cNvPr id="4" name="">
            <a:extLst>
              <a:ext uri="{FF2B5EF4-FFF2-40B4-BE49-F238E27FC236}">
                <ns3:creationId id="{9093BC0A-0FDE-42D8-8430-CF3A3396DC3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한 값 바꾸기</a:t>
            </a:r>
          </a:p>
        </p:txBody>
      </p:sp>
      <p:sp>
        <p:nvSpPr>
          <p:cNvPr id="5" name="">
            <a:extLst>
              <a:ext uri="{FF2B5EF4-FFF2-40B4-BE49-F238E27FC236}">
                <ns3:creationId id="{701AB025-60EA-4FA9-A613-9923B304CAF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38505B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3:creationId id="{EB9F1244-E1B9-4845-B7D3-FF1BDF7F58A2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7" name="">
            <a:extLst>
              <a:ext uri="{FF2B5EF4-FFF2-40B4-BE49-F238E27FC236}">
                <ns3:creationId id="{C585E85E-BEF1-4E95-8ECB-4A1C063D1203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파일 저장을 새 요구에 넣으면</a:t>
            </a:r>
          </a:p>
        </p:txBody>
      </p:sp>
      <p:sp>
        <p:nvSpPr>
          <p:cNvPr id="8" name="">
            <a:extLst>
              <a:ext uri="{FF2B5EF4-FFF2-40B4-BE49-F238E27FC236}">
                <ns3:creationId id="{8A70D86C-BBE6-4A7B-B170-D53F8D6FD7D6}"/>
              </a:ext>
            </a:extLst>
          </p:cNvPr>
          <p:cNvSpPr>
            <a:spLocks noGrp="1"/>
          </p:cNvSpPr>
          <p:nvPr/>
        </p:nvSpPr>
        <p:spPr>
          <a:xfrm>
            <a:off x="685800" y="2592705"/>
            <a:ext cx="409575" cy="506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1">
                <a:solidFill>
                  <a:srgbClr val="08776D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" name="">
            <a:extLst>
              <a:ext uri="{FF2B5EF4-FFF2-40B4-BE49-F238E27FC236}">
                <ns3:creationId id="{1088EE61-CE25-4BB8-B0B0-38E07297D53D}"/>
              </a:ext>
            </a:extLst>
          </p:cNvPr>
          <p:cNvSpPr>
            <a:spLocks noGrp="1"/>
          </p:cNvSpPr>
          <p:nvPr/>
        </p:nvSpPr>
        <p:spPr>
          <a:xfrm>
            <a:off x="1209675" y="2592705"/>
            <a:ext cx="8001000" cy="440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데이터·실패 처리·시험·안내를 갱신합니다.</a:t>
            </a:r>
          </a:p>
        </p:txBody>
      </p:sp>
      <p:sp>
        <p:nvSpPr>
          <p:cNvPr id="10" name="">
            <a:extLst>
              <a:ext uri="{FF2B5EF4-FFF2-40B4-BE49-F238E27FC236}">
                <ns3:creationId id="{87B5A0E0-6FA9-4222-A2A2-B59892AFF0D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B3C5CC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1" name="">
            <a:extLst>
              <a:ext uri="{FF2B5EF4-FFF2-40B4-BE49-F238E27FC236}">
                <ns3:creationId id="{50C322D2-4A2D-4FCB-9ED6-9ED5E1FF8C50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B3C5CC"/>
                </a:solidFill>
                <a:latin typeface="Consolas"/>
                <a:ea typeface="Consolas"/>
                <a:cs typeface="Consolas"/>
              </a:defRPr>
            </a:pPr>
            <a:r>
              <a:t>112</a:t>
            </a:r>
          </a:p>
        </p:txBody>
      </p:sp>
    </p:spTree>
    <p:extLst>
      <p:ext uri="{BB962C8B-B14F-4D97-AF65-F5344CB8AC3E}">
        <ns4:creationId val="797872471"/>
      </p:ext>
    </p:extLst>
  </p:cSld>
</p:sld>
</file>

<file path=ppt/slides/slide11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817ec47564e5417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08F6CA3-93B0-4322-B784-B535EF7EDEB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A9927419-03DF-4F1D-BC81-CDC45AF2158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 원인과 복구</a:t>
            </a:r>
          </a:p>
        </p:txBody>
      </p:sp>
      <p:sp>
        <p:nvSpPr>
          <p:cNvPr id="4" name="">
            <a:extLst>
              <a:ext uri="{FF2B5EF4-FFF2-40B4-BE49-F238E27FC236}">
                <ns3:creationId id="{6EBC6751-2749-4F19-9AEF-06654154DE2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F07361E8-8FA6-45A5-AA53-1556661FDD0C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화면 변화만 보고 영구 저장 성공이라 쓰지 않습니다.</a:t>
            </a:r>
          </a:p>
        </p:txBody>
      </p:sp>
      <p:sp>
        <p:nvSpPr>
          <p:cNvPr id="6" name="">
            <a:extLst>
              <a:ext uri="{FF2B5EF4-FFF2-40B4-BE49-F238E27FC236}">
                <ns3:creationId id="{50972717-0152-41C8-BDDA-186E2C6658A6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실행 못 한 장비 항목은 미실행입니다.</a:t>
            </a:r>
          </a:p>
        </p:txBody>
      </p:sp>
      <p:sp>
        <p:nvSpPr>
          <p:cNvPr id="7" name="">
            <a:extLst>
              <a:ext uri="{FF2B5EF4-FFF2-40B4-BE49-F238E27FC236}">
                <ns3:creationId id="{9B47CFE1-92C1-471C-AB5E-620032C9A09B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오류가 난 단계의 입력과 파일 이름부터 확인합니다.</a:t>
            </a:r>
          </a:p>
        </p:txBody>
      </p:sp>
      <p:sp>
        <p:nvSpPr>
          <p:cNvPr id="8" name="">
            <a:extLst>
              <a:ext uri="{FF2B5EF4-FFF2-40B4-BE49-F238E27FC236}">
                <ns3:creationId id="{915ADB63-5243-4001-A695-FD428B91E2B6}"/>
              </a:ext>
            </a:extLst>
          </p:cNvPr>
          <p:cNvSpPr>
            <a:spLocks noGrp="1"/>
          </p:cNvSpPr>
          <p:nvPr/>
        </p:nvSpPr>
        <p:spPr>
          <a:xfrm>
            <a:off x="685800" y="361188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바꾼 값을 원래 값으로 돌리고 같은 입력으로 다시 비교합니다.</a:t>
            </a:r>
          </a:p>
        </p:txBody>
      </p:sp>
      <p:sp>
        <p:nvSpPr>
          <p:cNvPr id="9" name="">
            <a:extLst>
              <a:ext uri="{FF2B5EF4-FFF2-40B4-BE49-F238E27FC236}">
                <ns3:creationId id="{38AF412C-7DFB-40AC-BCB2-9E9965C11D9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10" name="">
            <a:extLst>
              <a:ext uri="{FF2B5EF4-FFF2-40B4-BE49-F238E27FC236}">
                <ns3:creationId id="{D9CE426A-3A5D-43EA-8CF9-BA4E160110C6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113</a:t>
            </a:r>
          </a:p>
        </p:txBody>
      </p:sp>
    </p:spTree>
    <p:extLst>
      <p:ext uri="{BB962C8B-B14F-4D97-AF65-F5344CB8AC3E}">
        <ns4:creationId val="204697117"/>
      </p:ext>
    </p:extLst>
  </p:cSld>
</p:sld>
</file>

<file path=ppt/slides/slide11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f08cbebe18d242f0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ECE0B002-4D06-4AF0-9A68-4B044315F7A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6교시   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530728F8-F9CE-4C03-BF58-464166B81AC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제출할 기록과 파일</a:t>
            </a:r>
          </a:p>
        </p:txBody>
      </p:sp>
      <p:sp>
        <p:nvSpPr>
          <p:cNvPr id="4" name="">
            <a:extLst>
              <a:ext uri="{FF2B5EF4-FFF2-40B4-BE49-F238E27FC236}">
                <ns3:creationId id="{A4F29819-DEDE-4E0A-8CFE-454C8DB21B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BC22530E-AEBC-452F-AB9E-4E0A851E3A7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work의 기록과 수정본을 저장합니다.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2474AF6-938D-4934-9FB4-F603111FEBA9}"/>
              </a:ext>
            </a:extLst>
          </p:cNvPr>
          <p:cNvSpPr>
            <a:spLocks noGrp="1"/>
          </p:cNvSpPr>
          <p:nvPr/>
        </p:nvSpPr>
        <p:spPr>
          <a:xfrm>
            <a:off x="685800" y="257556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입력·설정·결과가 같은 실행인지 확인합니다.</a:t>
            </a:r>
          </a:p>
        </p:txBody>
      </p:sp>
      <p:sp>
        <p:nvSpPr>
          <p:cNvPr id="7" name="">
            <a:extLst>
              <a:ext uri="{FF2B5EF4-FFF2-40B4-BE49-F238E27FC236}">
                <ns3:creationId id="{7FE2656A-C9F0-42B0-B5B8-E69069F4546C}"/>
              </a:ext>
            </a:extLst>
          </p:cNvPr>
          <p:cNvSpPr>
            <a:spLocks noGrp="1"/>
          </p:cNvSpPr>
          <p:nvPr/>
        </p:nvSpPr>
        <p:spPr>
          <a:xfrm>
            <a:off x="685800" y="309372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어떻게 확인했는지, 아직 시험하지 못한 것은 무엇인지 적습니다.</a:t>
            </a:r>
          </a:p>
        </p:txBody>
      </p:sp>
      <p:sp>
        <p:nvSpPr>
          <p:cNvPr id="8" name="">
            <a:extLst>
              <a:ext uri="{FF2B5EF4-FFF2-40B4-BE49-F238E27FC236}">
                <ns3:creationId id="{2A93D63C-8784-405D-9C94-A158447977F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50BE8A66-0309-4A84-97B9-095F8E2C1527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114</a:t>
            </a:r>
          </a:p>
        </p:txBody>
      </p:sp>
    </p:spTree>
    <p:extLst>
      <p:ext uri="{BB962C8B-B14F-4D97-AF65-F5344CB8AC3E}">
        <ns4:creationId val="129769799"/>
      </p:ext>
    </p:extLst>
  </p:cSld>
</p:sld>
</file>

<file path=ppt/slides/slide11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1238079af495463e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407FC30-3652-4315-8640-77C2CC7B0CA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C0613F80-74BD-4426-B04A-99705210FBC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Python HTTP 서버</a:t>
            </a:r>
          </a:p>
        </p:txBody>
      </p:sp>
      <p:sp>
        <p:nvSpPr>
          <p:cNvPr id="4" name="">
            <a:extLst>
              <a:ext uri="{FF2B5EF4-FFF2-40B4-BE49-F238E27FC236}">
                <ns3:creationId id="{0C65B491-9A09-4D1E-BC01-D67DDF0B928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12A0577-36EF-4702-BF38-31DDCF11795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자세한 함수 입력과 사용 조건은 공식 문서에서 확인합니다.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93430630-CC12-4616-98F3-05F765D857A6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Python HTTP 서버</a:t>
            </a:r>
          </a:p>
        </p:txBody>
      </p:sp>
      <p:sp>
        <p:nvSpPr>
          <p:cNvPr id="7" name="">
            <a:extLst>
              <a:ext uri="{FF2B5EF4-FFF2-40B4-BE49-F238E27FC236}">
                <ns3:creationId id="{DB2E3B56-F35C-4A94-9ADC-A98897E149C6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rPr u="sng">
                <a:hlinkClick r:id="rIdLink2"/>
              </a:rPr>
              <a:t>https://docs.python.org/3.12/library/http.server.html</a:t>
            </a:r>
          </a:p>
        </p:txBody>
      </p:sp>
      <p:sp>
        <p:nvSpPr>
          <p:cNvPr id="8" name="">
            <a:extLst>
              <a:ext uri="{FF2B5EF4-FFF2-40B4-BE49-F238E27FC236}">
                <ns3:creationId id="{0EEE018D-4298-4ED7-BCE9-17073C2BFB5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45E1DA7E-D4F3-40CF-91F0-460700773F6E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115</a:t>
            </a:r>
          </a:p>
        </p:txBody>
      </p:sp>
    </p:spTree>
    <p:extLst>
      <p:ext uri="{BB962C8B-B14F-4D97-AF65-F5344CB8AC3E}">
        <ns4:creationId val="1387562417"/>
      </p:ext>
    </p:extLst>
  </p:cSld>
</p:sld>
</file>

<file path=ppt/slides/slide11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7b45bce2bc1b429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CB549B45-8E84-4DA2-95AF-24C672D6FA9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1568F40C-65D4-4800-BDF3-440575E0CC7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Python CSV</a:t>
            </a:r>
          </a:p>
        </p:txBody>
      </p:sp>
      <p:sp>
        <p:nvSpPr>
          <p:cNvPr id="4" name="">
            <a:extLst>
              <a:ext uri="{FF2B5EF4-FFF2-40B4-BE49-F238E27FC236}">
                <ns3:creationId id="{3EA154CE-CDAE-4293-9074-8EDC15CC331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D20B988E-7643-4AA6-8A27-0FC3E0B4500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자세한 함수 입력과 사용 조건은 공식 문서에서 확인합니다.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8B1F6296-E82C-42A6-A409-9EFC2F2AE068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Python CSV</a:t>
            </a:r>
          </a:p>
        </p:txBody>
      </p:sp>
      <p:sp>
        <p:nvSpPr>
          <p:cNvPr id="7" name="">
            <a:extLst>
              <a:ext uri="{FF2B5EF4-FFF2-40B4-BE49-F238E27FC236}">
                <ns3:creationId id="{AEB50787-4C81-4AA0-8CB4-E81B17F8ECE5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rPr u="sng">
                <a:hlinkClick r:id="rIdLink2"/>
              </a:rPr>
              <a:t>https://docs.python.org/3.12/library/csv.html</a:t>
            </a:r>
          </a:p>
        </p:txBody>
      </p:sp>
      <p:sp>
        <p:nvSpPr>
          <p:cNvPr id="8" name="">
            <a:extLst>
              <a:ext uri="{FF2B5EF4-FFF2-40B4-BE49-F238E27FC236}">
                <ns3:creationId id="{B29BCD20-52A1-4645-BADA-4F0FFA82E9E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3157DA5E-5C94-4747-B0A6-CF33F8E41C03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116</a:t>
            </a:r>
          </a:p>
        </p:txBody>
      </p:sp>
    </p:spTree>
    <p:extLst>
      <p:ext uri="{BB962C8B-B14F-4D97-AF65-F5344CB8AC3E}">
        <ns4:creationId val="402482309"/>
      </p:ext>
    </p:extLst>
  </p:cSld>
</p:sld>
</file>

<file path=ppt/slides/slide11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"/>
          <p:cNvPicPr>
            <a:picLocks noChangeAspect="1"/>
          </p:cNvPicPr>
          <p:nvPr/>
        </p:nvPicPr>
        <p:blipFill>
          <a:blip r:embed="R3cc7bcea9fa54e81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39FC73F-DA2B-4192-A97B-EB0DAD19422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t>개념과 예</a:t>
            </a:r>
          </a:p>
        </p:txBody>
      </p:sp>
      <p:sp>
        <p:nvSpPr>
          <p:cNvPr id="3" name="">
            <a:extLst>
              <a:ext uri="{FF2B5EF4-FFF2-40B4-BE49-F238E27FC236}">
                <ns3:creationId id="{31FDE714-EFEA-438A-8A73-507497769D8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 b="1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브라우저 Fetch</a:t>
            </a:r>
          </a:p>
        </p:txBody>
      </p:sp>
      <p:sp>
        <p:nvSpPr>
          <p:cNvPr id="4" name="">
            <a:extLst>
              <a:ext uri="{FF2B5EF4-FFF2-40B4-BE49-F238E27FC236}">
                <ns3:creationId id="{DDC5DC07-B4E7-416D-B882-B5B71FF1A9A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9525"/>
          </a:xfrm>
          <a:prstGeom prst="rect">
            <a:avLst/>
          </a:prstGeom>
          <a:solidFill>
            <a:srgbClr val="CDCFC7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3:creationId id="{64520DF9-71C3-415A-80E0-5C75DB31AFCB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4514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 b="0">
                <a:solidFill>
                  <a:srgbClr val="172E3A"/>
                </a:solidFill>
                <a:latin typeface="Noto Sans KR"/>
                <a:ea typeface="Noto Sans KR"/>
                <a:cs typeface="Noto Sans KR"/>
              </a:defRPr>
            </a:pPr>
            <a:r>
              <a:t>자세한 함수 입력과 사용 조건은 공식 문서에서 확인합니다.</a:t>
            </a:r>
          </a:p>
        </p:txBody>
      </p:sp>
      <p:sp>
        <p:nvSpPr>
          <p:cNvPr id="6" name="">
            <a:extLst>
              <a:ext uri="{FF2B5EF4-FFF2-40B4-BE49-F238E27FC236}">
                <ns3:creationId id="{3C4C3C63-5A32-48B3-A418-635E24908576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1">
                <a:solidFill>
                  <a:srgbClr val="08776D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hlinkClick r:id="rIdLink1"/>
              </a:rPr>
              <a:t>브라우저 Fetch</a:t>
            </a:r>
          </a:p>
        </p:txBody>
      </p:sp>
      <p:sp>
        <p:nvSpPr>
          <p:cNvPr id="7" name="">
            <a:extLst>
              <a:ext uri="{FF2B5EF4-FFF2-40B4-BE49-F238E27FC236}">
                <ns3:creationId id="{E8B69D23-4106-4471-A34D-79AF16DCF7DA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rPr u="sng">
                <a:hlinkClick r:id="rIdLink2"/>
              </a:rPr>
              <a:t>https://developer.mozilla.org/en-US/docs/Web/API/Fetch_API/Using_Fetch</a:t>
            </a:r>
          </a:p>
        </p:txBody>
      </p:sp>
      <p:sp>
        <p:nvSpPr>
          <p:cNvPr id="8" name="">
            <a:extLst>
              <a:ext uri="{FF2B5EF4-FFF2-40B4-BE49-F238E27FC236}">
                <ns3:creationId id="{7D0E6552-EBE7-4B33-88DA-B8E13E04B49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9810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 b="0">
                <a:solidFill>
                  <a:srgbClr val="4D6068"/>
                </a:solidFill>
                <a:latin typeface="Noto Sans KR"/>
                <a:ea typeface="Noto Sans KR"/>
                <a:cs typeface="Noto Sans KR"/>
              </a:defRPr>
            </a:pPr>
            <a:r>
              <a:t>10/29   웹 대시보드</a:t>
            </a:r>
          </a:p>
        </p:txBody>
      </p:sp>
      <p:sp>
        <p:nvSpPr>
          <p:cNvPr id="9" name="">
            <a:extLst>
              <a:ext uri="{FF2B5EF4-FFF2-40B4-BE49-F238E27FC236}">
                <ns3:creationId id="{5099DC92-9921-40B3-85F1-1C90035FA4EC}"/>
              </a:ext>
            </a:extLst>
          </p:cNvPr>
          <p:cNvSpPr>
            <a:spLocks noGrp="1"/>
          </p:cNvSpPr>
          <p:nvPr/>
        </p:nvSpPr>
        <p:spPr>
          <a:xfrm>
            <a:off x="10820400" y="64484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350" b="0">
                <a:solidFill>
                  <a:srgbClr val="4D6068"/>
                </a:solidFill>
                <a:latin typeface="Consolas"/>
                <a:ea typeface="Consolas"/>
                <a:cs typeface="Consolas"/>
              </a:defRPr>
            </a:pPr>
            <a:r>
              <a:t>117</a:t>
            </a:r>
          </a:p>
        </p:txBody>
      </p:sp>
    </p:spTree>
    <p:extLst>
      <p:ext uri="{BB962C8B-B14F-4D97-AF65-F5344CB8AC3E}">
        <ns4:creationId val="1902276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</dc:title>
  <dcterms:created xsi:type="dcterms:W3CDTF">2026-10-05T08:17:36.3340000Z</dcterms:created>
  <dcterms:modified xsi:type="dcterms:W3CDTF">2026-10-05T08:17:36.3340000Z</dcterms:modified>
</cp:coreProperties>
</file>