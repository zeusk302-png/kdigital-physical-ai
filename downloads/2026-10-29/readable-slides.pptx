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7826c98e10146e0" /><Relationship Type="http://schemas.openxmlformats.org/officeDocument/2006/relationships/extended-properties" Target="/docProps/app.xml" Id="Rfff7c69de9e3407f" /><Relationship Type="http://schemas.openxmlformats.org/officeDocument/2006/relationships/officeDocument" Target="/ppt/presentation.xml" Id="Rd043da9326b24545" /></Relationships>
</file>

<file path=ppt/presentation.xml><?xml version="1.0" encoding="utf-8"?>
<p:presentation xmlns:p="http://schemas.openxmlformats.org/presentationml/2006/main">
  <p:sldMasterIdLst>
    <p:sldMasterId xmlns:r="http://schemas.openxmlformats.org/officeDocument/2006/relationships" id="2147483648" r:id="Rffb2a3640a6a42a8"/>
  </p:sldMasterIdLst>
  <p:notesMasterIdLst>
    <p:notesMasterId xmlns:r="http://schemas.openxmlformats.org/officeDocument/2006/relationships" r:id="R0051fe66f6054933"/>
  </p:notesMasterIdLst>
  <p:sldIdLst>
    <p:sldId xmlns:r="http://schemas.openxmlformats.org/officeDocument/2006/relationships" id="256" r:id="R110d49f9d90d40a9"/>
    <p:sldId xmlns:r="http://schemas.openxmlformats.org/officeDocument/2006/relationships" id="257" r:id="R9e589f0be9e14f46"/>
    <p:sldId xmlns:r="http://schemas.openxmlformats.org/officeDocument/2006/relationships" id="258" r:id="R47cfe06d994840c1"/>
    <p:sldId xmlns:r="http://schemas.openxmlformats.org/officeDocument/2006/relationships" id="259" r:id="R881b06fa1c874c74"/>
    <p:sldId xmlns:r="http://schemas.openxmlformats.org/officeDocument/2006/relationships" id="260" r:id="Rc2fd72beb6c44611"/>
    <p:sldId xmlns:r="http://schemas.openxmlformats.org/officeDocument/2006/relationships" id="261" r:id="R981e16d6be4e4aff"/>
    <p:sldId xmlns:r="http://schemas.openxmlformats.org/officeDocument/2006/relationships" id="262" r:id="R3638ca39939c448f"/>
    <p:sldId xmlns:r="http://schemas.openxmlformats.org/officeDocument/2006/relationships" id="263" r:id="Rbebc4fbbbb934145"/>
    <p:sldId xmlns:r="http://schemas.openxmlformats.org/officeDocument/2006/relationships" id="264" r:id="R72377da428184769"/>
    <p:sldId xmlns:r="http://schemas.openxmlformats.org/officeDocument/2006/relationships" id="265" r:id="R9857e2e5950846a9"/>
    <p:sldId xmlns:r="http://schemas.openxmlformats.org/officeDocument/2006/relationships" id="266" r:id="Redafadb6e5044c63"/>
    <p:sldId xmlns:r="http://schemas.openxmlformats.org/officeDocument/2006/relationships" id="267" r:id="Ra2c5a8c9a4904192"/>
    <p:sldId xmlns:r="http://schemas.openxmlformats.org/officeDocument/2006/relationships" id="268" r:id="R23e58da9c4484704"/>
    <p:sldId xmlns:r="http://schemas.openxmlformats.org/officeDocument/2006/relationships" id="269" r:id="Rd811590fcd10400c"/>
    <p:sldId xmlns:r="http://schemas.openxmlformats.org/officeDocument/2006/relationships" id="270" r:id="R5ec6c8b5f8cc47aa"/>
    <p:sldId xmlns:r="http://schemas.openxmlformats.org/officeDocument/2006/relationships" id="271" r:id="R57160c0615254155"/>
    <p:sldId xmlns:r="http://schemas.openxmlformats.org/officeDocument/2006/relationships" id="272" r:id="Rea59c6bb58c64bc6"/>
    <p:sldId xmlns:r="http://schemas.openxmlformats.org/officeDocument/2006/relationships" id="273" r:id="Rd63b7bade56b4e2f"/>
    <p:sldId xmlns:r="http://schemas.openxmlformats.org/officeDocument/2006/relationships" id="274" r:id="Re1b566b9da30445c"/>
    <p:sldId xmlns:r="http://schemas.openxmlformats.org/officeDocument/2006/relationships" id="275" r:id="Rf963612663ed4de9"/>
    <p:sldId xmlns:r="http://schemas.openxmlformats.org/officeDocument/2006/relationships" id="276" r:id="Rde2a3d31046f4d7e"/>
    <p:sldId xmlns:r="http://schemas.openxmlformats.org/officeDocument/2006/relationships" id="277" r:id="R644061ec1e414814"/>
    <p:sldId xmlns:r="http://schemas.openxmlformats.org/officeDocument/2006/relationships" id="278" r:id="R06428b2ea1c747c0"/>
    <p:sldId xmlns:r="http://schemas.openxmlformats.org/officeDocument/2006/relationships" id="279" r:id="Raa998655c634469b"/>
    <p:sldId xmlns:r="http://schemas.openxmlformats.org/officeDocument/2006/relationships" id="280" r:id="Rf9febaa8ecc142dd"/>
    <p:sldId xmlns:r="http://schemas.openxmlformats.org/officeDocument/2006/relationships" id="281" r:id="R02a61803187e4a3e"/>
    <p:sldId xmlns:r="http://schemas.openxmlformats.org/officeDocument/2006/relationships" id="282" r:id="R9374375126f74d03"/>
    <p:sldId xmlns:r="http://schemas.openxmlformats.org/officeDocument/2006/relationships" id="283" r:id="R4f48e8d9723d4225"/>
    <p:sldId xmlns:r="http://schemas.openxmlformats.org/officeDocument/2006/relationships" id="284" r:id="R98f0a8ee32324fe6"/>
    <p:sldId xmlns:r="http://schemas.openxmlformats.org/officeDocument/2006/relationships" id="285" r:id="R720512fc9efc44e7"/>
    <p:sldId xmlns:r="http://schemas.openxmlformats.org/officeDocument/2006/relationships" id="286" r:id="R274df04cc7bf42a7"/>
    <p:sldId xmlns:r="http://schemas.openxmlformats.org/officeDocument/2006/relationships" id="287" r:id="R416758578a784bdf"/>
    <p:sldId xmlns:r="http://schemas.openxmlformats.org/officeDocument/2006/relationships" id="288" r:id="R248e6b9a3dfd4504"/>
    <p:sldId xmlns:r="http://schemas.openxmlformats.org/officeDocument/2006/relationships" id="289" r:id="R9f6e27f9ecd14d48"/>
    <p:sldId xmlns:r="http://schemas.openxmlformats.org/officeDocument/2006/relationships" id="290" r:id="R31c447c4108b4cec"/>
    <p:sldId xmlns:r="http://schemas.openxmlformats.org/officeDocument/2006/relationships" id="291" r:id="R74841798da9a4088"/>
    <p:sldId xmlns:r="http://schemas.openxmlformats.org/officeDocument/2006/relationships" id="292" r:id="R43ec339586a34f49"/>
    <p:sldId xmlns:r="http://schemas.openxmlformats.org/officeDocument/2006/relationships" id="293" r:id="Rcf221fc30c1844e5"/>
    <p:sldId xmlns:r="http://schemas.openxmlformats.org/officeDocument/2006/relationships" id="294" r:id="Rc92e48a8a0f346bf"/>
    <p:sldId xmlns:r="http://schemas.openxmlformats.org/officeDocument/2006/relationships" id="295" r:id="R8cd445d6d8644810"/>
    <p:sldId xmlns:r="http://schemas.openxmlformats.org/officeDocument/2006/relationships" id="296" r:id="Re82c5365249b42c6"/>
    <p:sldId xmlns:r="http://schemas.openxmlformats.org/officeDocument/2006/relationships" id="297" r:id="Redddd8f2192b4bf2"/>
    <p:sldId xmlns:r="http://schemas.openxmlformats.org/officeDocument/2006/relationships" id="298" r:id="R26cd175a25f94976"/>
    <p:sldId xmlns:r="http://schemas.openxmlformats.org/officeDocument/2006/relationships" id="299" r:id="R0f9a6a8f87d04c56"/>
    <p:sldId xmlns:r="http://schemas.openxmlformats.org/officeDocument/2006/relationships" id="300" r:id="Rfa410f154f9d4d8b"/>
    <p:sldId xmlns:r="http://schemas.openxmlformats.org/officeDocument/2006/relationships" id="301" r:id="R8d15720f870b4722"/>
    <p:sldId xmlns:r="http://schemas.openxmlformats.org/officeDocument/2006/relationships" id="302" r:id="R8924b8de9daa400f"/>
    <p:sldId xmlns:r="http://schemas.openxmlformats.org/officeDocument/2006/relationships" id="303" r:id="Rc56c115346ec461d"/>
    <p:sldId xmlns:r="http://schemas.openxmlformats.org/officeDocument/2006/relationships" id="304" r:id="R91ce5dc9d9554942"/>
    <p:sldId xmlns:r="http://schemas.openxmlformats.org/officeDocument/2006/relationships" id="305" r:id="Rcf325b7982e84e98"/>
    <p:sldId xmlns:r="http://schemas.openxmlformats.org/officeDocument/2006/relationships" id="306" r:id="R87131e192c564ab0"/>
    <p:sldId xmlns:r="http://schemas.openxmlformats.org/officeDocument/2006/relationships" id="307" r:id="R7bec117428d944d4"/>
    <p:sldId xmlns:r="http://schemas.openxmlformats.org/officeDocument/2006/relationships" id="308" r:id="R3b0e2fafcd394305"/>
    <p:sldId xmlns:r="http://schemas.openxmlformats.org/officeDocument/2006/relationships" id="309" r:id="R80395bf6b9da4df6"/>
    <p:sldId xmlns:r="http://schemas.openxmlformats.org/officeDocument/2006/relationships" id="310" r:id="R67ba2bd1af9a4176"/>
    <p:sldId xmlns:r="http://schemas.openxmlformats.org/officeDocument/2006/relationships" id="311" r:id="Rb7c50dc5c6e74bea"/>
    <p:sldId xmlns:r="http://schemas.openxmlformats.org/officeDocument/2006/relationships" id="312" r:id="R6ffd7a19fac54b75"/>
    <p:sldId xmlns:r="http://schemas.openxmlformats.org/officeDocument/2006/relationships" id="313" r:id="R436e5585133a4910"/>
    <p:sldId xmlns:r="http://schemas.openxmlformats.org/officeDocument/2006/relationships" id="314" r:id="R55cca4511a484262"/>
    <p:sldId xmlns:r="http://schemas.openxmlformats.org/officeDocument/2006/relationships" id="315" r:id="R31c73f500a074715"/>
    <p:sldId xmlns:r="http://schemas.openxmlformats.org/officeDocument/2006/relationships" id="316" r:id="R2358dda75ce04636"/>
    <p:sldId xmlns:r="http://schemas.openxmlformats.org/officeDocument/2006/relationships" id="317" r:id="R0d2b8e9f46df46e9"/>
    <p:sldId xmlns:r="http://schemas.openxmlformats.org/officeDocument/2006/relationships" id="318" r:id="Re48144ecf71a474a"/>
    <p:sldId xmlns:r="http://schemas.openxmlformats.org/officeDocument/2006/relationships" id="319" r:id="R6afc4b6f888147e9"/>
    <p:sldId xmlns:r="http://schemas.openxmlformats.org/officeDocument/2006/relationships" id="320" r:id="R8e7a3be9133d41c9"/>
    <p:sldId xmlns:r="http://schemas.openxmlformats.org/officeDocument/2006/relationships" id="321" r:id="R400d56dd61994d7c"/>
    <p:sldId xmlns:r="http://schemas.openxmlformats.org/officeDocument/2006/relationships" id="322" r:id="R6ec0e2ff08344580"/>
    <p:sldId xmlns:r="http://schemas.openxmlformats.org/officeDocument/2006/relationships" id="323" r:id="Rcac648a7fba94a8a"/>
    <p:sldId xmlns:r="http://schemas.openxmlformats.org/officeDocument/2006/relationships" id="324" r:id="Rbf35b6cc6e9b43f2"/>
    <p:sldId xmlns:r="http://schemas.openxmlformats.org/officeDocument/2006/relationships" id="325" r:id="Rcb663f3e475748a1"/>
    <p:sldId xmlns:r="http://schemas.openxmlformats.org/officeDocument/2006/relationships" id="326" r:id="Rcc24eb3845334a29"/>
    <p:sldId xmlns:r="http://schemas.openxmlformats.org/officeDocument/2006/relationships" id="327" r:id="Rccd70b9b762f4578"/>
    <p:sldId xmlns:r="http://schemas.openxmlformats.org/officeDocument/2006/relationships" id="328" r:id="Rf982a5ff0ae44bf7"/>
    <p:sldId xmlns:r="http://schemas.openxmlformats.org/officeDocument/2006/relationships" id="329" r:id="Rfe8e7cc72aaf43ab"/>
    <p:sldId xmlns:r="http://schemas.openxmlformats.org/officeDocument/2006/relationships" id="330" r:id="R18c579aab95448df"/>
    <p:sldId xmlns:r="http://schemas.openxmlformats.org/officeDocument/2006/relationships" id="331" r:id="Rb14523d0920d4ec1"/>
    <p:sldId xmlns:r="http://schemas.openxmlformats.org/officeDocument/2006/relationships" id="332" r:id="Rc9f6b3b55ef44157"/>
    <p:sldId xmlns:r="http://schemas.openxmlformats.org/officeDocument/2006/relationships" id="333" r:id="R731fa3a1daf24419"/>
    <p:sldId xmlns:r="http://schemas.openxmlformats.org/officeDocument/2006/relationships" id="334" r:id="R6dd3026222ed496d"/>
    <p:sldId xmlns:r="http://schemas.openxmlformats.org/officeDocument/2006/relationships" id="335" r:id="R577992458ba845f6"/>
    <p:sldId xmlns:r="http://schemas.openxmlformats.org/officeDocument/2006/relationships" id="336" r:id="R3e4032f1c3b14fa8"/>
    <p:sldId xmlns:r="http://schemas.openxmlformats.org/officeDocument/2006/relationships" id="337" r:id="R506525bf65a44d31"/>
    <p:sldId xmlns:r="http://schemas.openxmlformats.org/officeDocument/2006/relationships" id="338" r:id="R8e198f93fa4e44b5"/>
    <p:sldId xmlns:r="http://schemas.openxmlformats.org/officeDocument/2006/relationships" id="339" r:id="Rcbf7a2b36bd54415"/>
    <p:sldId xmlns:r="http://schemas.openxmlformats.org/officeDocument/2006/relationships" id="340" r:id="R641adc96c2214952"/>
    <p:sldId xmlns:r="http://schemas.openxmlformats.org/officeDocument/2006/relationships" id="341" r:id="R9e8064a68d6842f7"/>
    <p:sldId xmlns:r="http://schemas.openxmlformats.org/officeDocument/2006/relationships" id="342" r:id="R0f0c703836654989"/>
    <p:sldId xmlns:r="http://schemas.openxmlformats.org/officeDocument/2006/relationships" id="343" r:id="R30b8c62be8ec44c8"/>
    <p:sldId xmlns:r="http://schemas.openxmlformats.org/officeDocument/2006/relationships" id="344" r:id="Rc002a655733142ba"/>
    <p:sldId xmlns:r="http://schemas.openxmlformats.org/officeDocument/2006/relationships" id="345" r:id="Rf3f33e85159e42e6"/>
    <p:sldId xmlns:r="http://schemas.openxmlformats.org/officeDocument/2006/relationships" id="346" r:id="R3a33408f10304bc1"/>
    <p:sldId xmlns:r="http://schemas.openxmlformats.org/officeDocument/2006/relationships" id="347" r:id="R301377c98b5d4178"/>
    <p:sldId xmlns:r="http://schemas.openxmlformats.org/officeDocument/2006/relationships" id="348" r:id="R887b0dda8a694763"/>
    <p:sldId xmlns:r="http://schemas.openxmlformats.org/officeDocument/2006/relationships" id="349" r:id="Redd2fddee1cc4a4d"/>
    <p:sldId xmlns:r="http://schemas.openxmlformats.org/officeDocument/2006/relationships" id="350" r:id="R29aa1f82f90d4174"/>
    <p:sldId xmlns:r="http://schemas.openxmlformats.org/officeDocument/2006/relationships" id="351" r:id="R6c7ba13e36554234"/>
    <p:sldId xmlns:r="http://schemas.openxmlformats.org/officeDocument/2006/relationships" id="352" r:id="R2a1dc4c121304bb9"/>
    <p:sldId xmlns:r="http://schemas.openxmlformats.org/officeDocument/2006/relationships" id="353" r:id="R066ab94d8ebf40de"/>
    <p:sldId xmlns:r="http://schemas.openxmlformats.org/officeDocument/2006/relationships" id="354" r:id="Reeed9d032d5e4266"/>
    <p:sldId xmlns:r="http://schemas.openxmlformats.org/officeDocument/2006/relationships" id="355" r:id="Rab9f1c04916347a3"/>
    <p:sldId xmlns:r="http://schemas.openxmlformats.org/officeDocument/2006/relationships" id="356" r:id="Rd948dcd16b2440ea"/>
    <p:sldId xmlns:r="http://schemas.openxmlformats.org/officeDocument/2006/relationships" id="357" r:id="Rdb76400686c8451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2bac885fe9749c4" /><Relationship Type="http://schemas.openxmlformats.org/officeDocument/2006/relationships/slideMaster" Target="/ppt/slideMasters/slideMaster1.xml" Id="Rffb2a3640a6a42a8" /><Relationship Type="http://schemas.openxmlformats.org/officeDocument/2006/relationships/notesMaster" Target="/ppt/notesMasters/notesMaster1.xml" Id="R0051fe66f6054933" /><Relationship Type="http://schemas.openxmlformats.org/officeDocument/2006/relationships/presProps" Target="/ppt/presProps.xml" Id="Rfd4bb58760ed4e04" /><Relationship Type="http://schemas.openxmlformats.org/officeDocument/2006/relationships/tableStyles" Target="/ppt/tableStyles.xml" Id="Red4986de54c24eb0" /><Relationship Type="http://schemas.openxmlformats.org/officeDocument/2006/relationships/slide" Target="/ppt/slides/slide1.xml" Id="R110d49f9d90d40a9" /><Relationship Type="http://schemas.openxmlformats.org/officeDocument/2006/relationships/slide" Target="/ppt/slides/slide2.xml" Id="R9e589f0be9e14f46" /><Relationship Type="http://schemas.openxmlformats.org/officeDocument/2006/relationships/slide" Target="/ppt/slides/slide3.xml" Id="R47cfe06d994840c1" /><Relationship Type="http://schemas.openxmlformats.org/officeDocument/2006/relationships/slide" Target="/ppt/slides/slide4.xml" Id="R881b06fa1c874c74" /><Relationship Type="http://schemas.openxmlformats.org/officeDocument/2006/relationships/slide" Target="/ppt/slides/slide5.xml" Id="Rc2fd72beb6c44611" /><Relationship Type="http://schemas.openxmlformats.org/officeDocument/2006/relationships/slide" Target="/ppt/slides/slide6.xml" Id="R981e16d6be4e4aff" /><Relationship Type="http://schemas.openxmlformats.org/officeDocument/2006/relationships/slide" Target="/ppt/slides/slide7.xml" Id="R3638ca39939c448f" /><Relationship Type="http://schemas.openxmlformats.org/officeDocument/2006/relationships/slide" Target="/ppt/slides/slide8.xml" Id="Rbebc4fbbbb934145" /><Relationship Type="http://schemas.openxmlformats.org/officeDocument/2006/relationships/slide" Target="/ppt/slides/slide9.xml" Id="R72377da428184769" /><Relationship Type="http://schemas.openxmlformats.org/officeDocument/2006/relationships/slide" Target="/ppt/slides/slide10.xml" Id="R9857e2e5950846a9" /><Relationship Type="http://schemas.openxmlformats.org/officeDocument/2006/relationships/slide" Target="/ppt/slides/slide11.xml" Id="Redafadb6e5044c63" /><Relationship Type="http://schemas.openxmlformats.org/officeDocument/2006/relationships/slide" Target="/ppt/slides/slide12.xml" Id="Ra2c5a8c9a4904192" /><Relationship Type="http://schemas.openxmlformats.org/officeDocument/2006/relationships/slide" Target="/ppt/slides/slide13.xml" Id="R23e58da9c4484704" /><Relationship Type="http://schemas.openxmlformats.org/officeDocument/2006/relationships/slide" Target="/ppt/slides/slide14.xml" Id="Rd811590fcd10400c" /><Relationship Type="http://schemas.openxmlformats.org/officeDocument/2006/relationships/slide" Target="/ppt/slides/slide15.xml" Id="R5ec6c8b5f8cc47aa" /><Relationship Type="http://schemas.openxmlformats.org/officeDocument/2006/relationships/slide" Target="/ppt/slides/slide16.xml" Id="R57160c0615254155" /><Relationship Type="http://schemas.openxmlformats.org/officeDocument/2006/relationships/slide" Target="/ppt/slides/slide17.xml" Id="Rea59c6bb58c64bc6" /><Relationship Type="http://schemas.openxmlformats.org/officeDocument/2006/relationships/slide" Target="/ppt/slides/slide18.xml" Id="Rd63b7bade56b4e2f" /><Relationship Type="http://schemas.openxmlformats.org/officeDocument/2006/relationships/slide" Target="/ppt/slides/slide19.xml" Id="Re1b566b9da30445c" /><Relationship Type="http://schemas.openxmlformats.org/officeDocument/2006/relationships/slide" Target="/ppt/slides/slide20.xml" Id="Rf963612663ed4de9" /><Relationship Type="http://schemas.openxmlformats.org/officeDocument/2006/relationships/slide" Target="/ppt/slides/slide21.xml" Id="Rde2a3d31046f4d7e" /><Relationship Type="http://schemas.openxmlformats.org/officeDocument/2006/relationships/slide" Target="/ppt/slides/slide22.xml" Id="R644061ec1e414814" /><Relationship Type="http://schemas.openxmlformats.org/officeDocument/2006/relationships/slide" Target="/ppt/slides/slide23.xml" Id="R06428b2ea1c747c0" /><Relationship Type="http://schemas.openxmlformats.org/officeDocument/2006/relationships/slide" Target="/ppt/slides/slide24.xml" Id="Raa998655c634469b" /><Relationship Type="http://schemas.openxmlformats.org/officeDocument/2006/relationships/slide" Target="/ppt/slides/slide25.xml" Id="Rf9febaa8ecc142dd" /><Relationship Type="http://schemas.openxmlformats.org/officeDocument/2006/relationships/slide" Target="/ppt/slides/slide26.xml" Id="R02a61803187e4a3e" /><Relationship Type="http://schemas.openxmlformats.org/officeDocument/2006/relationships/slide" Target="/ppt/slides/slide27.xml" Id="R9374375126f74d03" /><Relationship Type="http://schemas.openxmlformats.org/officeDocument/2006/relationships/slide" Target="/ppt/slides/slide28.xml" Id="R4f48e8d9723d4225" /><Relationship Type="http://schemas.openxmlformats.org/officeDocument/2006/relationships/slide" Target="/ppt/slides/slide29.xml" Id="R98f0a8ee32324fe6" /><Relationship Type="http://schemas.openxmlformats.org/officeDocument/2006/relationships/slide" Target="/ppt/slides/slide30.xml" Id="R720512fc9efc44e7" /><Relationship Type="http://schemas.openxmlformats.org/officeDocument/2006/relationships/slide" Target="/ppt/slides/slide31.xml" Id="R274df04cc7bf42a7" /><Relationship Type="http://schemas.openxmlformats.org/officeDocument/2006/relationships/slide" Target="/ppt/slides/slide32.xml" Id="R416758578a784bdf" /><Relationship Type="http://schemas.openxmlformats.org/officeDocument/2006/relationships/slide" Target="/ppt/slides/slide33.xml" Id="R248e6b9a3dfd4504" /><Relationship Type="http://schemas.openxmlformats.org/officeDocument/2006/relationships/slide" Target="/ppt/slides/slide34.xml" Id="R9f6e27f9ecd14d48" /><Relationship Type="http://schemas.openxmlformats.org/officeDocument/2006/relationships/slide" Target="/ppt/slides/slide35.xml" Id="R31c447c4108b4cec" /><Relationship Type="http://schemas.openxmlformats.org/officeDocument/2006/relationships/slide" Target="/ppt/slides/slide36.xml" Id="R74841798da9a4088" /><Relationship Type="http://schemas.openxmlformats.org/officeDocument/2006/relationships/slide" Target="/ppt/slides/slide37.xml" Id="R43ec339586a34f49" /><Relationship Type="http://schemas.openxmlformats.org/officeDocument/2006/relationships/slide" Target="/ppt/slides/slide38.xml" Id="Rcf221fc30c1844e5" /><Relationship Type="http://schemas.openxmlformats.org/officeDocument/2006/relationships/slide" Target="/ppt/slides/slide39.xml" Id="Rc92e48a8a0f346bf" /><Relationship Type="http://schemas.openxmlformats.org/officeDocument/2006/relationships/slide" Target="/ppt/slides/slide40.xml" Id="R8cd445d6d8644810" /><Relationship Type="http://schemas.openxmlformats.org/officeDocument/2006/relationships/slide" Target="/ppt/slides/slide41.xml" Id="Re82c5365249b42c6" /><Relationship Type="http://schemas.openxmlformats.org/officeDocument/2006/relationships/slide" Target="/ppt/slides/slide42.xml" Id="Redddd8f2192b4bf2" /><Relationship Type="http://schemas.openxmlformats.org/officeDocument/2006/relationships/slide" Target="/ppt/slides/slide43.xml" Id="R26cd175a25f94976" /><Relationship Type="http://schemas.openxmlformats.org/officeDocument/2006/relationships/slide" Target="/ppt/slides/slide44.xml" Id="R0f9a6a8f87d04c56" /><Relationship Type="http://schemas.openxmlformats.org/officeDocument/2006/relationships/slide" Target="/ppt/slides/slide45.xml" Id="Rfa410f154f9d4d8b" /><Relationship Type="http://schemas.openxmlformats.org/officeDocument/2006/relationships/slide" Target="/ppt/slides/slide46.xml" Id="R8d15720f870b4722" /><Relationship Type="http://schemas.openxmlformats.org/officeDocument/2006/relationships/slide" Target="/ppt/slides/slide47.xml" Id="R8924b8de9daa400f" /><Relationship Type="http://schemas.openxmlformats.org/officeDocument/2006/relationships/slide" Target="/ppt/slides/slide48.xml" Id="Rc56c115346ec461d" /><Relationship Type="http://schemas.openxmlformats.org/officeDocument/2006/relationships/slide" Target="/ppt/slides/slide49.xml" Id="R91ce5dc9d9554942" /><Relationship Type="http://schemas.openxmlformats.org/officeDocument/2006/relationships/slide" Target="/ppt/slides/slide50.xml" Id="Rcf325b7982e84e98" /><Relationship Type="http://schemas.openxmlformats.org/officeDocument/2006/relationships/slide" Target="/ppt/slides/slide51.xml" Id="R87131e192c564ab0" /><Relationship Type="http://schemas.openxmlformats.org/officeDocument/2006/relationships/slide" Target="/ppt/slides/slide52.xml" Id="R7bec117428d944d4" /><Relationship Type="http://schemas.openxmlformats.org/officeDocument/2006/relationships/slide" Target="/ppt/slides/slide53.xml" Id="R3b0e2fafcd394305" /><Relationship Type="http://schemas.openxmlformats.org/officeDocument/2006/relationships/slide" Target="/ppt/slides/slide54.xml" Id="R80395bf6b9da4df6" /><Relationship Type="http://schemas.openxmlformats.org/officeDocument/2006/relationships/slide" Target="/ppt/slides/slide55.xml" Id="R67ba2bd1af9a4176" /><Relationship Type="http://schemas.openxmlformats.org/officeDocument/2006/relationships/slide" Target="/ppt/slides/slide56.xml" Id="Rb7c50dc5c6e74bea" /><Relationship Type="http://schemas.openxmlformats.org/officeDocument/2006/relationships/slide" Target="/ppt/slides/slide57.xml" Id="R6ffd7a19fac54b75" /><Relationship Type="http://schemas.openxmlformats.org/officeDocument/2006/relationships/slide" Target="/ppt/slides/slide58.xml" Id="R436e5585133a4910" /><Relationship Type="http://schemas.openxmlformats.org/officeDocument/2006/relationships/slide" Target="/ppt/slides/slide59.xml" Id="R55cca4511a484262" /><Relationship Type="http://schemas.openxmlformats.org/officeDocument/2006/relationships/slide" Target="/ppt/slides/slide60.xml" Id="R31c73f500a074715" /><Relationship Type="http://schemas.openxmlformats.org/officeDocument/2006/relationships/slide" Target="/ppt/slides/slide61.xml" Id="R2358dda75ce04636" /><Relationship Type="http://schemas.openxmlformats.org/officeDocument/2006/relationships/slide" Target="/ppt/slides/slide62.xml" Id="R0d2b8e9f46df46e9" /><Relationship Type="http://schemas.openxmlformats.org/officeDocument/2006/relationships/slide" Target="/ppt/slides/slide63.xml" Id="Re48144ecf71a474a" /><Relationship Type="http://schemas.openxmlformats.org/officeDocument/2006/relationships/slide" Target="/ppt/slides/slide64.xml" Id="R6afc4b6f888147e9" /><Relationship Type="http://schemas.openxmlformats.org/officeDocument/2006/relationships/slide" Target="/ppt/slides/slide65.xml" Id="R8e7a3be9133d41c9" /><Relationship Type="http://schemas.openxmlformats.org/officeDocument/2006/relationships/slide" Target="/ppt/slides/slide66.xml" Id="R400d56dd61994d7c" /><Relationship Type="http://schemas.openxmlformats.org/officeDocument/2006/relationships/slide" Target="/ppt/slides/slide67.xml" Id="R6ec0e2ff08344580" /><Relationship Type="http://schemas.openxmlformats.org/officeDocument/2006/relationships/slide" Target="/ppt/slides/slide68.xml" Id="Rcac648a7fba94a8a" /><Relationship Type="http://schemas.openxmlformats.org/officeDocument/2006/relationships/slide" Target="/ppt/slides/slide69.xml" Id="Rbf35b6cc6e9b43f2" /><Relationship Type="http://schemas.openxmlformats.org/officeDocument/2006/relationships/slide" Target="/ppt/slides/slide70.xml" Id="Rcb663f3e475748a1" /><Relationship Type="http://schemas.openxmlformats.org/officeDocument/2006/relationships/slide" Target="/ppt/slides/slide71.xml" Id="Rcc24eb3845334a29" /><Relationship Type="http://schemas.openxmlformats.org/officeDocument/2006/relationships/slide" Target="/ppt/slides/slide72.xml" Id="Rccd70b9b762f4578" /><Relationship Type="http://schemas.openxmlformats.org/officeDocument/2006/relationships/slide" Target="/ppt/slides/slide73.xml" Id="Rf982a5ff0ae44bf7" /><Relationship Type="http://schemas.openxmlformats.org/officeDocument/2006/relationships/slide" Target="/ppt/slides/slide74.xml" Id="Rfe8e7cc72aaf43ab" /><Relationship Type="http://schemas.openxmlformats.org/officeDocument/2006/relationships/slide" Target="/ppt/slides/slide75.xml" Id="R18c579aab95448df" /><Relationship Type="http://schemas.openxmlformats.org/officeDocument/2006/relationships/slide" Target="/ppt/slides/slide76.xml" Id="Rb14523d0920d4ec1" /><Relationship Type="http://schemas.openxmlformats.org/officeDocument/2006/relationships/slide" Target="/ppt/slides/slide77.xml" Id="Rc9f6b3b55ef44157" /><Relationship Type="http://schemas.openxmlformats.org/officeDocument/2006/relationships/slide" Target="/ppt/slides/slide78.xml" Id="R731fa3a1daf24419" /><Relationship Type="http://schemas.openxmlformats.org/officeDocument/2006/relationships/slide" Target="/ppt/slides/slide79.xml" Id="R6dd3026222ed496d" /><Relationship Type="http://schemas.openxmlformats.org/officeDocument/2006/relationships/slide" Target="/ppt/slides/slide80.xml" Id="R577992458ba845f6" /><Relationship Type="http://schemas.openxmlformats.org/officeDocument/2006/relationships/slide" Target="/ppt/slides/slide81.xml" Id="R3e4032f1c3b14fa8" /><Relationship Type="http://schemas.openxmlformats.org/officeDocument/2006/relationships/slide" Target="/ppt/slides/slide82.xml" Id="R506525bf65a44d31" /><Relationship Type="http://schemas.openxmlformats.org/officeDocument/2006/relationships/slide" Target="/ppt/slides/slide83.xml" Id="R8e198f93fa4e44b5" /><Relationship Type="http://schemas.openxmlformats.org/officeDocument/2006/relationships/slide" Target="/ppt/slides/slide84.xml" Id="Rcbf7a2b36bd54415" /><Relationship Type="http://schemas.openxmlformats.org/officeDocument/2006/relationships/slide" Target="/ppt/slides/slide85.xml" Id="R641adc96c2214952" /><Relationship Type="http://schemas.openxmlformats.org/officeDocument/2006/relationships/slide" Target="/ppt/slides/slide86.xml" Id="R9e8064a68d6842f7" /><Relationship Type="http://schemas.openxmlformats.org/officeDocument/2006/relationships/slide" Target="/ppt/slides/slide87.xml" Id="R0f0c703836654989" /><Relationship Type="http://schemas.openxmlformats.org/officeDocument/2006/relationships/slide" Target="/ppt/slides/slide88.xml" Id="R30b8c62be8ec44c8" /><Relationship Type="http://schemas.openxmlformats.org/officeDocument/2006/relationships/slide" Target="/ppt/slides/slide89.xml" Id="Rc002a655733142ba" /><Relationship Type="http://schemas.openxmlformats.org/officeDocument/2006/relationships/slide" Target="/ppt/slides/slide90.xml" Id="Rf3f33e85159e42e6" /><Relationship Type="http://schemas.openxmlformats.org/officeDocument/2006/relationships/slide" Target="/ppt/slides/slide91.xml" Id="R3a33408f10304bc1" /><Relationship Type="http://schemas.openxmlformats.org/officeDocument/2006/relationships/slide" Target="/ppt/slides/slide92.xml" Id="R301377c98b5d4178" /><Relationship Type="http://schemas.openxmlformats.org/officeDocument/2006/relationships/slide" Target="/ppt/slides/slide93.xml" Id="R887b0dda8a694763" /><Relationship Type="http://schemas.openxmlformats.org/officeDocument/2006/relationships/slide" Target="/ppt/slides/slide94.xml" Id="Redd2fddee1cc4a4d" /><Relationship Type="http://schemas.openxmlformats.org/officeDocument/2006/relationships/slide" Target="/ppt/slides/slide95.xml" Id="R29aa1f82f90d4174" /><Relationship Type="http://schemas.openxmlformats.org/officeDocument/2006/relationships/slide" Target="/ppt/slides/slide96.xml" Id="R6c7ba13e36554234" /><Relationship Type="http://schemas.openxmlformats.org/officeDocument/2006/relationships/slide" Target="/ppt/slides/slide97.xml" Id="R2a1dc4c121304bb9" /><Relationship Type="http://schemas.openxmlformats.org/officeDocument/2006/relationships/slide" Target="/ppt/slides/slide98.xml" Id="R066ab94d8ebf40de" /><Relationship Type="http://schemas.openxmlformats.org/officeDocument/2006/relationships/slide" Target="/ppt/slides/slide99.xml" Id="Reeed9d032d5e4266" /><Relationship Type="http://schemas.openxmlformats.org/officeDocument/2006/relationships/slide" Target="/ppt/slides/slide100.xml" Id="Rab9f1c04916347a3" /><Relationship Type="http://schemas.openxmlformats.org/officeDocument/2006/relationships/slide" Target="/ppt/slides/slide101.xml" Id="Rd948dcd16b2440ea" /><Relationship Type="http://schemas.openxmlformats.org/officeDocument/2006/relationships/slide" Target="/ppt/slides/slide102.xml" Id="Rdb76400686c8451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8b95b42b48435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e635ed787724e7b" /><Relationship Type="http://schemas.openxmlformats.org/officeDocument/2006/relationships/notesMaster" Target="/ppt/notesMasters/notesMaster1.xml" Id="R17200834d9d14151" /></Relationships>
</file>

<file path=ppt/notesSlides/_rels/notesSlide2.xml.rels>&#65279;<?xml version="1.0" encoding="utf-8"?><Relationships xmlns="http://schemas.openxmlformats.org/package/2006/relationships"><Relationship Type="http://schemas.openxmlformats.org/officeDocument/2006/relationships/slide" Target="/ppt/slides/slide2.xml" Id="Rcb3b61c5ed9543c4" /><Relationship Type="http://schemas.openxmlformats.org/officeDocument/2006/relationships/notesMaster" Target="/ppt/notesMasters/notesMaster1.xml" Id="R64ac2ae0a9ce4935" /></Relationships>
</file>

<file path=ppt/notesSlides/_rels/notesSlide3.xml.rels>&#65279;<?xml version="1.0" encoding="utf-8"?><Relationships xmlns="http://schemas.openxmlformats.org/package/2006/relationships"><Relationship Type="http://schemas.openxmlformats.org/officeDocument/2006/relationships/slide" Target="/ppt/slides/slide3.xml" Id="R684acf170960473c" /><Relationship Type="http://schemas.openxmlformats.org/officeDocument/2006/relationships/notesMaster" Target="/ppt/notesMasters/notesMaster1.xml" Id="Rb00c58867ba34793" /></Relationships>
</file>

<file path=ppt/notesSlides/_rels/notesSlide4.xml.rels>&#65279;<?xml version="1.0" encoding="utf-8"?><Relationships xmlns="http://schemas.openxmlformats.org/package/2006/relationships"><Relationship Type="http://schemas.openxmlformats.org/officeDocument/2006/relationships/slide" Target="/ppt/slides/slide4.xml" Id="Rf018681be5664452" /><Relationship Type="http://schemas.openxmlformats.org/officeDocument/2006/relationships/notesMaster" Target="/ppt/notesMasters/notesMaster1.xml" Id="R9819efd61eeb40ac" /></Relationships>
</file>

<file path=ppt/notesSlides/_rels/notesSlide5.xml.rels>&#65279;<?xml version="1.0" encoding="utf-8"?><Relationships xmlns="http://schemas.openxmlformats.org/package/2006/relationships"><Relationship Type="http://schemas.openxmlformats.org/officeDocument/2006/relationships/slide" Target="/ppt/slides/slide5.xml" Id="R3c12e4271952487e" /><Relationship Type="http://schemas.openxmlformats.org/officeDocument/2006/relationships/notesMaster" Target="/ppt/notesMasters/notesMaster1.xml" Id="R2cf444a19fdf40bd" /></Relationships>
</file>

<file path=ppt/notesSlides/_rels/notesSlide6.xml.rels>&#65279;<?xml version="1.0" encoding="utf-8"?><Relationships xmlns="http://schemas.openxmlformats.org/package/2006/relationships"><Relationship Type="http://schemas.openxmlformats.org/officeDocument/2006/relationships/slide" Target="/ppt/slides/slide6.xml" Id="Rdf1629fab66040b0" /><Relationship Type="http://schemas.openxmlformats.org/officeDocument/2006/relationships/notesMaster" Target="/ppt/notesMasters/notesMaster1.xml" Id="R487965386b294ce1" /></Relationships>
</file>

<file path=ppt/notesSlides/_rels/notesSlide7.xml.rels>&#65279;<?xml version="1.0" encoding="utf-8"?><Relationships xmlns="http://schemas.openxmlformats.org/package/2006/relationships"><Relationship Type="http://schemas.openxmlformats.org/officeDocument/2006/relationships/slide" Target="/ppt/slides/slide7.xml" Id="Rd42285ce737e493f" /><Relationship Type="http://schemas.openxmlformats.org/officeDocument/2006/relationships/notesMaster" Target="/ppt/notesMasters/notesMaster1.xml" Id="R9e1a65a096694ed5" /></Relationships>
</file>

<file path=ppt/notesSlides/_rels/notesSlide8.xml.rels>&#65279;<?xml version="1.0" encoding="utf-8"?><Relationships xmlns="http://schemas.openxmlformats.org/package/2006/relationships"><Relationship Type="http://schemas.openxmlformats.org/officeDocument/2006/relationships/slide" Target="/ppt/slides/slide8.xml" Id="R913b592c61014bd6" /><Relationship Type="http://schemas.openxmlformats.org/officeDocument/2006/relationships/notesMaster" Target="/ppt/notesMasters/notesMaster1.xml" Id="Ra85a034eafa4495a" /></Relationships>
</file>

<file path=ppt/notesSlides/_rels/notesSlide9.xml.rels>&#65279;<?xml version="1.0" encoding="utf-8"?><Relationships xmlns="http://schemas.openxmlformats.org/package/2006/relationships"><Relationship Type="http://schemas.openxmlformats.org/officeDocument/2006/relationships/slide" Target="/ppt/slides/slide9.xml" Id="R335a5eed2a5644a3" /><Relationship Type="http://schemas.openxmlformats.org/officeDocument/2006/relationships/notesMaster" Target="/ppt/notesMasters/notesMaster1.xml" Id="R70a73b502370431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0cdb64dd78c4af0" /><Relationship Type="http://schemas.openxmlformats.org/officeDocument/2006/relationships/notesMaster" Target="/ppt/notesMasters/notesMaster1.xml" Id="R9d260ec8bba64fe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46f33f26bc5406d" /><Relationship Type="http://schemas.openxmlformats.org/officeDocument/2006/relationships/notesMaster" Target="/ppt/notesMasters/notesMaster1.xml" Id="R5f6ad0c6b97344e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ff29e1b369345d6" /><Relationship Type="http://schemas.openxmlformats.org/officeDocument/2006/relationships/notesMaster" Target="/ppt/notesMasters/notesMaster1.xml" Id="R9f416351a87e4ed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62c9c42640a4b6a" /><Relationship Type="http://schemas.openxmlformats.org/officeDocument/2006/relationships/notesMaster" Target="/ppt/notesMasters/notesMaster1.xml" Id="R6b666188ecf14fc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ea5f5489f1a46e5" /><Relationship Type="http://schemas.openxmlformats.org/officeDocument/2006/relationships/notesMaster" Target="/ppt/notesMasters/notesMaster1.xml" Id="R1181125e18214d6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f468eda6a6444ea" /><Relationship Type="http://schemas.openxmlformats.org/officeDocument/2006/relationships/notesMaster" Target="/ppt/notesMasters/notesMaster1.xml" Id="R50b1fb4e1b9f4b1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6b456f9b47a4eaa" /><Relationship Type="http://schemas.openxmlformats.org/officeDocument/2006/relationships/notesMaster" Target="/ppt/notesMasters/notesMaster1.xml" Id="Rc03f2c1e78c6454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d88f5674a4d4e4e" /><Relationship Type="http://schemas.openxmlformats.org/officeDocument/2006/relationships/notesMaster" Target="/ppt/notesMasters/notesMaster1.xml" Id="Rcb07922b0ac7486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1899199944447bc" /><Relationship Type="http://schemas.openxmlformats.org/officeDocument/2006/relationships/notesMaster" Target="/ppt/notesMasters/notesMaster1.xml" Id="Ra0f989cd614e49d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4b8b79d731d47a7" /><Relationship Type="http://schemas.openxmlformats.org/officeDocument/2006/relationships/notesMaster" Target="/ppt/notesMasters/notesMaster1.xml" Id="R3a887d8eae47432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12a49c007d240a1" /><Relationship Type="http://schemas.openxmlformats.org/officeDocument/2006/relationships/notesMaster" Target="/ppt/notesMasters/notesMaster1.xml" Id="R0bc4717b97d34ff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6e7dc95553c4f81" /><Relationship Type="http://schemas.openxmlformats.org/officeDocument/2006/relationships/notesMaster" Target="/ppt/notesMasters/notesMaster1.xml" Id="R33544ef2a3944c9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272250f85f243b2" /><Relationship Type="http://schemas.openxmlformats.org/officeDocument/2006/relationships/notesMaster" Target="/ppt/notesMasters/notesMaster1.xml" Id="R345d12688216497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dc1ce2176bf493e" /><Relationship Type="http://schemas.openxmlformats.org/officeDocument/2006/relationships/notesMaster" Target="/ppt/notesMasters/notesMaster1.xml" Id="Re1543bf20e44434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5a7a423ddf94d3d" /><Relationship Type="http://schemas.openxmlformats.org/officeDocument/2006/relationships/notesMaster" Target="/ppt/notesMasters/notesMaster1.xml" Id="Rcf3ccb72fb57445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6fba766662a4fd9" /><Relationship Type="http://schemas.openxmlformats.org/officeDocument/2006/relationships/notesMaster" Target="/ppt/notesMasters/notesMaster1.xml" Id="R539f9197f23a486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e786c621f784a91" /><Relationship Type="http://schemas.openxmlformats.org/officeDocument/2006/relationships/notesMaster" Target="/ppt/notesMasters/notesMaster1.xml" Id="Rf9cf80e24410465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0a2d7e435a14005" /><Relationship Type="http://schemas.openxmlformats.org/officeDocument/2006/relationships/notesMaster" Target="/ppt/notesMasters/notesMaster1.xml" Id="Re303114737b14dd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87e9e6903c64bf6" /><Relationship Type="http://schemas.openxmlformats.org/officeDocument/2006/relationships/notesMaster" Target="/ppt/notesMasters/notesMaster1.xml" Id="Rb94b7ae76dbe42d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0b99929c5a74c70" /><Relationship Type="http://schemas.openxmlformats.org/officeDocument/2006/relationships/notesMaster" Target="/ppt/notesMasters/notesMaster1.xml" Id="R53a16bf70a24406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53582f0b0fe428b" /><Relationship Type="http://schemas.openxmlformats.org/officeDocument/2006/relationships/notesMaster" Target="/ppt/notesMasters/notesMaster1.xml" Id="R68ab3d70bd72477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c6e3870def44541" /><Relationship Type="http://schemas.openxmlformats.org/officeDocument/2006/relationships/notesMaster" Target="/ppt/notesMasters/notesMaster1.xml" Id="Rd9bd0517d9374ec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0ae66fe96c44e8d" /><Relationship Type="http://schemas.openxmlformats.org/officeDocument/2006/relationships/notesMaster" Target="/ppt/notesMasters/notesMaster1.xml" Id="R5fb7e5ee528b41f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adb3a51e0e14cba" /><Relationship Type="http://schemas.openxmlformats.org/officeDocument/2006/relationships/notesMaster" Target="/ppt/notesMasters/notesMaster1.xml" Id="Rc3562a168fd6430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aafc28897254f59" /><Relationship Type="http://schemas.openxmlformats.org/officeDocument/2006/relationships/notesMaster" Target="/ppt/notesMasters/notesMaster1.xml" Id="R64420bd420e8404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e1d2044e060477f" /><Relationship Type="http://schemas.openxmlformats.org/officeDocument/2006/relationships/notesMaster" Target="/ppt/notesMasters/notesMaster1.xml" Id="R26a7bd652782446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e4f0b5752314a99" /><Relationship Type="http://schemas.openxmlformats.org/officeDocument/2006/relationships/notesMaster" Target="/ppt/notesMasters/notesMaster1.xml" Id="R5b91af7729444fc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c921faec0894d16" /><Relationship Type="http://schemas.openxmlformats.org/officeDocument/2006/relationships/notesMaster" Target="/ppt/notesMasters/notesMaster1.xml" Id="R74590734894a4b0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877de9603f84d42" /><Relationship Type="http://schemas.openxmlformats.org/officeDocument/2006/relationships/notesMaster" Target="/ppt/notesMasters/notesMaster1.xml" Id="R58c06766d3a04c1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33d39b178024a81" /><Relationship Type="http://schemas.openxmlformats.org/officeDocument/2006/relationships/notesMaster" Target="/ppt/notesMasters/notesMaster1.xml" Id="Ra4391296d6e740f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4ae2d17bb394fa9" /><Relationship Type="http://schemas.openxmlformats.org/officeDocument/2006/relationships/notesMaster" Target="/ppt/notesMasters/notesMaster1.xml" Id="Re313bb01980344d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875816916ee46e7" /><Relationship Type="http://schemas.openxmlformats.org/officeDocument/2006/relationships/notesMaster" Target="/ppt/notesMasters/notesMaster1.xml" Id="Rf8ef63398db84fae"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3fc2a0d86b7454f" /><Relationship Type="http://schemas.openxmlformats.org/officeDocument/2006/relationships/notesMaster" Target="/ppt/notesMasters/notesMaster1.xml" Id="R6e4237153ad84bf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ed2c107d91f4958" /><Relationship Type="http://schemas.openxmlformats.org/officeDocument/2006/relationships/notesMaster" Target="/ppt/notesMasters/notesMaster1.xml" Id="R7b86a15595494ea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e2e7d55e7fb441ae" /><Relationship Type="http://schemas.openxmlformats.org/officeDocument/2006/relationships/notesMaster" Target="/ppt/notesMasters/notesMaster1.xml" Id="R77f8909a6630438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3465f01fd724f4e" /><Relationship Type="http://schemas.openxmlformats.org/officeDocument/2006/relationships/notesMaster" Target="/ppt/notesMasters/notesMaster1.xml" Id="Rebaca55e566a4e59"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d065e51d4dc4118" /><Relationship Type="http://schemas.openxmlformats.org/officeDocument/2006/relationships/notesMaster" Target="/ppt/notesMasters/notesMaster1.xml" Id="R6f544e7d8c034ef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60a17bd4ab1a4871" /><Relationship Type="http://schemas.openxmlformats.org/officeDocument/2006/relationships/notesMaster" Target="/ppt/notesMasters/notesMaster1.xml" Id="Rb037a9a0117e4d7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a6f3f6852e544bce" /><Relationship Type="http://schemas.openxmlformats.org/officeDocument/2006/relationships/notesMaster" Target="/ppt/notesMasters/notesMaster1.xml" Id="Rf4bef7878de245d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e1b57f4db594880" /><Relationship Type="http://schemas.openxmlformats.org/officeDocument/2006/relationships/notesMaster" Target="/ppt/notesMasters/notesMaster1.xml" Id="R851e77043c764a50"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6034d5d8be9b4d48" /><Relationship Type="http://schemas.openxmlformats.org/officeDocument/2006/relationships/notesMaster" Target="/ppt/notesMasters/notesMaster1.xml" Id="R68273b0c1ad64394"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054d58b5f0104d1b" /><Relationship Type="http://schemas.openxmlformats.org/officeDocument/2006/relationships/notesMaster" Target="/ppt/notesMasters/notesMaster1.xml" Id="Rf9127ab3ba004ea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abb670a09bc49b3" /><Relationship Type="http://schemas.openxmlformats.org/officeDocument/2006/relationships/notesMaster" Target="/ppt/notesMasters/notesMaster1.xml" Id="Rdf86c41e340345a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049d6ee2272b4c16" /><Relationship Type="http://schemas.openxmlformats.org/officeDocument/2006/relationships/notesMaster" Target="/ppt/notesMasters/notesMaster1.xml" Id="R4e7acfa9a41f4d2f"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d781ed0e397a4da2" /><Relationship Type="http://schemas.openxmlformats.org/officeDocument/2006/relationships/notesMaster" Target="/ppt/notesMasters/notesMaster1.xml" Id="R7c9e69299d1a42ac"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48954a393ead4a85" /><Relationship Type="http://schemas.openxmlformats.org/officeDocument/2006/relationships/notesMaster" Target="/ppt/notesMasters/notesMaster1.xml" Id="Re29774331171455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9eed0333a0942f9" /><Relationship Type="http://schemas.openxmlformats.org/officeDocument/2006/relationships/notesMaster" Target="/ppt/notesMasters/notesMaster1.xml" Id="R38c104738436451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5efd99263b4649aa" /><Relationship Type="http://schemas.openxmlformats.org/officeDocument/2006/relationships/notesMaster" Target="/ppt/notesMasters/notesMaster1.xml" Id="R66526b05485043f9"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0d6750c15784b88" /><Relationship Type="http://schemas.openxmlformats.org/officeDocument/2006/relationships/notesMaster" Target="/ppt/notesMasters/notesMaster1.xml" Id="Rf131d97406514b3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4fdabda8b324713" /><Relationship Type="http://schemas.openxmlformats.org/officeDocument/2006/relationships/notesMaster" Target="/ppt/notesMasters/notesMaster1.xml" Id="R533adaa2019745e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6fc5b2ae9d304c3c" /><Relationship Type="http://schemas.openxmlformats.org/officeDocument/2006/relationships/notesMaster" Target="/ppt/notesMasters/notesMaster1.xml" Id="Rb32912591ab44f8e"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22331ef7a10424c" /><Relationship Type="http://schemas.openxmlformats.org/officeDocument/2006/relationships/notesMaster" Target="/ppt/notesMasters/notesMaster1.xml" Id="Rda8ebb253831419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0ca42e039dc84047" /><Relationship Type="http://schemas.openxmlformats.org/officeDocument/2006/relationships/notesMaster" Target="/ppt/notesMasters/notesMaster1.xml" Id="Rcebcb3cab4c14583"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b066d1f1a40416f" /><Relationship Type="http://schemas.openxmlformats.org/officeDocument/2006/relationships/notesMaster" Target="/ppt/notesMasters/notesMaster1.xml" Id="R03f111ed70234fc4"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4bed7439383a4343" /><Relationship Type="http://schemas.openxmlformats.org/officeDocument/2006/relationships/notesMaster" Target="/ppt/notesMasters/notesMaster1.xml" Id="Rd05d170c95074629"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d824f6db1ae4f04" /><Relationship Type="http://schemas.openxmlformats.org/officeDocument/2006/relationships/notesMaster" Target="/ppt/notesMasters/notesMaster1.xml" Id="R4b09aa874c094bd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b39919fe16784d96" /><Relationship Type="http://schemas.openxmlformats.org/officeDocument/2006/relationships/notesMaster" Target="/ppt/notesMasters/notesMaster1.xml" Id="Rd639da4b72b8457c"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2e5b58a33eb344f9" /><Relationship Type="http://schemas.openxmlformats.org/officeDocument/2006/relationships/notesMaster" Target="/ppt/notesMasters/notesMaster1.xml" Id="R3cca9b2d782c4a3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ba3e6b3022ed4359" /><Relationship Type="http://schemas.openxmlformats.org/officeDocument/2006/relationships/notesMaster" Target="/ppt/notesMasters/notesMaster1.xml" Id="Raba661cfbc004810"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552fcaec3e434e22" /><Relationship Type="http://schemas.openxmlformats.org/officeDocument/2006/relationships/notesMaster" Target="/ppt/notesMasters/notesMaster1.xml" Id="R4aef7b932478431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c8b4d57a2e474905" /><Relationship Type="http://schemas.openxmlformats.org/officeDocument/2006/relationships/notesMaster" Target="/ppt/notesMasters/notesMaster1.xml" Id="R4a69d9731b464700"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9c263ee9b9cb417b" /><Relationship Type="http://schemas.openxmlformats.org/officeDocument/2006/relationships/notesMaster" Target="/ppt/notesMasters/notesMaster1.xml" Id="R51ce6342aea44ea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b47a590c75384d8e" /><Relationship Type="http://schemas.openxmlformats.org/officeDocument/2006/relationships/notesMaster" Target="/ppt/notesMasters/notesMaster1.xml" Id="R4f0997435ad5465a"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9d735b6fd0f34483" /><Relationship Type="http://schemas.openxmlformats.org/officeDocument/2006/relationships/notesMaster" Target="/ppt/notesMasters/notesMaster1.xml" Id="Rae47a23ecc454bf6"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57647999d297449a" /><Relationship Type="http://schemas.openxmlformats.org/officeDocument/2006/relationships/notesMaster" Target="/ppt/notesMasters/notesMaster1.xml" Id="R45d80a12b95145a9"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4160c82c4c354d80" /><Relationship Type="http://schemas.openxmlformats.org/officeDocument/2006/relationships/notesMaster" Target="/ppt/notesMasters/notesMaster1.xml" Id="R2a551f8edeb945bf"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416f1a5fe92140e8" /><Relationship Type="http://schemas.openxmlformats.org/officeDocument/2006/relationships/notesMaster" Target="/ppt/notesMasters/notesMaster1.xml" Id="R7dff979548124e3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ffc6e810593543be" /><Relationship Type="http://schemas.openxmlformats.org/officeDocument/2006/relationships/notesMaster" Target="/ppt/notesMasters/notesMaster1.xml" Id="R00c372e3178f4277"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874f1fc1bee4da7" /><Relationship Type="http://schemas.openxmlformats.org/officeDocument/2006/relationships/notesMaster" Target="/ppt/notesMasters/notesMaster1.xml" Id="R6501564ac45b47e1"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d355d498822d456d" /><Relationship Type="http://schemas.openxmlformats.org/officeDocument/2006/relationships/notesMaster" Target="/ppt/notesMasters/notesMaster1.xml" Id="Rf15763bb85ec4d18"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67f127867ca44ed0" /><Relationship Type="http://schemas.openxmlformats.org/officeDocument/2006/relationships/notesMaster" Target="/ppt/notesMasters/notesMaster1.xml" Id="Rabe830c7f66c437b"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a0558c7e94ef4822" /><Relationship Type="http://schemas.openxmlformats.org/officeDocument/2006/relationships/notesMaster" Target="/ppt/notesMasters/notesMaster1.xml" Id="R5db1feb82bf344b6"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9c01497fc3a2485a" /><Relationship Type="http://schemas.openxmlformats.org/officeDocument/2006/relationships/notesMaster" Target="/ppt/notesMasters/notesMaster1.xml" Id="R76a4af4fad3b4401"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9f5b7703905946c6" /><Relationship Type="http://schemas.openxmlformats.org/officeDocument/2006/relationships/notesMaster" Target="/ppt/notesMasters/notesMaster1.xml" Id="R519ede6b58614cab"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a2d095c33368420e" /><Relationship Type="http://schemas.openxmlformats.org/officeDocument/2006/relationships/notesMaster" Target="/ppt/notesMasters/notesMaster1.xml" Id="R919138c66ff14a3a"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dd0d77f9b495454d" /><Relationship Type="http://schemas.openxmlformats.org/officeDocument/2006/relationships/notesMaster" Target="/ppt/notesMasters/notesMaster1.xml" Id="Redbcdb963bcb4b93"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c605f9d106f74929" /><Relationship Type="http://schemas.openxmlformats.org/officeDocument/2006/relationships/notesMaster" Target="/ppt/notesMasters/notesMaster1.xml" Id="Rb7ff43484c584da8"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e2b8df1c3a7a4420" /><Relationship Type="http://schemas.openxmlformats.org/officeDocument/2006/relationships/notesMaster" Target="/ppt/notesMasters/notesMaster1.xml" Id="Rc6b1938544124421"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ddf623e868a74905" /><Relationship Type="http://schemas.openxmlformats.org/officeDocument/2006/relationships/notesMaster" Target="/ppt/notesMasters/notesMaster1.xml" Id="R50ff25078f6e44de"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7d2909816b2f41ca" /><Relationship Type="http://schemas.openxmlformats.org/officeDocument/2006/relationships/notesMaster" Target="/ppt/notesMasters/notesMaster1.xml" Id="R9b6896e1e0ec44eb"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610e065db5d9477c" /><Relationship Type="http://schemas.openxmlformats.org/officeDocument/2006/relationships/notesMaster" Target="/ppt/notesMasters/notesMaster1.xml" Id="R85bfb653d7dc4a17"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e5ea7c99c1554395" /><Relationship Type="http://schemas.openxmlformats.org/officeDocument/2006/relationships/notesMaster" Target="/ppt/notesMasters/notesMaster1.xml" Id="R1cd24fd6456d4612"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cbb96071f6fd4814" /><Relationship Type="http://schemas.openxmlformats.org/officeDocument/2006/relationships/notesMaster" Target="/ppt/notesMasters/notesMaster1.xml" Id="R6d56efd44c5e4af3"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54cd95141cf84ea7" /><Relationship Type="http://schemas.openxmlformats.org/officeDocument/2006/relationships/notesMaster" Target="/ppt/notesMasters/notesMaster1.xml" Id="R829d1e524ef74001"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897255d4c4f24e08" /><Relationship Type="http://schemas.openxmlformats.org/officeDocument/2006/relationships/notesMaster" Target="/ppt/notesMasters/notesMaster1.xml" Id="R0bf3539a032946fe"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92d30e9dabe4476a" /><Relationship Type="http://schemas.openxmlformats.org/officeDocument/2006/relationships/notesMaster" Target="/ppt/notesMasters/notesMaster1.xml" Id="Rc407c7e2592c4e9f"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c1de7f10b59942a5" /><Relationship Type="http://schemas.openxmlformats.org/officeDocument/2006/relationships/notesMaster" Target="/ppt/notesMasters/notesMaster1.xml" Id="R100f50ab6e5946f8"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4ae50dc1913242b1" /><Relationship Type="http://schemas.openxmlformats.org/officeDocument/2006/relationships/notesMaster" Target="/ppt/notesMasters/notesMaster1.xml" Id="R1135129378b04829"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21a82d6c34744114" /><Relationship Type="http://schemas.openxmlformats.org/officeDocument/2006/relationships/notesMaster" Target="/ppt/notesMasters/notesMaster1.xml" Id="Ra3406e3849cb4ee5"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05447f1d3f74457b" /><Relationship Type="http://schemas.openxmlformats.org/officeDocument/2006/relationships/notesMaster" Target="/ppt/notesMasters/notesMaster1.xml" Id="Rd6f0222b77d942a8"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a03807a2dc894710" /><Relationship Type="http://schemas.openxmlformats.org/officeDocument/2006/relationships/notesMaster" Target="/ppt/notesMasters/notesMaster1.xml" Id="Ra37044aa7de14b22"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39d17bf0182448eb" /><Relationship Type="http://schemas.openxmlformats.org/officeDocument/2006/relationships/notesMaster" Target="/ppt/notesMasters/notesMaster1.xml" Id="Ra267a5ea12da4278"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5006c071988f49b7" /><Relationship Type="http://schemas.openxmlformats.org/officeDocument/2006/relationships/notesMaster" Target="/ppt/notesMasters/notesMaster1.xml" Id="R31bce75078914ca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처음 시작하기 · 웹 대시보드</a:t>
            </a:r>
          </a:p>
          <a:p xmlns:a="http://schemas.openxmlformats.org/drawingml/2006/main">
            <a:r>
              <a:t/>
            </a:r>
          </a:p>
          <a:p xmlns:a="http://schemas.openxmlformats.org/drawingml/2006/main">
            <a:r>
              <a:t>1. ZIP을 일반 폴더에 풀고 examples/course의 data·work·code 위치를 유지합니다. 배포 ZIP은 course 폴더부터 열 수 있습니다.</a:t>
            </a:r>
          </a:p>
          <a:p xmlns:a="http://schemas.openxmlformats.org/drawingml/2006/main">
            <a:r>
              <a:t>2. [교안](lesson.md)에서 개념을 읽고 [실습지](practice-guide.md)의 A01부터 진행합니다.</a:t>
            </a:r>
          </a:p>
          <a:p xmlns:a="http://schemas.openxmlformats.org/drawingml/2006/main">
            <a:r>
              <a:t>3. work 파일만 수정하고 원본은 보존합니다. 같은 파일을 저장·다시 열어 확인합니다.</a:t>
            </a:r>
          </a:p>
          <a:p xmlns:a="http://schemas.openxmlformats.org/drawingml/2006/main">
            <a:r>
              <a:t>4. 개인 실행을 못 했으면 예상과 강사 실행 결과를 대조하고 확인 방법을 정확히 적습니다.</a:t>
            </a:r>
          </a:p>
          <a:p xmlns:a="http://schemas.openxmlformats.org/drawingml/2006/main">
            <a:r>
              <a:t/>
            </a:r>
          </a:p>
          <a:p xmlns:a="http://schemas.openxmlformats.org/drawingml/2006/main">
            <a:r>
              <a:t>실행 준비</a:t>
            </a:r>
          </a:p>
          <a:p xmlns:a="http://schemas.openxmlformats.org/drawingml/2006/main">
            <a:r>
              <a:t/>
            </a:r>
          </a:p>
          <a:p xmlns:a="http://schemas.openxmlformats.org/drawingml/2006/main">
            <a:r>
              <a:t>브라우저와 텍스트 편집기가 기본입니다. Python 명령의 현재 폴더는 압축을 푼 course입니다. Windows에서 python 대신 py만 있으면 강사의 확인 아래 py -3로 대체합니다.</a:t>
            </a:r>
          </a:p>
          <a:p xmlns:a="http://schemas.openxmlformats.org/drawingml/2006/main">
            <a:r>
              <a:t/>
            </a:r>
          </a:p>
          <a:p xmlns:a="http://schemas.openxmlformats.org/drawingml/2006/main">
            <a:r>
              <a:t>```text</a:t>
            </a:r>
          </a:p>
          <a:p xmlns:a="http://schemas.openxmlformats.org/drawingml/2006/main">
            <a:r>
              <a:t>python code/server.py</a:t>
            </a:r>
          </a:p>
          <a:p xmlns:a="http://schemas.openxmlformats.org/drawingml/2006/main">
            <a:r>
              <a:t>서버 창은 유지하고 다른 터미널에서 실행</a:t>
            </a:r>
          </a:p>
          <a:p xmlns:a="http://schemas.openxmlformats.org/drawingml/2006/main">
            <a:r>
              <a:t>python code/send_sample.py</a:t>
            </a:r>
          </a:p>
          <a:p xmlns:a="http://schemas.openxmlformats.org/drawingml/2006/main">
            <a:r>
              <a:t>```</a:t>
            </a:r>
          </a:p>
          <a:p xmlns:a="http://schemas.openxmlformats.org/drawingml/2006/main">
            <a:r>
              <a:t/>
            </a:r>
          </a:p>
          <a:p xmlns:a="http://schemas.openxmlformats.org/drawingml/2006/main">
            <a:r>
              <a:t>실행하지 못하면 파일 경로·명령·오류 문구를 기록해 도움을 요청합니다. 코드 상자를 보는 것은 Python 실행이 아닙니다.</a:t>
            </a:r>
          </a:p>
          <a:p xmlns:a="http://schemas.openxmlformats.org/drawingml/2006/main">
            <a:r>
              <a:t/>
            </a:r>
          </a:p>
          <a:p xmlns:a="http://schemas.openxmlformats.org/drawingml/2006/main">
            <a:r>
              <a:t>기본 화면은 고정 fixture와 고정 확인시각을 사용하는 모의 경로입니다. 로컬 API는 별도 실행하며 메모리에만 저장합니다. 실물ESP32·센서·외부망·인증·지속저장·공개배포는 검증 범위가 아닙니다.</a:t>
            </a:r>
          </a:p>
          <a:p xmlns:a="http://schemas.openxmlformats.org/drawingml/2006/main">
            <a:r>
              <a:t/>
            </a:r>
          </a:p>
          <a:p xmlns:a="http://schemas.openxmlformats.org/drawingml/2006/main">
            <a:r>
              <a:t/>
            </a:r>
          </a:p>
          <a:p xmlns:a="http://schemas.openxmlformats.org/drawingml/2006/main">
            <a:r>
              <a:t>수업 전, 이 세 가지부터 확인하세요</a:t>
            </a:r>
          </a:p>
          <a:p xmlns:a="http://schemas.openxmlformats.org/drawingml/2006/main">
            <a:r>
              <a:t/>
            </a:r>
          </a:p>
          <a:p xmlns:a="http://schemas.openxmlformats.org/drawingml/2006/main">
            <a:r>
              <a:t>앞선 수업을 기억하지 못해도 아래 질문과 풀이부터 다시 읽으면 됩니다. 먼저 자기 말로 답한 뒤 풀이와 비교하세요.</a:t>
            </a:r>
          </a:p>
          <a:p xmlns:a="http://schemas.openxmlformats.org/drawingml/2006/main">
            <a:r>
              <a:t/>
            </a:r>
          </a:p>
          <a:p xmlns:a="http://schemas.openxmlformats.org/drawingml/2006/main">
            <a:r>
              <a:t>기록과 화면</a:t>
            </a:r>
          </a:p>
          <a:p xmlns:a="http://schemas.openxmlformats.org/drawingml/2006/main">
            <a:r>
              <a:t/>
            </a:r>
          </a:p>
          <a:p xmlns:a="http://schemas.openxmlformats.org/drawingml/2006/main">
            <a:r>
              <a:t>질문: 카드에 28.0이 보이면 지금 온도가 반드시 28.0인가요?</a:t>
            </a:r>
          </a:p>
          <a:p xmlns:a="http://schemas.openxmlformats.org/drawingml/2006/main">
            <a:r>
              <a:t/>
            </a:r>
          </a:p>
          <a:p xmlns:a="http://schemas.openxmlformats.org/drawingml/2006/main">
            <a:r>
              <a:t>풀이: 그 값의 측정 시각과 수신 시각을 함께 확인해야 합니다. 과거 값이 화면에 남아 있을 수 있습니다.</a:t>
            </a:r>
          </a:p>
          <a:p xmlns:a="http://schemas.openxmlformats.org/drawingml/2006/main">
            <a:r>
              <a:t/>
            </a:r>
          </a:p>
          <a:p xmlns:a="http://schemas.openxmlformats.org/drawingml/2006/main">
            <a:r>
              <a:t>대표값</a:t>
            </a:r>
          </a:p>
          <a:p xmlns:a="http://schemas.openxmlformats.org/drawingml/2006/main">
            <a:r>
              <a:t/>
            </a:r>
          </a:p>
          <a:p xmlns:a="http://schemas.openxmlformats.org/drawingml/2006/main">
            <a:r>
              <a:t>질문: 최신값과 평균은 같은 뜻인가요?</a:t>
            </a:r>
          </a:p>
          <a:p xmlns:a="http://schemas.openxmlformats.org/drawingml/2006/main">
            <a:r>
              <a:t/>
            </a:r>
          </a:p>
          <a:p xmlns:a="http://schemas.openxmlformats.org/drawingml/2006/main">
            <a:r>
              <a:t>풀이: 최신값은 정해진 순서에서 마지막 유효 기록, 평균은 선택 범위의 유효 숫자 합을 개수로 나눈 값입니다.</a:t>
            </a:r>
          </a:p>
          <a:p xmlns:a="http://schemas.openxmlformats.org/drawingml/2006/main">
            <a:r>
              <a:t/>
            </a:r>
          </a:p>
          <a:p xmlns:a="http://schemas.openxmlformats.org/drawingml/2006/main">
            <a:r>
              <a:t>실패 표시</a:t>
            </a:r>
          </a:p>
          <a:p xmlns:a="http://schemas.openxmlformats.org/drawingml/2006/main">
            <a:r>
              <a:t/>
            </a:r>
          </a:p>
          <a:p xmlns:a="http://schemas.openxmlformats.org/drawingml/2006/main">
            <a:r>
              <a:t>질문: 통신 실패를 0도로 보여 주면 괜찮나요?</a:t>
            </a:r>
          </a:p>
          <a:p xmlns:a="http://schemas.openxmlformats.org/drawingml/2006/main">
            <a:r>
              <a:t/>
            </a:r>
          </a:p>
          <a:p xmlns:a="http://schemas.openxmlformats.org/drawingml/2006/main">
            <a:r>
              <a:t>풀이: 실제 0도와 구별되지 않습니다. 마지막 값, 갱신 시각, 실패 상태를 나눠 표시합니다.</a:t>
            </a:r>
          </a:p>
          <a:p xmlns:a="http://schemas.openxmlformats.org/drawingml/2006/main">
            <a:r>
              <a:t/>
            </a:r>
          </a:p>
          <a:p xmlns:a="http://schemas.openxmlformats.org/drawingml/2006/main">
            <a:r>
              <a:t>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독립 문제는 결과를 확인한 뒤 복습하거나 도전합니다. 모든 페이지를 같은 시간에 끝내라는 뜻은 아닙니다. 설치가 막혔을 때는 제공 출력과 수동 추적으로 개념을 확인하고, 직접 실행했는지는 따로 적습</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ZIP은 일반 폴더에 풀고 data·code·work 구조를 유지한다. data는 입력,code는 참고,work는 학생 복사본이다. 에디터는 파일 작성·저장,터미널은명령실행창이다. 저장만누르면실행되지는않는다. 파일이름과확장자를확인한뒤현재폴더에서명령을실행한다. 개인실행이막히면오류문구와경로를남기고강사결과또는제공출력과예상을대조한다.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docs/schedule.md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
            </a:r>
          </a:p>
          <a:p xmlns:a="http://schemas.openxmlformats.org/drawingml/2006/main">
            <a:r>
              <a:t>자료 위치: docs/schedule.md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설치·계정·장비문제는학습성취와분리한다. 개인실행·강사실행관찰·제공출력비교·수동추적중어느방법으로확인했는지기록한다.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1교시 필수 개념 보충 · 사용자의 질문에서 관찰 단위와 상태 정하기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시설 점검 담당자는 창고가 지금 더운지 알고 싶습니다. 화면에 온도 숫자만 크게 놓으면 어느 센서의 언제 값인지 알 수 없습니다. 대시보드는 사용자의 판단에 필요한 기록을 모아 보여 주는 화면입니다. 먼저 사용자와 질문을 정하고 그 질문에 필요한 필드를 연결합니다. 값, 단위, 장소, 측정 시각, 상태가 함께 있어야 오래된 온도를 현재 상태처럼 읽지 않습니다.</a:t>
            </a:r>
          </a:p>
          <a:p xmlns:a="http://schemas.openxmlformats.org/drawingml/2006/main">
            <a:r>
              <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확인 10:10:00, 측정 10:09:00, 온도 28, active=true인 새 행의 상태를 판단하세요. active=false와 온도 null이 동시에 있는 행의 상태도 우선순위로 설명하세요.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첫 행은 정확히 60초라 오래됨이 아니고 주의입니다. 둘째는 미측정이 먼저입니다. 60초 이상이라는 답은 코드의 초과 조건을 잘못 읽은 것이며 null을 0으로 바꾼 답은 누락의 의미를 없앴습니다.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한 행의 의미는? → 한 센서의 한 시점 관찰입니다.</a:t>
            </a:r>
          </a:p>
          <a:p xmlns:a="http://schemas.openxmlformats.org/drawingml/2006/main">
            <a:r>
              <a:t>2. 파일 마지막 행이 최신인가요? → 측정 시각을 비교합니다.</a:t>
            </a:r>
          </a:p>
          <a:p xmlns:a="http://schemas.openxmlformats.org/drawingml/2006/main">
            <a:r>
              <a:t>3. 29℃라도 오래됨인 이유는? → 우선순위와 시간차 조건 때문입니다.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어느 장소의 온도인가요?</a:t>
            </a:r>
          </a:p>
          <a:p xmlns:a="http://schemas.openxmlformats.org/drawingml/2006/main">
            <a:r>
              <a:t>언제 측정했고 지금 유효한가요?</a:t>
            </a:r>
          </a:p>
          <a:p xmlns:a="http://schemas.openxmlformats.org/drawingml/2006/main">
            <a:r>
              <a:t>시설 점검 담당자는 창고가 지금 더운지 알고 싶습니다. 화면에 온도 숫자만 크게 놓으면 어느 센서의 언제 값인지 알 수 없습니다. 대시보드는 사용자의 판단에 필요한 기록을 모아 보여 주는 화면입니다. 먼저 사용자와 질문을 정하고 그 질문에 필요한 필드를 연결합니다. 값, 단위, 장소, 측정 시각, 상태가 함께 있어야 오래된 온도를 현재 상태처럼 읽지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S01의 기록 두 건 ≠ 센서 두 개</a:t>
            </a:r>
          </a:p>
          <a:p xmlns:a="http://schemas.openxmlformats.org/drawingml/2006/main">
            <a:r>
              <a:t>관찰 수와 장치 수를 나눕니다.</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S01: 10:09:50의 22.5 · 10:10:00의 22.8</a:t>
            </a:r>
          </a:p>
          <a:p xmlns:a="http://schemas.openxmlformats.org/drawingml/2006/main">
            <a:r>
              <a:t>최신값은 22.8입니다.</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0: 유효한 온도 · null: 미측정</a:t>
            </a:r>
          </a:p>
          <a:p xmlns:a="http://schemas.openxmlformats.org/drawingml/2006/main">
            <a:r>
              <a:t>false: 장치 작동 상태의 값</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입력 오류 → 미측정 → 정지</a:t>
            </a:r>
          </a:p>
          <a:p xmlns:a="http://schemas.openxmlformats.org/drawingml/2006/main">
            <a:r>
              <a:t>오래됨 → 주의 또는 정상</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60초 초과: 오래됨 · 28℃ 이상: 주의</a:t>
            </a:r>
          </a:p>
          <a:p xmlns:a="http://schemas.openxmlformats.org/drawingml/2006/main">
            <a:r>
              <a:t>실제 장비 안전 한계가 아닌 수업용 규칙입니다.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정확히 60초는 오래됨이 아닙니다.</a:t>
            </a:r>
          </a:p>
          <a:p xmlns:a="http://schemas.openxmlformats.org/drawingml/2006/main">
            <a:r>
              <a:t>null이면서 false이면 미측정이 먼저입니다.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10:10:00에 확인합니다.</a:t>
            </a:r>
          </a:p>
          <a:p xmlns:a="http://schemas.openxmlformats.org/drawingml/2006/main">
            <a:r>
              <a:t>10:09:00 측정 · 28℃ · active=true</a:t>
            </a:r>
          </a:p>
          <a:p xmlns:a="http://schemas.openxmlformats.org/drawingml/2006/main">
            <a:r>
              <a:t>표시 상태는 무엇인가요?</a:t>
            </a:r>
          </a:p>
          <a:p xmlns:a="http://schemas.openxmlformats.org/drawingml/2006/main">
            <a:r>
              <a:t>복습 문제: 확인 10:10:00, 측정 10:09:00, 온도 28, active=true인 새 행의 상태를 판단하세요. active=false와 온도 null이 동시에 있는 행의 상태도 우선순위로 설명하세요.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주의입니다.</a:t>
            </a:r>
          </a:p>
          <a:p xmlns:a="http://schemas.openxmlformats.org/drawingml/2006/main">
            <a:r>
              <a:t>시간차는 정확히 60초입니다.</a:t>
            </a:r>
          </a:p>
          <a:p xmlns:a="http://schemas.openxmlformats.org/drawingml/2006/main">
            <a:r>
              <a:t>오래됨의 조건은 60초 초과입니다.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측정 시각을 10:08:59로 바꿉니다.</a:t>
            </a:r>
          </a:p>
          <a:p xmlns:a="http://schemas.openxmlformats.org/drawingml/2006/main">
            <a:r>
              <a:t>61초가 되어 오래됨입니다.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화면 초점:</a:t>
            </a:r>
          </a:p>
          <a:p xmlns:a="http://schemas.openxmlformats.org/drawingml/2006/main">
            <a:r>
              <a:t>파일 끝의 행을 무조건 최신으로 쓰지 않습니다.</a:t>
            </a:r>
          </a:p>
          <a:p xmlns:a="http://schemas.openxmlformats.org/drawingml/2006/main">
            <a:r>
              <a:t>센서 ID와 measured_at을 함께 비교합니다.</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최신값과 이력의 차이를 설명합니다.</a:t>
            </a:r>
          </a:p>
          <a:p xmlns:a="http://schemas.openxmlformats.org/drawingml/2006/main">
            <a:r>
              <a:t>상태 문구의 판단 근거를 한 가지씩 말합니다.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outputs/2026-10-29/assessment.md</a:t>
            </a:r>
          </a:p>
          <a:p xmlns:a="http://schemas.openxmlformats.org/drawingml/2006/main">
            <a:r>
              <a:t>화면 초점:</a:t>
            </a:r>
          </a:p>
          <a:p xmlns:a="http://schemas.openxmlformats.org/drawingml/2006/main">
            <a:r>
              <a:t>추가·복습: 최신값이 29℃인데 오래됨</a:t>
            </a:r>
          </a:p>
          <a:p xmlns:a="http://schemas.openxmlformats.org/drawingml/2006/main">
            <a:r>
              <a:t>주의보다 오래됨이 먼저인 이유를 쓰세요.</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확인 10:00:00·측정 09:58:59·온도 29·active=true의 상태와 최신 선택 근거를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61초라 오래됨입니다. 최신은 센서별 measured_at 비교로 선택하며 파일 마지막 줄과 다를 수 있습니다.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2교시 필수 개념 보충 · 브라우저와 HTTP 서버가 하는 일</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동료가 index.html을 열었는데 API 버튼에서 실패가 났습니다. 화면 파일이 열렸다고 API 서버까지 켜진 것은 아닙니다. 브라우저는 HTML, CSS, JavaScript를 읽어 화면을 만들고, 서버는 주소로 온 요청을 받아 응답하는 별도 프로그램입니다. 같은 PC 안에서도 두 역할과 실행 위치를 나눠 이해해야 합니다.</a:t>
            </a:r>
          </a:p>
          <a:p xmlns:a="http://schemas.openxmlformats.org/drawingml/2006/main">
            <a:r>
              <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HTML은 보이는데 API 읽기만 실패합니다. 확인할 프로그램, 주소, 포트, 터미널 상태를 순서대로 작성하세요. python -m http.server만 켜면 POST 추가가 되는지도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server.py 실행 여부와 주소의 127.0.0.1:8780을 먼저 확인하고 종료·오류 로그를 봅니다. 기본 정적 서버는 제공 API 추가 동작을 구현하지 않습니다. 화면 표시 성공과 API 수신 성공을 같은 증거로 쓰면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서버를 켠 창은 닫아도 되나요? → 수신 중에는 유지합니다.</a:t>
            </a:r>
          </a:p>
          <a:p xmlns:a="http://schemas.openxmlformats.org/drawingml/2006/main">
            <a:r>
              <a:t>2. 127.0.0.1의 범위는? → 현재 PC입니다.</a:t>
            </a:r>
          </a:p>
          <a:p xmlns:a="http://schemas.openxmlformats.org/drawingml/2006/main">
            <a:r>
              <a:t>3. 현재 서버는 영구 저장인가요? → 메모리 저장입니다.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브라우저는 HTML·CSS·JavaScript를 읽습니다.</a:t>
            </a:r>
          </a:p>
          <a:p xmlns:a="http://schemas.openxmlformats.org/drawingml/2006/main">
            <a:r>
              <a:t>서버는 요청을 받고 응답합니다.</a:t>
            </a:r>
          </a:p>
          <a:p xmlns:a="http://schemas.openxmlformats.org/drawingml/2006/main">
            <a:r>
              <a:t>동료가 index.html을 열었는데 API 버튼에서 실패가 났습니다. 화면 파일이 열렸다고 API 서버까지 켜진 것은 아닙니다. 브라우저는 HTML, CSS, JavaScript를 읽어 화면을 만들고, 서버는 주소로 온 요청을 받아 응답하는 별도 프로그램입니다. 같은 PC 안에서도 두 역할과 실행 위치를 나눠 이해해야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fixture.js의 가상 자료를 화면에 표시합니다.</a:t>
            </a:r>
          </a:p>
          <a:p xmlns:a="http://schemas.openxmlformats.org/drawingml/2006/main">
            <a:r>
              <a:t>모의 추가는 브라우저 메모리만 바꿉니다.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GET /api/readings</a:t>
            </a:r>
          </a:p>
          <a:p xmlns:a="http://schemas.openxmlformats.org/drawingml/2006/main">
            <a:r>
              <a:t>응답 200과 JSON 목록을 확인합니다.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POST /api/readings</a:t>
            </a:r>
          </a:p>
          <a:p xmlns:a="http://schemas.openxmlformats.org/drawingml/2006/main">
            <a:r>
              <a:t>내용을 검사한 뒤 201로 수락합니다.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course에서 python -X utf8 code/server.py</a:t>
            </a:r>
          </a:p>
          <a:p xmlns:a="http://schemas.openxmlformats.org/drawingml/2006/main">
            <a:r>
              <a:t>브라우저: http://127.0.0.1:8780/?source=api</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127.0.0.1: 현재 PC · 8780: 포트</a:t>
            </a:r>
          </a:p>
          <a:p xmlns:a="http://schemas.openxmlformats.org/drawingml/2006/main">
            <a:r>
              <a:t>종료는 서버 터미널에서 Ctrl+C입니다.</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urlopen은서버응답을여는함수이고timeout=5는이번클라이언트의대기한계다. with는응답자원을정리하는문장이다. json.load는응답JSON을Python객체로읽고len(rows)는관찰기록수를구한다. 서버는따로켜야하고현재초기records는5건이다. 숫자200은HTTP읽기성공이지자료가최신이거나실물측정이라는뜻은아니다.</a:t>
            </a:r>
          </a:p>
          <a:p xmlns:a="http://schemas.openxmlformats.org/drawingml/2006/main">
            <a:r>
              <a:t>최신 운영은 50분×6</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urlopen은서버응답을여는함수이고timeout=5는이번클라이언트의대기한계다. with는응답자원을정리하는문장이다. json.load는응답JSON을Python객체로읽고len(rows)는관찰기록수를구한다. 서버는따로켜야하고현재초기records는5건이다. 숫자200은HTTP읽기성공이지자료가최신이거나실물측정이라는뜻은아니다.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urlopen은서버응답을여는함수이고timeout=5는이번클라이언트의대기한계다. with는응답자원을정리하는문장이다. json.load는응답JSON을Python객체로읽고len(rows)는관찰기록수를구한다. 서버는따로켜야하고현재초기records는5건이다. 숫자200은HTTP읽기성공이지자료가최신이거나실물측정이라는뜻은아니다.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초기 응답: 200 5</a:t>
            </a:r>
          </a:p>
          <a:p xmlns:a="http://schemas.openxmlformats.org/drawingml/2006/main">
            <a:r>
              <a:t>읽기 성공 · 기록 5건</a:t>
            </a:r>
          </a:p>
          <a:p xmlns:a="http://schemas.openxmlformats.org/drawingml/2006/main">
            <a:r>
              <a:t>추가 전송 후에는 행 수가 달라집니다.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HTML은 보이는데 API만 실패합니다.</a:t>
            </a:r>
          </a:p>
          <a:p xmlns:a="http://schemas.openxmlformats.org/drawingml/2006/main">
            <a:r>
              <a:t>무엇부터 확인할까요?</a:t>
            </a:r>
          </a:p>
          <a:p xmlns:a="http://schemas.openxmlformats.org/drawingml/2006/main">
            <a:r>
              <a:t>복습 문제: HTML은 보이는데 API 읽기만 실패합니다. 확인할 프로그램, 주소, 포트, 터미널 상태를 순서대로 작성하세요. python -m http.server만 켜면 POST 추가가 되는지도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server.py 실행 · 터미널 오류 · 포트를 확인합니다.</a:t>
            </a:r>
          </a:p>
          <a:p xmlns:a="http://schemas.openxmlformats.org/drawingml/2006/main">
            <a:r>
              <a:t>화면 표시 성공은 서버 실행 증거가 아닙니다.</a:t>
            </a:r>
          </a:p>
          <a:p xmlns:a="http://schemas.openxmlformats.org/drawingml/2006/main">
            <a:r>
              <a:t>server.py 실행 여부와 주소의 127.0.0.1:8780을 먼저 확인하고 종료·오류 로그를 봅니다. 기본 정적 서버는 제공 API 추가 동작을 구현하지 않습니다. 화면 표시 성공과 API 수신 성공을 같은 증거로 쓰면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서버를 Ctrl+C로 종료하고 다시 요청합니다.</a:t>
            </a:r>
          </a:p>
          <a:p xmlns:a="http://schemas.openxmlformats.org/drawingml/2006/main">
            <a:r>
              <a:t>수신 실패와 이전 값 유지를 확인합니다.</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화면 초점:</a:t>
            </a:r>
          </a:p>
          <a:p xmlns:a="http://schemas.openxmlformats.org/drawingml/2006/main">
            <a:r>
              <a:t>정적 http.server는 API 추가 기능을 대신하지 않습니다.</a:t>
            </a:r>
          </a:p>
          <a:p xmlns:a="http://schemas.openxmlformats.org/drawingml/2006/main">
            <a:r>
              <a:t>8780 점유 오류면 기존 서버 상태를 확인합니다.</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브라우저와 서버의 역할을 말해 봅시다.</a:t>
            </a:r>
          </a:p>
          <a:p xmlns:a="http://schemas.openxmlformats.org/drawingml/2006/main">
            <a:r>
              <a:t>GET 주소와 확인할 응답도 설명합니다.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outputs/2026-10-29/assessment.md</a:t>
            </a:r>
          </a:p>
          <a:p xmlns:a="http://schemas.openxmlformats.org/drawingml/2006/main">
            <a:r>
              <a:t>화면 초점:</a:t>
            </a:r>
          </a:p>
          <a:p xmlns:a="http://schemas.openxmlformats.org/drawingml/2006/main">
            <a:r>
              <a:t>추가·도전: 서버를 다시 시작합니다.</a:t>
            </a:r>
          </a:p>
          <a:p xmlns:a="http://schemas.openxmlformats.org/drawingml/2006/main">
            <a:r>
              <a:t>추가했던 행이 남아 있어야 할까요?</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정적 HTML은 보이고 API는 연결 실패입니다. 원인 확인과 재실행 절차를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server.py 터미널·오류 로그·127.0.0.1:8780을 확인하고 course에서 서버를 실행합니다. 화면 표시가 서버 실행 증거는 아닙니다.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3교시 필수 개념 보충 · CSV의 빈칸을 JSON 값으로 바꾸는 계약</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센서 업체가 CSV를 보내왔습니다. 한 행의 온도는 0, 다른 행은 빈칸입니다. 이를 모두 숫자 0으로 바꾸면 실제 영도와 미측정을 구별하지 못합니다. 입력 계약은 필드 이름, 자료형, 단위, 허용 범위와 누락 처리의 약속입니다. 파일 문법을 읽는 파싱과 값이 업무 약속을 지키는 검사는 별도 단계입니다.</a:t>
            </a:r>
          </a:p>
          <a:p xmlns:a="http://schemas.openxmlformats.org/drawingml/2006/main">
            <a:r>
              <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계약이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계약은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새 CSV 셀 ["0","", "null","51","24.0"]을 현재 보충 계약으로 숫자·미측정·거절로 분류하고 JSON 표현을 작성하세요. 과거 기록이 최신 표를 바꾸지 않는 이유도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0.0, null, 거절, 거절, 24.0입니다. 문자 null은 합의 없이 특별 값으로 해석하지 않습니다. 최신 표는 도착 순서가 아니라 측정 시각을 비교하므로 과거 행을 보내도 최신값이 유지될 수 있습니다.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CSV 빈칸은 자동 0인가요? → 아닙니다.</a:t>
            </a:r>
          </a:p>
          <a:p xmlns:a="http://schemas.openxmlformats.org/drawingml/2006/main">
            <a:r>
              <a:t>2. JSON null은 문자열인가요? → 따옴표 없는 누락 값입니다.</a:t>
            </a:r>
          </a:p>
          <a:p xmlns:a="http://schemas.openxmlformats.org/drawingml/2006/main">
            <a:r>
              <a:t>3. 201만 보면 최신값 변경인가요? → 재조회와 시각 비교도 필요합니다.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"22.5"를 숫자로 바꿀 수 있습니다.</a:t>
            </a:r>
          </a:p>
          <a:p xmlns:a="http://schemas.openxmlformats.org/drawingml/2006/main">
            <a:r>
              <a:t>문법 읽기와 내용 검사는 별도입니다.</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계약이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빈 문자열 → None → JSON null</a:t>
            </a:r>
          </a:p>
          <a:p xmlns:a="http://schemas.openxmlformats.org/drawingml/2006/main">
            <a:r>
              <a:t>누락을 숫자 0으로 바꾸지 않습니다.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계약은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CSV의 "null"은 글자입니다.</a:t>
            </a:r>
          </a:p>
          <a:p xmlns:a="http://schemas.openxmlformats.org/drawingml/2006/main">
            <a:r>
              <a:t>보충 예는 빈칸만 미측정으로 인정합니다.</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계약이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온도: 유한한 0~50 또는 null</a:t>
            </a:r>
          </a:p>
          <a:p xmlns:a="http://schemas.openxmlformats.org/drawingml/2006/main">
            <a:r>
              <a:t>active: true/false · 시각: 시간대 포함</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계약은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보낸 본문 → HTTP 응답 → GET 목록 → 화면</a:t>
            </a:r>
          </a:p>
          <a:p xmlns:a="http://schemas.openxmlformats.org/drawingml/2006/main">
            <a:r>
              <a:t>sensor_id와 측정 시각을 함께 찾습니다.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계약은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과거 시각의 기록도 이력에 추가됩니다.</a:t>
            </a:r>
          </a:p>
          <a:p xmlns:a="http://schemas.openxmlformats.org/drawingml/2006/main">
            <a:r>
              <a:t>최신 표는 더 큰 measured_at을 유지합니다.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계약은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StringIO는문자열을파일처럼읽게하며DictReader는첫행의열이름으로각셀을묶는다. strip은앞뒤공백을제거하고빈칸이면None,그외float로숫자를만든다. 0&lt;=value&lt;=50조건은NaN과무한대도통과하지않는다. 원래문자열셀을변환한값으로대입하고json.dumps에서None은null이된다. 온도열계산의완결예이지active와시각까지검사한전체API검증은아니다.</a:t>
            </a:r>
          </a:p>
          <a:p xmlns:a="http://schemas.openxmlformats.org/drawingml/2006/main">
            <a:r>
              <a:t>최신 운영은 50분×6</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StringIO는문자열을파일처럼읽게하며DictReader는첫행의열이름으로각셀을묶는다. strip은앞뒤공백을제거하고빈칸이면None,그외float로숫자를만든다. 0&lt;=value&lt;=50조건은NaN과무한대도통과하지않는다. 원래문자열셀을변환한값으로대입하고json.dumps에서None은null이된다. 온도열계산의완결예이지active와시각까지검사한전체API검증은아니다.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StringIO는문자열을파일처럼읽게하며DictReader는첫행의열이름으로각셀을묶는다. strip은앞뒤공백을제거하고빈칸이면None,그외float로숫자를만든다. 0&lt;=value&lt;=50조건은NaN과무한대도통과하지않는다. 원래문자열셀을변환한값으로대입하고json.dumps에서None은null이된다. 온도열계산의완결예이지active와시각까지검사한전체API검증은아니다.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S05의 0 → 숫자 0.0</a:t>
            </a:r>
          </a:p>
          <a:p xmlns:a="http://schemas.openxmlformats.org/drawingml/2006/main">
            <a:r>
              <a:t>S06의 빈칸 → JSON null</a:t>
            </a:r>
          </a:p>
          <a:p xmlns:a="http://schemas.openxmlformats.org/drawingml/2006/main">
            <a:r>
              <a:t>실제 참고 코드에는 JSON 출력 줄이 있습니다.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계약은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CSV 셀: "0", 빈칸, "null", "51", "24.0"</a:t>
            </a:r>
          </a:p>
          <a:p xmlns:a="http://schemas.openxmlformats.org/drawingml/2006/main">
            <a:r>
              <a:t>숫자·미측정·거절로 분류하세요.</a:t>
            </a:r>
          </a:p>
          <a:p xmlns:a="http://schemas.openxmlformats.org/drawingml/2006/main">
            <a:r>
              <a:t>복습 문제: 새 CSV 셀 ["0","", "null","51","24.0"]을 현재 보충 계약으로 숫자·미측정·거절로 분류하고 JSON 표현을 작성하세요. 과거 기록이 최신 표를 바꾸지 않는 이유도 쓰세요.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숫자: 0.0, 24.0 · 미측정: null</a:t>
            </a:r>
          </a:p>
          <a:p xmlns:a="http://schemas.openxmlformats.org/drawingml/2006/main">
            <a:r>
              <a:t>거절: 문자 null, 범위 밖 51</a:t>
            </a:r>
          </a:p>
          <a:p xmlns:a="http://schemas.openxmlformats.org/drawingml/2006/main">
            <a:r>
              <a:t>합의 없는 자동 변환은 하지 않습니다.</a:t>
            </a:r>
          </a:p>
          <a:p xmlns:a="http://schemas.openxmlformats.org/drawingml/2006/main">
            <a:r>
              <a:t>0.0, null, 거절, 거절, 24.0입니다. 문자 null은 합의 없이 특별 값으로 해석하지 않습니다. 최신 표는 도착 순서가 아니라 측정 시각을 비교하므로 과거 행을 보내도 최신값이 유지될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참고 코드의 24.0을 51로 바꿉니다.</a:t>
            </a:r>
          </a:p>
          <a:p xmlns:a="http://schemas.openxmlformats.org/drawingml/2006/main">
            <a:r>
              <a:t>범위 오류 뒤 원문을 24.0으로 복구합니다.</a:t>
            </a:r>
          </a:p>
          <a:p xmlns:a="http://schemas.openxmlformats.org/drawingml/2006/main">
            <a:r>
              <a:t>센서 업체가 CSV를 보내왔습니다. 한 행의 온도는 0, 다른 행은 빈칸입니다. 이를 모두 숫자 0으로 바꾸면 실제 영도와 미측정을 구별하지 못합니다. 입력 계약은 필드 이름, 자료형, 단위, 허용 범위와 누락 처리의 약속입니다. 파일 문법을 읽는 파싱과 값이 업무 약속을 지키는 검사는 별도 단계입니다.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화면 초점:</a:t>
            </a:r>
          </a:p>
          <a:p xmlns:a="http://schemas.openxmlformats.org/drawingml/2006/main">
            <a:r>
              <a:t>abc·문자 null: 숫자 변환 오류</a:t>
            </a:r>
          </a:p>
          <a:p xmlns:a="http://schemas.openxmlformats.org/drawingml/2006/main">
            <a:r>
              <a:t>NaN: 유한 숫자 검사에서 거절</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계약이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CSV 빈칸과 숫자 0의 차이를 설명합니다.</a:t>
            </a:r>
          </a:p>
          <a:p xmlns:a="http://schemas.openxmlformats.org/drawingml/2006/main">
            <a:r>
              <a:t>POST 201만으로 최신값 변경을 단정하나요?</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계약이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outputs/2026-10-29/assessment.md</a:t>
            </a:r>
          </a:p>
          <a:p xmlns:a="http://schemas.openxmlformats.org/drawingml/2006/main">
            <a:r>
              <a:t>화면 초점:</a:t>
            </a:r>
          </a:p>
          <a:p xmlns:a="http://schemas.openxmlformats.org/drawingml/2006/main">
            <a:r>
              <a:t>추가·복습: "", "0", "NaN", "50"</a:t>
            </a:r>
          </a:p>
          <a:p xmlns:a="http://schemas.openxmlformats.org/drawingml/2006/main">
            <a:r>
              <a:t>JSON 표현 또는 거절 이유를 쓰세요.</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계약은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CSV 온도 ["", "0", "NaN", "50"]을 보충 예 계약에 맞게 변환하세요.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null,0.0,거절,50.0입니다. NaN은 유한 숫자가 아니며 빈칸을 0으로 바꾸지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4교시 필수 개념 보충 · 필터와 평균의 분모를 먼저 결정하기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
            </a:r>
          </a:p>
          <a:p xmlns:a="http://schemas.openxmlformats.org/drawingml/2006/main">
            <a:r>
              <a:t>완성 예의 이력 온도는 [22,24,null,0]입니다. 모두 계약에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선택된 새 이력 [10,null,0,20]의 합계·분모·평균을 직접 계산하세요. 모두 같은 센서라면 최신 온도와 이력 평균이 같아야 하는지도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합계 30, 분모 3, 평균 10℃입니다. 최신 온도는 시각이 가장 큰 행의 값이므로 이력 평균과 다를 수 있습니다. null을 넣은 분모 4나 0을 뺀 분모 2는 현재 규칙과 맞지 않습니다.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분모는? → 포함한 유효 숫자 행 수입니다.</a:t>
            </a:r>
          </a:p>
          <a:p xmlns:a="http://schemas.openxmlformats.org/drawingml/2006/main">
            <a:r>
              <a:t>2. 정지 센서 0은 포함되나요? → 현재 이력 평균에는 포함됩니다.</a:t>
            </a:r>
          </a:p>
          <a:p xmlns:a="http://schemas.openxmlformats.org/drawingml/2006/main">
            <a:r>
              <a:t>3. 막대 간격이 시간인가요? → 현재 그래프에서는 아닙니다.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창고를 선택하면 창고 이력만 봅니다.</a:t>
            </a:r>
          </a:p>
          <a:p xmlns:a="http://schemas.openxmlformats.org/drawingml/2006/main">
            <a:r>
              <a:t>최신 표에도 같은 장소 필터를 적용합니다.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센서별 최신값 평균이 아닙니다.</a:t>
            </a:r>
          </a:p>
          <a:p xmlns:a="http://schemas.openxmlformats.org/drawingml/2006/main">
            <a:r>
              <a:t>같은 센서의 여러 유효 기록도 포함합니다.</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null은 제외 · 숫자 0은 포함</a:t>
            </a:r>
          </a:p>
          <a:p xmlns:a="http://schemas.openxmlformats.org/drawingml/2006/main">
            <a:r>
              <a:t>유효 숫자 행 수로 나눕니다.</a:t>
            </a:r>
          </a:p>
          <a:p xmlns:a="http://schemas.openxmlformats.org/drawingml/2006/main">
            <a:r>
              <a:t>1. 분모는? → 포함한 유효 숫자 행 수입니다.</a:t>
            </a:r>
          </a:p>
          <a:p xmlns:a="http://schemas.openxmlformats.org/drawingml/2006/main">
            <a:r>
              <a:t>2. 정지 센서 0은 포함되나요? → 현재 이력 평균에는 포함됩니다.</a:t>
            </a:r>
          </a:p>
          <a:p xmlns:a="http://schemas.openxmlformats.org/drawingml/2006/main">
            <a:r>
              <a:t>3. 막대 간격이 시간인가요? → 현재 그래프에서는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계약에 맞고 미래 시각이 아닌 기록</a:t>
            </a:r>
          </a:p>
          <a:p xmlns:a="http://schemas.openxmlformats.org/drawingml/2006/main">
            <a:r>
              <a:t>숫자만 평균 계산에 사용합니다.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현재 규칙의 유효 숫자 이력에는 포함합니다.</a:t>
            </a:r>
          </a:p>
          <a:p xmlns:a="http://schemas.openxmlformats.org/drawingml/2006/main">
            <a:r>
              <a:t>현재 가동 센서 평균이라고 부르지 않습니다.</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막대 높이는 온도입니다.</a:t>
            </a:r>
          </a:p>
          <a:p xmlns:a="http://schemas.openxmlformats.org/drawingml/2006/main">
            <a:r>
              <a:t>시각과 값은 원문 표에서 함께 확인합니다.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sum(numbers)는합계,len(numbers)는분모다. value is not None은0을정상숫자로남기는조건이며 if value처럼거짓값판정으로바꾸면0이빠진다. 현재입력은유효숫자또는None이라고가정한다. 실제model.js는형식·범위·미래시각도걸러낸다. 숫자목록이비면이짧은예는분모0문제가생기지만 실제모델은average=null을반환한다.</a:t>
            </a:r>
          </a:p>
          <a:p xmlns:a="http://schemas.openxmlformats.org/drawingml/2006/main">
            <a:r>
              <a:t>최신 운영은 50분×6</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sum(numbers)는합계,len(numbers)는분모다. value is not None은0을정상숫자로남기는조건이며 if value처럼거짓값판정으로바꾸면0이빠진다. 현재입력은유효숫자또는None이라고가정한다. 실제model.js는형식·범위·미래시각도걸러낸다. 숫자목록이비면이짧은예는분모0문제가생기지만 실제모델은average=null을반환한다.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sum(numbers)는합계,len(numbers)는분모다. value is not None은0을정상숫자로남기는조건이며 if value처럼거짓값판정으로바꾸면0이빠진다. 현재입력은유효숫자또는None이라고가정한다. 실제model.js는형식·범위·미래시각도걸러낸다. 숫자목록이비면이짧은예는분모0문제가생기지만 실제모델은average=null을반환한다.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합계 46 · 분모 3</a:t>
            </a:r>
          </a:p>
          <a:p xmlns:a="http://schemas.openxmlformats.org/drawingml/2006/main">
            <a:r>
              <a:t>평균 15.33℃</a:t>
            </a:r>
          </a:p>
          <a:p xmlns:a="http://schemas.openxmlformats.org/drawingml/2006/main">
            <a:r>
              <a:t>null을 0으로 넣으면 11.5℃로 바뀝니다.</a:t>
            </a:r>
          </a:p>
          <a:p xmlns:a="http://schemas.openxmlformats.org/drawingml/2006/main">
            <a:r>
              <a:t>완성 예의 이력 온도는 [22,24,null,0]입니다. 모두 계약에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새 이력 [10,null,0,20]</a:t>
            </a:r>
          </a:p>
          <a:p xmlns:a="http://schemas.openxmlformats.org/drawingml/2006/main">
            <a:r>
              <a:t>합계·분모·평균을 직접 계산하세요.</a:t>
            </a:r>
          </a:p>
          <a:p xmlns:a="http://schemas.openxmlformats.org/drawingml/2006/main">
            <a:r>
              <a:t>완성 예의 이력 온도는 [22,24,null,0]입니다. 모두 계약에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합계 30 · 분모 3 · 평균 10℃</a:t>
            </a:r>
          </a:p>
          <a:p xmlns:a="http://schemas.openxmlformats.org/drawingml/2006/main">
            <a:r>
              <a:t>최신값 20과 평균 10은 다른 지표입니다.</a:t>
            </a:r>
          </a:p>
          <a:p xmlns:a="http://schemas.openxmlformats.org/drawingml/2006/main">
            <a:r>
              <a:t>완성 예의 이력 온도는 [22,24,null,0]입니다. 모두 계약에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첫 22를 25로 바꿉니다.</a:t>
            </a:r>
          </a:p>
          <a:p xmlns:a="http://schemas.openxmlformats.org/drawingml/2006/main">
            <a:r>
              <a:t>새 합계 49, 평균 16.33℃입니다.</a:t>
            </a:r>
          </a:p>
          <a:p xmlns:a="http://schemas.openxmlformats.org/drawingml/2006/main">
            <a:r>
              <a:t>완성 예의 이력 온도는 [22,24,null,0]입니다. 모두 계약에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화면 초점:</a:t>
            </a:r>
          </a:p>
          <a:p xmlns:a="http://schemas.openxmlformats.org/drawingml/2006/main">
            <a:r>
              <a:t>숫자가 없으면 계산 안 함으로 표시합니다.</a:t>
            </a:r>
          </a:p>
          <a:p xmlns:a="http://schemas.openxmlformats.org/drawingml/2006/main">
            <a:r>
              <a:t>0을 거짓 값이라 제외하지 않습니다.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이력 평균의 분모를 자기 말로 설명합니다.</a:t>
            </a:r>
          </a:p>
          <a:p xmlns:a="http://schemas.openxmlformats.org/drawingml/2006/main">
            <a:r>
              <a:t>최신값과 평균이 달라도 되는 이유를 말합니다.</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outputs/2026-10-29/assessment.md</a:t>
            </a:r>
          </a:p>
          <a:p xmlns:a="http://schemas.openxmlformats.org/drawingml/2006/main">
            <a:r>
              <a:t>화면 초점:</a:t>
            </a:r>
          </a:p>
          <a:p xmlns:a="http://schemas.openxmlformats.org/drawingml/2006/main">
            <a:r>
              <a:t>추가·복습: [12,0,null,18]</a:t>
            </a:r>
          </a:p>
          <a:p xmlns:a="http://schemas.openxmlformats.org/drawingml/2006/main">
            <a:r>
              <a:t>이력 평균과 최신값 18을 비교하세요.</a:t>
            </a:r>
          </a:p>
          <a:p xmlns:a="http://schemas.openxmlformats.org/drawingml/2006/main">
            <a:r>
              <a:t>완성 예의 이력 온도는 [22,24,null,0]입니다. 모두 계약에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유효 이력 [12,0,null,18]의 평균과 새 최신 18만 보는 값의 차이를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이력 평균은 30/3=10℃, 최신값은 18℃입니다. 서로 다른 선택 범위라 같아야 할 이유가 없습니다.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5교시 필수 개념 보충 · 값 누락과 오래됨과 통신 실패 구별하기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온도 null인 정상 응답, 빈 목록인 정상 응답, 서버 연결 실패의 세 상황에 표시할 문구와 복구 행동을 각각 작성하세요.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첫째는 미측정과 센서 기록 확인, 둘째는 데이터 없음과 필터·자료 범위 확인, 셋째는 수신 실패와 서버·포트 확인입니다. 모두 0℃ 정상으로 표시하는 답은 누락과 장애를 숨기므로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이전 값 유지가 새 측정인가요? → 아닙니다.</a:t>
            </a:r>
          </a:p>
          <a:p xmlns:a="http://schemas.openxmlformats.org/drawingml/2006/main">
            <a:r>
              <a:t>2. 70초 버튼은 실물 통신인가요? → 확인 시각의 모의 이동입니다.</a:t>
            </a:r>
          </a:p>
          <a:p xmlns:a="http://schemas.openxmlformats.org/drawingml/2006/main">
            <a:r>
              <a:t>3. 400의 첫 확인 대상은? → 요청 내용과 계약입니다.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정상 응답 안에 temperature_c=null이 있습니다.</a:t>
            </a:r>
          </a:p>
          <a:p xmlns:a="http://schemas.openxmlformats.org/drawingml/2006/main">
            <a:r>
              <a:t>0℃ 측정과 다릅니다.</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새 기록 없이 확인 시각만 70초 이동합니다.</a:t>
            </a:r>
          </a:p>
          <a:p xmlns:a="http://schemas.openxmlformats.org/drawingml/2006/main">
            <a:r>
              <a:t>실제 장치 통신을 끊은 실험은 아닙니다.</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active=false면 정지로 표시합니다.</a:t>
            </a:r>
          </a:p>
          <a:p xmlns:a="http://schemas.openxmlformats.org/drawingml/2006/main">
            <a:r>
              <a:t>미측정이 함께 있으면 미측정이 먼저입니다.</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서버 연결 실패나 HTTP 오류를 알립니다.</a:t>
            </a:r>
          </a:p>
          <a:p xmlns:a="http://schemas.openxmlformats.org/drawingml/2006/main">
            <a:r>
              <a:t>이전 화면 값을 새 측정으로 읽지 않습니다.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정상 빈 목록: 데이터 없음</a:t>
            </a:r>
          </a:p>
          <a:p xmlns:a="http://schemas.openxmlformats.org/drawingml/2006/main">
            <a:r>
              <a:t>실패 응답: 수신 실패</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문자열 온도 · 범위 · 불리언 · 시간대</a:t>
            </a:r>
          </a:p>
          <a:p xmlns:a="http://schemas.openxmlformats.org/drawingml/2006/main">
            <a:r>
              <a:t>거절 이유를 기록하고 원문을 고칩니다.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23℃가 화면에 남아 있어도</a:t>
            </a:r>
          </a:p>
          <a:p xmlns:a="http://schemas.openxmlformats.org/drawingml/2006/main">
            <a:r>
              <a:t>새 관찰을 받았다는 뜻은 아닙니다.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null 응답 · 빈 목록 · 연결 실패</a:t>
            </a:r>
          </a:p>
          <a:p xmlns:a="http://schemas.openxmlformats.org/drawingml/2006/main">
            <a:r>
              <a:t>세 상황의 문구와 복구 대상을 쓰세요.</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미측정: 자료 확인</a:t>
            </a:r>
          </a:p>
          <a:p xmlns:a="http://schemas.openxmlformats.org/drawingml/2006/main">
            <a:r>
              <a:t>데이터 없음: 필터·범위 확인</a:t>
            </a:r>
          </a:p>
          <a:p xmlns:a="http://schemas.openxmlformats.org/drawingml/2006/main">
            <a:r>
              <a:t>수신 실패: 서버·포트 확인</a:t>
            </a:r>
          </a:p>
          <a:p xmlns:a="http://schemas.openxmlformats.org/drawingml/2006/main">
            <a:r>
              <a:t>첫째는 미측정과 센서 기록 확인, 둘째는 데이터 없음과 필터·자료 범위 확인, 셋째는 수신 실패와 서버·포트 확인입니다. 모두 0℃ 정상으로 표시하는 답은 누락과 장애를 숨기므로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확인 시각만 70초 이동합니다.</a:t>
            </a:r>
          </a:p>
          <a:p xmlns:a="http://schemas.openxmlformats.org/drawingml/2006/main">
            <a:r>
              <a:t>측정 10초 전 기록은 시간차 80초가 됩니다.</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화면 초점:</a:t>
            </a:r>
          </a:p>
          <a:p xmlns:a="http://schemas.openxmlformats.org/drawingml/2006/main">
            <a:r>
              <a:t>모든 오류를 빈 목록으로 바꾸지 않습니다.</a:t>
            </a:r>
          </a:p>
          <a:p xmlns:a="http://schemas.openxmlformats.org/drawingml/2006/main">
            <a:r>
              <a:t>장애와 실제 데이터 부재가 섞입니다.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미측정과 수신 실패의 차이를 말해 봅시다.</a:t>
            </a:r>
          </a:p>
          <a:p xmlns:a="http://schemas.openxmlformats.org/drawingml/2006/main">
            <a:r>
              <a:t>이전 값을 남기는 이유와 한계도 설명합니다.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outputs/2026-10-29/assessment.md</a:t>
            </a:r>
          </a:p>
          <a:p xmlns:a="http://schemas.openxmlformats.org/drawingml/2006/main">
            <a:r>
              <a:t>화면 초점:</a:t>
            </a:r>
          </a:p>
          <a:p xmlns:a="http://schemas.openxmlformats.org/drawingml/2006/main">
            <a:r>
              <a:t>추가·도전: 실패 뒤 정상 수신으로 복구</a:t>
            </a:r>
          </a:p>
          <a:p xmlns:a="http://schemas.openxmlformats.org/drawingml/2006/main">
            <a:r>
              <a:t>메시지·행 수·값·시각을 다시 확인하세요.</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서버 응답 400과 온도 null의 정상 응답을 구별하고 복구 대상을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400은 요청 계약 오류라 본문을 고칩니다. null은 수락된 미측정 기록이라 센서·자료 원인을 확인합니다. 둘을 0으로 표시하지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6교시 필수 개념 보충 · 동료가 다시 실행하는 대시보드 인수인계</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각각 관찰한 증거로 표시합니다. 현재 로컬 서버는 인증, 지속 저장, 공개 접근과 운영 복구를 다룬 서비스가 아닙니다. 실물 ESP32를 붙이려면 장치 ID와 데이터 계약,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새 동료가 서버를 재시작하자 추가한 기록이 사라졌다고 말합니다. 현재 설계로 설명하고 영구 저장을 요구할 때 추가해야 할 작업과 시험을 각각 한 가지씩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인계 문서의 시작 정보는? → 폴더와 실행 명령입니다.</a:t>
            </a:r>
          </a:p>
          <a:p xmlns:a="http://schemas.openxmlformats.org/drawingml/2006/main">
            <a:r>
              <a:t>2. 같은 센서의 과거 행이 추가되면? → 이력과 최신 표를 각각 확인합니다.</a:t>
            </a:r>
          </a:p>
          <a:p xmlns:a="http://schemas.openxmlformats.org/drawingml/2006/main">
            <a:r>
              <a:t>3. 아직 실물 없는 항목은? → 미실행 또는 미확인입니다.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시작 폴더 · 명령 · 주소 · 종료 방법</a:t>
            </a:r>
          </a:p>
          <a:p xmlns:a="http://schemas.openxmlformats.org/drawingml/2006/main">
            <a:r>
              <a:t>기대 결과와 오류 복구를 같이 줍니다.</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이력 5건 · 센서 4개</a:t>
            </a:r>
          </a:p>
          <a:p xmlns:a="http://schemas.openxmlformats.org/drawingml/2006/main">
            <a:r>
              <a:t>S01 최신값은 22.8입니다.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POST 201 → GET 목록 증가</a:t>
            </a:r>
          </a:p>
          <a:p xmlns:a="http://schemas.openxmlformats.org/drawingml/2006/main">
            <a:r>
              <a:t>과거 기록이면 최신값은 유지될 수 있습니다.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현재 서버는 메모리 저장입니다.</a:t>
            </a:r>
          </a:p>
          <a:p xmlns:a="http://schemas.openxmlformats.org/drawingml/2006/main">
            <a:r>
              <a:t>재시작하면 초기 자료로 돌아갑니다.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각각 관찰한 증거로 표시합니다. 현재 로컬 서버는 인증, 지속 저장, 공개 접근과 운영 복구를 다룬 서비스가 아닙니다. 실물 ESP32를 붙이려면 장치 ID와 데이터 계약,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단위 · 시각 · 상태 문구</a:t>
            </a:r>
          </a:p>
          <a:p xmlns:a="http://schemas.openxmlformats.org/drawingml/2006/main">
            <a:r>
              <a:t>색만으로 판단하게 하지 않습니다.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각각 관찰한 증거로 표시합니다. 현재 로컬 서버는 인증, 지속 저장, 공개 접근과 운영 복구를 다룬 서비스가 아닙니다. 실물 ESP32를 붙이려면 장치 ID와 데이터 계약,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장치 ID · 시간 · 중복 · 전송 실패</a:t>
            </a:r>
          </a:p>
          <a:p xmlns:a="http://schemas.openxmlformats.org/drawingml/2006/main">
            <a:r>
              <a:t>센서·외부망·지속 저장은 별도입니다.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각각 관찰한 증거로 표시합니다. 현재 로컬 서버는 인증, 지속 저장, 공개 접근과 운영 복구를 다룬 서비스가 아닙니다. 실물 ESP32를 붙이려면 장치 ID와 데이터 계약,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같은 자료로 같은 결과를 다시 얻습니다.</a:t>
            </a:r>
          </a:p>
          <a:p xmlns:a="http://schemas.openxmlformats.org/drawingml/2006/main">
            <a:r>
              <a:t>수신·화면·실물 증거를 나눠 기록합니다.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각각 관찰한 증거로 표시합니다. 현재 로컬 서버는 인증, 지속 저장, 공개 접근과 운영 복구를 다룬 서비스가 아닙니다. 실물 ESP32를 붙이려면 장치 ID와 데이터 계약,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재시작하자 추가 기록이 사라졌습니다.</a:t>
            </a:r>
          </a:p>
          <a:p xmlns:a="http://schemas.openxmlformats.org/drawingml/2006/main">
            <a:r>
              <a:t>현재 설계와 필요한 후속 작업을 쓰세요.</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현재 기록은 메모리에만 있습니다.</a:t>
            </a:r>
          </a:p>
          <a:p xmlns:a="http://schemas.openxmlformats.org/drawingml/2006/main">
            <a:r>
              <a:t>영구 저장과 재시작 복원 시험이 필요합니다.</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파일 저장을 새 요구에 넣으면</a:t>
            </a:r>
          </a:p>
          <a:p xmlns:a="http://schemas.openxmlformats.org/drawingml/2006/main">
            <a:r>
              <a:t>데이터·실패 처리·시험·안내를 갱신합니다.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화면 초점:</a:t>
            </a:r>
          </a:p>
          <a:p xmlns:a="http://schemas.openxmlformats.org/drawingml/2006/main">
            <a:r>
              <a:t>화면 변화만 보고 영구 저장 성공이라 쓰지 않습니다.</a:t>
            </a:r>
          </a:p>
          <a:p xmlns:a="http://schemas.openxmlformats.org/drawingml/2006/main">
            <a:r>
              <a:t>실행 못 한 장비 항목은 미실행입니다.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각각 관찰한 증거로 표시합니다. 현재 로컬 서버는 인증, 지속 저장, 공개 접근과 운영 복구를 다룬 서비스가 아닙니다. 실물 ESP32를 붙이려면 장치 ID와 데이터 계약,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동료에게 실행 순서를 말해 봅시다.</a:t>
            </a:r>
          </a:p>
          <a:p xmlns:a="http://schemas.openxmlformats.org/drawingml/2006/main">
            <a:r>
              <a:t>평균 범위와 상태의 의미도 설명합니다.</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outputs/2026-10-29/assessment.md</a:t>
            </a:r>
          </a:p>
          <a:p xmlns:a="http://schemas.openxmlformats.org/drawingml/2006/main">
            <a:r>
              <a:t>화면 초점:</a:t>
            </a:r>
          </a:p>
          <a:p xmlns:a="http://schemas.openxmlformats.org/drawingml/2006/main">
            <a:r>
              <a:t>추가·복습: POST 201 뒤 재시작</a:t>
            </a:r>
          </a:p>
          <a:p xmlns:a="http://schemas.openxmlformats.org/drawingml/2006/main">
            <a:r>
              <a:t>기록 복원 시험의 입력과 기대값을 쓰세요.</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POST 201 뒤 서버를 재시작하자 행이 없어졌습니다. 현재 상태와 영구 저장 시험을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현재는 메모리 저장입니다. 저장소 구현 뒤 추가→종료→재시작→조회에서 같은 행이 복원되는지 별도로 시험합니다.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outputs/2026-10-29/assessment.md</a:t>
            </a:r>
          </a:p>
          <a:p xmlns:a="http://schemas.openxmlformats.org/drawingml/2006/main">
            <a:r>
              <a:t>화면 초점:</a:t>
            </a:r>
          </a:p>
          <a:p xmlns:a="http://schemas.openxmlformats.org/drawingml/2006/main">
            <a:r>
              <a:t>work의 기록과 수정본을 저장합니다.</a:t>
            </a:r>
          </a:p>
          <a:p xmlns:a="http://schemas.openxmlformats.org/drawingml/2006/main">
            <a:r>
              <a:t>입력·설정·결과가 같은 실행인지 확인합니다.</a:t>
            </a:r>
          </a:p>
          <a:p xmlns:a="http://schemas.openxmlformats.org/drawingml/2006/main">
            <a:r>
              <a:t>확인 방법과 아직 하지 않은 일을 적습니다.</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outputs/2026-10-29/instructor-notes.md</a:t>
            </a:r>
          </a:p>
          <a:p xmlns:a="http://schemas.openxmlformats.org/drawingml/2006/main">
            <a:r>
              <a:t>화면 초점:</a:t>
            </a:r>
          </a:p>
          <a:p xmlns:a="http://schemas.openxmlformats.org/drawingml/2006/main">
            <a:r>
              <a:t>시작 폴더와 실행 명령을 설명합니다.</a:t>
            </a:r>
          </a:p>
          <a:p xmlns:a="http://schemas.openxmlformats.org/drawingml/2006/main">
            <a:r>
              <a:t>결과의 의미와 한계를 말합니다.</a:t>
            </a:r>
          </a:p>
          <a:p xmlns:a="http://schemas.openxmlformats.org/drawingml/2006/main">
            <a:r>
              <a:t>막혔던 단계와 다음 확인을 적습니다.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outputs/2026-10-29/instructor-notes.md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bfc11d02174410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32f921185a74913" /><Relationship Type="http://schemas.openxmlformats.org/officeDocument/2006/relationships/slideLayout" Target="/ppt/slideLayouts/slideLayout1.xml" Id="R9d83493fb63e472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d83493fb63e472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5ea5acf198143f0" /><Relationship Type="http://schemas.openxmlformats.org/officeDocument/2006/relationships/notesSlide" Target="/ppt/notesSlides/notesSlide1.xml" Id="R6d3d3537d67c4b2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cea7959fa47486c" /><Relationship Type="http://schemas.openxmlformats.org/officeDocument/2006/relationships/notesSlide" Target="/ppt/notesSlides/notesSlide2.xml" Id="Rab0f201a8fce48e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db60db812da404d" /><Relationship Type="http://schemas.openxmlformats.org/officeDocument/2006/relationships/notesSlide" Target="/ppt/notesSlides/notesSlide3.xml" Id="R40097f306c484a6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6037c1395714b03" /><Relationship Type="http://schemas.openxmlformats.org/officeDocument/2006/relationships/notesSlide" Target="/ppt/notesSlides/notesSlide4.xml" Id="Re0d6a7db9dfe4ff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9068bda2f5e47ae" /><Relationship Type="http://schemas.openxmlformats.org/officeDocument/2006/relationships/notesSlide" Target="/ppt/notesSlides/notesSlide5.xml" Id="Rd962810113eb4a9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0c9d3723ad64c8b" /><Relationship Type="http://schemas.openxmlformats.org/officeDocument/2006/relationships/notesSlide" Target="/ppt/notesSlides/notesSlide6.xml" Id="Rac892fc73bf04c6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768fe6d07d34aab" /><Relationship Type="http://schemas.openxmlformats.org/officeDocument/2006/relationships/notesSlide" Target="/ppt/notesSlides/notesSlide7.xml" Id="R9eb957d4b4944de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4f6b3a18eed424b" /><Relationship Type="http://schemas.openxmlformats.org/officeDocument/2006/relationships/notesSlide" Target="/ppt/notesSlides/notesSlide8.xml" Id="R390fb919bd66473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e41fb99956a46ee" /><Relationship Type="http://schemas.openxmlformats.org/officeDocument/2006/relationships/notesSlide" Target="/ppt/notesSlides/notesSlide9.xml" Id="R5e780e69c2424d0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9bacd26c78747fc" /><Relationship Type="http://schemas.openxmlformats.org/officeDocument/2006/relationships/notesSlide" Target="/ppt/notesSlides/notesSlide10.xml" Id="R9720a240cdd3415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e4f22ba126f44a2" /><Relationship Type="http://schemas.openxmlformats.org/officeDocument/2006/relationships/notesSlide" Target="/ppt/notesSlides/notesSlide11.xml" Id="R1719eb90a28f49f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0dfe772fa6d4c23" /><Relationship Type="http://schemas.openxmlformats.org/officeDocument/2006/relationships/notesSlide" Target="/ppt/notesSlides/notesSlide12.xml" Id="Rdd430d36e9844c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62c10b303b14456" /><Relationship Type="http://schemas.openxmlformats.org/officeDocument/2006/relationships/notesSlide" Target="/ppt/notesSlides/notesSlide13.xml" Id="R9d136fe08bc84a6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bad80735873427c" /><Relationship Type="http://schemas.openxmlformats.org/officeDocument/2006/relationships/notesSlide" Target="/ppt/notesSlides/notesSlide14.xml" Id="R0c00172166984c7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76b57540d2d4233" /><Relationship Type="http://schemas.openxmlformats.org/officeDocument/2006/relationships/notesSlide" Target="/ppt/notesSlides/notesSlide15.xml" Id="R3b6c3c43b2454d1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b823e7ed5404d5b" /><Relationship Type="http://schemas.openxmlformats.org/officeDocument/2006/relationships/notesSlide" Target="/ppt/notesSlides/notesSlide16.xml" Id="R1f6f2b83c99c47a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1dbb53c475a4826" /><Relationship Type="http://schemas.openxmlformats.org/officeDocument/2006/relationships/notesSlide" Target="/ppt/notesSlides/notesSlide17.xml" Id="Rd18ff6d6a5b5487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b61e8563baa445d" /><Relationship Type="http://schemas.openxmlformats.org/officeDocument/2006/relationships/notesSlide" Target="/ppt/notesSlides/notesSlide18.xml" Id="R915d0c94ba64414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ff45c7667874dde" /><Relationship Type="http://schemas.openxmlformats.org/officeDocument/2006/relationships/notesSlide" Target="/ppt/notesSlides/notesSlide19.xml" Id="R5891c648a777484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0f7dc6b97764252" /><Relationship Type="http://schemas.openxmlformats.org/officeDocument/2006/relationships/notesSlide" Target="/ppt/notesSlides/notesSlide20.xml" Id="R63ca82c724cd4e2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9763fd907694d62" /><Relationship Type="http://schemas.openxmlformats.org/officeDocument/2006/relationships/notesSlide" Target="/ppt/notesSlides/notesSlide21.xml" Id="R1ad56db9e38c466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d170827b76c4669" /><Relationship Type="http://schemas.openxmlformats.org/officeDocument/2006/relationships/notesSlide" Target="/ppt/notesSlides/notesSlide22.xml" Id="R0673729e79ea419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479ea272d504a1f" /><Relationship Type="http://schemas.openxmlformats.org/officeDocument/2006/relationships/notesSlide" Target="/ppt/notesSlides/notesSlide23.xml" Id="R30df1156a265490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7502bd96bf94a0e" /><Relationship Type="http://schemas.openxmlformats.org/officeDocument/2006/relationships/notesSlide" Target="/ppt/notesSlides/notesSlide24.xml" Id="R96a4b1643a2f400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157297e1b6a4492" /><Relationship Type="http://schemas.openxmlformats.org/officeDocument/2006/relationships/notesSlide" Target="/ppt/notesSlides/notesSlide25.xml" Id="Rb5d8ce560e42416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1c6f961927d4963" /><Relationship Type="http://schemas.openxmlformats.org/officeDocument/2006/relationships/notesSlide" Target="/ppt/notesSlides/notesSlide26.xml" Id="R0bc9a959162a410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851dd3c7c25400c" /><Relationship Type="http://schemas.openxmlformats.org/officeDocument/2006/relationships/notesSlide" Target="/ppt/notesSlides/notesSlide27.xml" Id="R9f326207bc38430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d17d74b752574f4f" /><Relationship Type="http://schemas.openxmlformats.org/officeDocument/2006/relationships/notesSlide" Target="/ppt/notesSlides/notesSlide28.xml" Id="Rf12297665e9c437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546db964fe7482b" /><Relationship Type="http://schemas.openxmlformats.org/officeDocument/2006/relationships/notesSlide" Target="/ppt/notesSlides/notesSlide29.xml" Id="R8ab9af54a5c34cb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5efb4623bd24fc8" /><Relationship Type="http://schemas.openxmlformats.org/officeDocument/2006/relationships/notesSlide" Target="/ppt/notesSlides/notesSlide30.xml" Id="R0f62776c398c47b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2c42a4193da43c1" /><Relationship Type="http://schemas.openxmlformats.org/officeDocument/2006/relationships/notesSlide" Target="/ppt/notesSlides/notesSlide31.xml" Id="R8721348373784b8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f4fb48e46b8b4ebc" /><Relationship Type="http://schemas.openxmlformats.org/officeDocument/2006/relationships/notesSlide" Target="/ppt/notesSlides/notesSlide32.xml" Id="Rc31f9474423e4bd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4370b695da4b409a" /><Relationship Type="http://schemas.openxmlformats.org/officeDocument/2006/relationships/notesSlide" Target="/ppt/notesSlides/notesSlide33.xml" Id="Re3982904b16642b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54032f6681c48d7" /><Relationship Type="http://schemas.openxmlformats.org/officeDocument/2006/relationships/notesSlide" Target="/ppt/notesSlides/notesSlide34.xml" Id="R13c058f9a32d413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1b86ebbe90f40e7" /><Relationship Type="http://schemas.openxmlformats.org/officeDocument/2006/relationships/notesSlide" Target="/ppt/notesSlides/notesSlide35.xml" Id="R044ee48ad93b4c0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0ad8199c11684ebd" /><Relationship Type="http://schemas.openxmlformats.org/officeDocument/2006/relationships/notesSlide" Target="/ppt/notesSlides/notesSlide36.xml" Id="R5b91321dc1c0469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6a3e619c07f44cf" /><Relationship Type="http://schemas.openxmlformats.org/officeDocument/2006/relationships/notesSlide" Target="/ppt/notesSlides/notesSlide37.xml" Id="R3450852a2d5f451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9c62207ac04b4588" /><Relationship Type="http://schemas.openxmlformats.org/officeDocument/2006/relationships/notesSlide" Target="/ppt/notesSlides/notesSlide38.xml" Id="R707f96fbf0ea411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95512e01a3434acf" /><Relationship Type="http://schemas.openxmlformats.org/officeDocument/2006/relationships/notesSlide" Target="/ppt/notesSlides/notesSlide39.xml" Id="Rab549b025867438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d3fa37ee7b314466" /><Relationship Type="http://schemas.openxmlformats.org/officeDocument/2006/relationships/notesSlide" Target="/ppt/notesSlides/notesSlide40.xml" Id="Rd2663572e4674a1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0176f09040244a4" /><Relationship Type="http://schemas.openxmlformats.org/officeDocument/2006/relationships/notesSlide" Target="/ppt/notesSlides/notesSlide41.xml" Id="R91a60732501d4eb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bb4633673fb94254" /><Relationship Type="http://schemas.openxmlformats.org/officeDocument/2006/relationships/notesSlide" Target="/ppt/notesSlides/notesSlide42.xml" Id="Ra7b1efa84403415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480b3d2409fb4cff" /><Relationship Type="http://schemas.openxmlformats.org/officeDocument/2006/relationships/notesSlide" Target="/ppt/notesSlides/notesSlide43.xml" Id="Rbf17443297dc495f"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0652a0b29df441bf" /><Relationship Type="http://schemas.openxmlformats.org/officeDocument/2006/relationships/notesSlide" Target="/ppt/notesSlides/notesSlide44.xml" Id="R2ea06d330289467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78f25908ff764b1e" /><Relationship Type="http://schemas.openxmlformats.org/officeDocument/2006/relationships/notesSlide" Target="/ppt/notesSlides/notesSlide45.xml" Id="R0af7610df44d4e0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f4b8f3805bfb4ab7" /><Relationship Type="http://schemas.openxmlformats.org/officeDocument/2006/relationships/notesSlide" Target="/ppt/notesSlides/notesSlide46.xml" Id="Rbae4cc8022b94bb3"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de9e4c30e69744d5" /><Relationship Type="http://schemas.openxmlformats.org/officeDocument/2006/relationships/notesSlide" Target="/ppt/notesSlides/notesSlide47.xml" Id="R2cb7476a07f8496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247c4e37e8fb4265" /><Relationship Type="http://schemas.openxmlformats.org/officeDocument/2006/relationships/notesSlide" Target="/ppt/notesSlides/notesSlide48.xml" Id="R478d79b19ab04d9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e726e01b5a3d43c7" /><Relationship Type="http://schemas.openxmlformats.org/officeDocument/2006/relationships/notesSlide" Target="/ppt/notesSlides/notesSlide49.xml" Id="Rfcd483692d264aa6"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b094f3d7f3b84376" /><Relationship Type="http://schemas.openxmlformats.org/officeDocument/2006/relationships/notesSlide" Target="/ppt/notesSlides/notesSlide50.xml" Id="R95c48a1444554fb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02955b04211e43b7" /><Relationship Type="http://schemas.openxmlformats.org/officeDocument/2006/relationships/notesSlide" Target="/ppt/notesSlides/notesSlide51.xml" Id="R3e50cbc8c5544ae2"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f69c83a4f58d4691" /><Relationship Type="http://schemas.openxmlformats.org/officeDocument/2006/relationships/notesSlide" Target="/ppt/notesSlides/notesSlide52.xml" Id="Ra9ff8486f2ac4189"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0c57c45cab5b48ed" /><Relationship Type="http://schemas.openxmlformats.org/officeDocument/2006/relationships/notesSlide" Target="/ppt/notesSlides/notesSlide53.xml" Id="R80781428884141e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00e308a260434bf2" /><Relationship Type="http://schemas.openxmlformats.org/officeDocument/2006/relationships/notesSlide" Target="/ppt/notesSlides/notesSlide54.xml" Id="R28621c7f9ef246f3"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5ebd1347c633402a" /><Relationship Type="http://schemas.openxmlformats.org/officeDocument/2006/relationships/notesSlide" Target="/ppt/notesSlides/notesSlide55.xml" Id="R2b19248e71de4a7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f1269ef77f694cb2" /><Relationship Type="http://schemas.openxmlformats.org/officeDocument/2006/relationships/notesSlide" Target="/ppt/notesSlides/notesSlide56.xml" Id="R5de1e9f1bafe463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1fb73582055a48ca" /><Relationship Type="http://schemas.openxmlformats.org/officeDocument/2006/relationships/notesSlide" Target="/ppt/notesSlides/notesSlide57.xml" Id="R41d4ee70c961459b"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dc1ba0db6ad1463f" /><Relationship Type="http://schemas.openxmlformats.org/officeDocument/2006/relationships/notesSlide" Target="/ppt/notesSlides/notesSlide58.xml" Id="R15d7988b862c4dc0"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4081db0b63b94a5a" /><Relationship Type="http://schemas.openxmlformats.org/officeDocument/2006/relationships/notesSlide" Target="/ppt/notesSlides/notesSlide59.xml" Id="R1c1062ddaecc4fc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abecc570be2a4401" /><Relationship Type="http://schemas.openxmlformats.org/officeDocument/2006/relationships/notesSlide" Target="/ppt/notesSlides/notesSlide60.xml" Id="Re5c6b692836e46e2"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76900dc3f3594a49" /><Relationship Type="http://schemas.openxmlformats.org/officeDocument/2006/relationships/notesSlide" Target="/ppt/notesSlides/notesSlide61.xml" Id="Rd9152a47efce4ca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4c5a3e5bf25d4e2d" /><Relationship Type="http://schemas.openxmlformats.org/officeDocument/2006/relationships/notesSlide" Target="/ppt/notesSlides/notesSlide62.xml" Id="R478b4be6326a4d19"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61300ccff7664dd9" /><Relationship Type="http://schemas.openxmlformats.org/officeDocument/2006/relationships/notesSlide" Target="/ppt/notesSlides/notesSlide63.xml" Id="R44a0000fe2914d21"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1b64786bae5c4595" /><Relationship Type="http://schemas.openxmlformats.org/officeDocument/2006/relationships/notesSlide" Target="/ppt/notesSlides/notesSlide64.xml" Id="R6c2424f92bf94370"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05f851d495e84d75" /><Relationship Type="http://schemas.openxmlformats.org/officeDocument/2006/relationships/notesSlide" Target="/ppt/notesSlides/notesSlide65.xml" Id="R2ee4f21b787149fd"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1cd9a39f365c482d" /><Relationship Type="http://schemas.openxmlformats.org/officeDocument/2006/relationships/notesSlide" Target="/ppt/notesSlides/notesSlide66.xml" Id="Raf84bfb5941e46a8"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51d95cca2e814a36" /><Relationship Type="http://schemas.openxmlformats.org/officeDocument/2006/relationships/notesSlide" Target="/ppt/notesSlides/notesSlide67.xml" Id="R6a393db5fc8b4f3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825ba68b73cc4d18" /><Relationship Type="http://schemas.openxmlformats.org/officeDocument/2006/relationships/notesSlide" Target="/ppt/notesSlides/notesSlide68.xml" Id="Rea33512f0a47493c"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e840ff1560d847d7" /><Relationship Type="http://schemas.openxmlformats.org/officeDocument/2006/relationships/notesSlide" Target="/ppt/notesSlides/notesSlide69.xml" Id="R4caab54153a6426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ffff867f0a814c01" /><Relationship Type="http://schemas.openxmlformats.org/officeDocument/2006/relationships/notesSlide" Target="/ppt/notesSlides/notesSlide70.xml" Id="R644752ae952c4ed6"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4e6219cfc82542f6" /><Relationship Type="http://schemas.openxmlformats.org/officeDocument/2006/relationships/notesSlide" Target="/ppt/notesSlides/notesSlide71.xml" Id="R6809b692276f45fb"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326c9b24c9224fa6" /><Relationship Type="http://schemas.openxmlformats.org/officeDocument/2006/relationships/notesSlide" Target="/ppt/notesSlides/notesSlide72.xml" Id="Ra9c3064ebb5a4598"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ec8458c2b7714a22" /><Relationship Type="http://schemas.openxmlformats.org/officeDocument/2006/relationships/notesSlide" Target="/ppt/notesSlides/notesSlide73.xml" Id="R0e374126f2b344e0"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7f401413fc5a4b02" /><Relationship Type="http://schemas.openxmlformats.org/officeDocument/2006/relationships/notesSlide" Target="/ppt/notesSlides/notesSlide74.xml" Id="R3c5de492d3da4958"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d79c6cd1d74747ef" /><Relationship Type="http://schemas.openxmlformats.org/officeDocument/2006/relationships/notesSlide" Target="/ppt/notesSlides/notesSlide75.xml" Id="Rf46d496bb0fd4ef4"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d5f87d59c72442f9" /><Relationship Type="http://schemas.openxmlformats.org/officeDocument/2006/relationships/notesSlide" Target="/ppt/notesSlides/notesSlide76.xml" Id="Rb6edbc787f9c4d5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45b081247875452b" /><Relationship Type="http://schemas.openxmlformats.org/officeDocument/2006/relationships/notesSlide" Target="/ppt/notesSlides/notesSlide77.xml" Id="R50104ee14789467f"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6ce23f9e82c9431f" /><Relationship Type="http://schemas.openxmlformats.org/officeDocument/2006/relationships/notesSlide" Target="/ppt/notesSlides/notesSlide78.xml" Id="R17a5cc14e8a740f5"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fefeb57e8216464d" /><Relationship Type="http://schemas.openxmlformats.org/officeDocument/2006/relationships/notesSlide" Target="/ppt/notesSlides/notesSlide79.xml" Id="R421261837f8048cd"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15432e598f5a4cb8" /><Relationship Type="http://schemas.openxmlformats.org/officeDocument/2006/relationships/notesSlide" Target="/ppt/notesSlides/notesSlide80.xml" Id="Re8675c5c8c984540"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bde60042777d4faf" /><Relationship Type="http://schemas.openxmlformats.org/officeDocument/2006/relationships/notesSlide" Target="/ppt/notesSlides/notesSlide81.xml" Id="Rf1492da4c13546bc"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89bb100c7a574a25" /><Relationship Type="http://schemas.openxmlformats.org/officeDocument/2006/relationships/notesSlide" Target="/ppt/notesSlides/notesSlide82.xml" Id="Rd5db42ee27e04457"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d0fe164f2b9640c1" /><Relationship Type="http://schemas.openxmlformats.org/officeDocument/2006/relationships/notesSlide" Target="/ppt/notesSlides/notesSlide83.xml" Id="R7bffdf2c9e374163"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f349f85263da4b90" /><Relationship Type="http://schemas.openxmlformats.org/officeDocument/2006/relationships/notesSlide" Target="/ppt/notesSlides/notesSlide84.xml" Id="Rcaa5fb0d08a84eba"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07bd4b07cf8d4b97" /><Relationship Type="http://schemas.openxmlformats.org/officeDocument/2006/relationships/notesSlide" Target="/ppt/notesSlides/notesSlide85.xml" Id="R9a2a4a0e8072447a"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e8e94a431f2f423a" /><Relationship Type="http://schemas.openxmlformats.org/officeDocument/2006/relationships/notesSlide" Target="/ppt/notesSlides/notesSlide86.xml" Id="R47e4da3fd1c7417c"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ae06907faf2a4cc4" /><Relationship Type="http://schemas.openxmlformats.org/officeDocument/2006/relationships/notesSlide" Target="/ppt/notesSlides/notesSlide87.xml" Id="R621b2447133640e3"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b29c4070726b4614" /><Relationship Type="http://schemas.openxmlformats.org/officeDocument/2006/relationships/notesSlide" Target="/ppt/notesSlides/notesSlide88.xml" Id="R56967ca0c815406f"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2dba0a8943fe4198" /><Relationship Type="http://schemas.openxmlformats.org/officeDocument/2006/relationships/notesSlide" Target="/ppt/notesSlides/notesSlide89.xml" Id="R5da1ce9adaa04127"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4a2121c42bd14b23" /><Relationship Type="http://schemas.openxmlformats.org/officeDocument/2006/relationships/notesSlide" Target="/ppt/notesSlides/notesSlide90.xml" Id="R5c7a9d16100d400f"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2a58c9fac8d4485d" /><Relationship Type="http://schemas.openxmlformats.org/officeDocument/2006/relationships/notesSlide" Target="/ppt/notesSlides/notesSlide91.xml" Id="R9c1faf7f94b443e3"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f43cea85c9a84da9" /><Relationship Type="http://schemas.openxmlformats.org/officeDocument/2006/relationships/notesSlide" Target="/ppt/notesSlides/notesSlide92.xml" Id="R05ad3f4f66ae418c"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5b0f95c8ee5a4b6f" /><Relationship Type="http://schemas.openxmlformats.org/officeDocument/2006/relationships/notesSlide" Target="/ppt/notesSlides/notesSlide93.xml" Id="Rd225fd7e8d904716"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62effa01eb0e4e8a" /><Relationship Type="http://schemas.openxmlformats.org/officeDocument/2006/relationships/notesSlide" Target="/ppt/notesSlides/notesSlide94.xml" Id="R09f65f4bda194c71"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d275d9bb21984c65" /><Relationship Type="http://schemas.openxmlformats.org/officeDocument/2006/relationships/notesSlide" Target="/ppt/notesSlides/notesSlide95.xml" Id="R6deeb22463144105"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fc387150260942c0" /><Relationship Type="http://schemas.openxmlformats.org/officeDocument/2006/relationships/notesSlide" Target="/ppt/notesSlides/notesSlide96.xml" Id="Rc52f5599780f4569"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7bb8b5524dbf4c77" /><Relationship Type="http://schemas.openxmlformats.org/officeDocument/2006/relationships/notesSlide" Target="/ppt/notesSlides/notesSlide97.xml" Id="R155d5a250c6e4756"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2aaa1238313648ee" /><Relationship Type="http://schemas.openxmlformats.org/officeDocument/2006/relationships/notesSlide" Target="/ppt/notesSlides/notesSlide98.xml" Id="Rd95814de9f4e4852"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7f905d0b202b447a" /><Relationship Type="http://schemas.openxmlformats.org/officeDocument/2006/relationships/notesSlide" Target="/ppt/notesSlides/notesSlide99.xml" Id="R3995db4775f04372"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aff12b1b90604838" /><Relationship Type="http://schemas.openxmlformats.org/officeDocument/2006/relationships/notesSlide" Target="/ppt/notesSlides/notesSlide100.xml" Id="Rbc60d54e131d48ff"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48aed0ea053a4273" /><Relationship Type="http://schemas.openxmlformats.org/officeDocument/2006/relationships/notesSlide" Target="/ppt/notesSlides/notesSlide101.xml" Id="R5c9099ef7a674fc0"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05029369df1f4ef1" /><Relationship Type="http://schemas.openxmlformats.org/officeDocument/2006/relationships/notesSlide" Target="/ppt/notesSlides/notesSlide102.xml" Id="R0e43bea923df43c0" /></Relationships>
</file>

<file path=ppt/slides/slide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7FF6ADC-E70C-42A9-A3FF-33C97A0AB61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10/29  웹 대시보드</a:t>
            </a:r>
          </a:p>
        </p:txBody>
      </p:sp>
      <p:sp>
        <p:nvSpPr>
          <p:cNvPr id="2" name="">
            <a:extLst xmlns:a="http://schemas.openxmlformats.org/drawingml/2006/main">
              <a:ext uri="{FF2B5EF4-FFF2-40B4-BE49-F238E27FC236}">
                <a16:creationId xmlns:a16="http://schemas.microsoft.com/office/drawing/2014/main" id="{56F2ED66-FB04-4F22-916F-A0358CDCF0FA}"/>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웹 대시보드</a:t>
            </a:r>
          </a:p>
        </p:txBody>
      </p:sp>
      <p:sp>
        <p:nvSpPr>
          <p:cNvPr id="3" name="">
            <a:extLst xmlns:a="http://schemas.openxmlformats.org/drawingml/2006/main">
              <a:ext uri="{FF2B5EF4-FFF2-40B4-BE49-F238E27FC236}">
                <a16:creationId xmlns:a16="http://schemas.microsoft.com/office/drawing/2014/main" id="{D73D7322-83ED-4CF3-9F0D-4A5FD7B111F2}"/>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2026-10-29</a:t>
            </a:r>
          </a:p>
        </p:txBody>
      </p:sp>
      <p:sp>
        <p:nvSpPr>
          <p:cNvPr id="4" name="">
            <a:extLst xmlns:a="http://schemas.openxmlformats.org/drawingml/2006/main">
              <a:ext uri="{FF2B5EF4-FFF2-40B4-BE49-F238E27FC236}">
                <a16:creationId xmlns:a16="http://schemas.microsoft.com/office/drawing/2014/main" id="{B7D476F3-3056-4A61-B9B0-DD956FE6F234}"/>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오늘은 개념을 읽고 직접 예상해 봅니다.</a:t>
            </a:r>
          </a:p>
        </p:txBody>
      </p:sp>
      <p:sp>
        <p:nvSpPr>
          <p:cNvPr id="5" name="">
            <a:extLst xmlns:a="http://schemas.openxmlformats.org/drawingml/2006/main">
              <a:ext uri="{FF2B5EF4-FFF2-40B4-BE49-F238E27FC236}">
                <a16:creationId xmlns:a16="http://schemas.microsoft.com/office/drawing/2014/main" id="{FC442E60-A024-460F-8085-B0E8A7C36E20}"/>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파일·모의 결과와 실제 장비 증거를 나눕니다.</a:t>
            </a:r>
          </a:p>
        </p:txBody>
      </p:sp>
      <p:sp>
        <p:nvSpPr>
          <p:cNvPr id="6" name="">
            <a:extLst xmlns:a="http://schemas.openxmlformats.org/drawingml/2006/main">
              <a:ext uri="{FF2B5EF4-FFF2-40B4-BE49-F238E27FC236}">
                <a16:creationId xmlns:a16="http://schemas.microsoft.com/office/drawing/2014/main" id="{C4703DAA-F644-478F-B67C-64ECCACE17E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01</a:t>
            </a:r>
          </a:p>
        </p:txBody>
      </p:sp>
    </p:spTree>
    <p:extLst>
      <p:ext uri="{BB962C8B-B14F-4D97-AF65-F5344CB8AC3E}">
        <p14:creationId xmlns:p14="http://schemas.microsoft.com/office/powerpoint/2010/main" val="933953393"/>
      </p:ext>
    </p:extLst>
  </p:cSld>
</p:sld>
</file>

<file path=ppt/slides/slide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617134-23BB-497C-BA95-879583853C3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10/29  웹 대시보드</a:t>
            </a:r>
          </a:p>
        </p:txBody>
      </p:sp>
      <p:sp>
        <p:nvSpPr>
          <p:cNvPr id="2" name="">
            <a:extLst xmlns:a="http://schemas.openxmlformats.org/drawingml/2006/main">
              <a:ext uri="{FF2B5EF4-FFF2-40B4-BE49-F238E27FC236}">
                <a16:creationId xmlns:a16="http://schemas.microsoft.com/office/drawing/2014/main" id="{D846497D-8E71-4524-B2C7-FDE2107419D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자료 폴더와 학생 작업 파일</a:t>
            </a:r>
          </a:p>
        </p:txBody>
      </p:sp>
      <p:sp>
        <p:nvSpPr>
          <p:cNvPr id="3" name="">
            <a:extLst xmlns:a="http://schemas.openxmlformats.org/drawingml/2006/main">
              <a:ext uri="{FF2B5EF4-FFF2-40B4-BE49-F238E27FC236}">
                <a16:creationId xmlns:a16="http://schemas.microsoft.com/office/drawing/2014/main" id="{A8281AAF-394F-41E5-810E-D59F324437C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data: 읽을 입력</a:t>
            </a:r>
          </a:p>
        </p:txBody>
      </p:sp>
      <p:sp>
        <p:nvSpPr>
          <p:cNvPr id="4" name="">
            <a:extLst xmlns:a="http://schemas.openxmlformats.org/drawingml/2006/main">
              <a:ext uri="{FF2B5EF4-FFF2-40B4-BE49-F238E27FC236}">
                <a16:creationId xmlns:a16="http://schemas.microsoft.com/office/drawing/2014/main" id="{B7E4A943-DA25-46AF-94FE-CFA225DBAEAF}"/>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code: 제공 참고 코드</a:t>
            </a:r>
          </a:p>
        </p:txBody>
      </p:sp>
      <p:sp>
        <p:nvSpPr>
          <p:cNvPr id="5" name="">
            <a:extLst xmlns:a="http://schemas.openxmlformats.org/drawingml/2006/main">
              <a:ext uri="{FF2B5EF4-FFF2-40B4-BE49-F238E27FC236}">
                <a16:creationId xmlns:a16="http://schemas.microsoft.com/office/drawing/2014/main" id="{2922D7B0-43C9-4DEC-8599-6898ED369A5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work: 나의 복사본과 기록</a:t>
            </a:r>
          </a:p>
        </p:txBody>
      </p:sp>
      <p:sp>
        <p:nvSpPr>
          <p:cNvPr id="6" name="">
            <a:extLst xmlns:a="http://schemas.openxmlformats.org/drawingml/2006/main">
              <a:ext uri="{FF2B5EF4-FFF2-40B4-BE49-F238E27FC236}">
                <a16:creationId xmlns:a16="http://schemas.microsoft.com/office/drawing/2014/main" id="{43054FA6-A4E4-44A4-BA10-A5DC0A7165E6}"/>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저장한 뒤 실행해야 결과가 나옵니다.</a:t>
            </a:r>
          </a:p>
        </p:txBody>
      </p:sp>
      <p:sp>
        <p:nvSpPr>
          <p:cNvPr id="7" name="">
            <a:extLst xmlns:a="http://schemas.openxmlformats.org/drawingml/2006/main">
              <a:ext uri="{FF2B5EF4-FFF2-40B4-BE49-F238E27FC236}">
                <a16:creationId xmlns:a16="http://schemas.microsoft.com/office/drawing/2014/main" id="{C0E25A2A-5973-4C86-BD67-6CDF27ED110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02</a:t>
            </a:r>
          </a:p>
        </p:txBody>
      </p:sp>
    </p:spTree>
    <p:extLst>
      <p:ext uri="{BB962C8B-B14F-4D97-AF65-F5344CB8AC3E}">
        <p14:creationId xmlns:p14="http://schemas.microsoft.com/office/powerpoint/2010/main" val="2107185385"/>
      </p:ext>
    </p:extLst>
  </p:cSld>
</p:sld>
</file>

<file path=ppt/slides/slide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756BA04-883F-40F8-80C0-BEB6113F43A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10/29  웹 대시보드</a:t>
            </a:r>
          </a:p>
        </p:txBody>
      </p:sp>
      <p:sp>
        <p:nvSpPr>
          <p:cNvPr id="2" name="">
            <a:extLst xmlns:a="http://schemas.openxmlformats.org/drawingml/2006/main">
              <a:ext uri="{FF2B5EF4-FFF2-40B4-BE49-F238E27FC236}">
                <a16:creationId xmlns:a16="http://schemas.microsoft.com/office/drawing/2014/main" id="{92C5B30B-8EB0-4D9D-9B88-C12FEF57850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오늘의 6교시 일정</a:t>
            </a:r>
          </a:p>
        </p:txBody>
      </p:sp>
      <p:sp>
        <p:nvSpPr>
          <p:cNvPr id="3" name="">
            <a:extLst xmlns:a="http://schemas.openxmlformats.org/drawingml/2006/main">
              <a:ext uri="{FF2B5EF4-FFF2-40B4-BE49-F238E27FC236}">
                <a16:creationId xmlns:a16="http://schemas.microsoft.com/office/drawing/2014/main" id="{A91C135C-CA3B-4CC1-A53F-C983D16B8F2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1·2교시 10:00~11:50</a:t>
            </a:r>
          </a:p>
        </p:txBody>
      </p:sp>
      <p:sp>
        <p:nvSpPr>
          <p:cNvPr id="4" name="">
            <a:extLst xmlns:a="http://schemas.openxmlformats.org/drawingml/2006/main">
              <a:ext uri="{FF2B5EF4-FFF2-40B4-BE49-F238E27FC236}">
                <a16:creationId xmlns:a16="http://schemas.microsoft.com/office/drawing/2014/main" id="{36636795-F911-4346-86C2-D90F05FD782F}"/>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중식 11:50~13:00</a:t>
            </a:r>
          </a:p>
        </p:txBody>
      </p:sp>
      <p:sp>
        <p:nvSpPr>
          <p:cNvPr id="5" name="">
            <a:extLst xmlns:a="http://schemas.openxmlformats.org/drawingml/2006/main">
              <a:ext uri="{FF2B5EF4-FFF2-40B4-BE49-F238E27FC236}">
                <a16:creationId xmlns:a16="http://schemas.microsoft.com/office/drawing/2014/main" id="{A60C1D48-F5E3-47BB-80D3-A5243BC51CF2}"/>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3~6교시 13:00~16:50</a:t>
            </a:r>
          </a:p>
        </p:txBody>
      </p:sp>
      <p:sp>
        <p:nvSpPr>
          <p:cNvPr id="6" name="">
            <a:extLst xmlns:a="http://schemas.openxmlformats.org/drawingml/2006/main">
              <a:ext uri="{FF2B5EF4-FFF2-40B4-BE49-F238E27FC236}">
                <a16:creationId xmlns:a16="http://schemas.microsoft.com/office/drawing/2014/main" id="{0C08AF34-C937-4C2A-A715-03564A59158C}"/>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수업 300분 · 나머지는 휴식과 정리입니다.</a:t>
            </a:r>
          </a:p>
        </p:txBody>
      </p:sp>
      <p:sp>
        <p:nvSpPr>
          <p:cNvPr id="7" name="">
            <a:extLst xmlns:a="http://schemas.openxmlformats.org/drawingml/2006/main">
              <a:ext uri="{FF2B5EF4-FFF2-40B4-BE49-F238E27FC236}">
                <a16:creationId xmlns:a16="http://schemas.microsoft.com/office/drawing/2014/main" id="{75D1FF09-B751-4FF9-9B09-BEECD9E9336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03</a:t>
            </a:r>
          </a:p>
        </p:txBody>
      </p:sp>
    </p:spTree>
    <p:extLst>
      <p:ext uri="{BB962C8B-B14F-4D97-AF65-F5344CB8AC3E}">
        <p14:creationId xmlns:p14="http://schemas.microsoft.com/office/powerpoint/2010/main" val="1361417013"/>
      </p:ext>
    </p:extLst>
  </p:cSld>
</p:sld>
</file>

<file path=ppt/slides/slide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9AC5034-FF66-48FB-8B48-21F21528F9D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10/29  웹 대시보드</a:t>
            </a:r>
          </a:p>
        </p:txBody>
      </p:sp>
      <p:sp>
        <p:nvSpPr>
          <p:cNvPr id="2" name="">
            <a:extLst xmlns:a="http://schemas.openxmlformats.org/drawingml/2006/main">
              <a:ext uri="{FF2B5EF4-FFF2-40B4-BE49-F238E27FC236}">
                <a16:creationId xmlns:a16="http://schemas.microsoft.com/office/drawing/2014/main" id="{A3F20BD7-02D7-429A-92F4-CAF1C43B95F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시연·수정·비교·설명</a:t>
            </a:r>
          </a:p>
        </p:txBody>
      </p:sp>
      <p:sp>
        <p:nvSpPr>
          <p:cNvPr id="3" name="">
            <a:extLst xmlns:a="http://schemas.openxmlformats.org/drawingml/2006/main">
              <a:ext uri="{FF2B5EF4-FFF2-40B4-BE49-F238E27FC236}">
                <a16:creationId xmlns:a16="http://schemas.microsoft.com/office/drawing/2014/main" id="{1AD65F3D-21D9-44DA-8AB9-238AB2B1B6D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시연을 봅니다.</a:t>
            </a:r>
          </a:p>
        </p:txBody>
      </p:sp>
      <p:sp>
        <p:nvSpPr>
          <p:cNvPr id="4" name="">
            <a:extLst xmlns:a="http://schemas.openxmlformats.org/drawingml/2006/main">
              <a:ext uri="{FF2B5EF4-FFF2-40B4-BE49-F238E27FC236}">
                <a16:creationId xmlns:a16="http://schemas.microsoft.com/office/drawing/2014/main" id="{A910305F-5CAD-4F54-9FBC-49D61C38C24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같이 따라 하고 한 값을 바꿉니다.</a:t>
            </a:r>
          </a:p>
        </p:txBody>
      </p:sp>
      <p:sp>
        <p:nvSpPr>
          <p:cNvPr id="5" name="">
            <a:extLst xmlns:a="http://schemas.openxmlformats.org/drawingml/2006/main">
              <a:ext uri="{FF2B5EF4-FFF2-40B4-BE49-F238E27FC236}">
                <a16:creationId xmlns:a16="http://schemas.microsoft.com/office/drawing/2014/main" id="{F0412BE2-BA8C-4EA4-BF2C-42AFB558F61C}"/>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예상과 결과를 비교합니다.</a:t>
            </a:r>
          </a:p>
        </p:txBody>
      </p:sp>
      <p:sp>
        <p:nvSpPr>
          <p:cNvPr id="6" name="">
            <a:extLst xmlns:a="http://schemas.openxmlformats.org/drawingml/2006/main">
              <a:ext uri="{FF2B5EF4-FFF2-40B4-BE49-F238E27FC236}">
                <a16:creationId xmlns:a16="http://schemas.microsoft.com/office/drawing/2014/main" id="{5705DD14-D6E8-4B00-98E4-ED69551BF51C}"/>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왜 그런지 자기 말로 설명합니다.</a:t>
            </a:r>
          </a:p>
        </p:txBody>
      </p:sp>
      <p:sp>
        <p:nvSpPr>
          <p:cNvPr id="7" name="">
            <a:extLst xmlns:a="http://schemas.openxmlformats.org/drawingml/2006/main">
              <a:ext uri="{FF2B5EF4-FFF2-40B4-BE49-F238E27FC236}">
                <a16:creationId xmlns:a16="http://schemas.microsoft.com/office/drawing/2014/main" id="{CC315531-3F03-479A-A1D9-FDAB589C7AC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04</a:t>
            </a:r>
          </a:p>
        </p:txBody>
      </p:sp>
    </p:spTree>
    <p:extLst>
      <p:ext uri="{BB962C8B-B14F-4D97-AF65-F5344CB8AC3E}">
        <p14:creationId xmlns:p14="http://schemas.microsoft.com/office/powerpoint/2010/main" val="1386472443"/>
      </p:ext>
    </p:extLst>
  </p:cSld>
</p:sld>
</file>

<file path=ppt/slides/slide5.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57BE4F-B2C3-4D85-943C-F9E972CFC90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1E4269E3-098B-48DA-AA3E-A4826FA4B766}"/>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1교시 · 업무 질문과 표시 규칙</a:t>
            </a:r>
          </a:p>
        </p:txBody>
      </p:sp>
      <p:sp>
        <p:nvSpPr>
          <p:cNvPr id="3" name="">
            <a:extLst xmlns:a="http://schemas.openxmlformats.org/drawingml/2006/main">
              <a:ext uri="{FF2B5EF4-FFF2-40B4-BE49-F238E27FC236}">
                <a16:creationId xmlns:a16="http://schemas.microsoft.com/office/drawing/2014/main" id="{64FB3DF2-5E98-4E89-B263-12BC3A3D3A1C}"/>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10:00~10:50 · 50분</a:t>
            </a:r>
          </a:p>
        </p:txBody>
      </p:sp>
      <p:sp>
        <p:nvSpPr>
          <p:cNvPr id="4" name="">
            <a:extLst xmlns:a="http://schemas.openxmlformats.org/drawingml/2006/main">
              <a:ext uri="{FF2B5EF4-FFF2-40B4-BE49-F238E27FC236}">
                <a16:creationId xmlns:a16="http://schemas.microsoft.com/office/drawing/2014/main" id="{FAC40BA6-C86E-4514-8B40-B44C469FA514}"/>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A01 · A02 · A03</a:t>
            </a:r>
          </a:p>
        </p:txBody>
      </p:sp>
      <p:sp>
        <p:nvSpPr>
          <p:cNvPr id="5" name="">
            <a:extLst xmlns:a="http://schemas.openxmlformats.org/drawingml/2006/main">
              <a:ext uri="{FF2B5EF4-FFF2-40B4-BE49-F238E27FC236}">
                <a16:creationId xmlns:a16="http://schemas.microsoft.com/office/drawing/2014/main" id="{EAC387D3-E7B2-412F-8CC4-AFED3AC82247}"/>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04ECB1F2-84DF-495F-8BA1-786A0CBD765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05</a:t>
            </a:r>
          </a:p>
        </p:txBody>
      </p:sp>
    </p:spTree>
    <p:extLst>
      <p:ext uri="{BB962C8B-B14F-4D97-AF65-F5344CB8AC3E}">
        <p14:creationId xmlns:p14="http://schemas.microsoft.com/office/powerpoint/2010/main" val="1646675394"/>
      </p:ext>
    </p:extLst>
  </p:cSld>
</p:sld>
</file>

<file path=ppt/slides/slide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9DE0F22-D353-41D8-BB18-0A7DDDE5C34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0F57B4EF-C14C-47DA-9040-B0666A2115D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현황판의 업무 질문</a:t>
            </a:r>
          </a:p>
        </p:txBody>
      </p:sp>
      <p:sp>
        <p:nvSpPr>
          <p:cNvPr id="3" name="">
            <a:extLst xmlns:a="http://schemas.openxmlformats.org/drawingml/2006/main">
              <a:ext uri="{FF2B5EF4-FFF2-40B4-BE49-F238E27FC236}">
                <a16:creationId xmlns:a16="http://schemas.microsoft.com/office/drawing/2014/main" id="{5B778DD4-A3A3-4B35-BEA3-955A04FDF06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어느 장소의 온도인가요?</a:t>
            </a:r>
          </a:p>
        </p:txBody>
      </p:sp>
      <p:sp>
        <p:nvSpPr>
          <p:cNvPr id="4" name="">
            <a:extLst xmlns:a="http://schemas.openxmlformats.org/drawingml/2006/main">
              <a:ext uri="{FF2B5EF4-FFF2-40B4-BE49-F238E27FC236}">
                <a16:creationId xmlns:a16="http://schemas.microsoft.com/office/drawing/2014/main" id="{4587F400-54DB-4FE1-B936-794BC7EFAAE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언제 측정했고 지금 유효한가요?</a:t>
            </a:r>
          </a:p>
        </p:txBody>
      </p:sp>
      <p:sp>
        <p:nvSpPr>
          <p:cNvPr id="5" name="">
            <a:extLst xmlns:a="http://schemas.openxmlformats.org/drawingml/2006/main">
              <a:ext uri="{FF2B5EF4-FFF2-40B4-BE49-F238E27FC236}">
                <a16:creationId xmlns:a16="http://schemas.microsoft.com/office/drawing/2014/main" id="{3AFC1AD0-E542-412A-9C8D-8CDA2B78F78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06</a:t>
            </a:r>
          </a:p>
        </p:txBody>
      </p:sp>
    </p:spTree>
    <p:extLst>
      <p:ext uri="{BB962C8B-B14F-4D97-AF65-F5344CB8AC3E}">
        <p14:creationId xmlns:p14="http://schemas.microsoft.com/office/powerpoint/2010/main" val="557589795"/>
      </p:ext>
    </p:extLst>
  </p:cSld>
</p:sld>
</file>

<file path=ppt/slides/slide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96EDABD-7E53-43EC-9F7A-A97674A29A5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54D6C874-3A40-478C-A0EB-D305FE6C08D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관찰 수와 센서 수</a:t>
            </a:r>
          </a:p>
        </p:txBody>
      </p:sp>
      <p:sp>
        <p:nvSpPr>
          <p:cNvPr id="3" name="">
            <a:extLst xmlns:a="http://schemas.openxmlformats.org/drawingml/2006/main">
              <a:ext uri="{FF2B5EF4-FFF2-40B4-BE49-F238E27FC236}">
                <a16:creationId xmlns:a16="http://schemas.microsoft.com/office/drawing/2014/main" id="{ABA2E599-37F9-4E75-88A7-0C5CF1A5261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S01의 기록 두 건 ≠ 센서 두 개</a:t>
            </a:r>
          </a:p>
        </p:txBody>
      </p:sp>
      <p:sp>
        <p:nvSpPr>
          <p:cNvPr id="4" name="">
            <a:extLst xmlns:a="http://schemas.openxmlformats.org/drawingml/2006/main">
              <a:ext uri="{FF2B5EF4-FFF2-40B4-BE49-F238E27FC236}">
                <a16:creationId xmlns:a16="http://schemas.microsoft.com/office/drawing/2014/main" id="{BFA89288-D2CE-4074-8BB0-52BC27D7C82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관찰 수와 장치 수를 나눕니다.</a:t>
            </a:r>
          </a:p>
        </p:txBody>
      </p:sp>
      <p:sp>
        <p:nvSpPr>
          <p:cNvPr id="5" name="">
            <a:extLst xmlns:a="http://schemas.openxmlformats.org/drawingml/2006/main">
              <a:ext uri="{FF2B5EF4-FFF2-40B4-BE49-F238E27FC236}">
                <a16:creationId xmlns:a16="http://schemas.microsoft.com/office/drawing/2014/main" id="{AC53028B-9848-4E99-B10B-BE35B27AC73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07</a:t>
            </a:r>
          </a:p>
        </p:txBody>
      </p:sp>
    </p:spTree>
    <p:extLst>
      <p:ext uri="{BB962C8B-B14F-4D97-AF65-F5344CB8AC3E}">
        <p14:creationId xmlns:p14="http://schemas.microsoft.com/office/powerpoint/2010/main" val="1146303246"/>
      </p:ext>
    </p:extLst>
  </p:cSld>
</p:sld>
</file>

<file path=ppt/slides/slide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1849CB3-460F-455F-8410-B8996319EFF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0EBA96A4-A3F8-466C-9DFB-9B618C87517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센서별 최신 기록</a:t>
            </a:r>
          </a:p>
        </p:txBody>
      </p:sp>
      <p:sp>
        <p:nvSpPr>
          <p:cNvPr id="3" name="">
            <a:extLst xmlns:a="http://schemas.openxmlformats.org/drawingml/2006/main">
              <a:ext uri="{FF2B5EF4-FFF2-40B4-BE49-F238E27FC236}">
                <a16:creationId xmlns:a16="http://schemas.microsoft.com/office/drawing/2014/main" id="{F5F56C8D-891F-42B6-A112-31DA78BE62F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S01: 10:09:50의 22.5 · 10:10:00의 22.8</a:t>
            </a:r>
          </a:p>
        </p:txBody>
      </p:sp>
      <p:sp>
        <p:nvSpPr>
          <p:cNvPr id="4" name="">
            <a:extLst xmlns:a="http://schemas.openxmlformats.org/drawingml/2006/main">
              <a:ext uri="{FF2B5EF4-FFF2-40B4-BE49-F238E27FC236}">
                <a16:creationId xmlns:a16="http://schemas.microsoft.com/office/drawing/2014/main" id="{40B84ABA-810A-48C7-871A-746E7CC36559}"/>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최신값은 22.8입니다.</a:t>
            </a:r>
          </a:p>
        </p:txBody>
      </p:sp>
      <p:sp>
        <p:nvSpPr>
          <p:cNvPr id="5" name="">
            <a:extLst xmlns:a="http://schemas.openxmlformats.org/drawingml/2006/main">
              <a:ext uri="{FF2B5EF4-FFF2-40B4-BE49-F238E27FC236}">
                <a16:creationId xmlns:a16="http://schemas.microsoft.com/office/drawing/2014/main" id="{F8DD20A9-A165-472F-96A4-4DB4D0B9DCE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08</a:t>
            </a:r>
          </a:p>
        </p:txBody>
      </p:sp>
    </p:spTree>
    <p:extLst>
      <p:ext uri="{BB962C8B-B14F-4D97-AF65-F5344CB8AC3E}">
        <p14:creationId xmlns:p14="http://schemas.microsoft.com/office/powerpoint/2010/main" val="1779714334"/>
      </p:ext>
    </p:extLst>
  </p:cSld>
</p:sld>
</file>

<file path=ppt/slides/slide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9833909-4157-43F8-A529-CA235882CB0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F8C6F169-6CB2-4D68-93F5-61BDD4F5FE0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온도·결측·작동 상태</a:t>
            </a:r>
          </a:p>
        </p:txBody>
      </p:sp>
      <p:sp>
        <p:nvSpPr>
          <p:cNvPr id="3" name="">
            <a:extLst xmlns:a="http://schemas.openxmlformats.org/drawingml/2006/main">
              <a:ext uri="{FF2B5EF4-FFF2-40B4-BE49-F238E27FC236}">
                <a16:creationId xmlns:a16="http://schemas.microsoft.com/office/drawing/2014/main" id="{EC8CCC93-4C19-47EC-AA60-8B4C51FB376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0: 유효한 온도 · null: 미측정</a:t>
            </a:r>
          </a:p>
        </p:txBody>
      </p:sp>
      <p:sp>
        <p:nvSpPr>
          <p:cNvPr id="4" name="">
            <a:extLst xmlns:a="http://schemas.openxmlformats.org/drawingml/2006/main">
              <a:ext uri="{FF2B5EF4-FFF2-40B4-BE49-F238E27FC236}">
                <a16:creationId xmlns:a16="http://schemas.microsoft.com/office/drawing/2014/main" id="{CA93BFBA-71C7-486B-92FE-9B84C699505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false: 장치 작동 상태의 값</a:t>
            </a:r>
          </a:p>
        </p:txBody>
      </p:sp>
      <p:sp>
        <p:nvSpPr>
          <p:cNvPr id="5" name="">
            <a:extLst xmlns:a="http://schemas.openxmlformats.org/drawingml/2006/main">
              <a:ext uri="{FF2B5EF4-FFF2-40B4-BE49-F238E27FC236}">
                <a16:creationId xmlns:a16="http://schemas.microsoft.com/office/drawing/2014/main" id="{CFC00659-111A-42E6-983E-F2309E2D7C0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09</a:t>
            </a:r>
          </a:p>
        </p:txBody>
      </p:sp>
    </p:spTree>
    <p:extLst>
      <p:ext uri="{BB962C8B-B14F-4D97-AF65-F5344CB8AC3E}">
        <p14:creationId xmlns:p14="http://schemas.microsoft.com/office/powerpoint/2010/main" val="2128294304"/>
      </p:ext>
    </p:extLst>
  </p:cSld>
</p:sld>
</file>

<file path=ppt/slides/slide1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9A2C523-FA22-42D0-985A-B698C992286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193895A5-CCFA-4978-A7F6-D3C9D6FE6A7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상태 표시의 우선순위</a:t>
            </a:r>
          </a:p>
        </p:txBody>
      </p:sp>
      <p:sp>
        <p:nvSpPr>
          <p:cNvPr id="3" name="">
            <a:extLst xmlns:a="http://schemas.openxmlformats.org/drawingml/2006/main">
              <a:ext uri="{FF2B5EF4-FFF2-40B4-BE49-F238E27FC236}">
                <a16:creationId xmlns:a16="http://schemas.microsoft.com/office/drawing/2014/main" id="{0A08E1F5-494F-4721-81F4-6BEF3849783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입력 오류 → 미측정 → 정지</a:t>
            </a:r>
          </a:p>
        </p:txBody>
      </p:sp>
      <p:sp>
        <p:nvSpPr>
          <p:cNvPr id="4" name="">
            <a:extLst xmlns:a="http://schemas.openxmlformats.org/drawingml/2006/main">
              <a:ext uri="{FF2B5EF4-FFF2-40B4-BE49-F238E27FC236}">
                <a16:creationId xmlns:a16="http://schemas.microsoft.com/office/drawing/2014/main" id="{F95E7ED4-C098-4446-8545-BE4E4C7F1FC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오래됨 → 주의 또는 정상</a:t>
            </a:r>
          </a:p>
        </p:txBody>
      </p:sp>
      <p:sp>
        <p:nvSpPr>
          <p:cNvPr id="5" name="">
            <a:extLst xmlns:a="http://schemas.openxmlformats.org/drawingml/2006/main">
              <a:ext uri="{FF2B5EF4-FFF2-40B4-BE49-F238E27FC236}">
                <a16:creationId xmlns:a16="http://schemas.microsoft.com/office/drawing/2014/main" id="{B09884BC-1823-4614-B475-1325E3B8365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a:t>
            </a:r>
          </a:p>
        </p:txBody>
      </p:sp>
    </p:spTree>
    <p:extLst>
      <p:ext uri="{BB962C8B-B14F-4D97-AF65-F5344CB8AC3E}">
        <p14:creationId xmlns:p14="http://schemas.microsoft.com/office/powerpoint/2010/main" val="469431326"/>
      </p:ext>
    </p:extLst>
  </p:cSld>
</p:sld>
</file>

<file path=ppt/slides/slide1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B3E69E2-9921-48D0-8929-0FD559316F8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40866580-3286-4E3E-9B68-693FDC12EC8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60초와 28℃의 경계</a:t>
            </a:r>
          </a:p>
        </p:txBody>
      </p:sp>
      <p:sp>
        <p:nvSpPr>
          <p:cNvPr id="3" name="">
            <a:extLst xmlns:a="http://schemas.openxmlformats.org/drawingml/2006/main">
              <a:ext uri="{FF2B5EF4-FFF2-40B4-BE49-F238E27FC236}">
                <a16:creationId xmlns:a16="http://schemas.microsoft.com/office/drawing/2014/main" id="{0084D81D-BD7D-42E9-A93C-505B30F8672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60초 초과: 오래됨 · 28℃ 이상: 주의</a:t>
            </a:r>
          </a:p>
        </p:txBody>
      </p:sp>
      <p:sp>
        <p:nvSpPr>
          <p:cNvPr id="4" name="">
            <a:extLst xmlns:a="http://schemas.openxmlformats.org/drawingml/2006/main">
              <a:ext uri="{FF2B5EF4-FFF2-40B4-BE49-F238E27FC236}">
                <a16:creationId xmlns:a16="http://schemas.microsoft.com/office/drawing/2014/main" id="{826E9E6D-4971-4AE9-A3E0-570487456D7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실제 장비 안전 한계가 아닌 수업용 규칙입니다.</a:t>
            </a:r>
          </a:p>
        </p:txBody>
      </p:sp>
      <p:sp>
        <p:nvSpPr>
          <p:cNvPr id="5" name="">
            <a:extLst xmlns:a="http://schemas.openxmlformats.org/drawingml/2006/main">
              <a:ext uri="{FF2B5EF4-FFF2-40B4-BE49-F238E27FC236}">
                <a16:creationId xmlns:a16="http://schemas.microsoft.com/office/drawing/2014/main" id="{AC3FAD6B-BF85-4A53-8175-7BF7E72AB3B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11</a:t>
            </a:r>
          </a:p>
        </p:txBody>
      </p:sp>
    </p:spTree>
    <p:extLst>
      <p:ext uri="{BB962C8B-B14F-4D97-AF65-F5344CB8AC3E}">
        <p14:creationId xmlns:p14="http://schemas.microsoft.com/office/powerpoint/2010/main" val="844978606"/>
      </p:ext>
    </p:extLst>
  </p:cSld>
</p:sld>
</file>

<file path=ppt/slides/slide1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33980A2-F70B-4D85-B385-8A4995DF20B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2694336D-73F7-4307-866B-FD1618332FB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시각·온도·상태 판정표</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2667000"/>
                <a:gridCol w="2667000"/>
                <a:gridCol w="2667000"/>
                <a:gridCol w="2667000"/>
              </a:tblGrid>
              <a:tr h="723900">
                <a:tc>
                  <a:txBody>
                    <a:bodyPr wrap="square"/>
                    <a:lstStyle/>
                    <a:p>
                      <a:pPr>
                        <a:lnSpc>
                          <a:spcPct val="93000"/>
                        </a:lnSpc>
                        <a:buNone/>
                      </a:pPr>
                      <a:r>
                        <a:rPr sz="2100" b="1">
                          <a:solidFill>
                            <a:srgbClr val="FFFFFF"/>
                          </a:solidFill>
                          <a:latin typeface="Malgun Gothic"/>
                          <a:ea typeface="Malgun Gothic"/>
                          <a:cs typeface="Malgun Gothic"/>
                        </a:rPr>
                        <a:t>시각 차이</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온도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active</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상태</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60초</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28</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true</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주의</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61초</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29</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true</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오래됨</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10초</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null</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false</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미측정</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10초</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false</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정지</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C7E18B39-8A34-47EC-B10F-7C3AACC20DB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12</a:t>
            </a:r>
          </a:p>
        </p:txBody>
      </p:sp>
    </p:spTree>
    <p:extLst>
      <p:ext uri="{BB962C8B-B14F-4D97-AF65-F5344CB8AC3E}">
        <p14:creationId xmlns:p14="http://schemas.microsoft.com/office/powerpoint/2010/main" val="1351631345"/>
      </p:ext>
    </p:extLst>
  </p:cSld>
</p:sld>
</file>

<file path=ppt/slides/slide1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13656F5-FFC2-45BB-96CE-315028FC9BC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708581CB-769C-4FE1-A45D-DFB6C93AD7D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6355BEB5-9564-41F9-993A-E5444CE1A0C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정확히 60초는 오래됨이 아닙니다.</a:t>
            </a:r>
          </a:p>
        </p:txBody>
      </p:sp>
      <p:sp>
        <p:nvSpPr>
          <p:cNvPr id="4" name="">
            <a:extLst xmlns:a="http://schemas.openxmlformats.org/drawingml/2006/main">
              <a:ext uri="{FF2B5EF4-FFF2-40B4-BE49-F238E27FC236}">
                <a16:creationId xmlns:a16="http://schemas.microsoft.com/office/drawing/2014/main" id="{F6E83E77-9094-4CED-841F-39CED3AA96E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null이면서 false이면 미측정이 먼저입니다.</a:t>
            </a:r>
          </a:p>
        </p:txBody>
      </p:sp>
      <p:sp>
        <p:nvSpPr>
          <p:cNvPr id="5" name="">
            <a:extLst xmlns:a="http://schemas.openxmlformats.org/drawingml/2006/main">
              <a:ext uri="{FF2B5EF4-FFF2-40B4-BE49-F238E27FC236}">
                <a16:creationId xmlns:a16="http://schemas.microsoft.com/office/drawing/2014/main" id="{E4C7BF6C-93EE-45DD-BDC8-8368DD83DEF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13</a:t>
            </a:r>
          </a:p>
        </p:txBody>
      </p:sp>
    </p:spTree>
    <p:extLst>
      <p:ext uri="{BB962C8B-B14F-4D97-AF65-F5344CB8AC3E}">
        <p14:creationId xmlns:p14="http://schemas.microsoft.com/office/powerpoint/2010/main" val="590445699"/>
      </p:ext>
    </p:extLst>
  </p:cSld>
</p:sld>
</file>

<file path=ppt/slides/slide1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E76B7C3-F67B-47BE-B13A-04E17D2B564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726A0F20-B4EC-4BA7-9169-2FE3153B848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BC99992B-B655-4B63-908B-9D0766CF5CCB}"/>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10:10:00에 확인합니다.</a:t>
            </a:r>
          </a:p>
        </p:txBody>
      </p:sp>
      <p:sp>
        <p:nvSpPr>
          <p:cNvPr id="4" name="">
            <a:extLst xmlns:a="http://schemas.openxmlformats.org/drawingml/2006/main">
              <a:ext uri="{FF2B5EF4-FFF2-40B4-BE49-F238E27FC236}">
                <a16:creationId xmlns:a16="http://schemas.microsoft.com/office/drawing/2014/main" id="{51AD544F-759F-421F-B92D-CC47A0FA9B7D}"/>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10:09:00 측정 · 28℃ · active=true</a:t>
            </a:r>
          </a:p>
        </p:txBody>
      </p:sp>
      <p:sp>
        <p:nvSpPr>
          <p:cNvPr id="5" name="">
            <a:extLst xmlns:a="http://schemas.openxmlformats.org/drawingml/2006/main">
              <a:ext uri="{FF2B5EF4-FFF2-40B4-BE49-F238E27FC236}">
                <a16:creationId xmlns:a16="http://schemas.microsoft.com/office/drawing/2014/main" id="{BAEDC9DC-F744-4E3A-A769-A69138C9E5F3}"/>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표시 상태는 무엇인가요?</a:t>
            </a:r>
          </a:p>
        </p:txBody>
      </p:sp>
      <p:sp>
        <p:nvSpPr>
          <p:cNvPr id="6" name="">
            <a:extLst xmlns:a="http://schemas.openxmlformats.org/drawingml/2006/main">
              <a:ext uri="{FF2B5EF4-FFF2-40B4-BE49-F238E27FC236}">
                <a16:creationId xmlns:a16="http://schemas.microsoft.com/office/drawing/2014/main" id="{5E512710-952C-4008-91F5-0FF48F7C59D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14</a:t>
            </a:r>
          </a:p>
        </p:txBody>
      </p:sp>
    </p:spTree>
    <p:extLst>
      <p:ext uri="{BB962C8B-B14F-4D97-AF65-F5344CB8AC3E}">
        <p14:creationId xmlns:p14="http://schemas.microsoft.com/office/powerpoint/2010/main" val="1282174079"/>
      </p:ext>
    </p:extLst>
  </p:cSld>
</p:sld>
</file>

<file path=ppt/slides/slide1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A06BA76-D47D-4C01-8A89-46BE68E8187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995FACC3-1169-41B2-91D0-6C2F6522887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6E671A15-5FF1-4D56-AD77-8552F113415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주의입니다.</a:t>
            </a:r>
          </a:p>
        </p:txBody>
      </p:sp>
      <p:sp>
        <p:nvSpPr>
          <p:cNvPr id="4" name="">
            <a:extLst xmlns:a="http://schemas.openxmlformats.org/drawingml/2006/main">
              <a:ext uri="{FF2B5EF4-FFF2-40B4-BE49-F238E27FC236}">
                <a16:creationId xmlns:a16="http://schemas.microsoft.com/office/drawing/2014/main" id="{E8BD429A-D9CE-4D1F-99AE-39582502CC4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시간차는 정확히 60초입니다.</a:t>
            </a:r>
          </a:p>
        </p:txBody>
      </p:sp>
      <p:sp>
        <p:nvSpPr>
          <p:cNvPr id="5" name="">
            <a:extLst xmlns:a="http://schemas.openxmlformats.org/drawingml/2006/main">
              <a:ext uri="{FF2B5EF4-FFF2-40B4-BE49-F238E27FC236}">
                <a16:creationId xmlns:a16="http://schemas.microsoft.com/office/drawing/2014/main" id="{521DDB13-8FA6-483D-8416-8112C4C0011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오래됨의 조건은 60초 초과입니다.</a:t>
            </a:r>
          </a:p>
        </p:txBody>
      </p:sp>
      <p:sp>
        <p:nvSpPr>
          <p:cNvPr id="6" name="">
            <a:extLst xmlns:a="http://schemas.openxmlformats.org/drawingml/2006/main">
              <a:ext uri="{FF2B5EF4-FFF2-40B4-BE49-F238E27FC236}">
                <a16:creationId xmlns:a16="http://schemas.microsoft.com/office/drawing/2014/main" id="{53481EEF-A1C9-403D-9C3F-A6DA0833FCF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15</a:t>
            </a:r>
          </a:p>
        </p:txBody>
      </p:sp>
    </p:spTree>
    <p:extLst>
      <p:ext uri="{BB962C8B-B14F-4D97-AF65-F5344CB8AC3E}">
        <p14:creationId xmlns:p14="http://schemas.microsoft.com/office/powerpoint/2010/main" val="147277775"/>
      </p:ext>
    </p:extLst>
  </p:cSld>
</p:sld>
</file>

<file path=ppt/slides/slide1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FDF90AC-6E81-4AB9-84EC-2973D1B75DB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196EAB71-CBFE-4CBA-9300-73EABEBC7A8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43C8D61A-7757-4F54-A820-2DC9FF13FF5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측정 시각을 10:08:59로 바꿉니다.</a:t>
            </a:r>
          </a:p>
        </p:txBody>
      </p:sp>
      <p:sp>
        <p:nvSpPr>
          <p:cNvPr id="4" name="">
            <a:extLst xmlns:a="http://schemas.openxmlformats.org/drawingml/2006/main">
              <a:ext uri="{FF2B5EF4-FFF2-40B4-BE49-F238E27FC236}">
                <a16:creationId xmlns:a16="http://schemas.microsoft.com/office/drawing/2014/main" id="{0CE6E255-9311-4FEA-B037-828AD17572D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61초가 되어 오래됨입니다.</a:t>
            </a:r>
          </a:p>
        </p:txBody>
      </p:sp>
      <p:sp>
        <p:nvSpPr>
          <p:cNvPr id="5" name="">
            <a:extLst xmlns:a="http://schemas.openxmlformats.org/drawingml/2006/main">
              <a:ext uri="{FF2B5EF4-FFF2-40B4-BE49-F238E27FC236}">
                <a16:creationId xmlns:a16="http://schemas.microsoft.com/office/drawing/2014/main" id="{F0AD3A5F-5E37-487B-8205-3166C4E76BE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16</a:t>
            </a:r>
          </a:p>
        </p:txBody>
      </p:sp>
    </p:spTree>
    <p:extLst>
      <p:ext uri="{BB962C8B-B14F-4D97-AF65-F5344CB8AC3E}">
        <p14:creationId xmlns:p14="http://schemas.microsoft.com/office/powerpoint/2010/main" val="91354923"/>
      </p:ext>
    </p:extLst>
  </p:cSld>
</p:sld>
</file>

<file path=ppt/slides/slide1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B421044-014D-4F84-910A-F205549DAC1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9D7BD7C7-7D67-4EC7-A4A4-4AF3688F694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B4AE97D8-15C0-4760-A51A-BE9F6254CC9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파일 끝의 행을 무조건 최신으로 쓰지 않습니다.</a:t>
            </a:r>
          </a:p>
        </p:txBody>
      </p:sp>
      <p:sp>
        <p:nvSpPr>
          <p:cNvPr id="4" name="">
            <a:extLst xmlns:a="http://schemas.openxmlformats.org/drawingml/2006/main">
              <a:ext uri="{FF2B5EF4-FFF2-40B4-BE49-F238E27FC236}">
                <a16:creationId xmlns:a16="http://schemas.microsoft.com/office/drawing/2014/main" id="{A34A8E4C-2A8D-4394-8D84-16CB6E47AC2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센서 ID와 measured_at을 함께 비교합니다.</a:t>
            </a:r>
          </a:p>
        </p:txBody>
      </p:sp>
      <p:sp>
        <p:nvSpPr>
          <p:cNvPr id="5" name="">
            <a:extLst xmlns:a="http://schemas.openxmlformats.org/drawingml/2006/main">
              <a:ext uri="{FF2B5EF4-FFF2-40B4-BE49-F238E27FC236}">
                <a16:creationId xmlns:a16="http://schemas.microsoft.com/office/drawing/2014/main" id="{635DF67B-6785-4612-9725-2EC1AE73629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17</a:t>
            </a:r>
          </a:p>
        </p:txBody>
      </p:sp>
    </p:spTree>
    <p:extLst>
      <p:ext uri="{BB962C8B-B14F-4D97-AF65-F5344CB8AC3E}">
        <p14:creationId xmlns:p14="http://schemas.microsoft.com/office/powerpoint/2010/main" val="1605819997"/>
      </p:ext>
    </p:extLst>
  </p:cSld>
</p:sld>
</file>

<file path=ppt/slides/slide1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5DF9FC4-D8B9-4378-9A03-3B2C2C0035F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B42FF41F-3BDF-4912-8EC7-B0359678C70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04F5274C-A20F-4658-9D6D-76AD3DC815F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최신값과 이력의 차이를 설명합니다.</a:t>
            </a:r>
          </a:p>
        </p:txBody>
      </p:sp>
      <p:sp>
        <p:nvSpPr>
          <p:cNvPr id="4" name="">
            <a:extLst xmlns:a="http://schemas.openxmlformats.org/drawingml/2006/main">
              <a:ext uri="{FF2B5EF4-FFF2-40B4-BE49-F238E27FC236}">
                <a16:creationId xmlns:a16="http://schemas.microsoft.com/office/drawing/2014/main" id="{457A1CAB-C5B6-44FC-9F80-E0895F75CC9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상태 문구의 판단 근거를 한 가지씩 말합니다.</a:t>
            </a:r>
          </a:p>
        </p:txBody>
      </p:sp>
      <p:sp>
        <p:nvSpPr>
          <p:cNvPr id="5" name="">
            <a:extLst xmlns:a="http://schemas.openxmlformats.org/drawingml/2006/main">
              <a:ext uri="{FF2B5EF4-FFF2-40B4-BE49-F238E27FC236}">
                <a16:creationId xmlns:a16="http://schemas.microsoft.com/office/drawing/2014/main" id="{D8514D7B-6C3C-4EBF-8D39-7E6CED78FEB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18</a:t>
            </a:r>
          </a:p>
        </p:txBody>
      </p:sp>
    </p:spTree>
    <p:extLst>
      <p:ext uri="{BB962C8B-B14F-4D97-AF65-F5344CB8AC3E}">
        <p14:creationId xmlns:p14="http://schemas.microsoft.com/office/powerpoint/2010/main" val="33017270"/>
      </p:ext>
    </p:extLst>
  </p:cSld>
</p:sld>
</file>

<file path=ppt/slides/slide1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B13E744-33E9-43E1-94F1-6B382BEDDA7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6277FC3F-97A1-438A-93C5-569448BACB8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1B949B58-A32C-49FA-ABCD-31F2796A255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최신값이 29℃인데 오래됨</a:t>
            </a:r>
          </a:p>
        </p:txBody>
      </p:sp>
      <p:sp>
        <p:nvSpPr>
          <p:cNvPr id="4" name="">
            <a:extLst xmlns:a="http://schemas.openxmlformats.org/drawingml/2006/main">
              <a:ext uri="{FF2B5EF4-FFF2-40B4-BE49-F238E27FC236}">
                <a16:creationId xmlns:a16="http://schemas.microsoft.com/office/drawing/2014/main" id="{648E098E-E679-4C36-96C4-729D5DB370C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주의보다 오래됨이 먼저인 이유를 쓰세요.</a:t>
            </a:r>
          </a:p>
        </p:txBody>
      </p:sp>
      <p:sp>
        <p:nvSpPr>
          <p:cNvPr id="5" name="">
            <a:extLst xmlns:a="http://schemas.openxmlformats.org/drawingml/2006/main">
              <a:ext uri="{FF2B5EF4-FFF2-40B4-BE49-F238E27FC236}">
                <a16:creationId xmlns:a16="http://schemas.microsoft.com/office/drawing/2014/main" id="{15FB8C2D-DA76-4622-900E-C8860F215BB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19</a:t>
            </a:r>
          </a:p>
        </p:txBody>
      </p:sp>
    </p:spTree>
    <p:extLst>
      <p:ext uri="{BB962C8B-B14F-4D97-AF65-F5344CB8AC3E}">
        <p14:creationId xmlns:p14="http://schemas.microsoft.com/office/powerpoint/2010/main" val="1233669166"/>
      </p:ext>
    </p:extLst>
  </p:cSld>
</p:sld>
</file>

<file path=ppt/slides/slide20.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26A2F7C-346D-4FB9-8505-68F6AA0EF33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D85A0309-B743-48D7-86D4-44A8EA86B4C3}"/>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2교시 · 브라우저와 로컬 서버</a:t>
            </a:r>
          </a:p>
        </p:txBody>
      </p:sp>
      <p:sp>
        <p:nvSpPr>
          <p:cNvPr id="3" name="">
            <a:extLst xmlns:a="http://schemas.openxmlformats.org/drawingml/2006/main">
              <a:ext uri="{FF2B5EF4-FFF2-40B4-BE49-F238E27FC236}">
                <a16:creationId xmlns:a16="http://schemas.microsoft.com/office/drawing/2014/main" id="{EF31CBCD-9A9D-4D16-9CCA-96458CEEC53F}"/>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11:00~11:50 · 50분</a:t>
            </a:r>
          </a:p>
        </p:txBody>
      </p:sp>
      <p:sp>
        <p:nvSpPr>
          <p:cNvPr id="4" name="">
            <a:extLst xmlns:a="http://schemas.openxmlformats.org/drawingml/2006/main">
              <a:ext uri="{FF2B5EF4-FFF2-40B4-BE49-F238E27FC236}">
                <a16:creationId xmlns:a16="http://schemas.microsoft.com/office/drawing/2014/main" id="{C8FD3A9A-96FA-4909-AABF-8BAD214EED40}"/>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A04 · A05 · A06</a:t>
            </a:r>
          </a:p>
        </p:txBody>
      </p:sp>
      <p:sp>
        <p:nvSpPr>
          <p:cNvPr id="5" name="">
            <a:extLst xmlns:a="http://schemas.openxmlformats.org/drawingml/2006/main">
              <a:ext uri="{FF2B5EF4-FFF2-40B4-BE49-F238E27FC236}">
                <a16:creationId xmlns:a16="http://schemas.microsoft.com/office/drawing/2014/main" id="{F3A108CE-6CC7-4FDE-A18F-4214B3E23588}"/>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C31CDDCB-B58F-419B-BFF5-4E5F4FD69E0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20</a:t>
            </a:r>
          </a:p>
        </p:txBody>
      </p:sp>
    </p:spTree>
    <p:extLst>
      <p:ext uri="{BB962C8B-B14F-4D97-AF65-F5344CB8AC3E}">
        <p14:creationId xmlns:p14="http://schemas.microsoft.com/office/powerpoint/2010/main" val="1935612021"/>
      </p:ext>
    </p:extLst>
  </p:cSld>
</p:sld>
</file>

<file path=ppt/slides/slide2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7EFE05E-0765-4DB9-8A18-0C5BC5D24F4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96315ABE-936A-4381-BF10-3E8AA4D3912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브라우저와 서버의 역할</a:t>
            </a:r>
          </a:p>
        </p:txBody>
      </p:sp>
      <p:sp>
        <p:nvSpPr>
          <p:cNvPr id="3" name="">
            <a:extLst xmlns:a="http://schemas.openxmlformats.org/drawingml/2006/main">
              <a:ext uri="{FF2B5EF4-FFF2-40B4-BE49-F238E27FC236}">
                <a16:creationId xmlns:a16="http://schemas.microsoft.com/office/drawing/2014/main" id="{5D8E1305-5992-42F2-A93C-A9BD55B394A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브라우저는 HTML·CSS·JavaScript를 읽습니다.</a:t>
            </a:r>
          </a:p>
        </p:txBody>
      </p:sp>
      <p:sp>
        <p:nvSpPr>
          <p:cNvPr id="4" name="">
            <a:extLst xmlns:a="http://schemas.openxmlformats.org/drawingml/2006/main">
              <a:ext uri="{FF2B5EF4-FFF2-40B4-BE49-F238E27FC236}">
                <a16:creationId xmlns:a16="http://schemas.microsoft.com/office/drawing/2014/main" id="{F85E987A-4F58-435C-A3A2-A58AECEA326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서버는 요청을 받고 응답합니다.</a:t>
            </a:r>
          </a:p>
        </p:txBody>
      </p:sp>
      <p:sp>
        <p:nvSpPr>
          <p:cNvPr id="5" name="">
            <a:extLst xmlns:a="http://schemas.openxmlformats.org/drawingml/2006/main">
              <a:ext uri="{FF2B5EF4-FFF2-40B4-BE49-F238E27FC236}">
                <a16:creationId xmlns:a16="http://schemas.microsoft.com/office/drawing/2014/main" id="{1A4E012E-340B-434F-9905-0EC462FF7B7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21</a:t>
            </a:r>
          </a:p>
        </p:txBody>
      </p:sp>
    </p:spTree>
    <p:extLst>
      <p:ext uri="{BB962C8B-B14F-4D97-AF65-F5344CB8AC3E}">
        <p14:creationId xmlns:p14="http://schemas.microsoft.com/office/powerpoint/2010/main" val="1814326445"/>
      </p:ext>
    </p:extLst>
  </p:cSld>
</p:sld>
</file>

<file path=ppt/slides/slide2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9ADFED1-6DDB-4E4D-A28E-07893A105E3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C3669DF8-E7EF-44D8-A95F-AA14B3A7AD3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고정 fixture와 모의 추가</a:t>
            </a:r>
          </a:p>
        </p:txBody>
      </p:sp>
      <p:sp>
        <p:nvSpPr>
          <p:cNvPr id="3" name="">
            <a:extLst xmlns:a="http://schemas.openxmlformats.org/drawingml/2006/main">
              <a:ext uri="{FF2B5EF4-FFF2-40B4-BE49-F238E27FC236}">
                <a16:creationId xmlns:a16="http://schemas.microsoft.com/office/drawing/2014/main" id="{EA53D186-5D73-4208-9C1A-14C37E073D6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fixture.js의 가상 자료를 화면에 표시합니다.</a:t>
            </a:r>
          </a:p>
        </p:txBody>
      </p:sp>
      <p:sp>
        <p:nvSpPr>
          <p:cNvPr id="4" name="">
            <a:extLst xmlns:a="http://schemas.openxmlformats.org/drawingml/2006/main">
              <a:ext uri="{FF2B5EF4-FFF2-40B4-BE49-F238E27FC236}">
                <a16:creationId xmlns:a16="http://schemas.microsoft.com/office/drawing/2014/main" id="{EE2C0338-ADA0-4E86-A46D-4D75CA42A87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모의 추가는 브라우저 메모리만 바꿉니다.</a:t>
            </a:r>
          </a:p>
        </p:txBody>
      </p:sp>
      <p:sp>
        <p:nvSpPr>
          <p:cNvPr id="5" name="">
            <a:extLst xmlns:a="http://schemas.openxmlformats.org/drawingml/2006/main">
              <a:ext uri="{FF2B5EF4-FFF2-40B4-BE49-F238E27FC236}">
                <a16:creationId xmlns:a16="http://schemas.microsoft.com/office/drawing/2014/main" id="{2E843E3A-D74F-47C1-B743-ABBD2D7F6D0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22</a:t>
            </a:r>
          </a:p>
        </p:txBody>
      </p:sp>
    </p:spTree>
    <p:extLst>
      <p:ext uri="{BB962C8B-B14F-4D97-AF65-F5344CB8AC3E}">
        <p14:creationId xmlns:p14="http://schemas.microsoft.com/office/powerpoint/2010/main" val="1778143724"/>
      </p:ext>
    </p:extLst>
  </p:cSld>
</p:sld>
</file>

<file path=ppt/slides/slide2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7ADA3F1-5B18-42FC-8E6D-723CA4F437E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D93E2C58-3181-4CAC-BC43-FC53F3D7344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GET 목록 읽기</a:t>
            </a:r>
          </a:p>
        </p:txBody>
      </p:sp>
      <p:sp>
        <p:nvSpPr>
          <p:cNvPr id="3" name="">
            <a:extLst xmlns:a="http://schemas.openxmlformats.org/drawingml/2006/main">
              <a:ext uri="{FF2B5EF4-FFF2-40B4-BE49-F238E27FC236}">
                <a16:creationId xmlns:a16="http://schemas.microsoft.com/office/drawing/2014/main" id="{616B0EAE-AA73-4405-9060-D342C9A021E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GET /api/readings</a:t>
            </a:r>
          </a:p>
        </p:txBody>
      </p:sp>
      <p:sp>
        <p:nvSpPr>
          <p:cNvPr id="4" name="">
            <a:extLst xmlns:a="http://schemas.openxmlformats.org/drawingml/2006/main">
              <a:ext uri="{FF2B5EF4-FFF2-40B4-BE49-F238E27FC236}">
                <a16:creationId xmlns:a16="http://schemas.microsoft.com/office/drawing/2014/main" id="{C6623385-4281-4365-9F91-8A649DB41E3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응답 200과 JSON 목록을 확인합니다.</a:t>
            </a:r>
          </a:p>
        </p:txBody>
      </p:sp>
      <p:sp>
        <p:nvSpPr>
          <p:cNvPr id="5" name="">
            <a:extLst xmlns:a="http://schemas.openxmlformats.org/drawingml/2006/main">
              <a:ext uri="{FF2B5EF4-FFF2-40B4-BE49-F238E27FC236}">
                <a16:creationId xmlns:a16="http://schemas.microsoft.com/office/drawing/2014/main" id="{0E60386D-B24C-484A-8563-4541B98BF9B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23</a:t>
            </a:r>
          </a:p>
        </p:txBody>
      </p:sp>
    </p:spTree>
    <p:extLst>
      <p:ext uri="{BB962C8B-B14F-4D97-AF65-F5344CB8AC3E}">
        <p14:creationId xmlns:p14="http://schemas.microsoft.com/office/powerpoint/2010/main" val="419116858"/>
      </p:ext>
    </p:extLst>
  </p:cSld>
</p:sld>
</file>

<file path=ppt/slides/slide2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F112CE4-737D-4125-9105-D7DFA65C173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375CB92F-16FE-47DE-8DC3-F72CF2DB807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POST 새 기록 전송</a:t>
            </a:r>
          </a:p>
        </p:txBody>
      </p:sp>
      <p:sp>
        <p:nvSpPr>
          <p:cNvPr id="3" name="">
            <a:extLst xmlns:a="http://schemas.openxmlformats.org/drawingml/2006/main">
              <a:ext uri="{FF2B5EF4-FFF2-40B4-BE49-F238E27FC236}">
                <a16:creationId xmlns:a16="http://schemas.microsoft.com/office/drawing/2014/main" id="{B5F1C2E6-5B46-468B-9C52-042889DA504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POST /api/readings</a:t>
            </a:r>
          </a:p>
        </p:txBody>
      </p:sp>
      <p:sp>
        <p:nvSpPr>
          <p:cNvPr id="4" name="">
            <a:extLst xmlns:a="http://schemas.openxmlformats.org/drawingml/2006/main">
              <a:ext uri="{FF2B5EF4-FFF2-40B4-BE49-F238E27FC236}">
                <a16:creationId xmlns:a16="http://schemas.microsoft.com/office/drawing/2014/main" id="{804DB6C0-0BAA-4BDC-996A-3BF5C3548D9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내용을 검사한 뒤 201로 수락합니다.</a:t>
            </a:r>
          </a:p>
        </p:txBody>
      </p:sp>
      <p:sp>
        <p:nvSpPr>
          <p:cNvPr id="5" name="">
            <a:extLst xmlns:a="http://schemas.openxmlformats.org/drawingml/2006/main">
              <a:ext uri="{FF2B5EF4-FFF2-40B4-BE49-F238E27FC236}">
                <a16:creationId xmlns:a16="http://schemas.microsoft.com/office/drawing/2014/main" id="{200E4D95-8410-4261-A258-6231A125E44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24</a:t>
            </a:r>
          </a:p>
        </p:txBody>
      </p:sp>
    </p:spTree>
    <p:extLst>
      <p:ext uri="{BB962C8B-B14F-4D97-AF65-F5344CB8AC3E}">
        <p14:creationId xmlns:p14="http://schemas.microsoft.com/office/powerpoint/2010/main" val="2123525662"/>
      </p:ext>
    </p:extLst>
  </p:cSld>
</p:sld>
</file>

<file path=ppt/slides/slide2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1C16579-9FC7-4153-B7CD-0D14EA0F615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3DEDA019-9847-45FD-818D-627488868D4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로컬 서버 실행 조건</a:t>
            </a:r>
          </a:p>
        </p:txBody>
      </p:sp>
      <p:sp>
        <p:nvSpPr>
          <p:cNvPr id="3" name="">
            <a:extLst xmlns:a="http://schemas.openxmlformats.org/drawingml/2006/main">
              <a:ext uri="{FF2B5EF4-FFF2-40B4-BE49-F238E27FC236}">
                <a16:creationId xmlns:a16="http://schemas.microsoft.com/office/drawing/2014/main" id="{7AB9501E-2AB1-458A-8C60-62C42DE4EE8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course에서 python -X utf8 code/server.py</a:t>
            </a:r>
          </a:p>
        </p:txBody>
      </p:sp>
      <p:sp>
        <p:nvSpPr>
          <p:cNvPr id="4" name="">
            <a:extLst xmlns:a="http://schemas.openxmlformats.org/drawingml/2006/main">
              <a:ext uri="{FF2B5EF4-FFF2-40B4-BE49-F238E27FC236}">
                <a16:creationId xmlns:a16="http://schemas.microsoft.com/office/drawing/2014/main" id="{A39C567F-206B-46FB-873C-B20FCE1789D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브라우저: http://127.0.0.1:8780/?source=api</a:t>
            </a:r>
          </a:p>
        </p:txBody>
      </p:sp>
      <p:sp>
        <p:nvSpPr>
          <p:cNvPr id="5" name="">
            <a:extLst xmlns:a="http://schemas.openxmlformats.org/drawingml/2006/main">
              <a:ext uri="{FF2B5EF4-FFF2-40B4-BE49-F238E27FC236}">
                <a16:creationId xmlns:a16="http://schemas.microsoft.com/office/drawing/2014/main" id="{D3C4B281-0E5A-4AB4-AA94-6AE4BD185D1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25</a:t>
            </a:r>
          </a:p>
        </p:txBody>
      </p:sp>
    </p:spTree>
    <p:extLst>
      <p:ext uri="{BB962C8B-B14F-4D97-AF65-F5344CB8AC3E}">
        <p14:creationId xmlns:p14="http://schemas.microsoft.com/office/powerpoint/2010/main" val="797318291"/>
      </p:ext>
    </p:extLst>
  </p:cSld>
</p:sld>
</file>

<file path=ppt/slides/slide2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5EAEC7C-3F52-453D-8078-8BB2994B1B6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00D6ECA9-250E-4551-81F5-96BB053B380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127.0.0.1과 포트</a:t>
            </a:r>
          </a:p>
        </p:txBody>
      </p:sp>
      <p:sp>
        <p:nvSpPr>
          <p:cNvPr id="3" name="">
            <a:extLst xmlns:a="http://schemas.openxmlformats.org/drawingml/2006/main">
              <a:ext uri="{FF2B5EF4-FFF2-40B4-BE49-F238E27FC236}">
                <a16:creationId xmlns:a16="http://schemas.microsoft.com/office/drawing/2014/main" id="{170E52C9-2030-4386-A925-6603ADAAB07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127.0.0.1: 현재 PC · 8780: 포트</a:t>
            </a:r>
          </a:p>
        </p:txBody>
      </p:sp>
      <p:sp>
        <p:nvSpPr>
          <p:cNvPr id="4" name="">
            <a:extLst xmlns:a="http://schemas.openxmlformats.org/drawingml/2006/main">
              <a:ext uri="{FF2B5EF4-FFF2-40B4-BE49-F238E27FC236}">
                <a16:creationId xmlns:a16="http://schemas.microsoft.com/office/drawing/2014/main" id="{F8C561B5-60C4-4F64-8FF3-9506F0B1E76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종료는 서버 터미널에서 Ctrl+C입니다.</a:t>
            </a:r>
          </a:p>
        </p:txBody>
      </p:sp>
      <p:sp>
        <p:nvSpPr>
          <p:cNvPr id="5" name="">
            <a:extLst xmlns:a="http://schemas.openxmlformats.org/drawingml/2006/main">
              <a:ext uri="{FF2B5EF4-FFF2-40B4-BE49-F238E27FC236}">
                <a16:creationId xmlns:a16="http://schemas.microsoft.com/office/drawing/2014/main" id="{BDA57553-5524-4141-B886-700A0A601C0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26</a:t>
            </a:r>
          </a:p>
        </p:txBody>
      </p:sp>
    </p:spTree>
    <p:extLst>
      <p:ext uri="{BB962C8B-B14F-4D97-AF65-F5344CB8AC3E}">
        <p14:creationId xmlns:p14="http://schemas.microsoft.com/office/powerpoint/2010/main" val="1369201664"/>
      </p:ext>
    </p:extLst>
  </p:cSld>
</p:sld>
</file>

<file path=ppt/slides/slide2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6EBB149-7F5A-4F2B-BD30-6AB5F3306DB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CB2255B6-61E2-4A01-ADC1-1F21ECDC4E3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HTTP 목록 읽기 코드</a:t>
            </a:r>
          </a:p>
        </p:txBody>
      </p:sp>
      <p:sp>
        <p:nvSpPr>
          <p:cNvPr id="3" name="">
            <a:extLst xmlns:a="http://schemas.openxmlformats.org/drawingml/2006/main">
              <a:ext uri="{FF2B5EF4-FFF2-40B4-BE49-F238E27FC236}">
                <a16:creationId xmlns:a16="http://schemas.microsoft.com/office/drawing/2014/main" id="{1FE31A41-9037-4BD3-B7F1-E4FDE427DD97}"/>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import json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from urllib.request import urlopen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url = "http://127.0.0.1:8780/api/readings"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with urlopen(url, timeout=5) as response: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rows = json.load(response)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print(response.status, len(rows))</a:t>
            </a:r>
          </a:p>
        </p:txBody>
      </p:sp>
      <p:sp>
        <p:nvSpPr>
          <p:cNvPr id="4" name="">
            <a:extLst xmlns:a="http://schemas.openxmlformats.org/drawingml/2006/main">
              <a:ext uri="{FF2B5EF4-FFF2-40B4-BE49-F238E27FC236}">
                <a16:creationId xmlns:a16="http://schemas.microsoft.com/office/drawing/2014/main" id="{E2AADE78-D69C-4A80-BD2E-130FACF09D4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27</a:t>
            </a:r>
          </a:p>
        </p:txBody>
      </p:sp>
    </p:spTree>
    <p:extLst>
      <p:ext uri="{BB962C8B-B14F-4D97-AF65-F5344CB8AC3E}">
        <p14:creationId xmlns:p14="http://schemas.microsoft.com/office/powerpoint/2010/main" val="1103332991"/>
      </p:ext>
    </p:extLst>
  </p:cSld>
</p:sld>
</file>

<file path=ppt/slides/slide2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4DE2B2F-B99D-4188-9BFD-E02F06BAD6B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CE572DBA-F5E2-467A-A48B-4AE7389CAF7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코드의 줄별 역할</a:t>
            </a:r>
          </a:p>
        </p:txBody>
      </p:sp>
      <p:sp>
        <p:nvSpPr>
          <p:cNvPr id="3" name="">
            <a:extLst xmlns:a="http://schemas.openxmlformats.org/drawingml/2006/main">
              <a:ext uri="{FF2B5EF4-FFF2-40B4-BE49-F238E27FC236}">
                <a16:creationId xmlns:a16="http://schemas.microsoft.com/office/drawing/2014/main" id="{F630912D-D30A-4A4F-9706-FFE4D793D79A}"/>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1~3행: 도구와 요청 주소를 준비합니다.</a:t>
            </a:r>
          </a:p>
        </p:txBody>
      </p:sp>
      <p:sp>
        <p:nvSpPr>
          <p:cNvPr id="4" name="">
            <a:extLst xmlns:a="http://schemas.openxmlformats.org/drawingml/2006/main">
              <a:ext uri="{FF2B5EF4-FFF2-40B4-BE49-F238E27FC236}">
                <a16:creationId xmlns:a16="http://schemas.microsoft.com/office/drawing/2014/main" id="{F6979815-E3C3-42C7-A386-E52537ADB42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4행: 서버에 읽기 요청을 보냅니다.</a:t>
            </a:r>
          </a:p>
        </p:txBody>
      </p:sp>
      <p:sp>
        <p:nvSpPr>
          <p:cNvPr id="5" name="">
            <a:extLst xmlns:a="http://schemas.openxmlformats.org/drawingml/2006/main">
              <a:ext uri="{FF2B5EF4-FFF2-40B4-BE49-F238E27FC236}">
                <a16:creationId xmlns:a16="http://schemas.microsoft.com/office/drawing/2014/main" id="{5A1A87A4-2EBF-49E6-8888-EC332BE108E2}"/>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5행: 응답 JSON을 목록으로 읽습니다.</a:t>
            </a:r>
          </a:p>
        </p:txBody>
      </p:sp>
      <p:sp>
        <p:nvSpPr>
          <p:cNvPr id="6" name="">
            <a:extLst xmlns:a="http://schemas.openxmlformats.org/drawingml/2006/main">
              <a:ext uri="{FF2B5EF4-FFF2-40B4-BE49-F238E27FC236}">
                <a16:creationId xmlns:a16="http://schemas.microsoft.com/office/drawing/2014/main" id="{B384736F-8ED0-4447-B51E-5BF1DC885EF8}"/>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6행: HTTP 상태와 행 수를 출력합니다.</a:t>
            </a:r>
          </a:p>
        </p:txBody>
      </p:sp>
      <p:sp>
        <p:nvSpPr>
          <p:cNvPr id="7" name="">
            <a:extLst xmlns:a="http://schemas.openxmlformats.org/drawingml/2006/main">
              <a:ext uri="{FF2B5EF4-FFF2-40B4-BE49-F238E27FC236}">
                <a16:creationId xmlns:a16="http://schemas.microsoft.com/office/drawing/2014/main" id="{F53932AA-ED73-4287-AEA7-110E0FE796D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28</a:t>
            </a:r>
          </a:p>
        </p:txBody>
      </p:sp>
    </p:spTree>
    <p:extLst>
      <p:ext uri="{BB962C8B-B14F-4D97-AF65-F5344CB8AC3E}">
        <p14:creationId xmlns:p14="http://schemas.microsoft.com/office/powerpoint/2010/main" val="209243448"/>
      </p:ext>
    </p:extLst>
  </p:cSld>
</p:sld>
</file>

<file path=ppt/slides/slide2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3B4FA1-F1DF-4114-92F0-17CEF03DB65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FC2A2336-5622-43B6-82B6-72F1CF6B085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학생 파일과 실행 명령</a:t>
            </a:r>
          </a:p>
        </p:txBody>
      </p:sp>
      <p:sp>
        <p:nvSpPr>
          <p:cNvPr id="3" name="">
            <a:extLst xmlns:a="http://schemas.openxmlformats.org/drawingml/2006/main">
              <a:ext uri="{FF2B5EF4-FFF2-40B4-BE49-F238E27FC236}">
                <a16:creationId xmlns:a16="http://schemas.microsoft.com/office/drawing/2014/main" id="{15B721D7-61C9-4F97-8477-530A2C6492C3}"/>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폴더: 압축을 푼 course</a:t>
            </a:r>
          </a:p>
        </p:txBody>
      </p:sp>
      <p:sp>
        <p:nvSpPr>
          <p:cNvPr id="4" name="">
            <a:extLst xmlns:a="http://schemas.openxmlformats.org/drawingml/2006/main">
              <a:ext uri="{FF2B5EF4-FFF2-40B4-BE49-F238E27FC236}">
                <a16:creationId xmlns:a16="http://schemas.microsoft.com/office/drawing/2014/main" id="{5B1F488D-D8B4-4BE7-B995-AE9CEDF24D2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학생 파일: work/read_list.py</a:t>
            </a:r>
          </a:p>
        </p:txBody>
      </p:sp>
      <p:sp>
        <p:nvSpPr>
          <p:cNvPr id="5" name="">
            <a:extLst xmlns:a="http://schemas.openxmlformats.org/drawingml/2006/main">
              <a:ext uri="{FF2B5EF4-FFF2-40B4-BE49-F238E27FC236}">
                <a16:creationId xmlns:a16="http://schemas.microsoft.com/office/drawing/2014/main" id="{2E37F398-C15B-4F87-AB91-D02731C2A565}"/>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 -X utf8 work/read_list.py</a:t>
            </a:r>
          </a:p>
        </p:txBody>
      </p:sp>
      <p:sp>
        <p:nvSpPr>
          <p:cNvPr id="6" name="">
            <a:extLst xmlns:a="http://schemas.openxmlformats.org/drawingml/2006/main">
              <a:ext uri="{FF2B5EF4-FFF2-40B4-BE49-F238E27FC236}">
                <a16:creationId xmlns:a16="http://schemas.microsoft.com/office/drawing/2014/main" id="{E820669E-0A1B-48E2-BBFF-63641BDE7B8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29</a:t>
            </a:r>
          </a:p>
        </p:txBody>
      </p:sp>
    </p:spTree>
    <p:extLst>
      <p:ext uri="{BB962C8B-B14F-4D97-AF65-F5344CB8AC3E}">
        <p14:creationId xmlns:p14="http://schemas.microsoft.com/office/powerpoint/2010/main" val="1050391781"/>
      </p:ext>
    </p:extLst>
  </p:cSld>
</p:sld>
</file>

<file path=ppt/slides/slide3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177ED91-0BCD-458C-A1D3-C980506F3B9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E477BF35-E793-4396-9000-530A3F9D555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366255F5-4AE7-475D-9448-8C57B67E404A}"/>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초기 응답: 200 5</a:t>
            </a:r>
          </a:p>
        </p:txBody>
      </p:sp>
      <p:sp>
        <p:nvSpPr>
          <p:cNvPr id="4" name="">
            <a:extLst xmlns:a="http://schemas.openxmlformats.org/drawingml/2006/main">
              <a:ext uri="{FF2B5EF4-FFF2-40B4-BE49-F238E27FC236}">
                <a16:creationId xmlns:a16="http://schemas.microsoft.com/office/drawing/2014/main" id="{682EDE97-707F-47EE-80CD-49A73C02C73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읽기 성공 · 기록 5건</a:t>
            </a:r>
          </a:p>
        </p:txBody>
      </p:sp>
      <p:sp>
        <p:nvSpPr>
          <p:cNvPr id="5" name="">
            <a:extLst xmlns:a="http://schemas.openxmlformats.org/drawingml/2006/main">
              <a:ext uri="{FF2B5EF4-FFF2-40B4-BE49-F238E27FC236}">
                <a16:creationId xmlns:a16="http://schemas.microsoft.com/office/drawing/2014/main" id="{1DB364E5-CD18-4D39-B052-34A05021261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추가 전송 후에는 행 수가 달라집니다.</a:t>
            </a:r>
          </a:p>
        </p:txBody>
      </p:sp>
      <p:sp>
        <p:nvSpPr>
          <p:cNvPr id="6" name="">
            <a:extLst xmlns:a="http://schemas.openxmlformats.org/drawingml/2006/main">
              <a:ext uri="{FF2B5EF4-FFF2-40B4-BE49-F238E27FC236}">
                <a16:creationId xmlns:a16="http://schemas.microsoft.com/office/drawing/2014/main" id="{23F138EA-5670-4DE2-BC86-80B7ABA132B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30</a:t>
            </a:r>
          </a:p>
        </p:txBody>
      </p:sp>
    </p:spTree>
    <p:extLst>
      <p:ext uri="{BB962C8B-B14F-4D97-AF65-F5344CB8AC3E}">
        <p14:creationId xmlns:p14="http://schemas.microsoft.com/office/powerpoint/2010/main" val="748525628"/>
      </p:ext>
    </p:extLst>
  </p:cSld>
</p:sld>
</file>

<file path=ppt/slides/slide3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347410E-8BD6-465E-982F-688B17A3774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AE666C4D-1242-4DC5-A49E-CB8E43D888D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9C1680E3-9163-4D2F-8B8C-A476C555A4B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HTML은 보이는데 API만 실패합니다.</a:t>
            </a:r>
          </a:p>
        </p:txBody>
      </p:sp>
      <p:sp>
        <p:nvSpPr>
          <p:cNvPr id="4" name="">
            <a:extLst xmlns:a="http://schemas.openxmlformats.org/drawingml/2006/main">
              <a:ext uri="{FF2B5EF4-FFF2-40B4-BE49-F238E27FC236}">
                <a16:creationId xmlns:a16="http://schemas.microsoft.com/office/drawing/2014/main" id="{1A0071BB-FB43-4AE6-A005-5C51149A07D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무엇부터 확인할까요?</a:t>
            </a:r>
          </a:p>
        </p:txBody>
      </p:sp>
      <p:sp>
        <p:nvSpPr>
          <p:cNvPr id="5" name="">
            <a:extLst xmlns:a="http://schemas.openxmlformats.org/drawingml/2006/main">
              <a:ext uri="{FF2B5EF4-FFF2-40B4-BE49-F238E27FC236}">
                <a16:creationId xmlns:a16="http://schemas.microsoft.com/office/drawing/2014/main" id="{3D64B51D-CD2F-4605-B133-23A85C96DBE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31</a:t>
            </a:r>
          </a:p>
        </p:txBody>
      </p:sp>
    </p:spTree>
    <p:extLst>
      <p:ext uri="{BB962C8B-B14F-4D97-AF65-F5344CB8AC3E}">
        <p14:creationId xmlns:p14="http://schemas.microsoft.com/office/powerpoint/2010/main" val="1481417619"/>
      </p:ext>
    </p:extLst>
  </p:cSld>
</p:sld>
</file>

<file path=ppt/slides/slide3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9464491-3C18-48DB-85AB-1CFF364D818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DED028AC-2770-41C1-928D-2944938BF0E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0254F06E-0507-4681-ADC2-03DA0623A45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server.py 실행 · 터미널 오류 · 포트를 확인합니다.</a:t>
            </a:r>
          </a:p>
        </p:txBody>
      </p:sp>
      <p:sp>
        <p:nvSpPr>
          <p:cNvPr id="4" name="">
            <a:extLst xmlns:a="http://schemas.openxmlformats.org/drawingml/2006/main">
              <a:ext uri="{FF2B5EF4-FFF2-40B4-BE49-F238E27FC236}">
                <a16:creationId xmlns:a16="http://schemas.microsoft.com/office/drawing/2014/main" id="{014B38DF-F19C-4F07-A413-D8BF896791C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화면 표시 성공은 서버 실행 증거가 아닙니다.</a:t>
            </a:r>
          </a:p>
        </p:txBody>
      </p:sp>
      <p:sp>
        <p:nvSpPr>
          <p:cNvPr id="5" name="">
            <a:extLst xmlns:a="http://schemas.openxmlformats.org/drawingml/2006/main">
              <a:ext uri="{FF2B5EF4-FFF2-40B4-BE49-F238E27FC236}">
                <a16:creationId xmlns:a16="http://schemas.microsoft.com/office/drawing/2014/main" id="{43000098-9499-42A8-A890-5D56C0C7390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32</a:t>
            </a:r>
          </a:p>
        </p:txBody>
      </p:sp>
    </p:spTree>
    <p:extLst>
      <p:ext uri="{BB962C8B-B14F-4D97-AF65-F5344CB8AC3E}">
        <p14:creationId xmlns:p14="http://schemas.microsoft.com/office/powerpoint/2010/main" val="352198336"/>
      </p:ext>
    </p:extLst>
  </p:cSld>
</p:sld>
</file>

<file path=ppt/slides/slide3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7BB57B1-F546-496C-92FD-6FFC758309C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13D6A062-6760-4306-9B11-0AE07CCEE13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51D4A273-5B77-4DB8-A568-67593DD2B91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서버를 Ctrl+C로 종료하고 다시 요청합니다.</a:t>
            </a:r>
          </a:p>
        </p:txBody>
      </p:sp>
      <p:sp>
        <p:nvSpPr>
          <p:cNvPr id="4" name="">
            <a:extLst xmlns:a="http://schemas.openxmlformats.org/drawingml/2006/main">
              <a:ext uri="{FF2B5EF4-FFF2-40B4-BE49-F238E27FC236}">
                <a16:creationId xmlns:a16="http://schemas.microsoft.com/office/drawing/2014/main" id="{363BF7CC-7D41-417D-B7D4-1D46FAAC1D3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수신 실패와 이전 값 유지를 확인합니다.</a:t>
            </a:r>
          </a:p>
        </p:txBody>
      </p:sp>
      <p:sp>
        <p:nvSpPr>
          <p:cNvPr id="5" name="">
            <a:extLst xmlns:a="http://schemas.openxmlformats.org/drawingml/2006/main">
              <a:ext uri="{FF2B5EF4-FFF2-40B4-BE49-F238E27FC236}">
                <a16:creationId xmlns:a16="http://schemas.microsoft.com/office/drawing/2014/main" id="{AA132321-B409-4622-949B-7ED24BB7141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33</a:t>
            </a:r>
          </a:p>
        </p:txBody>
      </p:sp>
    </p:spTree>
    <p:extLst>
      <p:ext uri="{BB962C8B-B14F-4D97-AF65-F5344CB8AC3E}">
        <p14:creationId xmlns:p14="http://schemas.microsoft.com/office/powerpoint/2010/main" val="462496686"/>
      </p:ext>
    </p:extLst>
  </p:cSld>
</p:sld>
</file>

<file path=ppt/slides/slide3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6C9F56A-25F8-4CA6-A241-AE76B928BF5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67AAD7B9-FE70-4961-A9DF-5D9C52D0B80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53EE8BDF-7DE7-45D0-A42D-1D52D2B6DA1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정적 http.server는 API 추가 기능을 대신하지 않습니다.</a:t>
            </a:r>
          </a:p>
        </p:txBody>
      </p:sp>
      <p:sp>
        <p:nvSpPr>
          <p:cNvPr id="4" name="">
            <a:extLst xmlns:a="http://schemas.openxmlformats.org/drawingml/2006/main">
              <a:ext uri="{FF2B5EF4-FFF2-40B4-BE49-F238E27FC236}">
                <a16:creationId xmlns:a16="http://schemas.microsoft.com/office/drawing/2014/main" id="{B6ECC2F7-FF06-45AD-892A-D8E5CC76937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8780 점유 오류면 기존 서버 상태를 확인합니다.</a:t>
            </a:r>
          </a:p>
        </p:txBody>
      </p:sp>
      <p:sp>
        <p:nvSpPr>
          <p:cNvPr id="5" name="">
            <a:extLst xmlns:a="http://schemas.openxmlformats.org/drawingml/2006/main">
              <a:ext uri="{FF2B5EF4-FFF2-40B4-BE49-F238E27FC236}">
                <a16:creationId xmlns:a16="http://schemas.microsoft.com/office/drawing/2014/main" id="{3270E362-C3FB-4D1C-B978-680B59E2D87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34</a:t>
            </a:r>
          </a:p>
        </p:txBody>
      </p:sp>
    </p:spTree>
    <p:extLst>
      <p:ext uri="{BB962C8B-B14F-4D97-AF65-F5344CB8AC3E}">
        <p14:creationId xmlns:p14="http://schemas.microsoft.com/office/powerpoint/2010/main" val="1847316162"/>
      </p:ext>
    </p:extLst>
  </p:cSld>
</p:sld>
</file>

<file path=ppt/slides/slide3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C925C90-567B-4F61-A59A-CB4EBBE0DE6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6720EB4F-5B82-4570-A1D3-E85FEFDC94C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7EC171C8-19EA-4B24-B3E8-36CB852CB94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브라우저와 서버의 역할을 말해 봅시다.</a:t>
            </a:r>
          </a:p>
        </p:txBody>
      </p:sp>
      <p:sp>
        <p:nvSpPr>
          <p:cNvPr id="4" name="">
            <a:extLst xmlns:a="http://schemas.openxmlformats.org/drawingml/2006/main">
              <a:ext uri="{FF2B5EF4-FFF2-40B4-BE49-F238E27FC236}">
                <a16:creationId xmlns:a16="http://schemas.microsoft.com/office/drawing/2014/main" id="{EED6877B-DB4A-4F87-BFF9-4464A1C152C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GET 주소와 확인할 응답도 설명합니다.</a:t>
            </a:r>
          </a:p>
        </p:txBody>
      </p:sp>
      <p:sp>
        <p:nvSpPr>
          <p:cNvPr id="5" name="">
            <a:extLst xmlns:a="http://schemas.openxmlformats.org/drawingml/2006/main">
              <a:ext uri="{FF2B5EF4-FFF2-40B4-BE49-F238E27FC236}">
                <a16:creationId xmlns:a16="http://schemas.microsoft.com/office/drawing/2014/main" id="{9C62CB7E-9B78-4344-A513-42467A79100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35</a:t>
            </a:r>
          </a:p>
        </p:txBody>
      </p:sp>
    </p:spTree>
    <p:extLst>
      <p:ext uri="{BB962C8B-B14F-4D97-AF65-F5344CB8AC3E}">
        <p14:creationId xmlns:p14="http://schemas.microsoft.com/office/powerpoint/2010/main" val="1430785600"/>
      </p:ext>
    </p:extLst>
  </p:cSld>
</p:sld>
</file>

<file path=ppt/slides/slide3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D3752CC-6FE7-4430-88AF-6A5044D5DDE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352D7CAB-4077-4487-8BBE-07C9D5B038E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68E23086-5328-4501-AE7D-95C62FD505C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추가·도전: 서버를 다시 시작합니다.</a:t>
            </a:r>
          </a:p>
        </p:txBody>
      </p:sp>
      <p:sp>
        <p:nvSpPr>
          <p:cNvPr id="4" name="">
            <a:extLst xmlns:a="http://schemas.openxmlformats.org/drawingml/2006/main">
              <a:ext uri="{FF2B5EF4-FFF2-40B4-BE49-F238E27FC236}">
                <a16:creationId xmlns:a16="http://schemas.microsoft.com/office/drawing/2014/main" id="{6B179078-452E-4CFC-AE76-E12DFB671B9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추가했던 행이 남아 있어야 할까요?</a:t>
            </a:r>
          </a:p>
        </p:txBody>
      </p:sp>
      <p:sp>
        <p:nvSpPr>
          <p:cNvPr id="5" name="">
            <a:extLst xmlns:a="http://schemas.openxmlformats.org/drawingml/2006/main">
              <a:ext uri="{FF2B5EF4-FFF2-40B4-BE49-F238E27FC236}">
                <a16:creationId xmlns:a16="http://schemas.microsoft.com/office/drawing/2014/main" id="{3EC6CAD8-06D8-49BF-9923-86F3429ED20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36</a:t>
            </a:r>
          </a:p>
        </p:txBody>
      </p:sp>
    </p:spTree>
    <p:extLst>
      <p:ext uri="{BB962C8B-B14F-4D97-AF65-F5344CB8AC3E}">
        <p14:creationId xmlns:p14="http://schemas.microsoft.com/office/powerpoint/2010/main" val="1302126317"/>
      </p:ext>
    </p:extLst>
  </p:cSld>
</p:sld>
</file>

<file path=ppt/slides/slide37.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96618C6-CD05-4B00-9C4A-A44EDBB1C81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482E1095-654B-455D-824F-08CA5F29BEA4}"/>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3교시 · CSV 값과 API 계약</a:t>
            </a:r>
          </a:p>
        </p:txBody>
      </p:sp>
      <p:sp>
        <p:nvSpPr>
          <p:cNvPr id="3" name="">
            <a:extLst xmlns:a="http://schemas.openxmlformats.org/drawingml/2006/main">
              <a:ext uri="{FF2B5EF4-FFF2-40B4-BE49-F238E27FC236}">
                <a16:creationId xmlns:a16="http://schemas.microsoft.com/office/drawing/2014/main" id="{82790147-1298-4306-86A0-107636330CB7}"/>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13:00~13:50 · 50분</a:t>
            </a:r>
          </a:p>
        </p:txBody>
      </p:sp>
      <p:sp>
        <p:nvSpPr>
          <p:cNvPr id="4" name="">
            <a:extLst xmlns:a="http://schemas.openxmlformats.org/drawingml/2006/main">
              <a:ext uri="{FF2B5EF4-FFF2-40B4-BE49-F238E27FC236}">
                <a16:creationId xmlns:a16="http://schemas.microsoft.com/office/drawing/2014/main" id="{5B6DC435-7043-4DC2-ACA5-1713FD0E74D1}"/>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A07 · A08 · A09</a:t>
            </a:r>
          </a:p>
        </p:txBody>
      </p:sp>
      <p:sp>
        <p:nvSpPr>
          <p:cNvPr id="5" name="">
            <a:extLst xmlns:a="http://schemas.openxmlformats.org/drawingml/2006/main">
              <a:ext uri="{FF2B5EF4-FFF2-40B4-BE49-F238E27FC236}">
                <a16:creationId xmlns:a16="http://schemas.microsoft.com/office/drawing/2014/main" id="{5E27A593-2567-4815-BF73-1A5F53929CCA}"/>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1FA7FCA8-77BF-489F-8781-9ACC9BBA7B4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37</a:t>
            </a:r>
          </a:p>
        </p:txBody>
      </p:sp>
    </p:spTree>
    <p:extLst>
      <p:ext uri="{BB962C8B-B14F-4D97-AF65-F5344CB8AC3E}">
        <p14:creationId xmlns:p14="http://schemas.microsoft.com/office/powerpoint/2010/main" val="773654637"/>
      </p:ext>
    </p:extLst>
  </p:cSld>
</p:sld>
</file>

<file path=ppt/slides/slide3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02DAACE-7F76-4078-ABE3-72F0B6D9DA5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3DCA7608-449C-4EF8-96E8-C49157329BE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CSV 셀과 숫자 변환</a:t>
            </a:r>
          </a:p>
        </p:txBody>
      </p:sp>
      <p:sp>
        <p:nvSpPr>
          <p:cNvPr id="3" name="">
            <a:extLst xmlns:a="http://schemas.openxmlformats.org/drawingml/2006/main">
              <a:ext uri="{FF2B5EF4-FFF2-40B4-BE49-F238E27FC236}">
                <a16:creationId xmlns:a16="http://schemas.microsoft.com/office/drawing/2014/main" id="{B46DE13E-EE32-43F5-B18D-5C20BBF2F95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"22.5"를 숫자로 바꿀 수 있습니다.</a:t>
            </a:r>
          </a:p>
        </p:txBody>
      </p:sp>
      <p:sp>
        <p:nvSpPr>
          <p:cNvPr id="4" name="">
            <a:extLst xmlns:a="http://schemas.openxmlformats.org/drawingml/2006/main">
              <a:ext uri="{FF2B5EF4-FFF2-40B4-BE49-F238E27FC236}">
                <a16:creationId xmlns:a16="http://schemas.microsoft.com/office/drawing/2014/main" id="{94924436-62C3-4C21-8D40-2DBE691CFBC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문법 읽기와 내용 검사는 별도입니다.</a:t>
            </a:r>
          </a:p>
        </p:txBody>
      </p:sp>
      <p:sp>
        <p:nvSpPr>
          <p:cNvPr id="5" name="">
            <a:extLst xmlns:a="http://schemas.openxmlformats.org/drawingml/2006/main">
              <a:ext uri="{FF2B5EF4-FFF2-40B4-BE49-F238E27FC236}">
                <a16:creationId xmlns:a16="http://schemas.microsoft.com/office/drawing/2014/main" id="{13832B39-301C-48E7-8E2B-53CD1D93B01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38</a:t>
            </a:r>
          </a:p>
        </p:txBody>
      </p:sp>
    </p:spTree>
    <p:extLst>
      <p:ext uri="{BB962C8B-B14F-4D97-AF65-F5344CB8AC3E}">
        <p14:creationId xmlns:p14="http://schemas.microsoft.com/office/powerpoint/2010/main" val="447382514"/>
      </p:ext>
    </p:extLst>
  </p:cSld>
</p:sld>
</file>

<file path=ppt/slides/slide3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01CB8DC-E6BB-473F-81D9-B1A26F846C5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76873FCC-0228-4ADB-B832-A669504B5C3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CSV 빈칸과 JSON null</a:t>
            </a:r>
          </a:p>
        </p:txBody>
      </p:sp>
      <p:sp>
        <p:nvSpPr>
          <p:cNvPr id="3" name="">
            <a:extLst xmlns:a="http://schemas.openxmlformats.org/drawingml/2006/main">
              <a:ext uri="{FF2B5EF4-FFF2-40B4-BE49-F238E27FC236}">
                <a16:creationId xmlns:a16="http://schemas.microsoft.com/office/drawing/2014/main" id="{077AA3A5-1BC8-478B-8396-94B558AB2DB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빈 문자열 → None → JSON null</a:t>
            </a:r>
          </a:p>
        </p:txBody>
      </p:sp>
      <p:sp>
        <p:nvSpPr>
          <p:cNvPr id="4" name="">
            <a:extLst xmlns:a="http://schemas.openxmlformats.org/drawingml/2006/main">
              <a:ext uri="{FF2B5EF4-FFF2-40B4-BE49-F238E27FC236}">
                <a16:creationId xmlns:a16="http://schemas.microsoft.com/office/drawing/2014/main" id="{F2DECF6A-8886-4173-838F-DF3522397C1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누락을 숫자 0으로 바꾸지 않습니다.</a:t>
            </a:r>
          </a:p>
        </p:txBody>
      </p:sp>
      <p:sp>
        <p:nvSpPr>
          <p:cNvPr id="5" name="">
            <a:extLst xmlns:a="http://schemas.openxmlformats.org/drawingml/2006/main">
              <a:ext uri="{FF2B5EF4-FFF2-40B4-BE49-F238E27FC236}">
                <a16:creationId xmlns:a16="http://schemas.microsoft.com/office/drawing/2014/main" id="{1D80FE56-3E76-40BE-8DA2-0A0F83FAE56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39</a:t>
            </a:r>
          </a:p>
        </p:txBody>
      </p:sp>
    </p:spTree>
    <p:extLst>
      <p:ext uri="{BB962C8B-B14F-4D97-AF65-F5344CB8AC3E}">
        <p14:creationId xmlns:p14="http://schemas.microsoft.com/office/powerpoint/2010/main" val="1056055572"/>
      </p:ext>
    </p:extLst>
  </p:cSld>
</p:sld>
</file>

<file path=ppt/slides/slide4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01C3AA2-CB2F-43D6-AFAC-6886B3867F9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E36A8DBF-CF8D-4413-9347-9B84B40B6ED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문자 null과 누락 값</a:t>
            </a:r>
          </a:p>
        </p:txBody>
      </p:sp>
      <p:sp>
        <p:nvSpPr>
          <p:cNvPr id="3" name="">
            <a:extLst xmlns:a="http://schemas.openxmlformats.org/drawingml/2006/main">
              <a:ext uri="{FF2B5EF4-FFF2-40B4-BE49-F238E27FC236}">
                <a16:creationId xmlns:a16="http://schemas.microsoft.com/office/drawing/2014/main" id="{B71944B7-C377-4594-85F1-F901FED7148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CSV의 "null"은 글자입니다.</a:t>
            </a:r>
          </a:p>
        </p:txBody>
      </p:sp>
      <p:sp>
        <p:nvSpPr>
          <p:cNvPr id="4" name="">
            <a:extLst xmlns:a="http://schemas.openxmlformats.org/drawingml/2006/main">
              <a:ext uri="{FF2B5EF4-FFF2-40B4-BE49-F238E27FC236}">
                <a16:creationId xmlns:a16="http://schemas.microsoft.com/office/drawing/2014/main" id="{15B791C8-E927-42CB-B039-7200C4FE3B0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보충 예는 빈칸만 미측정으로 인정합니다.</a:t>
            </a:r>
          </a:p>
        </p:txBody>
      </p:sp>
      <p:sp>
        <p:nvSpPr>
          <p:cNvPr id="5" name="">
            <a:extLst xmlns:a="http://schemas.openxmlformats.org/drawingml/2006/main">
              <a:ext uri="{FF2B5EF4-FFF2-40B4-BE49-F238E27FC236}">
                <a16:creationId xmlns:a16="http://schemas.microsoft.com/office/drawing/2014/main" id="{A06278C4-7EDC-4EE2-BFF0-512495702BD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40</a:t>
            </a:r>
          </a:p>
        </p:txBody>
      </p:sp>
    </p:spTree>
    <p:extLst>
      <p:ext uri="{BB962C8B-B14F-4D97-AF65-F5344CB8AC3E}">
        <p14:creationId xmlns:p14="http://schemas.microsoft.com/office/powerpoint/2010/main" val="1193611718"/>
      </p:ext>
    </p:extLst>
  </p:cSld>
</p:sld>
</file>

<file path=ppt/slides/slide4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35D461F-C57B-496A-868C-07D6C65336B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2D94131D-DCBA-4B9E-83EB-96A48925215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API 입력 계약</a:t>
            </a:r>
          </a:p>
        </p:txBody>
      </p:sp>
      <p:sp>
        <p:nvSpPr>
          <p:cNvPr id="3" name="">
            <a:extLst xmlns:a="http://schemas.openxmlformats.org/drawingml/2006/main">
              <a:ext uri="{FF2B5EF4-FFF2-40B4-BE49-F238E27FC236}">
                <a16:creationId xmlns:a16="http://schemas.microsoft.com/office/drawing/2014/main" id="{FDDA6ACD-AC3F-421F-AA5C-673DCA3B0E7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온도: 유한한 0~50 또는 null</a:t>
            </a:r>
          </a:p>
        </p:txBody>
      </p:sp>
      <p:sp>
        <p:nvSpPr>
          <p:cNvPr id="4" name="">
            <a:extLst xmlns:a="http://schemas.openxmlformats.org/drawingml/2006/main">
              <a:ext uri="{FF2B5EF4-FFF2-40B4-BE49-F238E27FC236}">
                <a16:creationId xmlns:a16="http://schemas.microsoft.com/office/drawing/2014/main" id="{00A41F4A-8B38-49E8-9B08-815B966D6B7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active: true/false · 시각: 시간대 포함</a:t>
            </a:r>
          </a:p>
        </p:txBody>
      </p:sp>
      <p:sp>
        <p:nvSpPr>
          <p:cNvPr id="5" name="">
            <a:extLst xmlns:a="http://schemas.openxmlformats.org/drawingml/2006/main">
              <a:ext uri="{FF2B5EF4-FFF2-40B4-BE49-F238E27FC236}">
                <a16:creationId xmlns:a16="http://schemas.microsoft.com/office/drawing/2014/main" id="{85ADE2A0-819E-4CCE-9069-D750D767A2B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41</a:t>
            </a:r>
          </a:p>
        </p:txBody>
      </p:sp>
    </p:spTree>
    <p:extLst>
      <p:ext uri="{BB962C8B-B14F-4D97-AF65-F5344CB8AC3E}">
        <p14:creationId xmlns:p14="http://schemas.microsoft.com/office/powerpoint/2010/main" val="482235850"/>
      </p:ext>
    </p:extLst>
  </p:cSld>
</p:sld>
</file>

<file path=ppt/slides/slide4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A43CDE9-7420-4643-B7A1-457B517B0D3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2AE0A2BB-FD71-451F-A6BB-646073B4F7F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전송·수신·화면 값 추적</a:t>
            </a:r>
          </a:p>
        </p:txBody>
      </p:sp>
      <p:sp>
        <p:nvSpPr>
          <p:cNvPr id="3" name="">
            <a:extLst xmlns:a="http://schemas.openxmlformats.org/drawingml/2006/main">
              <a:ext uri="{FF2B5EF4-FFF2-40B4-BE49-F238E27FC236}">
                <a16:creationId xmlns:a16="http://schemas.microsoft.com/office/drawing/2014/main" id="{1755491A-D302-45E6-AE7C-BFB34E9093B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보낸 본문 → HTTP 응답 → GET 목록 → 화면</a:t>
            </a:r>
          </a:p>
        </p:txBody>
      </p:sp>
      <p:sp>
        <p:nvSpPr>
          <p:cNvPr id="4" name="">
            <a:extLst xmlns:a="http://schemas.openxmlformats.org/drawingml/2006/main">
              <a:ext uri="{FF2B5EF4-FFF2-40B4-BE49-F238E27FC236}">
                <a16:creationId xmlns:a16="http://schemas.microsoft.com/office/drawing/2014/main" id="{1DAC31F0-6473-458B-87CA-00848DA4FEC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sensor_id와 측정 시각을 함께 찾습니다.</a:t>
            </a:r>
          </a:p>
        </p:txBody>
      </p:sp>
      <p:sp>
        <p:nvSpPr>
          <p:cNvPr id="5" name="">
            <a:extLst xmlns:a="http://schemas.openxmlformats.org/drawingml/2006/main">
              <a:ext uri="{FF2B5EF4-FFF2-40B4-BE49-F238E27FC236}">
                <a16:creationId xmlns:a16="http://schemas.microsoft.com/office/drawing/2014/main" id="{BA0F498C-1FCD-4230-B0E1-F113584D94D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42</a:t>
            </a:r>
          </a:p>
        </p:txBody>
      </p:sp>
    </p:spTree>
    <p:extLst>
      <p:ext uri="{BB962C8B-B14F-4D97-AF65-F5344CB8AC3E}">
        <p14:creationId xmlns:p14="http://schemas.microsoft.com/office/powerpoint/2010/main" val="1118308913"/>
      </p:ext>
    </p:extLst>
  </p:cSld>
</p:sld>
</file>

<file path=ppt/slides/slide4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0519E85-D0FE-4EE0-83C1-6EADC82B4DA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9E1CC8C7-DE21-4616-B1A0-13231D9ADA4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기록 수락과 최신값 선택</a:t>
            </a:r>
          </a:p>
        </p:txBody>
      </p:sp>
      <p:sp>
        <p:nvSpPr>
          <p:cNvPr id="3" name="">
            <a:extLst xmlns:a="http://schemas.openxmlformats.org/drawingml/2006/main">
              <a:ext uri="{FF2B5EF4-FFF2-40B4-BE49-F238E27FC236}">
                <a16:creationId xmlns:a16="http://schemas.microsoft.com/office/drawing/2014/main" id="{07858D16-B390-44D1-9874-2001C9348D9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과거 시각의 기록도 이력에 추가됩니다.</a:t>
            </a:r>
          </a:p>
        </p:txBody>
      </p:sp>
      <p:sp>
        <p:nvSpPr>
          <p:cNvPr id="4" name="">
            <a:extLst xmlns:a="http://schemas.openxmlformats.org/drawingml/2006/main">
              <a:ext uri="{FF2B5EF4-FFF2-40B4-BE49-F238E27FC236}">
                <a16:creationId xmlns:a16="http://schemas.microsoft.com/office/drawing/2014/main" id="{0D2C75EC-C1EE-4B7E-ADD0-8D1AE58371B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최신 표는 더 큰 measured_at을 유지합니다.</a:t>
            </a:r>
          </a:p>
        </p:txBody>
      </p:sp>
      <p:sp>
        <p:nvSpPr>
          <p:cNvPr id="5" name="">
            <a:extLst xmlns:a="http://schemas.openxmlformats.org/drawingml/2006/main">
              <a:ext uri="{FF2B5EF4-FFF2-40B4-BE49-F238E27FC236}">
                <a16:creationId xmlns:a16="http://schemas.microsoft.com/office/drawing/2014/main" id="{53CD09DB-6D43-4F61-B0A9-DDC9430DBB2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43</a:t>
            </a:r>
          </a:p>
        </p:txBody>
      </p:sp>
    </p:spTree>
    <p:extLst>
      <p:ext uri="{BB962C8B-B14F-4D97-AF65-F5344CB8AC3E}">
        <p14:creationId xmlns:p14="http://schemas.microsoft.com/office/powerpoint/2010/main" val="1669280634"/>
      </p:ext>
    </p:extLst>
  </p:cSld>
</p:sld>
</file>

<file path=ppt/slides/slide4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DCDEB3D-07B9-4BFD-9172-15338619D69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13941817-CC26-41B8-90F6-A53C4BAE923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CSV 변환 코드 예제</a:t>
            </a:r>
          </a:p>
        </p:txBody>
      </p:sp>
      <p:sp>
        <p:nvSpPr>
          <p:cNvPr id="3" name="">
            <a:extLst xmlns:a="http://schemas.openxmlformats.org/drawingml/2006/main">
              <a:ext uri="{FF2B5EF4-FFF2-40B4-BE49-F238E27FC236}">
                <a16:creationId xmlns:a16="http://schemas.microsoft.com/office/drawing/2014/main" id="{7182C2C2-1B6F-43D3-9E3C-07D5906F474D}"/>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import csv, io, json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source = "sensor_id,temperature_c\nS05,0\nS06,\n"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rows = list(csv.DictReader(io.StringIO(source)))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for row in rows: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text = row["temperature_c"].strip()</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value = None if text == "" else float(text)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if value is not None and not 0 &lt;= value &lt;= 50: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raise ValueError("invalid temperature")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row["temperature_c"] = value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print(json.dumps(rows))</a:t>
            </a:r>
          </a:p>
        </p:txBody>
      </p:sp>
      <p:sp>
        <p:nvSpPr>
          <p:cNvPr id="4" name="">
            <a:extLst xmlns:a="http://schemas.openxmlformats.org/drawingml/2006/main">
              <a:ext uri="{FF2B5EF4-FFF2-40B4-BE49-F238E27FC236}">
                <a16:creationId xmlns:a16="http://schemas.microsoft.com/office/drawing/2014/main" id="{9F66BEC7-2AC9-4D72-80E5-6A4DBE130F2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44</a:t>
            </a:r>
          </a:p>
        </p:txBody>
      </p:sp>
    </p:spTree>
    <p:extLst>
      <p:ext uri="{BB962C8B-B14F-4D97-AF65-F5344CB8AC3E}">
        <p14:creationId xmlns:p14="http://schemas.microsoft.com/office/powerpoint/2010/main" val="50323782"/>
      </p:ext>
    </p:extLst>
  </p:cSld>
</p:sld>
</file>

<file path=ppt/slides/slide4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38E036-8E50-4AFB-B128-4E2BF6F3C01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C2D5CA3E-A4B6-4C18-A1C3-E4B89DEAAAF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코드의 줄별 역할</a:t>
            </a:r>
          </a:p>
        </p:txBody>
      </p:sp>
      <p:sp>
        <p:nvSpPr>
          <p:cNvPr id="3" name="">
            <a:extLst xmlns:a="http://schemas.openxmlformats.org/drawingml/2006/main">
              <a:ext uri="{FF2B5EF4-FFF2-40B4-BE49-F238E27FC236}">
                <a16:creationId xmlns:a16="http://schemas.microsoft.com/office/drawing/2014/main" id="{C4A103E2-3393-4096-B3E6-F605B33EC315}"/>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1~3행: CSV를 이름·값 목록으로 읽습니다.</a:t>
            </a:r>
          </a:p>
        </p:txBody>
      </p:sp>
      <p:sp>
        <p:nvSpPr>
          <p:cNvPr id="4" name="">
            <a:extLst xmlns:a="http://schemas.openxmlformats.org/drawingml/2006/main">
              <a:ext uri="{FF2B5EF4-FFF2-40B4-BE49-F238E27FC236}">
                <a16:creationId xmlns:a16="http://schemas.microsoft.com/office/drawing/2014/main" id="{5E3EBE19-6B3C-434E-8AA8-4938AA8596E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4~6행: 빈칸과 숫자를 구분합니다.</a:t>
            </a:r>
          </a:p>
        </p:txBody>
      </p:sp>
      <p:sp>
        <p:nvSpPr>
          <p:cNvPr id="5" name="">
            <a:extLst xmlns:a="http://schemas.openxmlformats.org/drawingml/2006/main">
              <a:ext uri="{FF2B5EF4-FFF2-40B4-BE49-F238E27FC236}">
                <a16:creationId xmlns:a16="http://schemas.microsoft.com/office/drawing/2014/main" id="{E76F019B-C8A8-4521-83FD-13C59A1A141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7~9행: 범위를 검사해 값을 저장합니다.</a:t>
            </a:r>
          </a:p>
        </p:txBody>
      </p:sp>
      <p:sp>
        <p:nvSpPr>
          <p:cNvPr id="6" name="">
            <a:extLst xmlns:a="http://schemas.openxmlformats.org/drawingml/2006/main">
              <a:ext uri="{FF2B5EF4-FFF2-40B4-BE49-F238E27FC236}">
                <a16:creationId xmlns:a16="http://schemas.microsoft.com/office/drawing/2014/main" id="{780AD213-459B-42A6-88CB-91DA7A8EEC45}"/>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10행: JSON으로 출력합니다.</a:t>
            </a:r>
          </a:p>
        </p:txBody>
      </p:sp>
      <p:sp>
        <p:nvSpPr>
          <p:cNvPr id="7" name="">
            <a:extLst xmlns:a="http://schemas.openxmlformats.org/drawingml/2006/main">
              <a:ext uri="{FF2B5EF4-FFF2-40B4-BE49-F238E27FC236}">
                <a16:creationId xmlns:a16="http://schemas.microsoft.com/office/drawing/2014/main" id="{22795806-0FE5-4DE3-A95A-7600CE9B323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45</a:t>
            </a:r>
          </a:p>
        </p:txBody>
      </p:sp>
    </p:spTree>
    <p:extLst>
      <p:ext uri="{BB962C8B-B14F-4D97-AF65-F5344CB8AC3E}">
        <p14:creationId xmlns:p14="http://schemas.microsoft.com/office/powerpoint/2010/main" val="811338403"/>
      </p:ext>
    </p:extLst>
  </p:cSld>
</p:sld>
</file>

<file path=ppt/slides/slide4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1DD85D-7059-48CE-B434-3A3F98B1384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A5E6C0A9-8275-4EE2-96A2-3F9E0915BEB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학생 파일과 실행 명령</a:t>
            </a:r>
          </a:p>
        </p:txBody>
      </p:sp>
      <p:sp>
        <p:nvSpPr>
          <p:cNvPr id="3" name="">
            <a:extLst xmlns:a="http://schemas.openxmlformats.org/drawingml/2006/main">
              <a:ext uri="{FF2B5EF4-FFF2-40B4-BE49-F238E27FC236}">
                <a16:creationId xmlns:a16="http://schemas.microsoft.com/office/drawing/2014/main" id="{FA054372-43D5-4EE8-AB99-1FEFEB408405}"/>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폴더: 압축을 푼 course</a:t>
            </a:r>
          </a:p>
        </p:txBody>
      </p:sp>
      <p:sp>
        <p:nvSpPr>
          <p:cNvPr id="4" name="">
            <a:extLst xmlns:a="http://schemas.openxmlformats.org/drawingml/2006/main">
              <a:ext uri="{FF2B5EF4-FFF2-40B4-BE49-F238E27FC236}">
                <a16:creationId xmlns:a16="http://schemas.microsoft.com/office/drawing/2014/main" id="{7CDCC188-D100-43B5-9816-83A7E70D494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학생 파일: work/csv_trace.py</a:t>
            </a:r>
          </a:p>
        </p:txBody>
      </p:sp>
      <p:sp>
        <p:nvSpPr>
          <p:cNvPr id="5" name="">
            <a:extLst xmlns:a="http://schemas.openxmlformats.org/drawingml/2006/main">
              <a:ext uri="{FF2B5EF4-FFF2-40B4-BE49-F238E27FC236}">
                <a16:creationId xmlns:a16="http://schemas.microsoft.com/office/drawing/2014/main" id="{0A280667-FB94-43A3-8EC3-F8A7CAB11C6A}"/>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 -X utf8 work/csv_trace.py</a:t>
            </a:r>
          </a:p>
        </p:txBody>
      </p:sp>
      <p:sp>
        <p:nvSpPr>
          <p:cNvPr id="6" name="">
            <a:extLst xmlns:a="http://schemas.openxmlformats.org/drawingml/2006/main">
              <a:ext uri="{FF2B5EF4-FFF2-40B4-BE49-F238E27FC236}">
                <a16:creationId xmlns:a16="http://schemas.microsoft.com/office/drawing/2014/main" id="{757E0A8E-FF54-4AC3-BBD6-33C7DEC65F9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46</a:t>
            </a:r>
          </a:p>
        </p:txBody>
      </p:sp>
    </p:spTree>
    <p:extLst>
      <p:ext uri="{BB962C8B-B14F-4D97-AF65-F5344CB8AC3E}">
        <p14:creationId xmlns:p14="http://schemas.microsoft.com/office/powerpoint/2010/main" val="360045903"/>
      </p:ext>
    </p:extLst>
  </p:cSld>
</p:sld>
</file>

<file path=ppt/slides/slide4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733D951-47EB-4272-A643-A94D48DE323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A8FD76DF-F22E-4D36-96DB-8456E67AE04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6A16EEF2-5B1F-4414-88EF-2CA9BFF16641}"/>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S05의 0 → 숫자 0.0</a:t>
            </a:r>
          </a:p>
        </p:txBody>
      </p:sp>
      <p:sp>
        <p:nvSpPr>
          <p:cNvPr id="4" name="">
            <a:extLst xmlns:a="http://schemas.openxmlformats.org/drawingml/2006/main">
              <a:ext uri="{FF2B5EF4-FFF2-40B4-BE49-F238E27FC236}">
                <a16:creationId xmlns:a16="http://schemas.microsoft.com/office/drawing/2014/main" id="{19F87463-714F-4D42-B434-A9FB8A00BE4A}"/>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S06의 빈칸 → JSON null</a:t>
            </a:r>
          </a:p>
        </p:txBody>
      </p:sp>
      <p:sp>
        <p:nvSpPr>
          <p:cNvPr id="5" name="">
            <a:extLst xmlns:a="http://schemas.openxmlformats.org/drawingml/2006/main">
              <a:ext uri="{FF2B5EF4-FFF2-40B4-BE49-F238E27FC236}">
                <a16:creationId xmlns:a16="http://schemas.microsoft.com/office/drawing/2014/main" id="{B1A6D251-73EC-4491-9AD9-593447241EA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실제 참고 코드에는 JSON 출력 줄이 있습니다.</a:t>
            </a:r>
          </a:p>
        </p:txBody>
      </p:sp>
      <p:sp>
        <p:nvSpPr>
          <p:cNvPr id="6" name="">
            <a:extLst xmlns:a="http://schemas.openxmlformats.org/drawingml/2006/main">
              <a:ext uri="{FF2B5EF4-FFF2-40B4-BE49-F238E27FC236}">
                <a16:creationId xmlns:a16="http://schemas.microsoft.com/office/drawing/2014/main" id="{165E11E3-9A5A-42C8-B208-3FA80EE5574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47</a:t>
            </a:r>
          </a:p>
        </p:txBody>
      </p:sp>
    </p:spTree>
    <p:extLst>
      <p:ext uri="{BB962C8B-B14F-4D97-AF65-F5344CB8AC3E}">
        <p14:creationId xmlns:p14="http://schemas.microsoft.com/office/powerpoint/2010/main" val="778167830"/>
      </p:ext>
    </p:extLst>
  </p:cSld>
</p:sld>
</file>

<file path=ppt/slides/slide4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2EE9283-A191-4BB9-AA14-1D92387DBA6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7328A4D7-3692-437E-98A2-369DA4C7A56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95B8B083-51B7-41DE-8D3F-83547B6F11B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CSV 셀: "0", 빈칸, "null", "51", "24.0"</a:t>
            </a:r>
          </a:p>
        </p:txBody>
      </p:sp>
      <p:sp>
        <p:nvSpPr>
          <p:cNvPr id="4" name="">
            <a:extLst xmlns:a="http://schemas.openxmlformats.org/drawingml/2006/main">
              <a:ext uri="{FF2B5EF4-FFF2-40B4-BE49-F238E27FC236}">
                <a16:creationId xmlns:a16="http://schemas.microsoft.com/office/drawing/2014/main" id="{193A36AF-7403-444E-881C-380790A5B93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숫자·미측정·거절로 분류하세요.</a:t>
            </a:r>
          </a:p>
        </p:txBody>
      </p:sp>
      <p:sp>
        <p:nvSpPr>
          <p:cNvPr id="5" name="">
            <a:extLst xmlns:a="http://schemas.openxmlformats.org/drawingml/2006/main">
              <a:ext uri="{FF2B5EF4-FFF2-40B4-BE49-F238E27FC236}">
                <a16:creationId xmlns:a16="http://schemas.microsoft.com/office/drawing/2014/main" id="{10A49981-058D-4197-8B45-E8D28FD5F21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48</a:t>
            </a:r>
          </a:p>
        </p:txBody>
      </p:sp>
    </p:spTree>
    <p:extLst>
      <p:ext uri="{BB962C8B-B14F-4D97-AF65-F5344CB8AC3E}">
        <p14:creationId xmlns:p14="http://schemas.microsoft.com/office/powerpoint/2010/main" val="1854865578"/>
      </p:ext>
    </p:extLst>
  </p:cSld>
</p:sld>
</file>

<file path=ppt/slides/slide4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6A2988F-5244-4902-94FD-A1A3002FE27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AA7371CD-7F59-4B5F-A0C0-4C2AE265B7C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BCACBBCE-81C7-4C55-B267-7C86047A7FA9}"/>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숫자: 0.0, 24.0 · 미측정: null</a:t>
            </a:r>
          </a:p>
        </p:txBody>
      </p:sp>
      <p:sp>
        <p:nvSpPr>
          <p:cNvPr id="4" name="">
            <a:extLst xmlns:a="http://schemas.openxmlformats.org/drawingml/2006/main">
              <a:ext uri="{FF2B5EF4-FFF2-40B4-BE49-F238E27FC236}">
                <a16:creationId xmlns:a16="http://schemas.microsoft.com/office/drawing/2014/main" id="{4A458592-0491-4755-8CCD-D3213972DE0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거절: 문자 null, 범위 밖 51</a:t>
            </a:r>
          </a:p>
        </p:txBody>
      </p:sp>
      <p:sp>
        <p:nvSpPr>
          <p:cNvPr id="5" name="">
            <a:extLst xmlns:a="http://schemas.openxmlformats.org/drawingml/2006/main">
              <a:ext uri="{FF2B5EF4-FFF2-40B4-BE49-F238E27FC236}">
                <a16:creationId xmlns:a16="http://schemas.microsoft.com/office/drawing/2014/main" id="{3AC30616-7A00-4CB4-A6B0-BB4ABFEDBB4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합의 없는 자동 변환은 하지 않습니다.</a:t>
            </a:r>
          </a:p>
        </p:txBody>
      </p:sp>
      <p:sp>
        <p:nvSpPr>
          <p:cNvPr id="6" name="">
            <a:extLst xmlns:a="http://schemas.openxmlformats.org/drawingml/2006/main">
              <a:ext uri="{FF2B5EF4-FFF2-40B4-BE49-F238E27FC236}">
                <a16:creationId xmlns:a16="http://schemas.microsoft.com/office/drawing/2014/main" id="{6FAFF925-39CA-48CB-AB35-ED4E8661989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49</a:t>
            </a:r>
          </a:p>
        </p:txBody>
      </p:sp>
    </p:spTree>
    <p:extLst>
      <p:ext uri="{BB962C8B-B14F-4D97-AF65-F5344CB8AC3E}">
        <p14:creationId xmlns:p14="http://schemas.microsoft.com/office/powerpoint/2010/main" val="40310661"/>
      </p:ext>
    </p:extLst>
  </p:cSld>
</p:sld>
</file>

<file path=ppt/slides/slide5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F6F7450-2CEA-44CB-9B2A-73E12186F79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BD3DF23B-F232-4994-9294-5B4CC085796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DCAB7E9E-31DA-414C-8E57-F29711A39BF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참고 코드의 24.0을 51로 바꿉니다.</a:t>
            </a:r>
          </a:p>
        </p:txBody>
      </p:sp>
      <p:sp>
        <p:nvSpPr>
          <p:cNvPr id="4" name="">
            <a:extLst xmlns:a="http://schemas.openxmlformats.org/drawingml/2006/main">
              <a:ext uri="{FF2B5EF4-FFF2-40B4-BE49-F238E27FC236}">
                <a16:creationId xmlns:a16="http://schemas.microsoft.com/office/drawing/2014/main" id="{5F3F3484-1296-4C83-9752-14D8E0E7718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범위 오류 뒤 원문을 24.0으로 복구합니다.</a:t>
            </a:r>
          </a:p>
        </p:txBody>
      </p:sp>
      <p:sp>
        <p:nvSpPr>
          <p:cNvPr id="5" name="">
            <a:extLst xmlns:a="http://schemas.openxmlformats.org/drawingml/2006/main">
              <a:ext uri="{FF2B5EF4-FFF2-40B4-BE49-F238E27FC236}">
                <a16:creationId xmlns:a16="http://schemas.microsoft.com/office/drawing/2014/main" id="{EBB911AC-EA1E-4C1E-801D-E1177CFF39F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50</a:t>
            </a:r>
          </a:p>
        </p:txBody>
      </p:sp>
    </p:spTree>
    <p:extLst>
      <p:ext uri="{BB962C8B-B14F-4D97-AF65-F5344CB8AC3E}">
        <p14:creationId xmlns:p14="http://schemas.microsoft.com/office/powerpoint/2010/main" val="2139464229"/>
      </p:ext>
    </p:extLst>
  </p:cSld>
</p:sld>
</file>

<file path=ppt/slides/slide5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069E71B-3A6C-4B29-863F-DD0DB7C5570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C50EED5B-5B26-4EF5-A2D7-F2BAD385DB5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EB3F0138-3468-443F-A587-9D460157410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abc·문자 null: 숫자 변환 오류</a:t>
            </a:r>
          </a:p>
        </p:txBody>
      </p:sp>
      <p:sp>
        <p:nvSpPr>
          <p:cNvPr id="4" name="">
            <a:extLst xmlns:a="http://schemas.openxmlformats.org/drawingml/2006/main">
              <a:ext uri="{FF2B5EF4-FFF2-40B4-BE49-F238E27FC236}">
                <a16:creationId xmlns:a16="http://schemas.microsoft.com/office/drawing/2014/main" id="{6A2D4758-874E-4649-80F3-95BA8CF7BC0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NaN: 유한 숫자 검사에서 거절</a:t>
            </a:r>
          </a:p>
        </p:txBody>
      </p:sp>
      <p:sp>
        <p:nvSpPr>
          <p:cNvPr id="5" name="">
            <a:extLst xmlns:a="http://schemas.openxmlformats.org/drawingml/2006/main">
              <a:ext uri="{FF2B5EF4-FFF2-40B4-BE49-F238E27FC236}">
                <a16:creationId xmlns:a16="http://schemas.microsoft.com/office/drawing/2014/main" id="{8AB21042-648C-406D-8A3D-25C7E91114A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51</a:t>
            </a:r>
          </a:p>
        </p:txBody>
      </p:sp>
    </p:spTree>
    <p:extLst>
      <p:ext uri="{BB962C8B-B14F-4D97-AF65-F5344CB8AC3E}">
        <p14:creationId xmlns:p14="http://schemas.microsoft.com/office/powerpoint/2010/main" val="1085611642"/>
      </p:ext>
    </p:extLst>
  </p:cSld>
</p:sld>
</file>

<file path=ppt/slides/slide5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B5B03F5-0CC4-4A29-87B8-E84258DAEBB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103E1D87-8DAC-4375-8F24-97B76DF22C0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96E7262B-973B-4070-870B-9660F5FD0C1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CSV 빈칸과 숫자 0의 차이를 설명합니다.</a:t>
            </a:r>
          </a:p>
        </p:txBody>
      </p:sp>
      <p:sp>
        <p:nvSpPr>
          <p:cNvPr id="4" name="">
            <a:extLst xmlns:a="http://schemas.openxmlformats.org/drawingml/2006/main">
              <a:ext uri="{FF2B5EF4-FFF2-40B4-BE49-F238E27FC236}">
                <a16:creationId xmlns:a16="http://schemas.microsoft.com/office/drawing/2014/main" id="{0A7A4E1A-253D-477A-9C96-09AA8E6CC66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POST 201만으로 최신값 변경을 단정하나요?</a:t>
            </a:r>
          </a:p>
        </p:txBody>
      </p:sp>
      <p:sp>
        <p:nvSpPr>
          <p:cNvPr id="5" name="">
            <a:extLst xmlns:a="http://schemas.openxmlformats.org/drawingml/2006/main">
              <a:ext uri="{FF2B5EF4-FFF2-40B4-BE49-F238E27FC236}">
                <a16:creationId xmlns:a16="http://schemas.microsoft.com/office/drawing/2014/main" id="{975EFD68-7230-4F5C-A270-C0A1E50BD58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52</a:t>
            </a:r>
          </a:p>
        </p:txBody>
      </p:sp>
    </p:spTree>
    <p:extLst>
      <p:ext uri="{BB962C8B-B14F-4D97-AF65-F5344CB8AC3E}">
        <p14:creationId xmlns:p14="http://schemas.microsoft.com/office/powerpoint/2010/main" val="374621010"/>
      </p:ext>
    </p:extLst>
  </p:cSld>
</p:sld>
</file>

<file path=ppt/slides/slide5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7271E12-30F0-4982-92DE-15C1DA27834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20D7681B-A1DC-42BD-982B-1560691D00D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97CCC35C-0B83-4468-91DD-0B29946726A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 "0", "NaN", "50"</a:t>
            </a:r>
          </a:p>
        </p:txBody>
      </p:sp>
      <p:sp>
        <p:nvSpPr>
          <p:cNvPr id="4" name="">
            <a:extLst xmlns:a="http://schemas.openxmlformats.org/drawingml/2006/main">
              <a:ext uri="{FF2B5EF4-FFF2-40B4-BE49-F238E27FC236}">
                <a16:creationId xmlns:a16="http://schemas.microsoft.com/office/drawing/2014/main" id="{ADC002F2-3F6F-45CE-8003-ACA6DF599BB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JSON 표현 또는 거절 이유를 쓰세요.</a:t>
            </a:r>
          </a:p>
        </p:txBody>
      </p:sp>
      <p:sp>
        <p:nvSpPr>
          <p:cNvPr id="5" name="">
            <a:extLst xmlns:a="http://schemas.openxmlformats.org/drawingml/2006/main">
              <a:ext uri="{FF2B5EF4-FFF2-40B4-BE49-F238E27FC236}">
                <a16:creationId xmlns:a16="http://schemas.microsoft.com/office/drawing/2014/main" id="{3D14332D-ACFC-4758-B2A8-841F28C7B4E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53</a:t>
            </a:r>
          </a:p>
        </p:txBody>
      </p:sp>
    </p:spTree>
    <p:extLst>
      <p:ext uri="{BB962C8B-B14F-4D97-AF65-F5344CB8AC3E}">
        <p14:creationId xmlns:p14="http://schemas.microsoft.com/office/powerpoint/2010/main" val="1022508243"/>
      </p:ext>
    </p:extLst>
  </p:cSld>
</p:sld>
</file>

<file path=ppt/slides/slide54.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5A214A-5A3C-4AB7-9175-E56E0944DBC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6C378884-1DDA-4908-B512-CCFF6F4CA132}"/>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4교시 · 필터·평균·이력 해석</a:t>
            </a:r>
          </a:p>
        </p:txBody>
      </p:sp>
      <p:sp>
        <p:nvSpPr>
          <p:cNvPr id="3" name="">
            <a:extLst xmlns:a="http://schemas.openxmlformats.org/drawingml/2006/main">
              <a:ext uri="{FF2B5EF4-FFF2-40B4-BE49-F238E27FC236}">
                <a16:creationId xmlns:a16="http://schemas.microsoft.com/office/drawing/2014/main" id="{7245B47C-5573-4B9C-A8F1-1E6028F5281F}"/>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14:00~14:50 · 50분</a:t>
            </a:r>
          </a:p>
        </p:txBody>
      </p:sp>
      <p:sp>
        <p:nvSpPr>
          <p:cNvPr id="4" name="">
            <a:extLst xmlns:a="http://schemas.openxmlformats.org/drawingml/2006/main">
              <a:ext uri="{FF2B5EF4-FFF2-40B4-BE49-F238E27FC236}">
                <a16:creationId xmlns:a16="http://schemas.microsoft.com/office/drawing/2014/main" id="{E0E600BA-868A-4EA1-93B1-CE4A8F24F315}"/>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A10 · A11 · A12</a:t>
            </a:r>
          </a:p>
        </p:txBody>
      </p:sp>
      <p:sp>
        <p:nvSpPr>
          <p:cNvPr id="5" name="">
            <a:extLst xmlns:a="http://schemas.openxmlformats.org/drawingml/2006/main">
              <a:ext uri="{FF2B5EF4-FFF2-40B4-BE49-F238E27FC236}">
                <a16:creationId xmlns:a16="http://schemas.microsoft.com/office/drawing/2014/main" id="{1F8669EB-05B1-47C9-B3D7-22CA3EFC6A1A}"/>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0C125178-43DF-400E-ACA8-955021BF8EF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54</a:t>
            </a:r>
          </a:p>
        </p:txBody>
      </p:sp>
    </p:spTree>
    <p:extLst>
      <p:ext uri="{BB962C8B-B14F-4D97-AF65-F5344CB8AC3E}">
        <p14:creationId xmlns:p14="http://schemas.microsoft.com/office/powerpoint/2010/main" val="1368789493"/>
      </p:ext>
    </p:extLst>
  </p:cSld>
</p:sld>
</file>

<file path=ppt/slides/slide5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52146C2-32A0-4130-AFD3-0332D713798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EFE014C-401C-4D66-88CD-2DDF519DCCF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장소 필터와 자료 범위</a:t>
            </a:r>
          </a:p>
        </p:txBody>
      </p:sp>
      <p:sp>
        <p:nvSpPr>
          <p:cNvPr id="3" name="">
            <a:extLst xmlns:a="http://schemas.openxmlformats.org/drawingml/2006/main">
              <a:ext uri="{FF2B5EF4-FFF2-40B4-BE49-F238E27FC236}">
                <a16:creationId xmlns:a16="http://schemas.microsoft.com/office/drawing/2014/main" id="{9A0E1192-DEC5-4766-9772-B1E8BDF3310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창고를 선택하면 창고 이력만 봅니다.</a:t>
            </a:r>
          </a:p>
        </p:txBody>
      </p:sp>
      <p:sp>
        <p:nvSpPr>
          <p:cNvPr id="4" name="">
            <a:extLst xmlns:a="http://schemas.openxmlformats.org/drawingml/2006/main">
              <a:ext uri="{FF2B5EF4-FFF2-40B4-BE49-F238E27FC236}">
                <a16:creationId xmlns:a16="http://schemas.microsoft.com/office/drawing/2014/main" id="{AAC97B5B-F0B0-45E5-A0FB-59607C00F99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최신 표에도 같은 장소 필터를 적용합니다.</a:t>
            </a:r>
          </a:p>
        </p:txBody>
      </p:sp>
      <p:sp>
        <p:nvSpPr>
          <p:cNvPr id="5" name="">
            <a:extLst xmlns:a="http://schemas.openxmlformats.org/drawingml/2006/main">
              <a:ext uri="{FF2B5EF4-FFF2-40B4-BE49-F238E27FC236}">
                <a16:creationId xmlns:a16="http://schemas.microsoft.com/office/drawing/2014/main" id="{8D8A2783-E0B4-4FFE-8F48-9B529CD76BE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55</a:t>
            </a:r>
          </a:p>
        </p:txBody>
      </p:sp>
    </p:spTree>
    <p:extLst>
      <p:ext uri="{BB962C8B-B14F-4D97-AF65-F5344CB8AC3E}">
        <p14:creationId xmlns:p14="http://schemas.microsoft.com/office/powerpoint/2010/main" val="1730521363"/>
      </p:ext>
    </p:extLst>
  </p:cSld>
</p:sld>
</file>

<file path=ppt/slides/slide5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BC7BAB1-306B-468B-B8DE-14E01A30E14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1871CF96-BBD9-44B0-841E-1B5DDF07403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이력 평균과 최신값</a:t>
            </a:r>
          </a:p>
        </p:txBody>
      </p:sp>
      <p:sp>
        <p:nvSpPr>
          <p:cNvPr id="3" name="">
            <a:extLst xmlns:a="http://schemas.openxmlformats.org/drawingml/2006/main">
              <a:ext uri="{FF2B5EF4-FFF2-40B4-BE49-F238E27FC236}">
                <a16:creationId xmlns:a16="http://schemas.microsoft.com/office/drawing/2014/main" id="{316AAC3A-7F3A-4D11-91F4-E9781CFB665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센서별 최신값 평균이 아닙니다.</a:t>
            </a:r>
          </a:p>
        </p:txBody>
      </p:sp>
      <p:sp>
        <p:nvSpPr>
          <p:cNvPr id="4" name="">
            <a:extLst xmlns:a="http://schemas.openxmlformats.org/drawingml/2006/main">
              <a:ext uri="{FF2B5EF4-FFF2-40B4-BE49-F238E27FC236}">
                <a16:creationId xmlns:a16="http://schemas.microsoft.com/office/drawing/2014/main" id="{C7814529-C563-4EF3-87B6-640D011F5C5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같은 센서의 여러 유효 기록도 포함합니다.</a:t>
            </a:r>
          </a:p>
        </p:txBody>
      </p:sp>
      <p:sp>
        <p:nvSpPr>
          <p:cNvPr id="5" name="">
            <a:extLst xmlns:a="http://schemas.openxmlformats.org/drawingml/2006/main">
              <a:ext uri="{FF2B5EF4-FFF2-40B4-BE49-F238E27FC236}">
                <a16:creationId xmlns:a16="http://schemas.microsoft.com/office/drawing/2014/main" id="{E1E99226-90BB-4061-8CB1-59A95A86CC0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56</a:t>
            </a:r>
          </a:p>
        </p:txBody>
      </p:sp>
    </p:spTree>
    <p:extLst>
      <p:ext uri="{BB962C8B-B14F-4D97-AF65-F5344CB8AC3E}">
        <p14:creationId xmlns:p14="http://schemas.microsoft.com/office/powerpoint/2010/main" val="2012649345"/>
      </p:ext>
    </p:extLst>
  </p:cSld>
</p:sld>
</file>

<file path=ppt/slides/slide5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4DDA74B-6B80-4B2D-ACB0-FEFDC85096C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BD05F8EA-8CA0-4B0B-BAFB-435470FFC5C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평균의 합계와 분모</a:t>
            </a:r>
          </a:p>
        </p:txBody>
      </p:sp>
      <p:sp>
        <p:nvSpPr>
          <p:cNvPr id="3" name="">
            <a:extLst xmlns:a="http://schemas.openxmlformats.org/drawingml/2006/main">
              <a:ext uri="{FF2B5EF4-FFF2-40B4-BE49-F238E27FC236}">
                <a16:creationId xmlns:a16="http://schemas.microsoft.com/office/drawing/2014/main" id="{95E81DA4-6CEA-4A7A-BC8D-ED0B70A48B7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null은 제외 · 숫자 0은 포함</a:t>
            </a:r>
          </a:p>
        </p:txBody>
      </p:sp>
      <p:sp>
        <p:nvSpPr>
          <p:cNvPr id="4" name="">
            <a:extLst xmlns:a="http://schemas.openxmlformats.org/drawingml/2006/main">
              <a:ext uri="{FF2B5EF4-FFF2-40B4-BE49-F238E27FC236}">
                <a16:creationId xmlns:a16="http://schemas.microsoft.com/office/drawing/2014/main" id="{E0A32FBB-6FB6-4045-A185-F52983AFBDD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유효 숫자 행 수로 나눕니다.</a:t>
            </a:r>
          </a:p>
        </p:txBody>
      </p:sp>
      <p:sp>
        <p:nvSpPr>
          <p:cNvPr id="5" name="">
            <a:extLst xmlns:a="http://schemas.openxmlformats.org/drawingml/2006/main">
              <a:ext uri="{FF2B5EF4-FFF2-40B4-BE49-F238E27FC236}">
                <a16:creationId xmlns:a16="http://schemas.microsoft.com/office/drawing/2014/main" id="{17B9D89F-1077-48E7-B00E-9EB62E0F1F1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57</a:t>
            </a:r>
          </a:p>
        </p:txBody>
      </p:sp>
    </p:spTree>
    <p:extLst>
      <p:ext uri="{BB962C8B-B14F-4D97-AF65-F5344CB8AC3E}">
        <p14:creationId xmlns:p14="http://schemas.microsoft.com/office/powerpoint/2010/main" val="207182392"/>
      </p:ext>
    </p:extLst>
  </p:cSld>
</p:sld>
</file>

<file path=ppt/slides/slide5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354A5B3-3665-4F86-A3A1-DA918D60478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4B09072-A539-4E78-AAC2-4A0B87EA44B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유효 형식·범위·시각</a:t>
            </a:r>
          </a:p>
        </p:txBody>
      </p:sp>
      <p:sp>
        <p:nvSpPr>
          <p:cNvPr id="3" name="">
            <a:extLst xmlns:a="http://schemas.openxmlformats.org/drawingml/2006/main">
              <a:ext uri="{FF2B5EF4-FFF2-40B4-BE49-F238E27FC236}">
                <a16:creationId xmlns:a16="http://schemas.microsoft.com/office/drawing/2014/main" id="{92EA3214-52A7-4A21-B871-14ACE3148AF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계약에 맞고 미래 시각이 아닌 기록</a:t>
            </a:r>
          </a:p>
        </p:txBody>
      </p:sp>
      <p:sp>
        <p:nvSpPr>
          <p:cNvPr id="4" name="">
            <a:extLst xmlns:a="http://schemas.openxmlformats.org/drawingml/2006/main">
              <a:ext uri="{FF2B5EF4-FFF2-40B4-BE49-F238E27FC236}">
                <a16:creationId xmlns:a16="http://schemas.microsoft.com/office/drawing/2014/main" id="{89604C6E-C5C4-4DC0-A5BF-5277B21FBCF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숫자만 평균 계산에 사용합니다.</a:t>
            </a:r>
          </a:p>
        </p:txBody>
      </p:sp>
      <p:sp>
        <p:nvSpPr>
          <p:cNvPr id="5" name="">
            <a:extLst xmlns:a="http://schemas.openxmlformats.org/drawingml/2006/main">
              <a:ext uri="{FF2B5EF4-FFF2-40B4-BE49-F238E27FC236}">
                <a16:creationId xmlns:a16="http://schemas.microsoft.com/office/drawing/2014/main" id="{2AE656FB-3657-4E3E-95C4-ED7D263D3DC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58</a:t>
            </a:r>
          </a:p>
        </p:txBody>
      </p:sp>
    </p:spTree>
    <p:extLst>
      <p:ext uri="{BB962C8B-B14F-4D97-AF65-F5344CB8AC3E}">
        <p14:creationId xmlns:p14="http://schemas.microsoft.com/office/powerpoint/2010/main" val="2082076686"/>
      </p:ext>
    </p:extLst>
  </p:cSld>
</p:sld>
</file>

<file path=ppt/slides/slide5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846BAB9-3C77-4403-B5F3-020542CA767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11E45279-D4A6-473B-B398-F39BD4102DF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현재 평균의 포함 규칙</a:t>
            </a:r>
          </a:p>
        </p:txBody>
      </p:sp>
      <p:sp>
        <p:nvSpPr>
          <p:cNvPr id="3" name="">
            <a:extLst xmlns:a="http://schemas.openxmlformats.org/drawingml/2006/main">
              <a:ext uri="{FF2B5EF4-FFF2-40B4-BE49-F238E27FC236}">
                <a16:creationId xmlns:a16="http://schemas.microsoft.com/office/drawing/2014/main" id="{F038E52D-A5F7-4B2A-90C4-5DBE075D58B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현재 규칙의 유효 숫자 이력에는 포함합니다.</a:t>
            </a:r>
          </a:p>
        </p:txBody>
      </p:sp>
      <p:sp>
        <p:nvSpPr>
          <p:cNvPr id="4" name="">
            <a:extLst xmlns:a="http://schemas.openxmlformats.org/drawingml/2006/main">
              <a:ext uri="{FF2B5EF4-FFF2-40B4-BE49-F238E27FC236}">
                <a16:creationId xmlns:a16="http://schemas.microsoft.com/office/drawing/2014/main" id="{4EC8F349-B81E-4E2A-90CC-403C6CF7CE9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현재 가동 센서 평균이라고 부르지 않습니다.</a:t>
            </a:r>
          </a:p>
        </p:txBody>
      </p:sp>
      <p:sp>
        <p:nvSpPr>
          <p:cNvPr id="5" name="">
            <a:extLst xmlns:a="http://schemas.openxmlformats.org/drawingml/2006/main">
              <a:ext uri="{FF2B5EF4-FFF2-40B4-BE49-F238E27FC236}">
                <a16:creationId xmlns:a16="http://schemas.microsoft.com/office/drawing/2014/main" id="{8395DCF7-BBC9-4DEF-AE84-2811E9F228A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59</a:t>
            </a:r>
          </a:p>
        </p:txBody>
      </p:sp>
    </p:spTree>
    <p:extLst>
      <p:ext uri="{BB962C8B-B14F-4D97-AF65-F5344CB8AC3E}">
        <p14:creationId xmlns:p14="http://schemas.microsoft.com/office/powerpoint/2010/main" val="266994687"/>
      </p:ext>
    </p:extLst>
  </p:cSld>
</p:sld>
</file>

<file path=ppt/slides/slide6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F0A4C79-8B9E-4256-B81D-7BA74F056F0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84158AE0-4256-46A3-9FEB-91915334E76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막대 높이와 시간 간격</a:t>
            </a:r>
          </a:p>
        </p:txBody>
      </p:sp>
      <p:sp>
        <p:nvSpPr>
          <p:cNvPr id="3" name="">
            <a:extLst xmlns:a="http://schemas.openxmlformats.org/drawingml/2006/main">
              <a:ext uri="{FF2B5EF4-FFF2-40B4-BE49-F238E27FC236}">
                <a16:creationId xmlns:a16="http://schemas.microsoft.com/office/drawing/2014/main" id="{AE98DB3A-5C6E-4EB9-B085-11640251080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막대 높이는 온도입니다.</a:t>
            </a:r>
          </a:p>
        </p:txBody>
      </p:sp>
      <p:sp>
        <p:nvSpPr>
          <p:cNvPr id="4" name="">
            <a:extLst xmlns:a="http://schemas.openxmlformats.org/drawingml/2006/main">
              <a:ext uri="{FF2B5EF4-FFF2-40B4-BE49-F238E27FC236}">
                <a16:creationId xmlns:a16="http://schemas.microsoft.com/office/drawing/2014/main" id="{031F9370-76B6-40B0-B224-7AFB6F1B7A1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시각과 값은 원문 표에서 함께 확인합니다.</a:t>
            </a:r>
          </a:p>
        </p:txBody>
      </p:sp>
      <p:sp>
        <p:nvSpPr>
          <p:cNvPr id="5" name="">
            <a:extLst xmlns:a="http://schemas.openxmlformats.org/drawingml/2006/main">
              <a:ext uri="{FF2B5EF4-FFF2-40B4-BE49-F238E27FC236}">
                <a16:creationId xmlns:a16="http://schemas.microsoft.com/office/drawing/2014/main" id="{D5CE066A-518E-4B0B-84E0-C13943114FF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60</a:t>
            </a:r>
          </a:p>
        </p:txBody>
      </p:sp>
    </p:spTree>
    <p:extLst>
      <p:ext uri="{BB962C8B-B14F-4D97-AF65-F5344CB8AC3E}">
        <p14:creationId xmlns:p14="http://schemas.microsoft.com/office/powerpoint/2010/main" val="1182675306"/>
      </p:ext>
    </p:extLst>
  </p:cSld>
</p:sld>
</file>

<file path=ppt/slides/slide6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F4378F8-E874-4FB2-88B1-658DCF10768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DCC4A708-54C1-4F77-91D3-43F98B1BDC4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결측과 0의 평균 계산</a:t>
            </a:r>
          </a:p>
        </p:txBody>
      </p:sp>
      <p:sp>
        <p:nvSpPr>
          <p:cNvPr id="3" name="">
            <a:extLst xmlns:a="http://schemas.openxmlformats.org/drawingml/2006/main">
              <a:ext uri="{FF2B5EF4-FFF2-40B4-BE49-F238E27FC236}">
                <a16:creationId xmlns:a16="http://schemas.microsoft.com/office/drawing/2014/main" id="{CF37481C-3289-4A54-BA6D-10F967615E5D}"/>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values = [22, 24, None, 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numbers = []</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for value in values: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if value is not None: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numbers.append(value)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average = sum(numbers) / len(numbers)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print(round(average, 2))</a:t>
            </a:r>
          </a:p>
        </p:txBody>
      </p:sp>
      <p:sp>
        <p:nvSpPr>
          <p:cNvPr id="4" name="">
            <a:extLst xmlns:a="http://schemas.openxmlformats.org/drawingml/2006/main">
              <a:ext uri="{FF2B5EF4-FFF2-40B4-BE49-F238E27FC236}">
                <a16:creationId xmlns:a16="http://schemas.microsoft.com/office/drawing/2014/main" id="{28E6AF3B-7224-4D6D-B10C-5F3E9FF227C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61</a:t>
            </a:r>
          </a:p>
        </p:txBody>
      </p:sp>
    </p:spTree>
    <p:extLst>
      <p:ext uri="{BB962C8B-B14F-4D97-AF65-F5344CB8AC3E}">
        <p14:creationId xmlns:p14="http://schemas.microsoft.com/office/powerpoint/2010/main" val="1210624258"/>
      </p:ext>
    </p:extLst>
  </p:cSld>
</p:sld>
</file>

<file path=ppt/slides/slide6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9ED4BBE-6F51-4E42-951A-DB5C3917D8F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36C7013F-3BC6-4705-B5FE-FC1096D24B4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코드의 줄별 역할</a:t>
            </a:r>
          </a:p>
        </p:txBody>
      </p:sp>
      <p:sp>
        <p:nvSpPr>
          <p:cNvPr id="3" name="">
            <a:extLst xmlns:a="http://schemas.openxmlformats.org/drawingml/2006/main">
              <a:ext uri="{FF2B5EF4-FFF2-40B4-BE49-F238E27FC236}">
                <a16:creationId xmlns:a16="http://schemas.microsoft.com/office/drawing/2014/main" id="{F2088667-295D-4486-80FF-31C97FA322B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1~2행: 원시값과 숫자 목록을 준비합니다.</a:t>
            </a:r>
          </a:p>
        </p:txBody>
      </p:sp>
      <p:sp>
        <p:nvSpPr>
          <p:cNvPr id="4" name="">
            <a:extLst xmlns:a="http://schemas.openxmlformats.org/drawingml/2006/main">
              <a:ext uri="{FF2B5EF4-FFF2-40B4-BE49-F238E27FC236}">
                <a16:creationId xmlns:a16="http://schemas.microsoft.com/office/drawing/2014/main" id="{FB49D579-5984-47A4-AA8C-45A17A58D04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3~5행: None을 빼고 0은 남깁니다.</a:t>
            </a:r>
          </a:p>
        </p:txBody>
      </p:sp>
      <p:sp>
        <p:nvSpPr>
          <p:cNvPr id="5" name="">
            <a:extLst xmlns:a="http://schemas.openxmlformats.org/drawingml/2006/main">
              <a:ext uri="{FF2B5EF4-FFF2-40B4-BE49-F238E27FC236}">
                <a16:creationId xmlns:a16="http://schemas.microsoft.com/office/drawing/2014/main" id="{1E88570F-5704-4155-AF2A-3E289F5F76D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6행: 합계를 유효 숫자 수로 나눕니다.</a:t>
            </a:r>
          </a:p>
        </p:txBody>
      </p:sp>
      <p:sp>
        <p:nvSpPr>
          <p:cNvPr id="6" name="">
            <a:extLst xmlns:a="http://schemas.openxmlformats.org/drawingml/2006/main">
              <a:ext uri="{FF2B5EF4-FFF2-40B4-BE49-F238E27FC236}">
                <a16:creationId xmlns:a16="http://schemas.microsoft.com/office/drawing/2014/main" id="{AD6A88DD-9BCC-4501-A46A-E5A08B915D57}"/>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7행: 소수 둘째 자리로 출력합니다.</a:t>
            </a:r>
          </a:p>
        </p:txBody>
      </p:sp>
      <p:sp>
        <p:nvSpPr>
          <p:cNvPr id="7" name="">
            <a:extLst xmlns:a="http://schemas.openxmlformats.org/drawingml/2006/main">
              <a:ext uri="{FF2B5EF4-FFF2-40B4-BE49-F238E27FC236}">
                <a16:creationId xmlns:a16="http://schemas.microsoft.com/office/drawing/2014/main" id="{936EF3EB-2E4F-4A56-A190-16B6D9B3D27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62</a:t>
            </a:r>
          </a:p>
        </p:txBody>
      </p:sp>
    </p:spTree>
    <p:extLst>
      <p:ext uri="{BB962C8B-B14F-4D97-AF65-F5344CB8AC3E}">
        <p14:creationId xmlns:p14="http://schemas.microsoft.com/office/powerpoint/2010/main" val="81588757"/>
      </p:ext>
    </p:extLst>
  </p:cSld>
</p:sld>
</file>

<file path=ppt/slides/slide6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129F55A-E99E-4EE6-9CBA-AF706D45BB2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98EE34A3-1ADA-4C32-A6E1-FA9B0EA077F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학생 파일과 실행 명령</a:t>
            </a:r>
          </a:p>
        </p:txBody>
      </p:sp>
      <p:sp>
        <p:nvSpPr>
          <p:cNvPr id="3" name="">
            <a:extLst xmlns:a="http://schemas.openxmlformats.org/drawingml/2006/main">
              <a:ext uri="{FF2B5EF4-FFF2-40B4-BE49-F238E27FC236}">
                <a16:creationId xmlns:a16="http://schemas.microsoft.com/office/drawing/2014/main" id="{591BB5E0-DA8A-4DA6-81C5-F4ACA1A9F84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폴더: 압축을 푼 course</a:t>
            </a:r>
          </a:p>
        </p:txBody>
      </p:sp>
      <p:sp>
        <p:nvSpPr>
          <p:cNvPr id="4" name="">
            <a:extLst xmlns:a="http://schemas.openxmlformats.org/drawingml/2006/main">
              <a:ext uri="{FF2B5EF4-FFF2-40B4-BE49-F238E27FC236}">
                <a16:creationId xmlns:a16="http://schemas.microsoft.com/office/drawing/2014/main" id="{D8894143-ED40-428D-A07F-545DF79E3F5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학생 파일: work/average_trace.py</a:t>
            </a:r>
          </a:p>
        </p:txBody>
      </p:sp>
      <p:sp>
        <p:nvSpPr>
          <p:cNvPr id="5" name="">
            <a:extLst xmlns:a="http://schemas.openxmlformats.org/drawingml/2006/main">
              <a:ext uri="{FF2B5EF4-FFF2-40B4-BE49-F238E27FC236}">
                <a16:creationId xmlns:a16="http://schemas.microsoft.com/office/drawing/2014/main" id="{2934A10F-24B6-4D4B-B431-43F2523FA1E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 -X utf8 work/average_trace.py</a:t>
            </a:r>
          </a:p>
        </p:txBody>
      </p:sp>
      <p:sp>
        <p:nvSpPr>
          <p:cNvPr id="6" name="">
            <a:extLst xmlns:a="http://schemas.openxmlformats.org/drawingml/2006/main">
              <a:ext uri="{FF2B5EF4-FFF2-40B4-BE49-F238E27FC236}">
                <a16:creationId xmlns:a16="http://schemas.microsoft.com/office/drawing/2014/main" id="{BF253F2A-3BFD-409A-B893-6105D35747F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63</a:t>
            </a:r>
          </a:p>
        </p:txBody>
      </p:sp>
    </p:spTree>
    <p:extLst>
      <p:ext uri="{BB962C8B-B14F-4D97-AF65-F5344CB8AC3E}">
        <p14:creationId xmlns:p14="http://schemas.microsoft.com/office/powerpoint/2010/main" val="1943702141"/>
      </p:ext>
    </p:extLst>
  </p:cSld>
</p:sld>
</file>

<file path=ppt/slides/slide6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39D82B7-DF7E-4732-9111-A04824B8338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B25341C-AE3C-4204-97AA-38A54DCD842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A6C30876-2211-4F8A-9234-3C66DB67A84B}"/>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합계 46 · 분모 3</a:t>
            </a:r>
          </a:p>
        </p:txBody>
      </p:sp>
      <p:sp>
        <p:nvSpPr>
          <p:cNvPr id="4" name="">
            <a:extLst xmlns:a="http://schemas.openxmlformats.org/drawingml/2006/main">
              <a:ext uri="{FF2B5EF4-FFF2-40B4-BE49-F238E27FC236}">
                <a16:creationId xmlns:a16="http://schemas.microsoft.com/office/drawing/2014/main" id="{58B30684-49A4-498C-8195-9EB5B40C224F}"/>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평균 15.33℃</a:t>
            </a:r>
          </a:p>
        </p:txBody>
      </p:sp>
      <p:sp>
        <p:nvSpPr>
          <p:cNvPr id="5" name="">
            <a:extLst xmlns:a="http://schemas.openxmlformats.org/drawingml/2006/main">
              <a:ext uri="{FF2B5EF4-FFF2-40B4-BE49-F238E27FC236}">
                <a16:creationId xmlns:a16="http://schemas.microsoft.com/office/drawing/2014/main" id="{2EB2D1CD-3891-49E8-A7BF-AF84973E66E3}"/>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null을 0으로 넣으면 11.5℃로 바뀝니다.</a:t>
            </a:r>
          </a:p>
        </p:txBody>
      </p:sp>
      <p:sp>
        <p:nvSpPr>
          <p:cNvPr id="6" name="">
            <a:extLst xmlns:a="http://schemas.openxmlformats.org/drawingml/2006/main">
              <a:ext uri="{FF2B5EF4-FFF2-40B4-BE49-F238E27FC236}">
                <a16:creationId xmlns:a16="http://schemas.microsoft.com/office/drawing/2014/main" id="{4148072B-CCB7-4FBD-A8AD-B2D232B2178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64</a:t>
            </a:r>
          </a:p>
        </p:txBody>
      </p:sp>
    </p:spTree>
    <p:extLst>
      <p:ext uri="{BB962C8B-B14F-4D97-AF65-F5344CB8AC3E}">
        <p14:creationId xmlns:p14="http://schemas.microsoft.com/office/powerpoint/2010/main" val="316945867"/>
      </p:ext>
    </p:extLst>
  </p:cSld>
</p:sld>
</file>

<file path=ppt/slides/slide6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24A733B-C993-412A-A2C8-3B97E69895B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3121B5B0-1C45-452B-87F4-47E9F1D4C5D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9A1030C8-1947-47E0-803E-14A0C3536BE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새 이력 [10,null,0,20]</a:t>
            </a:r>
          </a:p>
        </p:txBody>
      </p:sp>
      <p:sp>
        <p:nvSpPr>
          <p:cNvPr id="4" name="">
            <a:extLst xmlns:a="http://schemas.openxmlformats.org/drawingml/2006/main">
              <a:ext uri="{FF2B5EF4-FFF2-40B4-BE49-F238E27FC236}">
                <a16:creationId xmlns:a16="http://schemas.microsoft.com/office/drawing/2014/main" id="{F56E0032-AC69-4E86-A3F6-E1620163D39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합계·분모·평균을 직접 계산하세요.</a:t>
            </a:r>
          </a:p>
        </p:txBody>
      </p:sp>
      <p:sp>
        <p:nvSpPr>
          <p:cNvPr id="5" name="">
            <a:extLst xmlns:a="http://schemas.openxmlformats.org/drawingml/2006/main">
              <a:ext uri="{FF2B5EF4-FFF2-40B4-BE49-F238E27FC236}">
                <a16:creationId xmlns:a16="http://schemas.microsoft.com/office/drawing/2014/main" id="{A31E8C26-8CAD-4239-ABB8-27572E796ED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65</a:t>
            </a:r>
          </a:p>
        </p:txBody>
      </p:sp>
    </p:spTree>
    <p:extLst>
      <p:ext uri="{BB962C8B-B14F-4D97-AF65-F5344CB8AC3E}">
        <p14:creationId xmlns:p14="http://schemas.microsoft.com/office/powerpoint/2010/main" val="1886626593"/>
      </p:ext>
    </p:extLst>
  </p:cSld>
</p:sld>
</file>

<file path=ppt/slides/slide6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76BE22D-EC46-44B2-B5E7-956A9010E6B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F1BF39DA-A42D-46C7-9797-A1A18721DFF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4F513519-A009-438C-B3F8-60916F89256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합계 30 · 분모 3 · 평균 10℃</a:t>
            </a:r>
          </a:p>
        </p:txBody>
      </p:sp>
      <p:sp>
        <p:nvSpPr>
          <p:cNvPr id="4" name="">
            <a:extLst xmlns:a="http://schemas.openxmlformats.org/drawingml/2006/main">
              <a:ext uri="{FF2B5EF4-FFF2-40B4-BE49-F238E27FC236}">
                <a16:creationId xmlns:a16="http://schemas.microsoft.com/office/drawing/2014/main" id="{AA9E8AAB-3217-4954-B9BC-DA3D38E1830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최신값 20과 평균 10은 다른 지표입니다.</a:t>
            </a:r>
          </a:p>
        </p:txBody>
      </p:sp>
      <p:sp>
        <p:nvSpPr>
          <p:cNvPr id="5" name="">
            <a:extLst xmlns:a="http://schemas.openxmlformats.org/drawingml/2006/main">
              <a:ext uri="{FF2B5EF4-FFF2-40B4-BE49-F238E27FC236}">
                <a16:creationId xmlns:a16="http://schemas.microsoft.com/office/drawing/2014/main" id="{4804458B-8EEB-4535-A35A-E7EE7DA5B97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66</a:t>
            </a:r>
          </a:p>
        </p:txBody>
      </p:sp>
    </p:spTree>
    <p:extLst>
      <p:ext uri="{BB962C8B-B14F-4D97-AF65-F5344CB8AC3E}">
        <p14:creationId xmlns:p14="http://schemas.microsoft.com/office/powerpoint/2010/main" val="1142228556"/>
      </p:ext>
    </p:extLst>
  </p:cSld>
</p:sld>
</file>

<file path=ppt/slides/slide6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F3A84AB-673D-4B37-B2D8-F7206E85581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90F9782E-910E-4BA4-A6E7-79489B2A54F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ABFEFD8A-34BD-41E1-9191-CC473290F24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첫 22를 25로 바꿉니다.</a:t>
            </a:r>
          </a:p>
        </p:txBody>
      </p:sp>
      <p:sp>
        <p:nvSpPr>
          <p:cNvPr id="4" name="">
            <a:extLst xmlns:a="http://schemas.openxmlformats.org/drawingml/2006/main">
              <a:ext uri="{FF2B5EF4-FFF2-40B4-BE49-F238E27FC236}">
                <a16:creationId xmlns:a16="http://schemas.microsoft.com/office/drawing/2014/main" id="{ADB05DA1-1C06-417D-B27C-496B20A0F31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새 합계 49, 평균 16.33℃입니다.</a:t>
            </a:r>
          </a:p>
        </p:txBody>
      </p:sp>
      <p:sp>
        <p:nvSpPr>
          <p:cNvPr id="5" name="">
            <a:extLst xmlns:a="http://schemas.openxmlformats.org/drawingml/2006/main">
              <a:ext uri="{FF2B5EF4-FFF2-40B4-BE49-F238E27FC236}">
                <a16:creationId xmlns:a16="http://schemas.microsoft.com/office/drawing/2014/main" id="{8D7A6ED9-4C56-48A5-A3EE-76EE1E0172F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67</a:t>
            </a:r>
          </a:p>
        </p:txBody>
      </p:sp>
    </p:spTree>
    <p:extLst>
      <p:ext uri="{BB962C8B-B14F-4D97-AF65-F5344CB8AC3E}">
        <p14:creationId xmlns:p14="http://schemas.microsoft.com/office/powerpoint/2010/main" val="828309770"/>
      </p:ext>
    </p:extLst>
  </p:cSld>
</p:sld>
</file>

<file path=ppt/slides/slide6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E8E0DCF-F150-42FB-BB1A-2D13BAA4995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93DF3044-0533-4954-A1BD-92EE37F7234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D2008F67-5EED-4A15-AA9F-7D65111510A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숫자가 없으면 계산 안 함으로 표시합니다.</a:t>
            </a:r>
          </a:p>
        </p:txBody>
      </p:sp>
      <p:sp>
        <p:nvSpPr>
          <p:cNvPr id="4" name="">
            <a:extLst xmlns:a="http://schemas.openxmlformats.org/drawingml/2006/main">
              <a:ext uri="{FF2B5EF4-FFF2-40B4-BE49-F238E27FC236}">
                <a16:creationId xmlns:a16="http://schemas.microsoft.com/office/drawing/2014/main" id="{2C069C56-7819-4217-9A94-11751C8B130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0을 거짓 값이라 제외하지 않습니다.</a:t>
            </a:r>
          </a:p>
        </p:txBody>
      </p:sp>
      <p:sp>
        <p:nvSpPr>
          <p:cNvPr id="5" name="">
            <a:extLst xmlns:a="http://schemas.openxmlformats.org/drawingml/2006/main">
              <a:ext uri="{FF2B5EF4-FFF2-40B4-BE49-F238E27FC236}">
                <a16:creationId xmlns:a16="http://schemas.microsoft.com/office/drawing/2014/main" id="{EE43A6C6-7BB5-4D00-86A4-C5B0B2DE504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68</a:t>
            </a:r>
          </a:p>
        </p:txBody>
      </p:sp>
    </p:spTree>
    <p:extLst>
      <p:ext uri="{BB962C8B-B14F-4D97-AF65-F5344CB8AC3E}">
        <p14:creationId xmlns:p14="http://schemas.microsoft.com/office/powerpoint/2010/main" val="251836916"/>
      </p:ext>
    </p:extLst>
  </p:cSld>
</p:sld>
</file>

<file path=ppt/slides/slide6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17450B7-629B-4FFF-86CB-8BF72FEE8C3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AA2A4ECC-578F-4D62-9952-00633D4BA09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D7C9FE68-4C5D-486E-AC0D-28C5AB88475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이력 평균의 분모를 자기 말로 설명합니다.</a:t>
            </a:r>
          </a:p>
        </p:txBody>
      </p:sp>
      <p:sp>
        <p:nvSpPr>
          <p:cNvPr id="4" name="">
            <a:extLst xmlns:a="http://schemas.openxmlformats.org/drawingml/2006/main">
              <a:ext uri="{FF2B5EF4-FFF2-40B4-BE49-F238E27FC236}">
                <a16:creationId xmlns:a16="http://schemas.microsoft.com/office/drawing/2014/main" id="{29FE02D8-E47A-4AD6-AB55-6599810B571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최신값과 평균이 달라도 되는 이유를 말합니다.</a:t>
            </a:r>
          </a:p>
        </p:txBody>
      </p:sp>
      <p:sp>
        <p:nvSpPr>
          <p:cNvPr id="5" name="">
            <a:extLst xmlns:a="http://schemas.openxmlformats.org/drawingml/2006/main">
              <a:ext uri="{FF2B5EF4-FFF2-40B4-BE49-F238E27FC236}">
                <a16:creationId xmlns:a16="http://schemas.microsoft.com/office/drawing/2014/main" id="{CCF45613-3D6D-4A02-A37A-EBA26F3C557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69</a:t>
            </a:r>
          </a:p>
        </p:txBody>
      </p:sp>
    </p:spTree>
    <p:extLst>
      <p:ext uri="{BB962C8B-B14F-4D97-AF65-F5344CB8AC3E}">
        <p14:creationId xmlns:p14="http://schemas.microsoft.com/office/powerpoint/2010/main" val="407248460"/>
      </p:ext>
    </p:extLst>
  </p:cSld>
</p:sld>
</file>

<file path=ppt/slides/slide7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226C1AF-507F-4E89-B957-973AC2967CD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657EE0F8-6B94-4B58-8ADC-83438D524BF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4D217213-5AA2-400E-8A68-9FCEAFC5DC3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[12,0,null,18]</a:t>
            </a:r>
          </a:p>
        </p:txBody>
      </p:sp>
      <p:sp>
        <p:nvSpPr>
          <p:cNvPr id="4" name="">
            <a:extLst xmlns:a="http://schemas.openxmlformats.org/drawingml/2006/main">
              <a:ext uri="{FF2B5EF4-FFF2-40B4-BE49-F238E27FC236}">
                <a16:creationId xmlns:a16="http://schemas.microsoft.com/office/drawing/2014/main" id="{D3E1F7D6-7204-46EC-A781-CC6CB99D3FF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이력 평균과 최신값 18을 비교하세요.</a:t>
            </a:r>
          </a:p>
        </p:txBody>
      </p:sp>
      <p:sp>
        <p:nvSpPr>
          <p:cNvPr id="5" name="">
            <a:extLst xmlns:a="http://schemas.openxmlformats.org/drawingml/2006/main">
              <a:ext uri="{FF2B5EF4-FFF2-40B4-BE49-F238E27FC236}">
                <a16:creationId xmlns:a16="http://schemas.microsoft.com/office/drawing/2014/main" id="{7BAA61DD-52C5-430C-A3BD-C1604FF7383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70</a:t>
            </a:r>
          </a:p>
        </p:txBody>
      </p:sp>
    </p:spTree>
    <p:extLst>
      <p:ext uri="{BB962C8B-B14F-4D97-AF65-F5344CB8AC3E}">
        <p14:creationId xmlns:p14="http://schemas.microsoft.com/office/powerpoint/2010/main" val="595416424"/>
      </p:ext>
    </p:extLst>
  </p:cSld>
</p:sld>
</file>

<file path=ppt/slides/slide7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FAF9D1F-2481-4083-AFCC-A2909EAF68E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C097B62F-D5B2-426C-BFF9-4FE5360702C7}"/>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5교시 · 멈춤·누락·수신 실패</a:t>
            </a:r>
          </a:p>
        </p:txBody>
      </p:sp>
      <p:sp>
        <p:nvSpPr>
          <p:cNvPr id="3" name="">
            <a:extLst xmlns:a="http://schemas.openxmlformats.org/drawingml/2006/main">
              <a:ext uri="{FF2B5EF4-FFF2-40B4-BE49-F238E27FC236}">
                <a16:creationId xmlns:a16="http://schemas.microsoft.com/office/drawing/2014/main" id="{7B84ECCD-2695-46D5-96FB-2B46355592B3}"/>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15:00~15:50 · 50분</a:t>
            </a:r>
          </a:p>
        </p:txBody>
      </p:sp>
      <p:sp>
        <p:nvSpPr>
          <p:cNvPr id="4" name="">
            <a:extLst xmlns:a="http://schemas.openxmlformats.org/drawingml/2006/main">
              <a:ext uri="{FF2B5EF4-FFF2-40B4-BE49-F238E27FC236}">
                <a16:creationId xmlns:a16="http://schemas.microsoft.com/office/drawing/2014/main" id="{56C1D47E-9340-48F7-869C-835855FDB2C8}"/>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A13 · A14 · A15</a:t>
            </a:r>
          </a:p>
        </p:txBody>
      </p:sp>
      <p:sp>
        <p:nvSpPr>
          <p:cNvPr id="5" name="">
            <a:extLst xmlns:a="http://schemas.openxmlformats.org/drawingml/2006/main">
              <a:ext uri="{FF2B5EF4-FFF2-40B4-BE49-F238E27FC236}">
                <a16:creationId xmlns:a16="http://schemas.microsoft.com/office/drawing/2014/main" id="{53EF957B-9E6F-4420-8752-4BAEEA69E25C}"/>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3624D407-45FC-40CA-8025-319D7E7B268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71</a:t>
            </a:r>
          </a:p>
        </p:txBody>
      </p:sp>
    </p:spTree>
    <p:extLst>
      <p:ext uri="{BB962C8B-B14F-4D97-AF65-F5344CB8AC3E}">
        <p14:creationId xmlns:p14="http://schemas.microsoft.com/office/powerpoint/2010/main" val="1721733306"/>
      </p:ext>
    </p:extLst>
  </p:cSld>
</p:sld>
</file>

<file path=ppt/slides/slide7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E9E80B7-097F-49E5-99AB-BE89710AA97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15BB283D-B008-4933-A38F-504AC39543B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미측정과 값 누락</a:t>
            </a:r>
          </a:p>
        </p:txBody>
      </p:sp>
      <p:sp>
        <p:nvSpPr>
          <p:cNvPr id="3" name="">
            <a:extLst xmlns:a="http://schemas.openxmlformats.org/drawingml/2006/main">
              <a:ext uri="{FF2B5EF4-FFF2-40B4-BE49-F238E27FC236}">
                <a16:creationId xmlns:a16="http://schemas.microsoft.com/office/drawing/2014/main" id="{BAE1352C-7D70-4536-80E3-7380B76C192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정상 응답 안에 temperature_c=null이 있습니다.</a:t>
            </a:r>
          </a:p>
        </p:txBody>
      </p:sp>
      <p:sp>
        <p:nvSpPr>
          <p:cNvPr id="4" name="">
            <a:extLst xmlns:a="http://schemas.openxmlformats.org/drawingml/2006/main">
              <a:ext uri="{FF2B5EF4-FFF2-40B4-BE49-F238E27FC236}">
                <a16:creationId xmlns:a16="http://schemas.microsoft.com/office/drawing/2014/main" id="{228B31AD-39D9-47DB-9A6C-A2447DB3A68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0℃ 측정과 다릅니다.</a:t>
            </a:r>
          </a:p>
        </p:txBody>
      </p:sp>
      <p:sp>
        <p:nvSpPr>
          <p:cNvPr id="5" name="">
            <a:extLst xmlns:a="http://schemas.openxmlformats.org/drawingml/2006/main">
              <a:ext uri="{FF2B5EF4-FFF2-40B4-BE49-F238E27FC236}">
                <a16:creationId xmlns:a16="http://schemas.microsoft.com/office/drawing/2014/main" id="{13541F37-02CB-4E06-845A-E3A7DD55CB0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72</a:t>
            </a:r>
          </a:p>
        </p:txBody>
      </p:sp>
    </p:spTree>
    <p:extLst>
      <p:ext uri="{BB962C8B-B14F-4D97-AF65-F5344CB8AC3E}">
        <p14:creationId xmlns:p14="http://schemas.microsoft.com/office/powerpoint/2010/main" val="286524585"/>
      </p:ext>
    </p:extLst>
  </p:cSld>
</p:sld>
</file>

<file path=ppt/slides/slide7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D7974F3-BE96-4268-9B90-E4C66348245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362275A5-8E60-4A74-BF69-217013303CA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오래됨과 확인 시각</a:t>
            </a:r>
          </a:p>
        </p:txBody>
      </p:sp>
      <p:sp>
        <p:nvSpPr>
          <p:cNvPr id="3" name="">
            <a:extLst xmlns:a="http://schemas.openxmlformats.org/drawingml/2006/main">
              <a:ext uri="{FF2B5EF4-FFF2-40B4-BE49-F238E27FC236}">
                <a16:creationId xmlns:a16="http://schemas.microsoft.com/office/drawing/2014/main" id="{AC48D28D-415F-4BB5-BC21-3468ED04E87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새 기록 없이 확인 시각만 70초 이동합니다.</a:t>
            </a:r>
          </a:p>
        </p:txBody>
      </p:sp>
      <p:sp>
        <p:nvSpPr>
          <p:cNvPr id="4" name="">
            <a:extLst xmlns:a="http://schemas.openxmlformats.org/drawingml/2006/main">
              <a:ext uri="{FF2B5EF4-FFF2-40B4-BE49-F238E27FC236}">
                <a16:creationId xmlns:a16="http://schemas.microsoft.com/office/drawing/2014/main" id="{3824022C-B062-4BC9-9B07-335704BEF1C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실제 장치 통신을 끊은 실험은 아닙니다.</a:t>
            </a:r>
          </a:p>
        </p:txBody>
      </p:sp>
      <p:sp>
        <p:nvSpPr>
          <p:cNvPr id="5" name="">
            <a:extLst xmlns:a="http://schemas.openxmlformats.org/drawingml/2006/main">
              <a:ext uri="{FF2B5EF4-FFF2-40B4-BE49-F238E27FC236}">
                <a16:creationId xmlns:a16="http://schemas.microsoft.com/office/drawing/2014/main" id="{4D82E8EC-76EA-4A1D-B9D3-1D7A16FE00C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73</a:t>
            </a:r>
          </a:p>
        </p:txBody>
      </p:sp>
    </p:spTree>
    <p:extLst>
      <p:ext uri="{BB962C8B-B14F-4D97-AF65-F5344CB8AC3E}">
        <p14:creationId xmlns:p14="http://schemas.microsoft.com/office/powerpoint/2010/main" val="2120695314"/>
      </p:ext>
    </p:extLst>
  </p:cSld>
</p:sld>
</file>

<file path=ppt/slides/slide7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2BA8FD1-91B3-4E65-992F-A505885D191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26CEDA4D-4281-4C56-995F-C068F5DAB86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정지와 active=false</a:t>
            </a:r>
          </a:p>
        </p:txBody>
      </p:sp>
      <p:sp>
        <p:nvSpPr>
          <p:cNvPr id="3" name="">
            <a:extLst xmlns:a="http://schemas.openxmlformats.org/drawingml/2006/main">
              <a:ext uri="{FF2B5EF4-FFF2-40B4-BE49-F238E27FC236}">
                <a16:creationId xmlns:a16="http://schemas.microsoft.com/office/drawing/2014/main" id="{B0181AB6-3F55-4765-B356-4FF62160C15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active=false면 정지로 표시합니다.</a:t>
            </a:r>
          </a:p>
        </p:txBody>
      </p:sp>
      <p:sp>
        <p:nvSpPr>
          <p:cNvPr id="4" name="">
            <a:extLst xmlns:a="http://schemas.openxmlformats.org/drawingml/2006/main">
              <a:ext uri="{FF2B5EF4-FFF2-40B4-BE49-F238E27FC236}">
                <a16:creationId xmlns:a16="http://schemas.microsoft.com/office/drawing/2014/main" id="{D9932C32-9C63-4AE0-8B4E-E9B3DB7DD74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미측정이 함께 있으면 미측정이 먼저입니다.</a:t>
            </a:r>
          </a:p>
        </p:txBody>
      </p:sp>
      <p:sp>
        <p:nvSpPr>
          <p:cNvPr id="5" name="">
            <a:extLst xmlns:a="http://schemas.openxmlformats.org/drawingml/2006/main">
              <a:ext uri="{FF2B5EF4-FFF2-40B4-BE49-F238E27FC236}">
                <a16:creationId xmlns:a16="http://schemas.microsoft.com/office/drawing/2014/main" id="{A63CA1A6-49BB-4D95-85A9-BBC211E813B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74</a:t>
            </a:r>
          </a:p>
        </p:txBody>
      </p:sp>
    </p:spTree>
    <p:extLst>
      <p:ext uri="{BB962C8B-B14F-4D97-AF65-F5344CB8AC3E}">
        <p14:creationId xmlns:p14="http://schemas.microsoft.com/office/powerpoint/2010/main" val="744087429"/>
      </p:ext>
    </p:extLst>
  </p:cSld>
</p:sld>
</file>

<file path=ppt/slides/slide7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1BA018E-4048-4997-B604-2F23258E544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09CA44CA-5C04-4F79-838B-9D9F1E5EE73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통신 실패와 이전 값</a:t>
            </a:r>
          </a:p>
        </p:txBody>
      </p:sp>
      <p:sp>
        <p:nvSpPr>
          <p:cNvPr id="3" name="">
            <a:extLst xmlns:a="http://schemas.openxmlformats.org/drawingml/2006/main">
              <a:ext uri="{FF2B5EF4-FFF2-40B4-BE49-F238E27FC236}">
                <a16:creationId xmlns:a16="http://schemas.microsoft.com/office/drawing/2014/main" id="{AC1FC533-204F-477B-BC3D-5FAD99F648D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서버 연결 실패나 HTTP 오류를 알립니다.</a:t>
            </a:r>
          </a:p>
        </p:txBody>
      </p:sp>
      <p:sp>
        <p:nvSpPr>
          <p:cNvPr id="4" name="">
            <a:extLst xmlns:a="http://schemas.openxmlformats.org/drawingml/2006/main">
              <a:ext uri="{FF2B5EF4-FFF2-40B4-BE49-F238E27FC236}">
                <a16:creationId xmlns:a16="http://schemas.microsoft.com/office/drawing/2014/main" id="{99E16566-9781-4A6C-A2E1-01B682DE09C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이전 화면 값을 새 측정으로 읽지 않습니다.</a:t>
            </a:r>
          </a:p>
        </p:txBody>
      </p:sp>
      <p:sp>
        <p:nvSpPr>
          <p:cNvPr id="5" name="">
            <a:extLst xmlns:a="http://schemas.openxmlformats.org/drawingml/2006/main">
              <a:ext uri="{FF2B5EF4-FFF2-40B4-BE49-F238E27FC236}">
                <a16:creationId xmlns:a16="http://schemas.microsoft.com/office/drawing/2014/main" id="{6C4BA069-F95D-4211-83D3-53A41FCBC61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75</a:t>
            </a:r>
          </a:p>
        </p:txBody>
      </p:sp>
    </p:spTree>
    <p:extLst>
      <p:ext uri="{BB962C8B-B14F-4D97-AF65-F5344CB8AC3E}">
        <p14:creationId xmlns:p14="http://schemas.microsoft.com/office/powerpoint/2010/main" val="2017079379"/>
      </p:ext>
    </p:extLst>
  </p:cSld>
</p:sld>
</file>

<file path=ppt/slides/slide7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7C5C59E-F5FB-470E-893B-20978E2F0E1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B13750AF-9A8A-4586-85CD-079F95A1CD9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데이터 없음과 수신 실패</a:t>
            </a:r>
          </a:p>
        </p:txBody>
      </p:sp>
      <p:sp>
        <p:nvSpPr>
          <p:cNvPr id="3" name="">
            <a:extLst xmlns:a="http://schemas.openxmlformats.org/drawingml/2006/main">
              <a:ext uri="{FF2B5EF4-FFF2-40B4-BE49-F238E27FC236}">
                <a16:creationId xmlns:a16="http://schemas.microsoft.com/office/drawing/2014/main" id="{3DDAD2B5-CCF8-4E9C-98F9-8A58CB9056B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정상 빈 목록: 데이터 없음</a:t>
            </a:r>
          </a:p>
        </p:txBody>
      </p:sp>
      <p:sp>
        <p:nvSpPr>
          <p:cNvPr id="4" name="">
            <a:extLst xmlns:a="http://schemas.openxmlformats.org/drawingml/2006/main">
              <a:ext uri="{FF2B5EF4-FFF2-40B4-BE49-F238E27FC236}">
                <a16:creationId xmlns:a16="http://schemas.microsoft.com/office/drawing/2014/main" id="{AD7E79EC-30CE-42BA-9DEF-92E12130DEA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실패 응답: 수신 실패</a:t>
            </a:r>
          </a:p>
        </p:txBody>
      </p:sp>
      <p:sp>
        <p:nvSpPr>
          <p:cNvPr id="5" name="">
            <a:extLst xmlns:a="http://schemas.openxmlformats.org/drawingml/2006/main">
              <a:ext uri="{FF2B5EF4-FFF2-40B4-BE49-F238E27FC236}">
                <a16:creationId xmlns:a16="http://schemas.microsoft.com/office/drawing/2014/main" id="{2754D763-1028-49AB-B6AB-15DF96CF4D6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76</a:t>
            </a:r>
          </a:p>
        </p:txBody>
      </p:sp>
    </p:spTree>
    <p:extLst>
      <p:ext uri="{BB962C8B-B14F-4D97-AF65-F5344CB8AC3E}">
        <p14:creationId xmlns:p14="http://schemas.microsoft.com/office/powerpoint/2010/main" val="1044068052"/>
      </p:ext>
    </p:extLst>
  </p:cSld>
</p:sld>
</file>

<file path=ppt/slides/slide7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11CA22A-2B23-4D73-B695-57D01A335C5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834464C3-E294-4851-9E66-877D3BD0B94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HTTP 400과 입력 오류</a:t>
            </a:r>
          </a:p>
        </p:txBody>
      </p:sp>
      <p:sp>
        <p:nvSpPr>
          <p:cNvPr id="3" name="">
            <a:extLst xmlns:a="http://schemas.openxmlformats.org/drawingml/2006/main">
              <a:ext uri="{FF2B5EF4-FFF2-40B4-BE49-F238E27FC236}">
                <a16:creationId xmlns:a16="http://schemas.microsoft.com/office/drawing/2014/main" id="{8BD5F91B-A22E-4B15-A71B-704CB5BC2FA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문자열 온도 · 범위 · 불리언 · 시간대</a:t>
            </a:r>
          </a:p>
        </p:txBody>
      </p:sp>
      <p:sp>
        <p:nvSpPr>
          <p:cNvPr id="4" name="">
            <a:extLst xmlns:a="http://schemas.openxmlformats.org/drawingml/2006/main">
              <a:ext uri="{FF2B5EF4-FFF2-40B4-BE49-F238E27FC236}">
                <a16:creationId xmlns:a16="http://schemas.microsoft.com/office/drawing/2014/main" id="{F561AF5A-A408-44EF-80FD-D4367436AF7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거절 이유를 기록하고 원문을 고칩니다.</a:t>
            </a:r>
          </a:p>
        </p:txBody>
      </p:sp>
      <p:sp>
        <p:nvSpPr>
          <p:cNvPr id="5" name="">
            <a:extLst xmlns:a="http://schemas.openxmlformats.org/drawingml/2006/main">
              <a:ext uri="{FF2B5EF4-FFF2-40B4-BE49-F238E27FC236}">
                <a16:creationId xmlns:a16="http://schemas.microsoft.com/office/drawing/2014/main" id="{D244EC91-8BEA-4831-A6C7-2C344D3091C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77</a:t>
            </a:r>
          </a:p>
        </p:txBody>
      </p:sp>
    </p:spTree>
    <p:extLst>
      <p:ext uri="{BB962C8B-B14F-4D97-AF65-F5344CB8AC3E}">
        <p14:creationId xmlns:p14="http://schemas.microsoft.com/office/powerpoint/2010/main" val="1717619519"/>
      </p:ext>
    </p:extLst>
  </p:cSld>
</p:sld>
</file>

<file path=ppt/slides/slide7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C8A22E4-9E35-40E0-BB58-DF2777E85FF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FE38F631-DA40-4EAD-A558-564C585940D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실패 종류별 확인 대상</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상황</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화면 뜻</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먼저 확인</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null 응답</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미측정</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센서·자료</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정상 빈 목록</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데이터 없음</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필터·범위</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HTTP 400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입력 오류</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보낸 본문</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연결 실패</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수신 실패</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서버·포트</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BC392951-A3F1-46BB-8F5B-FF44C99FE8A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78</a:t>
            </a:r>
          </a:p>
        </p:txBody>
      </p:sp>
    </p:spTree>
    <p:extLst>
      <p:ext uri="{BB962C8B-B14F-4D97-AF65-F5344CB8AC3E}">
        <p14:creationId xmlns:p14="http://schemas.microsoft.com/office/powerpoint/2010/main" val="1329511726"/>
      </p:ext>
    </p:extLst>
  </p:cSld>
</p:sld>
</file>

<file path=ppt/slides/slide7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71FAFD7-4E56-4286-B931-65BC5E94A28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984E5193-38C8-4FE0-9D9D-AC6285453DD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B8ABEC76-2AB9-411F-A0C0-3101F041239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23℃가 화면에 남아 있어도</a:t>
            </a:r>
          </a:p>
        </p:txBody>
      </p:sp>
      <p:sp>
        <p:nvSpPr>
          <p:cNvPr id="4" name="">
            <a:extLst xmlns:a="http://schemas.openxmlformats.org/drawingml/2006/main">
              <a:ext uri="{FF2B5EF4-FFF2-40B4-BE49-F238E27FC236}">
                <a16:creationId xmlns:a16="http://schemas.microsoft.com/office/drawing/2014/main" id="{5D2BBA79-3E46-4CC1-B234-DC7CAAE8DF0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새 관찰을 받았다는 뜻은 아닙니다.</a:t>
            </a:r>
          </a:p>
        </p:txBody>
      </p:sp>
      <p:sp>
        <p:nvSpPr>
          <p:cNvPr id="5" name="">
            <a:extLst xmlns:a="http://schemas.openxmlformats.org/drawingml/2006/main">
              <a:ext uri="{FF2B5EF4-FFF2-40B4-BE49-F238E27FC236}">
                <a16:creationId xmlns:a16="http://schemas.microsoft.com/office/drawing/2014/main" id="{8EE8B2D7-6CF6-4E4D-A28D-3CDEA8BE366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79</a:t>
            </a:r>
          </a:p>
        </p:txBody>
      </p:sp>
    </p:spTree>
    <p:extLst>
      <p:ext uri="{BB962C8B-B14F-4D97-AF65-F5344CB8AC3E}">
        <p14:creationId xmlns:p14="http://schemas.microsoft.com/office/powerpoint/2010/main" val="1827046282"/>
      </p:ext>
    </p:extLst>
  </p:cSld>
</p:sld>
</file>

<file path=ppt/slides/slide8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18D1EF8-06DE-42C9-B9E2-290B874B296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8E21AA2E-C3BD-4FD7-94C7-4D13C3D4D66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9EE2AD64-605F-4FF2-8A37-0B2D1BF98C2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null 응답 · 빈 목록 · 연결 실패</a:t>
            </a:r>
          </a:p>
        </p:txBody>
      </p:sp>
      <p:sp>
        <p:nvSpPr>
          <p:cNvPr id="4" name="">
            <a:extLst xmlns:a="http://schemas.openxmlformats.org/drawingml/2006/main">
              <a:ext uri="{FF2B5EF4-FFF2-40B4-BE49-F238E27FC236}">
                <a16:creationId xmlns:a16="http://schemas.microsoft.com/office/drawing/2014/main" id="{70E37DD9-EB51-44E2-9B26-249BC3AD4E0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세 상황의 문구와 복구 대상을 쓰세요.</a:t>
            </a:r>
          </a:p>
        </p:txBody>
      </p:sp>
      <p:sp>
        <p:nvSpPr>
          <p:cNvPr id="5" name="">
            <a:extLst xmlns:a="http://schemas.openxmlformats.org/drawingml/2006/main">
              <a:ext uri="{FF2B5EF4-FFF2-40B4-BE49-F238E27FC236}">
                <a16:creationId xmlns:a16="http://schemas.microsoft.com/office/drawing/2014/main" id="{D792A3A1-CA1F-46B3-B00C-3234F869F35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80</a:t>
            </a:r>
          </a:p>
        </p:txBody>
      </p:sp>
    </p:spTree>
    <p:extLst>
      <p:ext uri="{BB962C8B-B14F-4D97-AF65-F5344CB8AC3E}">
        <p14:creationId xmlns:p14="http://schemas.microsoft.com/office/powerpoint/2010/main" val="1334613144"/>
      </p:ext>
    </p:extLst>
  </p:cSld>
</p:sld>
</file>

<file path=ppt/slides/slide8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B299184-E3C4-4B63-9A3B-CA2539891B9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16F8B256-7AC3-416A-A0F3-C9A4D8F9EF8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69AF56AF-FEAE-4628-85A2-79D60C9D14CA}"/>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미측정: 자료 확인</a:t>
            </a:r>
          </a:p>
        </p:txBody>
      </p:sp>
      <p:sp>
        <p:nvSpPr>
          <p:cNvPr id="4" name="">
            <a:extLst xmlns:a="http://schemas.openxmlformats.org/drawingml/2006/main">
              <a:ext uri="{FF2B5EF4-FFF2-40B4-BE49-F238E27FC236}">
                <a16:creationId xmlns:a16="http://schemas.microsoft.com/office/drawing/2014/main" id="{77D18F2A-FFA4-4333-8846-2E04F22C977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데이터 없음: 필터·범위 확인</a:t>
            </a:r>
          </a:p>
        </p:txBody>
      </p:sp>
      <p:sp>
        <p:nvSpPr>
          <p:cNvPr id="5" name="">
            <a:extLst xmlns:a="http://schemas.openxmlformats.org/drawingml/2006/main">
              <a:ext uri="{FF2B5EF4-FFF2-40B4-BE49-F238E27FC236}">
                <a16:creationId xmlns:a16="http://schemas.microsoft.com/office/drawing/2014/main" id="{EB07DEA7-8E82-4647-987E-B0DF546AB03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수신 실패: 서버·포트 확인</a:t>
            </a:r>
          </a:p>
        </p:txBody>
      </p:sp>
      <p:sp>
        <p:nvSpPr>
          <p:cNvPr id="6" name="">
            <a:extLst xmlns:a="http://schemas.openxmlformats.org/drawingml/2006/main">
              <a:ext uri="{FF2B5EF4-FFF2-40B4-BE49-F238E27FC236}">
                <a16:creationId xmlns:a16="http://schemas.microsoft.com/office/drawing/2014/main" id="{D8364FC4-5E2C-4D63-AE86-C73DD67272D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81</a:t>
            </a:r>
          </a:p>
        </p:txBody>
      </p:sp>
    </p:spTree>
    <p:extLst>
      <p:ext uri="{BB962C8B-B14F-4D97-AF65-F5344CB8AC3E}">
        <p14:creationId xmlns:p14="http://schemas.microsoft.com/office/powerpoint/2010/main" val="2143649992"/>
      </p:ext>
    </p:extLst>
  </p:cSld>
</p:sld>
</file>

<file path=ppt/slides/slide8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A518630-2388-4D73-9440-320ACB2A22D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1E6A876F-05B5-4330-8105-4798EA6D962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F451CF42-276C-479E-AB28-A2F0B553AB2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확인 시각만 70초 이동합니다.</a:t>
            </a:r>
          </a:p>
        </p:txBody>
      </p:sp>
      <p:sp>
        <p:nvSpPr>
          <p:cNvPr id="4" name="">
            <a:extLst xmlns:a="http://schemas.openxmlformats.org/drawingml/2006/main">
              <a:ext uri="{FF2B5EF4-FFF2-40B4-BE49-F238E27FC236}">
                <a16:creationId xmlns:a16="http://schemas.microsoft.com/office/drawing/2014/main" id="{954A68F6-2569-49E3-A1A2-B38E867FF27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측정 10초 전 기록은 시간차 80초가 됩니다.</a:t>
            </a:r>
          </a:p>
        </p:txBody>
      </p:sp>
      <p:sp>
        <p:nvSpPr>
          <p:cNvPr id="5" name="">
            <a:extLst xmlns:a="http://schemas.openxmlformats.org/drawingml/2006/main">
              <a:ext uri="{FF2B5EF4-FFF2-40B4-BE49-F238E27FC236}">
                <a16:creationId xmlns:a16="http://schemas.microsoft.com/office/drawing/2014/main" id="{231BA9C4-0CB2-45DD-8615-26CFDC4873D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82</a:t>
            </a:r>
          </a:p>
        </p:txBody>
      </p:sp>
    </p:spTree>
    <p:extLst>
      <p:ext uri="{BB962C8B-B14F-4D97-AF65-F5344CB8AC3E}">
        <p14:creationId xmlns:p14="http://schemas.microsoft.com/office/powerpoint/2010/main" val="2068545685"/>
      </p:ext>
    </p:extLst>
  </p:cSld>
</p:sld>
</file>

<file path=ppt/slides/slide8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DD44897-D822-43E3-A333-AAD956AC568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CEA2490E-A19C-4D03-B654-1200AA7F53A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7262122A-7648-437D-99ED-539F5AA8EDD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모든 오류를 빈 목록으로 바꾸지 않습니다.</a:t>
            </a:r>
          </a:p>
        </p:txBody>
      </p:sp>
      <p:sp>
        <p:nvSpPr>
          <p:cNvPr id="4" name="">
            <a:extLst xmlns:a="http://schemas.openxmlformats.org/drawingml/2006/main">
              <a:ext uri="{FF2B5EF4-FFF2-40B4-BE49-F238E27FC236}">
                <a16:creationId xmlns:a16="http://schemas.microsoft.com/office/drawing/2014/main" id="{5AB9C774-A682-43D5-BE8A-6096EFD7672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장애와 실제 데이터 부재가 섞입니다.</a:t>
            </a:r>
          </a:p>
        </p:txBody>
      </p:sp>
      <p:sp>
        <p:nvSpPr>
          <p:cNvPr id="5" name="">
            <a:extLst xmlns:a="http://schemas.openxmlformats.org/drawingml/2006/main">
              <a:ext uri="{FF2B5EF4-FFF2-40B4-BE49-F238E27FC236}">
                <a16:creationId xmlns:a16="http://schemas.microsoft.com/office/drawing/2014/main" id="{13372F0D-CC56-4FC1-9763-90BAEEDC40F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83</a:t>
            </a:r>
          </a:p>
        </p:txBody>
      </p:sp>
    </p:spTree>
    <p:extLst>
      <p:ext uri="{BB962C8B-B14F-4D97-AF65-F5344CB8AC3E}">
        <p14:creationId xmlns:p14="http://schemas.microsoft.com/office/powerpoint/2010/main" val="263923990"/>
      </p:ext>
    </p:extLst>
  </p:cSld>
</p:sld>
</file>

<file path=ppt/slides/slide8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A1D6BBD-6DF8-480A-88E9-FBB06B6F9A4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53EAF852-7446-4328-9F97-DE30CAB7087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C3F0D135-C246-4F94-BD32-8121F4F6EE9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미측정과 수신 실패의 차이를 말해 봅시다.</a:t>
            </a:r>
          </a:p>
        </p:txBody>
      </p:sp>
      <p:sp>
        <p:nvSpPr>
          <p:cNvPr id="4" name="">
            <a:extLst xmlns:a="http://schemas.openxmlformats.org/drawingml/2006/main">
              <a:ext uri="{FF2B5EF4-FFF2-40B4-BE49-F238E27FC236}">
                <a16:creationId xmlns:a16="http://schemas.microsoft.com/office/drawing/2014/main" id="{6C6AF388-F040-4E65-AB36-49A1D0DFDDC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이전 값을 남기는 이유와 한계도 설명합니다.</a:t>
            </a:r>
          </a:p>
        </p:txBody>
      </p:sp>
      <p:sp>
        <p:nvSpPr>
          <p:cNvPr id="5" name="">
            <a:extLst xmlns:a="http://schemas.openxmlformats.org/drawingml/2006/main">
              <a:ext uri="{FF2B5EF4-FFF2-40B4-BE49-F238E27FC236}">
                <a16:creationId xmlns:a16="http://schemas.microsoft.com/office/drawing/2014/main" id="{48BEE919-1859-4450-87AF-B039C3D583E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84</a:t>
            </a:r>
          </a:p>
        </p:txBody>
      </p:sp>
    </p:spTree>
    <p:extLst>
      <p:ext uri="{BB962C8B-B14F-4D97-AF65-F5344CB8AC3E}">
        <p14:creationId xmlns:p14="http://schemas.microsoft.com/office/powerpoint/2010/main" val="395767750"/>
      </p:ext>
    </p:extLst>
  </p:cSld>
</p:sld>
</file>

<file path=ppt/slides/slide8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164F577-D865-4E2A-9C82-D392FF0C36F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2B554C68-CF8C-468A-AEA7-29ACF6E7079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BE5FCFBB-0AAE-472B-9F3F-76EFB606A15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추가·도전: 실패 뒤 정상 수신으로 복구</a:t>
            </a:r>
          </a:p>
        </p:txBody>
      </p:sp>
      <p:sp>
        <p:nvSpPr>
          <p:cNvPr id="4" name="">
            <a:extLst xmlns:a="http://schemas.openxmlformats.org/drawingml/2006/main">
              <a:ext uri="{FF2B5EF4-FFF2-40B4-BE49-F238E27FC236}">
                <a16:creationId xmlns:a16="http://schemas.microsoft.com/office/drawing/2014/main" id="{7AEA1644-1530-4624-9566-B8DDC5D0421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메시지·행 수·값·시각을 다시 확인하세요.</a:t>
            </a:r>
          </a:p>
        </p:txBody>
      </p:sp>
      <p:sp>
        <p:nvSpPr>
          <p:cNvPr id="5" name="">
            <a:extLst xmlns:a="http://schemas.openxmlformats.org/drawingml/2006/main">
              <a:ext uri="{FF2B5EF4-FFF2-40B4-BE49-F238E27FC236}">
                <a16:creationId xmlns:a16="http://schemas.microsoft.com/office/drawing/2014/main" id="{E118C056-D6AB-4C36-A947-F50FB872455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85</a:t>
            </a:r>
          </a:p>
        </p:txBody>
      </p:sp>
    </p:spTree>
    <p:extLst>
      <p:ext uri="{BB962C8B-B14F-4D97-AF65-F5344CB8AC3E}">
        <p14:creationId xmlns:p14="http://schemas.microsoft.com/office/powerpoint/2010/main" val="1740042494"/>
      </p:ext>
    </p:extLst>
  </p:cSld>
</p:sld>
</file>

<file path=ppt/slides/slide86.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2AFE23-196C-45C7-A7F3-D450E5B96FB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22AB0318-B5C2-49CC-801C-EFD5D924F954}"/>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6교시 · 대시보드 검수와 인수인계</a:t>
            </a:r>
          </a:p>
        </p:txBody>
      </p:sp>
      <p:sp>
        <p:nvSpPr>
          <p:cNvPr id="3" name="">
            <a:extLst xmlns:a="http://schemas.openxmlformats.org/drawingml/2006/main">
              <a:ext uri="{FF2B5EF4-FFF2-40B4-BE49-F238E27FC236}">
                <a16:creationId xmlns:a16="http://schemas.microsoft.com/office/drawing/2014/main" id="{83C952F0-4235-4942-A09B-91A93E487854}"/>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16:00~16:50 · 50분</a:t>
            </a:r>
          </a:p>
        </p:txBody>
      </p:sp>
      <p:sp>
        <p:nvSpPr>
          <p:cNvPr id="4" name="">
            <a:extLst xmlns:a="http://schemas.openxmlformats.org/drawingml/2006/main">
              <a:ext uri="{FF2B5EF4-FFF2-40B4-BE49-F238E27FC236}">
                <a16:creationId xmlns:a16="http://schemas.microsoft.com/office/drawing/2014/main" id="{95077EA5-2F9C-4002-AADE-FED19021BF09}"/>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A16 · A17 · A18</a:t>
            </a:r>
          </a:p>
        </p:txBody>
      </p:sp>
      <p:sp>
        <p:nvSpPr>
          <p:cNvPr id="5" name="">
            <a:extLst xmlns:a="http://schemas.openxmlformats.org/drawingml/2006/main">
              <a:ext uri="{FF2B5EF4-FFF2-40B4-BE49-F238E27FC236}">
                <a16:creationId xmlns:a16="http://schemas.microsoft.com/office/drawing/2014/main" id="{F694B595-7068-4102-8BB5-8003021D92D7}"/>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74D38808-C283-496B-BA0B-8EBDCA40A3C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86</a:t>
            </a:r>
          </a:p>
        </p:txBody>
      </p:sp>
    </p:spTree>
    <p:extLst>
      <p:ext uri="{BB962C8B-B14F-4D97-AF65-F5344CB8AC3E}">
        <p14:creationId xmlns:p14="http://schemas.microsoft.com/office/powerpoint/2010/main" val="1737380654"/>
      </p:ext>
    </p:extLst>
  </p:cSld>
</p:sld>
</file>

<file path=ppt/slides/slide8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C41B2EB-AA51-46FE-A231-84C1F292C88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FA40E41F-5322-4720-B17B-2E3D75D7E9E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동료 재실행 기준</a:t>
            </a:r>
          </a:p>
        </p:txBody>
      </p:sp>
      <p:sp>
        <p:nvSpPr>
          <p:cNvPr id="3" name="">
            <a:extLst xmlns:a="http://schemas.openxmlformats.org/drawingml/2006/main">
              <a:ext uri="{FF2B5EF4-FFF2-40B4-BE49-F238E27FC236}">
                <a16:creationId xmlns:a16="http://schemas.microsoft.com/office/drawing/2014/main" id="{DC448666-0F15-4C5A-8CAA-429BAA6AD96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시작 폴더 · 명령 · 주소 · 종료 방법</a:t>
            </a:r>
          </a:p>
        </p:txBody>
      </p:sp>
      <p:sp>
        <p:nvSpPr>
          <p:cNvPr id="4" name="">
            <a:extLst xmlns:a="http://schemas.openxmlformats.org/drawingml/2006/main">
              <a:ext uri="{FF2B5EF4-FFF2-40B4-BE49-F238E27FC236}">
                <a16:creationId xmlns:a16="http://schemas.microsoft.com/office/drawing/2014/main" id="{94C9005C-1262-4BB2-8591-E1CEAD93A98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기대 결과와 오류 복구를 같이 줍니다.</a:t>
            </a:r>
          </a:p>
        </p:txBody>
      </p:sp>
      <p:sp>
        <p:nvSpPr>
          <p:cNvPr id="5" name="">
            <a:extLst xmlns:a="http://schemas.openxmlformats.org/drawingml/2006/main">
              <a:ext uri="{FF2B5EF4-FFF2-40B4-BE49-F238E27FC236}">
                <a16:creationId xmlns:a16="http://schemas.microsoft.com/office/drawing/2014/main" id="{C8CB80F9-85AD-4503-81DC-A7E62C65367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87</a:t>
            </a:r>
          </a:p>
        </p:txBody>
      </p:sp>
    </p:spTree>
    <p:extLst>
      <p:ext uri="{BB962C8B-B14F-4D97-AF65-F5344CB8AC3E}">
        <p14:creationId xmlns:p14="http://schemas.microsoft.com/office/powerpoint/2010/main" val="1926853348"/>
      </p:ext>
    </p:extLst>
  </p:cSld>
</p:sld>
</file>

<file path=ppt/slides/slide8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172B707-54D9-459A-86B3-915B88A620B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A206B314-4C38-46F5-97F0-17F4329EA52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초기 기록의 확인값</a:t>
            </a:r>
          </a:p>
        </p:txBody>
      </p:sp>
      <p:sp>
        <p:nvSpPr>
          <p:cNvPr id="3" name="">
            <a:extLst xmlns:a="http://schemas.openxmlformats.org/drawingml/2006/main">
              <a:ext uri="{FF2B5EF4-FFF2-40B4-BE49-F238E27FC236}">
                <a16:creationId xmlns:a16="http://schemas.microsoft.com/office/drawing/2014/main" id="{48C40FB1-F9F0-43AC-A554-C02EE738A68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이력 5건 · 센서 4개</a:t>
            </a:r>
          </a:p>
        </p:txBody>
      </p:sp>
      <p:sp>
        <p:nvSpPr>
          <p:cNvPr id="4" name="">
            <a:extLst xmlns:a="http://schemas.openxmlformats.org/drawingml/2006/main">
              <a:ext uri="{FF2B5EF4-FFF2-40B4-BE49-F238E27FC236}">
                <a16:creationId xmlns:a16="http://schemas.microsoft.com/office/drawing/2014/main" id="{C0C42223-26FA-40AB-9934-588D6188E7B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S01 최신값은 22.8입니다.</a:t>
            </a:r>
          </a:p>
        </p:txBody>
      </p:sp>
      <p:sp>
        <p:nvSpPr>
          <p:cNvPr id="5" name="">
            <a:extLst xmlns:a="http://schemas.openxmlformats.org/drawingml/2006/main">
              <a:ext uri="{FF2B5EF4-FFF2-40B4-BE49-F238E27FC236}">
                <a16:creationId xmlns:a16="http://schemas.microsoft.com/office/drawing/2014/main" id="{A5A10BBC-67A6-4E44-9BAF-0178E67D78F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88</a:t>
            </a:r>
          </a:p>
        </p:txBody>
      </p:sp>
    </p:spTree>
    <p:extLst>
      <p:ext uri="{BB962C8B-B14F-4D97-AF65-F5344CB8AC3E}">
        <p14:creationId xmlns:p14="http://schemas.microsoft.com/office/powerpoint/2010/main" val="635559777"/>
      </p:ext>
    </p:extLst>
  </p:cSld>
</p:sld>
</file>

<file path=ppt/slides/slide8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4F9336D-41CD-4784-A820-D156331850B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57A84EC2-1195-4F1E-8779-018C5D4838C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수락 뒤 목록과 최신값</a:t>
            </a:r>
          </a:p>
        </p:txBody>
      </p:sp>
      <p:sp>
        <p:nvSpPr>
          <p:cNvPr id="3" name="">
            <a:extLst xmlns:a="http://schemas.openxmlformats.org/drawingml/2006/main">
              <a:ext uri="{FF2B5EF4-FFF2-40B4-BE49-F238E27FC236}">
                <a16:creationId xmlns:a16="http://schemas.microsoft.com/office/drawing/2014/main" id="{CB277EF5-94D7-41AB-A87C-F58BA47BB0C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POST 201 → GET 목록 증가</a:t>
            </a:r>
          </a:p>
        </p:txBody>
      </p:sp>
      <p:sp>
        <p:nvSpPr>
          <p:cNvPr id="4" name="">
            <a:extLst xmlns:a="http://schemas.openxmlformats.org/drawingml/2006/main">
              <a:ext uri="{FF2B5EF4-FFF2-40B4-BE49-F238E27FC236}">
                <a16:creationId xmlns:a16="http://schemas.microsoft.com/office/drawing/2014/main" id="{E42E9675-D8E1-4BFE-BE79-F79945D9046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과거 기록이면 최신값은 유지될 수 있습니다.</a:t>
            </a:r>
          </a:p>
        </p:txBody>
      </p:sp>
      <p:sp>
        <p:nvSpPr>
          <p:cNvPr id="5" name="">
            <a:extLst xmlns:a="http://schemas.openxmlformats.org/drawingml/2006/main">
              <a:ext uri="{FF2B5EF4-FFF2-40B4-BE49-F238E27FC236}">
                <a16:creationId xmlns:a16="http://schemas.microsoft.com/office/drawing/2014/main" id="{8419567E-1836-4614-B10D-D6A30B2D17E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89</a:t>
            </a:r>
          </a:p>
        </p:txBody>
      </p:sp>
    </p:spTree>
    <p:extLst>
      <p:ext uri="{BB962C8B-B14F-4D97-AF65-F5344CB8AC3E}">
        <p14:creationId xmlns:p14="http://schemas.microsoft.com/office/powerpoint/2010/main" val="220691636"/>
      </p:ext>
    </p:extLst>
  </p:cSld>
</p:sld>
</file>

<file path=ppt/slides/slide9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870276C-FCE4-4CE4-BB8F-C7B6B189EFC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A9F0CF37-C0A1-4356-A7BD-04AB7ABAE31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메모리 저장과 재시작</a:t>
            </a:r>
          </a:p>
        </p:txBody>
      </p:sp>
      <p:sp>
        <p:nvSpPr>
          <p:cNvPr id="3" name="">
            <a:extLst xmlns:a="http://schemas.openxmlformats.org/drawingml/2006/main">
              <a:ext uri="{FF2B5EF4-FFF2-40B4-BE49-F238E27FC236}">
                <a16:creationId xmlns:a16="http://schemas.microsoft.com/office/drawing/2014/main" id="{BEF7E0DD-D7B3-4C49-8140-EE3FA6B8C78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현재 서버는 메모리 저장입니다.</a:t>
            </a:r>
          </a:p>
        </p:txBody>
      </p:sp>
      <p:sp>
        <p:nvSpPr>
          <p:cNvPr id="4" name="">
            <a:extLst xmlns:a="http://schemas.openxmlformats.org/drawingml/2006/main">
              <a:ext uri="{FF2B5EF4-FFF2-40B4-BE49-F238E27FC236}">
                <a16:creationId xmlns:a16="http://schemas.microsoft.com/office/drawing/2014/main" id="{5E2671B8-DFD6-479C-A649-CAE94824E8B9}"/>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재시작하면 초기 자료로 돌아갑니다.</a:t>
            </a:r>
          </a:p>
        </p:txBody>
      </p:sp>
      <p:sp>
        <p:nvSpPr>
          <p:cNvPr id="5" name="">
            <a:extLst xmlns:a="http://schemas.openxmlformats.org/drawingml/2006/main">
              <a:ext uri="{FF2B5EF4-FFF2-40B4-BE49-F238E27FC236}">
                <a16:creationId xmlns:a16="http://schemas.microsoft.com/office/drawing/2014/main" id="{640A8114-9C62-413B-9CB5-2CC4EF0C0FB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90</a:t>
            </a:r>
          </a:p>
        </p:txBody>
      </p:sp>
    </p:spTree>
    <p:extLst>
      <p:ext uri="{BB962C8B-B14F-4D97-AF65-F5344CB8AC3E}">
        <p14:creationId xmlns:p14="http://schemas.microsoft.com/office/powerpoint/2010/main" val="1302043594"/>
      </p:ext>
    </p:extLst>
  </p:cSld>
</p:sld>
</file>

<file path=ppt/slides/slide9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B439F4A-14C6-428D-9D24-30679EB69CF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E66E8881-15B8-49DF-9DCA-C37DD9A1669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단위·시각·상태 문구</a:t>
            </a:r>
          </a:p>
        </p:txBody>
      </p:sp>
      <p:sp>
        <p:nvSpPr>
          <p:cNvPr id="3" name="">
            <a:extLst xmlns:a="http://schemas.openxmlformats.org/drawingml/2006/main">
              <a:ext uri="{FF2B5EF4-FFF2-40B4-BE49-F238E27FC236}">
                <a16:creationId xmlns:a16="http://schemas.microsoft.com/office/drawing/2014/main" id="{52D3ED41-F3CC-45C2-9C39-FF621F95E1B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단위 · 시각 · 상태 문구</a:t>
            </a:r>
          </a:p>
        </p:txBody>
      </p:sp>
      <p:sp>
        <p:nvSpPr>
          <p:cNvPr id="4" name="">
            <a:extLst xmlns:a="http://schemas.openxmlformats.org/drawingml/2006/main">
              <a:ext uri="{FF2B5EF4-FFF2-40B4-BE49-F238E27FC236}">
                <a16:creationId xmlns:a16="http://schemas.microsoft.com/office/drawing/2014/main" id="{5DA69960-E4F2-434F-9DBE-617765C9B47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색만으로 판단하게 하지 않습니다.</a:t>
            </a:r>
          </a:p>
        </p:txBody>
      </p:sp>
      <p:sp>
        <p:nvSpPr>
          <p:cNvPr id="5" name="">
            <a:extLst xmlns:a="http://schemas.openxmlformats.org/drawingml/2006/main">
              <a:ext uri="{FF2B5EF4-FFF2-40B4-BE49-F238E27FC236}">
                <a16:creationId xmlns:a16="http://schemas.microsoft.com/office/drawing/2014/main" id="{6AE9BEB6-7BEF-42A9-8939-973721DC63D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91</a:t>
            </a:r>
          </a:p>
        </p:txBody>
      </p:sp>
    </p:spTree>
    <p:extLst>
      <p:ext uri="{BB962C8B-B14F-4D97-AF65-F5344CB8AC3E}">
        <p14:creationId xmlns:p14="http://schemas.microsoft.com/office/powerpoint/2010/main" val="2028277359"/>
      </p:ext>
    </p:extLst>
  </p:cSld>
</p:sld>
</file>

<file path=ppt/slides/slide9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3B83029-1435-4F88-9DFD-3034D07453A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4A25DEDE-F2CA-4EF5-B80D-4F91139A2DE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실물 연결의 후속 조건</a:t>
            </a:r>
          </a:p>
        </p:txBody>
      </p:sp>
      <p:sp>
        <p:nvSpPr>
          <p:cNvPr id="3" name="">
            <a:extLst xmlns:a="http://schemas.openxmlformats.org/drawingml/2006/main">
              <a:ext uri="{FF2B5EF4-FFF2-40B4-BE49-F238E27FC236}">
                <a16:creationId xmlns:a16="http://schemas.microsoft.com/office/drawing/2014/main" id="{A2E7B7D1-0C97-4672-B5B4-452B0EFE673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장치 ID · 시간 · 중복 · 전송 실패</a:t>
            </a:r>
          </a:p>
        </p:txBody>
      </p:sp>
      <p:sp>
        <p:nvSpPr>
          <p:cNvPr id="4" name="">
            <a:extLst xmlns:a="http://schemas.openxmlformats.org/drawingml/2006/main">
              <a:ext uri="{FF2B5EF4-FFF2-40B4-BE49-F238E27FC236}">
                <a16:creationId xmlns:a16="http://schemas.microsoft.com/office/drawing/2014/main" id="{B11ADB3F-B65B-4DF1-A6F9-49A337E9A89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센서·외부망·지속 저장은 별도입니다.</a:t>
            </a:r>
          </a:p>
        </p:txBody>
      </p:sp>
      <p:sp>
        <p:nvSpPr>
          <p:cNvPr id="5" name="">
            <a:extLst xmlns:a="http://schemas.openxmlformats.org/drawingml/2006/main">
              <a:ext uri="{FF2B5EF4-FFF2-40B4-BE49-F238E27FC236}">
                <a16:creationId xmlns:a16="http://schemas.microsoft.com/office/drawing/2014/main" id="{02C64CEB-C909-4AC6-8388-1B224881064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92</a:t>
            </a:r>
          </a:p>
        </p:txBody>
      </p:sp>
    </p:spTree>
    <p:extLst>
      <p:ext uri="{BB962C8B-B14F-4D97-AF65-F5344CB8AC3E}">
        <p14:creationId xmlns:p14="http://schemas.microsoft.com/office/powerpoint/2010/main" val="793390388"/>
      </p:ext>
    </p:extLst>
  </p:cSld>
</p:sld>
</file>

<file path=ppt/slides/slide9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6620FF4-0579-4DC9-9774-9482C373398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10CD8678-ABCD-462B-9476-382C139968E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다음 사람이 받을 실행 묶음</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파일</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확인할 역할</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code/</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화면·API·모델</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data/</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초기·새 입력</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work/</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학생 복사본·기록</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시험표</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기대·관찰·미실행</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71600F49-07D0-47D0-A53A-F8D9B34999D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93</a:t>
            </a:r>
          </a:p>
        </p:txBody>
      </p:sp>
    </p:spTree>
    <p:extLst>
      <p:ext uri="{BB962C8B-B14F-4D97-AF65-F5344CB8AC3E}">
        <p14:creationId xmlns:p14="http://schemas.microsoft.com/office/powerpoint/2010/main" val="1866145904"/>
      </p:ext>
    </p:extLst>
  </p:cSld>
</p:sld>
</file>

<file path=ppt/slides/slide9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8C39674-0060-4363-8162-453E22B1941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730C69FA-A1DB-488C-983D-9A6634F9E0E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8681A0D7-6D46-4EF9-A420-FEB6A9BB1AA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같은 자료로 같은 결과를 다시 얻습니다.</a:t>
            </a:r>
          </a:p>
        </p:txBody>
      </p:sp>
      <p:sp>
        <p:nvSpPr>
          <p:cNvPr id="4" name="">
            <a:extLst xmlns:a="http://schemas.openxmlformats.org/drawingml/2006/main">
              <a:ext uri="{FF2B5EF4-FFF2-40B4-BE49-F238E27FC236}">
                <a16:creationId xmlns:a16="http://schemas.microsoft.com/office/drawing/2014/main" id="{0A3F64C9-22D0-4662-A116-8DC2F6F2A0A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수신·화면·실물 증거를 나눠 기록합니다.</a:t>
            </a:r>
          </a:p>
        </p:txBody>
      </p:sp>
      <p:sp>
        <p:nvSpPr>
          <p:cNvPr id="5" name="">
            <a:extLst xmlns:a="http://schemas.openxmlformats.org/drawingml/2006/main">
              <a:ext uri="{FF2B5EF4-FFF2-40B4-BE49-F238E27FC236}">
                <a16:creationId xmlns:a16="http://schemas.microsoft.com/office/drawing/2014/main" id="{07E48F66-6E58-409D-B7F0-07F7A4F9993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94</a:t>
            </a:r>
          </a:p>
        </p:txBody>
      </p:sp>
    </p:spTree>
    <p:extLst>
      <p:ext uri="{BB962C8B-B14F-4D97-AF65-F5344CB8AC3E}">
        <p14:creationId xmlns:p14="http://schemas.microsoft.com/office/powerpoint/2010/main" val="1411373608"/>
      </p:ext>
    </p:extLst>
  </p:cSld>
</p:sld>
</file>

<file path=ppt/slides/slide9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CC2B908-8FF6-4746-A988-05471A16080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EA076F90-25E7-4EF7-B88B-FEEF71962C5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D1AAA52B-5DF0-4C99-8A12-917923B0FDC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재시작하자 추가 기록이 사라졌습니다.</a:t>
            </a:r>
          </a:p>
        </p:txBody>
      </p:sp>
      <p:sp>
        <p:nvSpPr>
          <p:cNvPr id="4" name="">
            <a:extLst xmlns:a="http://schemas.openxmlformats.org/drawingml/2006/main">
              <a:ext uri="{FF2B5EF4-FFF2-40B4-BE49-F238E27FC236}">
                <a16:creationId xmlns:a16="http://schemas.microsoft.com/office/drawing/2014/main" id="{4308FC79-2757-468E-97B7-4F1E315F89B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현재 설계와 필요한 후속 작업을 쓰세요.</a:t>
            </a:r>
          </a:p>
        </p:txBody>
      </p:sp>
      <p:sp>
        <p:nvSpPr>
          <p:cNvPr id="5" name="">
            <a:extLst xmlns:a="http://schemas.openxmlformats.org/drawingml/2006/main">
              <a:ext uri="{FF2B5EF4-FFF2-40B4-BE49-F238E27FC236}">
                <a16:creationId xmlns:a16="http://schemas.microsoft.com/office/drawing/2014/main" id="{9FC154C1-0EAD-4808-BF3F-3461AECF6A2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95</a:t>
            </a:r>
          </a:p>
        </p:txBody>
      </p:sp>
    </p:spTree>
    <p:extLst>
      <p:ext uri="{BB962C8B-B14F-4D97-AF65-F5344CB8AC3E}">
        <p14:creationId xmlns:p14="http://schemas.microsoft.com/office/powerpoint/2010/main" val="1970099355"/>
      </p:ext>
    </p:extLst>
  </p:cSld>
</p:sld>
</file>

<file path=ppt/slides/slide9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2E020B8-5F86-4A2B-A39A-0CBA7CC9876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2DBCB397-069C-4EAB-87B5-4462892CE70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3789064D-76C9-46A0-9393-8C57E4B9158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현재 기록은 메모리에만 있습니다.</a:t>
            </a:r>
          </a:p>
        </p:txBody>
      </p:sp>
      <p:sp>
        <p:nvSpPr>
          <p:cNvPr id="4" name="">
            <a:extLst xmlns:a="http://schemas.openxmlformats.org/drawingml/2006/main">
              <a:ext uri="{FF2B5EF4-FFF2-40B4-BE49-F238E27FC236}">
                <a16:creationId xmlns:a16="http://schemas.microsoft.com/office/drawing/2014/main" id="{57370463-7CA0-42CA-9529-D836AB2D29F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영구 저장과 재시작 복원 시험이 필요합니다.</a:t>
            </a:r>
          </a:p>
        </p:txBody>
      </p:sp>
      <p:sp>
        <p:nvSpPr>
          <p:cNvPr id="5" name="">
            <a:extLst xmlns:a="http://schemas.openxmlformats.org/drawingml/2006/main">
              <a:ext uri="{FF2B5EF4-FFF2-40B4-BE49-F238E27FC236}">
                <a16:creationId xmlns:a16="http://schemas.microsoft.com/office/drawing/2014/main" id="{C6D9B3D0-EF32-4BE2-B28B-087111D191E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96</a:t>
            </a:r>
          </a:p>
        </p:txBody>
      </p:sp>
    </p:spTree>
    <p:extLst>
      <p:ext uri="{BB962C8B-B14F-4D97-AF65-F5344CB8AC3E}">
        <p14:creationId xmlns:p14="http://schemas.microsoft.com/office/powerpoint/2010/main" val="1839682712"/>
      </p:ext>
    </p:extLst>
  </p:cSld>
</p:sld>
</file>

<file path=ppt/slides/slide9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99FB446-2397-49D1-8E7A-F906365DFA6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725870A7-97B4-4B67-9C8F-49AC8C31911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29CD1F1D-B166-435B-AC71-0506050F0EB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파일 저장을 새 요구에 넣으면</a:t>
            </a:r>
          </a:p>
        </p:txBody>
      </p:sp>
      <p:sp>
        <p:nvSpPr>
          <p:cNvPr id="4" name="">
            <a:extLst xmlns:a="http://schemas.openxmlformats.org/drawingml/2006/main">
              <a:ext uri="{FF2B5EF4-FFF2-40B4-BE49-F238E27FC236}">
                <a16:creationId xmlns:a16="http://schemas.microsoft.com/office/drawing/2014/main" id="{23B4E130-C635-46B8-9954-E61E5B50BBD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데이터·실패 처리·시험·안내를 갱신합니다.</a:t>
            </a:r>
          </a:p>
        </p:txBody>
      </p:sp>
      <p:sp>
        <p:nvSpPr>
          <p:cNvPr id="5" name="">
            <a:extLst xmlns:a="http://schemas.openxmlformats.org/drawingml/2006/main">
              <a:ext uri="{FF2B5EF4-FFF2-40B4-BE49-F238E27FC236}">
                <a16:creationId xmlns:a16="http://schemas.microsoft.com/office/drawing/2014/main" id="{914641C8-F93B-4002-B208-99AED73185D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97</a:t>
            </a:r>
          </a:p>
        </p:txBody>
      </p:sp>
    </p:spTree>
    <p:extLst>
      <p:ext uri="{BB962C8B-B14F-4D97-AF65-F5344CB8AC3E}">
        <p14:creationId xmlns:p14="http://schemas.microsoft.com/office/powerpoint/2010/main" val="1676247541"/>
      </p:ext>
    </p:extLst>
  </p:cSld>
</p:sld>
</file>

<file path=ppt/slides/slide9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86CBF5C-0308-476F-BDC3-42D40C3E1DB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DD3B5159-8511-40C2-BFE4-688931FC528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9F25D19C-D023-4514-A4BD-7B2E3B908B2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화면 변화만 보고 영구 저장 성공이라 쓰지 않습니다.</a:t>
            </a:r>
          </a:p>
        </p:txBody>
      </p:sp>
      <p:sp>
        <p:nvSpPr>
          <p:cNvPr id="4" name="">
            <a:extLst xmlns:a="http://schemas.openxmlformats.org/drawingml/2006/main">
              <a:ext uri="{FF2B5EF4-FFF2-40B4-BE49-F238E27FC236}">
                <a16:creationId xmlns:a16="http://schemas.microsoft.com/office/drawing/2014/main" id="{89C8F709-0727-4972-A34D-83CA60A3548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실행 못 한 장비 항목은 미실행입니다.</a:t>
            </a:r>
          </a:p>
        </p:txBody>
      </p:sp>
      <p:sp>
        <p:nvSpPr>
          <p:cNvPr id="5" name="">
            <a:extLst xmlns:a="http://schemas.openxmlformats.org/drawingml/2006/main">
              <a:ext uri="{FF2B5EF4-FFF2-40B4-BE49-F238E27FC236}">
                <a16:creationId xmlns:a16="http://schemas.microsoft.com/office/drawing/2014/main" id="{D631DBA7-A85E-4740-B6A6-00ACA1C1909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98</a:t>
            </a:r>
          </a:p>
        </p:txBody>
      </p:sp>
    </p:spTree>
    <p:extLst>
      <p:ext uri="{BB962C8B-B14F-4D97-AF65-F5344CB8AC3E}">
        <p14:creationId xmlns:p14="http://schemas.microsoft.com/office/powerpoint/2010/main" val="882717045"/>
      </p:ext>
    </p:extLst>
  </p:cSld>
</p:sld>
</file>

<file path=ppt/slides/slide9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B7A597D-42B0-41F6-9A41-258FB307180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11691850-1A66-4651-A4AC-DB4B8D54F9F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9DF65068-C290-425E-8D10-74D70EAB8E9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동료에게 실행 순서를 말해 봅시다.</a:t>
            </a:r>
          </a:p>
        </p:txBody>
      </p:sp>
      <p:sp>
        <p:nvSpPr>
          <p:cNvPr id="4" name="">
            <a:extLst xmlns:a="http://schemas.openxmlformats.org/drawingml/2006/main">
              <a:ext uri="{FF2B5EF4-FFF2-40B4-BE49-F238E27FC236}">
                <a16:creationId xmlns:a16="http://schemas.microsoft.com/office/drawing/2014/main" id="{FBF7EE81-79C4-415D-B132-13ACECDE555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평균 범위와 상태의 의미도 설명합니다.</a:t>
            </a:r>
          </a:p>
        </p:txBody>
      </p:sp>
      <p:sp>
        <p:nvSpPr>
          <p:cNvPr id="5" name="">
            <a:extLst xmlns:a="http://schemas.openxmlformats.org/drawingml/2006/main">
              <a:ext uri="{FF2B5EF4-FFF2-40B4-BE49-F238E27FC236}">
                <a16:creationId xmlns:a16="http://schemas.microsoft.com/office/drawing/2014/main" id="{1037009C-DC21-439C-A371-0FDC583799F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99</a:t>
            </a:r>
          </a:p>
        </p:txBody>
      </p:sp>
    </p:spTree>
    <p:extLst>
      <p:ext uri="{BB962C8B-B14F-4D97-AF65-F5344CB8AC3E}">
        <p14:creationId xmlns:p14="http://schemas.microsoft.com/office/powerpoint/2010/main" val="525246096"/>
      </p:ext>
    </p:extLst>
  </p:cSld>
</p:sld>
</file>

<file path=ppt/slides/slide10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E98DC36-4DFA-4E15-9666-0FDD01A38B8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682E75A2-5908-4987-9CF8-57DBE51F33B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AA2A3CD9-A4F6-4BC5-A5A5-AE0BCB7D64C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POST 201 뒤 재시작</a:t>
            </a:r>
          </a:p>
        </p:txBody>
      </p:sp>
      <p:sp>
        <p:nvSpPr>
          <p:cNvPr id="4" name="">
            <a:extLst xmlns:a="http://schemas.openxmlformats.org/drawingml/2006/main">
              <a:ext uri="{FF2B5EF4-FFF2-40B4-BE49-F238E27FC236}">
                <a16:creationId xmlns:a16="http://schemas.microsoft.com/office/drawing/2014/main" id="{AB901F4D-339D-4E0F-BDD7-290AA95501C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기록 복원 시험의 입력과 기대값을 쓰세요.</a:t>
            </a:r>
          </a:p>
        </p:txBody>
      </p:sp>
      <p:sp>
        <p:nvSpPr>
          <p:cNvPr id="5" name="">
            <a:extLst xmlns:a="http://schemas.openxmlformats.org/drawingml/2006/main">
              <a:ext uri="{FF2B5EF4-FFF2-40B4-BE49-F238E27FC236}">
                <a16:creationId xmlns:a16="http://schemas.microsoft.com/office/drawing/2014/main" id="{C536F382-C44A-4D88-87FE-96D63D72F99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100</a:t>
            </a:r>
          </a:p>
        </p:txBody>
      </p:sp>
    </p:spTree>
    <p:extLst>
      <p:ext uri="{BB962C8B-B14F-4D97-AF65-F5344CB8AC3E}">
        <p14:creationId xmlns:p14="http://schemas.microsoft.com/office/powerpoint/2010/main" val="2080681390"/>
      </p:ext>
    </p:extLst>
  </p:cSld>
</p:sld>
</file>

<file path=ppt/slides/slide10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699B31A-88B5-416F-89CC-8437DC74DEA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2DAB342-2EFD-41DB-B922-49202197B30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제출할 기록과 파일</a:t>
            </a:r>
          </a:p>
        </p:txBody>
      </p:sp>
      <p:sp>
        <p:nvSpPr>
          <p:cNvPr id="3" name="">
            <a:extLst xmlns:a="http://schemas.openxmlformats.org/drawingml/2006/main">
              <a:ext uri="{FF2B5EF4-FFF2-40B4-BE49-F238E27FC236}">
                <a16:creationId xmlns:a16="http://schemas.microsoft.com/office/drawing/2014/main" id="{57B1437B-667D-4F5E-BE8D-B67A686939C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work의 기록과 수정본을 저장합니다.</a:t>
            </a:r>
          </a:p>
        </p:txBody>
      </p:sp>
      <p:sp>
        <p:nvSpPr>
          <p:cNvPr id="4" name="">
            <a:extLst xmlns:a="http://schemas.openxmlformats.org/drawingml/2006/main">
              <a:ext uri="{FF2B5EF4-FFF2-40B4-BE49-F238E27FC236}">
                <a16:creationId xmlns:a16="http://schemas.microsoft.com/office/drawing/2014/main" id="{96A496C7-36D6-42CF-AE0D-F5C0A4826F8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입력·설정·결과가 같은 실행인지 확인합니다.</a:t>
            </a:r>
          </a:p>
        </p:txBody>
      </p:sp>
      <p:sp>
        <p:nvSpPr>
          <p:cNvPr id="5" name="">
            <a:extLst xmlns:a="http://schemas.openxmlformats.org/drawingml/2006/main">
              <a:ext uri="{FF2B5EF4-FFF2-40B4-BE49-F238E27FC236}">
                <a16:creationId xmlns:a16="http://schemas.microsoft.com/office/drawing/2014/main" id="{74F89989-8CBE-4062-8351-043AF900737C}"/>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확인 방법과 아직 하지 않은 일을 적습니다.</a:t>
            </a:r>
          </a:p>
        </p:txBody>
      </p:sp>
      <p:sp>
        <p:nvSpPr>
          <p:cNvPr id="6" name="">
            <a:extLst xmlns:a="http://schemas.openxmlformats.org/drawingml/2006/main">
              <a:ext uri="{FF2B5EF4-FFF2-40B4-BE49-F238E27FC236}">
                <a16:creationId xmlns:a16="http://schemas.microsoft.com/office/drawing/2014/main" id="{81F736E6-28E1-4CAD-BE2A-DB89C4C0B21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101</a:t>
            </a:r>
          </a:p>
        </p:txBody>
      </p:sp>
    </p:spTree>
    <p:extLst>
      <p:ext uri="{BB962C8B-B14F-4D97-AF65-F5344CB8AC3E}">
        <p14:creationId xmlns:p14="http://schemas.microsoft.com/office/powerpoint/2010/main" val="1079166021"/>
      </p:ext>
    </p:extLst>
  </p:cSld>
</p:sld>
</file>

<file path=ppt/slides/slide10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A9D5E1-3516-44A1-986A-41D0C885DB0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5B04110A-14A0-4FE8-A154-7C293EC8D18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인수인계 확인 질문</a:t>
            </a:r>
          </a:p>
        </p:txBody>
      </p:sp>
      <p:sp>
        <p:nvSpPr>
          <p:cNvPr id="3" name="">
            <a:extLst xmlns:a="http://schemas.openxmlformats.org/drawingml/2006/main">
              <a:ext uri="{FF2B5EF4-FFF2-40B4-BE49-F238E27FC236}">
                <a16:creationId xmlns:a16="http://schemas.microsoft.com/office/drawing/2014/main" id="{3BC6916F-2802-4EC3-B825-FDC44353CB1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시작 폴더와 실행 명령을 설명합니다.</a:t>
            </a:r>
          </a:p>
        </p:txBody>
      </p:sp>
      <p:sp>
        <p:nvSpPr>
          <p:cNvPr id="4" name="">
            <a:extLst xmlns:a="http://schemas.openxmlformats.org/drawingml/2006/main">
              <a:ext uri="{FF2B5EF4-FFF2-40B4-BE49-F238E27FC236}">
                <a16:creationId xmlns:a16="http://schemas.microsoft.com/office/drawing/2014/main" id="{B8C2052E-9867-4C6C-8A6A-1182DBF28A2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결과의 의미와 한계를 말합니다.</a:t>
            </a:r>
          </a:p>
        </p:txBody>
      </p:sp>
      <p:sp>
        <p:nvSpPr>
          <p:cNvPr id="5" name="">
            <a:extLst xmlns:a="http://schemas.openxmlformats.org/drawingml/2006/main">
              <a:ext uri="{FF2B5EF4-FFF2-40B4-BE49-F238E27FC236}">
                <a16:creationId xmlns:a16="http://schemas.microsoft.com/office/drawing/2014/main" id="{B0201310-6CF8-479E-A6EF-1D7E6F9CCC9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막혔던 단계와 다음 확인을 적습니다.</a:t>
            </a:r>
          </a:p>
        </p:txBody>
      </p:sp>
      <p:sp>
        <p:nvSpPr>
          <p:cNvPr id="6" name="">
            <a:extLst xmlns:a="http://schemas.openxmlformats.org/drawingml/2006/main">
              <a:ext uri="{FF2B5EF4-FFF2-40B4-BE49-F238E27FC236}">
                <a16:creationId xmlns:a16="http://schemas.microsoft.com/office/drawing/2014/main" id="{09C47D6D-3C23-451D-8E06-0D426C61969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102</a:t>
            </a:r>
          </a:p>
        </p:txBody>
      </p:sp>
    </p:spTree>
    <p:extLst>
      <p:ext uri="{BB962C8B-B14F-4D97-AF65-F5344CB8AC3E}">
        <p14:creationId xmlns:p14="http://schemas.microsoft.com/office/powerpoint/2010/main" val="19586116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2026-10-05T03:03:38.0530000Z</dcterms:created>
  <dcterms:modified xsi:type="dcterms:W3CDTF">2026-10-05T03:03:38.0530000Z</dcterms:modified>
</coreProperties>
</file>