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dcc22625860499a" /><Relationship Type="http://schemas.openxmlformats.org/officeDocument/2006/relationships/extended-properties" Target="/docProps/app.xml" Id="Raf774583604942a9" /><Relationship Type="http://schemas.openxmlformats.org/officeDocument/2006/relationships/officeDocument" Target="/ppt/presentation.xml" Id="R93ca465c8a4f4938" /></Relationships>
</file>

<file path=ppt/presentation.xml><?xml version="1.0" encoding="utf-8"?>
<p:presentation xmlns:p="http://schemas.openxmlformats.org/presentationml/2006/main">
  <p:sldMasterIdLst>
    <p:sldMasterId xmlns:r="http://schemas.openxmlformats.org/officeDocument/2006/relationships" id="2147483648" r:id="R10a64b1549be4b3e"/>
  </p:sldMasterIdLst>
  <p:notesMasterIdLst>
    <p:notesMasterId xmlns:r="http://schemas.openxmlformats.org/officeDocument/2006/relationships" r:id="R362a12aa61ba4040"/>
  </p:notesMasterIdLst>
  <p:sldIdLst>
    <p:sldId xmlns:r="http://schemas.openxmlformats.org/officeDocument/2006/relationships" id="256" r:id="R1aac7f54911340a9"/>
    <p:sldId xmlns:r="http://schemas.openxmlformats.org/officeDocument/2006/relationships" id="257" r:id="Rf654194c3af24cd8"/>
    <p:sldId xmlns:r="http://schemas.openxmlformats.org/officeDocument/2006/relationships" id="258" r:id="R754b5a809d874788"/>
    <p:sldId xmlns:r="http://schemas.openxmlformats.org/officeDocument/2006/relationships" id="259" r:id="R6524d6d0a9c94233"/>
    <p:sldId xmlns:r="http://schemas.openxmlformats.org/officeDocument/2006/relationships" id="260" r:id="Rd33ff5954b1f4ad0"/>
    <p:sldId xmlns:r="http://schemas.openxmlformats.org/officeDocument/2006/relationships" id="261" r:id="R642cf980e5b846b8"/>
    <p:sldId xmlns:r="http://schemas.openxmlformats.org/officeDocument/2006/relationships" id="262" r:id="R6206612be08e4655"/>
    <p:sldId xmlns:r="http://schemas.openxmlformats.org/officeDocument/2006/relationships" id="263" r:id="R001e8659e9844eec"/>
    <p:sldId xmlns:r="http://schemas.openxmlformats.org/officeDocument/2006/relationships" id="264" r:id="R703772afff0a4950"/>
    <p:sldId xmlns:r="http://schemas.openxmlformats.org/officeDocument/2006/relationships" id="265" r:id="R1457b2184f1c43ec"/>
    <p:sldId xmlns:r="http://schemas.openxmlformats.org/officeDocument/2006/relationships" id="266" r:id="R9ab1478c7dac4669"/>
    <p:sldId xmlns:r="http://schemas.openxmlformats.org/officeDocument/2006/relationships" id="267" r:id="R5a2573224a814989"/>
    <p:sldId xmlns:r="http://schemas.openxmlformats.org/officeDocument/2006/relationships" id="268" r:id="R7f98a8733d764f96"/>
    <p:sldId xmlns:r="http://schemas.openxmlformats.org/officeDocument/2006/relationships" id="269" r:id="R70e5e220bd3b4517"/>
    <p:sldId xmlns:r="http://schemas.openxmlformats.org/officeDocument/2006/relationships" id="270" r:id="R7fb3f3df1ae34abb"/>
    <p:sldId xmlns:r="http://schemas.openxmlformats.org/officeDocument/2006/relationships" id="271" r:id="Rd13bb495e0634429"/>
    <p:sldId xmlns:r="http://schemas.openxmlformats.org/officeDocument/2006/relationships" id="272" r:id="Rdbf1144bbbfe43f5"/>
    <p:sldId xmlns:r="http://schemas.openxmlformats.org/officeDocument/2006/relationships" id="273" r:id="R0197bf8775544247"/>
    <p:sldId xmlns:r="http://schemas.openxmlformats.org/officeDocument/2006/relationships" id="274" r:id="R3b6c9be913d04b5e"/>
    <p:sldId xmlns:r="http://schemas.openxmlformats.org/officeDocument/2006/relationships" id="275" r:id="Re7fed551e45a4a87"/>
    <p:sldId xmlns:r="http://schemas.openxmlformats.org/officeDocument/2006/relationships" id="276" r:id="R756491cad75f4d39"/>
    <p:sldId xmlns:r="http://schemas.openxmlformats.org/officeDocument/2006/relationships" id="277" r:id="R95bd8ca7ba0b412d"/>
    <p:sldId xmlns:r="http://schemas.openxmlformats.org/officeDocument/2006/relationships" id="278" r:id="R55ce5c6ff2734144"/>
    <p:sldId xmlns:r="http://schemas.openxmlformats.org/officeDocument/2006/relationships" id="279" r:id="Rbd7c246b964b4d0b"/>
    <p:sldId xmlns:r="http://schemas.openxmlformats.org/officeDocument/2006/relationships" id="280" r:id="Rac185c0ea2554759"/>
    <p:sldId xmlns:r="http://schemas.openxmlformats.org/officeDocument/2006/relationships" id="281" r:id="Rd66bc9bf2cbf472f"/>
    <p:sldId xmlns:r="http://schemas.openxmlformats.org/officeDocument/2006/relationships" id="282" r:id="R54281724b15c4f3a"/>
    <p:sldId xmlns:r="http://schemas.openxmlformats.org/officeDocument/2006/relationships" id="283" r:id="R4c1847d1e68b4fd8"/>
    <p:sldId xmlns:r="http://schemas.openxmlformats.org/officeDocument/2006/relationships" id="284" r:id="R4fc7aac395184fc1"/>
    <p:sldId xmlns:r="http://schemas.openxmlformats.org/officeDocument/2006/relationships" id="285" r:id="R05e0b0eb342b45f2"/>
    <p:sldId xmlns:r="http://schemas.openxmlformats.org/officeDocument/2006/relationships" id="286" r:id="R1f0845e192b04a18"/>
    <p:sldId xmlns:r="http://schemas.openxmlformats.org/officeDocument/2006/relationships" id="287" r:id="R6effbabb54e24492"/>
    <p:sldId xmlns:r="http://schemas.openxmlformats.org/officeDocument/2006/relationships" id="288" r:id="Rda69cbbf25d945c9"/>
    <p:sldId xmlns:r="http://schemas.openxmlformats.org/officeDocument/2006/relationships" id="289" r:id="R8d1a984e14864acc"/>
    <p:sldId xmlns:r="http://schemas.openxmlformats.org/officeDocument/2006/relationships" id="290" r:id="R25ed030a854948e7"/>
    <p:sldId xmlns:r="http://schemas.openxmlformats.org/officeDocument/2006/relationships" id="291" r:id="R8ea3cbfed0c843dc"/>
    <p:sldId xmlns:r="http://schemas.openxmlformats.org/officeDocument/2006/relationships" id="292" r:id="R890a9c3cb70a48b3"/>
    <p:sldId xmlns:r="http://schemas.openxmlformats.org/officeDocument/2006/relationships" id="293" r:id="R50021800cbfe4936"/>
    <p:sldId xmlns:r="http://schemas.openxmlformats.org/officeDocument/2006/relationships" id="294" r:id="R35d8f688e6184cd3"/>
    <p:sldId xmlns:r="http://schemas.openxmlformats.org/officeDocument/2006/relationships" id="295" r:id="Rff8b42232c4e4f22"/>
    <p:sldId xmlns:r="http://schemas.openxmlformats.org/officeDocument/2006/relationships" id="296" r:id="R755180620e49419b"/>
    <p:sldId xmlns:r="http://schemas.openxmlformats.org/officeDocument/2006/relationships" id="297" r:id="R08b249167ebd4f1b"/>
    <p:sldId xmlns:r="http://schemas.openxmlformats.org/officeDocument/2006/relationships" id="298" r:id="R94a4760af2e14c20"/>
    <p:sldId xmlns:r="http://schemas.openxmlformats.org/officeDocument/2006/relationships" id="299" r:id="Rde6de2f70ced416a"/>
    <p:sldId xmlns:r="http://schemas.openxmlformats.org/officeDocument/2006/relationships" id="300" r:id="Rea30b658a7e040ad"/>
    <p:sldId xmlns:r="http://schemas.openxmlformats.org/officeDocument/2006/relationships" id="301" r:id="Rd305ddc405344d0d"/>
    <p:sldId xmlns:r="http://schemas.openxmlformats.org/officeDocument/2006/relationships" id="302" r:id="R806f29f673094894"/>
    <p:sldId xmlns:r="http://schemas.openxmlformats.org/officeDocument/2006/relationships" id="303" r:id="Rb79fa533ae1b4379"/>
    <p:sldId xmlns:r="http://schemas.openxmlformats.org/officeDocument/2006/relationships" id="304" r:id="R8a6bedb661cd477b"/>
    <p:sldId xmlns:r="http://schemas.openxmlformats.org/officeDocument/2006/relationships" id="305" r:id="R1add377b1ab94890"/>
    <p:sldId xmlns:r="http://schemas.openxmlformats.org/officeDocument/2006/relationships" id="306" r:id="Ra70c406d32a944cd"/>
    <p:sldId xmlns:r="http://schemas.openxmlformats.org/officeDocument/2006/relationships" id="307" r:id="Rba99bb3d51584b46"/>
    <p:sldId xmlns:r="http://schemas.openxmlformats.org/officeDocument/2006/relationships" id="308" r:id="Rbde85868ce404ab6"/>
    <p:sldId xmlns:r="http://schemas.openxmlformats.org/officeDocument/2006/relationships" id="309" r:id="R452c3a522d0f482c"/>
    <p:sldId xmlns:r="http://schemas.openxmlformats.org/officeDocument/2006/relationships" id="310" r:id="R9ed31a5d12cd451d"/>
    <p:sldId xmlns:r="http://schemas.openxmlformats.org/officeDocument/2006/relationships" id="311" r:id="R8953290a61844306"/>
    <p:sldId xmlns:r="http://schemas.openxmlformats.org/officeDocument/2006/relationships" id="312" r:id="R001e4ad2dd4e4a23"/>
    <p:sldId xmlns:r="http://schemas.openxmlformats.org/officeDocument/2006/relationships" id="313" r:id="R34d0c1051cfe44f9"/>
    <p:sldId xmlns:r="http://schemas.openxmlformats.org/officeDocument/2006/relationships" id="314" r:id="Rb1723ff59bb242ef"/>
    <p:sldId xmlns:r="http://schemas.openxmlformats.org/officeDocument/2006/relationships" id="315" r:id="R499abb62ebdc4582"/>
    <p:sldId xmlns:r="http://schemas.openxmlformats.org/officeDocument/2006/relationships" id="316" r:id="R2c80028c3a3842e9"/>
    <p:sldId xmlns:r="http://schemas.openxmlformats.org/officeDocument/2006/relationships" id="317" r:id="Rf4ef9defbc9b481d"/>
    <p:sldId xmlns:r="http://schemas.openxmlformats.org/officeDocument/2006/relationships" id="318" r:id="R52ac317486114539"/>
    <p:sldId xmlns:r="http://schemas.openxmlformats.org/officeDocument/2006/relationships" id="319" r:id="Rb693d66de0f84a17"/>
    <p:sldId xmlns:r="http://schemas.openxmlformats.org/officeDocument/2006/relationships" id="320" r:id="R45e848a3c9d349e2"/>
    <p:sldId xmlns:r="http://schemas.openxmlformats.org/officeDocument/2006/relationships" id="321" r:id="R05169f9b8bad4be8"/>
    <p:sldId xmlns:r="http://schemas.openxmlformats.org/officeDocument/2006/relationships" id="322" r:id="Rbd4bc0988dd8406e"/>
    <p:sldId xmlns:r="http://schemas.openxmlformats.org/officeDocument/2006/relationships" id="323" r:id="Rc1e173e63f3c43b8"/>
    <p:sldId xmlns:r="http://schemas.openxmlformats.org/officeDocument/2006/relationships" id="324" r:id="R548b9e01abfd4491"/>
    <p:sldId xmlns:r="http://schemas.openxmlformats.org/officeDocument/2006/relationships" id="325" r:id="R5f9b656c8227470c"/>
    <p:sldId xmlns:r="http://schemas.openxmlformats.org/officeDocument/2006/relationships" id="326" r:id="R2e6962a5b4df4425"/>
    <p:sldId xmlns:r="http://schemas.openxmlformats.org/officeDocument/2006/relationships" id="327" r:id="R66ea8d1f0ea3480b"/>
    <p:sldId xmlns:r="http://schemas.openxmlformats.org/officeDocument/2006/relationships" id="328" r:id="Rf47c396443a447be"/>
    <p:sldId xmlns:r="http://schemas.openxmlformats.org/officeDocument/2006/relationships" id="329" r:id="R861f635fc5b4478c"/>
    <p:sldId xmlns:r="http://schemas.openxmlformats.org/officeDocument/2006/relationships" id="330" r:id="Rae6f4c4ca1e24b51"/>
    <p:sldId xmlns:r="http://schemas.openxmlformats.org/officeDocument/2006/relationships" id="331" r:id="Red8c321d36964518"/>
    <p:sldId xmlns:r="http://schemas.openxmlformats.org/officeDocument/2006/relationships" id="332" r:id="R65cc28d0b50d4821"/>
    <p:sldId xmlns:r="http://schemas.openxmlformats.org/officeDocument/2006/relationships" id="333" r:id="Rd3016cee02944d51"/>
    <p:sldId xmlns:r="http://schemas.openxmlformats.org/officeDocument/2006/relationships" id="334" r:id="R6e3f37fa2f11448d"/>
    <p:sldId xmlns:r="http://schemas.openxmlformats.org/officeDocument/2006/relationships" id="335" r:id="R51017557a41a44b4"/>
    <p:sldId xmlns:r="http://schemas.openxmlformats.org/officeDocument/2006/relationships" id="336" r:id="R50f76e46af01489d"/>
    <p:sldId xmlns:r="http://schemas.openxmlformats.org/officeDocument/2006/relationships" id="337" r:id="Rdef1a04e23b2423b"/>
    <p:sldId xmlns:r="http://schemas.openxmlformats.org/officeDocument/2006/relationships" id="338" r:id="R1ea4de4ad05c49e1"/>
    <p:sldId xmlns:r="http://schemas.openxmlformats.org/officeDocument/2006/relationships" id="339" r:id="R7f108670172249ae"/>
    <p:sldId xmlns:r="http://schemas.openxmlformats.org/officeDocument/2006/relationships" id="340" r:id="R1700e80c0c4a4fd1"/>
    <p:sldId xmlns:r="http://schemas.openxmlformats.org/officeDocument/2006/relationships" id="341" r:id="Rbf960ff948504e17"/>
    <p:sldId xmlns:r="http://schemas.openxmlformats.org/officeDocument/2006/relationships" id="342" r:id="R7bfe4db3aeec4889"/>
    <p:sldId xmlns:r="http://schemas.openxmlformats.org/officeDocument/2006/relationships" id="343" r:id="Rac7aa56fc7424b43"/>
    <p:sldId xmlns:r="http://schemas.openxmlformats.org/officeDocument/2006/relationships" id="344" r:id="Rc65a835b70a74a5b"/>
    <p:sldId xmlns:r="http://schemas.openxmlformats.org/officeDocument/2006/relationships" id="345" r:id="R003969beedab4064"/>
    <p:sldId xmlns:r="http://schemas.openxmlformats.org/officeDocument/2006/relationships" id="346" r:id="R6e4218ed4cfb440c"/>
    <p:sldId xmlns:r="http://schemas.openxmlformats.org/officeDocument/2006/relationships" id="347" r:id="Reb7da2ee41e8439e"/>
    <p:sldId xmlns:r="http://schemas.openxmlformats.org/officeDocument/2006/relationships" id="348" r:id="R9d4fe03b13fc404b"/>
    <p:sldId xmlns:r="http://schemas.openxmlformats.org/officeDocument/2006/relationships" id="349" r:id="R56c9bdb4a75148a7"/>
    <p:sldId xmlns:r="http://schemas.openxmlformats.org/officeDocument/2006/relationships" id="350" r:id="R10904191aa454dda"/>
    <p:sldId xmlns:r="http://schemas.openxmlformats.org/officeDocument/2006/relationships" id="351" r:id="Rd741d39b5ced43e8"/>
    <p:sldId xmlns:r="http://schemas.openxmlformats.org/officeDocument/2006/relationships" id="352" r:id="Ra860eb0b54114d84"/>
    <p:sldId xmlns:r="http://schemas.openxmlformats.org/officeDocument/2006/relationships" id="353" r:id="R9805c97e617e44aa"/>
    <p:sldId xmlns:r="http://schemas.openxmlformats.org/officeDocument/2006/relationships" id="354" r:id="R52ff58f274e5460d"/>
    <p:sldId xmlns:r="http://schemas.openxmlformats.org/officeDocument/2006/relationships" id="355" r:id="Rdfc35a20a79f4c09"/>
    <p:sldId xmlns:r="http://schemas.openxmlformats.org/officeDocument/2006/relationships" id="356" r:id="R63dc97931a5343e0"/>
    <p:sldId xmlns:r="http://schemas.openxmlformats.org/officeDocument/2006/relationships" id="357" r:id="R22fe86f779db4a56"/>
    <p:sldId xmlns:r="http://schemas.openxmlformats.org/officeDocument/2006/relationships" id="358" r:id="R7ef84caa633746da"/>
    <p:sldId xmlns:r="http://schemas.openxmlformats.org/officeDocument/2006/relationships" id="359" r:id="R57d289b5c3a048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91f67806e5472a" /><Relationship Type="http://schemas.openxmlformats.org/officeDocument/2006/relationships/slideMaster" Target="/ppt/slideMasters/slideMaster1.xml" Id="R10a64b1549be4b3e" /><Relationship Type="http://schemas.openxmlformats.org/officeDocument/2006/relationships/notesMaster" Target="/ppt/notesMasters/notesMaster1.xml" Id="R362a12aa61ba4040" /><Relationship Type="http://schemas.openxmlformats.org/officeDocument/2006/relationships/presProps" Target="/ppt/presProps.xml" Id="R1a6bfa6bf6484b6b" /><Relationship Type="http://schemas.openxmlformats.org/officeDocument/2006/relationships/tableStyles" Target="/ppt/tableStyles.xml" Id="R2c5d90b31a1647c1" /><Relationship Type="http://schemas.openxmlformats.org/officeDocument/2006/relationships/slide" Target="/ppt/slides/slide1.xml" Id="R1aac7f54911340a9" /><Relationship Type="http://schemas.openxmlformats.org/officeDocument/2006/relationships/slide" Target="/ppt/slides/slide2.xml" Id="Rf654194c3af24cd8" /><Relationship Type="http://schemas.openxmlformats.org/officeDocument/2006/relationships/slide" Target="/ppt/slides/slide3.xml" Id="R754b5a809d874788" /><Relationship Type="http://schemas.openxmlformats.org/officeDocument/2006/relationships/slide" Target="/ppt/slides/slide4.xml" Id="R6524d6d0a9c94233" /><Relationship Type="http://schemas.openxmlformats.org/officeDocument/2006/relationships/slide" Target="/ppt/slides/slide5.xml" Id="Rd33ff5954b1f4ad0" /><Relationship Type="http://schemas.openxmlformats.org/officeDocument/2006/relationships/slide" Target="/ppt/slides/slide6.xml" Id="R642cf980e5b846b8" /><Relationship Type="http://schemas.openxmlformats.org/officeDocument/2006/relationships/slide" Target="/ppt/slides/slide7.xml" Id="R6206612be08e4655" /><Relationship Type="http://schemas.openxmlformats.org/officeDocument/2006/relationships/slide" Target="/ppt/slides/slide8.xml" Id="R001e8659e9844eec" /><Relationship Type="http://schemas.openxmlformats.org/officeDocument/2006/relationships/slide" Target="/ppt/slides/slide9.xml" Id="R703772afff0a4950" /><Relationship Type="http://schemas.openxmlformats.org/officeDocument/2006/relationships/slide" Target="/ppt/slides/slide10.xml" Id="R1457b2184f1c43ec" /><Relationship Type="http://schemas.openxmlformats.org/officeDocument/2006/relationships/slide" Target="/ppt/slides/slide11.xml" Id="R9ab1478c7dac4669" /><Relationship Type="http://schemas.openxmlformats.org/officeDocument/2006/relationships/slide" Target="/ppt/slides/slide12.xml" Id="R5a2573224a814989" /><Relationship Type="http://schemas.openxmlformats.org/officeDocument/2006/relationships/slide" Target="/ppt/slides/slide13.xml" Id="R7f98a8733d764f96" /><Relationship Type="http://schemas.openxmlformats.org/officeDocument/2006/relationships/slide" Target="/ppt/slides/slide14.xml" Id="R70e5e220bd3b4517" /><Relationship Type="http://schemas.openxmlformats.org/officeDocument/2006/relationships/slide" Target="/ppt/slides/slide15.xml" Id="R7fb3f3df1ae34abb" /><Relationship Type="http://schemas.openxmlformats.org/officeDocument/2006/relationships/slide" Target="/ppt/slides/slide16.xml" Id="Rd13bb495e0634429" /><Relationship Type="http://schemas.openxmlformats.org/officeDocument/2006/relationships/slide" Target="/ppt/slides/slide17.xml" Id="Rdbf1144bbbfe43f5" /><Relationship Type="http://schemas.openxmlformats.org/officeDocument/2006/relationships/slide" Target="/ppt/slides/slide18.xml" Id="R0197bf8775544247" /><Relationship Type="http://schemas.openxmlformats.org/officeDocument/2006/relationships/slide" Target="/ppt/slides/slide19.xml" Id="R3b6c9be913d04b5e" /><Relationship Type="http://schemas.openxmlformats.org/officeDocument/2006/relationships/slide" Target="/ppt/slides/slide20.xml" Id="Re7fed551e45a4a87" /><Relationship Type="http://schemas.openxmlformats.org/officeDocument/2006/relationships/slide" Target="/ppt/slides/slide21.xml" Id="R756491cad75f4d39" /><Relationship Type="http://schemas.openxmlformats.org/officeDocument/2006/relationships/slide" Target="/ppt/slides/slide22.xml" Id="R95bd8ca7ba0b412d" /><Relationship Type="http://schemas.openxmlformats.org/officeDocument/2006/relationships/slide" Target="/ppt/slides/slide23.xml" Id="R55ce5c6ff2734144" /><Relationship Type="http://schemas.openxmlformats.org/officeDocument/2006/relationships/slide" Target="/ppt/slides/slide24.xml" Id="Rbd7c246b964b4d0b" /><Relationship Type="http://schemas.openxmlformats.org/officeDocument/2006/relationships/slide" Target="/ppt/slides/slide25.xml" Id="Rac185c0ea2554759" /><Relationship Type="http://schemas.openxmlformats.org/officeDocument/2006/relationships/slide" Target="/ppt/slides/slide26.xml" Id="Rd66bc9bf2cbf472f" /><Relationship Type="http://schemas.openxmlformats.org/officeDocument/2006/relationships/slide" Target="/ppt/slides/slide27.xml" Id="R54281724b15c4f3a" /><Relationship Type="http://schemas.openxmlformats.org/officeDocument/2006/relationships/slide" Target="/ppt/slides/slide28.xml" Id="R4c1847d1e68b4fd8" /><Relationship Type="http://schemas.openxmlformats.org/officeDocument/2006/relationships/slide" Target="/ppt/slides/slide29.xml" Id="R4fc7aac395184fc1" /><Relationship Type="http://schemas.openxmlformats.org/officeDocument/2006/relationships/slide" Target="/ppt/slides/slide30.xml" Id="R05e0b0eb342b45f2" /><Relationship Type="http://schemas.openxmlformats.org/officeDocument/2006/relationships/slide" Target="/ppt/slides/slide31.xml" Id="R1f0845e192b04a18" /><Relationship Type="http://schemas.openxmlformats.org/officeDocument/2006/relationships/slide" Target="/ppt/slides/slide32.xml" Id="R6effbabb54e24492" /><Relationship Type="http://schemas.openxmlformats.org/officeDocument/2006/relationships/slide" Target="/ppt/slides/slide33.xml" Id="Rda69cbbf25d945c9" /><Relationship Type="http://schemas.openxmlformats.org/officeDocument/2006/relationships/slide" Target="/ppt/slides/slide34.xml" Id="R8d1a984e14864acc" /><Relationship Type="http://schemas.openxmlformats.org/officeDocument/2006/relationships/slide" Target="/ppt/slides/slide35.xml" Id="R25ed030a854948e7" /><Relationship Type="http://schemas.openxmlformats.org/officeDocument/2006/relationships/slide" Target="/ppt/slides/slide36.xml" Id="R8ea3cbfed0c843dc" /><Relationship Type="http://schemas.openxmlformats.org/officeDocument/2006/relationships/slide" Target="/ppt/slides/slide37.xml" Id="R890a9c3cb70a48b3" /><Relationship Type="http://schemas.openxmlformats.org/officeDocument/2006/relationships/slide" Target="/ppt/slides/slide38.xml" Id="R50021800cbfe4936" /><Relationship Type="http://schemas.openxmlformats.org/officeDocument/2006/relationships/slide" Target="/ppt/slides/slide39.xml" Id="R35d8f688e6184cd3" /><Relationship Type="http://schemas.openxmlformats.org/officeDocument/2006/relationships/slide" Target="/ppt/slides/slide40.xml" Id="Rff8b42232c4e4f22" /><Relationship Type="http://schemas.openxmlformats.org/officeDocument/2006/relationships/slide" Target="/ppt/slides/slide41.xml" Id="R755180620e49419b" /><Relationship Type="http://schemas.openxmlformats.org/officeDocument/2006/relationships/slide" Target="/ppt/slides/slide42.xml" Id="R08b249167ebd4f1b" /><Relationship Type="http://schemas.openxmlformats.org/officeDocument/2006/relationships/slide" Target="/ppt/slides/slide43.xml" Id="R94a4760af2e14c20" /><Relationship Type="http://schemas.openxmlformats.org/officeDocument/2006/relationships/slide" Target="/ppt/slides/slide44.xml" Id="Rde6de2f70ced416a" /><Relationship Type="http://schemas.openxmlformats.org/officeDocument/2006/relationships/slide" Target="/ppt/slides/slide45.xml" Id="Rea30b658a7e040ad" /><Relationship Type="http://schemas.openxmlformats.org/officeDocument/2006/relationships/slide" Target="/ppt/slides/slide46.xml" Id="Rd305ddc405344d0d" /><Relationship Type="http://schemas.openxmlformats.org/officeDocument/2006/relationships/slide" Target="/ppt/slides/slide47.xml" Id="R806f29f673094894" /><Relationship Type="http://schemas.openxmlformats.org/officeDocument/2006/relationships/slide" Target="/ppt/slides/slide48.xml" Id="Rb79fa533ae1b4379" /><Relationship Type="http://schemas.openxmlformats.org/officeDocument/2006/relationships/slide" Target="/ppt/slides/slide49.xml" Id="R8a6bedb661cd477b" /><Relationship Type="http://schemas.openxmlformats.org/officeDocument/2006/relationships/slide" Target="/ppt/slides/slide50.xml" Id="R1add377b1ab94890" /><Relationship Type="http://schemas.openxmlformats.org/officeDocument/2006/relationships/slide" Target="/ppt/slides/slide51.xml" Id="Ra70c406d32a944cd" /><Relationship Type="http://schemas.openxmlformats.org/officeDocument/2006/relationships/slide" Target="/ppt/slides/slide52.xml" Id="Rba99bb3d51584b46" /><Relationship Type="http://schemas.openxmlformats.org/officeDocument/2006/relationships/slide" Target="/ppt/slides/slide53.xml" Id="Rbde85868ce404ab6" /><Relationship Type="http://schemas.openxmlformats.org/officeDocument/2006/relationships/slide" Target="/ppt/slides/slide54.xml" Id="R452c3a522d0f482c" /><Relationship Type="http://schemas.openxmlformats.org/officeDocument/2006/relationships/slide" Target="/ppt/slides/slide55.xml" Id="R9ed31a5d12cd451d" /><Relationship Type="http://schemas.openxmlformats.org/officeDocument/2006/relationships/slide" Target="/ppt/slides/slide56.xml" Id="R8953290a61844306" /><Relationship Type="http://schemas.openxmlformats.org/officeDocument/2006/relationships/slide" Target="/ppt/slides/slide57.xml" Id="R001e4ad2dd4e4a23" /><Relationship Type="http://schemas.openxmlformats.org/officeDocument/2006/relationships/slide" Target="/ppt/slides/slide58.xml" Id="R34d0c1051cfe44f9" /><Relationship Type="http://schemas.openxmlformats.org/officeDocument/2006/relationships/slide" Target="/ppt/slides/slide59.xml" Id="Rb1723ff59bb242ef" /><Relationship Type="http://schemas.openxmlformats.org/officeDocument/2006/relationships/slide" Target="/ppt/slides/slide60.xml" Id="R499abb62ebdc4582" /><Relationship Type="http://schemas.openxmlformats.org/officeDocument/2006/relationships/slide" Target="/ppt/slides/slide61.xml" Id="R2c80028c3a3842e9" /><Relationship Type="http://schemas.openxmlformats.org/officeDocument/2006/relationships/slide" Target="/ppt/slides/slide62.xml" Id="Rf4ef9defbc9b481d" /><Relationship Type="http://schemas.openxmlformats.org/officeDocument/2006/relationships/slide" Target="/ppt/slides/slide63.xml" Id="R52ac317486114539" /><Relationship Type="http://schemas.openxmlformats.org/officeDocument/2006/relationships/slide" Target="/ppt/slides/slide64.xml" Id="Rb693d66de0f84a17" /><Relationship Type="http://schemas.openxmlformats.org/officeDocument/2006/relationships/slide" Target="/ppt/slides/slide65.xml" Id="R45e848a3c9d349e2" /><Relationship Type="http://schemas.openxmlformats.org/officeDocument/2006/relationships/slide" Target="/ppt/slides/slide66.xml" Id="R05169f9b8bad4be8" /><Relationship Type="http://schemas.openxmlformats.org/officeDocument/2006/relationships/slide" Target="/ppt/slides/slide67.xml" Id="Rbd4bc0988dd8406e" /><Relationship Type="http://schemas.openxmlformats.org/officeDocument/2006/relationships/slide" Target="/ppt/slides/slide68.xml" Id="Rc1e173e63f3c43b8" /><Relationship Type="http://schemas.openxmlformats.org/officeDocument/2006/relationships/slide" Target="/ppt/slides/slide69.xml" Id="R548b9e01abfd4491" /><Relationship Type="http://schemas.openxmlformats.org/officeDocument/2006/relationships/slide" Target="/ppt/slides/slide70.xml" Id="R5f9b656c8227470c" /><Relationship Type="http://schemas.openxmlformats.org/officeDocument/2006/relationships/slide" Target="/ppt/slides/slide71.xml" Id="R2e6962a5b4df4425" /><Relationship Type="http://schemas.openxmlformats.org/officeDocument/2006/relationships/slide" Target="/ppt/slides/slide72.xml" Id="R66ea8d1f0ea3480b" /><Relationship Type="http://schemas.openxmlformats.org/officeDocument/2006/relationships/slide" Target="/ppt/slides/slide73.xml" Id="Rf47c396443a447be" /><Relationship Type="http://schemas.openxmlformats.org/officeDocument/2006/relationships/slide" Target="/ppt/slides/slide74.xml" Id="R861f635fc5b4478c" /><Relationship Type="http://schemas.openxmlformats.org/officeDocument/2006/relationships/slide" Target="/ppt/slides/slide75.xml" Id="Rae6f4c4ca1e24b51" /><Relationship Type="http://schemas.openxmlformats.org/officeDocument/2006/relationships/slide" Target="/ppt/slides/slide76.xml" Id="Red8c321d36964518" /><Relationship Type="http://schemas.openxmlformats.org/officeDocument/2006/relationships/slide" Target="/ppt/slides/slide77.xml" Id="R65cc28d0b50d4821" /><Relationship Type="http://schemas.openxmlformats.org/officeDocument/2006/relationships/slide" Target="/ppt/slides/slide78.xml" Id="Rd3016cee02944d51" /><Relationship Type="http://schemas.openxmlformats.org/officeDocument/2006/relationships/slide" Target="/ppt/slides/slide79.xml" Id="R6e3f37fa2f11448d" /><Relationship Type="http://schemas.openxmlformats.org/officeDocument/2006/relationships/slide" Target="/ppt/slides/slide80.xml" Id="R51017557a41a44b4" /><Relationship Type="http://schemas.openxmlformats.org/officeDocument/2006/relationships/slide" Target="/ppt/slides/slide81.xml" Id="R50f76e46af01489d" /><Relationship Type="http://schemas.openxmlformats.org/officeDocument/2006/relationships/slide" Target="/ppt/slides/slide82.xml" Id="Rdef1a04e23b2423b" /><Relationship Type="http://schemas.openxmlformats.org/officeDocument/2006/relationships/slide" Target="/ppt/slides/slide83.xml" Id="R1ea4de4ad05c49e1" /><Relationship Type="http://schemas.openxmlformats.org/officeDocument/2006/relationships/slide" Target="/ppt/slides/slide84.xml" Id="R7f108670172249ae" /><Relationship Type="http://schemas.openxmlformats.org/officeDocument/2006/relationships/slide" Target="/ppt/slides/slide85.xml" Id="R1700e80c0c4a4fd1" /><Relationship Type="http://schemas.openxmlformats.org/officeDocument/2006/relationships/slide" Target="/ppt/slides/slide86.xml" Id="Rbf960ff948504e17" /><Relationship Type="http://schemas.openxmlformats.org/officeDocument/2006/relationships/slide" Target="/ppt/slides/slide87.xml" Id="R7bfe4db3aeec4889" /><Relationship Type="http://schemas.openxmlformats.org/officeDocument/2006/relationships/slide" Target="/ppt/slides/slide88.xml" Id="Rac7aa56fc7424b43" /><Relationship Type="http://schemas.openxmlformats.org/officeDocument/2006/relationships/slide" Target="/ppt/slides/slide89.xml" Id="Rc65a835b70a74a5b" /><Relationship Type="http://schemas.openxmlformats.org/officeDocument/2006/relationships/slide" Target="/ppt/slides/slide90.xml" Id="R003969beedab4064" /><Relationship Type="http://schemas.openxmlformats.org/officeDocument/2006/relationships/slide" Target="/ppt/slides/slide91.xml" Id="R6e4218ed4cfb440c" /><Relationship Type="http://schemas.openxmlformats.org/officeDocument/2006/relationships/slide" Target="/ppt/slides/slide92.xml" Id="Reb7da2ee41e8439e" /><Relationship Type="http://schemas.openxmlformats.org/officeDocument/2006/relationships/slide" Target="/ppt/slides/slide93.xml" Id="R9d4fe03b13fc404b" /><Relationship Type="http://schemas.openxmlformats.org/officeDocument/2006/relationships/slide" Target="/ppt/slides/slide94.xml" Id="R56c9bdb4a75148a7" /><Relationship Type="http://schemas.openxmlformats.org/officeDocument/2006/relationships/slide" Target="/ppt/slides/slide95.xml" Id="R10904191aa454dda" /><Relationship Type="http://schemas.openxmlformats.org/officeDocument/2006/relationships/slide" Target="/ppt/slides/slide96.xml" Id="Rd741d39b5ced43e8" /><Relationship Type="http://schemas.openxmlformats.org/officeDocument/2006/relationships/slide" Target="/ppt/slides/slide97.xml" Id="Ra860eb0b54114d84" /><Relationship Type="http://schemas.openxmlformats.org/officeDocument/2006/relationships/slide" Target="/ppt/slides/slide98.xml" Id="R9805c97e617e44aa" /><Relationship Type="http://schemas.openxmlformats.org/officeDocument/2006/relationships/slide" Target="/ppt/slides/slide99.xml" Id="R52ff58f274e5460d" /><Relationship Type="http://schemas.openxmlformats.org/officeDocument/2006/relationships/slide" Target="/ppt/slides/slide100.xml" Id="Rdfc35a20a79f4c09" /><Relationship Type="http://schemas.openxmlformats.org/officeDocument/2006/relationships/slide" Target="/ppt/slides/slide101.xml" Id="R63dc97931a5343e0" /><Relationship Type="http://schemas.openxmlformats.org/officeDocument/2006/relationships/slide" Target="/ppt/slides/slide102.xml" Id="R22fe86f779db4a56" /><Relationship Type="http://schemas.openxmlformats.org/officeDocument/2006/relationships/slide" Target="/ppt/slides/slide103.xml" Id="R7ef84caa633746da" /><Relationship Type="http://schemas.openxmlformats.org/officeDocument/2006/relationships/slide" Target="/ppt/slides/slide104.xml" Id="R57d289b5c3a048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f565cc062842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c20bf831dc48f7" /><Relationship Type="http://schemas.openxmlformats.org/officeDocument/2006/relationships/notesMaster" Target="/ppt/notesMasters/notesMaster1.xml" Id="R3acba8be7b2b43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c4c065255f4414" /><Relationship Type="http://schemas.openxmlformats.org/officeDocument/2006/relationships/notesMaster" Target="/ppt/notesMasters/notesMaster1.xml" Id="R9c2494d326524a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e7badd873f246ec" /><Relationship Type="http://schemas.openxmlformats.org/officeDocument/2006/relationships/notesMaster" Target="/ppt/notesMasters/notesMaster1.xml" Id="Rd1fd0707c33d46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92476d91e54965" /><Relationship Type="http://schemas.openxmlformats.org/officeDocument/2006/relationships/notesMaster" Target="/ppt/notesMasters/notesMaster1.xml" Id="Re486bf2e291247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d2587210994835" /><Relationship Type="http://schemas.openxmlformats.org/officeDocument/2006/relationships/notesMaster" Target="/ppt/notesMasters/notesMaster1.xml" Id="R921b7b4a782142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17c76f4d91444d8" /><Relationship Type="http://schemas.openxmlformats.org/officeDocument/2006/relationships/notesMaster" Target="/ppt/notesMasters/notesMaster1.xml" Id="R0aa994a1a3ee412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f3657a2f6042e2" /><Relationship Type="http://schemas.openxmlformats.org/officeDocument/2006/relationships/notesMaster" Target="/ppt/notesMasters/notesMaster1.xml" Id="R68a8a21ba97341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6f27bbce1ab343bd" /><Relationship Type="http://schemas.openxmlformats.org/officeDocument/2006/relationships/notesMaster" Target="/ppt/notesMasters/notesMaster1.xml" Id="R0cf9dcd1277b41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af574b0e104805" /><Relationship Type="http://schemas.openxmlformats.org/officeDocument/2006/relationships/notesMaster" Target="/ppt/notesMasters/notesMaster1.xml" Id="R7f8a29005b614a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c8bae9e2114635" /><Relationship Type="http://schemas.openxmlformats.org/officeDocument/2006/relationships/notesMaster" Target="/ppt/notesMasters/notesMaster1.xml" Id="Ra29083cd56b44f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ac91dc9d8e54617" /><Relationship Type="http://schemas.openxmlformats.org/officeDocument/2006/relationships/notesMaster" Target="/ppt/notesMasters/notesMaster1.xml" Id="Rf53ef47bac59416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d682f1785e344d9" /><Relationship Type="http://schemas.openxmlformats.org/officeDocument/2006/relationships/notesMaster" Target="/ppt/notesMasters/notesMaster1.xml" Id="R1bfcb5c805004a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9d3da0bc4384aa1" /><Relationship Type="http://schemas.openxmlformats.org/officeDocument/2006/relationships/notesMaster" Target="/ppt/notesMasters/notesMaster1.xml" Id="R2351d6ffa21444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913a4b28784e44" /><Relationship Type="http://schemas.openxmlformats.org/officeDocument/2006/relationships/notesMaster" Target="/ppt/notesMasters/notesMaster1.xml" Id="R58eea53f39074b9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30dba654bb4b8a" /><Relationship Type="http://schemas.openxmlformats.org/officeDocument/2006/relationships/notesMaster" Target="/ppt/notesMasters/notesMaster1.xml" Id="R226c03dcbc45404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4981c053cd647f3" /><Relationship Type="http://schemas.openxmlformats.org/officeDocument/2006/relationships/notesMaster" Target="/ppt/notesMasters/notesMaster1.xml" Id="Re2a48198392845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f3c9478a64140d4" /><Relationship Type="http://schemas.openxmlformats.org/officeDocument/2006/relationships/notesMaster" Target="/ppt/notesMasters/notesMaster1.xml" Id="Rf07921464cdd4e1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e52b09dc2fe43cd" /><Relationship Type="http://schemas.openxmlformats.org/officeDocument/2006/relationships/notesMaster" Target="/ppt/notesMasters/notesMaster1.xml" Id="R5758e7ebe841420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a58195dafdf47a4" /><Relationship Type="http://schemas.openxmlformats.org/officeDocument/2006/relationships/notesMaster" Target="/ppt/notesMasters/notesMaster1.xml" Id="Rc10b1711ff6b4d8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35d6328c5c14c44" /><Relationship Type="http://schemas.openxmlformats.org/officeDocument/2006/relationships/notesMaster" Target="/ppt/notesMasters/notesMaster1.xml" Id="R777d2e51eee9464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9aae5e5aa1d4552" /><Relationship Type="http://schemas.openxmlformats.org/officeDocument/2006/relationships/notesMaster" Target="/ppt/notesMasters/notesMaster1.xml" Id="Rdb47fe7ba41242a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8050d5fb41040b8" /><Relationship Type="http://schemas.openxmlformats.org/officeDocument/2006/relationships/notesMaster" Target="/ppt/notesMasters/notesMaster1.xml" Id="Ra99cc6de533147c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795739b46c64d8c" /><Relationship Type="http://schemas.openxmlformats.org/officeDocument/2006/relationships/notesMaster" Target="/ppt/notesMasters/notesMaster1.xml" Id="Rb90958f20e9d469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5346f5b1e024df9" /><Relationship Type="http://schemas.openxmlformats.org/officeDocument/2006/relationships/notesMaster" Target="/ppt/notesMasters/notesMaster1.xml" Id="Rbf8fed10f1234e8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3575dbecac44258" /><Relationship Type="http://schemas.openxmlformats.org/officeDocument/2006/relationships/notesMaster" Target="/ppt/notesMasters/notesMaster1.xml" Id="Ra8186425f680488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0dc29196b174fd7" /><Relationship Type="http://schemas.openxmlformats.org/officeDocument/2006/relationships/notesMaster" Target="/ppt/notesMasters/notesMaster1.xml" Id="R5c6f5eebb1024b2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f781f27e0874a8d" /><Relationship Type="http://schemas.openxmlformats.org/officeDocument/2006/relationships/notesMaster" Target="/ppt/notesMasters/notesMaster1.xml" Id="R7ed650cd53eb430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90d6b08db484745" /><Relationship Type="http://schemas.openxmlformats.org/officeDocument/2006/relationships/notesMaster" Target="/ppt/notesMasters/notesMaster1.xml" Id="R5235c0fdd286473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f6cdf04796e441f" /><Relationship Type="http://schemas.openxmlformats.org/officeDocument/2006/relationships/notesMaster" Target="/ppt/notesMasters/notesMaster1.xml" Id="R3cfdb9a9ca06493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09d14ae8949422e" /><Relationship Type="http://schemas.openxmlformats.org/officeDocument/2006/relationships/notesMaster" Target="/ppt/notesMasters/notesMaster1.xml" Id="Ree8bf82239984e4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78800b473d24159" /><Relationship Type="http://schemas.openxmlformats.org/officeDocument/2006/relationships/notesMaster" Target="/ppt/notesMasters/notesMaster1.xml" Id="R15a5f533611341c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157363adaa14bcc" /><Relationship Type="http://schemas.openxmlformats.org/officeDocument/2006/relationships/notesMaster" Target="/ppt/notesMasters/notesMaster1.xml" Id="Rcb032c9bb252499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e8e1069678242f1" /><Relationship Type="http://schemas.openxmlformats.org/officeDocument/2006/relationships/notesMaster" Target="/ppt/notesMasters/notesMaster1.xml" Id="R05de89c276224e8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3cf0c7feb854c8c" /><Relationship Type="http://schemas.openxmlformats.org/officeDocument/2006/relationships/notesMaster" Target="/ppt/notesMasters/notesMaster1.xml" Id="Rd16b6f69f72f4c5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fcf1f340d4a4fb4" /><Relationship Type="http://schemas.openxmlformats.org/officeDocument/2006/relationships/notesMaster" Target="/ppt/notesMasters/notesMaster1.xml" Id="Rbee87278c08443a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882f8f02ce24a69" /><Relationship Type="http://schemas.openxmlformats.org/officeDocument/2006/relationships/notesMaster" Target="/ppt/notesMasters/notesMaster1.xml" Id="Rbfb8b1bc042040b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f042201ff0b424f" /><Relationship Type="http://schemas.openxmlformats.org/officeDocument/2006/relationships/notesMaster" Target="/ppt/notesMasters/notesMaster1.xml" Id="R593205ce6c8b4c6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9ed9996d5864593" /><Relationship Type="http://schemas.openxmlformats.org/officeDocument/2006/relationships/notesMaster" Target="/ppt/notesMasters/notesMaster1.xml" Id="R3eda7e63ee8b432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f0f33ac4c9c4dd3" /><Relationship Type="http://schemas.openxmlformats.org/officeDocument/2006/relationships/notesMaster" Target="/ppt/notesMasters/notesMaster1.xml" Id="R96924bc06197423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0aa77e6e3f740ee" /><Relationship Type="http://schemas.openxmlformats.org/officeDocument/2006/relationships/notesMaster" Target="/ppt/notesMasters/notesMaster1.xml" Id="R2fc3cab13ba0442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ab18baae7ec49b6" /><Relationship Type="http://schemas.openxmlformats.org/officeDocument/2006/relationships/notesMaster" Target="/ppt/notesMasters/notesMaster1.xml" Id="R7dc29c5bee974c8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c7b26dbc9b948c9" /><Relationship Type="http://schemas.openxmlformats.org/officeDocument/2006/relationships/notesMaster" Target="/ppt/notesMasters/notesMaster1.xml" Id="R7647872b4e0c4ce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e47d3b5321e47a2" /><Relationship Type="http://schemas.openxmlformats.org/officeDocument/2006/relationships/notesMaster" Target="/ppt/notesMasters/notesMaster1.xml" Id="Rcc22d37a6b7c4f0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3dacf43ac1b46e8" /><Relationship Type="http://schemas.openxmlformats.org/officeDocument/2006/relationships/notesMaster" Target="/ppt/notesMasters/notesMaster1.xml" Id="Rf8dfd9690f004a2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9600efe9ab94e0e" /><Relationship Type="http://schemas.openxmlformats.org/officeDocument/2006/relationships/notesMaster" Target="/ppt/notesMasters/notesMaster1.xml" Id="R17fca12d5eec4cd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2ac442dfc3c490e" /><Relationship Type="http://schemas.openxmlformats.org/officeDocument/2006/relationships/notesMaster" Target="/ppt/notesMasters/notesMaster1.xml" Id="R48790958a3f5403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dcc77b6c21d4b31" /><Relationship Type="http://schemas.openxmlformats.org/officeDocument/2006/relationships/notesMaster" Target="/ppt/notesMasters/notesMaster1.xml" Id="R4d5014cdf55540c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62b5c6bd5b24c9b" /><Relationship Type="http://schemas.openxmlformats.org/officeDocument/2006/relationships/notesMaster" Target="/ppt/notesMasters/notesMaster1.xml" Id="R3cc8e225c9ae4d8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025076203d64f9b" /><Relationship Type="http://schemas.openxmlformats.org/officeDocument/2006/relationships/notesMaster" Target="/ppt/notesMasters/notesMaster1.xml" Id="Rb4f0545540fe4e0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9cec539db6243b3" /><Relationship Type="http://schemas.openxmlformats.org/officeDocument/2006/relationships/notesMaster" Target="/ppt/notesMasters/notesMaster1.xml" Id="R4b6555e7fa494f9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f697593e1704c0d" /><Relationship Type="http://schemas.openxmlformats.org/officeDocument/2006/relationships/notesMaster" Target="/ppt/notesMasters/notesMaster1.xml" Id="R56b0819b576140e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ef7a50e426046b3" /><Relationship Type="http://schemas.openxmlformats.org/officeDocument/2006/relationships/notesMaster" Target="/ppt/notesMasters/notesMaster1.xml" Id="R5603bd540338486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334eb6276d4490c" /><Relationship Type="http://schemas.openxmlformats.org/officeDocument/2006/relationships/notesMaster" Target="/ppt/notesMasters/notesMaster1.xml" Id="Radf13ba7c8ac4bc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3964d10ccef4061" /><Relationship Type="http://schemas.openxmlformats.org/officeDocument/2006/relationships/notesMaster" Target="/ppt/notesMasters/notesMaster1.xml" Id="Ra311b990a880407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52355e02e0946df" /><Relationship Type="http://schemas.openxmlformats.org/officeDocument/2006/relationships/notesMaster" Target="/ppt/notesMasters/notesMaster1.xml" Id="Re9a119eae318447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f6b13e4a9284657" /><Relationship Type="http://schemas.openxmlformats.org/officeDocument/2006/relationships/notesMaster" Target="/ppt/notesMasters/notesMaster1.xml" Id="Rfe0dd039186e400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aa08828fa5c453a" /><Relationship Type="http://schemas.openxmlformats.org/officeDocument/2006/relationships/notesMaster" Target="/ppt/notesMasters/notesMaster1.xml" Id="R411c7556d75a4b7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563deae42dd4bba" /><Relationship Type="http://schemas.openxmlformats.org/officeDocument/2006/relationships/notesMaster" Target="/ppt/notesMasters/notesMaster1.xml" Id="Rfee22c03b8304e8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735976b835e4b87" /><Relationship Type="http://schemas.openxmlformats.org/officeDocument/2006/relationships/notesMaster" Target="/ppt/notesMasters/notesMaster1.xml" Id="R39cdc389e2464c9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99f3447b00c4036" /><Relationship Type="http://schemas.openxmlformats.org/officeDocument/2006/relationships/notesMaster" Target="/ppt/notesMasters/notesMaster1.xml" Id="Rf0693278c369408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966b3e6c9fd43d5" /><Relationship Type="http://schemas.openxmlformats.org/officeDocument/2006/relationships/notesMaster" Target="/ppt/notesMasters/notesMaster1.xml" Id="Rf387262a65cd4ec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35addeda5fc4637" /><Relationship Type="http://schemas.openxmlformats.org/officeDocument/2006/relationships/notesMaster" Target="/ppt/notesMasters/notesMaster1.xml" Id="R03da4ef8b941495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d4966360e3e4139" /><Relationship Type="http://schemas.openxmlformats.org/officeDocument/2006/relationships/notesMaster" Target="/ppt/notesMasters/notesMaster1.xml" Id="Rf8499914e75c48e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6ad9bb378764f85" /><Relationship Type="http://schemas.openxmlformats.org/officeDocument/2006/relationships/notesMaster" Target="/ppt/notesMasters/notesMaster1.xml" Id="Raf7dcf0bc68f4e9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4503dc50195491c" /><Relationship Type="http://schemas.openxmlformats.org/officeDocument/2006/relationships/notesMaster" Target="/ppt/notesMasters/notesMaster1.xml" Id="R8d229df047e3458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cd0c222dc814272" /><Relationship Type="http://schemas.openxmlformats.org/officeDocument/2006/relationships/notesMaster" Target="/ppt/notesMasters/notesMaster1.xml" Id="R3720597190b8407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72b74b40b214f53" /><Relationship Type="http://schemas.openxmlformats.org/officeDocument/2006/relationships/notesMaster" Target="/ppt/notesMasters/notesMaster1.xml" Id="Raf28bf116e9749d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da23c42eb8749f1" /><Relationship Type="http://schemas.openxmlformats.org/officeDocument/2006/relationships/notesMaster" Target="/ppt/notesMasters/notesMaster1.xml" Id="R7d208d9316584f7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60ab88996c74a6f" /><Relationship Type="http://schemas.openxmlformats.org/officeDocument/2006/relationships/notesMaster" Target="/ppt/notesMasters/notesMaster1.xml" Id="R9495d3c8c37e482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84c190ca3e944c6" /><Relationship Type="http://schemas.openxmlformats.org/officeDocument/2006/relationships/notesMaster" Target="/ppt/notesMasters/notesMaster1.xml" Id="Rde1b0d4425b44ca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978f8bfd1254179" /><Relationship Type="http://schemas.openxmlformats.org/officeDocument/2006/relationships/notesMaster" Target="/ppt/notesMasters/notesMaster1.xml" Id="R764a74d46049405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9819e85a38e4fa2" /><Relationship Type="http://schemas.openxmlformats.org/officeDocument/2006/relationships/notesMaster" Target="/ppt/notesMasters/notesMaster1.xml" Id="Rc12afae731ed490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4da147c9f3c48ed" /><Relationship Type="http://schemas.openxmlformats.org/officeDocument/2006/relationships/notesMaster" Target="/ppt/notesMasters/notesMaster1.xml" Id="R6f7f7fdab90847d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e8e14a86d77410d" /><Relationship Type="http://schemas.openxmlformats.org/officeDocument/2006/relationships/notesMaster" Target="/ppt/notesMasters/notesMaster1.xml" Id="R472a3864657a4b2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c113d85e1a64097" /><Relationship Type="http://schemas.openxmlformats.org/officeDocument/2006/relationships/notesMaster" Target="/ppt/notesMasters/notesMaster1.xml" Id="R9799354141564770"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81a6552b9c34846" /><Relationship Type="http://schemas.openxmlformats.org/officeDocument/2006/relationships/notesMaster" Target="/ppt/notesMasters/notesMaster1.xml" Id="Rf2d97277094b49c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3a15c6c21614f8a" /><Relationship Type="http://schemas.openxmlformats.org/officeDocument/2006/relationships/notesMaster" Target="/ppt/notesMasters/notesMaster1.xml" Id="R844c79eda9bd4ce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0e3b78f2636498d" /><Relationship Type="http://schemas.openxmlformats.org/officeDocument/2006/relationships/notesMaster" Target="/ppt/notesMasters/notesMaster1.xml" Id="Ra78018bdf46048c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b27c283d4b343a8" /><Relationship Type="http://schemas.openxmlformats.org/officeDocument/2006/relationships/notesMaster" Target="/ppt/notesMasters/notesMaster1.xml" Id="R355b2d7a398d462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8ecb6f867654c05" /><Relationship Type="http://schemas.openxmlformats.org/officeDocument/2006/relationships/notesMaster" Target="/ppt/notesMasters/notesMaster1.xml" Id="R825a7bb3db0b452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77c9fe70a3249db" /><Relationship Type="http://schemas.openxmlformats.org/officeDocument/2006/relationships/notesMaster" Target="/ppt/notesMasters/notesMaster1.xml" Id="R0073ee41ad0d4b9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2436dde47574514" /><Relationship Type="http://schemas.openxmlformats.org/officeDocument/2006/relationships/notesMaster" Target="/ppt/notesMasters/notesMaster1.xml" Id="R1848ea4fcba14e4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22661b396c44b20" /><Relationship Type="http://schemas.openxmlformats.org/officeDocument/2006/relationships/notesMaster" Target="/ppt/notesMasters/notesMaster1.xml" Id="Rcbc31e4b8ca6498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366dea9770fc423f" /><Relationship Type="http://schemas.openxmlformats.org/officeDocument/2006/relationships/notesMaster" Target="/ppt/notesMasters/notesMaster1.xml" Id="Ra07668e607c8475d"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c27882f8fec4168" /><Relationship Type="http://schemas.openxmlformats.org/officeDocument/2006/relationships/notesMaster" Target="/ppt/notesMasters/notesMaster1.xml" Id="R7acc80f26e154e8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f5583676fcd3430f" /><Relationship Type="http://schemas.openxmlformats.org/officeDocument/2006/relationships/notesMaster" Target="/ppt/notesMasters/notesMaster1.xml" Id="Rfe7db6f368964b4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4a20433ab2d4b35" /><Relationship Type="http://schemas.openxmlformats.org/officeDocument/2006/relationships/notesMaster" Target="/ppt/notesMasters/notesMaster1.xml" Id="Rdcdf2eab76264ef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e583acde9074aec" /><Relationship Type="http://schemas.openxmlformats.org/officeDocument/2006/relationships/notesMaster" Target="/ppt/notesMasters/notesMaster1.xml" Id="Red1baa39c5c1424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32644111cd494df4" /><Relationship Type="http://schemas.openxmlformats.org/officeDocument/2006/relationships/notesMaster" Target="/ppt/notesMasters/notesMaster1.xml" Id="R1609db81c21245ea"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eca5b4023624228" /><Relationship Type="http://schemas.openxmlformats.org/officeDocument/2006/relationships/notesMaster" Target="/ppt/notesMasters/notesMaster1.xml" Id="R9a9d0439b3c04c18"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062da46f52184080" /><Relationship Type="http://schemas.openxmlformats.org/officeDocument/2006/relationships/notesMaster" Target="/ppt/notesMasters/notesMaster1.xml" Id="R39cc0761d9af413f"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3c5ac4fffe134727" /><Relationship Type="http://schemas.openxmlformats.org/officeDocument/2006/relationships/notesMaster" Target="/ppt/notesMasters/notesMaster1.xml" Id="R83a2ee1b53df422b"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e1f27fd429bc4822" /><Relationship Type="http://schemas.openxmlformats.org/officeDocument/2006/relationships/notesMaster" Target="/ppt/notesMasters/notesMaster1.xml" Id="Ra4c51454401d4ac3"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0ca309bfc90f4028" /><Relationship Type="http://schemas.openxmlformats.org/officeDocument/2006/relationships/notesMaster" Target="/ppt/notesMasters/notesMaster1.xml" Id="R9bccd05e6f7c49d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5390904fbd644f67" /><Relationship Type="http://schemas.openxmlformats.org/officeDocument/2006/relationships/notesMaster" Target="/ppt/notesMasters/notesMaster1.xml" Id="R3afe8ce0e057464a"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59330d3139c45b3" /><Relationship Type="http://schemas.openxmlformats.org/officeDocument/2006/relationships/notesMaster" Target="/ppt/notesMasters/notesMaster1.xml" Id="Rd7fde4bb89244f61"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c1f173f6d16645f6" /><Relationship Type="http://schemas.openxmlformats.org/officeDocument/2006/relationships/notesMaster" Target="/ppt/notesMasters/notesMaster1.xml" Id="R09020d0f3c3043b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56b6238ac0dc447b" /><Relationship Type="http://schemas.openxmlformats.org/officeDocument/2006/relationships/notesMaster" Target="/ppt/notesMasters/notesMaster1.xml" Id="R30a49601c707455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b2837a0e4f464e7c" /><Relationship Type="http://schemas.openxmlformats.org/officeDocument/2006/relationships/notesMaster" Target="/ppt/notesMasters/notesMaster1.xml" Id="Rd5dc295abf1341f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e09f88752a1e4cf4" /><Relationship Type="http://schemas.openxmlformats.org/officeDocument/2006/relationships/notesMaster" Target="/ppt/notesMasters/notesMaster1.xml" Id="R7e4a7096e71a4d7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bba8fecf4ed8458f" /><Relationship Type="http://schemas.openxmlformats.org/officeDocument/2006/relationships/notesMaster" Target="/ppt/notesMasters/notesMaster1.xml" Id="R7d21178b5add47cb"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949ea5b4fa7941dc" /><Relationship Type="http://schemas.openxmlformats.org/officeDocument/2006/relationships/notesMaster" Target="/ppt/notesMasters/notesMaster1.xml" Id="R680a0bebf0c54b35"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841c719f29054f4f" /><Relationship Type="http://schemas.openxmlformats.org/officeDocument/2006/relationships/notesMaster" Target="/ppt/notesMasters/notesMaster1.xml" Id="Re351f4031f7942b8"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e3b64e495bce4c9f" /><Relationship Type="http://schemas.openxmlformats.org/officeDocument/2006/relationships/notesMaster" Target="/ppt/notesMasters/notesMaster1.xml" Id="R8eb9715a08c242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처음 시작하기 · 웹 대시보드</a:t>
            </a:r>
          </a:p>
          <a:p xmlns:a="http://schemas.openxmlformats.org/drawingml/2006/main">
            <a:r>
              <a:t/>
            </a:r>
          </a:p>
          <a:p xmlns:a="http://schemas.openxmlformats.org/drawingml/2006/main">
            <a:r>
              <a:t>1. ZIP을 일반 폴더에 풀고 examples/course의 data·work·code 위치를 유지합니다. 배포 ZIP은 course 폴더부터 열 수 있습니다.</a:t>
            </a:r>
          </a:p>
          <a:p xmlns:a="http://schemas.openxmlformats.org/drawingml/2006/main">
            <a:r>
              <a:t>2. [교안](lesson.md)에서 개념을 읽고 [실습지](practice-guide.md)의 A01부터 진행합니다.</a:t>
            </a:r>
          </a:p>
          <a:p xmlns:a="http://schemas.openxmlformats.org/drawingml/2006/main">
            <a:r>
              <a:t>3. work 파일만 수정하고 원본은 보존합니다. 같은 파일을 저장·다시 열어 확인합니다.</a:t>
            </a:r>
          </a:p>
          <a:p xmlns:a="http://schemas.openxmlformats.org/drawingml/2006/main">
            <a:r>
              <a:t>4. 개인 실행을 못 했으면 예상과 강사 실행 결과를 대조하고 확인 방법을 정확히 적습니다.</a:t>
            </a:r>
          </a:p>
          <a:p xmlns:a="http://schemas.openxmlformats.org/drawingml/2006/main">
            <a:r>
              <a:t/>
            </a:r>
          </a:p>
          <a:p xmlns:a="http://schemas.openxmlformats.org/drawingml/2006/main">
            <a:r>
              <a:t>실행 준비</a:t>
            </a:r>
          </a:p>
          <a:p xmlns:a="http://schemas.openxmlformats.org/drawingml/2006/main">
            <a:r>
              <a:t/>
            </a:r>
          </a:p>
          <a:p xmlns:a="http://schemas.openxmlformats.org/drawingml/2006/main">
            <a:r>
              <a:t>브라우저와 텍스트 편집기가 기본입니다. Python 명령의 현재 폴더는 압축을 푼 course입니다. Windows에서 python 대신 py만 있으면 강사의 확인 아래 py -3로 대체합니다.</a:t>
            </a:r>
          </a:p>
          <a:p xmlns:a="http://schemas.openxmlformats.org/drawingml/2006/main">
            <a:r>
              <a:t/>
            </a:r>
          </a:p>
          <a:p xmlns:a="http://schemas.openxmlformats.org/drawingml/2006/main">
            <a:r>
              <a:t>```text</a:t>
            </a:r>
          </a:p>
          <a:p xmlns:a="http://schemas.openxmlformats.org/drawingml/2006/main">
            <a:r>
              <a:t>python code/server.py</a:t>
            </a:r>
          </a:p>
          <a:p xmlns:a="http://schemas.openxmlformats.org/drawingml/2006/main">
            <a:r>
              <a:t>서버 창은 유지하고 다른 터미널에서 실행</a:t>
            </a:r>
          </a:p>
          <a:p xmlns:a="http://schemas.openxmlformats.org/drawingml/2006/main">
            <a:r>
              <a:t>python code/send_sample.py</a:t>
            </a:r>
          </a:p>
          <a:p xmlns:a="http://schemas.openxmlformats.org/drawingml/2006/main">
            <a:r>
              <a:t>```</a:t>
            </a:r>
          </a:p>
          <a:p xmlns:a="http://schemas.openxmlformats.org/drawingml/2006/main">
            <a:r>
              <a:t/>
            </a:r>
          </a:p>
          <a:p xmlns:a="http://schemas.openxmlformats.org/drawingml/2006/main">
            <a:r>
              <a:t>실행하지 못하면 파일 경로·명령·오류 문구를 기록해 도움을 요청합니다. 코드 상자를 보는 것은 Python 실행이 아닙니다.</a:t>
            </a:r>
          </a:p>
          <a:p xmlns:a="http://schemas.openxmlformats.org/drawingml/2006/main">
            <a:r>
              <a:t/>
            </a:r>
          </a:p>
          <a:p xmlns:a="http://schemas.openxmlformats.org/drawingml/2006/main">
            <a:r>
              <a:t>기본 화면은 고정 fixture와 고정 확인시각을 사용하는 가상 자료 실습입니다. 로컬 API는 별도 실행하며 메모리에만 저장합니다. 실물 ESP32·센서·외부망·인증·지속저장·공개배포는 검증 범위가 아닙니다.</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내용이 기억나지 않으면 아래 질문부터 읽어 보세요. 먼저 답을 적고 풀이와 비교해 보세요.</a:t>
            </a:r>
          </a:p>
          <a:p xmlns:a="http://schemas.openxmlformats.org/drawingml/2006/main">
            <a:r>
              <a:t/>
            </a:r>
          </a:p>
          <a:p xmlns:a="http://schemas.openxmlformats.org/drawingml/2006/main">
            <a:r>
              <a:t>기록과 화면</a:t>
            </a:r>
          </a:p>
          <a:p xmlns:a="http://schemas.openxmlformats.org/drawingml/2006/main">
            <a:r>
              <a:t/>
            </a:r>
          </a:p>
          <a:p xmlns:a="http://schemas.openxmlformats.org/drawingml/2006/main">
            <a:r>
              <a:t>질문: 카드에 28.0이 보이면 지금 온도가 반드시 28.0인가요?</a:t>
            </a:r>
          </a:p>
          <a:p xmlns:a="http://schemas.openxmlformats.org/drawingml/2006/main">
            <a:r>
              <a:t/>
            </a:r>
          </a:p>
          <a:p xmlns:a="http://schemas.openxmlformats.org/drawingml/2006/main">
            <a:r>
              <a:t>풀이: 그 값의 측정 시각과 수신 시각을 함께 확인해야 합니다. 과거 값이 화면에 남아 있을 수 있습니다.</a:t>
            </a:r>
          </a:p>
          <a:p xmlns:a="http://schemas.openxmlformats.org/drawingml/2006/main">
            <a:r>
              <a:t/>
            </a:r>
          </a:p>
          <a:p xmlns:a="http://schemas.openxmlformats.org/drawingml/2006/main">
            <a:r>
              <a:t>대표값</a:t>
            </a:r>
          </a:p>
          <a:p xmlns:a="http://schemas.openxmlformats.org/drawingml/2006/main">
            <a:r>
              <a:t/>
            </a:r>
          </a:p>
          <a:p xmlns:a="http://schemas.openxmlformats.org/drawingml/2006/main">
            <a:r>
              <a:t>질문: 최신값과 평균은 같은 뜻인가요?</a:t>
            </a:r>
          </a:p>
          <a:p xmlns:a="http://schemas.openxmlformats.org/drawingml/2006/main">
            <a:r>
              <a:t/>
            </a:r>
          </a:p>
          <a:p xmlns:a="http://schemas.openxmlformats.org/drawingml/2006/main">
            <a:r>
              <a:t>풀이: 최신값은 정해진 순서에서 마지막 유효 기록, 평균은 선택 범위의 유효 숫자 합을 개수로 나눈 값입니다.</a:t>
            </a:r>
          </a:p>
          <a:p xmlns:a="http://schemas.openxmlformats.org/drawingml/2006/main">
            <a:r>
              <a:t/>
            </a:r>
          </a:p>
          <a:p xmlns:a="http://schemas.openxmlformats.org/drawingml/2006/main">
            <a:r>
              <a:t>실패 표시</a:t>
            </a:r>
          </a:p>
          <a:p xmlns:a="http://schemas.openxmlformats.org/drawingml/2006/main">
            <a:r>
              <a:t/>
            </a:r>
          </a:p>
          <a:p xmlns:a="http://schemas.openxmlformats.org/drawingml/2006/main">
            <a:r>
              <a:t>질문: 통신 실패를 0도로 보여 주면 괜찮나요?</a:t>
            </a:r>
          </a:p>
          <a:p xmlns:a="http://schemas.openxmlformats.org/drawingml/2006/main">
            <a:r>
              <a:t/>
            </a:r>
          </a:p>
          <a:p xmlns:a="http://schemas.openxmlformats.org/drawingml/2006/main">
            <a:r>
              <a:t>풀이: 실제 0도와 구별되지 않습니다. 마지막 값, 갱신 시각, 실패 상태를 나눠 표시합니다.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화면 예의 출처: .build/copyedited-ppt/spec-2026-10-29.json#slide-1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https://zeusk302-png.github.io/kdigital-physical-ai/#/sessions/2026-10-29/activity-A01</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ZIP을 일반 폴더에 풀고 data·code·work의 위치를 유지한다. data는 입력 자료, code는 참고 코드, work는 학생의 작업 복사본이다. 편집기는 파일을 쓰고 저장하는 도구이고, 터미널은 명령을 실행하는 창이다. 저장만 해서는 실행되지 않는다. 파일 이름과 확장자를 확인하고 안내된 폴더에서 명령을 입력하도록 돕는다. 실행이 막히면 오류 문구와 경로를 적고, 제공 출력이나 강사 시연을 예상과 비교하도록 안내한다.</a:t>
            </a:r>
          </a:p>
          <a:p xmlns:a="http://schemas.openxmlformats.org/drawingml/2006/main">
            <a:r>
              <a:t/>
            </a:r>
          </a:p>
          <a:p xmlns:a="http://schemas.openxmlformats.org/drawingml/2006/main">
            <a:r>
              <a:t>화면 예의 출처: .build/copyedited-ppt/spec-2026-10-29.json#slide-2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https://zeusk302-png.github.io/kdigital-physical-ai/#/sessions/2026-10-29/activity-A01</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docs/schedule.md</a:t>
            </a:r>
          </a:p>
          <a:p xmlns:a="http://schemas.openxmlformats.org/drawingml/2006/main">
            <a:r>
              <a:t/>
            </a:r>
          </a:p>
          <a:p xmlns:a="http://schemas.openxmlformats.org/drawingml/2006/main">
            <a:r>
              <a:t>화면 예의 출처: .build/copyedited-ppt/spec-2026-10-29.json#slide-3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https://zeusk302-png.github.io/kdigital-physical-ai/#/sessions/2026-10-29/activity-A01</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
            </a:r>
          </a:p>
          <a:p xmlns:a="http://schemas.openxmlformats.org/drawingml/2006/main">
            <a:r>
              <a:t>설치나 장비 연결이 안 된 학생도 제공 코드로 결과를 따라 읽을 수 있다. 직접 실행했는지, 강사 시연을 봤는지, 제공 출력을 비교했는지, 손으로 계산했는지 기록하게 한다.</a:t>
            </a:r>
          </a:p>
          <a:p xmlns:a="http://schemas.openxmlformats.org/drawingml/2006/main">
            <a:r>
              <a:t/>
            </a:r>
          </a:p>
          <a:p xmlns:a="http://schemas.openxmlformats.org/drawingml/2006/main">
            <a:r>
              <a:t>화면 예의 출처: .build/copyedited-ppt/spec-2026-10-29.json#slide-4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https://zeusk302-png.github.io/kdigital-physical-ai/#/sessions/2026-10-29/activity-A01</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1교시 필수 개념 보충 · 사용자의 질문에서 관찰 단위와 상태 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 행은 정확히 60초라 오래됨이 아니고 주의입니다. 둘째는 미측정이 먼저입니다. 60초 이상이라는 답은 코드의 초과 조건을 잘못 읽은 것이며 null을 0으로 바꾼 답은 누락의 의미를 없앴습니다.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한 행의 의미는? → 한 센서의 한 시점 관찰입니다.</a:t>
            </a:r>
          </a:p>
          <a:p xmlns:a="http://schemas.openxmlformats.org/drawingml/2006/main">
            <a:r>
              <a:t>2. 파일 마지막 행이 최신인가요? → 측정 시각을 비교합니다.</a:t>
            </a:r>
          </a:p>
          <a:p xmlns:a="http://schemas.openxmlformats.org/drawingml/2006/main">
            <a:r>
              <a:t>3. 29℃라도 오래됨인 이유는? → 우선순위와 시간차 조건 때문입니다.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.build/copyedited-ppt/spec-2026-10-29.json#slide-5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https://zeusk302-png.github.io/kdigital-physical-ai/#/sessions/2026-10-29/activity-A01</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어느 장소의 온도인가요?</a:t>
            </a:r>
          </a:p>
          <a:p xmlns:a="http://schemas.openxmlformats.org/drawingml/2006/main">
            <a:r>
              <a:t>언제 측정했고 지금 유효한가요?</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outputs/2026-10-29/examples/course/data/readings.json</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장소와 시각 없이는 온도의 의미가 부족합니다.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S01의 기록 두 건 ≠ 센서 두 개</a:t>
            </a:r>
          </a:p>
          <a:p xmlns:a="http://schemas.openxmlformats.org/drawingml/2006/main">
            <a:r>
              <a:t>관찰 수와 장치 수를 나눕니다.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outputs/2026-10-29/examples/course/data/readings.json</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https://zeusk302-png.github.io/kdigital-physical-ai/#/sessions/2026-10-29/activity-A02</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같은S01의 두 행은 센서 두 개가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S01: 10:09:50의 22.5 · 10:10:00의 22.8</a:t>
            </a:r>
          </a:p>
          <a:p xmlns:a="http://schemas.openxmlformats.org/drawingml/2006/main">
            <a:r>
              <a:t>최신값은 22.8입니다.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https://zeusk302-png.github.io/kdigital-physical-ai/#/sessions/2026-10-29/activity-A02</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10:10:00이 더 늦어22.8을 선택합니다.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0: 유효한 온도 · null: 미측정</a:t>
            </a:r>
          </a:p>
          <a:p xmlns:a="http://schemas.openxmlformats.org/drawingml/2006/main">
            <a:r>
              <a:t>false: 장치 작동 상태의 값</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온도null과 작동false는 다른 필드입니다.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입력 오류 → 미측정 → 정지</a:t>
            </a:r>
          </a:p>
          <a:p xmlns:a="http://schemas.openxmlformats.org/drawingml/2006/main">
            <a:r>
              <a:t>오래됨 → 주의 또는 정상</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null이면 정지보다 미측정을 먼저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60초 초과: 오래됨 · 28℃ 이상: 주의</a:t>
            </a:r>
          </a:p>
          <a:p xmlns:a="http://schemas.openxmlformats.org/drawingml/2006/main">
            <a:r>
              <a:t>실제 장비 안전 한계가 아닌 수업용 규칙입니다.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.build/copyedited-ppt/spec-2026-10-29.json#slide-11,12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정확히60초는 오래됨이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화면 예의 출처: .build/copyedited-ppt/spec-2026-10-29.json#slide-12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정확히 60초는 오래됨이 아닙니다.</a:t>
            </a:r>
          </a:p>
          <a:p xmlns:a="http://schemas.openxmlformats.org/drawingml/2006/main">
            <a:r>
              <a:t>null이면서 false이면 미측정이 먼저입니다.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10:10:00에 확인합니다.</a:t>
            </a:r>
          </a:p>
          <a:p xmlns:a="http://schemas.openxmlformats.org/drawingml/2006/main">
            <a:r>
              <a:t>10:09:00 측정 · 28℃ · active=true</a:t>
            </a:r>
          </a:p>
          <a:p xmlns:a="http://schemas.openxmlformats.org/drawingml/2006/main">
            <a:r>
              <a:t>표시 상태는 무엇인가요?</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.build/copyedited-ppt/spec-2026-10-29.json#slide-14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주의입니다.</a:t>
            </a:r>
          </a:p>
          <a:p xmlns:a="http://schemas.openxmlformats.org/drawingml/2006/main">
            <a:r>
              <a:t>시간차는 정확히 60초입니다.</a:t>
            </a:r>
          </a:p>
          <a:p xmlns:a="http://schemas.openxmlformats.org/drawingml/2006/main">
            <a:r>
              <a:t>오래됨의 조건은 60초 초과입니다.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측정 시각을 10:08:59로 바꿉니다.</a:t>
            </a:r>
          </a:p>
          <a:p xmlns:a="http://schemas.openxmlformats.org/drawingml/2006/main">
            <a:r>
              <a:t>61초가 되어 오래됨입니다.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.build/copyedited-ppt/spec-2026-10-29.json#slide-16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https://zeusk302-png.github.io/kdigital-physical-ai/#/sessions/2026-10-29/activity-A03</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파일 끝의 행을 무조건 최신으로 쓰지 않습니다.</a:t>
            </a:r>
          </a:p>
          <a:p xmlns:a="http://schemas.openxmlformats.org/drawingml/2006/main">
            <a:r>
              <a:t>센서 ID와 measured_at을 함께 비교합니다.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https://zeusk302-png.github.io/kdigital-physical-ai/#/sessions/2026-10-29/activity-A02</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최신값과 이력의 차이를 설명합니다.</a:t>
            </a:r>
          </a:p>
          <a:p xmlns:a="http://schemas.openxmlformats.org/drawingml/2006/main">
            <a:r>
              <a:t>상태 문구의 판단에 사용한 값과 조건을 한 가지씩 말합니다.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.build/copyedited-ppt/spec-2026-10-29.json#slide-18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https://zeusk302-png.github.io/kdigital-physical-ai/#/sessions/2026-10-29/activity-A02</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최신값이 29℃인데 오래됨</a:t>
            </a:r>
          </a:p>
          <a:p xmlns:a="http://schemas.openxmlformats.org/drawingml/2006/main">
            <a:r>
              <a:t>주의보다 오래됨이 먼저인 이유를 쓰세요.</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확인 10:00:00·측정 09:58:59·온도 29·active=true의 상태와 최신 선택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61초라 오래됨입니다. 최신은 센서별 measured_at 비교로 선택하며 파일 마지막 줄과 다를 수 있습니다.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.build/copyedited-ppt/spec-2026-10-29.json#slide-19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https://zeusk302-png.github.io/kdigital-physical-ai/#/sessions/2026-10-29/activity-A02</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2교시 필수 개념 보충 · 브라우저와 HTTP 서버가 하는 일</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결과로 적으면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서버를 켠 창은 닫아도 되나요? → 수신 중에는 유지합니다.</a:t>
            </a:r>
          </a:p>
          <a:p xmlns:a="http://schemas.openxmlformats.org/drawingml/2006/main">
            <a:r>
              <a:t>2. 127.0.0.1의 범위는? → 현재 PC입니다.</a:t>
            </a:r>
          </a:p>
          <a:p xmlns:a="http://schemas.openxmlformats.org/drawingml/2006/main">
            <a:r>
              <a:t>3. 현재 서버는 영구 저장인가요? → 메모리 저장입니다.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.build/copyedited-ppt/spec-2026-10-29.json#slide-20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https://zeusk302-png.github.io/kdigital-physical-ai/#/sessions/2026-10-29/activity-A04</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브라우저는 HTML·CSS·JavaScript를 읽습니다.</a:t>
            </a:r>
          </a:p>
          <a:p xmlns:a="http://schemas.openxmlformats.org/drawingml/2006/main">
            <a:r>
              <a:t>서버는 요청을 받고 응답합니다.</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.build/copyedited-ppt/spec-2026-10-29.json#slide-21,23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https://zeusk302-png.github.io/kdigital-physical-ai/#/sessions/2026-10-29/activity-A04</a:t>
            </a:r>
          </a:p>
          <a:p xmlns:a="http://schemas.openxmlformats.org/drawingml/2006/main">
            <a:r>
              <a:t>공식 자료: https://docs.python.org/3.12/library/csv.html</a:t>
            </a:r>
          </a:p>
          <a:p xmlns:a="http://schemas.openxmlformats.org/drawingml/2006/main">
            <a:r>
              <a:t/>
            </a:r>
          </a:p>
          <a:p xmlns:a="http://schemas.openxmlformats.org/drawingml/2006/main">
            <a:r>
              <a:t>코드와 개념 해설: 요청과 응답은 서로 반대 방향입니다.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fixture.js의 가상 자료를 화면에 표시합니다.</a:t>
            </a:r>
          </a:p>
          <a:p xmlns:a="http://schemas.openxmlformats.org/drawingml/2006/main">
            <a:r>
              <a:t>모의 추가는 브라우저 메모리만 바꿉니다.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https://zeusk302-png.github.io/kdigital-physical-ai/#/sessions/2026-10-29/activity-A04</a:t>
            </a:r>
          </a:p>
          <a:p xmlns:a="http://schemas.openxmlformats.org/drawingml/2006/main">
            <a:r>
              <a:t>공식 자료: https://docs.python.org/3.12/library/csv.html</a:t>
            </a:r>
          </a:p>
          <a:p xmlns:a="http://schemas.openxmlformats.org/drawingml/2006/main">
            <a:r>
              <a:t/>
            </a:r>
          </a:p>
          <a:p xmlns:a="http://schemas.openxmlformats.org/drawingml/2006/main">
            <a:r>
              <a:t>코드와 개념 해설: 모의 추가는 브라우저 메모리만 바꿉니다.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GET /api/readings</a:t>
            </a:r>
          </a:p>
          <a:p xmlns:a="http://schemas.openxmlformats.org/drawingml/2006/main">
            <a:r>
              <a:t>응답 200과 JSON 목록을 확인합니다.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.build/copyedited-ppt/spec-2026-10-29.json#slide-23,30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200은 성공,5는 받은 기록 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POST /api/readings</a:t>
            </a:r>
          </a:p>
          <a:p xmlns:a="http://schemas.openxmlformats.org/drawingml/2006/main">
            <a:r>
              <a:t>내용을 검사한 뒤 201로 수락합니다.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201수락 뒤 GET목록을 다시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course에서 python -X utf8 code/server.py</a:t>
            </a:r>
          </a:p>
          <a:p xmlns:a="http://schemas.openxmlformats.org/drawingml/2006/main">
            <a:r>
              <a:t>브라우저: http://127.0.0.1:8780/?source=api</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https://zeusk302-png.github.io/kdigital-physical-ai/#/sessions/2026-10-29/activity-A06</a:t>
            </a:r>
          </a:p>
          <a:p xmlns:a="http://schemas.openxmlformats.org/drawingml/2006/main">
            <a:r>
              <a:t>공식 자료: https://docs.python.org/3.12/library/csv.html</a:t>
            </a:r>
          </a:p>
          <a:p xmlns:a="http://schemas.openxmlformats.org/drawingml/2006/main">
            <a:r>
              <a:t/>
            </a:r>
          </a:p>
          <a:p xmlns:a="http://schemas.openxmlformats.org/drawingml/2006/main">
            <a:r>
              <a:t>코드와 개념 해설: 터미널에서 서버를 실행한 뒤 주소를 엽니다.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127.0.0.1: 현재 PC · 8780: 포트</a:t>
            </a:r>
          </a:p>
          <a:p xmlns:a="http://schemas.openxmlformats.org/drawingml/2006/main">
            <a:r>
              <a:t>종료는 서버 터미널에서 Ctrl+C입니다.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https://zeusk302-png.github.io/kdigital-physical-ai/#/sessions/2026-10-29/activity-A06</a:t>
            </a:r>
          </a:p>
          <a:p xmlns:a="http://schemas.openxmlformats.org/drawingml/2006/main">
            <a:r>
              <a:t>공식 자료: https://docs.python.org/3.12/library/csv.html</a:t>
            </a:r>
          </a:p>
          <a:p xmlns:a="http://schemas.openxmlformats.org/drawingml/2006/main">
            <a:r>
              <a:t/>
            </a:r>
          </a:p>
          <a:p xmlns:a="http://schemas.openxmlformats.org/drawingml/2006/main">
            <a:r>
              <a:t>코드와 개념 해설: 8780은 이 수업 서버의 포트입니다.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urlopen은 서버 응답을 여는 함수다. timeout=5는 이 클라이언트가 기다릴 시간의 한계다. with는 사용한 응답 자원을 정리한다. json.load는 응답 JSON을 Python 객체로 읽고 len(rows)는 기록 수를 구한다. 서버는 따로 실행해야 하며 초기 records는5건이다. HTTP200은 읽기 성공을 뜻한다. 자료가 최신이거나 실제 센서 측정이라는 뜻은 아니다.</a:t>
            </a:r>
          </a:p>
          <a:p xmlns:a="http://schemas.openxmlformats.org/drawingml/2006/main">
            <a:r>
              <a:t/>
            </a:r>
          </a:p>
          <a:p xmlns:a="http://schemas.openxmlformats.org/drawingml/2006/main">
            <a:r>
              <a:t>화면 예의 출처: .build/copyedited-ppt/spec-2026-10-29.json#slide-27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코드 27번의 입력과 출력 30번을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urlopen은 서버 응답을 여는 함수다. timeout=5는 이 클라이언트가 기다릴 시간의 한계다. with는 사용한 응답 자원을 정리한다. json.load는 응답 JSON을 Python 객체로 읽고 len(rows)는 기록 수를 구한다. 서버는 따로 실행해야 하며 초기 records는5건이다. HTTP200은 읽기 성공을 뜻한다. 자료가 최신이거나 실제 센서 측정이라는 뜻은 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.build/copyedited-ppt/spec-2026-10-29.json#slide-28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코드 27번의 입력과 출력 30번을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urlopen은 서버 응답을 여는 함수다. timeout=5는 이 클라이언트가 기다릴 시간의 한계다. with는 사용한 응답 자원을 정리한다. json.load는 응답 JSON을 Python 객체로 읽고 len(rows)는 기록 수를 구한다. 서버는 따로 실행해야 하며 초기 records는5건이다. HTTP200은 읽기 성공을 뜻한다. 자료가 최신이거나 실제 센서 측정이라는 뜻은 아니다.</a:t>
            </a:r>
          </a:p>
          <a:p xmlns:a="http://schemas.openxmlformats.org/drawingml/2006/main">
            <a:r>
              <a:t/>
            </a:r>
          </a:p>
          <a:p xmlns:a="http://schemas.openxmlformats.org/drawingml/2006/main">
            <a:r>
              <a:t>화면 예의 출처: .build/copyedited-ppt/spec-2026-10-29.json#slide-29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코드 27번의 입력과 출력 30번을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초기 응답: 200 5</a:t>
            </a:r>
          </a:p>
          <a:p xmlns:a="http://schemas.openxmlformats.org/drawingml/2006/main">
            <a:r>
              <a:t>읽기 성공 · 기록 5건</a:t>
            </a:r>
          </a:p>
          <a:p xmlns:a="http://schemas.openxmlformats.org/drawingml/2006/main">
            <a:r>
              <a:t>추가 전송 후에는 행 수가 달라집니다.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.build/copyedited-ppt/spec-2026-10-29.json#slide-30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코드 27번의 입력과 출력 30번을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HTML은 보이는데 API만 실패합니다.</a:t>
            </a:r>
          </a:p>
          <a:p xmlns:a="http://schemas.openxmlformats.org/drawingml/2006/main">
            <a:r>
              <a:t>무엇부터 확인할까요?</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.build/copyedited-ppt/spec-2026-10-29.json#slide-31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server.py 실행 · 터미널 오류 · 포트를 확인합니다.</a:t>
            </a:r>
          </a:p>
          <a:p xmlns:a="http://schemas.openxmlformats.org/drawingml/2006/main">
            <a:r>
              <a:t>화면이 보여도 서버가 실행됐는지는 따로 확인합니다.</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결과로 적으면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.build/copyedited-ppt/spec-2026-10-29.json#slide-32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서버를 Ctrl+C로 종료하고 다시 요청합니다.</a:t>
            </a:r>
          </a:p>
          <a:p xmlns:a="http://schemas.openxmlformats.org/drawingml/2006/main">
            <a:r>
              <a:t>수신 실패와 이전 값 유지를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.build/copyedited-ppt/spec-2026-10-29.json#slide-33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https://zeusk302-png.github.io/kdigital-physical-ai/#/sessions/2026-10-29/activity-A06</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정적 http.server는 API 추가 기능을 대신하지 않습니다.</a:t>
            </a:r>
          </a:p>
          <a:p xmlns:a="http://schemas.openxmlformats.org/drawingml/2006/main">
            <a:r>
              <a:t>8780 점유 오류면 기존 서버 상태를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.build/copyedited-ppt/spec-2026-10-29.json#slide-34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https://zeusk302-png.github.io/kdigital-physical-ai/#/sessions/2026-10-29/activity-A06</a:t>
            </a:r>
          </a:p>
          <a:p xmlns:a="http://schemas.openxmlformats.org/drawingml/2006/main">
            <a:r>
              <a:t>공식 자료: https://docs.python.org/3.12/library/csv.html</a:t>
            </a:r>
          </a:p>
          <a:p xmlns:a="http://schemas.openxmlformats.org/drawingml/2006/main">
            <a:r>
              <a:t/>
            </a:r>
          </a:p>
          <a:p xmlns:a="http://schemas.openxmlformats.org/drawingml/2006/main">
            <a:r>
              <a:t>코드와 개념 해설: 정적 서버는 POST API기능을 대신하지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브라우저와 서버의 역할을 말해 봅시다.</a:t>
            </a:r>
          </a:p>
          <a:p xmlns:a="http://schemas.openxmlformats.org/drawingml/2006/main">
            <a:r>
              <a:t>GET 주소와 확인할 응답도 설명합니다.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.build/copyedited-ppt/spec-2026-10-29.json#slide-35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https://zeusk302-png.github.io/kdigital-physical-ai/#/sessions/2026-10-29/activity-A05</a:t>
            </a:r>
          </a:p>
          <a:p xmlns:a="http://schemas.openxmlformats.org/drawingml/2006/main">
            <a:r>
              <a:t>공식 자료: https://docs.python.org/3.12/library/csv.html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추가·도전: 서버를 다시 시작합니다.</a:t>
            </a:r>
          </a:p>
          <a:p xmlns:a="http://schemas.openxmlformats.org/drawingml/2006/main">
            <a:r>
              <a:t>추가했던 행이 남아 있어야 할까요?</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정적 HTML은 보이고 API는 연결 실패입니다. 원인 확인과 재실행 절차를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server.py 터미널·오류 로그·127.0.0.1:8780을 확인하고 course에서 서버를 실행합니다. 화면이 보여도 서버가 실행됐는지는 따로 확인합니다.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.build/copyedited-ppt/spec-2026-10-29.json#slide-36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https://zeusk302-png.github.io/kdigital-physical-ai/#/sessions/2026-10-29/activity-A06</a:t>
            </a:r>
          </a:p>
          <a:p xmlns:a="http://schemas.openxmlformats.org/drawingml/2006/main">
            <a:r>
              <a:t>공식 자료: https://docs.python.org/3.12/library/csv.html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3교시 필수 개념 보충 · CSV 빈칸과 JSON null의 처리 규칙</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센서 업체가 CSV를 보내왔습니다. 한 행의 온도는 0, 다른 행은 빈칸입니다. 이를 모두 숫자 0으로 바꾸면 실제 영도와 미측정을 구별하지 못합니다. 입력 규칙은 필드 이름, 자료형, 단위, 허용 범위와 누락 처리의 약속입니다. 파일 문법을 읽는 파싱과 값이 업무 약속을 지키는 검사는 별도 단계입니다.</a:t>
            </a:r>
          </a:p>
          <a:p xmlns:a="http://schemas.openxmlformats.org/drawingml/2006/main">
            <a:r>
              <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CSV 셀 ["0","", "null","51","24.0"]을 현재 예제의 입력 규칙으로 숫자·미측정·거절로 분류하고 JSON 표현을 작성하세요. 과거 기록이 최신 표를 바꾸지 않는 이유도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CSV 빈칸은 자동 0인가요? → 아닙니다.</a:t>
            </a:r>
          </a:p>
          <a:p xmlns:a="http://schemas.openxmlformats.org/drawingml/2006/main">
            <a:r>
              <a:t>2. JSON null은 문자열인가요? → 따옴표 없는 누락 값입니다.</a:t>
            </a:r>
          </a:p>
          <a:p xmlns:a="http://schemas.openxmlformats.org/drawingml/2006/main">
            <a:r>
              <a:t>3. 201만 보면 최신값 변경인가요? → 재조회와 시각 비교도 필요합니다.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.build/copyedited-ppt/spec-2026-10-29.json#slide-37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https://zeusk302-png.github.io/kdigital-physical-ai/#/sessions/2026-10-29/activity-A07</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"22.5"를 숫자로 바꿀 수 있습니다.</a:t>
            </a:r>
          </a:p>
          <a:p xmlns:a="http://schemas.openxmlformats.org/drawingml/2006/main">
            <a:r>
              <a:t>CSV를 읽은 뒤 값의 형식과 범위도 검사합니다.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.build/copyedited-ppt/spec-2026-10-29.json#slide-38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변환 성공 뒤 범위도 검사합니다.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빈 문자열 → None → JSON null</a:t>
            </a:r>
          </a:p>
          <a:p xmlns:a="http://schemas.openxmlformats.org/drawingml/2006/main">
            <a:r>
              <a:t>누락을 숫자 0으로 바꾸지 않습니다.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.build/copyedited-ppt/spec-2026-10-29.json#slide-39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빈칸은 숫자0이 아니라 null로 이어집니다.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CSV의 "null"은 글자입니다.</a:t>
            </a:r>
          </a:p>
          <a:p xmlns:a="http://schemas.openxmlformats.org/drawingml/2006/main">
            <a:r>
              <a:t>보충 예는 빈칸만 미측정으로 인정합니다.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.build/copyedited-ppt/spec-2026-10-29.json#slide-40,49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문자null을 빈칸과 같은 값으로 쓰지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온도: 유한한 0~50 또는 null</a:t>
            </a:r>
          </a:p>
          <a:p xmlns:a="http://schemas.openxmlformats.org/drawingml/2006/main">
            <a:r>
              <a:t>active: true/false · 시각: 시간대 포함</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.build/copyedited-ppt/spec-2026-10-29.json#slide-41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NaN과 범위 밖 값은 유효 온도가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보낸 본문 → HTTP 응답 → GET 목록 → 화면</a:t>
            </a:r>
          </a:p>
          <a:p xmlns:a="http://schemas.openxmlformats.org/drawingml/2006/main">
            <a:r>
              <a:t>sensor_id와 측정 시각을 함께 찾습니다.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.build/copyedited-ppt/spec-2026-10-29.json#slide-42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https://zeusk302-png.github.io/kdigital-physical-ai/#/sessions/2026-10-29/activity-A08</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센서ID와 시각으로 같은 기록을 찾습니다.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과거 시각의 기록도 이력에 추가됩니다.</a:t>
            </a:r>
          </a:p>
          <a:p xmlns:a="http://schemas.openxmlformats.org/drawingml/2006/main">
            <a:r>
              <a:t>최신 표는 더 큰 measured_at을 유지합니다.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.build/copyedited-ppt/spec-2026-10-29.json#slide-43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https://zeusk302-png.github.io/kdigital-physical-ai/#/sessions/2026-10-29/activity-A08</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201수락이 최신값 변경을 보장하지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StringIO는 문자열을 파일처럼 읽게 한다. DictReader는 첫 행의 열 이름으로 셀을 찾는다. strip은 앞뒤 공백을 없앤다. 빈칸이면 None, 그 밖의 값은 float로 숫자로 바꾼다. 0&lt;=value&lt;=50 조건으로 NaN과 무한대도 거절한다. 원래 셀의 문자열을 변환한 값으로 바꾸고 json.dumps로 출력하면 None은 null이 된다. 온도 열만 다루는 완결 예다. active와 시각까지 검사하는 전체 API 코드는 아니다.</a:t>
            </a:r>
          </a:p>
          <a:p xmlns:a="http://schemas.openxmlformats.org/drawingml/2006/main">
            <a:r>
              <a:t/>
            </a:r>
          </a:p>
          <a:p xmlns:a="http://schemas.openxmlformats.org/drawingml/2006/main">
            <a:r>
              <a:t>화면 예의 출처: .build/copyedited-ppt/spec-2026-10-29.json#slide-44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코드 44번의 입력과 출력 47번을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StringIO는 문자열을 파일처럼 읽게 한다. DictReader는 첫 행의 열 이름으로 셀을 찾는다. strip은 앞뒤 공백을 없앤다. 빈칸이면 None, 그 밖의 값은 float로 숫자로 바꾼다. 0&lt;=value&lt;=50 조건으로 NaN과 무한대도 거절한다. 원래 셀의 문자열을 변환한 값으로 바꾸고 json.dumps로 출력하면 None은 null이 된다. 온도 열만 다루는 완결 예다. active와 시각까지 검사하는 전체 API 코드는 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.build/copyedited-ppt/spec-2026-10-29.json#slide-45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코드 44번의 입력과 출력 47번을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StringIO는 문자열을 파일처럼 읽게 한다. DictReader는 첫 행의 열 이름으로 셀을 찾는다. strip은 앞뒤 공백을 없앤다. 빈칸이면 None, 그 밖의 값은 float로 숫자로 바꾼다. 0&lt;=value&lt;=50 조건으로 NaN과 무한대도 거절한다. 원래 셀의 문자열을 변환한 값으로 바꾸고 json.dumps로 출력하면 None은 null이 된다. 온도 열만 다루는 완결 예다. active와 시각까지 검사하는 전체 API 코드는 아니다.</a:t>
            </a:r>
          </a:p>
          <a:p xmlns:a="http://schemas.openxmlformats.org/drawingml/2006/main">
            <a:r>
              <a:t/>
            </a:r>
          </a:p>
          <a:p xmlns:a="http://schemas.openxmlformats.org/drawingml/2006/main">
            <a:r>
              <a:t>화면 예의 출처: .build/copyedited-ppt/spec-2026-10-29.json#slide-46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코드 44번의 입력과 출력 47번을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S05의 0 → 숫자 0.0</a:t>
            </a:r>
          </a:p>
          <a:p xmlns:a="http://schemas.openxmlformats.org/drawingml/2006/main">
            <a:r>
              <a:t>S06의 빈칸 → JSON null</a:t>
            </a:r>
          </a:p>
          <a:p xmlns:a="http://schemas.openxmlformats.org/drawingml/2006/main">
            <a:r>
              <a:t>실제 참고 코드에는 JSON 출력 줄이 있습니다.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.build/copyedited-ppt/spec-2026-10-29.json#slide-47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코드 44번의 입력과 출력 47번을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CSV 셀: "0", 빈칸, "null", "51", "24.0"</a:t>
            </a:r>
          </a:p>
          <a:p xmlns:a="http://schemas.openxmlformats.org/drawingml/2006/main">
            <a:r>
              <a:t>숫자·미측정·거절로 분류하세요.</a:t>
            </a:r>
          </a:p>
          <a:p xmlns:a="http://schemas.openxmlformats.org/drawingml/2006/main">
            <a:r>
              <a:t>복습 문제: 새 CSV 셀 ["0","", "null","51","24.0"]을 현재 예제의 입력 규칙으로 숫자·미측정·거절로 분류하고 JSON 표현을 작성하세요. 과거 기록이 최신 표를 바꾸지 않는 이유도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.build/copyedited-ppt/spec-2026-10-29.json#slide-48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숫자: 0.0, 24.0 · 미측정: null</a:t>
            </a:r>
          </a:p>
          <a:p xmlns:a="http://schemas.openxmlformats.org/drawingml/2006/main">
            <a:r>
              <a:t>거절: 문자 null, 범위 밖 51</a:t>
            </a:r>
          </a:p>
          <a:p xmlns:a="http://schemas.openxmlformats.org/drawingml/2006/main">
            <a:r>
              <a:t>정한 변환 규칙 없이 값을 바꾸지 않습니다.</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.build/copyedited-ppt/spec-2026-10-29.json#slide-49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참고 코드의 24.0을 51로 바꿉니다.</a:t>
            </a:r>
          </a:p>
          <a:p xmlns:a="http://schemas.openxmlformats.org/drawingml/2006/main">
            <a:r>
              <a:t>범위 오류 뒤 원문을 24.0으로 복구합니다.</a:t>
            </a:r>
          </a:p>
          <a:p xmlns:a="http://schemas.openxmlformats.org/drawingml/2006/main">
            <a:r>
              <a:t>센서 업체가 CSV를 보내왔습니다. 한 행의 온도는 0, 다른 행은 빈칸입니다. 이를 모두 숫자 0으로 바꾸면 실제 영도와 미측정을 구별하지 못합니다. 입력 규칙은 필드 이름, 자료형, 단위, 허용 범위와 누락 처리의 약속입니다. 파일 문법을 읽는 파싱과 값이 업무 약속을 지키는 검사는 별도 단계입니다.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.build/copyedited-ppt/spec-2026-10-29.json#slide-50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abc·문자 null: 숫자 변환 오류</a:t>
            </a:r>
          </a:p>
          <a:p xmlns:a="http://schemas.openxmlformats.org/drawingml/2006/main">
            <a:r>
              <a:t>NaN: 유한 숫자 검사에서 거절</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.build/copyedited-ppt/spec-2026-10-29.json#slide-51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CSV 빈칸과 숫자 0의 차이를 설명합니다.</a:t>
            </a:r>
          </a:p>
          <a:p xmlns:a="http://schemas.openxmlformats.org/drawingml/2006/main">
            <a:r>
              <a:t>POST 201만으로 최신값 변경을 단정하나요?</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.build/copyedited-ppt/spec-2026-10-29.json#slide-52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https://zeusk302-png.github.io/kdigital-physical-ai/#/sessions/2026-10-29/activity-A08</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 "0", "NaN", "50"</a:t>
            </a:r>
          </a:p>
          <a:p xmlns:a="http://schemas.openxmlformats.org/drawingml/2006/main">
            <a:r>
              <a:t>JSON 표현 또는 거절 이유를 쓰세요.</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CSV 온도 ["", "0", "NaN", "50"]을 보충 예 입력 규칙에 맞게 변환하세요.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null,0.0,거절,50.0입니다. NaN은 유한 숫자가 아니며 빈칸을 0으로 바꾸지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.build/copyedited-ppt/spec-2026-10-29.json#slide-53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https://zeusk302-png.github.io/kdigital-physical-ai/#/sessions/2026-10-29/activity-A09</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4교시 필수 개념 보충 · 필터와 평균의 분모를 먼저 결정하기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선택된 새 이력 [10,null,0,20]의 합계·분모·평균을 직접 계산하세요. 모두 같은 센서라면 최신 온도와 이력 평균이 같아야 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합계 30, 분모 3, 평균 10℃입니다. 최신 온도는 시각이 가장 큰 행의 값이므로 이력 평균과 다를 수 있습니다. null을 넣은 분모 4나 0을 뺀 분모 2는 현재 규칙과 맞지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.build/copyedited-ppt/spec-2026-10-29.json#slide-54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https://zeusk302-png.github.io/kdigital-physical-ai/#/sessions/2026-10-29/activity-A10</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창고를 선택하면 창고 이력만 봅니다.</a:t>
            </a:r>
          </a:p>
          <a:p xmlns:a="http://schemas.openxmlformats.org/drawingml/2006/main">
            <a:r>
              <a:t>최신 표에도 같은 장소 필터를 적용합니다.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outputs/2026-10-29/examples/course/data/readings.json</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https://zeusk302-png.github.io/kdigital-physical-ai/#/sessions/2026-10-29/activity-A10</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창고 선택에는 S02이력이 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센서별 최신값 평균이 아닙니다.</a:t>
            </a:r>
          </a:p>
          <a:p xmlns:a="http://schemas.openxmlformats.org/drawingml/2006/main">
            <a:r>
              <a:t>같은 센서의 여러 유효 기록도 포함합니다.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outputs/2026-10-29/examples/course/data/readings.json</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같은 센서의 여러 이력이 평균에 들어갑니다.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null은 제외 · 숫자 0은 포함</a:t>
            </a:r>
          </a:p>
          <a:p xmlns:a="http://schemas.openxmlformats.org/drawingml/2006/main">
            <a:r>
              <a:t>유효 숫자 행 수로 나눕니다.</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.build/copyedited-ppt/spec-2026-10-29.json#slide-61,64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None만 빼고0은 분모에 포함합니다.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입력 규칙에 맞고 미래 시각이 아닌 기록</a:t>
            </a:r>
          </a:p>
          <a:p xmlns:a="http://schemas.openxmlformats.org/drawingml/2006/main">
            <a:r>
              <a:t>숫자만 평균 계산에 사용합니다.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.build/copyedited-ppt/spec-2026-10-29.json#slide-58,57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미래 시각은 평균에서 제외합니다.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현재 평균은 유효한 숫자 이력을 사용합니다.</a:t>
            </a:r>
          </a:p>
          <a:p xmlns:a="http://schemas.openxmlformats.org/drawingml/2006/main">
            <a:r>
              <a:t>정지 센서도 포함하므로 현재 가동 센서 평균은 아닙니다.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.build/copyedited-ppt/spec-2026-10-29.json#slide-59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이 평균은 가동 센서만의 평균이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막대 높이는 온도입니다.</a:t>
            </a:r>
          </a:p>
          <a:p xmlns:a="http://schemas.openxmlformats.org/drawingml/2006/main">
            <a:r>
              <a:t>시각과 값은 원문 표에서 함께 확인합니다.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outputs/2026-10-29/examples/course/data/readings.json</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https://zeusk302-png.github.io/kdigital-physical-ai/#/sessions/2026-10-29/activity-A12</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막대 값은 원문 시각·온도와 대조합니다.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sum(numbers)는 합계, len(numbers)는 나눌 개수다. value is not None은 숫자0을 계산에 남긴다. 이를 if value로 바꾸면0도 빠진다. 이 예는 입력이 유효한 숫자 또는 None이라고 가정한다. 실제model.js는 자료형·범위·미래 시각도 검사한다. 숫자 목록이 비면 짧은 예는 분모0 오류가 나지만 실제 모델은 average=null을 반환한다.</a:t>
            </a:r>
          </a:p>
          <a:p xmlns:a="http://schemas.openxmlformats.org/drawingml/2006/main">
            <a:r>
              <a:t/>
            </a:r>
          </a:p>
          <a:p xmlns:a="http://schemas.openxmlformats.org/drawingml/2006/main">
            <a:r>
              <a:t>화면 예의 출처: .build/copyedited-ppt/spec-2026-10-29.json#slide-61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코드 61번의 입력과 출력 64번을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sum(numbers)는 합계, len(numbers)는 나눌 개수다. value is not None은 숫자0을 계산에 남긴다. 이를 if value로 바꾸면0도 빠진다. 이 예는 입력이 유효한 숫자 또는 None이라고 가정한다. 실제model.js는 자료형·범위·미래 시각도 검사한다. 숫자 목록이 비면 짧은 예는 분모0 오류가 나지만 실제 모델은 average=null을 반환한다.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.build/copyedited-ppt/spec-2026-10-29.json#slide-62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코드 61번의 입력과 출력 64번을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sum(numbers)는 합계, len(numbers)는 나눌 개수다. value is not None은 숫자0을 계산에 남긴다. 이를 if value로 바꾸면0도 빠진다. 이 예는 입력이 유효한 숫자 또는 None이라고 가정한다. 실제model.js는 자료형·범위·미래 시각도 검사한다. 숫자 목록이 비면 짧은 예는 분모0 오류가 나지만 실제 모델은 average=null을 반환한다.</a:t>
            </a:r>
          </a:p>
          <a:p xmlns:a="http://schemas.openxmlformats.org/drawingml/2006/main">
            <a:r>
              <a:t/>
            </a:r>
          </a:p>
          <a:p xmlns:a="http://schemas.openxmlformats.org/drawingml/2006/main">
            <a:r>
              <a:t>화면 예의 출처: .build/copyedited-ppt/spec-2026-10-29.json#slide-63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코드 61번의 입력과 출력 64번을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합계 46 · 분모 3</a:t>
            </a:r>
          </a:p>
          <a:p xmlns:a="http://schemas.openxmlformats.org/drawingml/2006/main">
            <a:r>
              <a:t>평균 15.33℃</a:t>
            </a:r>
          </a:p>
          <a:p xmlns:a="http://schemas.openxmlformats.org/drawingml/2006/main">
            <a:r>
              <a:t>null을 0으로 넣으면 11.5℃로 바뀝니다.</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.build/copyedited-ppt/spec-2026-10-29.json#slide-64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코드 61번의 입력과 출력 64번을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새 이력 [10,null,0,20]</a:t>
            </a:r>
          </a:p>
          <a:p xmlns:a="http://schemas.openxmlformats.org/drawingml/2006/main">
            <a:r>
              <a:t>합계·분모·평균을 직접 계산하세요.</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.build/copyedited-ppt/spec-2026-10-29.json#slide-65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합계 30 · 분모 3 · 평균 10℃</a:t>
            </a:r>
          </a:p>
          <a:p xmlns:a="http://schemas.openxmlformats.org/drawingml/2006/main">
            <a:r>
              <a:t>최신값 20과 평균 10은 다른 지표입니다.</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.build/copyedited-ppt/spec-2026-10-29.json#slide-66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첫 22를 25로 바꿉니다.</a:t>
            </a:r>
          </a:p>
          <a:p xmlns:a="http://schemas.openxmlformats.org/drawingml/2006/main">
            <a:r>
              <a:t>새 합계 49, 평균 16.33℃입니다.</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.build/copyedited-ppt/spec-2026-10-29.json#slide-67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숫자가 없으면 계산 안 함으로 표시합니다.</a:t>
            </a:r>
          </a:p>
          <a:p xmlns:a="http://schemas.openxmlformats.org/drawingml/2006/main">
            <a:r>
              <a:t>0을 거짓 값이라 제외하지 않습니다.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.build/copyedited-ppt/spec-2026-10-29.json#slide-68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이력 평균을 구할 때 어떤 기록을 개수에 넣었는지 설명합니다.</a:t>
            </a:r>
          </a:p>
          <a:p xmlns:a="http://schemas.openxmlformats.org/drawingml/2006/main">
            <a:r>
              <a:t>최신값과 평균이 달라도 되는 이유를 말합니다.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.build/copyedited-ppt/spec-2026-10-29.json#slide-69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[12,0,null,18]</a:t>
            </a:r>
          </a:p>
          <a:p xmlns:a="http://schemas.openxmlformats.org/drawingml/2006/main">
            <a:r>
              <a:t>이력 평균과 최신값 18을 비교하세요.</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유효 이력 [12,0,null,18]의 평균과 새 최신 18만 보는 값의 차이를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이력 평균은 30/3=10℃, 최신값은 18℃입니다. 서로 다른 선택 범위라 같아야 할 이유가 없습니다.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.build/copyedited-ppt/spec-2026-10-29.json#slide-70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https://zeusk302-png.github.io/kdigital-physical-ai/#/sessions/2026-10-29/activity-A11</a:t>
            </a:r>
          </a:p>
          <a:p xmlns:a="http://schemas.openxmlformats.org/drawingml/2006/main">
            <a:r>
              <a:t>공식 자료: https://docs.python.org/3.12/library/http.server.html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5교시 필수 개념 보충 · 값 누락과 오래됨과 통신 실패 구별하기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온도 null인 정상 응답, 빈 목록인 정상 응답, 서버 연결 실패의 세 상황에 표시할 문구와 복구 행동을 각각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이전 값 유지가 새 측정인가요? → 아닙니다.</a:t>
            </a:r>
          </a:p>
          <a:p xmlns:a="http://schemas.openxmlformats.org/drawingml/2006/main">
            <a:r>
              <a:t>2. 70초 버튼은 실물 통신인가요? → 확인 시각의 모의 이동입니다.</a:t>
            </a:r>
          </a:p>
          <a:p xmlns:a="http://schemas.openxmlformats.org/drawingml/2006/main">
            <a:r>
              <a:t>3. 400의 첫 확인 대상은? → 요청 내용과 입력 규칙입니다.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.build/copyedited-ppt/spec-2026-10-29.json#slide-71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https://zeusk302-png.github.io/kdigital-physical-ai/#/sessions/2026-10-29/activity-A13</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정상 응답 안에 temperature_c=null이 있습니다.</a:t>
            </a:r>
          </a:p>
          <a:p xmlns:a="http://schemas.openxmlformats.org/drawingml/2006/main">
            <a:r>
              <a:t>0℃ 측정과 다릅니다.</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outputs/2026-10-29/examples/course/data/readings.json</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S04의0.0은 실제 숫자 온도입니다.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새 기록 없이 확인 시각만 70초 이동합니다.</a:t>
            </a:r>
          </a:p>
          <a:p xmlns:a="http://schemas.openxmlformats.org/drawingml/2006/main">
            <a:r>
              <a:t>실제 장치 통신을 끊은 실험은 아닙니다.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.build/copyedited-ppt/spec-2026-10-29.json#slide-73,82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https://zeusk302-png.github.io/kdigital-physical-ai/#/sessions/2026-10-29/activity-A13</a:t>
            </a:r>
          </a:p>
          <a:p xmlns:a="http://schemas.openxmlformats.org/drawingml/2006/main">
            <a:r>
              <a:t>공식 자료: https://docs.python.org/3.12/library/csv.html</a:t>
            </a:r>
          </a:p>
          <a:p xmlns:a="http://schemas.openxmlformats.org/drawingml/2006/main">
            <a:r>
              <a:t/>
            </a:r>
          </a:p>
          <a:p xmlns:a="http://schemas.openxmlformats.org/drawingml/2006/main">
            <a:r>
              <a:t>코드와 개념 해설: 측정 시각은 그대로 두고 확인 시각만 이동합니다.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active=false면 정지로 표시합니다.</a:t>
            </a:r>
          </a:p>
          <a:p xmlns:a="http://schemas.openxmlformats.org/drawingml/2006/main">
            <a:r>
              <a:t>미측정이 함께 있으면 미측정이 먼저입니다.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.build/copyedited-ppt/spec-2026-10-29.json#slide-12,74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null이면 false여도 미측정이 먼저입니다.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서버 연결 실패나 HTTP 오류를 알립니다.</a:t>
            </a:r>
          </a:p>
          <a:p xmlns:a="http://schemas.openxmlformats.org/drawingml/2006/main">
            <a:r>
              <a:t>이전 화면 값을 새 측정으로 읽지 않습니다.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.build/copyedited-ppt/spec-2026-10-29.json#slide-75,79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남은23℃를 새 관찰로 읽지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정상 빈 목록: 데이터 없음</a:t>
            </a:r>
          </a:p>
          <a:p xmlns:a="http://schemas.openxmlformats.org/drawingml/2006/main">
            <a:r>
              <a:t>실패 응답: 수신 실패</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.build/copyedited-ppt/spec-2026-10-29.json#slide-76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정상[]와 연결 실패는 다른 상황입니다.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문자열 온도 · 범위 · 불리언 · 시간대</a:t>
            </a:r>
          </a:p>
          <a:p xmlns:a="http://schemas.openxmlformats.org/drawingml/2006/main">
            <a:r>
              <a:t>거절 이유를 기록하고 원문을 고칩니다.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.build/copyedited-ppt/spec-2026-10-29.json#slide-77,41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https://zeusk302-png.github.io/kdigital-physical-ai/#/sessions/2026-10-29/activity-A15</a:t>
            </a:r>
          </a:p>
          <a:p xmlns:a="http://schemas.openxmlformats.org/drawingml/2006/main">
            <a:r>
              <a:t>공식 자료: https://docs.python.org/3.12/library/csv.html</a:t>
            </a:r>
          </a:p>
          <a:p xmlns:a="http://schemas.openxmlformats.org/drawingml/2006/main">
            <a:r>
              <a:t/>
            </a:r>
          </a:p>
          <a:p xmlns:a="http://schemas.openxmlformats.org/drawingml/2006/main">
            <a:r>
              <a:t>코드와 개념 해설: 거절된 본문의 형식과 범위를 고칩니다.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화면 예의 출처: .build/copyedited-ppt/spec-2026-10-29.json#slide-78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23℃가 화면에 남아 있어도</a:t>
            </a:r>
          </a:p>
          <a:p xmlns:a="http://schemas.openxmlformats.org/drawingml/2006/main">
            <a:r>
              <a:t>새 관찰을 받았다는 뜻은 아닙니다.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.build/copyedited-ppt/spec-2026-10-29.json#slide-79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null 응답 · 빈 목록 · 연결 실패</a:t>
            </a:r>
          </a:p>
          <a:p xmlns:a="http://schemas.openxmlformats.org/drawingml/2006/main">
            <a:r>
              <a:t>세 상황의 문구와 복구 대상을 쓰세요.</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.build/copyedited-ppt/spec-2026-10-29.json#slide-80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미측정: 자료 확인</a:t>
            </a:r>
          </a:p>
          <a:p xmlns:a="http://schemas.openxmlformats.org/drawingml/2006/main">
            <a:r>
              <a:t>데이터 없음: 필터·범위 확인</a:t>
            </a:r>
          </a:p>
          <a:p xmlns:a="http://schemas.openxmlformats.org/drawingml/2006/main">
            <a:r>
              <a:t>수신 실패: 서버·포트 확인</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.build/copyedited-ppt/spec-2026-10-29.json#slide-81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확인 시각만 70초 이동합니다.</a:t>
            </a:r>
          </a:p>
          <a:p xmlns:a="http://schemas.openxmlformats.org/drawingml/2006/main">
            <a:r>
              <a:t>측정 10초 전 기록은 시간차 80초가 됩니다.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.build/copyedited-ppt/spec-2026-10-29.json#slide-82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https://zeusk302-png.github.io/kdigital-physical-ai/#/sessions/2026-10-29/activity-A13</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모든 오류를 빈 목록으로 바꾸지 않습니다.</a:t>
            </a:r>
          </a:p>
          <a:p xmlns:a="http://schemas.openxmlformats.org/drawingml/2006/main">
            <a:r>
              <a:t>장애와 실제 데이터 부재가 섞입니다.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.build/copyedited-ppt/spec-2026-10-29.json#slide-83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미측정과 수신 실패의 차이를 말해 봅시다.</a:t>
            </a:r>
          </a:p>
          <a:p xmlns:a="http://schemas.openxmlformats.org/drawingml/2006/main">
            <a:r>
              <a:t>이전 값을 남기는 이유와 한계도 설명합니다.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.build/copyedited-ppt/spec-2026-10-29.json#slide-84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추가·도전: 실패 뒤 정상 수신으로 복구</a:t>
            </a:r>
          </a:p>
          <a:p xmlns:a="http://schemas.openxmlformats.org/drawingml/2006/main">
            <a:r>
              <a:t>메시지·행 수·값·시각을 다시 확인하세요.</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서버 응답 400과 온도 null의 정상 응답을 구별하고 복구 대상을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400은 요청 내용이 입력 규칙에 맞지 않는 오류라 본문을 고칩니다. null은 수락된 미측정 기록이라 센서·자료 원인을 확인합니다. 둘을 0으로 표시하지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.build/copyedited-ppt/spec-2026-10-29.json#slide-85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https://zeusk302-png.github.io/kdigital-physical-ai/#/sessions/2026-10-29/activity-A14</a:t>
            </a:r>
          </a:p>
          <a:p xmlns:a="http://schemas.openxmlformats.org/drawingml/2006/main">
            <a:r>
              <a:t>공식 자료: https://docs.python.org/3.12/library/csv.html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6교시 필수 개념 보충 · 동료가 다시 실행하는 대시보드 인수인계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동료가 서버를 재시작하자 추가한 기록이 사라졌다고 말합니다. 현재 설계로 설명하고 영구 저장을 요구할 때 추가해야 할 작업과 시험을 각각 한 가지씩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인계 문서의 시작 정보는? → 폴더와 실행 명령입니다.</a:t>
            </a:r>
          </a:p>
          <a:p xmlns:a="http://schemas.openxmlformats.org/drawingml/2006/main">
            <a:r>
              <a:t>2. 같은 센서의 과거 행이 추가되면? → 이력과 최신 표를 각각 확인합니다.</a:t>
            </a:r>
          </a:p>
          <a:p xmlns:a="http://schemas.openxmlformats.org/drawingml/2006/main">
            <a:r>
              <a:t>3. 아직 실물 없는 항목은? → 미실행 또는 미확인입니다.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.build/copyedited-ppt/spec-2026-10-29.json#slide-86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https://zeusk302-png.github.io/kdigital-physical-ai/#/sessions/2026-10-29/activity-A16</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시작 폴더 · 명령 · 주소 · 종료 방법</a:t>
            </a:r>
          </a:p>
          <a:p xmlns:a="http://schemas.openxmlformats.org/drawingml/2006/main">
            <a:r>
              <a:t>기대 결과와 오류 복구를 같이 줍니다.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.build/copyedited-ppt/spec-2026-10-29.json#slide-25,87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서버 실행과 브라우저 주소를 함께 전달합니다.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이력 5건 · 센서 4개</a:t>
            </a:r>
          </a:p>
          <a:p xmlns:a="http://schemas.openxmlformats.org/drawingml/2006/main">
            <a:r>
              <a:t>S01 최신값은 22.8입니다.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.build/copyedited-ppt/spec-2026-10-29.json#slide-88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이력5건과 센서4개를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POST 201 → GET 목록 증가</a:t>
            </a:r>
          </a:p>
          <a:p xmlns:a="http://schemas.openxmlformats.org/drawingml/2006/main">
            <a:r>
              <a:t>과거 기록이면 최신값은 유지될 수 있습니다.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.build/copyedited-ppt/spec-2026-10-29.json#slide-89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과거 기록은 목록만 늘릴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현재 서버는 메모리 저장입니다.</a:t>
            </a:r>
          </a:p>
          <a:p xmlns:a="http://schemas.openxmlformats.org/drawingml/2006/main">
            <a:r>
              <a:t>재시작하면 초기 자료로 돌아갑니다.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.build/copyedited-ppt/spec-2026-10-29.json#slide-30,90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https://zeusk302-png.github.io/kdigital-physical-ai/#/sessions/2026-10-29/activity-A18</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현재 서버는 재시작하면 초기5건으로 돌아갑니다.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단위 · 시각 · 상태 문구</a:t>
            </a:r>
          </a:p>
          <a:p xmlns:a="http://schemas.openxmlformats.org/drawingml/2006/main">
            <a:r>
              <a:t>색만으로 판단하게 하지 않습니다.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.build/copyedited-ppt/spec-2026-10-29.json#slide-91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https://zeusk302-png.github.io/kdigital-physical-ai/#/sessions/2026-10-29/activity-A16</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색 없이도 단위·시각·문구로 읽게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장치 ID · 시간 · 중복 · 전송 실패</a:t>
            </a:r>
          </a:p>
          <a:p xmlns:a="http://schemas.openxmlformats.org/drawingml/2006/main">
            <a:r>
              <a:t>센서·외부망·지속 저장은 별도입니다.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.build/copyedited-ppt/spec-2026-10-29.json#slide-92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https://zeusk302-png.github.io/kdigital-physical-ai/#/sessions/2026-10-29/activity-A16</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장치ID와 시각 약속을 연결 전에 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화면 예의 출처: .build/copyedited-ppt/spec-2026-10-29.json#slide-93</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같은 자료로 같은 결과를 다시 얻습니다.</a:t>
            </a:r>
          </a:p>
          <a:p xmlns:a="http://schemas.openxmlformats.org/drawingml/2006/main">
            <a:r>
              <a:t>수신한 기록과 화면을 대조하고, 실제 센서 시험은 따로 적습니다.니다.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.build/copyedited-ppt/spec-2026-10-29.json#slide-94</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재시작하자 추가 기록이 사라졌습니다.</a:t>
            </a:r>
          </a:p>
          <a:p xmlns:a="http://schemas.openxmlformats.org/drawingml/2006/main">
            <a:r>
              <a:t>현재 설계와 필요한 후속 작업을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.build/copyedited-ppt/spec-2026-10-29.json#slide-95</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https://zeusk302-png.github.io/kdigital-physical-ai/#/sessions/2026-10-29/activity-A18</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현재 기록은 메모리에만 있습니다.</a:t>
            </a:r>
          </a:p>
          <a:p xmlns:a="http://schemas.openxmlformats.org/drawingml/2006/main">
            <a:r>
              <a:t>영구 저장과 재시작 복원 시험이 필요합니다.</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.build/copyedited-ppt/spec-2026-10-29.json#slide-96</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https://zeusk302-png.github.io/kdigital-physical-ai/#/sessions/2026-10-29/activity-A18</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파일 저장을 새 요구에 넣으면</a:t>
            </a:r>
          </a:p>
          <a:p xmlns:a="http://schemas.openxmlformats.org/drawingml/2006/main">
            <a:r>
              <a:t>데이터·실패 처리·시험·안내를 갱신합니다.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.build/copyedited-ppt/spec-2026-10-29.json#slide-97</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https://zeusk302-png.github.io/kdigital-physical-ai/#/sessions/2026-10-29/activity-A18</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화면 변화만 보고 영구 저장 성공이라 쓰지 않습니다.</a:t>
            </a:r>
          </a:p>
          <a:p xmlns:a="http://schemas.openxmlformats.org/drawingml/2006/main">
            <a:r>
              <a:t>실행 못 한 장비 항목은 미실행입니다.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.build/copyedited-ppt/spec-2026-10-29.json#slide-98</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https://zeusk302-png.github.io/kdigital-physical-ai/#/sessions/2026-10-29/activity-A18</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동료에게 실행 순서를 말해 봅시다.</a:t>
            </a:r>
          </a:p>
          <a:p xmlns:a="http://schemas.openxmlformats.org/drawingml/2006/main">
            <a:r>
              <a:t>평균 범위와 상태의 의미도 설명합니다.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.build/copyedited-ppt/spec-2026-10-29.json#slide-99</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POST 201 뒤 재시작</a:t>
            </a:r>
          </a:p>
          <a:p xmlns:a="http://schemas.openxmlformats.org/drawingml/2006/main">
            <a:r>
              <a:t>기록 복원 시험의 입력과 기대값을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POST 201 뒤 서버를 재시작하자 행이 없어졌습니다. 현재 상태와 영구 저장 시험을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현재는 메모리 저장입니다. 저장소 구현 뒤 추가→종료→재시작→조회에서 같은 행이 복원되는지 별도로 시험합니다.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.build/copyedited-ppt/spec-2026-10-29.json#slide-100</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https://zeusk302-png.github.io/kdigital-physical-ai/#/sessions/2026-10-29/activity-A18</a:t>
            </a:r>
          </a:p>
          <a:p xmlns:a="http://schemas.openxmlformats.org/drawingml/2006/main">
            <a:r>
              <a:t>공식 자료: https://developer.mozilla.org/en-US/docs/Web/API/Fetch_API/Using_Fetch</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어떻게 확인했는지, 아직 시험하지 못한 것은 무엇인지 적습니다.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.build/copyedited-ppt/spec-2026-10-29.json#slide-101</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outputs/2026-10-29/instructor-notes.md</a:t>
            </a:r>
          </a:p>
          <a:p xmlns:a="http://schemas.openxmlformats.org/drawingml/2006/main">
            <a:r>
              <a:t>이 화면에서 설명할 내용:</a:t>
            </a:r>
          </a:p>
          <a:p xmlns:a="http://schemas.openxmlformats.org/drawingml/2006/main">
            <a:r>
              <a:t>어느 폴더에서 어떤 명령을 입력하는지 설명합니다.</a:t>
            </a:r>
          </a:p>
          <a:p xmlns:a="http://schemas.openxmlformats.org/drawingml/2006/main">
            <a:r>
              <a:t>출력의 뜻과 추가로 시험할 내용을 설명합니다.</a:t>
            </a:r>
          </a:p>
          <a:p xmlns:a="http://schemas.openxmlformats.org/drawingml/2006/main">
            <a:r>
              <a:t>막힌 단계와 다시 확인할 항목을 적습니다.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.build/copyedited-ppt/spec-2026-10-29.json#slide-102</a:t>
            </a:r>
          </a:p>
          <a:p xmlns:a="http://schemas.openxmlformats.org/drawingml/2006/main">
            <a:r>
              <a:t/>
            </a:r>
          </a:p>
          <a:p xmlns:a="http://schemas.openxmlformats.org/drawingml/2006/main">
            <a:r>
              <a:t>학생 교안: https://zeusk302-png.github.io/kdigital-physical-ai/#/sessions/2026-10-29/lesson</a:t>
            </a:r>
          </a:p>
          <a:p xmlns:a="http://schemas.openxmlformats.org/drawingml/2006/main">
            <a:r>
              <a:t>실습: https://zeusk302-png.github.io/kdigital-physical-ai/#/sessions/2026-10-29/activity-A17</a:t>
            </a:r>
          </a:p>
          <a:p xmlns:a="http://schemas.openxmlformats.org/drawingml/2006/main">
            <a:r>
              <a:t>공식 자료: 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시작 안내</a:t>
            </a:r>
          </a:p>
          <a:p xmlns:a="http://schemas.openxmlformats.org/drawingml/2006/main">
            <a:r>
              <a:t>https://zeusk302-png.github.io/kdigital-physical-ai/#/sessions/2026-10-29/start</a:t>
            </a:r>
          </a:p>
          <a:p xmlns:a="http://schemas.openxmlformats.org/drawingml/2006/main">
            <a:r>
              <a:t/>
            </a:r>
          </a:p>
          <a:p xmlns:a="http://schemas.openxmlformats.org/drawingml/2006/main">
            <a:r>
              <a:t>학생 교안</a:t>
            </a:r>
          </a:p>
          <a:p xmlns:a="http://schemas.openxmlformats.org/drawingml/2006/main">
            <a:r>
              <a:t>https://zeusk302-png.github.io/kdigital-physical-ai/#/sessions/2026-10-29/lesson</a:t>
            </a:r>
          </a:p>
          <a:p xmlns:a="http://schemas.openxmlformats.org/drawingml/2006/main">
            <a:r>
              <a:t/>
            </a:r>
          </a:p>
          <a:p xmlns:a="http://schemas.openxmlformats.org/drawingml/2006/main">
            <a:r>
              <a:t>실습 활동</a:t>
            </a:r>
          </a:p>
          <a:p xmlns:a="http://schemas.openxmlformats.org/drawingml/2006/main">
            <a:r>
              <a:t>https://zeusk302-png.github.io/kdigital-physical-ai/#/sessions/2026-10-29/workbook</a:t>
            </a:r>
          </a:p>
          <a:p xmlns:a="http://schemas.openxmlformats.org/drawingml/2006/main">
            <a:r>
              <a:t/>
            </a:r>
          </a:p>
          <a:p xmlns:a="http://schemas.openxmlformats.org/drawingml/2006/main">
            <a:r>
              <a:t>예제 코드와 데이터 ZIP</a:t>
            </a:r>
          </a:p>
          <a:p xmlns:a="http://schemas.openxmlformats.org/drawingml/2006/main">
            <a:r>
              <a:t>https://zeusk302-png.github.io/kdigital-physical-ai/downloads/2026-10-29/student-examples.zip</a:t>
            </a:r>
          </a:p>
          <a:p xmlns:a="http://schemas.openxmlformats.org/drawingml/2006/main">
            <a:r>
              <a:t/>
            </a:r>
          </a:p>
          <a:p xmlns:a="http://schemas.openxmlformats.org/drawingml/2006/main">
            <a:r>
              <a:t>날짜별 자료 다운로드</a:t>
            </a:r>
          </a:p>
          <a:p xmlns:a="http://schemas.openxmlformats.org/drawingml/2006/main">
            <a:r>
              <a:t>https://zeusk302-png.github.io/kdigital-physical-ai/#/sessions/2026-10-29/files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로컬 HTTP 서버</a:t>
            </a:r>
          </a:p>
          <a:p xmlns:a="http://schemas.openxmlformats.org/drawingml/2006/main">
            <a:r>
              <a:t>https://docs.python.org/3.12/library/http.server.html</a:t>
            </a:r>
          </a:p>
          <a:p xmlns:a="http://schemas.openxmlformats.org/drawingml/2006/main">
            <a:r>
              <a:t/>
            </a:r>
          </a:p>
          <a:p xmlns:a="http://schemas.openxmlformats.org/drawingml/2006/main">
            <a:r>
              <a:t>CSV 값 읽기</a:t>
            </a:r>
          </a:p>
          <a:p xmlns:a="http://schemas.openxmlformats.org/drawingml/2006/main">
            <a:r>
              <a:t>https://docs.python.org/3.12/library/csv.html</a:t>
            </a:r>
          </a:p>
          <a:p xmlns:a="http://schemas.openxmlformats.org/drawingml/2006/main">
            <a:r>
              <a:t/>
            </a:r>
          </a:p>
          <a:p xmlns:a="http://schemas.openxmlformats.org/drawingml/2006/main">
            <a:r>
              <a:t>브라우저 Fetch 요청</a:t>
            </a:r>
          </a:p>
          <a:p xmlns:a="http://schemas.openxmlformats.org/drawingml/2006/main">
            <a:r>
              <a:t>https://developer.mozilla.org/en-US/docs/Web/API/Fetch_API/Using_Fetch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4dff29124848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9eb6f019854c5a" /><Relationship Type="http://schemas.openxmlformats.org/officeDocument/2006/relationships/slideLayout" Target="/ppt/slideLayouts/slideLayout1.xml" Id="Rc99bad0ec4b245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9bad0ec4b245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9abc455bb4974e3a" /><ns0:Relationship Type="http://schemas.openxmlformats.org/officeDocument/2006/relationships/image" Target="/ppt/media/image.png" Id="Rd2f7e591bcf94753" /><ns0:Relationship Type="http://schemas.openxmlformats.org/officeDocument/2006/relationships/notesSlide" Target="/ppt/notesSlides/notesSlide1.xml" Id="Raf10783d72534557"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1" TargetMode="External" /><ns0:Relationship Id="rIdLink3" Type="http://schemas.openxmlformats.org/officeDocument/2006/relationships/hyperlink" Target="https://developer.mozilla.org/en-US/docs/Web/API/Fetch_API/Using_Fetch"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79e384ca34b341f5" /><ns0:Relationship Type="http://schemas.openxmlformats.org/officeDocument/2006/relationships/notesSlide" Target="/ppt/notesSlides/notesSlide2.xml" Id="Rd0eb046ad0e24377"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1" TargetMode="External" /><ns0:Relationship Id="rIdLink3" Type="http://schemas.openxmlformats.org/officeDocument/2006/relationships/hyperlink" Target="https://developer.mozilla.org/en-US/docs/Web/API/Fetch_API/Using_Fetch"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214c39393167473a" /><ns0:Relationship Type="http://schemas.openxmlformats.org/officeDocument/2006/relationships/notesSlide" Target="/ppt/notesSlides/notesSlide3.xml" Id="R63911683e438493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1" TargetMode="External" /><ns0:Relationship Id="rIdLink3" Type="http://schemas.openxmlformats.org/officeDocument/2006/relationships/hyperlink" Target="https://developer.mozilla.org/en-US/docs/Web/API/Fetch_API/Using_Fetch"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53c3336f10264305" /><ns0:Relationship Type="http://schemas.openxmlformats.org/officeDocument/2006/relationships/notesSlide" Target="/ppt/notesSlides/notesSlide4.xml" Id="Rc623141dc45640d3"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1" TargetMode="External" /><ns0:Relationship Id="rIdLink3" Type="http://schemas.openxmlformats.org/officeDocument/2006/relationships/hyperlink" Target="https://developer.mozilla.org/en-US/docs/Web/API/Fetch_API/Using_Fetch"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8071b693abd34564" /><ns0:Relationship Type="http://schemas.openxmlformats.org/officeDocument/2006/relationships/notesSlide" Target="/ppt/notesSlides/notesSlide5.xml" Id="Rb5e7ef402847498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1" TargetMode="External" /><ns0:Relationship Id="rIdLink3" Type="http://schemas.openxmlformats.org/officeDocument/2006/relationships/hyperlink" Target="https://docs.python.org/3.12/library/http.server.html"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81b6afc33f824a12" /><ns0:Relationship Type="http://schemas.openxmlformats.org/officeDocument/2006/relationships/notesSlide" Target="/ppt/notesSlides/notesSlide6.xml" Id="Rd08d53fcb8be40bb"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1" TargetMode="External" /><ns0:Relationship Id="rIdLink3" Type="http://schemas.openxmlformats.org/officeDocument/2006/relationships/hyperlink" Target="https://docs.python.org/3.12/library/http.server.html"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4e8ba7d589984b3a" /><ns0:Relationship Type="http://schemas.openxmlformats.org/officeDocument/2006/relationships/notesSlide" Target="/ppt/notesSlides/notesSlide7.xml" Id="R89819480f68d4ea7"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2" TargetMode="External" /><ns0:Relationship Id="rIdLink3" Type="http://schemas.openxmlformats.org/officeDocument/2006/relationships/hyperlink" Target="https://docs.python.org/3.12/library/http.server.html"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7231e0cc92de4e49" /><ns0:Relationship Type="http://schemas.openxmlformats.org/officeDocument/2006/relationships/notesSlide" Target="/ppt/notesSlides/notesSlide8.xml" Id="R4e86c5af2743451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2" TargetMode="External" /><ns0:Relationship Id="rIdLink3" Type="http://schemas.openxmlformats.org/officeDocument/2006/relationships/hyperlink" Target="https://docs.python.org/3.12/library/http.server.html"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66e93bbf8f9b48ba" /><ns0:Relationship Type="http://schemas.openxmlformats.org/officeDocument/2006/relationships/notesSlide" Target="/ppt/notesSlides/notesSlide9.xml" Id="Rfb74668fb1834a47"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9022a63811214c92" /><ns0:Relationship Type="http://schemas.openxmlformats.org/officeDocument/2006/relationships/notesSlide" Target="/ppt/notesSlides/notesSlide10.xml" Id="Rc2a0f315952a4807"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be0e39ee718647b3" /><ns0:Relationship Type="http://schemas.openxmlformats.org/officeDocument/2006/relationships/notesSlide" Target="/ppt/notesSlides/notesSlide11.xml" Id="R0c9e329c54b9471b"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7f135a16f8b34492" /><ns0:Relationship Type="http://schemas.openxmlformats.org/officeDocument/2006/relationships/notesSlide" Target="/ppt/notesSlides/notesSlide12.xml" Id="R06eca8194865423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ebf289aabd0d4e3d" /><ns0:Relationship Type="http://schemas.openxmlformats.org/officeDocument/2006/relationships/notesSlide" Target="/ppt/notesSlides/notesSlide13.xml" Id="R5ab8a9d90a854cc7"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172ee0fe206e4bed" /><ns0:Relationship Type="http://schemas.openxmlformats.org/officeDocument/2006/relationships/notesSlide" Target="/ppt/notesSlides/notesSlide14.xml" Id="R5e9f890d82cf42f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8d7bf11f1634495d" /><ns0:Relationship Type="http://schemas.openxmlformats.org/officeDocument/2006/relationships/notesSlide" Target="/ppt/notesSlides/notesSlide15.xml" Id="Rc913f2b70d53486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abcdb2b98e2249a7" /><ns0:Relationship Type="http://schemas.openxmlformats.org/officeDocument/2006/relationships/notesSlide" Target="/ppt/notesSlides/notesSlide16.xml" Id="R468165ae5dc84221"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3" TargetMode="External" /><ns0:Relationship Id="rIdLink3" Type="http://schemas.openxmlformats.org/officeDocument/2006/relationships/hyperlink" Target="https://docs.python.org/3.12/library/http.server.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b73bcb60a23a4f9d" /><ns0:Relationship Type="http://schemas.openxmlformats.org/officeDocument/2006/relationships/notesSlide" Target="/ppt/notesSlides/notesSlide17.xml" Id="Rbc88dfd5a3b6400a"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2" TargetMode="External" /><ns0:Relationship Id="rIdLink3" Type="http://schemas.openxmlformats.org/officeDocument/2006/relationships/hyperlink" Target="https://docs.python.org/3.12/library/http.server.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419633a203af4c42" /><ns0:Relationship Type="http://schemas.openxmlformats.org/officeDocument/2006/relationships/notesSlide" Target="/ppt/notesSlides/notesSlide18.xml" Id="Ra271ab2fefe34ea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2" TargetMode="External" /><ns0:Relationship Id="rIdLink3" Type="http://schemas.openxmlformats.org/officeDocument/2006/relationships/hyperlink" Target="https://docs.python.org/3.12/library/http.server.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1.xml" Id="R6ca0d1ab42044cd3" /><ns0:Relationship Type="http://schemas.openxmlformats.org/officeDocument/2006/relationships/notesSlide" Target="/ppt/notesSlides/notesSlide19.xml" Id="R9bc89e9bdb29418b"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2" TargetMode="External" /><ns0:Relationship Id="rIdLink3" Type="http://schemas.openxmlformats.org/officeDocument/2006/relationships/hyperlink" Target="https://docs.python.org/3.12/library/http.server.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1.xml" Id="Rd3921a65f79f4e7e" /><ns0:Relationship Type="http://schemas.openxmlformats.org/officeDocument/2006/relationships/notesSlide" Target="/ppt/notesSlides/notesSlide20.xml" Id="R7059977d89804a8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4" TargetMode="External" /><ns0:Relationship Id="rIdLink3" Type="http://schemas.openxmlformats.org/officeDocument/2006/relationships/hyperlink" Target="https://docs.python.org/3.12/library/csv.html"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1.xml" Id="Rb595ed2451594a1a" /><ns0:Relationship Type="http://schemas.openxmlformats.org/officeDocument/2006/relationships/notesSlide" Target="/ppt/notesSlides/notesSlide21.xml" Id="R998c52148c22451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4" TargetMode="External" /><ns0:Relationship Id="rIdLink3" Type="http://schemas.openxmlformats.org/officeDocument/2006/relationships/hyperlink" Target="https://docs.python.org/3.12/library/csv.html"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1.xml" Id="Ra7ace98cb3ef4e27" /><ns0:Relationship Type="http://schemas.openxmlformats.org/officeDocument/2006/relationships/notesSlide" Target="/ppt/notesSlides/notesSlide22.xml" Id="R0ee8a688ae2f473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4" TargetMode="External" /><ns0:Relationship Id="rIdLink3" Type="http://schemas.openxmlformats.org/officeDocument/2006/relationships/hyperlink" Target="https://docs.python.org/3.12/library/csv.html"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1.xml" Id="R3af56d3ca5044f6c" /><ns0:Relationship Type="http://schemas.openxmlformats.org/officeDocument/2006/relationships/notesSlide" Target="/ppt/notesSlides/notesSlide23.xml" Id="R73ac800a9beb401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1.xml" Id="R7dd1b9e9277f4bbe" /><ns0:Relationship Type="http://schemas.openxmlformats.org/officeDocument/2006/relationships/notesSlide" Target="/ppt/notesSlides/notesSlide24.xml" Id="R2a8fef235bb74e72"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1.xml" Id="R1699791513834447" /><ns0:Relationship Type="http://schemas.openxmlformats.org/officeDocument/2006/relationships/notesSlide" Target="/ppt/notesSlides/notesSlide25.xml" Id="R3547982b064a484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6" TargetMode="External" /><ns0:Relationship Id="rIdLink3" Type="http://schemas.openxmlformats.org/officeDocument/2006/relationships/hyperlink" Target="https://docs.python.org/3.12/library/csv.html"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1.xml" Id="R2de30bcbe60741cb" /><ns0:Relationship Type="http://schemas.openxmlformats.org/officeDocument/2006/relationships/notesSlide" Target="/ppt/notesSlides/notesSlide26.xml" Id="R338e7370fc0c415d"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6" TargetMode="External" /><ns0:Relationship Id="rIdLink3" Type="http://schemas.openxmlformats.org/officeDocument/2006/relationships/hyperlink" Target="https://docs.python.org/3.12/library/csv.html"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1.xml" Id="Rba12b4a0321d4539" /><ns0:Relationship Type="http://schemas.openxmlformats.org/officeDocument/2006/relationships/notesSlide" Target="/ppt/notesSlides/notesSlide27.xml" Id="Rdfb4cf3318754f3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1.xml" Id="Reaccc2d706a544fa" /><ns0:Relationship Type="http://schemas.openxmlformats.org/officeDocument/2006/relationships/notesSlide" Target="/ppt/notesSlides/notesSlide28.xml" Id="R44866f38daf3456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1.xml" Id="R0889ac5af81f419a" /><ns0:Relationship Type="http://schemas.openxmlformats.org/officeDocument/2006/relationships/notesSlide" Target="/ppt/notesSlides/notesSlide29.xml" Id="R9409c744bad149de"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1.xml" Id="Rb9f784b8aa9948fc" /><ns0:Relationship Type="http://schemas.openxmlformats.org/officeDocument/2006/relationships/notesSlide" Target="/ppt/notesSlides/notesSlide30.xml" Id="R40a455f64688439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1.xml" Id="R6f93f24065074bd3" /><ns0:Relationship Type="http://schemas.openxmlformats.org/officeDocument/2006/relationships/notesSlide" Target="/ppt/notesSlides/notesSlide31.xml" Id="R6918004ff7364181"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1.xml" Id="R4502b6e3f5064fcc" /><ns0:Relationship Type="http://schemas.openxmlformats.org/officeDocument/2006/relationships/notesSlide" Target="/ppt/notesSlides/notesSlide32.xml" Id="R3c29560a5cbb468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1.xml" Id="R422fd9331c1d4a7c" /><ns0:Relationship Type="http://schemas.openxmlformats.org/officeDocument/2006/relationships/notesSlide" Target="/ppt/notesSlides/notesSlide33.xml" Id="R14d590065405432d"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6" TargetMode="External" /><ns0:Relationship Id="rIdLink3" Type="http://schemas.openxmlformats.org/officeDocument/2006/relationships/hyperlink" Target="https://docs.python.org/3.12/library/csv.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1.xml" Id="R9d9d065657e144c6" /><ns0:Relationship Type="http://schemas.openxmlformats.org/officeDocument/2006/relationships/notesSlide" Target="/ppt/notesSlides/notesSlide34.xml" Id="R301b92892e9c4223"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6" TargetMode="External" /><ns0:Relationship Id="rIdLink3" Type="http://schemas.openxmlformats.org/officeDocument/2006/relationships/hyperlink" Target="https://docs.python.org/3.12/library/csv.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1.xml" Id="Rc3f5262fb03a4fa5" /><ns0:Relationship Type="http://schemas.openxmlformats.org/officeDocument/2006/relationships/notesSlide" Target="/ppt/notesSlides/notesSlide35.xml" Id="R9f92c49a8ae74ce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5" TargetMode="External" /><ns0:Relationship Id="rIdLink3" Type="http://schemas.openxmlformats.org/officeDocument/2006/relationships/hyperlink" Target="https://docs.python.org/3.12/library/csv.html"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1.xml" Id="R52285650ec294d3c" /><ns0:Relationship Type="http://schemas.openxmlformats.org/officeDocument/2006/relationships/notesSlide" Target="/ppt/notesSlides/notesSlide36.xml" Id="Raebd9fb84275447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6" TargetMode="External" /><ns0:Relationship Id="rIdLink3" Type="http://schemas.openxmlformats.org/officeDocument/2006/relationships/hyperlink" Target="https://docs.python.org/3.12/library/csv.html" TargetMode="External"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1.xml" Id="R3e9d2da4b71f49c4" /><ns0:Relationship Type="http://schemas.openxmlformats.org/officeDocument/2006/relationships/notesSlide" Target="/ppt/notesSlides/notesSlide37.xml" Id="R15b4194b39254a5b"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7" TargetMode="External" /><ns0:Relationship Id="rIdLink3" Type="http://schemas.openxmlformats.org/officeDocument/2006/relationships/hyperlink" Target="https://developer.mozilla.org/en-US/docs/Web/API/Fetch_API/Using_Fetch"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1.xml" Id="R4052fa549a2a466b" /><ns0:Relationship Type="http://schemas.openxmlformats.org/officeDocument/2006/relationships/notesSlide" Target="/ppt/notesSlides/notesSlide38.xml" Id="R1d75aa4aabe14cbf"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7" TargetMode="External" /><ns0:Relationship Id="rIdLink3" Type="http://schemas.openxmlformats.org/officeDocument/2006/relationships/hyperlink" Target="https://developer.mozilla.org/en-US/docs/Web/API/Fetch_API/Using_Fetch"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1.xml" Id="Raa53411f6d284f8b" /><ns0:Relationship Type="http://schemas.openxmlformats.org/officeDocument/2006/relationships/notesSlide" Target="/ppt/notesSlides/notesSlide39.xml" Id="Ra178e59240044262"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7" TargetMode="External" /><ns0:Relationship Id="rIdLink3" Type="http://schemas.openxmlformats.org/officeDocument/2006/relationships/hyperlink" Target="https://developer.mozilla.org/en-US/docs/Web/API/Fetch_API/Using_Fetch"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1.xml" Id="Rb8b8051161fe404b" /><ns0:Relationship Type="http://schemas.openxmlformats.org/officeDocument/2006/relationships/notesSlide" Target="/ppt/notesSlides/notesSlide40.xml" Id="R559ed2a0496c45e1"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7" TargetMode="External" /><ns0:Relationship Id="rIdLink3" Type="http://schemas.openxmlformats.org/officeDocument/2006/relationships/hyperlink" Target="https://developer.mozilla.org/en-US/docs/Web/API/Fetch_API/Using_Fetch"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1.xml" Id="R96055c92777f4d52" /><ns0:Relationship Type="http://schemas.openxmlformats.org/officeDocument/2006/relationships/notesSlide" Target="/ppt/notesSlides/notesSlide41.xml" Id="Ree906d094824447a"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7" TargetMode="External" /><ns0:Relationship Id="rIdLink3" Type="http://schemas.openxmlformats.org/officeDocument/2006/relationships/hyperlink" Target="https://developer.mozilla.org/en-US/docs/Web/API/Fetch_API/Using_Fetch"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1.xml" Id="R9858ca68b9744f4d" /><ns0:Relationship Type="http://schemas.openxmlformats.org/officeDocument/2006/relationships/notesSlide" Target="/ppt/notesSlides/notesSlide42.xml" Id="R0e7ed4aaddda4c6a"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8" TargetMode="External" /><ns0:Relationship Id="rIdLink3" Type="http://schemas.openxmlformats.org/officeDocument/2006/relationships/hyperlink" Target="https://developer.mozilla.org/en-US/docs/Web/API/Fetch_API/Using_Fetch"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1.xml" Id="R5800ab6a73604e44" /><ns0:Relationship Type="http://schemas.openxmlformats.org/officeDocument/2006/relationships/notesSlide" Target="/ppt/notesSlides/notesSlide43.xml" Id="R258b4347efb94b62"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8" TargetMode="External" /><ns0:Relationship Id="rIdLink3" Type="http://schemas.openxmlformats.org/officeDocument/2006/relationships/hyperlink" Target="https://developer.mozilla.org/en-US/docs/Web/API/Fetch_API/Using_Fetch"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1.xml" Id="Re8959b5ddc66440b" /><ns0:Relationship Type="http://schemas.openxmlformats.org/officeDocument/2006/relationships/notesSlide" Target="/ppt/notesSlides/notesSlide44.xml" Id="Rdf19f27e37844bd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1.xml" Id="R68e49fb2692f401a" /><ns0:Relationship Type="http://schemas.openxmlformats.org/officeDocument/2006/relationships/notesSlide" Target="/ppt/notesSlides/notesSlide45.xml" Id="Rd53b91691b5147e0"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1.xml" Id="R4cdbbbcee1c5489d" /><ns0:Relationship Type="http://schemas.openxmlformats.org/officeDocument/2006/relationships/notesSlide" Target="/ppt/notesSlides/notesSlide46.xml" Id="R713b95e705814fb0"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1.xml" Id="Rfa2d099b1c6849d5" /><ns0:Relationship Type="http://schemas.openxmlformats.org/officeDocument/2006/relationships/notesSlide" Target="/ppt/notesSlides/notesSlide47.xml" Id="R2f23f07ae91f4ac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1.xml" Id="R16a7257a2467444d" /><ns0:Relationship Type="http://schemas.openxmlformats.org/officeDocument/2006/relationships/notesSlide" Target="/ppt/notesSlides/notesSlide48.xml" Id="Rc143236fbcd442d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1.xml" Id="R81a7cd591f424564" /><ns0:Relationship Type="http://schemas.openxmlformats.org/officeDocument/2006/relationships/notesSlide" Target="/ppt/notesSlides/notesSlide49.xml" Id="Rd0c3647d9d3347b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1.xml" Id="Rdb3c76a1b0e84aa5" /><ns0:Relationship Type="http://schemas.openxmlformats.org/officeDocument/2006/relationships/notesSlide" Target="/ppt/notesSlides/notesSlide50.xml" Id="Raaa4d1415fe2469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1.xml" Id="Re294910d00a94146" /><ns0:Relationship Type="http://schemas.openxmlformats.org/officeDocument/2006/relationships/notesSlide" Target="/ppt/notesSlides/notesSlide51.xml" Id="Rd9441c63b17c46f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1.xml" Id="R6227f18e904f4065" /><ns0:Relationship Type="http://schemas.openxmlformats.org/officeDocument/2006/relationships/notesSlide" Target="/ppt/notesSlides/notesSlide52.xml" Id="Ra1d2b0e8e3414da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8" TargetMode="External" /><ns0:Relationship Id="rIdLink3" Type="http://schemas.openxmlformats.org/officeDocument/2006/relationships/hyperlink" Target="https://developer.mozilla.org/en-US/docs/Web/API/Fetch_API/Using_Fetch"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1.xml" Id="R76d41b8a0e944b53" /><ns0:Relationship Type="http://schemas.openxmlformats.org/officeDocument/2006/relationships/notesSlide" Target="/ppt/notesSlides/notesSlide53.xml" Id="R03ef1b0ae473408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09" TargetMode="External" /><ns0:Relationship Id="rIdLink3" Type="http://schemas.openxmlformats.org/officeDocument/2006/relationships/hyperlink" Target="https://developer.mozilla.org/en-US/docs/Web/API/Fetch_API/Using_Fetch"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1.xml" Id="Rb257661aaf6d4adb" /><ns0:Relationship Type="http://schemas.openxmlformats.org/officeDocument/2006/relationships/notesSlide" Target="/ppt/notesSlides/notesSlide54.xml" Id="Rce4feb96f5ab4c2b"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0" TargetMode="External" /><ns0:Relationship Id="rIdLink3" Type="http://schemas.openxmlformats.org/officeDocument/2006/relationships/hyperlink" Target="https://docs.python.org/3.12/library/http.server.html"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1.xml" Id="Re8cde5c9064b4427" /><ns0:Relationship Type="http://schemas.openxmlformats.org/officeDocument/2006/relationships/notesSlide" Target="/ppt/notesSlides/notesSlide55.xml" Id="R6343abe99646422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0" TargetMode="External" /><ns0:Relationship Id="rIdLink3" Type="http://schemas.openxmlformats.org/officeDocument/2006/relationships/hyperlink" Target="https://docs.python.org/3.12/library/http.server.html"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1.xml" Id="R433511cb7c4642dc" /><ns0:Relationship Type="http://schemas.openxmlformats.org/officeDocument/2006/relationships/notesSlide" Target="/ppt/notesSlides/notesSlide56.xml" Id="R5e91d9c2ab0e41f0"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1.xml" Id="Ra2b6c0a761374151" /><ns0:Relationship Type="http://schemas.openxmlformats.org/officeDocument/2006/relationships/notesSlide" Target="/ppt/notesSlides/notesSlide57.xml" Id="R688a124bcb774702"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1.xml" Id="R2324c572beb14fec" /><ns0:Relationship Type="http://schemas.openxmlformats.org/officeDocument/2006/relationships/notesSlide" Target="/ppt/notesSlides/notesSlide58.xml" Id="Re00acf8d6aed420f"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1.xml" Id="Rffe733b217ff48e7" /><ns0:Relationship Type="http://schemas.openxmlformats.org/officeDocument/2006/relationships/notesSlide" Target="/ppt/notesSlides/notesSlide59.xml" Id="Ra131016394b7450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1.xml" Id="Rc5bd2b034260471c" /><ns0:Relationship Type="http://schemas.openxmlformats.org/officeDocument/2006/relationships/notesSlide" Target="/ppt/notesSlides/notesSlide60.xml" Id="R4b7cc69bb9b244a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2" TargetMode="External" /><ns0:Relationship Id="rIdLink3" Type="http://schemas.openxmlformats.org/officeDocument/2006/relationships/hyperlink" Target="https://docs.python.org/3.12/library/http.server.html"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1.xml" Id="Rd16fa7055b7a46ba" /><ns0:Relationship Type="http://schemas.openxmlformats.org/officeDocument/2006/relationships/notesSlide" Target="/ppt/notesSlides/notesSlide61.xml" Id="Racd28c649a2544cd"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1.xml" Id="R93448b4c443845d2" /><ns0:Relationship Type="http://schemas.openxmlformats.org/officeDocument/2006/relationships/notesSlide" Target="/ppt/notesSlides/notesSlide62.xml" Id="Raa5e8bcc2f5f48b1"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1.xml" Id="R466a087c40ba4de3" /><ns0:Relationship Type="http://schemas.openxmlformats.org/officeDocument/2006/relationships/notesSlide" Target="/ppt/notesSlides/notesSlide63.xml" Id="Rc9c9463f7b0245cf"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1.xml" Id="R325514b4d4f34125" /><ns0:Relationship Type="http://schemas.openxmlformats.org/officeDocument/2006/relationships/notesSlide" Target="/ppt/notesSlides/notesSlide64.xml" Id="R1488d410c8254c6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5.xml.rels><?xml version='1.0' encoding='utf-8'?>
<ns0:Relationships xmlns:ns0="http://schemas.openxmlformats.org/package/2006/relationships"><ns0:Relationship Type="http://schemas.openxmlformats.org/officeDocument/2006/relationships/slideLayout" Target="/ppt/slideLayouts/slideLayout1.xml" Id="Rb5249b5c5a784635" /><ns0:Relationship Type="http://schemas.openxmlformats.org/officeDocument/2006/relationships/notesSlide" Target="/ppt/notesSlides/notesSlide65.xml" Id="R1f0de228de8744a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6.xml.rels><?xml version='1.0' encoding='utf-8'?>
<ns0:Relationships xmlns:ns0="http://schemas.openxmlformats.org/package/2006/relationships"><ns0:Relationship Type="http://schemas.openxmlformats.org/officeDocument/2006/relationships/slideLayout" Target="/ppt/slideLayouts/slideLayout1.xml" Id="R12ea991b0fb84bd6" /><ns0:Relationship Type="http://schemas.openxmlformats.org/officeDocument/2006/relationships/notesSlide" Target="/ppt/notesSlides/notesSlide66.xml" Id="R3daa6cfb75374d3d"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7.xml.rels><?xml version='1.0' encoding='utf-8'?>
<ns0:Relationships xmlns:ns0="http://schemas.openxmlformats.org/package/2006/relationships"><ns0:Relationship Type="http://schemas.openxmlformats.org/officeDocument/2006/relationships/slideLayout" Target="/ppt/slideLayouts/slideLayout1.xml" Id="Rd395ec9d10e845e2" /><ns0:Relationship Type="http://schemas.openxmlformats.org/officeDocument/2006/relationships/notesSlide" Target="/ppt/notesSlides/notesSlide67.xml" Id="R09820bf17fec4c9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8.xml.rels><?xml version='1.0' encoding='utf-8'?>
<ns0:Relationships xmlns:ns0="http://schemas.openxmlformats.org/package/2006/relationships"><ns0:Relationship Type="http://schemas.openxmlformats.org/officeDocument/2006/relationships/slideLayout" Target="/ppt/slideLayouts/slideLayout1.xml" Id="Rcaab108e223e4dcf" /><ns0:Relationship Type="http://schemas.openxmlformats.org/officeDocument/2006/relationships/notesSlide" Target="/ppt/notesSlides/notesSlide68.xml" Id="R30b1e16cb7394fe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69.xml.rels><?xml version='1.0' encoding='utf-8'?>
<ns0:Relationships xmlns:ns0="http://schemas.openxmlformats.org/package/2006/relationships"><ns0:Relationship Type="http://schemas.openxmlformats.org/officeDocument/2006/relationships/slideLayout" Target="/ppt/slideLayouts/slideLayout1.xml" Id="R449a3084cd754c6b" /><ns0:Relationship Type="http://schemas.openxmlformats.org/officeDocument/2006/relationships/notesSlide" Target="/ppt/notesSlides/notesSlide69.xml" Id="Rdb0dc225ff3a47f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70.xml.rels><?xml version='1.0' encoding='utf-8'?>
<ns0:Relationships xmlns:ns0="http://schemas.openxmlformats.org/package/2006/relationships"><ns0:Relationship Type="http://schemas.openxmlformats.org/officeDocument/2006/relationships/slideLayout" Target="/ppt/slideLayouts/slideLayout1.xml" Id="R47c0883a4aa8493f" /><ns0:Relationship Type="http://schemas.openxmlformats.org/officeDocument/2006/relationships/notesSlide" Target="/ppt/notesSlides/notesSlide70.xml" Id="R3d02e3de4b464601"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1" TargetMode="External" /><ns0:Relationship Id="rIdLink3" Type="http://schemas.openxmlformats.org/officeDocument/2006/relationships/hyperlink" Target="https://docs.python.org/3.12/library/http.server.html" TargetMode="External" /></ns0:Relationships>
</file>

<file path=ppt/slides/_rels/slide71.xml.rels><?xml version='1.0' encoding='utf-8'?>
<ns0:Relationships xmlns:ns0="http://schemas.openxmlformats.org/package/2006/relationships"><ns0:Relationship Type="http://schemas.openxmlformats.org/officeDocument/2006/relationships/slideLayout" Target="/ppt/slideLayouts/slideLayout1.xml" Id="R1f6040766f0143a3" /><ns0:Relationship Type="http://schemas.openxmlformats.org/officeDocument/2006/relationships/notesSlide" Target="/ppt/notesSlides/notesSlide71.xml" Id="R74ea426f31974a6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3" TargetMode="External" /><ns0:Relationship Id="rIdLink3" Type="http://schemas.openxmlformats.org/officeDocument/2006/relationships/hyperlink" Target="https://docs.python.org/3.12/library/csv.html" TargetMode="External" /></ns0:Relationships>
</file>

<file path=ppt/slides/_rels/slide72.xml.rels><?xml version='1.0' encoding='utf-8'?>
<ns0:Relationships xmlns:ns0="http://schemas.openxmlformats.org/package/2006/relationships"><ns0:Relationship Type="http://schemas.openxmlformats.org/officeDocument/2006/relationships/slideLayout" Target="/ppt/slideLayouts/slideLayout1.xml" Id="R7c61135e3e5b4cf6" /><ns0:Relationship Type="http://schemas.openxmlformats.org/officeDocument/2006/relationships/notesSlide" Target="/ppt/notesSlides/notesSlide72.xml" Id="R07dae945006c4d10"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73.xml.rels><?xml version='1.0' encoding='utf-8'?>
<ns0:Relationships xmlns:ns0="http://schemas.openxmlformats.org/package/2006/relationships"><ns0:Relationship Type="http://schemas.openxmlformats.org/officeDocument/2006/relationships/slideLayout" Target="/ppt/slideLayouts/slideLayout1.xml" Id="R027130cec1474ba7" /><ns0:Relationship Type="http://schemas.openxmlformats.org/officeDocument/2006/relationships/notesSlide" Target="/ppt/notesSlides/notesSlide73.xml" Id="R9dc86cf29655443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3" TargetMode="External" /><ns0:Relationship Id="rIdLink3" Type="http://schemas.openxmlformats.org/officeDocument/2006/relationships/hyperlink" Target="https://docs.python.org/3.12/library/csv.html" TargetMode="External" /></ns0:Relationships>
</file>

<file path=ppt/slides/_rels/slide74.xml.rels><?xml version='1.0' encoding='utf-8'?>
<ns0:Relationships xmlns:ns0="http://schemas.openxmlformats.org/package/2006/relationships"><ns0:Relationship Type="http://schemas.openxmlformats.org/officeDocument/2006/relationships/slideLayout" Target="/ppt/slideLayouts/slideLayout1.xml" Id="R19dadbf186a44097" /><ns0:Relationship Type="http://schemas.openxmlformats.org/officeDocument/2006/relationships/notesSlide" Target="/ppt/notesSlides/notesSlide74.xml" Id="R4b0ca5f1ee8246f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75.xml.rels><?xml version='1.0' encoding='utf-8'?>
<ns0:Relationships xmlns:ns0="http://schemas.openxmlformats.org/package/2006/relationships"><ns0:Relationship Type="http://schemas.openxmlformats.org/officeDocument/2006/relationships/slideLayout" Target="/ppt/slideLayouts/slideLayout1.xml" Id="R0ee830ee10da4208" /><ns0:Relationship Type="http://schemas.openxmlformats.org/officeDocument/2006/relationships/notesSlide" Target="/ppt/notesSlides/notesSlide75.xml" Id="Rc1e8d839c7564da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76.xml.rels><?xml version='1.0' encoding='utf-8'?>
<ns0:Relationships xmlns:ns0="http://schemas.openxmlformats.org/package/2006/relationships"><ns0:Relationship Type="http://schemas.openxmlformats.org/officeDocument/2006/relationships/slideLayout" Target="/ppt/slideLayouts/slideLayout1.xml" Id="R79680dcbaa40414b" /><ns0:Relationship Type="http://schemas.openxmlformats.org/officeDocument/2006/relationships/notesSlide" Target="/ppt/notesSlides/notesSlide76.xml" Id="R1baf11d247c04872"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77.xml.rels><?xml version='1.0' encoding='utf-8'?>
<ns0:Relationships xmlns:ns0="http://schemas.openxmlformats.org/package/2006/relationships"><ns0:Relationship Type="http://schemas.openxmlformats.org/officeDocument/2006/relationships/slideLayout" Target="/ppt/slideLayouts/slideLayout1.xml" Id="Rbd4cdfcdcf844f11" /><ns0:Relationship Type="http://schemas.openxmlformats.org/officeDocument/2006/relationships/notesSlide" Target="/ppt/notesSlides/notesSlide77.xml" Id="Rc0f4c496a97949bd"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5" TargetMode="External" /><ns0:Relationship Id="rIdLink3" Type="http://schemas.openxmlformats.org/officeDocument/2006/relationships/hyperlink" Target="https://docs.python.org/3.12/library/csv.html" TargetMode="External" /></ns0:Relationships>
</file>

<file path=ppt/slides/_rels/slide78.xml.rels><?xml version='1.0' encoding='utf-8'?>
<ns0:Relationships xmlns:ns0="http://schemas.openxmlformats.org/package/2006/relationships"><ns0:Relationship Type="http://schemas.openxmlformats.org/officeDocument/2006/relationships/slideLayout" Target="/ppt/slideLayouts/slideLayout1.xml" Id="Rc4a8ce97f3d84dc9" /><ns0:Relationship Type="http://schemas.openxmlformats.org/officeDocument/2006/relationships/notesSlide" Target="/ppt/notesSlides/notesSlide78.xml" Id="R8f6962e5b49040ee"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79.xml.rels><?xml version='1.0' encoding='utf-8'?>
<ns0:Relationships xmlns:ns0="http://schemas.openxmlformats.org/package/2006/relationships"><ns0:Relationship Type="http://schemas.openxmlformats.org/officeDocument/2006/relationships/slideLayout" Target="/ppt/slideLayouts/slideLayout1.xml" Id="R7d9d8bf60e54420b" /><ns0:Relationship Type="http://schemas.openxmlformats.org/officeDocument/2006/relationships/notesSlide" Target="/ppt/notesSlides/notesSlide79.xml" Id="R7db0712963b14cc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80.xml.rels><?xml version='1.0' encoding='utf-8'?>
<ns0:Relationships xmlns:ns0="http://schemas.openxmlformats.org/package/2006/relationships"><ns0:Relationship Type="http://schemas.openxmlformats.org/officeDocument/2006/relationships/slideLayout" Target="/ppt/slideLayouts/slideLayout1.xml" Id="R2fd2f406edc34d79" /><ns0:Relationship Type="http://schemas.openxmlformats.org/officeDocument/2006/relationships/notesSlide" Target="/ppt/notesSlides/notesSlide80.xml" Id="Rf605815ed8ef462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81.xml.rels><?xml version='1.0' encoding='utf-8'?>
<ns0:Relationships xmlns:ns0="http://schemas.openxmlformats.org/package/2006/relationships"><ns0:Relationship Type="http://schemas.openxmlformats.org/officeDocument/2006/relationships/slideLayout" Target="/ppt/slideLayouts/slideLayout1.xml" Id="Rd4f253efe33e4786" /><ns0:Relationship Type="http://schemas.openxmlformats.org/officeDocument/2006/relationships/notesSlide" Target="/ppt/notesSlides/notesSlide81.xml" Id="R518128806f734a6e"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82.xml.rels><?xml version='1.0' encoding='utf-8'?>
<ns0:Relationships xmlns:ns0="http://schemas.openxmlformats.org/package/2006/relationships"><ns0:Relationship Type="http://schemas.openxmlformats.org/officeDocument/2006/relationships/slideLayout" Target="/ppt/slideLayouts/slideLayout1.xml" Id="Ra29db3cba06745cf" /><ns0:Relationship Type="http://schemas.openxmlformats.org/officeDocument/2006/relationships/notesSlide" Target="/ppt/notesSlides/notesSlide82.xml" Id="Rda0ff78fa8604bb3"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3" TargetMode="External" /><ns0:Relationship Id="rIdLink3" Type="http://schemas.openxmlformats.org/officeDocument/2006/relationships/hyperlink" Target="https://docs.python.org/3.12/library/csv.html" TargetMode="External" /></ns0:Relationships>
</file>

<file path=ppt/slides/_rels/slide83.xml.rels><?xml version='1.0' encoding='utf-8'?>
<ns0:Relationships xmlns:ns0="http://schemas.openxmlformats.org/package/2006/relationships"><ns0:Relationship Type="http://schemas.openxmlformats.org/officeDocument/2006/relationships/slideLayout" Target="/ppt/slideLayouts/slideLayout1.xml" Id="Rfb85b606d27b458b" /><ns0:Relationship Type="http://schemas.openxmlformats.org/officeDocument/2006/relationships/notesSlide" Target="/ppt/notesSlides/notesSlide83.xml" Id="Rb119ded2e832401f"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84.xml.rels><?xml version='1.0' encoding='utf-8'?>
<ns0:Relationships xmlns:ns0="http://schemas.openxmlformats.org/package/2006/relationships"><ns0:Relationship Type="http://schemas.openxmlformats.org/officeDocument/2006/relationships/slideLayout" Target="/ppt/slideLayouts/slideLayout1.xml" Id="R33b3602b3e9742c4" /><ns0:Relationship Type="http://schemas.openxmlformats.org/officeDocument/2006/relationships/notesSlide" Target="/ppt/notesSlides/notesSlide84.xml" Id="Rfc044a23f60a47e3"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85.xml.rels><?xml version='1.0' encoding='utf-8'?>
<ns0:Relationships xmlns:ns0="http://schemas.openxmlformats.org/package/2006/relationships"><ns0:Relationship Type="http://schemas.openxmlformats.org/officeDocument/2006/relationships/slideLayout" Target="/ppt/slideLayouts/slideLayout1.xml" Id="R855f5496b0c4444c" /><ns0:Relationship Type="http://schemas.openxmlformats.org/officeDocument/2006/relationships/notesSlide" Target="/ppt/notesSlides/notesSlide85.xml" Id="R05fd68cf45164d0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4" TargetMode="External" /><ns0:Relationship Id="rIdLink3" Type="http://schemas.openxmlformats.org/officeDocument/2006/relationships/hyperlink" Target="https://docs.python.org/3.12/library/csv.html" TargetMode="External" /></ns0:Relationships>
</file>

<file path=ppt/slides/_rels/slide86.xml.rels><?xml version='1.0' encoding='utf-8'?>
<ns0:Relationships xmlns:ns0="http://schemas.openxmlformats.org/package/2006/relationships"><ns0:Relationship Type="http://schemas.openxmlformats.org/officeDocument/2006/relationships/slideLayout" Target="/ppt/slideLayouts/slideLayout1.xml" Id="R163be3d2b57b49d8" /><ns0:Relationship Type="http://schemas.openxmlformats.org/officeDocument/2006/relationships/notesSlide" Target="/ppt/notesSlides/notesSlide86.xml" Id="R5ec271d27a164a19"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6" TargetMode="External" /><ns0:Relationship Id="rIdLink3" Type="http://schemas.openxmlformats.org/officeDocument/2006/relationships/hyperlink" Target="https://developer.mozilla.org/en-US/docs/Web/API/Fetch_API/Using_Fetch" TargetMode="External" /></ns0:Relationships>
</file>

<file path=ppt/slides/_rels/slide87.xml.rels><?xml version='1.0' encoding='utf-8'?>
<ns0:Relationships xmlns:ns0="http://schemas.openxmlformats.org/package/2006/relationships"><ns0:Relationship Type="http://schemas.openxmlformats.org/officeDocument/2006/relationships/slideLayout" Target="/ppt/slideLayouts/slideLayout1.xml" Id="R4dba5cce8191487c" /><ns0:Relationship Type="http://schemas.openxmlformats.org/officeDocument/2006/relationships/notesSlide" Target="/ppt/notesSlides/notesSlide87.xml" Id="Rb5136fbdee5e44b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88.xml.rels><?xml version='1.0' encoding='utf-8'?>
<ns0:Relationships xmlns:ns0="http://schemas.openxmlformats.org/package/2006/relationships"><ns0:Relationship Type="http://schemas.openxmlformats.org/officeDocument/2006/relationships/slideLayout" Target="/ppt/slideLayouts/slideLayout1.xml" Id="R12a635cb54994627" /><ns0:Relationship Type="http://schemas.openxmlformats.org/officeDocument/2006/relationships/notesSlide" Target="/ppt/notesSlides/notesSlide88.xml" Id="Rc565b740c6a34a5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89.xml.rels><?xml version='1.0' encoding='utf-8'?>
<ns0:Relationships xmlns:ns0="http://schemas.openxmlformats.org/package/2006/relationships"><ns0:Relationship Type="http://schemas.openxmlformats.org/officeDocument/2006/relationships/slideLayout" Target="/ppt/slideLayouts/slideLayout1.xml" Id="Rce0d1b8570fd4678" /><ns0:Relationship Type="http://schemas.openxmlformats.org/officeDocument/2006/relationships/notesSlide" Target="/ppt/notesSlides/notesSlide89.xml" Id="Ra243128ed1414a2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90.xml.rels><?xml version='1.0' encoding='utf-8'?>
<ns0:Relationships xmlns:ns0="http://schemas.openxmlformats.org/package/2006/relationships"><ns0:Relationship Type="http://schemas.openxmlformats.org/officeDocument/2006/relationships/slideLayout" Target="/ppt/slideLayouts/slideLayout1.xml" Id="R00005a3ae689448c" /><ns0:Relationship Type="http://schemas.openxmlformats.org/officeDocument/2006/relationships/notesSlide" Target="/ppt/notesSlides/notesSlide90.xml" Id="R324fdefb3e8d4cae"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8" TargetMode="External" /><ns0:Relationship Id="rIdLink3" Type="http://schemas.openxmlformats.org/officeDocument/2006/relationships/hyperlink" Target="https://developer.mozilla.org/en-US/docs/Web/API/Fetch_API/Using_Fetch" TargetMode="External" /></ns0:Relationships>
</file>

<file path=ppt/slides/_rels/slide91.xml.rels><?xml version='1.0' encoding='utf-8'?>
<ns0:Relationships xmlns:ns0="http://schemas.openxmlformats.org/package/2006/relationships"><ns0:Relationship Type="http://schemas.openxmlformats.org/officeDocument/2006/relationships/slideLayout" Target="/ppt/slideLayouts/slideLayout1.xml" Id="R5481742a03f94873" /><ns0:Relationship Type="http://schemas.openxmlformats.org/officeDocument/2006/relationships/notesSlide" Target="/ppt/notesSlides/notesSlide91.xml" Id="R2edcd82578ab4cf8"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6" TargetMode="External" /><ns0:Relationship Id="rIdLink3" Type="http://schemas.openxmlformats.org/officeDocument/2006/relationships/hyperlink" Target="https://developer.mozilla.org/en-US/docs/Web/API/Fetch_API/Using_Fetch" TargetMode="External" /></ns0:Relationships>
</file>

<file path=ppt/slides/_rels/slide92.xml.rels><?xml version='1.0' encoding='utf-8'?>
<ns0:Relationships xmlns:ns0="http://schemas.openxmlformats.org/package/2006/relationships"><ns0:Relationship Type="http://schemas.openxmlformats.org/officeDocument/2006/relationships/slideLayout" Target="/ppt/slideLayouts/slideLayout1.xml" Id="Rec3cff3ff307480f" /><ns0:Relationship Type="http://schemas.openxmlformats.org/officeDocument/2006/relationships/notesSlide" Target="/ppt/notesSlides/notesSlide92.xml" Id="Rca524a6c1a1049ed"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6" TargetMode="External" /><ns0:Relationship Id="rIdLink3" Type="http://schemas.openxmlformats.org/officeDocument/2006/relationships/hyperlink" Target="https://developer.mozilla.org/en-US/docs/Web/API/Fetch_API/Using_Fetch" TargetMode="External" /></ns0:Relationships>
</file>

<file path=ppt/slides/_rels/slide93.xml.rels><?xml version='1.0' encoding='utf-8'?>
<ns0:Relationships xmlns:ns0="http://schemas.openxmlformats.org/package/2006/relationships"><ns0:Relationship Type="http://schemas.openxmlformats.org/officeDocument/2006/relationships/slideLayout" Target="/ppt/slideLayouts/slideLayout1.xml" Id="Ra0567cc894f5456c" /><ns0:Relationship Type="http://schemas.openxmlformats.org/officeDocument/2006/relationships/notesSlide" Target="/ppt/notesSlides/notesSlide93.xml" Id="Rac761688e0c74f8f"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94.xml.rels><?xml version='1.0' encoding='utf-8'?>
<ns0:Relationships xmlns:ns0="http://schemas.openxmlformats.org/package/2006/relationships"><ns0:Relationship Type="http://schemas.openxmlformats.org/officeDocument/2006/relationships/slideLayout" Target="/ppt/slideLayouts/slideLayout1.xml" Id="Rb5683becad794fbc" /><ns0:Relationship Type="http://schemas.openxmlformats.org/officeDocument/2006/relationships/notesSlide" Target="/ppt/notesSlides/notesSlide94.xml" Id="R30ef75b779a3448e"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95.xml.rels><?xml version='1.0' encoding='utf-8'?>
<ns0:Relationships xmlns:ns0="http://schemas.openxmlformats.org/package/2006/relationships"><ns0:Relationship Type="http://schemas.openxmlformats.org/officeDocument/2006/relationships/slideLayout" Target="/ppt/slideLayouts/slideLayout1.xml" Id="Rc90a89c263d847e1" /><ns0:Relationship Type="http://schemas.openxmlformats.org/officeDocument/2006/relationships/notesSlide" Target="/ppt/notesSlides/notesSlide95.xml" Id="R548f761542a04601"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8" TargetMode="External" /><ns0:Relationship Id="rIdLink3" Type="http://schemas.openxmlformats.org/officeDocument/2006/relationships/hyperlink" Target="https://developer.mozilla.org/en-US/docs/Web/API/Fetch_API/Using_Fetch" TargetMode="External" /></ns0:Relationships>
</file>

<file path=ppt/slides/_rels/slide96.xml.rels><?xml version='1.0' encoding='utf-8'?>
<ns0:Relationships xmlns:ns0="http://schemas.openxmlformats.org/package/2006/relationships"><ns0:Relationship Type="http://schemas.openxmlformats.org/officeDocument/2006/relationships/slideLayout" Target="/ppt/slideLayouts/slideLayout1.xml" Id="R7e787f498db04baf" /><ns0:Relationship Type="http://schemas.openxmlformats.org/officeDocument/2006/relationships/notesSlide" Target="/ppt/notesSlides/notesSlide96.xml" Id="Rc03c7ae2cdfd4490"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8" TargetMode="External" /><ns0:Relationship Id="rIdLink3" Type="http://schemas.openxmlformats.org/officeDocument/2006/relationships/hyperlink" Target="https://developer.mozilla.org/en-US/docs/Web/API/Fetch_API/Using_Fetch" TargetMode="External" /></ns0:Relationships>
</file>

<file path=ppt/slides/_rels/slide97.xml.rels><?xml version='1.0' encoding='utf-8'?>
<ns0:Relationships xmlns:ns0="http://schemas.openxmlformats.org/package/2006/relationships"><ns0:Relationship Type="http://schemas.openxmlformats.org/officeDocument/2006/relationships/slideLayout" Target="/ppt/slideLayouts/slideLayout1.xml" Id="R5d68082213384db7" /><ns0:Relationship Type="http://schemas.openxmlformats.org/officeDocument/2006/relationships/notesSlide" Target="/ppt/notesSlides/notesSlide97.xml" Id="R84db173b38694dde"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8" TargetMode="External" /><ns0:Relationship Id="rIdLink3" Type="http://schemas.openxmlformats.org/officeDocument/2006/relationships/hyperlink" Target="https://developer.mozilla.org/en-US/docs/Web/API/Fetch_API/Using_Fetch" TargetMode="External" /></ns0:Relationships>
</file>

<file path=ppt/slides/_rels/slide98.xml.rels><?xml version='1.0' encoding='utf-8'?>
<ns0:Relationships xmlns:ns0="http://schemas.openxmlformats.org/package/2006/relationships"><ns0:Relationship Type="http://schemas.openxmlformats.org/officeDocument/2006/relationships/slideLayout" Target="/ppt/slideLayouts/slideLayout1.xml" Id="Rcb5dd813746c4d39" /><ns0:Relationship Type="http://schemas.openxmlformats.org/officeDocument/2006/relationships/notesSlide" Target="/ppt/notesSlides/notesSlide98.xml" Id="R77ed729b456544d6"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8" TargetMode="External" /><ns0:Relationship Id="rIdLink3" Type="http://schemas.openxmlformats.org/officeDocument/2006/relationships/hyperlink" Target="https://developer.mozilla.org/en-US/docs/Web/API/Fetch_API/Using_Fetch" TargetMode="External" /></ns0:Relationships>
</file>

<file path=ppt/slides/_rels/slide99.xml.rels><?xml version='1.0' encoding='utf-8'?>
<ns0:Relationships xmlns:ns0="http://schemas.openxmlformats.org/package/2006/relationships"><ns0:Relationship Type="http://schemas.openxmlformats.org/officeDocument/2006/relationships/slideLayout" Target="/ppt/slideLayouts/slideLayout1.xml" Id="R12411f6cfba04eba" /><ns0:Relationship Type="http://schemas.openxmlformats.org/officeDocument/2006/relationships/notesSlide" Target="/ppt/notesSlides/notesSlide99.xml" Id="Re480a5a77de94e23"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100.xml.rels><?xml version='1.0' encoding='utf-8'?>
<ns0:Relationships xmlns:ns0="http://schemas.openxmlformats.org/package/2006/relationships"><ns0:Relationship Type="http://schemas.openxmlformats.org/officeDocument/2006/relationships/slideLayout" Target="/ppt/slideLayouts/slideLayout1.xml" Id="R2eec067e6e2e465e" /><ns0:Relationship Type="http://schemas.openxmlformats.org/officeDocument/2006/relationships/notesSlide" Target="/ppt/notesSlides/notesSlide100.xml" Id="R515f0801ca564b34"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8" TargetMode="External" /><ns0:Relationship Id="rIdLink3" Type="http://schemas.openxmlformats.org/officeDocument/2006/relationships/hyperlink" Target="https://developer.mozilla.org/en-US/docs/Web/API/Fetch_API/Using_Fetch" TargetMode="External" /></ns0:Relationships>
</file>

<file path=ppt/slides/_rels/slide101.xml.rels><?xml version='1.0' encoding='utf-8'?>
<ns0:Relationships xmlns:ns0="http://schemas.openxmlformats.org/package/2006/relationships"><ns0:Relationship Type="http://schemas.openxmlformats.org/officeDocument/2006/relationships/slideLayout" Target="/ppt/slideLayouts/slideLayout1.xml" Id="R532959d66e66476b" /><ns0:Relationship Type="http://schemas.openxmlformats.org/officeDocument/2006/relationships/notesSlide" Target="/ppt/notesSlides/notesSlide101.xml" Id="R5ae1e3baaa44406a"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102.xml.rels><?xml version='1.0' encoding='utf-8'?>
<ns0:Relationships xmlns:ns0="http://schemas.openxmlformats.org/package/2006/relationships"><ns0:Relationship Type="http://schemas.openxmlformats.org/officeDocument/2006/relationships/slideLayout" Target="/ppt/slideLayouts/slideLayout1.xml" Id="R749ef79d335c4991" /><ns0:Relationship Type="http://schemas.openxmlformats.org/officeDocument/2006/relationships/notesSlide" Target="/ppt/notesSlides/notesSlide102.xml" Id="Ra5b8f169255945ec"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activity-A17" TargetMode="External" /><ns0:Relationship Id="rIdLink3" Type="http://schemas.openxmlformats.org/officeDocument/2006/relationships/hyperlink" Target="https://developer.mozilla.org/en-US/docs/Web/API/Fetch_API/Using_Fetch" TargetMode="External" /></ns0:Relationships>
</file>

<file path=ppt/slides/_rels/slide103.xml.rels><?xml version='1.0' encoding='utf-8'?>
<ns0:Relationships xmlns:ns0="http://schemas.openxmlformats.org/package/2006/relationships"><ns0:Relationship Type="http://schemas.openxmlformats.org/officeDocument/2006/relationships/slideLayout" Target="/ppt/slideLayouts/slideLayout1.xml" Id="Rf86ae81dbe954471" /><ns0:Relationship Type="http://schemas.openxmlformats.org/officeDocument/2006/relationships/notesSlide" Target="/ppt/notesSlides/notesSlide103.xml" Id="Rdadbea2ee07741c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practice" TargetMode="External" /><ns0:Relationship Id="rIdLink3" Type="http://schemas.openxmlformats.org/officeDocument/2006/relationships/hyperlink" Target="https://docs.python.org/3.12/library/http.server.html" TargetMode="External" /><ns0:Relationship Id="rIdLink4" Type="http://schemas.openxmlformats.org/officeDocument/2006/relationships/hyperlink" Target="https://zeusk302-png.github.io/kdigital-physical-ai/#/sessions/2026-10-29/start" TargetMode="External" /><ns0:Relationship Id="rIdLink5" Type="http://schemas.openxmlformats.org/officeDocument/2006/relationships/hyperlink" Target="https://zeusk302-png.github.io/kdigital-physical-ai/#/sessions/2026-10-29/lesson" TargetMode="External" /><ns0:Relationship Id="rIdLink6" Type="http://schemas.openxmlformats.org/officeDocument/2006/relationships/hyperlink" Target="https://zeusk302-png.github.io/kdigital-physical-ai/#/sessions/2026-10-29/workbook" TargetMode="External" /><ns0:Relationship Id="rIdLink7" Type="http://schemas.openxmlformats.org/officeDocument/2006/relationships/hyperlink" Target="https://zeusk302-png.github.io/kdigital-physical-ai/downloads/2026-10-29/student-examples.zip" TargetMode="External" /><ns0:Relationship Id="rIdLink8" Type="http://schemas.openxmlformats.org/officeDocument/2006/relationships/hyperlink" Target="https://zeusk302-png.github.io/kdigital-physical-ai/#/sessions/2026-10-29/files" TargetMode="External" /></ns0:Relationships>
</file>

<file path=ppt/slides/_rels/slide104.xml.rels><?xml version='1.0' encoding='utf-8'?>
<ns0:Relationships xmlns:ns0="http://schemas.openxmlformats.org/package/2006/relationships"><ns0:Relationship Type="http://schemas.openxmlformats.org/officeDocument/2006/relationships/slideLayout" Target="/ppt/slideLayouts/slideLayout1.xml" Id="Rdd8f44efea6b4619" /><ns0:Relationship Type="http://schemas.openxmlformats.org/officeDocument/2006/relationships/notesSlide" Target="/ppt/notesSlides/notesSlide104.xml" Id="R65cb342bea454165" /><ns0:Relationship Id="rIdLink1" Type="http://schemas.openxmlformats.org/officeDocument/2006/relationships/hyperlink" Target="https://zeusk302-png.github.io/kdigital-physical-ai/#/sessions/2026-10-29/lesson" TargetMode="External" /><ns0:Relationship Id="rIdLink2" Type="http://schemas.openxmlformats.org/officeDocument/2006/relationships/hyperlink" Target="https://zeusk302-png.github.io/kdigital-physical-ai/#/sessions/2026-10-29/practice" TargetMode="External" /><ns0:Relationship Id="rIdLink3" Type="http://schemas.openxmlformats.org/officeDocument/2006/relationships/hyperlink" Target="https://docs.python.org/3.12/library/http.server.html" TargetMode="External" /><ns0:Relationship Id="rIdLink4" Type="http://schemas.openxmlformats.org/officeDocument/2006/relationships/hyperlink" Target="https://docs.python.org/3.12/library/http.server.html" TargetMode="External" /><ns0:Relationship Id="rIdLink5" Type="http://schemas.openxmlformats.org/officeDocument/2006/relationships/hyperlink" Target="https://docs.python.org/3.12/library/csv.html" TargetMode="External" /><ns0:Relationship Id="rIdLink6" Type="http://schemas.openxmlformats.org/officeDocument/2006/relationships/hyperlink" Target="https://developer.mozilla.org/en-US/docs/Web/API/Fetch_API/Using_Fetch" TargetMode="External" /></ns0:Relationships>
</file>

<file path=ppt/slides/slide1.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pic>
        <p:nvPicPr>
          <p:cNvPr id="12" name=""/>
          <p:cNvPicPr>
            <a:picLocks noChangeAspect="1"/>
          </p:cNvPicPr>
          <p:nvPr/>
        </p:nvPicPr>
        <p:blipFill>
          <a:blip r:embed="Rd2f7e591bcf94753"/>
          <a:srcRect l="0" t="27" r="0" b="27"/>
          <a:stretch>
            <a:fillRect l="0" t="0" r="0" b="0"/>
          </a:stretch>
        </p:blipFill>
        <p:spPr>
          <a:xfrm>
            <a:off x="0" y="0"/>
            <a:ext cx="12192000" cy="6858000"/>
          </a:xfrm>
          <a:prstGeom prst="rect">
            <a:avLst/>
          </a:prstGeom>
        </p:spPr>
      </p:pic>
      <p:sp>
        <p:nvSpPr>
          <p:cNvPr id="2" name="">
            <a:extLst>
              <a:ext uri="{FF2B5EF4-FFF2-40B4-BE49-F238E27FC236}">
                <ns3:creationId id="{F064C6A6-543E-4A16-8EA7-DD7C10569EE2}"/>
              </a:ext>
            </a:extLst>
          </p:cNvPr>
          <p:cNvSpPr>
            <a:spLocks noGrp="1"/>
          </p:cNvSpPr>
          <p:nvPr/>
        </p:nvSpPr>
        <p:spPr>
          <a:xfrm>
            <a:off x="685800" y="733425"/>
            <a:ext cx="5715000" cy="428625"/>
          </a:xfrm>
          <a:prstGeom prst="rect">
            <a:avLst/>
          </a:prstGeom>
          <a:noFill/>
          <a:ln w="0">
            <a:noFill/>
          </a:ln>
        </p:spPr>
        <p:txBody>
          <a:bodyPr wrap="square" lIns="0" tIns="0" rIns="0" bIns="0">
            <a:noAutofit/>
          </a:bodyPr>
          <a:lstStyle/>
          <a:p>
            <a:pPr>
              <a:defRPr sz="1800" b="1">
                <a:solidFill>
                  <a:srgbClr val="08786F"/>
                </a:solidFill>
                <a:latin typeface="Noto Sans KR"/>
                <a:ea typeface="Noto Sans KR"/>
                <a:cs typeface="Noto Sans KR"/>
              </a:defRPr>
            </a:pPr>
            <a:r>
              <a:t>피지컬AI 직무훈련</a:t>
            </a:r>
          </a:p>
        </p:txBody>
      </p:sp>
      <p:sp>
        <p:nvSpPr>
          <p:cNvPr id="3" name="">
            <a:extLst>
              <a:ext uri="{FF2B5EF4-FFF2-40B4-BE49-F238E27FC236}">
                <ns3:creationId id="{308E1AC9-A9DE-416E-878E-7F1C5239A1AC}"/>
              </a:ext>
            </a:extLst>
          </p:cNvPr>
          <p:cNvSpPr>
            <a:spLocks noGrp="1"/>
          </p:cNvSpPr>
          <p:nvPr/>
        </p:nvSpPr>
        <p:spPr>
          <a:xfrm>
            <a:off x="685800" y="1562100"/>
            <a:ext cx="5667375" cy="2571750"/>
          </a:xfrm>
          <a:prstGeom prst="rect">
            <a:avLst/>
          </a:prstGeom>
          <a:noFill/>
          <a:ln w="0">
            <a:noFill/>
          </a:ln>
        </p:spPr>
        <p:txBody>
          <a:bodyPr wrap="square" lIns="0" tIns="0" rIns="0" bIns="0">
            <a:noAutofit/>
          </a:bodyPr>
          <a:lstStyle/>
          <a:p>
            <a:pPr>
              <a:defRPr sz="4650" b="1">
                <a:solidFill>
                  <a:srgbClr val="172F39"/>
                </a:solidFill>
                <a:latin typeface="Noto Sans KR"/>
                <a:ea typeface="Noto Sans KR"/>
                <a:cs typeface="Noto Sans KR"/>
              </a:defRPr>
            </a:pPr>
            <a:r>
              <a:t>웹 대시보드</a:t>
            </a:r>
          </a:p>
        </p:txBody>
      </p:sp>
      <p:sp>
        <p:nvSpPr>
          <p:cNvPr id="4" name="">
            <a:extLst>
              <a:ext uri="{FF2B5EF4-FFF2-40B4-BE49-F238E27FC236}">
                <ns3:creationId id="{248AEC06-4E9F-4BDC-88E4-787691D109D6}"/>
              </a:ext>
            </a:extLst>
          </p:cNvPr>
          <p:cNvSpPr>
            <a:spLocks noGrp="1"/>
          </p:cNvSpPr>
          <p:nvPr/>
        </p:nvSpPr>
        <p:spPr>
          <a:xfrm>
            <a:off x="685800" y="4267200"/>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2026-10-29</a:t>
            </a:r>
          </a:p>
        </p:txBody>
      </p:sp>
      <p:sp>
        <p:nvSpPr>
          <p:cNvPr id="5" name="">
            <a:extLst>
              <a:ext uri="{FF2B5EF4-FFF2-40B4-BE49-F238E27FC236}">
                <ns3:creationId id="{2BF37DCE-B994-4914-BFCD-6049BA678574}"/>
              </a:ext>
            </a:extLst>
          </p:cNvPr>
          <p:cNvSpPr>
            <a:spLocks noGrp="1"/>
          </p:cNvSpPr>
          <p:nvPr/>
        </p:nvSpPr>
        <p:spPr>
          <a:xfrm>
            <a:off x="685800" y="4710113"/>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예제를 읽고 실행 결과를 예상해 봅니다.</a:t>
            </a:r>
          </a:p>
        </p:txBody>
      </p:sp>
      <p:sp>
        <p:nvSpPr>
          <p:cNvPr id="6" name="">
            <a:extLst>
              <a:ext uri="{FF2B5EF4-FFF2-40B4-BE49-F238E27FC236}">
                <ns3:creationId id="{B52281EA-594C-4391-9D75-2F78009B74BA}"/>
              </a:ext>
            </a:extLst>
          </p:cNvPr>
          <p:cNvSpPr>
            <a:spLocks noGrp="1"/>
          </p:cNvSpPr>
          <p:nvPr/>
        </p:nvSpPr>
        <p:spPr>
          <a:xfrm>
            <a:off x="685800" y="5153025"/>
            <a:ext cx="5619750" cy="676275"/>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예제에서 확인한 결과와 장비에서 시험할 내용을 적습니다.</a:t>
            </a:r>
          </a:p>
        </p:txBody>
      </p:sp>
      <p:sp>
        <p:nvSpPr>
          <p:cNvPr id="7" name="">
            <a:extLst>
              <a:ext uri="{FF2B5EF4-FFF2-40B4-BE49-F238E27FC236}">
                <ns3:creationId id="{AD71A617-9ADD-4C75-87F2-4E98EEB7EA54}"/>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3:creationId id="{8C2BE8D0-5CE2-48A8-916F-5D7BA69AF3F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3:creationId id="{BD95B94D-C5E5-43E2-93F1-E4471B69308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3:creationId id="{91CD0AA7-77D4-4990-A788-E65EAB2A60E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3:creationId id="{7397C678-7570-4C1F-99BF-91977F43C11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001</a:t>
            </a:r>
          </a:p>
        </p:txBody>
      </p:sp>
    </p:spTree>
    <p:extLst>
      <p:ext uri="{BB962C8B-B14F-4D97-AF65-F5344CB8AC3E}">
        <ns4:creationId val="411534376"/>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6AAA72DC-CFAD-4188-8B09-02A10F65098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10/29 수업</a:t>
            </a:r>
          </a:p>
        </p:txBody>
      </p:sp>
      <p:sp>
        <p:nvSpPr>
          <p:cNvPr id="2" name="">
            <a:extLst>
              <a:ext uri="{FF2B5EF4-FFF2-40B4-BE49-F238E27FC236}">
                <ns2:creationId id="{617C3CBB-D327-4541-9ECD-960471BCD7E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자료 폴더와 학생 작업 파일</a:t>
            </a:r>
          </a:p>
        </p:txBody>
      </p:sp>
      <p:sp>
        <p:nvSpPr>
          <p:cNvPr id="3" name="">
            <a:extLst>
              <a:ext uri="{FF2B5EF4-FFF2-40B4-BE49-F238E27FC236}">
                <ns2:creationId id="{B8CAEA47-9B78-4B5A-A149-D3A6DCDBD634}"/>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data: 읽을 입력</a:t>
            </a:r>
          </a:p>
        </p:txBody>
      </p:sp>
      <p:sp>
        <p:nvSpPr>
          <p:cNvPr id="4" name="">
            <a:extLst>
              <a:ext uri="{FF2B5EF4-FFF2-40B4-BE49-F238E27FC236}">
                <ns2:creationId id="{25848C15-381A-4B25-87F8-DDF782B1E39B}"/>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code: 제공 참고 코드</a:t>
            </a:r>
          </a:p>
        </p:txBody>
      </p:sp>
      <p:sp>
        <p:nvSpPr>
          <p:cNvPr id="5" name="">
            <a:extLst>
              <a:ext uri="{FF2B5EF4-FFF2-40B4-BE49-F238E27FC236}">
                <ns2:creationId id="{DC5F9563-EEC0-487F-BB4D-7219D944C099}"/>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work: 나의 복사본과 기록</a:t>
            </a:r>
          </a:p>
        </p:txBody>
      </p:sp>
      <p:sp>
        <p:nvSpPr>
          <p:cNvPr id="6" name="">
            <a:extLst>
              <a:ext uri="{FF2B5EF4-FFF2-40B4-BE49-F238E27FC236}">
                <ns2:creationId id="{7D6B5C62-F315-423A-813C-F0CF75C0B9D1}"/>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저장한 뒤 실행해야 결과가 나옵니다.</a:t>
            </a:r>
          </a:p>
        </p:txBody>
      </p:sp>
      <p:sp>
        <p:nvSpPr>
          <p:cNvPr id="7" name="">
            <a:extLst>
              <a:ext uri="{FF2B5EF4-FFF2-40B4-BE49-F238E27FC236}">
                <ns2:creationId id="{F1129C65-5FA9-482E-9C11-E4C27BCB2C3A}"/>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BB6119BE-C9E6-4D44-9976-A48DC372090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E82113E-D719-45E2-B042-CFD6A6E0524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21CDF060-33D0-4D97-B6E3-CF15394A200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29C39801-2D68-4047-A4DF-2FC8BB34393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002</a:t>
            </a:r>
          </a:p>
        </p:txBody>
      </p:sp>
    </p:spTree>
    <p:extLst>
      <p:ext uri="{BB962C8B-B14F-4D97-AF65-F5344CB8AC3E}">
        <ns4:creationId val="290231935"/>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640A4480-51BD-44A5-9FA7-19D80445B60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10/29 수업</a:t>
            </a:r>
          </a:p>
        </p:txBody>
      </p:sp>
      <p:sp>
        <p:nvSpPr>
          <p:cNvPr id="2" name="">
            <a:extLst>
              <a:ext uri="{FF2B5EF4-FFF2-40B4-BE49-F238E27FC236}">
                <ns2:creationId id="{9012D1CD-4408-4F8A-9403-689630FDBEE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6교시 일정</a:t>
            </a:r>
          </a:p>
        </p:txBody>
      </p:sp>
      <p:sp>
        <p:nvSpPr>
          <p:cNvPr id="3" name="">
            <a:extLst>
              <a:ext uri="{FF2B5EF4-FFF2-40B4-BE49-F238E27FC236}">
                <ns2:creationId id="{469E9B53-507C-412D-A83C-344B11B31000}"/>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1·2교시 10:00~11:50</a:t>
            </a:r>
          </a:p>
        </p:txBody>
      </p:sp>
      <p:sp>
        <p:nvSpPr>
          <p:cNvPr id="4" name="">
            <a:extLst>
              <a:ext uri="{FF2B5EF4-FFF2-40B4-BE49-F238E27FC236}">
                <ns2:creationId id="{6F529128-4C51-4852-8AA4-56D29E81B6B6}"/>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중식 11:50~13:00</a:t>
            </a:r>
          </a:p>
        </p:txBody>
      </p:sp>
      <p:sp>
        <p:nvSpPr>
          <p:cNvPr id="5" name="">
            <a:extLst>
              <a:ext uri="{FF2B5EF4-FFF2-40B4-BE49-F238E27FC236}">
                <ns2:creationId id="{4E7AAC8E-C70B-441E-9D5E-2BF3688A0A64}"/>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3~6교시 13:00~16:50</a:t>
            </a:r>
          </a:p>
        </p:txBody>
      </p:sp>
      <p:sp>
        <p:nvSpPr>
          <p:cNvPr id="6" name="">
            <a:extLst>
              <a:ext uri="{FF2B5EF4-FFF2-40B4-BE49-F238E27FC236}">
                <ns2:creationId id="{E185B59C-24FA-4F72-98F8-F10728E093AE}"/>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수업 300분 · 나머지는 휴식과 정리입니다.</a:t>
            </a:r>
          </a:p>
        </p:txBody>
      </p:sp>
      <p:sp>
        <p:nvSpPr>
          <p:cNvPr id="7" name="">
            <a:extLst>
              <a:ext uri="{FF2B5EF4-FFF2-40B4-BE49-F238E27FC236}">
                <ns2:creationId id="{3F430389-8D88-4E49-B4A8-CBFB31A9DBE2}"/>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604E285B-193F-4815-A194-0AEDD4B4BCA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AAB441B6-A2E5-481A-95B3-85D410B8669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A14450A-F1B8-4FC4-9A4B-FAC7AEDDE1F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A1617AE-8418-4C1E-A6C3-7308E82362D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003</a:t>
            </a:r>
          </a:p>
        </p:txBody>
      </p:sp>
    </p:spTree>
    <p:extLst>
      <p:ext uri="{BB962C8B-B14F-4D97-AF65-F5344CB8AC3E}">
        <ns4:creationId val="1324173197"/>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A23BF1DF-8810-49C8-AF26-AA92F417F84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10/29 수업</a:t>
            </a:r>
          </a:p>
        </p:txBody>
      </p:sp>
      <p:sp>
        <p:nvSpPr>
          <p:cNvPr id="2" name="">
            <a:extLst>
              <a:ext uri="{FF2B5EF4-FFF2-40B4-BE49-F238E27FC236}">
                <ns2:creationId id="{21497613-9FB9-4C3D-890E-A57C765591F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시연·수정·비교·설명</a:t>
            </a:r>
          </a:p>
        </p:txBody>
      </p:sp>
      <p:sp>
        <p:nvSpPr>
          <p:cNvPr id="3" name="">
            <a:extLst>
              <a:ext uri="{FF2B5EF4-FFF2-40B4-BE49-F238E27FC236}">
                <ns2:creationId id="{608D746A-EE70-42E4-B34C-6AD5759CFD5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시연을 봅니다.</a:t>
            </a:r>
          </a:p>
        </p:txBody>
      </p:sp>
      <p:sp>
        <p:nvSpPr>
          <p:cNvPr id="4" name="">
            <a:extLst>
              <a:ext uri="{FF2B5EF4-FFF2-40B4-BE49-F238E27FC236}">
                <ns2:creationId id="{1F2C6407-D7F8-4E63-944B-4D68B3BC18D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같이 따라 하고 한 값을 바꿉니다.</a:t>
            </a:r>
          </a:p>
        </p:txBody>
      </p:sp>
      <p:sp>
        <p:nvSpPr>
          <p:cNvPr id="5" name="">
            <a:extLst>
              <a:ext uri="{FF2B5EF4-FFF2-40B4-BE49-F238E27FC236}">
                <ns2:creationId id="{9CF1DA3D-E1B8-4E2B-A8EF-9DA4E1AF2412}"/>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예상과 결과를 비교합니다.</a:t>
            </a:r>
          </a:p>
        </p:txBody>
      </p:sp>
      <p:sp>
        <p:nvSpPr>
          <p:cNvPr id="6" name="">
            <a:extLst>
              <a:ext uri="{FF2B5EF4-FFF2-40B4-BE49-F238E27FC236}">
                <ns2:creationId id="{5A1FCF82-1D8A-4FC3-AA65-EC8F4AD77A8E}"/>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어떤 값 때문에 결과가 바뀌었는지 설명합니다.</a:t>
            </a:r>
          </a:p>
        </p:txBody>
      </p:sp>
      <p:sp>
        <p:nvSpPr>
          <p:cNvPr id="7" name="">
            <a:extLst>
              <a:ext uri="{FF2B5EF4-FFF2-40B4-BE49-F238E27FC236}">
                <ns2:creationId id="{BAAEBBC4-1F0D-42FF-8B59-FC1B8825BBFE}"/>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C816176D-274D-4D9D-8F24-03C74801E98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E40B1E7A-0DA3-4AF9-A556-6899E957F7D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5195831A-8B00-4973-90DF-AF94D733994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EA92526-619E-41BE-89EB-45537D54483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004</a:t>
            </a:r>
          </a:p>
        </p:txBody>
      </p:sp>
    </p:spTree>
    <p:extLst>
      <p:ext uri="{BB962C8B-B14F-4D97-AF65-F5344CB8AC3E}">
        <ns4:creationId val="646787570"/>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810E294-8853-4BB4-95F5-3BB2DB82756D}"/>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1교시</a:t>
            </a:r>
          </a:p>
        </p:txBody>
      </p:sp>
      <p:sp>
        <p:nvSpPr>
          <p:cNvPr id="2" name="">
            <a:extLst>
              <a:ext uri="{FF2B5EF4-FFF2-40B4-BE49-F238E27FC236}">
                <ns2:creationId id="{08C6A0BC-56EB-4447-9D42-7F3AF8CF8290}"/>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화면에서 확인할 내용과 표시 규칙</a:t>
            </a:r>
          </a:p>
        </p:txBody>
      </p:sp>
      <p:sp>
        <p:nvSpPr>
          <p:cNvPr id="3" name="">
            <a:extLst>
              <a:ext uri="{FF2B5EF4-FFF2-40B4-BE49-F238E27FC236}">
                <ns2:creationId id="{C741C515-ABEB-4597-8BBB-71EDFF169C69}"/>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10:00~10:50 · 50분</a:t>
            </a:r>
          </a:p>
        </p:txBody>
      </p:sp>
      <p:sp>
        <p:nvSpPr>
          <p:cNvPr id="4" name="">
            <a:extLst>
              <a:ext uri="{FF2B5EF4-FFF2-40B4-BE49-F238E27FC236}">
                <ns2:creationId id="{897C79F8-84C8-456E-AEAC-1A168271CF37}"/>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A01 · A02 · A03</a:t>
            </a:r>
          </a:p>
        </p:txBody>
      </p:sp>
      <p:sp>
        <p:nvSpPr>
          <p:cNvPr id="5" name="">
            <a:extLst>
              <a:ext uri="{FF2B5EF4-FFF2-40B4-BE49-F238E27FC236}">
                <ns2:creationId id="{D1E97454-7DC6-4302-B5C2-AF25AA96085A}"/>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1F403923-4D27-4DC4-B183-A0198E03BFC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B8BD3B9-1427-4D7A-A321-DB06C944664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B13857A-4988-447D-9D25-85CA2CB5583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AC50711-4450-43B3-923F-84F781887D4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FDE5B8C-B138-479E-BAE9-AD427B33E93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005</a:t>
            </a:r>
          </a:p>
        </p:txBody>
      </p:sp>
    </p:spTree>
    <p:extLst>
      <p:ext uri="{BB962C8B-B14F-4D97-AF65-F5344CB8AC3E}">
        <ns4:creationId val="458533862"/>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92181452-73E2-4855-A88B-AA9D44A68A0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F2536347-9568-4686-A109-1BA361E408D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온도 화면에서 확인할 내용</a:t>
            </a:r>
          </a:p>
        </p:txBody>
      </p:sp>
      <p:sp>
        <p:nvSpPr>
          <p:cNvPr id="3" name="">
            <a:extLst>
              <a:ext uri="{FF2B5EF4-FFF2-40B4-BE49-F238E27FC236}">
                <ns2:creationId id="{5E052897-D0BC-47E6-B249-38A3A5ACDAB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온도 화면에서 확인할 내용</a:t>
            </a:r>
          </a:p>
        </p:txBody>
      </p:sp>
      <p:sp>
        <p:nvSpPr>
          <p:cNvPr id="4" name="">
            <a:extLst>
              <a:ext uri="{FF2B5EF4-FFF2-40B4-BE49-F238E27FC236}">
                <ns2:creationId id="{33F19847-993D-48EF-9D5A-4BE580949F13}"/>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어느 장소의 온도인가요?</a:t>
            </a:r>
          </a:p>
        </p:txBody>
      </p:sp>
      <p:sp>
        <p:nvSpPr>
          <p:cNvPr id="5" name="">
            <a:extLst>
              <a:ext uri="{FF2B5EF4-FFF2-40B4-BE49-F238E27FC236}">
                <ns2:creationId id="{9A1DA75D-6A51-492E-A7C5-DF8EAA44EA8F}"/>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언제 측정했고 지금 유효한가요?</a:t>
            </a:r>
          </a:p>
        </p:txBody>
      </p:sp>
      <p:sp>
        <p:nvSpPr>
          <p:cNvPr id="6" name="">
            <a:extLst>
              <a:ext uri="{FF2B5EF4-FFF2-40B4-BE49-F238E27FC236}">
                <ns2:creationId id="{F6380233-E0D8-4FA5-8FED-F2908719D9B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온도와 측정 시각</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189004"/>
                <a:gridCol w="1189004"/>
                <a:gridCol w="1191382"/>
                <a:gridCol w="1669361"/>
              </a:tblGrid>
              <a:tr h="514350">
                <a:tc>
                  <a:txBody>
                    <a:bodyPr wrap="square"/>
                    <a:lstStyle/>
                    <a:p>
                      <a:pPr>
                        <a:lnSpc>
                          <a:spcPct val="102000"/>
                        </a:lnSpc>
                        <a:buNone/>
                      </a:pPr>
                      <a:r>
                        <a:rPr sz="1875" b="1">
                          <a:solidFill>
                            <a:srgbClr val="172F39"/>
                          </a:solidFill>
                          <a:latin typeface="Noto Sans KR"/>
                          <a:ea typeface="Noto Sans KR"/>
                          <a:cs typeface="Noto Sans KR"/>
                        </a:rPr>
                        <a:t>센서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장소</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시각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입구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22.8</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10:10:00</a:t>
                      </a:r>
                    </a:p>
                  </a:txBody>
                  <a:tcPr marL="114300" marR="114300" marT="76200" marB="76200" anchor="ctr">
                    <a:solidFill>
                      <a:srgbClr val="FFFFFF"/>
                    </a:solidFill>
                  </a:tcPr>
                </a:tc>
              </a:tr>
            </a:tbl>
          </a:graphicData>
        </a:graphic>
      </p:graphicFrame>
      <p:sp>
        <p:nvSpPr>
          <p:cNvPr id="8" name="">
            <a:extLst>
              <a:ext uri="{FF2B5EF4-FFF2-40B4-BE49-F238E27FC236}">
                <ns2:creationId id="{36370359-CA1F-45FA-8F2A-6743BDD14E1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B1AA58F-C71F-4195-91F7-A087B6A7FD6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6804748-D881-4541-AB39-6A8188C67F6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F00E64F-C74A-4BBD-BCB5-39F414019AF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131ECA4-F2BE-4353-B70E-DA7FE651CC8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006</a:t>
            </a:r>
          </a:p>
        </p:txBody>
      </p:sp>
    </p:spTree>
    <p:extLst>
      <p:ext uri="{BB962C8B-B14F-4D97-AF65-F5344CB8AC3E}">
        <ns4:creationId val="167045224"/>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BA483124-B1B1-4831-8C49-0DB1FE76707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050A36A4-3D08-42DB-9FCA-8BEB9BA1340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관찰 수와 센서 수</a:t>
            </a:r>
          </a:p>
        </p:txBody>
      </p:sp>
      <p:sp>
        <p:nvSpPr>
          <p:cNvPr id="3" name="">
            <a:extLst>
              <a:ext uri="{FF2B5EF4-FFF2-40B4-BE49-F238E27FC236}">
                <ns2:creationId id="{E9A62DDA-DD21-4603-870E-99DCD5546ADB}"/>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기록 두 건</a:t>
            </a:r>
          </a:p>
        </p:txBody>
      </p:sp>
      <p:sp>
        <p:nvSpPr>
          <p:cNvPr id="4" name="">
            <a:extLst>
              <a:ext uri="{FF2B5EF4-FFF2-40B4-BE49-F238E27FC236}">
                <ns2:creationId id="{9A9F08A7-CF3E-4013-99D6-FE3705DD8490}"/>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S01의 기록 두 건 ≠ 센서 두 개</a:t>
            </a:r>
          </a:p>
        </p:txBody>
      </p:sp>
      <p:sp>
        <p:nvSpPr>
          <p:cNvPr id="5" name="">
            <a:extLst>
              <a:ext uri="{FF2B5EF4-FFF2-40B4-BE49-F238E27FC236}">
                <ns2:creationId id="{86A2D915-0E66-4F3E-ABFC-DB400FE58B4C}"/>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센서 한 개</a:t>
            </a:r>
          </a:p>
        </p:txBody>
      </p:sp>
      <p:sp>
        <p:nvSpPr>
          <p:cNvPr id="6" name="">
            <a:extLst>
              <a:ext uri="{FF2B5EF4-FFF2-40B4-BE49-F238E27FC236}">
                <ns2:creationId id="{78F69343-2308-468C-8F5A-C2E7A4F3E9F8}"/>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관찰 수와 장치 수를 나눕니다.</a:t>
            </a:r>
          </a:p>
        </p:txBody>
      </p:sp>
      <p:sp>
        <p:nvSpPr>
          <p:cNvPr id="7" name="">
            <a:extLst>
              <a:ext uri="{FF2B5EF4-FFF2-40B4-BE49-F238E27FC236}">
                <ns2:creationId id="{C2325AE2-7074-40C0-A7F5-13531D4CF30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5204FC5B-E9B3-455E-8A05-3EB24EC8C68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F215AF9-FAFD-43CA-9146-49C7BE8ED12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1709291-7275-4CBA-8363-60C9F7DE18A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B773337-AD14-4C8D-8DCC-0EBE02DE342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007</a:t>
            </a:r>
          </a:p>
        </p:txBody>
      </p:sp>
    </p:spTree>
    <p:extLst>
      <p:ext uri="{BB962C8B-B14F-4D97-AF65-F5344CB8AC3E}">
        <ns4:creationId val="1840915965"/>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64456DF3-4245-42C6-B5DD-32D50D0DF42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7E6A5B7-CEEA-4F0B-9DE0-DBF193F347F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센서별 최신 기록</a:t>
            </a:r>
          </a:p>
        </p:txBody>
      </p:sp>
      <p:sp>
        <p:nvSpPr>
          <p:cNvPr id="3" name="">
            <a:extLst>
              <a:ext uri="{FF2B5EF4-FFF2-40B4-BE49-F238E27FC236}">
                <ns2:creationId id="{4226A857-7D11-4F0B-9C13-248DADA0FFD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센서별 최신 기록</a:t>
            </a:r>
          </a:p>
        </p:txBody>
      </p:sp>
      <p:sp>
        <p:nvSpPr>
          <p:cNvPr id="4" name="">
            <a:extLst>
              <a:ext uri="{FF2B5EF4-FFF2-40B4-BE49-F238E27FC236}">
                <ns2:creationId id="{10E8CD2B-A0C0-467A-8C7C-5FD8F11EE2B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S01: 10:09:50의 22.5 · 10:10:00의 22.8</a:t>
            </a:r>
          </a:p>
        </p:txBody>
      </p:sp>
      <p:sp>
        <p:nvSpPr>
          <p:cNvPr id="5" name="">
            <a:extLst>
              <a:ext uri="{FF2B5EF4-FFF2-40B4-BE49-F238E27FC236}">
                <ns2:creationId id="{A881E1EE-D8ED-4887-A932-4FD2F1408DB1}"/>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최신값은 22.8입니다.</a:t>
            </a:r>
          </a:p>
        </p:txBody>
      </p:sp>
      <p:sp>
        <p:nvSpPr>
          <p:cNvPr id="6" name="">
            <a:extLst>
              <a:ext uri="{FF2B5EF4-FFF2-40B4-BE49-F238E27FC236}">
                <ns2:creationId id="{A342681B-6F82-46F2-87BA-80EAFC61F82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측정 시각으로 최신 선택</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159485"/>
                <a:gridCol w="1541171"/>
                <a:gridCol w="1538095"/>
              </a:tblGrid>
              <a:tr h="514350">
                <a:tc>
                  <a:txBody>
                    <a:bodyPr wrap="square"/>
                    <a:lstStyle/>
                    <a:p>
                      <a:pPr>
                        <a:lnSpc>
                          <a:spcPct val="102000"/>
                        </a:lnSpc>
                        <a:buNone/>
                      </a:pPr>
                      <a:r>
                        <a:rPr sz="1875" b="1">
                          <a:solidFill>
                            <a:srgbClr val="172F39"/>
                          </a:solidFill>
                          <a:latin typeface="Noto Sans KR"/>
                          <a:ea typeface="Noto Sans KR"/>
                          <a:cs typeface="Noto Sans KR"/>
                        </a:rPr>
                        <a:t>시각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선택</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10:09:50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이력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10:10:00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22.8</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최신</a:t>
                      </a:r>
                    </a:p>
                  </a:txBody>
                  <a:tcPr marL="114300" marR="114300" marT="76200" marB="76200" anchor="ctr">
                    <a:solidFill>
                      <a:srgbClr val="FFFFFF"/>
                    </a:solidFill>
                  </a:tcPr>
                </a:tc>
              </a:tr>
            </a:tbl>
          </a:graphicData>
        </a:graphic>
      </p:graphicFrame>
      <p:sp>
        <p:nvSpPr>
          <p:cNvPr id="8" name="">
            <a:extLst>
              <a:ext uri="{FF2B5EF4-FFF2-40B4-BE49-F238E27FC236}">
                <ns2:creationId id="{D860C235-43D6-44CE-BB87-A5E7B1819E6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C0B8A23-6515-42AA-B0EB-A78757BB1D9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B62FDEC-6E6B-4137-8041-2BBA6DD04A4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2382724-D662-42D2-A0AD-341DE85F06B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E92CF1D-55F0-4557-8FA7-5232609695E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008</a:t>
            </a:r>
          </a:p>
        </p:txBody>
      </p:sp>
    </p:spTree>
    <p:extLst>
      <p:ext uri="{BB962C8B-B14F-4D97-AF65-F5344CB8AC3E}">
        <ns4:creationId val="2070434365"/>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6E89D767-DB57-4976-9C63-A0B8570DBC2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C677A4B-9CFA-481C-BB42-111DA621471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온도·결측·작동 상태</a:t>
            </a:r>
          </a:p>
        </p:txBody>
      </p:sp>
      <p:sp>
        <p:nvSpPr>
          <p:cNvPr id="3" name="">
            <a:extLst>
              <a:ext uri="{FF2B5EF4-FFF2-40B4-BE49-F238E27FC236}">
                <ns2:creationId id="{DAB7BC4A-6649-4DF3-AC19-C8FB7D9A755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온도·결측·작동 상태</a:t>
            </a:r>
          </a:p>
        </p:txBody>
      </p:sp>
      <p:sp>
        <p:nvSpPr>
          <p:cNvPr id="4" name="">
            <a:extLst>
              <a:ext uri="{FF2B5EF4-FFF2-40B4-BE49-F238E27FC236}">
                <ns2:creationId id="{F8E2931F-ADDB-4EA5-AD24-F5E489FDD9E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0: 유효한 온도 · null: 미측정</a:t>
            </a:r>
          </a:p>
        </p:txBody>
      </p:sp>
      <p:sp>
        <p:nvSpPr>
          <p:cNvPr id="5" name="">
            <a:extLst>
              <a:ext uri="{FF2B5EF4-FFF2-40B4-BE49-F238E27FC236}">
                <ns2:creationId id="{EF635E1C-1EB8-4662-BE2C-1C0B4C5D5E6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false: 장치 작동 상태의 값</a:t>
            </a:r>
          </a:p>
        </p:txBody>
      </p:sp>
      <p:sp>
        <p:nvSpPr>
          <p:cNvPr id="6" name="">
            <a:extLst>
              <a:ext uri="{FF2B5EF4-FFF2-40B4-BE49-F238E27FC236}">
                <ns2:creationId id="{CD6822B9-7D5E-489B-99DC-3327628BB77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서로 다른 필드 값</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41580"/>
                <a:gridCol w="1255141"/>
                <a:gridCol w="1642030"/>
              </a:tblGrid>
              <a:tr h="514350">
                <a:tc>
                  <a:txBody>
                    <a:bodyPr wrap="square"/>
                    <a:lstStyle/>
                    <a:p>
                      <a:pPr>
                        <a:lnSpc>
                          <a:spcPct val="102000"/>
                        </a:lnSpc>
                        <a:buNone/>
                      </a:pPr>
                      <a:r>
                        <a:rPr sz="1875" b="1">
                          <a:solidFill>
                            <a:srgbClr val="172F39"/>
                          </a:solidFill>
                          <a:latin typeface="Noto Sans KR"/>
                          <a:ea typeface="Noto Sans KR"/>
                          <a:cs typeface="Noto Sans KR"/>
                        </a:rPr>
                        <a:t>필드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뜻</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temperature_c</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유효 온도</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temperature_c</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active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false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정지</a:t>
                      </a:r>
                    </a:p>
                  </a:txBody>
                  <a:tcPr marL="114300" marR="114300" marT="76200" marB="76200" anchor="ctr">
                    <a:solidFill>
                      <a:srgbClr val="FFFFFF"/>
                    </a:solidFill>
                  </a:tcPr>
                </a:tc>
              </a:tr>
            </a:tbl>
          </a:graphicData>
        </a:graphic>
      </p:graphicFrame>
      <p:sp>
        <p:nvSpPr>
          <p:cNvPr id="8" name="">
            <a:extLst>
              <a:ext uri="{FF2B5EF4-FFF2-40B4-BE49-F238E27FC236}">
                <ns2:creationId id="{72D1227A-9CE8-4A2E-AB31-711A22FC333F}"/>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448F764-1064-462B-8C3F-6176C3DA1F7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0F3078A-8A21-49AC-8FF6-75F0BDF92D4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881722A-E0DC-4EC7-AB44-017FB25909A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13F10C10-45EC-4693-B404-68ACB72CA36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009</a:t>
            </a:r>
          </a:p>
        </p:txBody>
      </p:sp>
    </p:spTree>
    <p:extLst>
      <p:ext uri="{BB962C8B-B14F-4D97-AF65-F5344CB8AC3E}">
        <ns4:creationId val="1182259616"/>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92F09D7-1D13-41A2-A430-FAEE5DB8391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0BCC908B-50BC-467B-BD89-41BC98D8957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상태 표시의 우선순위</a:t>
            </a:r>
          </a:p>
        </p:txBody>
      </p:sp>
      <p:sp>
        <p:nvSpPr>
          <p:cNvPr id="3" name="">
            <a:extLst>
              <a:ext uri="{FF2B5EF4-FFF2-40B4-BE49-F238E27FC236}">
                <ns2:creationId id="{87A3658F-56E3-41A1-99D5-4CA4E0BA0C7D}"/>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입력 오류 → 미측정 → 정지</a:t>
            </a:r>
          </a:p>
        </p:txBody>
      </p:sp>
      <p:sp>
        <p:nvSpPr>
          <p:cNvPr id="4" name="">
            <a:extLst>
              <a:ext uri="{FF2B5EF4-FFF2-40B4-BE49-F238E27FC236}">
                <ns2:creationId id="{76800F62-21F5-4C33-B42A-1A650C46C166}"/>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오래됨 → 주의 또는 정상</a:t>
            </a:r>
          </a:p>
        </p:txBody>
      </p:sp>
      <p:sp>
        <p:nvSpPr>
          <p:cNvPr id="5" name="">
            <a:extLst>
              <a:ext uri="{FF2B5EF4-FFF2-40B4-BE49-F238E27FC236}">
                <ns2:creationId id="{27599C06-06FB-4896-A473-BE0DE9A9CA9F}"/>
              </a:ext>
            </a:extLst>
          </p:cNvPr>
          <p:cNvSpPr>
            <a:spLocks noGrp="1"/>
          </p:cNvSpPr>
          <p:nvPr/>
        </p:nvSpPr>
        <p:spPr>
          <a:xfrm>
            <a:off x="685800" y="3250311"/>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null이면 정지보다 미측정을 먼저 표시합니다.</a:t>
            </a:r>
          </a:p>
        </p:txBody>
      </p:sp>
      <p:sp>
        <p:nvSpPr>
          <p:cNvPr id="6" name="">
            <a:extLst>
              <a:ext uri="{FF2B5EF4-FFF2-40B4-BE49-F238E27FC236}">
                <ns2:creationId id="{30203E2B-26A7-4C31-BA9B-D8DCD707240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83885EE-67A7-4D2A-A295-7F7CA2A3FD9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866B152-5E2A-46B9-B4B0-15011D3D766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C43076C-E7FC-47BB-B829-8B6223015C6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F71B7C1-491A-4DEA-8BE1-4C46FFE6FDE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010</a:t>
            </a:r>
          </a:p>
        </p:txBody>
      </p:sp>
    </p:spTree>
    <p:extLst>
      <p:ext uri="{BB962C8B-B14F-4D97-AF65-F5344CB8AC3E}">
        <ns4:creationId val="1291658979"/>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B186A1AE-5577-495D-9E99-3E323F6E001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101170BD-6BDF-4561-A659-950465DA4A6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60초와 28℃의 경계</a:t>
            </a:r>
          </a:p>
        </p:txBody>
      </p:sp>
      <p:sp>
        <p:nvSpPr>
          <p:cNvPr id="3" name="">
            <a:extLst>
              <a:ext uri="{FF2B5EF4-FFF2-40B4-BE49-F238E27FC236}">
                <ns2:creationId id="{52AE8E5D-18E0-49ED-8643-8F98B1BB14E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60초와 28℃의 경계</a:t>
            </a:r>
          </a:p>
        </p:txBody>
      </p:sp>
      <p:sp>
        <p:nvSpPr>
          <p:cNvPr id="4" name="">
            <a:extLst>
              <a:ext uri="{FF2B5EF4-FFF2-40B4-BE49-F238E27FC236}">
                <ns2:creationId id="{D380D9E8-5868-4531-806E-2B77E12DB6B0}"/>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60초 초과: 오래됨 · 28℃ 이상: 주의</a:t>
            </a:r>
          </a:p>
        </p:txBody>
      </p:sp>
      <p:sp>
        <p:nvSpPr>
          <p:cNvPr id="5" name="">
            <a:extLst>
              <a:ext uri="{FF2B5EF4-FFF2-40B4-BE49-F238E27FC236}">
                <ns2:creationId id="{F33EE8B2-C59C-49F1-929A-861EF6C74D64}"/>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실제 장비 안전 한계가 아닌 수업용 규칙입니다.</a:t>
            </a:r>
          </a:p>
        </p:txBody>
      </p:sp>
      <p:sp>
        <p:nvSpPr>
          <p:cNvPr id="6" name="">
            <a:extLst>
              <a:ext uri="{FF2B5EF4-FFF2-40B4-BE49-F238E27FC236}">
                <ns2:creationId id="{F0FA6940-7082-44A1-9292-CB75C3D1083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60초 경계</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833868"/>
                <a:gridCol w="1571014"/>
                <a:gridCol w="1833868"/>
              </a:tblGrid>
              <a:tr h="514350">
                <a:tc>
                  <a:txBody>
                    <a:bodyPr wrap="square"/>
                    <a:lstStyle/>
                    <a:p>
                      <a:pPr>
                        <a:lnSpc>
                          <a:spcPct val="102000"/>
                        </a:lnSpc>
                        <a:buNone/>
                      </a:pPr>
                      <a:r>
                        <a:rPr sz="1875" b="1">
                          <a:solidFill>
                            <a:srgbClr val="172F39"/>
                          </a:solidFill>
                          <a:latin typeface="Noto Sans KR"/>
                          <a:ea typeface="Noto Sans KR"/>
                          <a:cs typeface="Noto Sans KR"/>
                        </a:rPr>
                        <a:t>시간차</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상태</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60초</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28℃</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주의</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61초</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29℃</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오래됨</a:t>
                      </a:r>
                    </a:p>
                  </a:txBody>
                  <a:tcPr marL="114300" marR="114300" marT="76200" marB="76200" anchor="ctr">
                    <a:solidFill>
                      <a:srgbClr val="FFFFFF"/>
                    </a:solidFill>
                  </a:tcPr>
                </a:tc>
              </a:tr>
            </a:tbl>
          </a:graphicData>
        </a:graphic>
      </p:graphicFrame>
      <p:sp>
        <p:nvSpPr>
          <p:cNvPr id="8" name="">
            <a:extLst>
              <a:ext uri="{FF2B5EF4-FFF2-40B4-BE49-F238E27FC236}">
                <ns2:creationId id="{42F2A96C-23C7-4202-8370-1AA56125B47A}"/>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B292145-6EB3-4349-9C65-816894B31F8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408FE1C-8EDD-43AF-BB27-73C5EDC279E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89632C6-65F8-43DE-BDC2-583E9324B89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E7C5003-F03B-48C9-A1E0-0DB718CB5F0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011</a:t>
            </a:r>
          </a:p>
        </p:txBody>
      </p:sp>
    </p:spTree>
    <p:extLst>
      <p:ext uri="{BB962C8B-B14F-4D97-AF65-F5344CB8AC3E}">
        <ns4:creationId val="226233615"/>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908696D1-58AD-4D9C-A356-6066CE6209A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3792935B-D708-4D0A-A0F0-B82077C9F50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시각·온도·상태 판정표</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3230631"/>
                <a:gridCol w="2212761"/>
                <a:gridCol w="2721696"/>
                <a:gridCol w="2655313"/>
              </a:tblGrid>
              <a:tr h="536448">
                <a:tc>
                  <a:txBody>
                    <a:bodyPr wrap="square"/>
                    <a:lstStyle/>
                    <a:p>
                      <a:pPr>
                        <a:lnSpc>
                          <a:spcPct val="102000"/>
                        </a:lnSpc>
                        <a:buNone/>
                      </a:pPr>
                      <a:r>
                        <a:rPr sz="2025" b="1">
                          <a:solidFill>
                            <a:srgbClr val="172F39"/>
                          </a:solidFill>
                          <a:latin typeface="Noto Sans KR"/>
                          <a:ea typeface="Noto Sans KR"/>
                          <a:cs typeface="Noto Sans KR"/>
                        </a:rPr>
                        <a:t>시각 차이</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온도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active</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상태</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60초</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28</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true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주의</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61초</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29</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true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오래됨</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10초</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false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미측정</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10초</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false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정지</a:t>
                      </a:r>
                    </a:p>
                  </a:txBody>
                  <a:tcPr marL="114300" marR="114300" marT="76200" marB="76200" anchor="ctr">
                    <a:solidFill>
                      <a:srgbClr val="FFFFFF"/>
                    </a:solidFill>
                  </a:tcPr>
                </a:tc>
              </a:tr>
            </a:tbl>
          </a:graphicData>
        </a:graphic>
      </p:graphicFrame>
      <p:sp>
        <p:nvSpPr>
          <p:cNvPr id="4" name="">
            <a:extLst>
              <a:ext uri="{FF2B5EF4-FFF2-40B4-BE49-F238E27FC236}">
                <ns2:creationId id="{3C3E938B-C454-4200-89F1-97B5947B56E6}"/>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B4A9CD01-E36E-4569-8CD7-6DA90054407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9E69AE86-1DC9-43B1-8E5A-4B79894D898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6C2D19FA-F825-4D6F-961A-A82B45523EB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706BC4DA-C0FB-4F25-95CD-ABAF76AA655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012</a:t>
            </a:r>
          </a:p>
        </p:txBody>
      </p:sp>
    </p:spTree>
    <p:extLst>
      <p:ext uri="{BB962C8B-B14F-4D97-AF65-F5344CB8AC3E}">
        <ns4:creationId val="69182859"/>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58D7CB54-D4EA-48E5-9E05-F825446963D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77FF0F8-9590-476C-A495-D495BCBD89A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0C4C02E4-ED7C-42BD-AF68-4FB5DB078A9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정확히 60초는 오래됨이 아닙니다.</a:t>
            </a:r>
          </a:p>
        </p:txBody>
      </p:sp>
      <p:sp>
        <p:nvSpPr>
          <p:cNvPr id="4" name="">
            <a:extLst>
              <a:ext uri="{FF2B5EF4-FFF2-40B4-BE49-F238E27FC236}">
                <ns2:creationId id="{F32A3AAA-F886-4C7E-85FB-A4AFF8648D8F}"/>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null이면서 false이면 미측정이 먼저입니다.</a:t>
            </a:r>
          </a:p>
        </p:txBody>
      </p:sp>
      <p:sp>
        <p:nvSpPr>
          <p:cNvPr id="5" name="">
            <a:extLst>
              <a:ext uri="{FF2B5EF4-FFF2-40B4-BE49-F238E27FC236}">
                <ns2:creationId id="{F1BAECFF-69A8-48E1-B5A0-AB42C6C4FA10}"/>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67222EE7-FF45-4894-9250-F605C71F0F3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88FD474C-475D-4C2E-8E4E-CE9222F9EC2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D12DABD6-89AF-422A-BE28-87E4F53F7A7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56BC0BFD-B7CA-48A0-B304-6E211048B2F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013</a:t>
            </a:r>
          </a:p>
        </p:txBody>
      </p:sp>
    </p:spTree>
    <p:extLst>
      <p:ext uri="{BB962C8B-B14F-4D97-AF65-F5344CB8AC3E}">
        <ns4:creationId val="336571450"/>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76004D73-0A96-4701-846D-36D4DEF89E3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0FA84022-2190-4170-A9D0-AB346D77547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8BB55916-1FDF-43D8-A882-8E101FA3E5E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10:10:00에 확인합니다.</a:t>
            </a:r>
          </a:p>
        </p:txBody>
      </p:sp>
      <p:sp>
        <p:nvSpPr>
          <p:cNvPr id="4" name="">
            <a:extLst>
              <a:ext uri="{FF2B5EF4-FFF2-40B4-BE49-F238E27FC236}">
                <ns2:creationId id="{EC9EB778-25DB-4D6A-BC38-24CC3FAC89C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10:09:00 측정 · 28℃ · active=true</a:t>
            </a:r>
          </a:p>
        </p:txBody>
      </p:sp>
      <p:sp>
        <p:nvSpPr>
          <p:cNvPr id="5" name="">
            <a:extLst>
              <a:ext uri="{FF2B5EF4-FFF2-40B4-BE49-F238E27FC236}">
                <ns2:creationId id="{23132A1E-D929-4D1C-940E-F6EA36070632}"/>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표시 상태는 무엇인가요?</a:t>
            </a:r>
          </a:p>
        </p:txBody>
      </p:sp>
      <p:sp>
        <p:nvSpPr>
          <p:cNvPr id="6" name="">
            <a:extLst>
              <a:ext uri="{FF2B5EF4-FFF2-40B4-BE49-F238E27FC236}">
                <ns2:creationId id="{DC5F5BBA-90B5-4445-B29A-B97CAFB7B8BD}"/>
              </a:ext>
            </a:extLst>
          </p:cNvPr>
          <p:cNvSpPr>
            <a:spLocks noGrp="1"/>
          </p:cNvSpPr>
          <p:nvPr/>
        </p:nvSpPr>
        <p:spPr>
          <a:xfrm>
            <a:off x="685800" y="3861816"/>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7" name="">
            <a:extLst>
              <a:ext uri="{FF2B5EF4-FFF2-40B4-BE49-F238E27FC236}">
                <ns2:creationId id="{CA14E104-BC23-4F20-9E6D-A8B685A2C8B1}"/>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BD400B0A-2E9F-44BE-AF55-7771E7458CF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201745C1-1773-4A90-9698-510BBF7133F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33DA478-0960-48E6-B379-542D071BFAE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A8B4CC8-24D3-4E6D-B0AF-123E1DDED83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014</a:t>
            </a:r>
          </a:p>
        </p:txBody>
      </p:sp>
    </p:spTree>
    <p:extLst>
      <p:ext uri="{BB962C8B-B14F-4D97-AF65-F5344CB8AC3E}">
        <ns4:creationId val="114142147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F16CDFF-3BCD-47E7-BBF5-9BA1D7D0D3C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121AC7B9-EE52-4770-A7CF-0DD49500E62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74467F55-0A09-49FC-8DA8-4C88BCAB7A15}"/>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주의입니다.</a:t>
            </a:r>
          </a:p>
        </p:txBody>
      </p:sp>
      <p:sp>
        <p:nvSpPr>
          <p:cNvPr id="4" name="">
            <a:extLst>
              <a:ext uri="{FF2B5EF4-FFF2-40B4-BE49-F238E27FC236}">
                <ns2:creationId id="{A49A0093-8D1C-4944-9EED-A5FB0D73C6D2}"/>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시간차는 정확히 60초입니다.</a:t>
            </a:r>
          </a:p>
        </p:txBody>
      </p:sp>
      <p:sp>
        <p:nvSpPr>
          <p:cNvPr id="5" name="">
            <a:extLst>
              <a:ext uri="{FF2B5EF4-FFF2-40B4-BE49-F238E27FC236}">
                <ns2:creationId id="{853DD516-3455-43AE-A423-40B5D8B13FC8}"/>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오래됨의 조건은 60초 초과입니다.</a:t>
            </a:r>
          </a:p>
        </p:txBody>
      </p:sp>
      <p:sp>
        <p:nvSpPr>
          <p:cNvPr id="6" name="">
            <a:extLst>
              <a:ext uri="{FF2B5EF4-FFF2-40B4-BE49-F238E27FC236}">
                <ns2:creationId id="{97C03FAA-F981-4543-BD84-430EA535B58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52EEFBF-442D-4011-9F89-0C444C2358D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B355CC6-CB58-4761-B174-78828D88137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397E0E3-69C0-44B8-86D9-9175722D0C2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9C9CE26-31D7-4786-B79B-2A1AE4A8F3B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015</a:t>
            </a:r>
          </a:p>
        </p:txBody>
      </p:sp>
    </p:spTree>
    <p:extLst>
      <p:ext uri="{BB962C8B-B14F-4D97-AF65-F5344CB8AC3E}">
        <ns4:creationId val="1238004531"/>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64F8CE81-903F-4CB3-BD52-F17D60B431F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AA988E74-48CF-48A1-8BF9-A3C867B752A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98D35C38-41C6-46B9-B39F-710C0601A06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측정 시각을 10:08:59로 바꿉니다.</a:t>
            </a:r>
          </a:p>
        </p:txBody>
      </p:sp>
      <p:sp>
        <p:nvSpPr>
          <p:cNvPr id="4" name="">
            <a:extLst>
              <a:ext uri="{FF2B5EF4-FFF2-40B4-BE49-F238E27FC236}">
                <ns2:creationId id="{0117DDF6-FEDE-43F8-ACFC-ABD2D2DFD5E7}"/>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61초가 되어 오래됨입니다.</a:t>
            </a:r>
          </a:p>
        </p:txBody>
      </p:sp>
      <p:sp>
        <p:nvSpPr>
          <p:cNvPr id="5" name="">
            <a:extLst>
              <a:ext uri="{FF2B5EF4-FFF2-40B4-BE49-F238E27FC236}">
                <ns2:creationId id="{2CCCC0F9-B9F2-48E0-AB33-47F37DB7EF5B}"/>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0A374E4-4A53-4F4E-AFCC-B52B375F27E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8F799863-FA06-40F5-AD72-EC60042303E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CB63E97A-5B07-4B5C-9106-51184126F90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BA1F4E2D-3603-464A-B8B7-CAB88CB1B18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016</a:t>
            </a:r>
          </a:p>
        </p:txBody>
      </p:sp>
    </p:spTree>
    <p:extLst>
      <p:ext uri="{BB962C8B-B14F-4D97-AF65-F5344CB8AC3E}">
        <ns4:creationId val="566339347"/>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846153D-7321-486C-858F-50140B872A1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84EFA8F7-7425-4210-92EE-D4B8CC2973E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E10DE65C-E13F-45C7-85B0-7E98D66916B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파일 끝의 행을 무조건 최신으로 쓰지 않습니다.</a:t>
            </a:r>
          </a:p>
        </p:txBody>
      </p:sp>
      <p:sp>
        <p:nvSpPr>
          <p:cNvPr id="4" name="">
            <a:extLst>
              <a:ext uri="{FF2B5EF4-FFF2-40B4-BE49-F238E27FC236}">
                <ns2:creationId id="{FE1E2680-7AD3-4E65-8BDA-C8427FE30A0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센서 ID와 measured_at을 함께 비교합니다.</a:t>
            </a:r>
          </a:p>
        </p:txBody>
      </p:sp>
      <p:sp>
        <p:nvSpPr>
          <p:cNvPr id="5" name="">
            <a:extLst>
              <a:ext uri="{FF2B5EF4-FFF2-40B4-BE49-F238E27FC236}">
                <ns2:creationId id="{091AEE4F-155C-4128-8EB3-6465E94283D9}"/>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A1CF80FB-EC08-4527-9892-A33D2A91D42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BDDD6C84-B3F7-4FA0-907F-9E28CD276D8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394A67F-225B-4978-971E-017BF149BD1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C1A53FBB-EC63-4C32-9FAB-EDE6D406EE7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017</a:t>
            </a:r>
          </a:p>
        </p:txBody>
      </p:sp>
    </p:spTree>
    <p:extLst>
      <p:ext uri="{BB962C8B-B14F-4D97-AF65-F5344CB8AC3E}">
        <ns4:creationId val="788652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9ED6A60-F4AC-4084-AB28-3D9DD27EB1C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24F014C8-2CB0-486D-A8E2-1BE48E9D503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105750FF-BEAD-4352-ADF2-EE49AD371795}"/>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최신값과 이력의 차이를 설명합니다.</a:t>
            </a:r>
          </a:p>
        </p:txBody>
      </p:sp>
      <p:sp>
        <p:nvSpPr>
          <p:cNvPr id="4" name="">
            <a:extLst>
              <a:ext uri="{FF2B5EF4-FFF2-40B4-BE49-F238E27FC236}">
                <ns2:creationId id="{874FEE93-6AD2-4C59-82BA-F165F1E9DFE2}"/>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상태 문구의 판단에 사용한 값과 조건을 한 가지씩 말합니다.</a:t>
            </a:r>
          </a:p>
        </p:txBody>
      </p:sp>
      <p:sp>
        <p:nvSpPr>
          <p:cNvPr id="5" name="">
            <a:extLst>
              <a:ext uri="{FF2B5EF4-FFF2-40B4-BE49-F238E27FC236}">
                <ns2:creationId id="{8C87D32B-C35D-43DF-B9DE-96ECB85B9A9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C1B2575D-D538-4883-A5D3-4672603356D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456E5AB6-4AB3-4D11-B964-F5237303270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4C7E4A43-DB00-48A1-840A-CEEEA4FD1CC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96E723D-0EB7-4351-86D5-E52E529B6DC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38E2A9D-F509-44DE-935D-3DA4B01A98B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018</a:t>
            </a:r>
          </a:p>
        </p:txBody>
      </p:sp>
    </p:spTree>
    <p:extLst>
      <p:ext uri="{BB962C8B-B14F-4D97-AF65-F5344CB8AC3E}">
        <ns4:creationId val="715825941"/>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A1DFBE9E-BB30-4CEB-835C-AFA2909FB40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1F9E5475-A00F-4660-80AF-FF6F0101EBB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9B3F49F4-5242-4359-B9EF-1CA73DE2468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최신값이 29℃인데 오래됨</a:t>
            </a:r>
          </a:p>
        </p:txBody>
      </p:sp>
      <p:sp>
        <p:nvSpPr>
          <p:cNvPr id="4" name="">
            <a:extLst>
              <a:ext uri="{FF2B5EF4-FFF2-40B4-BE49-F238E27FC236}">
                <ns2:creationId id="{D78239E6-381A-4CAA-8D93-EB953D0489E8}"/>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주의보다 오래됨이 먼저인 이유를 쓰세요.</a:t>
            </a:r>
          </a:p>
        </p:txBody>
      </p:sp>
      <p:sp>
        <p:nvSpPr>
          <p:cNvPr id="5" name="">
            <a:extLst>
              <a:ext uri="{FF2B5EF4-FFF2-40B4-BE49-F238E27FC236}">
                <ns2:creationId id="{49F8A1C9-AA9B-4E55-9AF5-BFE57810AA44}"/>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B9B052AE-B50F-431C-A41D-B793588FA4A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6AE3CA3-DAA1-438E-8DD7-1AA86BC9694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462A2E99-815F-4348-9097-C1EB9C8D09F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20FBE93-C837-4626-B537-B6FFCCA4EC3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B4058887-008E-4FB3-B0C0-5DC32F1800C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019</a:t>
            </a:r>
          </a:p>
        </p:txBody>
      </p:sp>
    </p:spTree>
    <p:extLst>
      <p:ext uri="{BB962C8B-B14F-4D97-AF65-F5344CB8AC3E}">
        <ns4:creationId val="304639857"/>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0AF7CE4E-722F-4E5D-9D15-2C4CA509BAFB}"/>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2교시</a:t>
            </a:r>
          </a:p>
        </p:txBody>
      </p:sp>
      <p:sp>
        <p:nvSpPr>
          <p:cNvPr id="2" name="">
            <a:extLst>
              <a:ext uri="{FF2B5EF4-FFF2-40B4-BE49-F238E27FC236}">
                <ns2:creationId id="{5595FD8D-6CBE-4346-ACBB-532C3381EBE3}"/>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브라우저와 로컬 서버</a:t>
            </a:r>
          </a:p>
        </p:txBody>
      </p:sp>
      <p:sp>
        <p:nvSpPr>
          <p:cNvPr id="3" name="">
            <a:extLst>
              <a:ext uri="{FF2B5EF4-FFF2-40B4-BE49-F238E27FC236}">
                <ns2:creationId id="{4DA37142-E225-471B-8214-08FFE1E9BCFE}"/>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11:00~11:50 · 50분</a:t>
            </a:r>
          </a:p>
        </p:txBody>
      </p:sp>
      <p:sp>
        <p:nvSpPr>
          <p:cNvPr id="4" name="">
            <a:extLst>
              <a:ext uri="{FF2B5EF4-FFF2-40B4-BE49-F238E27FC236}">
                <ns2:creationId id="{27EB1385-87DA-4454-909B-3B256598D948}"/>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A04 · A05 · A06</a:t>
            </a:r>
          </a:p>
        </p:txBody>
      </p:sp>
      <p:sp>
        <p:nvSpPr>
          <p:cNvPr id="5" name="">
            <a:extLst>
              <a:ext uri="{FF2B5EF4-FFF2-40B4-BE49-F238E27FC236}">
                <ns2:creationId id="{80B90308-A696-422C-B184-6E344F4198A5}"/>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B8DDE16E-3C91-45A0-BC78-081F828E93B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D25AAC7-3DF0-462B-A666-B84E958A8F4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45FB806-5395-49A2-940E-03D8950F433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87D541E-B550-453A-B589-B0AA91A344D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D62B9B6-03AF-4C9E-AEB0-714E9294887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020</a:t>
            </a:r>
          </a:p>
        </p:txBody>
      </p:sp>
    </p:spTree>
    <p:extLst>
      <p:ext uri="{BB962C8B-B14F-4D97-AF65-F5344CB8AC3E}">
        <ns4:creationId val="1981479068"/>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BBC361DE-E278-461B-8D2D-FA6B67E463D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CCC6410-71F2-43BE-9253-179892C3D3A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브라우저와 서버의 역할</a:t>
            </a:r>
          </a:p>
        </p:txBody>
      </p:sp>
      <p:sp>
        <p:nvSpPr>
          <p:cNvPr id="3" name="">
            <a:extLst>
              <a:ext uri="{FF2B5EF4-FFF2-40B4-BE49-F238E27FC236}">
                <ns2:creationId id="{BF38EBC5-2451-49CB-ADAB-1779E41588B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브라우저와 서버의 역할</a:t>
            </a:r>
          </a:p>
        </p:txBody>
      </p:sp>
      <p:sp>
        <p:nvSpPr>
          <p:cNvPr id="4" name="">
            <a:extLst>
              <a:ext uri="{FF2B5EF4-FFF2-40B4-BE49-F238E27FC236}">
                <ns2:creationId id="{3220D4B7-1BEF-45CA-9D46-738900EC076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브라우저는 HTML·CSS·JavaScript를 읽습니다.</a:t>
            </a:r>
          </a:p>
        </p:txBody>
      </p:sp>
      <p:sp>
        <p:nvSpPr>
          <p:cNvPr id="5" name="">
            <a:extLst>
              <a:ext uri="{FF2B5EF4-FFF2-40B4-BE49-F238E27FC236}">
                <ns2:creationId id="{38B75C99-3FB4-4833-8E20-40EAAD640605}"/>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서버는 요청을 받고 응답합니다.</a:t>
            </a:r>
          </a:p>
        </p:txBody>
      </p:sp>
      <p:sp>
        <p:nvSpPr>
          <p:cNvPr id="6" name="">
            <a:extLst>
              <a:ext uri="{FF2B5EF4-FFF2-40B4-BE49-F238E27FC236}">
                <ns2:creationId id="{7AA909BF-F968-4363-BCBF-4063F9FAD0D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요청과 응답</a:t>
            </a:r>
          </a:p>
        </p:txBody>
      </p:sp>
      <p:sp>
        <p:nvSpPr>
          <p:cNvPr id="7" name="">
            <a:extLst>
              <a:ext uri="{FF2B5EF4-FFF2-40B4-BE49-F238E27FC236}">
                <ns2:creationId id="{C098B180-C2AC-4AB5-B407-55DA1497731A}"/>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브라우저 → GET /api/readings</a:t>
            </a:r>
          </a:p>
        </p:txBody>
      </p:sp>
      <p:sp>
        <p:nvSpPr>
          <p:cNvPr id="8" name="">
            <a:extLst>
              <a:ext uri="{FF2B5EF4-FFF2-40B4-BE49-F238E27FC236}">
                <ns2:creationId id="{A91A262E-70F1-4376-9C4F-09F43DB10E6C}"/>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서버 → HTTP 200 + JSON</a:t>
            </a:r>
          </a:p>
        </p:txBody>
      </p:sp>
      <p:sp>
        <p:nvSpPr>
          <p:cNvPr id="9" name="">
            <a:extLst>
              <a:ext uri="{FF2B5EF4-FFF2-40B4-BE49-F238E27FC236}">
                <ns2:creationId id="{B8D5FE45-9B7A-42AA-9B97-A815E50E46B8}"/>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84533338-F516-42B3-8A3F-4FA4E4B0D1B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7FC98047-73AC-4E58-B9E6-8A6150B4DF8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603EB868-6140-4A64-9E3B-99996CE9478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1F17DDAA-69A1-467A-9F9E-DD0381D6E0A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021</a:t>
            </a:r>
          </a:p>
        </p:txBody>
      </p:sp>
    </p:spTree>
    <p:extLst>
      <p:ext uri="{BB962C8B-B14F-4D97-AF65-F5344CB8AC3E}">
        <ns4:creationId val="411543545"/>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8BFA4C85-AEF9-4949-9009-2DEA5FD94BF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2E7BF59-86DF-4550-AE67-37A951F2ADD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가상 기록과 추가 버튼</a:t>
            </a:r>
          </a:p>
        </p:txBody>
      </p:sp>
      <p:sp>
        <p:nvSpPr>
          <p:cNvPr id="3" name="">
            <a:extLst>
              <a:ext uri="{FF2B5EF4-FFF2-40B4-BE49-F238E27FC236}">
                <ns2:creationId id="{7D5B7388-699F-4416-9A58-89CA6CB52FA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가상 기록과 추가 버튼</a:t>
            </a:r>
          </a:p>
        </p:txBody>
      </p:sp>
      <p:sp>
        <p:nvSpPr>
          <p:cNvPr id="4" name="">
            <a:extLst>
              <a:ext uri="{FF2B5EF4-FFF2-40B4-BE49-F238E27FC236}">
                <ns2:creationId id="{71D641F4-2516-4818-AAEA-B4E161F1141F}"/>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fixture.js의 가상 자료를 화면에 표시합니다.</a:t>
            </a:r>
          </a:p>
        </p:txBody>
      </p:sp>
      <p:sp>
        <p:nvSpPr>
          <p:cNvPr id="5" name="">
            <a:extLst>
              <a:ext uri="{FF2B5EF4-FFF2-40B4-BE49-F238E27FC236}">
                <ns2:creationId id="{37E1E214-4628-47CA-863C-95CB29D7CC03}"/>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모의 추가는 브라우저 메모리만 바꿉니다.</a:t>
            </a:r>
          </a:p>
        </p:txBody>
      </p:sp>
      <p:sp>
        <p:nvSpPr>
          <p:cNvPr id="6" name="">
            <a:extLst>
              <a:ext uri="{FF2B5EF4-FFF2-40B4-BE49-F238E27FC236}">
                <ns2:creationId id="{BF9E85B8-1586-4393-AD54-01EEEA53B60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모의 추가의 저장 위치</a:t>
            </a:r>
          </a:p>
        </p:txBody>
      </p:sp>
      <p:sp>
        <p:nvSpPr>
          <p:cNvPr id="7" name="">
            <a:extLst>
              <a:ext uri="{FF2B5EF4-FFF2-40B4-BE49-F238E27FC236}">
                <ns2:creationId id="{2300C725-3782-44F4-A9B9-13378658FE08}"/>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fixture.js: 초기 가상 기록</a:t>
            </a:r>
          </a:p>
        </p:txBody>
      </p:sp>
      <p:sp>
        <p:nvSpPr>
          <p:cNvPr id="8" name="">
            <a:extLst>
              <a:ext uri="{FF2B5EF4-FFF2-40B4-BE49-F238E27FC236}">
                <ns2:creationId id="{62BE7090-F805-49C1-88F1-638B4CDA8709}"/>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모의 버튼: 브라우저 메모리 변경</a:t>
            </a:r>
          </a:p>
        </p:txBody>
      </p:sp>
      <p:sp>
        <p:nvSpPr>
          <p:cNvPr id="9" name="">
            <a:extLst>
              <a:ext uri="{FF2B5EF4-FFF2-40B4-BE49-F238E27FC236}">
                <ns2:creationId id="{FF89CA5C-534B-4FE5-8ACD-7A8E83755220}"/>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2E967FD3-8FD9-4DF5-B3F0-A9242E01B5B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A4DAB53C-351E-486C-8988-D360E255E62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622A65CD-B4FC-4247-B9D7-7ECFB182599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5A19F5B8-7C88-4F1E-9E5F-485482AEC19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022</a:t>
            </a:r>
          </a:p>
        </p:txBody>
      </p:sp>
    </p:spTree>
    <p:extLst>
      <p:ext uri="{BB962C8B-B14F-4D97-AF65-F5344CB8AC3E}">
        <ns4:creationId val="1235500365"/>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5C136F87-04FE-4FE4-82E6-FB893A98149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36827820-48A3-4719-AE9A-EC406A996A8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GET 목록 읽기</a:t>
            </a:r>
          </a:p>
        </p:txBody>
      </p:sp>
      <p:sp>
        <p:nvSpPr>
          <p:cNvPr id="3" name="">
            <a:extLst>
              <a:ext uri="{FF2B5EF4-FFF2-40B4-BE49-F238E27FC236}">
                <ns2:creationId id="{D059B642-0471-443F-850F-D88EC9CC8FA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GET 목록 읽기</a:t>
            </a:r>
          </a:p>
        </p:txBody>
      </p:sp>
      <p:sp>
        <p:nvSpPr>
          <p:cNvPr id="4" name="">
            <a:extLst>
              <a:ext uri="{FF2B5EF4-FFF2-40B4-BE49-F238E27FC236}">
                <ns2:creationId id="{2FD19614-351D-4215-9B27-162F376EAE11}"/>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GET /api/readings</a:t>
            </a:r>
          </a:p>
        </p:txBody>
      </p:sp>
      <p:sp>
        <p:nvSpPr>
          <p:cNvPr id="5" name="">
            <a:extLst>
              <a:ext uri="{FF2B5EF4-FFF2-40B4-BE49-F238E27FC236}">
                <ns2:creationId id="{99A05847-C728-47B5-A0B9-7D4801B6D47C}"/>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응답 200과 JSON 목록을 확인합니다.</a:t>
            </a:r>
          </a:p>
        </p:txBody>
      </p:sp>
      <p:sp>
        <p:nvSpPr>
          <p:cNvPr id="6" name="">
            <a:extLst>
              <a:ext uri="{FF2B5EF4-FFF2-40B4-BE49-F238E27FC236}">
                <ns2:creationId id="{FE5CE896-B562-4E9B-ADC2-EA1344381E5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초기 목록 응답</a:t>
            </a:r>
          </a:p>
        </p:txBody>
      </p:sp>
      <p:sp>
        <p:nvSpPr>
          <p:cNvPr id="7" name="">
            <a:extLst>
              <a:ext uri="{FF2B5EF4-FFF2-40B4-BE49-F238E27FC236}">
                <ns2:creationId id="{08B6E8BA-450B-4E2D-9A09-44B56549BD1B}"/>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GET /api/readings</a:t>
            </a:r>
          </a:p>
        </p:txBody>
      </p:sp>
      <p:sp>
        <p:nvSpPr>
          <p:cNvPr id="8" name="">
            <a:extLst>
              <a:ext uri="{FF2B5EF4-FFF2-40B4-BE49-F238E27FC236}">
                <ns2:creationId id="{D04D5ADE-C61B-4F52-97F9-F55A530569A3}"/>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HTTP 200 · 기록 5건</a:t>
            </a:r>
          </a:p>
        </p:txBody>
      </p:sp>
      <p:sp>
        <p:nvSpPr>
          <p:cNvPr id="9" name="">
            <a:extLst>
              <a:ext uri="{FF2B5EF4-FFF2-40B4-BE49-F238E27FC236}">
                <ns2:creationId id="{8A432756-03CE-4230-A129-D2494F0403F3}"/>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F626E908-242D-4038-ACF1-76E04ACE009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C4A7A72B-E81B-4D6A-8443-B68118F2549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2C178ED6-72E0-43C6-9D3B-1AE8739730A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BFF78DA5-6187-45F1-9BE8-0829F9E606B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023</a:t>
            </a:r>
          </a:p>
        </p:txBody>
      </p:sp>
    </p:spTree>
    <p:extLst>
      <p:ext uri="{BB962C8B-B14F-4D97-AF65-F5344CB8AC3E}">
        <ns4:creationId val="862236612"/>
      </p:ext>
    </p:extLst>
  </p:cSld>
</p:sld>
</file>

<file path=ppt/slides/slide2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33B0C817-D380-4678-BAA2-843925F8E23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4EB4E863-F67E-4440-9D05-981A1D5E0D4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POST 새 기록 전송</a:t>
            </a:r>
          </a:p>
        </p:txBody>
      </p:sp>
      <p:sp>
        <p:nvSpPr>
          <p:cNvPr id="3" name="">
            <a:extLst>
              <a:ext uri="{FF2B5EF4-FFF2-40B4-BE49-F238E27FC236}">
                <ns2:creationId id="{514B8A5F-01A8-488E-86DC-B4BC6E32152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POST 새 기록 전송</a:t>
            </a:r>
          </a:p>
        </p:txBody>
      </p:sp>
      <p:sp>
        <p:nvSpPr>
          <p:cNvPr id="4" name="">
            <a:extLst>
              <a:ext uri="{FF2B5EF4-FFF2-40B4-BE49-F238E27FC236}">
                <ns2:creationId id="{5AAC6FE6-EB96-4D07-8ED3-D252A7666B4A}"/>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POST /api/readings</a:t>
            </a:r>
          </a:p>
        </p:txBody>
      </p:sp>
      <p:sp>
        <p:nvSpPr>
          <p:cNvPr id="5" name="">
            <a:extLst>
              <a:ext uri="{FF2B5EF4-FFF2-40B4-BE49-F238E27FC236}">
                <ns2:creationId id="{0D690E3F-8E33-4ACF-AE01-D329D5BD279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내용을 검사한 뒤 201로 수락합니다.</a:t>
            </a:r>
          </a:p>
        </p:txBody>
      </p:sp>
      <p:sp>
        <p:nvSpPr>
          <p:cNvPr id="6" name="">
            <a:extLst>
              <a:ext uri="{FF2B5EF4-FFF2-40B4-BE49-F238E27FC236}">
                <ns2:creationId id="{800D2416-435B-4CB1-B102-E82485BE0DF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새 기록 수락</a:t>
            </a:r>
          </a:p>
        </p:txBody>
      </p:sp>
      <p:sp>
        <p:nvSpPr>
          <p:cNvPr id="7" name="">
            <a:extLst>
              <a:ext uri="{FF2B5EF4-FFF2-40B4-BE49-F238E27FC236}">
                <ns2:creationId id="{6FD55663-A57D-42C4-B51F-6BF00D83A9B2}"/>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POST /api/readings</a:t>
            </a:r>
          </a:p>
        </p:txBody>
      </p:sp>
      <p:sp>
        <p:nvSpPr>
          <p:cNvPr id="8" name="">
            <a:extLst>
              <a:ext uri="{FF2B5EF4-FFF2-40B4-BE49-F238E27FC236}">
                <ns2:creationId id="{9CA04739-68EE-436E-A091-A830977E1970}"/>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입력 검사 후 HTTP 201</a:t>
            </a:r>
          </a:p>
        </p:txBody>
      </p:sp>
      <p:sp>
        <p:nvSpPr>
          <p:cNvPr id="9" name="">
            <a:extLst>
              <a:ext uri="{FF2B5EF4-FFF2-40B4-BE49-F238E27FC236}">
                <ns2:creationId id="{6B80F710-7E39-4A8B-8DB8-C03B822FC7E8}"/>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B9E3A762-3E49-4416-9B23-2406A81B5C2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1995BD21-9B97-45D8-9504-8C17A81A2CE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F16DF42F-1512-4FF9-96B6-25B1D6F9444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E8F551AF-712F-46CA-BD46-B201D953B6F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024</a:t>
            </a:r>
          </a:p>
        </p:txBody>
      </p:sp>
    </p:spTree>
    <p:extLst>
      <p:ext uri="{BB962C8B-B14F-4D97-AF65-F5344CB8AC3E}">
        <ns4:creationId val="1924500240"/>
      </p:ext>
    </p:extLst>
  </p:cSld>
</p:sld>
</file>

<file path=ppt/slides/slide2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B3FE27C7-6BC6-43A4-9497-A923F9C8853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E7BF06EF-8848-4649-9DB1-74C3DBAA923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로컬 서버 실행 조건</a:t>
            </a:r>
          </a:p>
        </p:txBody>
      </p:sp>
      <p:sp>
        <p:nvSpPr>
          <p:cNvPr id="3" name="">
            <a:extLst>
              <a:ext uri="{FF2B5EF4-FFF2-40B4-BE49-F238E27FC236}">
                <ns2:creationId id="{96C2B5A1-51AC-4F85-8F3E-FC15B715F60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로컬 서버 실행 조건</a:t>
            </a:r>
          </a:p>
        </p:txBody>
      </p:sp>
      <p:sp>
        <p:nvSpPr>
          <p:cNvPr id="4" name="">
            <a:extLst>
              <a:ext uri="{FF2B5EF4-FFF2-40B4-BE49-F238E27FC236}">
                <ns2:creationId id="{CB9BE985-3C45-4996-B31C-D28CDE34114B}"/>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course에서 python -X utf8 code/server.py</a:t>
            </a:r>
          </a:p>
        </p:txBody>
      </p:sp>
      <p:sp>
        <p:nvSpPr>
          <p:cNvPr id="5" name="">
            <a:extLst>
              <a:ext uri="{FF2B5EF4-FFF2-40B4-BE49-F238E27FC236}">
                <ns2:creationId id="{52B387BE-F41D-40AC-82E7-2DC33B54753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브라우저: http://127.0.0.1:8780/?source=api</a:t>
            </a:r>
          </a:p>
        </p:txBody>
      </p:sp>
      <p:sp>
        <p:nvSpPr>
          <p:cNvPr id="6" name="">
            <a:extLst>
              <a:ext uri="{FF2B5EF4-FFF2-40B4-BE49-F238E27FC236}">
                <ns2:creationId id="{55076AC1-DCDD-40A5-B965-FF2B347C743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API를 제공하는 실행 명령</a:t>
            </a:r>
          </a:p>
        </p:txBody>
      </p:sp>
      <p:sp>
        <p:nvSpPr>
          <p:cNvPr id="7" name="">
            <a:extLst>
              <a:ext uri="{FF2B5EF4-FFF2-40B4-BE49-F238E27FC236}">
                <ns2:creationId id="{9049278A-DEAB-43EE-9399-61F4431A9610}"/>
              </a:ext>
            </a:extLst>
          </p:cNvPr>
          <p:cNvSpPr>
            <a:spLocks noGrp="1"/>
          </p:cNvSpPr>
          <p:nvPr/>
        </p:nvSpPr>
        <p:spPr>
          <a:xfrm>
            <a:off x="6267450" y="2628900"/>
            <a:ext cx="5238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course에서 python -X utf8 code/server.py</a:t>
            </a:r>
          </a:p>
        </p:txBody>
      </p:sp>
      <p:sp>
        <p:nvSpPr>
          <p:cNvPr id="8" name="">
            <a:extLst>
              <a:ext uri="{FF2B5EF4-FFF2-40B4-BE49-F238E27FC236}">
                <ns2:creationId id="{603E972C-8333-47EA-B0D1-6469246127E9}"/>
              </a:ext>
            </a:extLst>
          </p:cNvPr>
          <p:cNvSpPr>
            <a:spLocks noGrp="1"/>
          </p:cNvSpPr>
          <p:nvPr/>
        </p:nvSpPr>
        <p:spPr>
          <a:xfrm>
            <a:off x="6267450" y="3442716"/>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http://127.0.0.1:8780/?source=api</a:t>
            </a:r>
          </a:p>
        </p:txBody>
      </p:sp>
      <p:sp>
        <p:nvSpPr>
          <p:cNvPr id="9" name="">
            <a:extLst>
              <a:ext uri="{FF2B5EF4-FFF2-40B4-BE49-F238E27FC236}">
                <ns2:creationId id="{E4E707AD-8EEB-4E80-BC4A-24E388C66B89}"/>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7A28B4F5-8084-4152-99EB-B30CBAC4D69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2CDBAB2D-9DDD-4264-A9F6-8147A10FC4C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920BDC01-F3D0-4188-8855-D318E810CD8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3327B633-5980-48DD-872F-80A12B3A00C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025</a:t>
            </a:r>
          </a:p>
        </p:txBody>
      </p:sp>
    </p:spTree>
    <p:extLst>
      <p:ext uri="{BB962C8B-B14F-4D97-AF65-F5344CB8AC3E}">
        <ns4:creationId val="1791321173"/>
      </p:ext>
    </p:extLst>
  </p:cSld>
</p:sld>
</file>

<file path=ppt/slides/slide2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F92A5022-4BD9-49A1-A8CA-3E6A88BA2A6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2590754-95EA-431C-8976-A08A57DCE71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127.0.0.1과 포트</a:t>
            </a:r>
          </a:p>
        </p:txBody>
      </p:sp>
      <p:sp>
        <p:nvSpPr>
          <p:cNvPr id="3" name="">
            <a:extLst>
              <a:ext uri="{FF2B5EF4-FFF2-40B4-BE49-F238E27FC236}">
                <ns2:creationId id="{8E7B300E-A73E-4856-8BB4-B0BDDC9623D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127.0.0.1과 포트</a:t>
            </a:r>
          </a:p>
        </p:txBody>
      </p:sp>
      <p:sp>
        <p:nvSpPr>
          <p:cNvPr id="4" name="">
            <a:extLst>
              <a:ext uri="{FF2B5EF4-FFF2-40B4-BE49-F238E27FC236}">
                <ns2:creationId id="{F66941E7-FDBC-42DE-A22C-BEB4E873ACB3}"/>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127.0.0.1: 현재 PC · 8780: 포트</a:t>
            </a:r>
          </a:p>
        </p:txBody>
      </p:sp>
      <p:sp>
        <p:nvSpPr>
          <p:cNvPr id="5" name="">
            <a:extLst>
              <a:ext uri="{FF2B5EF4-FFF2-40B4-BE49-F238E27FC236}">
                <ns2:creationId id="{2B3D4ED5-5DD7-4A4E-8D85-65BF0D6EC1EA}"/>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종료는 서버 터미널에서 Ctrl+C입니다.</a:t>
            </a:r>
          </a:p>
        </p:txBody>
      </p:sp>
      <p:sp>
        <p:nvSpPr>
          <p:cNvPr id="6" name="">
            <a:extLst>
              <a:ext uri="{FF2B5EF4-FFF2-40B4-BE49-F238E27FC236}">
                <ns2:creationId id="{549171EE-5453-4815-9D73-C4F1A7CAF27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주소의 두 부분</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786893"/>
                <a:gridCol w="2451857"/>
              </a:tblGrid>
              <a:tr h="514350">
                <a:tc>
                  <a:txBody>
                    <a:bodyPr wrap="square"/>
                    <a:lstStyle/>
                    <a:p>
                      <a:pPr>
                        <a:lnSpc>
                          <a:spcPct val="102000"/>
                        </a:lnSpc>
                        <a:buNone/>
                      </a:pPr>
                      <a:r>
                        <a:rPr sz="1875" b="1">
                          <a:solidFill>
                            <a:srgbClr val="172F39"/>
                          </a:solidFill>
                          <a:latin typeface="Noto Sans KR"/>
                          <a:ea typeface="Noto Sans KR"/>
                          <a:cs typeface="Noto Sans KR"/>
                        </a:rPr>
                        <a:t>표기</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뜻</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127.0.0.1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현재 PC</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8780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포트</a:t>
                      </a:r>
                    </a:p>
                  </a:txBody>
                  <a:tcPr marL="114300" marR="114300" marT="76200" marB="76200" anchor="ctr">
                    <a:solidFill>
                      <a:srgbClr val="FFFFFF"/>
                    </a:solidFill>
                  </a:tcPr>
                </a:tc>
              </a:tr>
            </a:tbl>
          </a:graphicData>
        </a:graphic>
      </p:graphicFrame>
      <p:sp>
        <p:nvSpPr>
          <p:cNvPr id="8" name="">
            <a:extLst>
              <a:ext uri="{FF2B5EF4-FFF2-40B4-BE49-F238E27FC236}">
                <ns2:creationId id="{3F42941E-F754-4C94-8919-B386EA97BE5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37C0CBE8-B4D0-452F-9624-C1D81E8DD05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63C62C1-6BD7-4874-A521-35095A7AAEA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CDEAEBD-828B-4F23-846D-86E048BEA06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EB8130AD-8F08-473B-9A16-B625AB9BE44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026</a:t>
            </a:r>
          </a:p>
        </p:txBody>
      </p:sp>
    </p:spTree>
    <p:extLst>
      <p:ext uri="{BB962C8B-B14F-4D97-AF65-F5344CB8AC3E}">
        <ns4:creationId val="790819438"/>
      </p:ext>
    </p:extLst>
  </p:cSld>
</p:sld>
</file>

<file path=ppt/slides/slide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2A623EC0-EA74-4D7F-874C-53AC9F51EB8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2EB1B347-5F1E-44C6-ABBA-D20D12E4BF8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HTTP 목록 읽기 코드</a:t>
            </a:r>
          </a:p>
        </p:txBody>
      </p:sp>
      <p:sp>
        <p:nvSpPr>
          <p:cNvPr id="3" name="">
            <a:extLst>
              <a:ext uri="{FF2B5EF4-FFF2-40B4-BE49-F238E27FC236}">
                <ns2:creationId id="{58B381A2-43F0-40D0-9534-A7DD409D7D92}"/>
              </a:ext>
            </a:extLst>
          </p:cNvPr>
          <p:cNvSpPr>
            <a:spLocks noGrp="1"/>
          </p:cNvSpPr>
          <p:nvPr/>
        </p:nvSpPr>
        <p:spPr>
          <a:xfrm>
            <a:off x="685800" y="1809750"/>
            <a:ext cx="10820400" cy="2225802"/>
          </a:xfrm>
          <a:prstGeom prst="rect">
            <a:avLst/>
          </a:prstGeom>
          <a:solidFill>
            <a:srgbClr val="F1F6F5"/>
          </a:solidFill>
          <a:ln w="0">
            <a:noFill/>
          </a:ln>
        </p:spPr>
      </p:sp>
      <p:sp>
        <p:nvSpPr>
          <p:cNvPr id="4" name="">
            <a:extLst>
              <a:ext uri="{FF2B5EF4-FFF2-40B4-BE49-F238E27FC236}">
                <ns2:creationId id="{F0954878-4A1E-4436-8ED3-00F44EA7C40E}"/>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E132EDA8-FCE1-44B2-A272-64196AFCCC6B}"/>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import json</a:t>
            </a:r>
          </a:p>
        </p:txBody>
      </p:sp>
      <p:sp>
        <p:nvSpPr>
          <p:cNvPr id="6" name="">
            <a:extLst>
              <a:ext uri="{FF2B5EF4-FFF2-40B4-BE49-F238E27FC236}">
                <ns2:creationId id="{54FC7439-0DCC-4E50-B5D8-23F37040AD21}"/>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349C434B-A8F9-4EC1-A56A-6240758D2C69}"/>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from urllib.request import urlopen</a:t>
            </a:r>
          </a:p>
        </p:txBody>
      </p:sp>
      <p:sp>
        <p:nvSpPr>
          <p:cNvPr id="8" name="">
            <a:extLst>
              <a:ext uri="{FF2B5EF4-FFF2-40B4-BE49-F238E27FC236}">
                <ns2:creationId id="{912D805E-BFEE-4C71-B551-1F2E7C356719}"/>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234BFA72-2A43-43D5-96AF-A75E09C73A7E}"/>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url = "http://127.0.0.1:8780/api/readings"</a:t>
            </a:r>
          </a:p>
        </p:txBody>
      </p:sp>
      <p:sp>
        <p:nvSpPr>
          <p:cNvPr id="10" name="">
            <a:extLst>
              <a:ext uri="{FF2B5EF4-FFF2-40B4-BE49-F238E27FC236}">
                <ns2:creationId id="{9B07B3BB-197B-40E6-B438-E176E5F6A382}"/>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0FB46812-5E7B-419E-BB89-D22ABBFAB5BF}"/>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with urlopen(url, timeout=5) as response:</a:t>
            </a:r>
          </a:p>
        </p:txBody>
      </p:sp>
      <p:sp>
        <p:nvSpPr>
          <p:cNvPr id="12" name="">
            <a:extLst>
              <a:ext uri="{FF2B5EF4-FFF2-40B4-BE49-F238E27FC236}">
                <ns2:creationId id="{0156BE0F-0096-4911-9A5F-8CB07BEB109D}"/>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78BDCBDF-897B-486F-89E0-E2DD2978D169}"/>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rows = json.load(response)</a:t>
            </a:r>
          </a:p>
        </p:txBody>
      </p:sp>
      <p:sp>
        <p:nvSpPr>
          <p:cNvPr id="14" name="">
            <a:extLst>
              <a:ext uri="{FF2B5EF4-FFF2-40B4-BE49-F238E27FC236}">
                <ns2:creationId id="{0527DAA0-120A-4F5F-95AA-FAC3C10923F1}"/>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17DEC92E-DB87-47FC-897A-249FDD2FDF5D}"/>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print(response.status, len(rows))</a:t>
            </a:r>
          </a:p>
        </p:txBody>
      </p:sp>
      <p:sp>
        <p:nvSpPr>
          <p:cNvPr id="16" name="">
            <a:extLst>
              <a:ext uri="{FF2B5EF4-FFF2-40B4-BE49-F238E27FC236}">
                <ns2:creationId id="{6A143261-00A2-495C-A502-15C5D134B401}"/>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5ED66624-B479-4D1B-85A8-461902E3B10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F9180727-9D9B-438A-A6F3-5E9466FAB7E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8C50BCC6-0538-4413-8095-3557930E697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4F7EDA67-1185-45D5-B2DD-D025575795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027</a:t>
            </a:r>
          </a:p>
        </p:txBody>
      </p:sp>
    </p:spTree>
    <p:extLst>
      <p:ext uri="{BB962C8B-B14F-4D97-AF65-F5344CB8AC3E}">
        <ns4:creationId val="786951125"/>
      </p:ext>
    </p:extLst>
  </p:cSld>
</p:sld>
</file>

<file path=ppt/slides/slide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F550A667-A3CA-460D-87E3-9157F7844E5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670873B3-F2A5-4C28-B69B-8AE003C7F5F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982D3D43-3E63-43B2-B110-CC5726AE9599}"/>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1~3행: 도구와 요청 주소를 준비합니다.</a:t>
            </a:r>
          </a:p>
        </p:txBody>
      </p:sp>
      <p:sp>
        <p:nvSpPr>
          <p:cNvPr id="4" name="">
            <a:extLst>
              <a:ext uri="{FF2B5EF4-FFF2-40B4-BE49-F238E27FC236}">
                <ns2:creationId id="{3CAD8495-81BE-4A6C-B5A6-0EDAE1481784}"/>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4행: 서버에 읽기 요청을 보냅니다.</a:t>
            </a:r>
          </a:p>
        </p:txBody>
      </p:sp>
      <p:sp>
        <p:nvSpPr>
          <p:cNvPr id="5" name="">
            <a:extLst>
              <a:ext uri="{FF2B5EF4-FFF2-40B4-BE49-F238E27FC236}">
                <ns2:creationId id="{5B0918D7-9EDD-4888-9FFF-1125C7430316}"/>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5행: 응답 JSON을 목록으로 읽습니다.</a:t>
            </a:r>
          </a:p>
        </p:txBody>
      </p:sp>
      <p:sp>
        <p:nvSpPr>
          <p:cNvPr id="6" name="">
            <a:extLst>
              <a:ext uri="{FF2B5EF4-FFF2-40B4-BE49-F238E27FC236}">
                <ns2:creationId id="{7D86E507-66C3-46E4-90D4-D3564BA977CF}"/>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6행: HTTP 상태와 행 수를 출력합니다.</a:t>
            </a:r>
          </a:p>
        </p:txBody>
      </p:sp>
      <p:sp>
        <p:nvSpPr>
          <p:cNvPr id="7" name="">
            <a:extLst>
              <a:ext uri="{FF2B5EF4-FFF2-40B4-BE49-F238E27FC236}">
                <ns2:creationId id="{90FDF5BD-B0AE-4648-A4CF-D0E0CE18369E}"/>
              </a:ext>
            </a:extLst>
          </p:cNvPr>
          <p:cNvSpPr>
            <a:spLocks noGrp="1"/>
          </p:cNvSpPr>
          <p:nvPr/>
        </p:nvSpPr>
        <p:spPr>
          <a:xfrm>
            <a:off x="685800" y="4338447"/>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27번의 입력과 출력 30번을 함께 봅니다.</a:t>
            </a:r>
          </a:p>
        </p:txBody>
      </p:sp>
      <p:sp>
        <p:nvSpPr>
          <p:cNvPr id="8" name="">
            <a:extLst>
              <a:ext uri="{FF2B5EF4-FFF2-40B4-BE49-F238E27FC236}">
                <ns2:creationId id="{93DD1B2E-D7C6-4F4A-880B-CBF38832B00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8E422D5C-3B57-40B2-9C43-82A30B91338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3480FFF-4F64-42F2-A111-261E4F9B3A1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8787BD4-C2A6-4A44-87AD-A548F9C1C2A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36F82123-A7B8-4633-90A7-1737A009067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028</a:t>
            </a:r>
          </a:p>
        </p:txBody>
      </p:sp>
    </p:spTree>
    <p:extLst>
      <p:ext uri="{BB962C8B-B14F-4D97-AF65-F5344CB8AC3E}">
        <ns4:creationId val="675831378"/>
      </p:ext>
    </p:extLst>
  </p:cSld>
</p:sld>
</file>

<file path=ppt/slides/slide2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94A7AE8B-7E68-4910-BBFF-1FCE19347EB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388674B-7ED4-4025-A1CF-9C141950D98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8A969EF1-4938-44AB-89B4-4BD6E909B0B8}"/>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1C2B3ADC-A590-45FE-8EAD-076B719F2B0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work/read_list.py</a:t>
            </a:r>
          </a:p>
        </p:txBody>
      </p:sp>
      <p:sp>
        <p:nvSpPr>
          <p:cNvPr id="5" name="">
            <a:extLst>
              <a:ext uri="{FF2B5EF4-FFF2-40B4-BE49-F238E27FC236}">
                <ns2:creationId id="{FF0670D0-2BE8-4B20-A249-94823B16EA4D}"/>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work/read_list.py</a:t>
            </a:r>
          </a:p>
        </p:txBody>
      </p:sp>
      <p:sp>
        <p:nvSpPr>
          <p:cNvPr id="6" name="">
            <a:extLst>
              <a:ext uri="{FF2B5EF4-FFF2-40B4-BE49-F238E27FC236}">
                <ns2:creationId id="{6BD92F81-4B30-4F7E-9D76-940D6D84FE7D}"/>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27번의 입력과 출력 30번을 함께 봅니다.</a:t>
            </a:r>
          </a:p>
        </p:txBody>
      </p:sp>
      <p:sp>
        <p:nvSpPr>
          <p:cNvPr id="7" name="">
            <a:extLst>
              <a:ext uri="{FF2B5EF4-FFF2-40B4-BE49-F238E27FC236}">
                <ns2:creationId id="{DE5F317D-6684-4D3E-B494-F6B662F26D9E}"/>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9038DA6F-BC21-4F49-BA3F-E8E98587EFC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73FF3DC1-7898-4454-9D5A-BF3850843C4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10035C0-799D-4BB8-B92E-C35596DCFD0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FF191A7-F268-45FE-8D32-406CCF008A8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029</a:t>
            </a:r>
          </a:p>
        </p:txBody>
      </p:sp>
    </p:spTree>
    <p:extLst>
      <p:ext uri="{BB962C8B-B14F-4D97-AF65-F5344CB8AC3E}">
        <ns4:creationId val="529806130"/>
      </p:ext>
    </p:extLst>
  </p:cSld>
</p:sld>
</file>

<file path=ppt/slides/slide3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EE23A4F1-72B9-4920-8248-B8EFD0C691E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243AE7DB-EAB3-4279-A5A2-88801C24A7E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169E0F3B-36F8-41C1-BA36-C0720A61A19C}"/>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초기 응답: 200 5</a:t>
            </a:r>
          </a:p>
        </p:txBody>
      </p:sp>
      <p:sp>
        <p:nvSpPr>
          <p:cNvPr id="4" name="">
            <a:extLst>
              <a:ext uri="{FF2B5EF4-FFF2-40B4-BE49-F238E27FC236}">
                <ns2:creationId id="{EDD53CB7-468A-43AB-B50A-2998F32088E0}"/>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읽기 성공 · 기록 5건</a:t>
            </a:r>
          </a:p>
        </p:txBody>
      </p:sp>
      <p:sp>
        <p:nvSpPr>
          <p:cNvPr id="5" name="">
            <a:extLst>
              <a:ext uri="{FF2B5EF4-FFF2-40B4-BE49-F238E27FC236}">
                <ns2:creationId id="{4DE3080C-988C-4E3E-8C56-95A71A746B5F}"/>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추가 전송 후에는 행 수가 달라집니다.</a:t>
            </a:r>
          </a:p>
        </p:txBody>
      </p:sp>
      <p:sp>
        <p:nvSpPr>
          <p:cNvPr id="6" name="">
            <a:extLst>
              <a:ext uri="{FF2B5EF4-FFF2-40B4-BE49-F238E27FC236}">
                <ns2:creationId id="{1F89D322-F427-4BB8-AE37-994416AEAD8D}"/>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27번의 입력과 출력 30번을 함께 봅니다.</a:t>
            </a:r>
          </a:p>
        </p:txBody>
      </p:sp>
      <p:sp>
        <p:nvSpPr>
          <p:cNvPr id="7" name="">
            <a:extLst>
              <a:ext uri="{FF2B5EF4-FFF2-40B4-BE49-F238E27FC236}">
                <ns2:creationId id="{1304A0D8-F299-45FB-863F-2C9A40E7AEA2}"/>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14D2F6B-4A6C-4CE0-9924-7D9B5022408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14765175-5D25-4E04-9B19-648CA3B88ED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B17DB6A5-8E7E-48AA-B6C6-E9EC97BDA51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D6C1D30-0B73-4B2E-85AE-027E8322CA6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030</a:t>
            </a:r>
          </a:p>
        </p:txBody>
      </p:sp>
    </p:spTree>
    <p:extLst>
      <p:ext uri="{BB962C8B-B14F-4D97-AF65-F5344CB8AC3E}">
        <ns4:creationId val="583847977"/>
      </p:ext>
    </p:extLst>
  </p:cSld>
</p:sld>
</file>

<file path=ppt/slides/slide3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2279DA3-458F-4843-8FF7-7E1BFE6F001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3F025539-8016-4275-8E6D-989C1EFF56E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51AB16D8-45F1-4E7B-9ADB-996B3A12E51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HTML은 보이는데 API만 실패합니다.</a:t>
            </a:r>
          </a:p>
        </p:txBody>
      </p:sp>
      <p:sp>
        <p:nvSpPr>
          <p:cNvPr id="4" name="">
            <a:extLst>
              <a:ext uri="{FF2B5EF4-FFF2-40B4-BE49-F238E27FC236}">
                <ns2:creationId id="{FD0AA781-DCD2-49CC-B9D7-9DF524251AD9}"/>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무엇부터 확인할까요?</a:t>
            </a:r>
          </a:p>
        </p:txBody>
      </p:sp>
      <p:sp>
        <p:nvSpPr>
          <p:cNvPr id="5" name="">
            <a:extLst>
              <a:ext uri="{FF2B5EF4-FFF2-40B4-BE49-F238E27FC236}">
                <ns2:creationId id="{642857F8-EEF2-445E-8122-EE5FD5F445F6}"/>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27A1C852-0621-4929-B0BF-6D61C072B6A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050B0BE-669E-429B-A655-FA3958818B2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9415852-7DFE-4DF2-885A-2EB622169A6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FB536C7-A5FE-4B7C-8BEA-7FA1930C9A7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1148913-34F3-483F-A53B-7BDD117490C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031</a:t>
            </a:r>
          </a:p>
        </p:txBody>
      </p:sp>
    </p:spTree>
    <p:extLst>
      <p:ext uri="{BB962C8B-B14F-4D97-AF65-F5344CB8AC3E}">
        <ns4:creationId val="1457114070"/>
      </p:ext>
    </p:extLst>
  </p:cSld>
</p:sld>
</file>

<file path=ppt/slides/slide3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3F6C0CF1-D010-4FF0-A143-0260F9A1863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B1A52032-42CD-4F31-BA93-51F801A430E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E5A17C13-0825-4898-AF30-BE128DF25874}"/>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서버 확인</a:t>
            </a:r>
          </a:p>
        </p:txBody>
      </p:sp>
      <p:sp>
        <p:nvSpPr>
          <p:cNvPr id="4" name="">
            <a:extLst>
              <a:ext uri="{FF2B5EF4-FFF2-40B4-BE49-F238E27FC236}">
                <ns2:creationId id="{9318EA7B-70BE-420F-BA03-E6693AEA963F}"/>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server.py 실행 · 터미널 오류 · 포트를 확인합니다.</a:t>
            </a:r>
          </a:p>
        </p:txBody>
      </p:sp>
      <p:sp>
        <p:nvSpPr>
          <p:cNvPr id="5" name="">
            <a:extLst>
              <a:ext uri="{FF2B5EF4-FFF2-40B4-BE49-F238E27FC236}">
                <ns2:creationId id="{30764124-D869-45F6-AE6C-AA8519FB278C}"/>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화면 표시</a:t>
            </a:r>
          </a:p>
        </p:txBody>
      </p:sp>
      <p:sp>
        <p:nvSpPr>
          <p:cNvPr id="6" name="">
            <a:extLst>
              <a:ext uri="{FF2B5EF4-FFF2-40B4-BE49-F238E27FC236}">
                <ns2:creationId id="{47CD4C1D-7C7B-47EE-B171-CBE15FC3B2DD}"/>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화면이 보여도 서버가 실행됐는지는 따로 확인합니다.</a:t>
            </a:r>
          </a:p>
        </p:txBody>
      </p:sp>
      <p:sp>
        <p:nvSpPr>
          <p:cNvPr id="7" name="">
            <a:extLst>
              <a:ext uri="{FF2B5EF4-FFF2-40B4-BE49-F238E27FC236}">
                <ns2:creationId id="{1E4A66A4-E25C-4638-B17A-35250AB53850}"/>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C45AB8D-CC7B-4B27-849E-0F8598E1AF1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958C1FE0-B601-4ECC-8FBE-DBB17A2E001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97FB7F19-48E8-4062-89F1-DA4E2DE4ACF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DBD5D9E-8A66-4798-BB8F-94DA649D8D2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032</a:t>
            </a:r>
          </a:p>
        </p:txBody>
      </p:sp>
    </p:spTree>
    <p:extLst>
      <p:ext uri="{BB962C8B-B14F-4D97-AF65-F5344CB8AC3E}">
        <ns4:creationId val="475410640"/>
      </p:ext>
    </p:extLst>
  </p:cSld>
</p:sld>
</file>

<file path=ppt/slides/slide3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901782E5-A3E4-4F72-8D32-9D462CD497E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D4EACD6-EFD3-4C8F-AD75-2EB2C82CC42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B1A2CFE1-8B5F-43A7-8B27-B5870A26F9D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서버를 Ctrl+C로 종료하고 다시 요청합니다.</a:t>
            </a:r>
          </a:p>
        </p:txBody>
      </p:sp>
      <p:sp>
        <p:nvSpPr>
          <p:cNvPr id="4" name="">
            <a:extLst>
              <a:ext uri="{FF2B5EF4-FFF2-40B4-BE49-F238E27FC236}">
                <ns2:creationId id="{1E4A01B2-CBA5-48FC-A873-925339B541DD}"/>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수신 실패와 이전 값 유지를 확인합니다.</a:t>
            </a:r>
          </a:p>
        </p:txBody>
      </p:sp>
      <p:sp>
        <p:nvSpPr>
          <p:cNvPr id="5" name="">
            <a:extLst>
              <a:ext uri="{FF2B5EF4-FFF2-40B4-BE49-F238E27FC236}">
                <ns2:creationId id="{B7433ACA-593A-4AD0-898F-902F810B0A9A}"/>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222F212C-4B68-481E-8478-2ED56FEB565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8017C200-A3F1-4BF9-89E2-7D75496E6F6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2957B052-4771-429F-BCBE-7546E3AC226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5A610565-C9F3-4ADA-9A05-ECDA493E727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033</a:t>
            </a:r>
          </a:p>
        </p:txBody>
      </p:sp>
    </p:spTree>
    <p:extLst>
      <p:ext uri="{BB962C8B-B14F-4D97-AF65-F5344CB8AC3E}">
        <ns4:creationId val="661245659"/>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9D8B4671-8FE5-418A-B7DD-DF0BBC18031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F53BD5F-B0D1-4C7A-BD15-9B8B1A378FA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FBB61B75-E36A-44E1-944B-40A7E87300A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오류 원인과 복구</a:t>
            </a:r>
          </a:p>
        </p:txBody>
      </p:sp>
      <p:sp>
        <p:nvSpPr>
          <p:cNvPr id="4" name="">
            <a:extLst>
              <a:ext uri="{FF2B5EF4-FFF2-40B4-BE49-F238E27FC236}">
                <ns2:creationId id="{21EE2977-974C-4FD3-9BBD-4750A3ED103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정적 http.server는 API 추가 기능을 대신하지 않습니다.</a:t>
            </a:r>
          </a:p>
        </p:txBody>
      </p:sp>
      <p:sp>
        <p:nvSpPr>
          <p:cNvPr id="5" name="">
            <a:extLst>
              <a:ext uri="{FF2B5EF4-FFF2-40B4-BE49-F238E27FC236}">
                <ns2:creationId id="{053C8528-D832-4182-9C87-391618DB7F28}"/>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8780 점유 오류면 기존 서버 상태를 확인합니다.</a:t>
            </a:r>
          </a:p>
        </p:txBody>
      </p:sp>
      <p:sp>
        <p:nvSpPr>
          <p:cNvPr id="6" name="">
            <a:extLst>
              <a:ext uri="{FF2B5EF4-FFF2-40B4-BE49-F238E27FC236}">
                <ns2:creationId id="{306FF3EE-8F17-40C4-B331-7576326DF67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정적 서버와 API 서버</a:t>
            </a:r>
          </a:p>
        </p:txBody>
      </p:sp>
      <p:sp>
        <p:nvSpPr>
          <p:cNvPr id="7" name="">
            <a:extLst>
              <a:ext uri="{FF2B5EF4-FFF2-40B4-BE49-F238E27FC236}">
                <ns2:creationId id="{49307A3F-C4CF-4FCB-93DF-D3A57D5EE72B}"/>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http.server: 정적 파일 제공</a:t>
            </a:r>
          </a:p>
        </p:txBody>
      </p:sp>
      <p:sp>
        <p:nvSpPr>
          <p:cNvPr id="8" name="">
            <a:extLst>
              <a:ext uri="{FF2B5EF4-FFF2-40B4-BE49-F238E27FC236}">
                <ns2:creationId id="{083E1442-24F3-4F80-9E00-D14786434FBD}"/>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code/server.py: 수업 API 처리</a:t>
            </a:r>
          </a:p>
        </p:txBody>
      </p:sp>
      <p:sp>
        <p:nvSpPr>
          <p:cNvPr id="9" name="">
            <a:extLst>
              <a:ext uri="{FF2B5EF4-FFF2-40B4-BE49-F238E27FC236}">
                <ns2:creationId id="{3C51E9DA-621E-4D62-BA5C-F66C20F6AB0C}"/>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EACD938F-7D10-43D3-BDB6-2F6AEFEF586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10BB54C3-BF2D-47FC-B7C7-4006A87B37A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A9B47C0C-4DE7-4B07-A323-D0D28A43DC6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1BE57090-DBC4-4C6A-A457-7B64BB9F842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034</a:t>
            </a:r>
          </a:p>
        </p:txBody>
      </p:sp>
    </p:spTree>
    <p:extLst>
      <p:ext uri="{BB962C8B-B14F-4D97-AF65-F5344CB8AC3E}">
        <ns4:creationId val="1662819503"/>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5E026AA-95EE-41D1-9E93-30F89516C41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82CBC46E-CE36-4D3F-AF42-E1018750740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D78210AF-D668-486E-BAF3-ACE65DE839A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브라우저와 서버의 역할을 말해 봅시다.</a:t>
            </a:r>
          </a:p>
        </p:txBody>
      </p:sp>
      <p:sp>
        <p:nvSpPr>
          <p:cNvPr id="4" name="">
            <a:extLst>
              <a:ext uri="{FF2B5EF4-FFF2-40B4-BE49-F238E27FC236}">
                <ns2:creationId id="{FA98634B-6902-4423-9887-03ADCB40B25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GET 주소와 확인할 응답도 설명합니다.</a:t>
            </a:r>
          </a:p>
        </p:txBody>
      </p:sp>
      <p:sp>
        <p:nvSpPr>
          <p:cNvPr id="5" name="">
            <a:extLst>
              <a:ext uri="{FF2B5EF4-FFF2-40B4-BE49-F238E27FC236}">
                <ns2:creationId id="{E1D154F7-61F8-4AC1-95F3-B03E3815D3C1}"/>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8DF593E5-D10F-4E93-836E-29FEBF94A63C}"/>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A94C397-516D-4535-96BF-66C762AA9F3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45730B3-4055-4853-B787-4ECF8D7B0D3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D0A9DC7-8748-434F-8850-AB6D9494E76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324FEB5-6C94-46E0-9A9F-1BAECB3451C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035</a:t>
            </a:r>
          </a:p>
        </p:txBody>
      </p:sp>
    </p:spTree>
    <p:extLst>
      <p:ext uri="{BB962C8B-B14F-4D97-AF65-F5344CB8AC3E}">
        <ns4:creationId val="1308278290"/>
      </p:ext>
    </p:extLst>
  </p:cSld>
</p:sld>
</file>

<file path=ppt/slides/slide3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3140E37-34E9-4788-8A07-C8A6B76776C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8B179DEF-AEC2-49E6-A080-E3F21BFDBC2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E99B1E06-ED86-41B7-A530-18EBEF9B65F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추가·도전: 서버를 다시 시작합니다.</a:t>
            </a:r>
          </a:p>
        </p:txBody>
      </p:sp>
      <p:sp>
        <p:nvSpPr>
          <p:cNvPr id="4" name="">
            <a:extLst>
              <a:ext uri="{FF2B5EF4-FFF2-40B4-BE49-F238E27FC236}">
                <ns2:creationId id="{D2E82700-1194-464F-896B-54448DA1F82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추가했던 행이 남아 있어야 할까요?</a:t>
            </a:r>
          </a:p>
        </p:txBody>
      </p:sp>
      <p:sp>
        <p:nvSpPr>
          <p:cNvPr id="5" name="">
            <a:extLst>
              <a:ext uri="{FF2B5EF4-FFF2-40B4-BE49-F238E27FC236}">
                <ns2:creationId id="{C279000C-D44B-4FD5-AB49-3768696DC49B}"/>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CD3AB065-703F-4FAF-87A0-D4D5897E754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139DA476-FC3B-49F8-A0B5-0337A6C5BE1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C09BA53-E769-4546-A4C3-074380F6D4C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677ACB9-19A6-48A3-A15B-CB0F5DC50C0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3EB04E9-C32A-44BC-9296-7CBBD885265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036</a:t>
            </a:r>
          </a:p>
        </p:txBody>
      </p:sp>
    </p:spTree>
    <p:extLst>
      <p:ext uri="{BB962C8B-B14F-4D97-AF65-F5344CB8AC3E}">
        <ns4:creationId val="1913275320"/>
      </p:ext>
    </p:extLst>
  </p:cSld>
</p:sld>
</file>

<file path=ppt/slides/slide3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19CA024-292E-45B4-8DBC-BD6434061223}"/>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3교시</a:t>
            </a:r>
          </a:p>
        </p:txBody>
      </p:sp>
      <p:sp>
        <p:nvSpPr>
          <p:cNvPr id="2" name="">
            <a:extLst>
              <a:ext uri="{FF2B5EF4-FFF2-40B4-BE49-F238E27FC236}">
                <ns2:creationId id="{6C09F84E-DCF6-4D9A-9F9B-6E909CA412BE}"/>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CSV 값과 API 입력 규칙</a:t>
            </a:r>
          </a:p>
        </p:txBody>
      </p:sp>
      <p:sp>
        <p:nvSpPr>
          <p:cNvPr id="3" name="">
            <a:extLst>
              <a:ext uri="{FF2B5EF4-FFF2-40B4-BE49-F238E27FC236}">
                <ns2:creationId id="{28A9BECB-9130-40D9-A36A-09B0B115A9AD}"/>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13:00~13:50 · 50분</a:t>
            </a:r>
          </a:p>
        </p:txBody>
      </p:sp>
      <p:sp>
        <p:nvSpPr>
          <p:cNvPr id="4" name="">
            <a:extLst>
              <a:ext uri="{FF2B5EF4-FFF2-40B4-BE49-F238E27FC236}">
                <ns2:creationId id="{6AA5FDED-3C59-485B-8036-6E8D14387155}"/>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A07 · A08 · A09</a:t>
            </a:r>
          </a:p>
        </p:txBody>
      </p:sp>
      <p:sp>
        <p:nvSpPr>
          <p:cNvPr id="5" name="">
            <a:extLst>
              <a:ext uri="{FF2B5EF4-FFF2-40B4-BE49-F238E27FC236}">
                <ns2:creationId id="{B1DE508D-72C6-4F53-82EC-6DCCECAA1BAF}"/>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49DCC1F2-5BE7-47D4-A9CB-848351A7BE7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1A43A92-033A-4105-BCB8-B359DEB759A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41D7942-4B0B-4B13-A087-209F72A6F8C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59DCFA5-3817-4E0D-AA5C-54359DAEBC8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2AFFCF2-3AE6-43E9-9350-33EAA4CF726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037</a:t>
            </a:r>
          </a:p>
        </p:txBody>
      </p:sp>
    </p:spTree>
    <p:extLst>
      <p:ext uri="{BB962C8B-B14F-4D97-AF65-F5344CB8AC3E}">
        <ns4:creationId val="1978147219"/>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63BB7BCD-0807-4886-B065-74A5E615EDE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8153B7B-1D0C-4762-8337-0F9DE1E931A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CSV 셀과 숫자 변환</a:t>
            </a:r>
          </a:p>
        </p:txBody>
      </p:sp>
      <p:sp>
        <p:nvSpPr>
          <p:cNvPr id="3" name="">
            <a:extLst>
              <a:ext uri="{FF2B5EF4-FFF2-40B4-BE49-F238E27FC236}">
                <ns2:creationId id="{78970E2A-15E4-4597-AF7A-0FA27089BA39}"/>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CSV 셀과 숫자 변환</a:t>
            </a:r>
          </a:p>
        </p:txBody>
      </p:sp>
      <p:sp>
        <p:nvSpPr>
          <p:cNvPr id="4" name="">
            <a:extLst>
              <a:ext uri="{FF2B5EF4-FFF2-40B4-BE49-F238E27FC236}">
                <ns2:creationId id="{D546A210-A354-4BAF-A91A-76FF332EFF54}"/>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"22.5"를 숫자로 바꿀 수 있습니다.</a:t>
            </a:r>
          </a:p>
        </p:txBody>
      </p:sp>
      <p:sp>
        <p:nvSpPr>
          <p:cNvPr id="5" name="">
            <a:extLst>
              <a:ext uri="{FF2B5EF4-FFF2-40B4-BE49-F238E27FC236}">
                <ns2:creationId id="{A8674329-C859-450B-8A8B-2D32306A7652}"/>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CSV를 읽은 뒤 값의 형식과 범위도 검사합니다.</a:t>
            </a:r>
          </a:p>
        </p:txBody>
      </p:sp>
      <p:sp>
        <p:nvSpPr>
          <p:cNvPr id="6" name="">
            <a:extLst>
              <a:ext uri="{FF2B5EF4-FFF2-40B4-BE49-F238E27FC236}">
                <ns2:creationId id="{89F9EEBE-DD68-49D1-A319-18155444B69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CSV 셀 변환</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2424991"/>
                <a:gridCol w="2813759"/>
              </a:tblGrid>
              <a:tr h="514350">
                <a:tc>
                  <a:txBody>
                    <a:bodyPr wrap="square"/>
                    <a:lstStyle/>
                    <a:p>
                      <a:pPr>
                        <a:lnSpc>
                          <a:spcPct val="102000"/>
                        </a:lnSpc>
                        <a:buNone/>
                      </a:pPr>
                      <a:r>
                        <a:rPr sz="1875" b="1">
                          <a:solidFill>
                            <a:srgbClr val="172F39"/>
                          </a:solidFill>
                          <a:latin typeface="Noto Sans KR"/>
                          <a:ea typeface="Noto Sans KR"/>
                          <a:cs typeface="Noto Sans KR"/>
                        </a:rPr>
                        <a:t>원문 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처리 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숫자 22.5</a:t>
                      </a:r>
                    </a:p>
                  </a:txBody>
                  <a:tcPr marL="114300" marR="114300" marT="76200" marB="76200" anchor="ctr">
                    <a:solidFill>
                      <a:srgbClr val="FFFFFF"/>
                    </a:solidFill>
                  </a:tcPr>
                </a:tc>
              </a:tr>
            </a:tbl>
          </a:graphicData>
        </a:graphic>
      </p:graphicFrame>
      <p:sp>
        <p:nvSpPr>
          <p:cNvPr id="8" name="">
            <a:extLst>
              <a:ext uri="{FF2B5EF4-FFF2-40B4-BE49-F238E27FC236}">
                <ns2:creationId id="{C3489DD6-11BB-4FE3-80BD-3C0230E775A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13DD689-4606-4DD6-B6F4-D110D0ECD6B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88B739C-7BCA-45E5-9E2E-E7D5417305B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0D0D194-B183-4F37-B2C6-E239B6C7983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2833A0CE-6794-4B7D-9290-F1FEE9F734B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038</a:t>
            </a:r>
          </a:p>
        </p:txBody>
      </p:sp>
    </p:spTree>
    <p:extLst>
      <p:ext uri="{BB962C8B-B14F-4D97-AF65-F5344CB8AC3E}">
        <ns4:creationId val="443580474"/>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2A0543A-1A66-4C2A-A69A-4D1C320538F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EE7FFCB-C829-4C79-9503-3B4E388435A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CSV 빈칸과 JSON null</a:t>
            </a:r>
          </a:p>
        </p:txBody>
      </p:sp>
      <p:sp>
        <p:nvSpPr>
          <p:cNvPr id="3" name="">
            <a:extLst>
              <a:ext uri="{FF2B5EF4-FFF2-40B4-BE49-F238E27FC236}">
                <ns2:creationId id="{B631CA95-7E8B-46C5-BF0C-500AA31D65C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CSV 빈칸과 JSON null</a:t>
            </a:r>
          </a:p>
        </p:txBody>
      </p:sp>
      <p:sp>
        <p:nvSpPr>
          <p:cNvPr id="4" name="">
            <a:extLst>
              <a:ext uri="{FF2B5EF4-FFF2-40B4-BE49-F238E27FC236}">
                <ns2:creationId id="{8AB0B7DD-6CF5-4963-8D1F-9B2726DFA93B}"/>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빈 문자열 → None → JSON null</a:t>
            </a:r>
          </a:p>
        </p:txBody>
      </p:sp>
      <p:sp>
        <p:nvSpPr>
          <p:cNvPr id="5" name="">
            <a:extLst>
              <a:ext uri="{FF2B5EF4-FFF2-40B4-BE49-F238E27FC236}">
                <ns2:creationId id="{73F481DB-2ECB-43A5-8503-639B42D3521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누락을 숫자 0으로 바꾸지 않습니다.</a:t>
            </a:r>
          </a:p>
        </p:txBody>
      </p:sp>
      <p:sp>
        <p:nvSpPr>
          <p:cNvPr id="6" name="">
            <a:extLst>
              <a:ext uri="{FF2B5EF4-FFF2-40B4-BE49-F238E27FC236}">
                <ns2:creationId id="{F3BF5417-4539-4884-9D85-AF05DC0CCEB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누락 값의 표현</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568488"/>
                <a:gridCol w="2013939"/>
                <a:gridCol w="1656323"/>
              </a:tblGrid>
              <a:tr h="514350">
                <a:tc>
                  <a:txBody>
                    <a:bodyPr wrap="square"/>
                    <a:lstStyle/>
                    <a:p>
                      <a:pPr>
                        <a:lnSpc>
                          <a:spcPct val="102000"/>
                        </a:lnSpc>
                        <a:buNone/>
                      </a:pPr>
                      <a:r>
                        <a:rPr sz="1875" b="1">
                          <a:solidFill>
                            <a:srgbClr val="172F39"/>
                          </a:solidFill>
                          <a:latin typeface="Noto Sans KR"/>
                          <a:ea typeface="Noto Sans KR"/>
                          <a:cs typeface="Noto Sans KR"/>
                        </a:rPr>
                        <a:t>CSV</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Python</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JSON</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빈칸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None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r>
            </a:tbl>
          </a:graphicData>
        </a:graphic>
      </p:graphicFrame>
      <p:sp>
        <p:nvSpPr>
          <p:cNvPr id="8" name="">
            <a:extLst>
              <a:ext uri="{FF2B5EF4-FFF2-40B4-BE49-F238E27FC236}">
                <ns2:creationId id="{E5C9E70E-9DF0-46CF-B6A0-8F235D62238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7C61795-1089-4D74-A244-A05BDF32E65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5AFF239-49C1-4F19-A7E5-7A406041D13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36E09D3D-7162-4535-AC7A-382E02D7F39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BF01CC1-02A8-4412-9162-66E5D859243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039</a:t>
            </a:r>
          </a:p>
        </p:txBody>
      </p:sp>
    </p:spTree>
    <p:extLst>
      <p:ext uri="{BB962C8B-B14F-4D97-AF65-F5344CB8AC3E}">
        <ns4:creationId val="1994407218"/>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5E7C6D68-7CDA-4600-9E9F-6B4DFDDC4A2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43C83D62-DAB7-4BCE-A8DC-A4DE5A8C10E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문자 null과 누락 값</a:t>
            </a:r>
          </a:p>
        </p:txBody>
      </p:sp>
      <p:sp>
        <p:nvSpPr>
          <p:cNvPr id="3" name="">
            <a:extLst>
              <a:ext uri="{FF2B5EF4-FFF2-40B4-BE49-F238E27FC236}">
                <ns2:creationId id="{A354B926-4E1C-4590-900B-B781A60E30D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문자 null과 누락 값</a:t>
            </a:r>
          </a:p>
        </p:txBody>
      </p:sp>
      <p:sp>
        <p:nvSpPr>
          <p:cNvPr id="4" name="">
            <a:extLst>
              <a:ext uri="{FF2B5EF4-FFF2-40B4-BE49-F238E27FC236}">
                <ns2:creationId id="{0D6FEB74-5887-442B-9A26-DA0492F9C63C}"/>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CSV의 "null"은 글자입니다.</a:t>
            </a:r>
          </a:p>
        </p:txBody>
      </p:sp>
      <p:sp>
        <p:nvSpPr>
          <p:cNvPr id="5" name="">
            <a:extLst>
              <a:ext uri="{FF2B5EF4-FFF2-40B4-BE49-F238E27FC236}">
                <ns2:creationId id="{A6B21FE3-C87F-4D05-8D37-45B7ECD8A9E2}"/>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보충 예는 빈칸만 미측정으로 인정합니다.</a:t>
            </a:r>
          </a:p>
        </p:txBody>
      </p:sp>
      <p:sp>
        <p:nvSpPr>
          <p:cNvPr id="6" name="">
            <a:extLst>
              <a:ext uri="{FF2B5EF4-FFF2-40B4-BE49-F238E27FC236}">
                <ns2:creationId id="{2A1C5A72-7F50-45C8-AEE1-59DC01E4808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빈칸과 문자 null</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016969"/>
                <a:gridCol w="3221781"/>
              </a:tblGrid>
              <a:tr h="514350">
                <a:tc>
                  <a:txBody>
                    <a:bodyPr wrap="square"/>
                    <a:lstStyle/>
                    <a:p>
                      <a:pPr>
                        <a:lnSpc>
                          <a:spcPct val="102000"/>
                        </a:lnSpc>
                        <a:buNone/>
                      </a:pPr>
                      <a:r>
                        <a:rPr sz="1875" b="1">
                          <a:solidFill>
                            <a:srgbClr val="172F39"/>
                          </a:solidFill>
                          <a:latin typeface="Noto Sans KR"/>
                          <a:ea typeface="Noto Sans KR"/>
                          <a:cs typeface="Noto Sans KR"/>
                        </a:rPr>
                        <a:t>CSV 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처리</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빈칸</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숫자 변환 거절</a:t>
                      </a:r>
                    </a:p>
                  </a:txBody>
                  <a:tcPr marL="114300" marR="114300" marT="76200" marB="76200" anchor="ctr">
                    <a:solidFill>
                      <a:srgbClr val="FFFFFF"/>
                    </a:solidFill>
                  </a:tcPr>
                </a:tc>
              </a:tr>
            </a:tbl>
          </a:graphicData>
        </a:graphic>
      </p:graphicFrame>
      <p:sp>
        <p:nvSpPr>
          <p:cNvPr id="8" name="">
            <a:extLst>
              <a:ext uri="{FF2B5EF4-FFF2-40B4-BE49-F238E27FC236}">
                <ns2:creationId id="{CFB5E003-E3A5-4D9E-99C9-6D64024AFA6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AF8FAF2B-1DC1-4C13-A7EA-2491DE6C5B5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1A86FEF-2299-4983-ABD9-0A84FAE2AFE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B3FB3D63-4FC7-4807-B754-26CD42759E2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7F64F66-D81B-41F2-900C-B4D041EE534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040</a:t>
            </a:r>
          </a:p>
        </p:txBody>
      </p:sp>
    </p:spTree>
    <p:extLst>
      <p:ext uri="{BB962C8B-B14F-4D97-AF65-F5344CB8AC3E}">
        <ns4:creationId val="1113043293"/>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8641D50-C8DC-48C9-B106-DC9DAA06507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D5D7DA4F-D435-435B-AB57-B7C26E3BBBD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API가 받는 값의 형식</a:t>
            </a:r>
          </a:p>
        </p:txBody>
      </p:sp>
      <p:sp>
        <p:nvSpPr>
          <p:cNvPr id="3" name="">
            <a:extLst>
              <a:ext uri="{FF2B5EF4-FFF2-40B4-BE49-F238E27FC236}">
                <ns2:creationId id="{A79731B8-FC27-4393-BE32-C2F92BA3E01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API가 받는 값의 형식</a:t>
            </a:r>
          </a:p>
        </p:txBody>
      </p:sp>
      <p:sp>
        <p:nvSpPr>
          <p:cNvPr id="4" name="">
            <a:extLst>
              <a:ext uri="{FF2B5EF4-FFF2-40B4-BE49-F238E27FC236}">
                <ns2:creationId id="{FF135733-945D-408F-8655-C68BA1BDD45C}"/>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온도: 유한한 0~50 또는 null</a:t>
            </a:r>
          </a:p>
        </p:txBody>
      </p:sp>
      <p:sp>
        <p:nvSpPr>
          <p:cNvPr id="5" name="">
            <a:extLst>
              <a:ext uri="{FF2B5EF4-FFF2-40B4-BE49-F238E27FC236}">
                <ns2:creationId id="{85F1550C-F713-4273-ACED-636B234385FD}"/>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active: true/false · 시각: 시간대 포함</a:t>
            </a:r>
          </a:p>
        </p:txBody>
      </p:sp>
      <p:sp>
        <p:nvSpPr>
          <p:cNvPr id="6" name="">
            <a:extLst>
              <a:ext uri="{FF2B5EF4-FFF2-40B4-BE49-F238E27FC236}">
                <ns2:creationId id="{C997F5BF-D668-4021-BEC7-4912DCBC5D7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API 입력 규칙</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37565"/>
                <a:gridCol w="2901185"/>
              </a:tblGrid>
              <a:tr h="514350">
                <a:tc>
                  <a:txBody>
                    <a:bodyPr wrap="square"/>
                    <a:lstStyle/>
                    <a:p>
                      <a:pPr>
                        <a:lnSpc>
                          <a:spcPct val="102000"/>
                        </a:lnSpc>
                        <a:buNone/>
                      </a:pPr>
                      <a:r>
                        <a:rPr sz="1875" b="1">
                          <a:solidFill>
                            <a:srgbClr val="172F39"/>
                          </a:solidFill>
                          <a:latin typeface="Noto Sans KR"/>
                          <a:ea typeface="Noto Sans KR"/>
                          <a:cs typeface="Noto Sans KR"/>
                        </a:rPr>
                        <a:t>필드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인정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temperature_c</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유한한 0~50 또는 null</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active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 / false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measured_at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시간대 포함 시각</a:t>
                      </a:r>
                    </a:p>
                  </a:txBody>
                  <a:tcPr marL="114300" marR="114300" marT="76200" marB="76200" anchor="ctr">
                    <a:solidFill>
                      <a:srgbClr val="FFFFFF"/>
                    </a:solidFill>
                  </a:tcPr>
                </a:tc>
              </a:tr>
            </a:tbl>
          </a:graphicData>
        </a:graphic>
      </p:graphicFrame>
      <p:sp>
        <p:nvSpPr>
          <p:cNvPr id="8" name="">
            <a:extLst>
              <a:ext uri="{FF2B5EF4-FFF2-40B4-BE49-F238E27FC236}">
                <ns2:creationId id="{F7D190FA-6062-4E09-8EED-A1A425F6178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F792A84-8A53-418D-B24F-5E544A9FA64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1C71620-ECBB-4C56-9B8D-9030CACFFBF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6B81E57-C15C-42DA-A233-AFD6C87E83E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DE95245-776D-49B8-AE67-0C8D28D6E91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041</a:t>
            </a:r>
          </a:p>
        </p:txBody>
      </p:sp>
    </p:spTree>
    <p:extLst>
      <p:ext uri="{BB962C8B-B14F-4D97-AF65-F5344CB8AC3E}">
        <ns4:creationId val="470726737"/>
      </p:ext>
    </p:extLst>
  </p:cSld>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F8E48460-47EB-48C1-866A-12A7AED0B29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881BAFCA-7DBB-42C5-8B9B-9BC0190BE81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전송·수신·화면 값 추적</a:t>
            </a:r>
          </a:p>
        </p:txBody>
      </p:sp>
      <p:sp>
        <p:nvSpPr>
          <p:cNvPr id="3" name="">
            <a:extLst>
              <a:ext uri="{FF2B5EF4-FFF2-40B4-BE49-F238E27FC236}">
                <ns2:creationId id="{51BE3C87-FBAA-407F-A83A-8488DAAABDFA}"/>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전송·수신·화면 값 추적</a:t>
            </a:r>
          </a:p>
        </p:txBody>
      </p:sp>
      <p:sp>
        <p:nvSpPr>
          <p:cNvPr id="4" name="">
            <a:extLst>
              <a:ext uri="{FF2B5EF4-FFF2-40B4-BE49-F238E27FC236}">
                <ns2:creationId id="{495E6A59-038B-4462-9281-ED10F6CB08A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보낸 본문 → HTTP 응답 → GET 목록 → 화면</a:t>
            </a:r>
          </a:p>
        </p:txBody>
      </p:sp>
      <p:sp>
        <p:nvSpPr>
          <p:cNvPr id="5" name="">
            <a:extLst>
              <a:ext uri="{FF2B5EF4-FFF2-40B4-BE49-F238E27FC236}">
                <ns2:creationId id="{3916A1E9-7FF8-4AFF-AD7F-AF37904CFEFA}"/>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sensor_id와 측정 시각을 함께 찾습니다.</a:t>
            </a:r>
          </a:p>
        </p:txBody>
      </p:sp>
      <p:sp>
        <p:nvSpPr>
          <p:cNvPr id="6" name="">
            <a:extLst>
              <a:ext uri="{FF2B5EF4-FFF2-40B4-BE49-F238E27FC236}">
                <ns2:creationId id="{B3775467-F976-4FF9-88F5-CF3608DF5BDE}"/>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한 기록을 추적할 순서</a:t>
            </a:r>
          </a:p>
        </p:txBody>
      </p:sp>
      <p:sp>
        <p:nvSpPr>
          <p:cNvPr id="7" name="">
            <a:extLst>
              <a:ext uri="{FF2B5EF4-FFF2-40B4-BE49-F238E27FC236}">
                <ns2:creationId id="{1252A5F9-4CB0-4EE2-A397-09BF87760AD5}"/>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보낸 본문 → HTTP 응답</a:t>
            </a:r>
          </a:p>
        </p:txBody>
      </p:sp>
      <p:sp>
        <p:nvSpPr>
          <p:cNvPr id="8" name="">
            <a:extLst>
              <a:ext uri="{FF2B5EF4-FFF2-40B4-BE49-F238E27FC236}">
                <ns2:creationId id="{A4E228D8-3584-47F7-BAD9-D2EACAA6D5B0}"/>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GET 목록 → 같은 ID·시각의 화면</a:t>
            </a:r>
          </a:p>
        </p:txBody>
      </p:sp>
      <p:sp>
        <p:nvSpPr>
          <p:cNvPr id="9" name="">
            <a:extLst>
              <a:ext uri="{FF2B5EF4-FFF2-40B4-BE49-F238E27FC236}">
                <ns2:creationId id="{0FBE5779-6AEB-4851-B8A6-33F0D4C752E9}"/>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040F5166-89B2-487F-ACA8-E526C652878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3BA03721-E806-473C-98A9-5EBE9141932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C0EF1193-56B0-42EB-9E72-55BA4FD65AC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01D5E369-269E-46BB-B550-5A9D45F160F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042</a:t>
            </a:r>
          </a:p>
        </p:txBody>
      </p:sp>
    </p:spTree>
    <p:extLst>
      <p:ext uri="{BB962C8B-B14F-4D97-AF65-F5344CB8AC3E}">
        <ns4:creationId val="521178242"/>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92E318E5-F353-41D7-845F-5E86AB112B0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9E3BAB70-9054-4496-A4AB-99A18E4EE1B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기록 수락과 최신값 선택</a:t>
            </a:r>
          </a:p>
        </p:txBody>
      </p:sp>
      <p:sp>
        <p:nvSpPr>
          <p:cNvPr id="3" name="">
            <a:extLst>
              <a:ext uri="{FF2B5EF4-FFF2-40B4-BE49-F238E27FC236}">
                <ns2:creationId id="{AD7911B0-9ECF-4066-858E-31703D38EE8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기록 수락과 최신값 선택</a:t>
            </a:r>
          </a:p>
        </p:txBody>
      </p:sp>
      <p:sp>
        <p:nvSpPr>
          <p:cNvPr id="4" name="">
            <a:extLst>
              <a:ext uri="{FF2B5EF4-FFF2-40B4-BE49-F238E27FC236}">
                <ns2:creationId id="{AC2DD3B8-8322-4E76-B3E9-CD66DD8191B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과거 시각의 기록도 이력에 추가됩니다.</a:t>
            </a:r>
          </a:p>
        </p:txBody>
      </p:sp>
      <p:sp>
        <p:nvSpPr>
          <p:cNvPr id="5" name="">
            <a:extLst>
              <a:ext uri="{FF2B5EF4-FFF2-40B4-BE49-F238E27FC236}">
                <ns2:creationId id="{DAC0C84F-E266-469D-B100-3113543088B7}"/>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최신 표는 더 큰 measured_at을 유지합니다.</a:t>
            </a:r>
          </a:p>
        </p:txBody>
      </p:sp>
      <p:sp>
        <p:nvSpPr>
          <p:cNvPr id="6" name="">
            <a:extLst>
              <a:ext uri="{FF2B5EF4-FFF2-40B4-BE49-F238E27FC236}">
                <ns2:creationId id="{0791D9E9-186B-4745-A0ED-B6F2B05D819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수락과 최신 선택은 별개</a:t>
            </a:r>
          </a:p>
        </p:txBody>
      </p:sp>
      <p:sp>
        <p:nvSpPr>
          <p:cNvPr id="7" name="">
            <a:extLst>
              <a:ext uri="{FF2B5EF4-FFF2-40B4-BE49-F238E27FC236}">
                <ns2:creationId id="{7B6E0FEB-2502-4002-A344-4B0CC42A21B2}"/>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과거 기록도 이력에 추가 가능</a:t>
            </a:r>
          </a:p>
        </p:txBody>
      </p:sp>
      <p:sp>
        <p:nvSpPr>
          <p:cNvPr id="8" name="">
            <a:extLst>
              <a:ext uri="{FF2B5EF4-FFF2-40B4-BE49-F238E27FC236}">
                <ns2:creationId id="{16C68E36-9305-4486-BB75-78C524DF433B}"/>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최신 표는 더 큰 measured_at 유지</a:t>
            </a:r>
          </a:p>
        </p:txBody>
      </p:sp>
      <p:sp>
        <p:nvSpPr>
          <p:cNvPr id="9" name="">
            <a:extLst>
              <a:ext uri="{FF2B5EF4-FFF2-40B4-BE49-F238E27FC236}">
                <ns2:creationId id="{20926B59-675B-4000-864E-5DD921FFEB53}"/>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F043E294-E5BD-44B6-B1EA-B5F700A42F3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2383554E-1BB3-4F05-8C22-1D4DB30D8B8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CC7B2AB5-47DD-47C2-B14C-AD7C16FDE8A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3926846B-AC79-4F17-B45C-B654C602A81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043</a:t>
            </a:r>
          </a:p>
        </p:txBody>
      </p:sp>
    </p:spTree>
    <p:extLst>
      <p:ext uri="{BB962C8B-B14F-4D97-AF65-F5344CB8AC3E}">
        <ns4:creationId val="1762531027"/>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9" name="">
            <a:extLst>
              <a:ext uri="{FF2B5EF4-FFF2-40B4-BE49-F238E27FC236}">
                <ns2:creationId id="{83B890E3-A647-43FF-BCCB-9FA616F84CA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3DFB291B-AEE6-4359-833F-9F7B2501947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CSV 변환 코드 예제</a:t>
            </a:r>
          </a:p>
        </p:txBody>
      </p:sp>
      <p:sp>
        <p:nvSpPr>
          <p:cNvPr id="3" name="">
            <a:extLst>
              <a:ext uri="{FF2B5EF4-FFF2-40B4-BE49-F238E27FC236}">
                <ns2:creationId id="{13599EF6-F436-4E1A-A174-968E3CA47EE1}"/>
              </a:ext>
            </a:extLst>
          </p:cNvPr>
          <p:cNvSpPr>
            <a:spLocks noGrp="1"/>
          </p:cNvSpPr>
          <p:nvPr/>
        </p:nvSpPr>
        <p:spPr>
          <a:xfrm>
            <a:off x="685800" y="1809750"/>
            <a:ext cx="10820400" cy="3493770"/>
          </a:xfrm>
          <a:prstGeom prst="rect">
            <a:avLst/>
          </a:prstGeom>
          <a:solidFill>
            <a:srgbClr val="F1F6F5"/>
          </a:solidFill>
          <a:ln w="0">
            <a:noFill/>
          </a:ln>
        </p:spPr>
      </p:sp>
      <p:sp>
        <p:nvSpPr>
          <p:cNvPr id="4" name="">
            <a:extLst>
              <a:ext uri="{FF2B5EF4-FFF2-40B4-BE49-F238E27FC236}">
                <ns2:creationId id="{0BFC9833-AC5E-414C-ABA9-9B2A2C9E4978}"/>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B3E2FC35-680E-4C78-BB81-B5F78B3D1626}"/>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import csv, io, json</a:t>
            </a:r>
          </a:p>
        </p:txBody>
      </p:sp>
      <p:sp>
        <p:nvSpPr>
          <p:cNvPr id="6" name="">
            <a:extLst>
              <a:ext uri="{FF2B5EF4-FFF2-40B4-BE49-F238E27FC236}">
                <ns2:creationId id="{ADE9F838-EF92-43B8-AA9C-7CD811940524}"/>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3A0B98C7-90FC-4673-AAC6-9481A569D5A6}"/>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source = "sensor_id,temperature_c\nS05,0\nS06,\n"</a:t>
            </a:r>
          </a:p>
        </p:txBody>
      </p:sp>
      <p:sp>
        <p:nvSpPr>
          <p:cNvPr id="8" name="">
            <a:extLst>
              <a:ext uri="{FF2B5EF4-FFF2-40B4-BE49-F238E27FC236}">
                <ns2:creationId id="{825DC2F9-E511-4FA4-AC87-3EA80FA08C17}"/>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5CC5A7DC-101A-46A4-A3CE-06098C168527}"/>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rows = list(csv.DictReader(io.StringIO(source)))</a:t>
            </a:r>
          </a:p>
        </p:txBody>
      </p:sp>
      <p:sp>
        <p:nvSpPr>
          <p:cNvPr id="10" name="">
            <a:extLst>
              <a:ext uri="{FF2B5EF4-FFF2-40B4-BE49-F238E27FC236}">
                <ns2:creationId id="{ECD271B5-1369-4757-8040-99FE4610670D}"/>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9EA2DAC4-E838-4A74-8E31-5FCE1ABE5F59}"/>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for row in rows:</a:t>
            </a:r>
          </a:p>
        </p:txBody>
      </p:sp>
      <p:sp>
        <p:nvSpPr>
          <p:cNvPr id="12" name="">
            <a:extLst>
              <a:ext uri="{FF2B5EF4-FFF2-40B4-BE49-F238E27FC236}">
                <ns2:creationId id="{D36595E5-ECF7-465D-9B58-07A77AC77B38}"/>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72847D07-9353-48FD-8053-DDF11E9A9F7E}"/>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text = row["temperature_c"].strip()</a:t>
            </a:r>
          </a:p>
        </p:txBody>
      </p:sp>
      <p:sp>
        <p:nvSpPr>
          <p:cNvPr id="14" name="">
            <a:extLst>
              <a:ext uri="{FF2B5EF4-FFF2-40B4-BE49-F238E27FC236}">
                <ns2:creationId id="{AB9DCB36-147C-48A4-A9EC-79DA0EDDF779}"/>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4D2267D8-BB95-4D34-96FF-9DCFF9763385}"/>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value = None if text == "" else float(text)</a:t>
            </a:r>
          </a:p>
        </p:txBody>
      </p:sp>
      <p:sp>
        <p:nvSpPr>
          <p:cNvPr id="16" name="">
            <a:extLst>
              <a:ext uri="{FF2B5EF4-FFF2-40B4-BE49-F238E27FC236}">
                <ns2:creationId id="{BD6876E8-8CCA-4A87-80EE-EB0478828DB8}"/>
              </a:ext>
            </a:extLst>
          </p:cNvPr>
          <p:cNvSpPr>
            <a:spLocks noGrp="1"/>
          </p:cNvSpPr>
          <p:nvPr/>
        </p:nvSpPr>
        <p:spPr>
          <a:xfrm>
            <a:off x="828675" y="387362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17" name="">
            <a:extLst>
              <a:ext uri="{FF2B5EF4-FFF2-40B4-BE49-F238E27FC236}">
                <ns2:creationId id="{3182D026-BBA6-459C-8052-30317328E80E}"/>
              </a:ext>
            </a:extLst>
          </p:cNvPr>
          <p:cNvSpPr>
            <a:spLocks noGrp="1"/>
          </p:cNvSpPr>
          <p:nvPr/>
        </p:nvSpPr>
        <p:spPr>
          <a:xfrm>
            <a:off x="1276350" y="383552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if value is not None and not 0 &lt;= value &lt;= 50:</a:t>
            </a:r>
          </a:p>
        </p:txBody>
      </p:sp>
      <p:sp>
        <p:nvSpPr>
          <p:cNvPr id="18" name="">
            <a:extLst>
              <a:ext uri="{FF2B5EF4-FFF2-40B4-BE49-F238E27FC236}">
                <ns2:creationId id="{E137B84C-2B94-49DF-BB27-504BE41B315B}"/>
              </a:ext>
            </a:extLst>
          </p:cNvPr>
          <p:cNvSpPr>
            <a:spLocks noGrp="1"/>
          </p:cNvSpPr>
          <p:nvPr/>
        </p:nvSpPr>
        <p:spPr>
          <a:xfrm>
            <a:off x="828675" y="419061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08</a:t>
            </a:r>
          </a:p>
        </p:txBody>
      </p:sp>
      <p:sp>
        <p:nvSpPr>
          <p:cNvPr id="19" name="">
            <a:extLst>
              <a:ext uri="{FF2B5EF4-FFF2-40B4-BE49-F238E27FC236}">
                <ns2:creationId id="{F5CE3EF3-8DDC-437C-8673-CBDA632EA5C6}"/>
              </a:ext>
            </a:extLst>
          </p:cNvPr>
          <p:cNvSpPr>
            <a:spLocks noGrp="1"/>
          </p:cNvSpPr>
          <p:nvPr/>
        </p:nvSpPr>
        <p:spPr>
          <a:xfrm>
            <a:off x="1276350" y="415251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raise ValueError("invalid temperature")</a:t>
            </a:r>
          </a:p>
        </p:txBody>
      </p:sp>
      <p:sp>
        <p:nvSpPr>
          <p:cNvPr id="20" name="">
            <a:extLst>
              <a:ext uri="{FF2B5EF4-FFF2-40B4-BE49-F238E27FC236}">
                <ns2:creationId id="{6396C59A-C740-4A0B-BB22-DD5505F50253}"/>
              </a:ext>
            </a:extLst>
          </p:cNvPr>
          <p:cNvSpPr>
            <a:spLocks noGrp="1"/>
          </p:cNvSpPr>
          <p:nvPr/>
        </p:nvSpPr>
        <p:spPr>
          <a:xfrm>
            <a:off x="828675" y="450761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09</a:t>
            </a:r>
          </a:p>
        </p:txBody>
      </p:sp>
      <p:sp>
        <p:nvSpPr>
          <p:cNvPr id="21" name="">
            <a:extLst>
              <a:ext uri="{FF2B5EF4-FFF2-40B4-BE49-F238E27FC236}">
                <ns2:creationId id="{D3D62926-5643-4D28-AF76-83AB99A5965D}"/>
              </a:ext>
            </a:extLst>
          </p:cNvPr>
          <p:cNvSpPr>
            <a:spLocks noGrp="1"/>
          </p:cNvSpPr>
          <p:nvPr/>
        </p:nvSpPr>
        <p:spPr>
          <a:xfrm>
            <a:off x="1276350" y="446951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row["temperature_c"] = value</a:t>
            </a:r>
          </a:p>
        </p:txBody>
      </p:sp>
      <p:sp>
        <p:nvSpPr>
          <p:cNvPr id="22" name="">
            <a:extLst>
              <a:ext uri="{FF2B5EF4-FFF2-40B4-BE49-F238E27FC236}">
                <ns2:creationId id="{BE196B22-0D5F-47E9-856B-FBBA3C7CA985}"/>
              </a:ext>
            </a:extLst>
          </p:cNvPr>
          <p:cNvSpPr>
            <a:spLocks noGrp="1"/>
          </p:cNvSpPr>
          <p:nvPr/>
        </p:nvSpPr>
        <p:spPr>
          <a:xfrm>
            <a:off x="828675" y="482460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10</a:t>
            </a:r>
          </a:p>
        </p:txBody>
      </p:sp>
      <p:sp>
        <p:nvSpPr>
          <p:cNvPr id="23" name="">
            <a:extLst>
              <a:ext uri="{FF2B5EF4-FFF2-40B4-BE49-F238E27FC236}">
                <ns2:creationId id="{FA22A74E-0EBC-46A9-9FE9-5C49FA2D7FD0}"/>
              </a:ext>
            </a:extLst>
          </p:cNvPr>
          <p:cNvSpPr>
            <a:spLocks noGrp="1"/>
          </p:cNvSpPr>
          <p:nvPr/>
        </p:nvSpPr>
        <p:spPr>
          <a:xfrm>
            <a:off x="1276350" y="478650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print(json.dumps(rows))</a:t>
            </a:r>
          </a:p>
        </p:txBody>
      </p:sp>
      <p:sp>
        <p:nvSpPr>
          <p:cNvPr id="24" name="">
            <a:extLst>
              <a:ext uri="{FF2B5EF4-FFF2-40B4-BE49-F238E27FC236}">
                <ns2:creationId id="{A6659344-BA5E-4E67-988C-E6AA232F4D15}"/>
              </a:ext>
            </a:extLst>
          </p:cNvPr>
          <p:cNvSpPr>
            <a:spLocks noGrp="1"/>
          </p:cNvSpPr>
          <p:nvPr/>
        </p:nvSpPr>
        <p:spPr>
          <a:xfrm>
            <a:off x="685800" y="6172200"/>
            <a:ext cx="10820400" cy="9525"/>
          </a:xfrm>
          <a:prstGeom prst="rect">
            <a:avLst/>
          </a:prstGeom>
          <a:solidFill>
            <a:srgbClr val="D5DEDD"/>
          </a:solidFill>
          <a:ln w="0">
            <a:noFill/>
          </a:ln>
        </p:spPr>
      </p:sp>
      <p:sp>
        <p:nvSpPr>
          <p:cNvPr id="25" name="">
            <a:extLst>
              <a:ext uri="{FF2B5EF4-FFF2-40B4-BE49-F238E27FC236}">
                <ns2:creationId id="{35ADD925-0965-4004-A668-2DE305127BC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6" name="">
            <a:extLst>
              <a:ext uri="{FF2B5EF4-FFF2-40B4-BE49-F238E27FC236}">
                <ns2:creationId id="{33519F16-8D78-4814-BF2B-0F9666D82AE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7" name="">
            <a:extLst>
              <a:ext uri="{FF2B5EF4-FFF2-40B4-BE49-F238E27FC236}">
                <ns2:creationId id="{854E9CCC-914E-4E47-BC1F-E2D47DFAD6A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8" name="">
            <a:extLst>
              <a:ext uri="{FF2B5EF4-FFF2-40B4-BE49-F238E27FC236}">
                <ns2:creationId id="{9DE0D719-040E-45CA-BB4B-30BAB7E8948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044</a:t>
            </a:r>
          </a:p>
        </p:txBody>
      </p:sp>
    </p:spTree>
    <p:extLst>
      <p:ext uri="{BB962C8B-B14F-4D97-AF65-F5344CB8AC3E}">
        <ns4:creationId val="1543141979"/>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9DB27F4-B042-418A-8E73-CC5270D355B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E426EDEA-E0F7-486F-A856-77980A90B5C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D33AEBF6-26ED-4ADF-8506-3C9C8E59618C}"/>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1~3행: CSV를 이름·값 목록으로 읽습니다.</a:t>
            </a:r>
          </a:p>
        </p:txBody>
      </p:sp>
      <p:sp>
        <p:nvSpPr>
          <p:cNvPr id="4" name="">
            <a:extLst>
              <a:ext uri="{FF2B5EF4-FFF2-40B4-BE49-F238E27FC236}">
                <ns2:creationId id="{9D4A970A-1579-404C-95D9-D816FAE2C71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4~6행: 빈칸과 숫자를 구분합니다.</a:t>
            </a:r>
          </a:p>
        </p:txBody>
      </p:sp>
      <p:sp>
        <p:nvSpPr>
          <p:cNvPr id="5" name="">
            <a:extLst>
              <a:ext uri="{FF2B5EF4-FFF2-40B4-BE49-F238E27FC236}">
                <ns2:creationId id="{F54EE897-AD6B-48CB-9A2D-3F6614C512E5}"/>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7~9행: 범위를 검사해 값을 저장합니다.</a:t>
            </a:r>
          </a:p>
        </p:txBody>
      </p:sp>
      <p:sp>
        <p:nvSpPr>
          <p:cNvPr id="6" name="">
            <a:extLst>
              <a:ext uri="{FF2B5EF4-FFF2-40B4-BE49-F238E27FC236}">
                <ns2:creationId id="{32E85C00-207A-4DB8-922C-EE423C89DD71}"/>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10행: JSON으로 출력합니다.</a:t>
            </a:r>
          </a:p>
        </p:txBody>
      </p:sp>
      <p:sp>
        <p:nvSpPr>
          <p:cNvPr id="7" name="">
            <a:extLst>
              <a:ext uri="{FF2B5EF4-FFF2-40B4-BE49-F238E27FC236}">
                <ns2:creationId id="{24707845-7AAE-4F4E-83AB-8739D8E670BB}"/>
              </a:ext>
            </a:extLst>
          </p:cNvPr>
          <p:cNvSpPr>
            <a:spLocks noGrp="1"/>
          </p:cNvSpPr>
          <p:nvPr/>
        </p:nvSpPr>
        <p:spPr>
          <a:xfrm>
            <a:off x="685800" y="4338447"/>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44번의 입력과 출력 47번을 함께 봅니다.</a:t>
            </a:r>
          </a:p>
        </p:txBody>
      </p:sp>
      <p:sp>
        <p:nvSpPr>
          <p:cNvPr id="8" name="">
            <a:extLst>
              <a:ext uri="{FF2B5EF4-FFF2-40B4-BE49-F238E27FC236}">
                <ns2:creationId id="{F250A094-1795-4D09-9E04-60E1803A010C}"/>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83AFD787-3D3A-46C0-925F-7CCBC55E97B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8029CB3-2FD3-48CB-8CAA-0095F6FC53B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8A1B14B9-BB3E-48F3-A8C9-47CFC342932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7F2EA6AB-4BD2-4AB3-AD5C-C234C7CE0A2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045</a:t>
            </a:r>
          </a:p>
        </p:txBody>
      </p:sp>
    </p:spTree>
    <p:extLst>
      <p:ext uri="{BB962C8B-B14F-4D97-AF65-F5344CB8AC3E}">
        <ns4:creationId val="1222040307"/>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275608B-6B82-46AE-928D-4727C23D7E5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6700A505-90EC-4688-9FAE-8B63A5DB55B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E473907B-BF7E-41BD-95C0-DD7CABFEBF24}"/>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48AAB236-3003-45A1-8A74-1BC733252B3E}"/>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work/csv_trace.py</a:t>
            </a:r>
          </a:p>
        </p:txBody>
      </p:sp>
      <p:sp>
        <p:nvSpPr>
          <p:cNvPr id="5" name="">
            <a:extLst>
              <a:ext uri="{FF2B5EF4-FFF2-40B4-BE49-F238E27FC236}">
                <ns2:creationId id="{15099CED-1C11-4CE5-951A-5D1A29DCB1C1}"/>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work/csv_trace.py</a:t>
            </a:r>
          </a:p>
        </p:txBody>
      </p:sp>
      <p:sp>
        <p:nvSpPr>
          <p:cNvPr id="6" name="">
            <a:extLst>
              <a:ext uri="{FF2B5EF4-FFF2-40B4-BE49-F238E27FC236}">
                <ns2:creationId id="{4C522111-3EE3-4EB0-9929-6388F94C6D4E}"/>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44번의 입력과 출력 47번을 함께 봅니다.</a:t>
            </a:r>
          </a:p>
        </p:txBody>
      </p:sp>
      <p:sp>
        <p:nvSpPr>
          <p:cNvPr id="7" name="">
            <a:extLst>
              <a:ext uri="{FF2B5EF4-FFF2-40B4-BE49-F238E27FC236}">
                <ns2:creationId id="{9286F1D5-1673-4131-A489-9F889199863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A559784B-A288-4CB9-9B44-99FB2B12928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2606B3E-3A79-41EC-8A93-597D2B0FCE1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0734C5BC-2FF8-45B5-A1A1-EFF7397A0C5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12672812-E63A-4B2D-A890-C6C284C704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046</a:t>
            </a:r>
          </a:p>
        </p:txBody>
      </p:sp>
    </p:spTree>
    <p:extLst>
      <p:ext uri="{BB962C8B-B14F-4D97-AF65-F5344CB8AC3E}">
        <ns4:creationId val="1403505792"/>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8D8FD5B3-8E57-4805-B6BC-BBFDD471C8A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4BF60D04-4546-4793-9212-0DA4652EA0C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0C7ABDDB-C130-4315-824A-47CE3975913B}"/>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S05의 0 → 숫자 0.0</a:t>
            </a:r>
          </a:p>
        </p:txBody>
      </p:sp>
      <p:sp>
        <p:nvSpPr>
          <p:cNvPr id="4" name="">
            <a:extLst>
              <a:ext uri="{FF2B5EF4-FFF2-40B4-BE49-F238E27FC236}">
                <ns2:creationId id="{2529B1C4-3DFC-4798-B081-866E6C33D23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S06의 빈칸 → JSON null</a:t>
            </a:r>
          </a:p>
        </p:txBody>
      </p:sp>
      <p:sp>
        <p:nvSpPr>
          <p:cNvPr id="5" name="">
            <a:extLst>
              <a:ext uri="{FF2B5EF4-FFF2-40B4-BE49-F238E27FC236}">
                <ns2:creationId id="{2B7D565E-4572-4192-8478-4F6CB620E0D4}"/>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실제 참고 코드에는 JSON 출력 줄이 있습니다.</a:t>
            </a:r>
          </a:p>
        </p:txBody>
      </p:sp>
      <p:sp>
        <p:nvSpPr>
          <p:cNvPr id="6" name="">
            <a:extLst>
              <a:ext uri="{FF2B5EF4-FFF2-40B4-BE49-F238E27FC236}">
                <ns2:creationId id="{DEF9059A-718E-4670-979E-1CEBB6E45258}"/>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44번의 입력과 출력 47번을 함께 봅니다.</a:t>
            </a:r>
          </a:p>
        </p:txBody>
      </p:sp>
      <p:sp>
        <p:nvSpPr>
          <p:cNvPr id="7" name="">
            <a:extLst>
              <a:ext uri="{FF2B5EF4-FFF2-40B4-BE49-F238E27FC236}">
                <ns2:creationId id="{B5B0D65D-42E4-4A75-BC5C-7FB227988812}"/>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4AA4B3C1-C93F-451F-BBA5-483AA4F3274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F634DAE-8614-405B-9B4C-13763ECA4EC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E95939B5-4872-4BB9-8015-30473AB663E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258CCEC-4F32-4FDA-848F-3E66D2C10E7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047</a:t>
            </a:r>
          </a:p>
        </p:txBody>
      </p:sp>
    </p:spTree>
    <p:extLst>
      <p:ext uri="{BB962C8B-B14F-4D97-AF65-F5344CB8AC3E}">
        <ns4:creationId val="1203969720"/>
      </p:ext>
    </p:extLst>
  </p:cSld>
</p:sld>
</file>

<file path=ppt/slides/slide4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6358F35-48B2-4AF7-9AEC-907B400CB52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D2BC5733-2F35-48C0-AFE9-856A79CE36E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693887A4-6A5E-4E5C-8BFE-ECB1B3EF23D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CSV 셀: "0", 빈칸, "null", "51", "24.0"</a:t>
            </a:r>
          </a:p>
        </p:txBody>
      </p:sp>
      <p:sp>
        <p:nvSpPr>
          <p:cNvPr id="4" name="">
            <a:extLst>
              <a:ext uri="{FF2B5EF4-FFF2-40B4-BE49-F238E27FC236}">
                <ns2:creationId id="{8E06C37A-7BBD-43FD-AF4A-611092E736D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숫자·미측정·거절로 분류하세요.</a:t>
            </a:r>
          </a:p>
        </p:txBody>
      </p:sp>
      <p:sp>
        <p:nvSpPr>
          <p:cNvPr id="5" name="">
            <a:extLst>
              <a:ext uri="{FF2B5EF4-FFF2-40B4-BE49-F238E27FC236}">
                <ns2:creationId id="{84C21F1B-545C-4C2E-A4AB-869406E37160}"/>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734F8F95-4421-4000-9F7F-3F4CAD6E1AA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EBFB5E4-C4E4-420A-9B51-CB00FF1DAED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F36B4552-7688-4E1D-B5E1-13AB30D825D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587788B-8D4B-4E5C-A5E2-0ED13700E0A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1FD9834A-EA5A-4163-AC15-65DB55F6497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048</a:t>
            </a:r>
          </a:p>
        </p:txBody>
      </p:sp>
    </p:spTree>
    <p:extLst>
      <p:ext uri="{BB962C8B-B14F-4D97-AF65-F5344CB8AC3E}">
        <ns4:creationId val="1787870717"/>
      </p:ext>
    </p:extLst>
  </p:cSld>
</p:sld>
</file>

<file path=ppt/slides/slide4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FAFBE32-6428-478D-A1B7-FC437D16EAB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4C729D65-92ED-454F-9088-C04FE9F6F65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0418ED3D-8F50-42EF-AD47-33C76D03D2B0}"/>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숫자: 0.0, 24.0 · 미측정: null</a:t>
            </a:r>
          </a:p>
        </p:txBody>
      </p:sp>
      <p:sp>
        <p:nvSpPr>
          <p:cNvPr id="4" name="">
            <a:extLst>
              <a:ext uri="{FF2B5EF4-FFF2-40B4-BE49-F238E27FC236}">
                <ns2:creationId id="{88DB626B-198A-48E0-8DB3-81C29E6B1F6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거절: 문자 null, 범위 밖 51</a:t>
            </a:r>
          </a:p>
        </p:txBody>
      </p:sp>
      <p:sp>
        <p:nvSpPr>
          <p:cNvPr id="5" name="">
            <a:extLst>
              <a:ext uri="{FF2B5EF4-FFF2-40B4-BE49-F238E27FC236}">
                <ns2:creationId id="{A1ED3A0E-723C-4A8F-9DFF-250A38975B1B}"/>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정한 변환 규칙 없이 값을 바꾸지 않습니다.</a:t>
            </a:r>
          </a:p>
        </p:txBody>
      </p:sp>
      <p:sp>
        <p:nvSpPr>
          <p:cNvPr id="6" name="">
            <a:extLst>
              <a:ext uri="{FF2B5EF4-FFF2-40B4-BE49-F238E27FC236}">
                <ns2:creationId id="{B66C94D0-ED10-46B8-981F-101243FB460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B2AF7A4-E265-48AA-9887-7101977E9EB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3F6D6E8-572D-415E-9F8A-7A35636C5AA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562FA09-D366-4A5C-9147-501807546F5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79B310A-6131-48E5-8F33-5157EEDD815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049</a:t>
            </a:r>
          </a:p>
        </p:txBody>
      </p:sp>
    </p:spTree>
    <p:extLst>
      <p:ext uri="{BB962C8B-B14F-4D97-AF65-F5344CB8AC3E}">
        <ns4:creationId val="874266418"/>
      </p:ext>
    </p:extLst>
  </p:cSld>
</p:sld>
</file>

<file path=ppt/slides/slide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70DD46CC-8CD7-4430-94F2-F7A6F398135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CF1961C2-B0C5-43AA-8ED4-8FD844D24EB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61EF2299-690F-4DB8-B8E2-0662E2F60A3F}"/>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참고 코드의 24.0을 51로 바꿉니다.</a:t>
            </a:r>
          </a:p>
        </p:txBody>
      </p:sp>
      <p:sp>
        <p:nvSpPr>
          <p:cNvPr id="4" name="">
            <a:extLst>
              <a:ext uri="{FF2B5EF4-FFF2-40B4-BE49-F238E27FC236}">
                <ns2:creationId id="{38B5BFAE-C6D8-403D-9C94-A42EB61FADBF}"/>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범위 오류 뒤 원문을 24.0으로 복구합니다.</a:t>
            </a:r>
          </a:p>
        </p:txBody>
      </p:sp>
      <p:sp>
        <p:nvSpPr>
          <p:cNvPr id="5" name="">
            <a:extLst>
              <a:ext uri="{FF2B5EF4-FFF2-40B4-BE49-F238E27FC236}">
                <ns2:creationId id="{AF627B79-A2DE-4895-98D2-151757EE8426}"/>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350D5EA0-9501-4292-9531-7457014A40A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FDF83BD9-7531-4C8F-A26C-658BB381FE1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36F605C3-FE28-417C-AA7F-268F7A75A20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0DCDFB2-0D4E-4606-928F-438B40A9D8B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050</a:t>
            </a:r>
          </a:p>
        </p:txBody>
      </p:sp>
    </p:spTree>
    <p:extLst>
      <p:ext uri="{BB962C8B-B14F-4D97-AF65-F5344CB8AC3E}">
        <ns4:creationId val="2059519047"/>
      </p:ext>
    </p:extLst>
  </p:cSld>
</p:sld>
</file>

<file path=ppt/slides/slide5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2704DFA9-0D45-44E4-81B9-597A5C4B3DB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50AB3AE4-250C-44F6-9973-55A423D35D1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4A9C09F8-EECD-4DC6-9AD5-BD3C0E56286E}"/>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abc·문자 null: 숫자 변환 오류</a:t>
            </a:r>
          </a:p>
        </p:txBody>
      </p:sp>
      <p:sp>
        <p:nvSpPr>
          <p:cNvPr id="4" name="">
            <a:extLst>
              <a:ext uri="{FF2B5EF4-FFF2-40B4-BE49-F238E27FC236}">
                <ns2:creationId id="{F8483A97-91EF-43D5-84FF-9BC712DDAA7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NaN: 유한 숫자 검사에서 거절</a:t>
            </a:r>
          </a:p>
        </p:txBody>
      </p:sp>
      <p:sp>
        <p:nvSpPr>
          <p:cNvPr id="5" name="">
            <a:extLst>
              <a:ext uri="{FF2B5EF4-FFF2-40B4-BE49-F238E27FC236}">
                <ns2:creationId id="{8D22ADF0-6464-436C-8C12-BC2E6CC69EC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F85BE00A-4E5B-4763-977C-0B7DD4E3B2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F09EEA9F-478B-4425-BF37-BBE07155BCC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EE8321FC-8C3C-45E6-BED2-88090AC8F82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0AFB487E-F99A-43A4-9CB9-D05EA75313E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051</a:t>
            </a:r>
          </a:p>
        </p:txBody>
      </p:sp>
    </p:spTree>
    <p:extLst>
      <p:ext uri="{BB962C8B-B14F-4D97-AF65-F5344CB8AC3E}">
        <ns4:creationId val="1088881947"/>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105B3E5-1368-49ED-AA16-3E06F680AEA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42652A8C-C5E1-489A-91C5-D877858D1F0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A7F052BC-5724-4700-B6BC-D98BFD8EA93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CSV 빈칸과 숫자 0의 차이를 설명합니다.</a:t>
            </a:r>
          </a:p>
        </p:txBody>
      </p:sp>
      <p:sp>
        <p:nvSpPr>
          <p:cNvPr id="4" name="">
            <a:extLst>
              <a:ext uri="{FF2B5EF4-FFF2-40B4-BE49-F238E27FC236}">
                <ns2:creationId id="{18E4E7B7-8861-4E1B-B406-A63100B2582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POST 201만으로 최신값 변경을 단정하나요?</a:t>
            </a:r>
          </a:p>
        </p:txBody>
      </p:sp>
      <p:sp>
        <p:nvSpPr>
          <p:cNvPr id="5" name="">
            <a:extLst>
              <a:ext uri="{FF2B5EF4-FFF2-40B4-BE49-F238E27FC236}">
                <ns2:creationId id="{FAD1FE85-5EF6-4B22-A936-202A6E213C6A}"/>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B9591F3C-580E-46B1-8A6B-F943BE2E604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08DC84DD-D707-4072-A2EE-529659807C2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03611D3-4AE3-42D0-B881-1D5C4B83DAB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C74BBD0-E4B5-488E-9132-030E2947234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D3B4DB1-5C44-4086-A601-BB62EDBEF5D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052</a:t>
            </a:r>
          </a:p>
        </p:txBody>
      </p:sp>
    </p:spTree>
    <p:extLst>
      <p:ext uri="{BB962C8B-B14F-4D97-AF65-F5344CB8AC3E}">
        <ns4:creationId val="1516624319"/>
      </p:ext>
    </p:extLst>
  </p:cSld>
</p:sld>
</file>

<file path=ppt/slides/slide5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3F13AAD-23FD-4B89-95F8-E60AF5C880D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2E811CB-5301-4692-8C0F-98D5B486F4D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E9FB9181-03A0-402B-9813-C5726DA29CD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 "0", "NaN", "50"</a:t>
            </a:r>
          </a:p>
        </p:txBody>
      </p:sp>
      <p:sp>
        <p:nvSpPr>
          <p:cNvPr id="4" name="">
            <a:extLst>
              <a:ext uri="{FF2B5EF4-FFF2-40B4-BE49-F238E27FC236}">
                <ns2:creationId id="{37E1F168-EB2C-458E-9CBE-07AEC40D3DAF}"/>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JSON 표현 또는 거절 이유를 쓰세요.</a:t>
            </a:r>
          </a:p>
        </p:txBody>
      </p:sp>
      <p:sp>
        <p:nvSpPr>
          <p:cNvPr id="5" name="">
            <a:extLst>
              <a:ext uri="{FF2B5EF4-FFF2-40B4-BE49-F238E27FC236}">
                <ns2:creationId id="{8FC92651-EDBC-4792-B720-8990CFD85D7D}"/>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99A61B33-2A4D-413C-B7DB-99809995ACC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865E103-8C0E-4413-834E-5C720CB0C50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702E1A9-26DD-46CE-812F-2A7CAA9BCFF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2868CB9-8B1D-4492-99F7-40110DE4641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825D8A9-3CF2-4FD1-9619-7E5327D3CEE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053</a:t>
            </a:r>
          </a:p>
        </p:txBody>
      </p:sp>
    </p:spTree>
    <p:extLst>
      <p:ext uri="{BB962C8B-B14F-4D97-AF65-F5344CB8AC3E}">
        <ns4:creationId val="1673704689"/>
      </p:ext>
    </p:extLst>
  </p:cSld>
</p:sld>
</file>

<file path=ppt/slides/slide5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90968E7-3365-4325-910C-7ED5D592CDFF}"/>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4교시</a:t>
            </a:r>
          </a:p>
        </p:txBody>
      </p:sp>
      <p:sp>
        <p:nvSpPr>
          <p:cNvPr id="2" name="">
            <a:extLst>
              <a:ext uri="{FF2B5EF4-FFF2-40B4-BE49-F238E27FC236}">
                <ns2:creationId id="{D4D1A398-600B-4E0B-9A79-AC8E61110442}"/>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필터·평균·이력 해석</a:t>
            </a:r>
          </a:p>
        </p:txBody>
      </p:sp>
      <p:sp>
        <p:nvSpPr>
          <p:cNvPr id="3" name="">
            <a:extLst>
              <a:ext uri="{FF2B5EF4-FFF2-40B4-BE49-F238E27FC236}">
                <ns2:creationId id="{D1C05E4A-67D2-4C3D-B992-D5C29729E9A0}"/>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14:00~14:50 · 50분</a:t>
            </a:r>
          </a:p>
        </p:txBody>
      </p:sp>
      <p:sp>
        <p:nvSpPr>
          <p:cNvPr id="4" name="">
            <a:extLst>
              <a:ext uri="{FF2B5EF4-FFF2-40B4-BE49-F238E27FC236}">
                <ns2:creationId id="{AB86126D-0108-4257-A141-7832FD5A1C6B}"/>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A10 · A11 · A12</a:t>
            </a:r>
          </a:p>
        </p:txBody>
      </p:sp>
      <p:sp>
        <p:nvSpPr>
          <p:cNvPr id="5" name="">
            <a:extLst>
              <a:ext uri="{FF2B5EF4-FFF2-40B4-BE49-F238E27FC236}">
                <ns2:creationId id="{D427BCA3-6CDD-46BE-9566-9A49F8E1081C}"/>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150E3EC5-D6DA-4D9E-88B5-BF483116B91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072E427E-140F-418A-A04B-796FC22C73B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57943FF-33E2-46C0-ACF0-F642549A481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F6CF85C-11B5-45BB-A36D-0D7D3367C39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68A4206-6184-4865-AED6-ACF9FFD1CAF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054</a:t>
            </a:r>
          </a:p>
        </p:txBody>
      </p:sp>
    </p:spTree>
    <p:extLst>
      <p:ext uri="{BB962C8B-B14F-4D97-AF65-F5344CB8AC3E}">
        <ns4:creationId val="1420040665"/>
      </p:ext>
    </p:extLst>
  </p:cSld>
</p:sld>
</file>

<file path=ppt/slides/slide5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751B17C-3553-4E96-9D9D-CA0A8E65123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87A85E65-60D9-498D-9BF6-5BB3D575A5F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장소 필터와 자료 범위</a:t>
            </a:r>
          </a:p>
        </p:txBody>
      </p:sp>
      <p:sp>
        <p:nvSpPr>
          <p:cNvPr id="3" name="">
            <a:extLst>
              <a:ext uri="{FF2B5EF4-FFF2-40B4-BE49-F238E27FC236}">
                <ns2:creationId id="{F60980D3-F811-4D1B-AB61-83CE6D3758C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장소 필터와 자료 범위</a:t>
            </a:r>
          </a:p>
        </p:txBody>
      </p:sp>
      <p:sp>
        <p:nvSpPr>
          <p:cNvPr id="4" name="">
            <a:extLst>
              <a:ext uri="{FF2B5EF4-FFF2-40B4-BE49-F238E27FC236}">
                <ns2:creationId id="{57098147-88E9-45B3-9C3E-8861327909B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창고를 선택하면 창고 이력만 봅니다.</a:t>
            </a:r>
          </a:p>
        </p:txBody>
      </p:sp>
      <p:sp>
        <p:nvSpPr>
          <p:cNvPr id="5" name="">
            <a:extLst>
              <a:ext uri="{FF2B5EF4-FFF2-40B4-BE49-F238E27FC236}">
                <ns2:creationId id="{4A459F0C-B41E-4F6F-92BA-A62AA816D75D}"/>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최신 표에도 같은 장소 필터를 적용합니다.</a:t>
            </a:r>
          </a:p>
        </p:txBody>
      </p:sp>
      <p:sp>
        <p:nvSpPr>
          <p:cNvPr id="6" name="">
            <a:extLst>
              <a:ext uri="{FF2B5EF4-FFF2-40B4-BE49-F238E27FC236}">
                <ns2:creationId id="{27065F14-DEB8-4FC8-B267-64B72EA0E33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장소와 선택 기록</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746250"/>
                <a:gridCol w="1746250"/>
                <a:gridCol w="1746250"/>
              </a:tblGrid>
              <a:tr h="514350">
                <a:tc>
                  <a:txBody>
                    <a:bodyPr wrap="square"/>
                    <a:lstStyle/>
                    <a:p>
                      <a:pPr>
                        <a:lnSpc>
                          <a:spcPct val="102000"/>
                        </a:lnSpc>
                        <a:buNone/>
                      </a:pPr>
                      <a:r>
                        <a:rPr sz="1875" b="1">
                          <a:solidFill>
                            <a:srgbClr val="172F39"/>
                          </a:solidFill>
                          <a:latin typeface="Noto Sans KR"/>
                          <a:ea typeface="Noto Sans KR"/>
                          <a:cs typeface="Noto Sans KR"/>
                        </a:rPr>
                        <a:t>장소</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센서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창고</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S02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r>
            </a:tbl>
          </a:graphicData>
        </a:graphic>
      </p:graphicFrame>
      <p:sp>
        <p:nvSpPr>
          <p:cNvPr id="8" name="">
            <a:extLst>
              <a:ext uri="{FF2B5EF4-FFF2-40B4-BE49-F238E27FC236}">
                <ns2:creationId id="{A5154189-F37A-446B-843B-0DDA0B87BB6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5C289C6-9A59-46B4-8A37-68F0C8AAA41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C575DB9E-E5C8-4B72-8C94-6C754F9AAED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696CAC3-EBED-4264-952E-AF3E0970393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F5D9C2B-3EBE-4FF6-879F-3CD031E31D0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055</a:t>
            </a:r>
          </a:p>
        </p:txBody>
      </p:sp>
    </p:spTree>
    <p:extLst>
      <p:ext uri="{BB962C8B-B14F-4D97-AF65-F5344CB8AC3E}">
        <ns4:creationId val="508746578"/>
      </p:ext>
    </p:extLst>
  </p:cSld>
</p:sld>
</file>

<file path=ppt/slides/slide5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CF34E1FD-3209-4FB9-BDE2-03F82846C0A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333F342C-FCCE-4581-AD0B-F2C968FED5D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이력 평균과 최신값</a:t>
            </a:r>
          </a:p>
        </p:txBody>
      </p:sp>
      <p:sp>
        <p:nvSpPr>
          <p:cNvPr id="3" name="">
            <a:extLst>
              <a:ext uri="{FF2B5EF4-FFF2-40B4-BE49-F238E27FC236}">
                <ns2:creationId id="{347E6991-0D06-4342-8B90-981A7EB806B8}"/>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유효 이력 평균</a:t>
            </a:r>
          </a:p>
        </p:txBody>
      </p:sp>
      <p:sp>
        <p:nvSpPr>
          <p:cNvPr id="4" name="">
            <a:extLst>
              <a:ext uri="{FF2B5EF4-FFF2-40B4-BE49-F238E27FC236}">
                <ns2:creationId id="{CB18B9D7-9178-4825-9759-14545D6361BF}"/>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센서별 최신값 평균이 아닙니다.</a:t>
            </a:r>
          </a:p>
        </p:txBody>
      </p:sp>
      <p:sp>
        <p:nvSpPr>
          <p:cNvPr id="5" name="">
            <a:extLst>
              <a:ext uri="{FF2B5EF4-FFF2-40B4-BE49-F238E27FC236}">
                <ns2:creationId id="{AF841674-1601-4A15-BC69-F4025454E128}"/>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여러 유효 기록</a:t>
            </a:r>
          </a:p>
        </p:txBody>
      </p:sp>
      <p:sp>
        <p:nvSpPr>
          <p:cNvPr id="6" name="">
            <a:extLst>
              <a:ext uri="{FF2B5EF4-FFF2-40B4-BE49-F238E27FC236}">
                <ns2:creationId id="{989F50F8-AE38-488C-909B-978AC13A7E1D}"/>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같은 센서의 여러 유효 기록도 포함합니다.</a:t>
            </a:r>
          </a:p>
        </p:txBody>
      </p:sp>
      <p:sp>
        <p:nvSpPr>
          <p:cNvPr id="7" name="">
            <a:extLst>
              <a:ext uri="{FF2B5EF4-FFF2-40B4-BE49-F238E27FC236}">
                <ns2:creationId id="{84CC38C7-7850-44E5-8843-1472E04A2AD3}"/>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7FF3366-B993-4825-BEE2-E96EF45B1C7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774D666-8D5A-473D-B80E-88AA4312347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9D159672-6400-488E-BB78-F17AFE8DAFE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A048270A-5C62-41B5-B623-E290F855B5A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056</a:t>
            </a:r>
          </a:p>
        </p:txBody>
      </p:sp>
    </p:spTree>
    <p:extLst>
      <p:ext uri="{BB962C8B-B14F-4D97-AF65-F5344CB8AC3E}">
        <ns4:creationId val="1800815682"/>
      </p:ext>
    </p:extLst>
  </p:cSld>
</p:sld>
</file>

<file path=ppt/slides/slide5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8B3A6AF-97B7-4036-B8F1-2D3A3D0F215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883FC44-537C-4295-8EA6-A9663A39696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평균의 합계와 분모</a:t>
            </a:r>
          </a:p>
        </p:txBody>
      </p:sp>
      <p:sp>
        <p:nvSpPr>
          <p:cNvPr id="3" name="">
            <a:extLst>
              <a:ext uri="{FF2B5EF4-FFF2-40B4-BE49-F238E27FC236}">
                <ns2:creationId id="{9BFC4C10-A9F7-46EE-BFF6-0FD388BFA09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평균의 합계와 분모</a:t>
            </a:r>
          </a:p>
        </p:txBody>
      </p:sp>
      <p:sp>
        <p:nvSpPr>
          <p:cNvPr id="4" name="">
            <a:extLst>
              <a:ext uri="{FF2B5EF4-FFF2-40B4-BE49-F238E27FC236}">
                <ns2:creationId id="{DC9C8E4A-26BB-4035-A6B7-9200CD5E8A56}"/>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null은 제외 · 숫자 0은 포함</a:t>
            </a:r>
          </a:p>
        </p:txBody>
      </p:sp>
      <p:sp>
        <p:nvSpPr>
          <p:cNvPr id="5" name="">
            <a:extLst>
              <a:ext uri="{FF2B5EF4-FFF2-40B4-BE49-F238E27FC236}">
                <ns2:creationId id="{FCE2679A-63B3-40E5-981D-57A9BCBEAA21}"/>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유효 숫자 행 수로 나눕니다.</a:t>
            </a:r>
          </a:p>
        </p:txBody>
      </p:sp>
      <p:sp>
        <p:nvSpPr>
          <p:cNvPr id="6" name="">
            <a:extLst>
              <a:ext uri="{FF2B5EF4-FFF2-40B4-BE49-F238E27FC236}">
                <ns2:creationId id="{F019B228-4756-44D0-8F7C-B4B80F56934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유효 숫자만 세기</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495030"/>
                <a:gridCol w="847866"/>
                <a:gridCol w="847866"/>
                <a:gridCol w="1228792"/>
                <a:gridCol w="819195"/>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22</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24</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None</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0</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평균 포함</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예</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예</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아니오</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예</a:t>
                      </a:r>
                    </a:p>
                  </a:txBody>
                  <a:tcPr marL="114300" marR="114300" marT="76200" marB="76200" anchor="ctr">
                    <a:solidFill>
                      <a:srgbClr val="FFFFFF"/>
                    </a:solidFill>
                  </a:tcPr>
                </a:tc>
              </a:tr>
            </a:tbl>
          </a:graphicData>
        </a:graphic>
      </p:graphicFrame>
      <p:sp>
        <p:nvSpPr>
          <p:cNvPr id="8" name="">
            <a:extLst>
              <a:ext uri="{FF2B5EF4-FFF2-40B4-BE49-F238E27FC236}">
                <ns2:creationId id="{5E573EF0-1380-419A-BF74-A9F2DE8A8CD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43180EA-5C76-4ED8-A4A2-80FD6660902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A26ED79-AD54-4B57-9153-21CD05198AF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577E3E3-2804-45EE-86FA-4352931D2B3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6AD1410-E1BF-4965-AE73-EFECC5B0BD8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057</a:t>
            </a:r>
          </a:p>
        </p:txBody>
      </p:sp>
    </p:spTree>
    <p:extLst>
      <p:ext uri="{BB962C8B-B14F-4D97-AF65-F5344CB8AC3E}">
        <ns4:creationId val="1972674816"/>
      </p:ext>
    </p:extLst>
  </p:cSld>
</p:sld>
</file>

<file path=ppt/slides/slide5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A99D31FF-02F4-4963-A8CC-18F38DB0AE1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6101A71-B242-4FF9-9CA2-4507B07A83F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유효 형식·범위·시각</a:t>
            </a:r>
          </a:p>
        </p:txBody>
      </p:sp>
      <p:sp>
        <p:nvSpPr>
          <p:cNvPr id="3" name="">
            <a:extLst>
              <a:ext uri="{FF2B5EF4-FFF2-40B4-BE49-F238E27FC236}">
                <ns2:creationId id="{C6936C1E-6A98-429A-BA43-B0ED83F8659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유효 형식·범위·시각</a:t>
            </a:r>
          </a:p>
        </p:txBody>
      </p:sp>
      <p:sp>
        <p:nvSpPr>
          <p:cNvPr id="4" name="">
            <a:extLst>
              <a:ext uri="{FF2B5EF4-FFF2-40B4-BE49-F238E27FC236}">
                <ns2:creationId id="{56E0FE59-8B93-474B-B06E-D7A89DC8BE1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입력 규칙에 맞고 미래 시각이 아닌 기록</a:t>
            </a:r>
          </a:p>
        </p:txBody>
      </p:sp>
      <p:sp>
        <p:nvSpPr>
          <p:cNvPr id="5" name="">
            <a:extLst>
              <a:ext uri="{FF2B5EF4-FFF2-40B4-BE49-F238E27FC236}">
                <ns2:creationId id="{3FB7E9E7-547E-4B78-BD3E-F76EEDDCC1AA}"/>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숫자만 평균 계산에 사용합니다.</a:t>
            </a:r>
          </a:p>
        </p:txBody>
      </p:sp>
      <p:sp>
        <p:nvSpPr>
          <p:cNvPr id="6" name="">
            <a:extLst>
              <a:ext uri="{FF2B5EF4-FFF2-40B4-BE49-F238E27FC236}">
                <ns2:creationId id="{8A20BCF8-66C7-48EC-8D95-9A106C2BC61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평균에 포함할 기록</a:t>
            </a:r>
          </a:p>
        </p:txBody>
      </p:sp>
      <p:sp>
        <p:nvSpPr>
          <p:cNvPr id="7" name="">
            <a:extLst>
              <a:ext uri="{FF2B5EF4-FFF2-40B4-BE49-F238E27FC236}">
                <ns2:creationId id="{C0C1860D-10A8-4385-98B4-016422E13BDA}"/>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입력 규칙 충족 · 미래 시각 아님</a:t>
            </a:r>
          </a:p>
        </p:txBody>
      </p:sp>
      <p:sp>
        <p:nvSpPr>
          <p:cNvPr id="8" name="">
            <a:extLst>
              <a:ext uri="{FF2B5EF4-FFF2-40B4-BE49-F238E27FC236}">
                <ns2:creationId id="{160EEFA9-67DE-4871-8242-2BA32FF61145}"/>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null 제외 · 숫자 0 포함</a:t>
            </a:r>
          </a:p>
        </p:txBody>
      </p:sp>
      <p:sp>
        <p:nvSpPr>
          <p:cNvPr id="9" name="">
            <a:extLst>
              <a:ext uri="{FF2B5EF4-FFF2-40B4-BE49-F238E27FC236}">
                <ns2:creationId id="{C7B577E9-CD2C-4B2F-8968-1A5DA2FE9F3C}"/>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430F7A67-DD25-4482-90A7-A619D55768C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3AE14FAE-B4C7-462F-BB0A-239AB4D4A6E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2179CAD7-9C88-4ACD-9809-624AA38AA79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0E50DBD7-D5A1-4FDD-A950-916A8DAFDE3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058</a:t>
            </a:r>
          </a:p>
        </p:txBody>
      </p:sp>
    </p:spTree>
    <p:extLst>
      <p:ext uri="{BB962C8B-B14F-4D97-AF65-F5344CB8AC3E}">
        <ns4:creationId val="1080301244"/>
      </p:ext>
    </p:extLst>
  </p:cSld>
</p:sld>
</file>

<file path=ppt/slides/slide5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D3AD9230-282F-4031-86D1-68C3C145E4F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6123CA5-CA9D-4311-ABDB-711A2D531E1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현재 평균의 포함 규칙</a:t>
            </a:r>
          </a:p>
        </p:txBody>
      </p:sp>
      <p:sp>
        <p:nvSpPr>
          <p:cNvPr id="3" name="">
            <a:extLst>
              <a:ext uri="{FF2B5EF4-FFF2-40B4-BE49-F238E27FC236}">
                <ns2:creationId id="{B40702C5-82FD-439C-A094-8F8FC658F10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현재 평균의 포함 규칙</a:t>
            </a:r>
          </a:p>
        </p:txBody>
      </p:sp>
      <p:sp>
        <p:nvSpPr>
          <p:cNvPr id="4" name="">
            <a:extLst>
              <a:ext uri="{FF2B5EF4-FFF2-40B4-BE49-F238E27FC236}">
                <ns2:creationId id="{8AF7DA8C-D92E-48D3-9AC8-6BC8B1E3527F}"/>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현재 평균은 유효한 숫자 이력을 사용합니다.</a:t>
            </a:r>
          </a:p>
        </p:txBody>
      </p:sp>
      <p:sp>
        <p:nvSpPr>
          <p:cNvPr id="5" name="">
            <a:extLst>
              <a:ext uri="{FF2B5EF4-FFF2-40B4-BE49-F238E27FC236}">
                <ns2:creationId id="{06034032-31F7-4028-8CA3-6CE113B13F16}"/>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정지 센서도 포함하므로 현재 가동 센서 평균은 아닙니다.</a:t>
            </a:r>
          </a:p>
        </p:txBody>
      </p:sp>
      <p:sp>
        <p:nvSpPr>
          <p:cNvPr id="6" name="">
            <a:extLst>
              <a:ext uri="{FF2B5EF4-FFF2-40B4-BE49-F238E27FC236}">
                <ns2:creationId id="{5A7D12BB-78BC-46D2-A502-2B2B619FC50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현재 평균의 범위</a:t>
            </a:r>
          </a:p>
        </p:txBody>
      </p:sp>
      <p:sp>
        <p:nvSpPr>
          <p:cNvPr id="7" name="">
            <a:extLst>
              <a:ext uri="{FF2B5EF4-FFF2-40B4-BE49-F238E27FC236}">
                <ns2:creationId id="{6747598F-C2DE-4892-8342-26ED1FA37650}"/>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유효한 숫자 이력 사용</a:t>
            </a:r>
          </a:p>
        </p:txBody>
      </p:sp>
      <p:sp>
        <p:nvSpPr>
          <p:cNvPr id="8" name="">
            <a:extLst>
              <a:ext uri="{FF2B5EF4-FFF2-40B4-BE49-F238E27FC236}">
                <ns2:creationId id="{8A11B754-093F-41C2-9DCF-CD4000713A04}"/>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active=false 기록도 포함</a:t>
            </a:r>
          </a:p>
        </p:txBody>
      </p:sp>
      <p:sp>
        <p:nvSpPr>
          <p:cNvPr id="9" name="">
            <a:extLst>
              <a:ext uri="{FF2B5EF4-FFF2-40B4-BE49-F238E27FC236}">
                <ns2:creationId id="{1443AD99-C576-4EB1-81B3-8B2DEBDC6974}"/>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BAA5369A-EC77-4D0E-A45A-3D37AAB93A1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267A4706-6EAF-460E-98DC-2585D91790F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EFC45CE8-061C-4323-BD9C-06FB61D8AD4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180FB4E3-8AE1-45B1-BCAE-398EFB537E7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059</a:t>
            </a:r>
          </a:p>
        </p:txBody>
      </p:sp>
    </p:spTree>
    <p:extLst>
      <p:ext uri="{BB962C8B-B14F-4D97-AF65-F5344CB8AC3E}">
        <ns4:creationId val="1973912191"/>
      </p:ext>
    </p:extLst>
  </p:cSld>
</p:sld>
</file>

<file path=ppt/slides/slide6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0DAF28D-6787-4481-B689-A7DB629C0C9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6FE3ADF-26B7-44E4-AF8D-25A5A205BF4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막대 높이와 시간 간격</a:t>
            </a:r>
          </a:p>
        </p:txBody>
      </p:sp>
      <p:sp>
        <p:nvSpPr>
          <p:cNvPr id="3" name="">
            <a:extLst>
              <a:ext uri="{FF2B5EF4-FFF2-40B4-BE49-F238E27FC236}">
                <ns2:creationId id="{3B6298F4-752B-45B7-A02D-F030D537314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막대 높이와 시간 간격</a:t>
            </a:r>
          </a:p>
        </p:txBody>
      </p:sp>
      <p:sp>
        <p:nvSpPr>
          <p:cNvPr id="4" name="">
            <a:extLst>
              <a:ext uri="{FF2B5EF4-FFF2-40B4-BE49-F238E27FC236}">
                <ns2:creationId id="{93272600-CAE7-4167-B6C4-B6863D5A513F}"/>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막대 높이는 온도입니다.</a:t>
            </a:r>
          </a:p>
        </p:txBody>
      </p:sp>
      <p:sp>
        <p:nvSpPr>
          <p:cNvPr id="5" name="">
            <a:extLst>
              <a:ext uri="{FF2B5EF4-FFF2-40B4-BE49-F238E27FC236}">
                <ns2:creationId id="{EB0DC890-9F96-47F2-AE4C-466FF7823732}"/>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시각과 값은 원문 표에서 함께 확인합니다.</a:t>
            </a:r>
          </a:p>
        </p:txBody>
      </p:sp>
      <p:sp>
        <p:nvSpPr>
          <p:cNvPr id="6" name="">
            <a:extLst>
              <a:ext uri="{FF2B5EF4-FFF2-40B4-BE49-F238E27FC236}">
                <ns2:creationId id="{B1CD5FD8-A3CD-4F67-AF79-908B06393655}"/>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막대와 원문값</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538095"/>
                <a:gridCol w="2159485"/>
                <a:gridCol w="1541171"/>
              </a:tblGrid>
              <a:tr h="514350">
                <a:tc>
                  <a:txBody>
                    <a:bodyPr wrap="square"/>
                    <a:lstStyle/>
                    <a:p>
                      <a:pPr>
                        <a:lnSpc>
                          <a:spcPct val="102000"/>
                        </a:lnSpc>
                        <a:buNone/>
                      </a:pPr>
                      <a:r>
                        <a:rPr sz="1875" b="1">
                          <a:solidFill>
                            <a:srgbClr val="172F39"/>
                          </a:solidFill>
                          <a:latin typeface="Noto Sans KR"/>
                          <a:ea typeface="Noto Sans KR"/>
                          <a:cs typeface="Noto Sans KR"/>
                        </a:rPr>
                        <a:t>센서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시각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온도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10:09:50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10:10:00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22.8</a:t>
                      </a:r>
                    </a:p>
                  </a:txBody>
                  <a:tcPr marL="114300" marR="114300" marT="76200" marB="76200" anchor="ctr">
                    <a:solidFill>
                      <a:srgbClr val="FFFFFF"/>
                    </a:solidFill>
                  </a:tcPr>
                </a:tc>
              </a:tr>
            </a:tbl>
          </a:graphicData>
        </a:graphic>
      </p:graphicFrame>
      <p:sp>
        <p:nvSpPr>
          <p:cNvPr id="8" name="">
            <a:extLst>
              <a:ext uri="{FF2B5EF4-FFF2-40B4-BE49-F238E27FC236}">
                <ns2:creationId id="{D9C8FECF-C8A9-47D7-B7E7-6CB0D4AB2D6A}"/>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4926DD1-C92F-453C-8667-2A5C7DD7DE6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9C97A34-1913-458B-8530-456EF35B2FD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B67B4AC-58D5-4EBF-AA73-874066E0E4C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4D2AD450-207F-4AC8-88AC-B66899A6D3E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060</a:t>
            </a:r>
          </a:p>
        </p:txBody>
      </p:sp>
    </p:spTree>
    <p:extLst>
      <p:ext uri="{BB962C8B-B14F-4D97-AF65-F5344CB8AC3E}">
        <ns4:creationId val="2131983764"/>
      </p:ext>
    </p:extLst>
  </p:cSld>
</p:sld>
</file>

<file path=ppt/slides/slide6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C045579D-F9F8-47E1-9F5C-46877B0D429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00E8690A-AFC8-4091-8BE7-B89139FDFFF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결측과 0의 평균 계산</a:t>
            </a:r>
          </a:p>
        </p:txBody>
      </p:sp>
      <p:sp>
        <p:nvSpPr>
          <p:cNvPr id="3" name="">
            <a:extLst>
              <a:ext uri="{FF2B5EF4-FFF2-40B4-BE49-F238E27FC236}">
                <ns2:creationId id="{184C2B97-7A69-4F00-97D2-40799A360099}"/>
              </a:ext>
            </a:extLst>
          </p:cNvPr>
          <p:cNvSpPr>
            <a:spLocks noGrp="1"/>
          </p:cNvSpPr>
          <p:nvPr/>
        </p:nvSpPr>
        <p:spPr>
          <a:xfrm>
            <a:off x="685800" y="1809750"/>
            <a:ext cx="10820400" cy="2542794"/>
          </a:xfrm>
          <a:prstGeom prst="rect">
            <a:avLst/>
          </a:prstGeom>
          <a:solidFill>
            <a:srgbClr val="F1F6F5"/>
          </a:solidFill>
          <a:ln w="0">
            <a:noFill/>
          </a:ln>
        </p:spPr>
      </p:sp>
      <p:sp>
        <p:nvSpPr>
          <p:cNvPr id="4" name="">
            <a:extLst>
              <a:ext uri="{FF2B5EF4-FFF2-40B4-BE49-F238E27FC236}">
                <ns2:creationId id="{C4890E44-7361-44AC-947F-9755CEF0ACDC}"/>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C9F5EDEC-EB50-4D0A-B8DF-C83EA5A15519}"/>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values = [22, 24, None, 0]</a:t>
            </a:r>
          </a:p>
        </p:txBody>
      </p:sp>
      <p:sp>
        <p:nvSpPr>
          <p:cNvPr id="6" name="">
            <a:extLst>
              <a:ext uri="{FF2B5EF4-FFF2-40B4-BE49-F238E27FC236}">
                <ns2:creationId id="{837085D4-102B-4B40-BC61-8FEC2A7D9CE4}"/>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62D50041-C944-401E-8968-7F154F07083A}"/>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numbers = []</a:t>
            </a:r>
          </a:p>
        </p:txBody>
      </p:sp>
      <p:sp>
        <p:nvSpPr>
          <p:cNvPr id="8" name="">
            <a:extLst>
              <a:ext uri="{FF2B5EF4-FFF2-40B4-BE49-F238E27FC236}">
                <ns2:creationId id="{B8A2AD45-D7F8-4EB5-9414-7D5CA6CD925A}"/>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C33991F9-317B-4FB7-82C4-2429E560867A}"/>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for value in values:</a:t>
            </a:r>
          </a:p>
        </p:txBody>
      </p:sp>
      <p:sp>
        <p:nvSpPr>
          <p:cNvPr id="10" name="">
            <a:extLst>
              <a:ext uri="{FF2B5EF4-FFF2-40B4-BE49-F238E27FC236}">
                <ns2:creationId id="{6B452EF9-B5A6-4F88-A45E-97CD89B285D9}"/>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FDC9B83A-7EAF-4D52-93D3-A4695F0FB48C}"/>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if value is not None:</a:t>
            </a:r>
          </a:p>
        </p:txBody>
      </p:sp>
      <p:sp>
        <p:nvSpPr>
          <p:cNvPr id="12" name="">
            <a:extLst>
              <a:ext uri="{FF2B5EF4-FFF2-40B4-BE49-F238E27FC236}">
                <ns2:creationId id="{E7A1FE3C-D8CB-48BC-A1DF-84177D96EA18}"/>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644AF602-EC7F-4839-9A4A-B1921936F57F}"/>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numbers.append(value)</a:t>
            </a:r>
          </a:p>
        </p:txBody>
      </p:sp>
      <p:sp>
        <p:nvSpPr>
          <p:cNvPr id="14" name="">
            <a:extLst>
              <a:ext uri="{FF2B5EF4-FFF2-40B4-BE49-F238E27FC236}">
                <ns2:creationId id="{607C1DDF-D819-4452-83BE-79F745B048E4}"/>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13DB0D70-FC9C-4787-A713-D142125EFAC5}"/>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average = sum(numbers) / len(numbers)</a:t>
            </a:r>
          </a:p>
        </p:txBody>
      </p:sp>
      <p:sp>
        <p:nvSpPr>
          <p:cNvPr id="16" name="">
            <a:extLst>
              <a:ext uri="{FF2B5EF4-FFF2-40B4-BE49-F238E27FC236}">
                <ns2:creationId id="{D9AEE26E-CC69-4577-8552-90B09FBE95E2}"/>
              </a:ext>
            </a:extLst>
          </p:cNvPr>
          <p:cNvSpPr>
            <a:spLocks noGrp="1"/>
          </p:cNvSpPr>
          <p:nvPr/>
        </p:nvSpPr>
        <p:spPr>
          <a:xfrm>
            <a:off x="828675" y="387362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17" name="">
            <a:extLst>
              <a:ext uri="{FF2B5EF4-FFF2-40B4-BE49-F238E27FC236}">
                <ns2:creationId id="{33DD4C03-3DE7-4186-99F7-0008CA8F6661}"/>
              </a:ext>
            </a:extLst>
          </p:cNvPr>
          <p:cNvSpPr>
            <a:spLocks noGrp="1"/>
          </p:cNvSpPr>
          <p:nvPr/>
        </p:nvSpPr>
        <p:spPr>
          <a:xfrm>
            <a:off x="1276350" y="383552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print(round(average, 2))</a:t>
            </a:r>
          </a:p>
        </p:txBody>
      </p:sp>
      <p:sp>
        <p:nvSpPr>
          <p:cNvPr id="18" name="">
            <a:extLst>
              <a:ext uri="{FF2B5EF4-FFF2-40B4-BE49-F238E27FC236}">
                <ns2:creationId id="{6ECBC3B1-F1B7-4C8D-9380-4C62AAD0C14D}"/>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DDE8A0BC-F6A5-4FB4-98CC-3AC3F412FF0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5537EB30-0D0C-4869-8623-8F7D3AF9A27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6F98CC37-0185-4289-9877-C4FAB114CC1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D4C4414E-9561-4344-A6C0-4AB6BF3AFF1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061</a:t>
            </a:r>
          </a:p>
        </p:txBody>
      </p:sp>
    </p:spTree>
    <p:extLst>
      <p:ext uri="{BB962C8B-B14F-4D97-AF65-F5344CB8AC3E}">
        <ns4:creationId val="759987535"/>
      </p:ext>
    </p:extLst>
  </p:cSld>
</p:sld>
</file>

<file path=ppt/slides/slide6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D3E9BFE-0CF6-468A-A0C1-BD7C31637BA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E52C5AF-9D0F-49C8-A0C1-159882F75D5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40A86C51-6E20-4C21-AF7B-CE6285529911}"/>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1~2행: 원시값과 숫자 목록을 준비합니다.</a:t>
            </a:r>
          </a:p>
        </p:txBody>
      </p:sp>
      <p:sp>
        <p:nvSpPr>
          <p:cNvPr id="4" name="">
            <a:extLst>
              <a:ext uri="{FF2B5EF4-FFF2-40B4-BE49-F238E27FC236}">
                <ns2:creationId id="{9FAE9E9A-102A-4197-9D08-DAFD5E9E1629}"/>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3~5행: None을 빼고 0은 남깁니다.</a:t>
            </a:r>
          </a:p>
        </p:txBody>
      </p:sp>
      <p:sp>
        <p:nvSpPr>
          <p:cNvPr id="5" name="">
            <a:extLst>
              <a:ext uri="{FF2B5EF4-FFF2-40B4-BE49-F238E27FC236}">
                <ns2:creationId id="{FE002887-7E39-4379-AD2A-212DA4016AB3}"/>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6행: 합계를 유효 숫자 수로 나눕니다.</a:t>
            </a:r>
          </a:p>
        </p:txBody>
      </p:sp>
      <p:sp>
        <p:nvSpPr>
          <p:cNvPr id="6" name="">
            <a:extLst>
              <a:ext uri="{FF2B5EF4-FFF2-40B4-BE49-F238E27FC236}">
                <ns2:creationId id="{A8C00BA5-D83F-4863-BFDE-90463497BE2A}"/>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7행: 소수 둘째 자리로 출력합니다.</a:t>
            </a:r>
          </a:p>
        </p:txBody>
      </p:sp>
      <p:sp>
        <p:nvSpPr>
          <p:cNvPr id="7" name="">
            <a:extLst>
              <a:ext uri="{FF2B5EF4-FFF2-40B4-BE49-F238E27FC236}">
                <ns2:creationId id="{C74423EE-6613-4F63-9C95-9E1F966B642F}"/>
              </a:ext>
            </a:extLst>
          </p:cNvPr>
          <p:cNvSpPr>
            <a:spLocks noGrp="1"/>
          </p:cNvSpPr>
          <p:nvPr/>
        </p:nvSpPr>
        <p:spPr>
          <a:xfrm>
            <a:off x="685800" y="4338447"/>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61번의 입력과 출력 64번을 함께 봅니다.</a:t>
            </a:r>
          </a:p>
        </p:txBody>
      </p:sp>
      <p:sp>
        <p:nvSpPr>
          <p:cNvPr id="8" name="">
            <a:extLst>
              <a:ext uri="{FF2B5EF4-FFF2-40B4-BE49-F238E27FC236}">
                <ns2:creationId id="{BAEB41BF-FA4F-40B6-8073-67D93A3C8E8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A443C9F-85D4-4BF5-93FB-F9D40C8CB96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241AD0A-A464-4913-8DE3-37D4DE71652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1A8443B-669E-42ED-80D7-1CD745B8356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BD2F138-6066-44CF-B1F0-2EC0026B308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062</a:t>
            </a:r>
          </a:p>
        </p:txBody>
      </p:sp>
    </p:spTree>
    <p:extLst>
      <p:ext uri="{BB962C8B-B14F-4D97-AF65-F5344CB8AC3E}">
        <ns4:creationId val="249523640"/>
      </p:ext>
    </p:extLst>
  </p:cSld>
</p:sld>
</file>

<file path=ppt/slides/slide6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C73F8D17-0AE8-48A7-BDCF-BE6A473DD00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EB8A17C0-3092-4F62-B98F-33FDB426C4F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6E3442A0-23B7-40CC-AE31-815E11E7E546}"/>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61819B93-D742-45E8-835B-2D417C87A9AF}"/>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work/average_trace.py</a:t>
            </a:r>
          </a:p>
        </p:txBody>
      </p:sp>
      <p:sp>
        <p:nvSpPr>
          <p:cNvPr id="5" name="">
            <a:extLst>
              <a:ext uri="{FF2B5EF4-FFF2-40B4-BE49-F238E27FC236}">
                <ns2:creationId id="{3A4E26EA-1028-49D7-97A4-7D275F309E09}"/>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work/average_trace.py</a:t>
            </a:r>
          </a:p>
        </p:txBody>
      </p:sp>
      <p:sp>
        <p:nvSpPr>
          <p:cNvPr id="6" name="">
            <a:extLst>
              <a:ext uri="{FF2B5EF4-FFF2-40B4-BE49-F238E27FC236}">
                <ns2:creationId id="{FCF636C2-4215-4A9E-9F68-47A3807A8903}"/>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61번의 입력과 출력 64번을 함께 봅니다.</a:t>
            </a:r>
          </a:p>
        </p:txBody>
      </p:sp>
      <p:sp>
        <p:nvSpPr>
          <p:cNvPr id="7" name="">
            <a:extLst>
              <a:ext uri="{FF2B5EF4-FFF2-40B4-BE49-F238E27FC236}">
                <ns2:creationId id="{6A9679B5-88E0-4EC0-B17E-D0E09BCA058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5D31127A-2EAA-4245-A104-705181C580B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46736F4C-9FC3-4DC9-9A47-9C9B99BCB14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3BE6BC66-F272-49B6-B87C-13ECD9D93C8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69182ACA-2C5D-4028-933E-66C16D4F234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063</a:t>
            </a:r>
          </a:p>
        </p:txBody>
      </p:sp>
    </p:spTree>
    <p:extLst>
      <p:ext uri="{BB962C8B-B14F-4D97-AF65-F5344CB8AC3E}">
        <ns4:creationId val="1389388001"/>
      </p:ext>
    </p:extLst>
  </p:cSld>
</p:sld>
</file>

<file path=ppt/slides/slide6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FA35997A-A548-4B6A-BEA8-6396D6F9FF8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CF7891E3-ED36-4399-AF22-F268D132D4C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FE1ED8C3-5D84-4F32-9EB0-B0BD2FDAA1BD}"/>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합계 46 · 분모 3</a:t>
            </a:r>
          </a:p>
        </p:txBody>
      </p:sp>
      <p:sp>
        <p:nvSpPr>
          <p:cNvPr id="4" name="">
            <a:extLst>
              <a:ext uri="{FF2B5EF4-FFF2-40B4-BE49-F238E27FC236}">
                <ns2:creationId id="{18016B2C-C569-4E35-8248-D7846212F93D}"/>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평균 15.33℃</a:t>
            </a:r>
          </a:p>
        </p:txBody>
      </p:sp>
      <p:sp>
        <p:nvSpPr>
          <p:cNvPr id="5" name="">
            <a:extLst>
              <a:ext uri="{FF2B5EF4-FFF2-40B4-BE49-F238E27FC236}">
                <ns2:creationId id="{42B9D10E-A2CA-497F-9D72-E62DDAB5A18F}"/>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null을 0으로 넣으면 11.5℃로 바뀝니다.</a:t>
            </a:r>
          </a:p>
        </p:txBody>
      </p:sp>
      <p:sp>
        <p:nvSpPr>
          <p:cNvPr id="6" name="">
            <a:extLst>
              <a:ext uri="{FF2B5EF4-FFF2-40B4-BE49-F238E27FC236}">
                <ns2:creationId id="{8A5B1DDC-C7D1-447A-88EC-BEF8AC913A19}"/>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61번의 입력과 출력 64번을 함께 봅니다.</a:t>
            </a:r>
          </a:p>
        </p:txBody>
      </p:sp>
      <p:sp>
        <p:nvSpPr>
          <p:cNvPr id="7" name="">
            <a:extLst>
              <a:ext uri="{FF2B5EF4-FFF2-40B4-BE49-F238E27FC236}">
                <ns2:creationId id="{7D7461E3-3C12-4951-BB63-8B80C9CF716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4D80496-B74D-4B1A-8FE1-9912A86B211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9F5ADAD4-5E0D-48DC-97B4-28E05A6EF4C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623C6E6-796B-4882-B537-0142F0574AC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A30AE349-73F8-4D98-9DC4-543548CFDED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064</a:t>
            </a:r>
          </a:p>
        </p:txBody>
      </p:sp>
    </p:spTree>
    <p:extLst>
      <p:ext uri="{BB962C8B-B14F-4D97-AF65-F5344CB8AC3E}">
        <ns4:creationId val="786667749"/>
      </p:ext>
    </p:extLst>
  </p:cSld>
</p:sld>
</file>

<file path=ppt/slides/slide6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DC64EDF-A565-4CC7-80B8-E5A9AE6450F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BD70F1C9-B41D-4CFA-B51E-D985875A3ED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81A21C4B-0CA0-4B9E-93BC-43B30ECF59C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 이력 [10,null,0,20]</a:t>
            </a:r>
          </a:p>
        </p:txBody>
      </p:sp>
      <p:sp>
        <p:nvSpPr>
          <p:cNvPr id="4" name="">
            <a:extLst>
              <a:ext uri="{FF2B5EF4-FFF2-40B4-BE49-F238E27FC236}">
                <ns2:creationId id="{72CF1558-B9F5-4990-8925-6D9807F55D64}"/>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합계·분모·평균을 직접 계산하세요.</a:t>
            </a:r>
          </a:p>
        </p:txBody>
      </p:sp>
      <p:sp>
        <p:nvSpPr>
          <p:cNvPr id="5" name="">
            <a:extLst>
              <a:ext uri="{FF2B5EF4-FFF2-40B4-BE49-F238E27FC236}">
                <ns2:creationId id="{18E6CECF-F3C2-469F-812A-F9D415A49B4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7EB9B548-EA9A-4991-AF4B-22084060930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6B3730A-FC67-458C-9A3B-A01BEE6C2EC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FBDA130-818A-43DB-944B-96DAA5876C0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81E9C5E-5294-4829-9793-DBF9B90F483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9CFB373-E9C4-410C-86F0-E71755F6540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065</a:t>
            </a:r>
          </a:p>
        </p:txBody>
      </p:sp>
    </p:spTree>
    <p:extLst>
      <p:ext uri="{BB962C8B-B14F-4D97-AF65-F5344CB8AC3E}">
        <ns4:creationId val="1643784762"/>
      </p:ext>
    </p:extLst>
  </p:cSld>
</p:sld>
</file>

<file path=ppt/slides/slide6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2A73B4C-1E23-434B-A9EE-72DB756B9C7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C4C5848E-B949-4BD3-B4C9-029B4DE1E38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921CE91A-D2DA-4E53-8B1E-651E9BB3FF71}"/>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합계 30 · 분모 3 · 평균 10℃</a:t>
            </a:r>
          </a:p>
        </p:txBody>
      </p:sp>
      <p:sp>
        <p:nvSpPr>
          <p:cNvPr id="4" name="">
            <a:extLst>
              <a:ext uri="{FF2B5EF4-FFF2-40B4-BE49-F238E27FC236}">
                <ns2:creationId id="{F3E79957-A695-4FC1-93A9-7F0A21B26DA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최신값 20과 평균 10은 다른 지표입니다.</a:t>
            </a:r>
          </a:p>
        </p:txBody>
      </p:sp>
      <p:sp>
        <p:nvSpPr>
          <p:cNvPr id="5" name="">
            <a:extLst>
              <a:ext uri="{FF2B5EF4-FFF2-40B4-BE49-F238E27FC236}">
                <ns2:creationId id="{47B34EE4-BB20-4138-B020-560D01CA419F}"/>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A5769E1E-44C4-4C87-92A3-696DE316053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5A6A9E05-7C43-46F1-96BF-3A1060C31AA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616C855-F864-4B31-9128-8FB3E729606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045F8E6E-F8CB-40C8-A3EE-0FA69E4E5F0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066</a:t>
            </a:r>
          </a:p>
        </p:txBody>
      </p:sp>
    </p:spTree>
    <p:extLst>
      <p:ext uri="{BB962C8B-B14F-4D97-AF65-F5344CB8AC3E}">
        <ns4:creationId val="1475966257"/>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E78FDF3E-DD86-4AF2-BDF5-A737718138B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31CB43EF-9A60-4E52-BD22-C7C316CA2C4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DB430F59-3C71-4F13-A6AA-30F1116E432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첫 22를 25로 바꿉니다.</a:t>
            </a:r>
          </a:p>
        </p:txBody>
      </p:sp>
      <p:sp>
        <p:nvSpPr>
          <p:cNvPr id="4" name="">
            <a:extLst>
              <a:ext uri="{FF2B5EF4-FFF2-40B4-BE49-F238E27FC236}">
                <ns2:creationId id="{B83DB7FF-2A99-4271-A83E-8CC1D47F411C}"/>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 합계 49, 평균 16.33℃입니다.</a:t>
            </a:r>
          </a:p>
        </p:txBody>
      </p:sp>
      <p:sp>
        <p:nvSpPr>
          <p:cNvPr id="5" name="">
            <a:extLst>
              <a:ext uri="{FF2B5EF4-FFF2-40B4-BE49-F238E27FC236}">
                <ns2:creationId id="{750C9075-74EC-4226-8B46-499E5D13B3B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7AE258D4-D7F0-4C86-82F6-509AA48AC63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AA30EFEA-938D-45CB-823E-3F47404DA7C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BAE22BF-7150-48F8-8089-4B5C8E51136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59AF61B8-3E84-46CD-A228-459A6C20381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067</a:t>
            </a:r>
          </a:p>
        </p:txBody>
      </p:sp>
    </p:spTree>
    <p:extLst>
      <p:ext uri="{BB962C8B-B14F-4D97-AF65-F5344CB8AC3E}">
        <ns4:creationId val="17121646"/>
      </p:ext>
    </p:extLst>
  </p:cSld>
</p:sld>
</file>

<file path=ppt/slides/slide6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B711A41D-AE35-482B-AA23-32643BF3518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1FC9BEB-DC4D-49E1-83A2-CC834826BDF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742E5B80-E886-4668-9915-4B26AA624C8A}"/>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숫자가 없으면 계산 안 함으로 표시합니다.</a:t>
            </a:r>
          </a:p>
        </p:txBody>
      </p:sp>
      <p:sp>
        <p:nvSpPr>
          <p:cNvPr id="4" name="">
            <a:extLst>
              <a:ext uri="{FF2B5EF4-FFF2-40B4-BE49-F238E27FC236}">
                <ns2:creationId id="{9973819C-3D99-42BC-ADCA-47A9FA9F125A}"/>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0을 거짓 값이라 제외하지 않습니다.</a:t>
            </a:r>
          </a:p>
        </p:txBody>
      </p:sp>
      <p:sp>
        <p:nvSpPr>
          <p:cNvPr id="5" name="">
            <a:extLst>
              <a:ext uri="{FF2B5EF4-FFF2-40B4-BE49-F238E27FC236}">
                <ns2:creationId id="{51B3E937-3CB6-488A-93E6-D8C44E6B41AE}"/>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807AFD90-62FA-4E91-BDE8-8032D30492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6F9B5FC8-50BC-4712-9614-B124D2E499B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1FF28D24-98DA-473B-B903-DCE361C8700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17A21FDD-1181-4FFC-954C-DCA6D90D880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068</a:t>
            </a:r>
          </a:p>
        </p:txBody>
      </p:sp>
    </p:spTree>
    <p:extLst>
      <p:ext uri="{BB962C8B-B14F-4D97-AF65-F5344CB8AC3E}">
        <ns4:creationId val="1696766566"/>
      </p:ext>
    </p:extLst>
  </p:cSld>
</p:sld>
</file>

<file path=ppt/slides/slide6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53CF7074-8251-4A51-BD39-DBB404562BD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1A2C2AB-61E5-4477-8792-BB8376D9493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E8C4BCC8-BFF1-4036-932A-2F1FD9DBCDA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이력 평균을 구할 때 어떤 기록을 개수에 넣었는지 설명합니다.</a:t>
            </a:r>
          </a:p>
        </p:txBody>
      </p:sp>
      <p:sp>
        <p:nvSpPr>
          <p:cNvPr id="4" name="">
            <a:extLst>
              <a:ext uri="{FF2B5EF4-FFF2-40B4-BE49-F238E27FC236}">
                <ns2:creationId id="{B98518C9-65C6-40DB-9400-03489309BF44}"/>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최신값과 평균이 달라도 되는 이유를 말합니다.</a:t>
            </a:r>
          </a:p>
        </p:txBody>
      </p:sp>
      <p:sp>
        <p:nvSpPr>
          <p:cNvPr id="5" name="">
            <a:extLst>
              <a:ext uri="{FF2B5EF4-FFF2-40B4-BE49-F238E27FC236}">
                <ns2:creationId id="{97FF8920-22C4-4824-BA73-02435F665206}"/>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FEF243FE-1C71-441C-A6E2-FE85C493DDB4}"/>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145EF36-BFCF-47A0-B37E-5EE1F74A715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7011B5F-3129-47B8-87A5-DE7BFDFFA8B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D664818-57EA-4659-BC86-08B5EB0C1E7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D1A4C7E-D84E-4006-AFCE-822EB9042D1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069</a:t>
            </a:r>
          </a:p>
        </p:txBody>
      </p:sp>
    </p:spTree>
    <p:extLst>
      <p:ext uri="{BB962C8B-B14F-4D97-AF65-F5344CB8AC3E}">
        <ns4:creationId val="962624186"/>
      </p:ext>
    </p:extLst>
  </p:cSld>
</p:sld>
</file>

<file path=ppt/slides/slide7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F1B536D-9F26-4E67-A706-80473585867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B0E21175-186F-4552-8952-848C0FD7D91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1E2261A0-98F2-4A21-8270-30FCABF2D81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[12,0,null,18]</a:t>
            </a:r>
          </a:p>
        </p:txBody>
      </p:sp>
      <p:sp>
        <p:nvSpPr>
          <p:cNvPr id="4" name="">
            <a:extLst>
              <a:ext uri="{FF2B5EF4-FFF2-40B4-BE49-F238E27FC236}">
                <ns2:creationId id="{F1786BD0-2A4C-4090-8E72-B049AACE95C9}"/>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이력 평균과 최신값 18을 비교하세요.</a:t>
            </a:r>
          </a:p>
        </p:txBody>
      </p:sp>
      <p:sp>
        <p:nvSpPr>
          <p:cNvPr id="5" name="">
            <a:extLst>
              <a:ext uri="{FF2B5EF4-FFF2-40B4-BE49-F238E27FC236}">
                <ns2:creationId id="{D0A8B11A-BF14-4B76-9162-975C1FE8278B}"/>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CF31DED6-A38D-456D-8156-40ABFE63DAF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136765C-64FE-4964-B61D-F7C0BEFA2D2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FF0C6367-EDEB-412E-A751-7ADB3BA04BF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2F25D91-2EF0-463D-80D2-6F65D815222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0CC9E57-E407-436D-BB05-880DBAB0B39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070</a:t>
            </a:r>
          </a:p>
        </p:txBody>
      </p:sp>
    </p:spTree>
    <p:extLst>
      <p:ext uri="{BB962C8B-B14F-4D97-AF65-F5344CB8AC3E}">
        <ns4:creationId val="815516633"/>
      </p:ext>
    </p:extLst>
  </p:cSld>
</p:sld>
</file>

<file path=ppt/slides/slide7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C873F50-CBB5-4140-ABFF-5D03FF7E69AD}"/>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5교시</a:t>
            </a:r>
          </a:p>
        </p:txBody>
      </p:sp>
      <p:sp>
        <p:nvSpPr>
          <p:cNvPr id="2" name="">
            <a:extLst>
              <a:ext uri="{FF2B5EF4-FFF2-40B4-BE49-F238E27FC236}">
                <ns2:creationId id="{FE8B22AE-91CD-42FE-9F4F-62A8910B2A20}"/>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멈춤·누락·수신 실패</a:t>
            </a:r>
          </a:p>
        </p:txBody>
      </p:sp>
      <p:sp>
        <p:nvSpPr>
          <p:cNvPr id="3" name="">
            <a:extLst>
              <a:ext uri="{FF2B5EF4-FFF2-40B4-BE49-F238E27FC236}">
                <ns2:creationId id="{645F3860-8729-4530-BAFD-4839DAE73CDF}"/>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15:00~15:50 · 50분</a:t>
            </a:r>
          </a:p>
        </p:txBody>
      </p:sp>
      <p:sp>
        <p:nvSpPr>
          <p:cNvPr id="4" name="">
            <a:extLst>
              <a:ext uri="{FF2B5EF4-FFF2-40B4-BE49-F238E27FC236}">
                <ns2:creationId id="{27BFB870-76C3-4178-8302-A0C7C9198F4D}"/>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A13 · A14 · A15</a:t>
            </a:r>
          </a:p>
        </p:txBody>
      </p:sp>
      <p:sp>
        <p:nvSpPr>
          <p:cNvPr id="5" name="">
            <a:extLst>
              <a:ext uri="{FF2B5EF4-FFF2-40B4-BE49-F238E27FC236}">
                <ns2:creationId id="{2701E633-A10F-44F9-87AD-FBB0507A0495}"/>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194BC0BC-2401-438C-B5ED-D4A5606F338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F9FA3C28-9A47-475E-8618-24C7A98F3EB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176B64B-49C8-4885-A204-FA091F07A68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FC246EC-D697-4C4A-BF0C-4005D68A676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11638A8-8D6C-4174-8232-864C0A0A34B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071</a:t>
            </a:r>
          </a:p>
        </p:txBody>
      </p:sp>
    </p:spTree>
    <p:extLst>
      <p:ext uri="{BB962C8B-B14F-4D97-AF65-F5344CB8AC3E}">
        <ns4:creationId val="1815903946"/>
      </p:ext>
    </p:extLst>
  </p:cSld>
</p:sld>
</file>

<file path=ppt/slides/slide7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65C94D29-CF18-422B-85D3-E92DE9B9515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55157DD-E15E-45A2-B77D-9D053F62B39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미측정과 값 누락</a:t>
            </a:r>
          </a:p>
        </p:txBody>
      </p:sp>
      <p:sp>
        <p:nvSpPr>
          <p:cNvPr id="3" name="">
            <a:extLst>
              <a:ext uri="{FF2B5EF4-FFF2-40B4-BE49-F238E27FC236}">
                <ns2:creationId id="{D315B5FA-F612-4E13-B3DF-83D974A30B65}"/>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미측정</a:t>
            </a:r>
          </a:p>
        </p:txBody>
      </p:sp>
      <p:sp>
        <p:nvSpPr>
          <p:cNvPr id="4" name="">
            <a:extLst>
              <a:ext uri="{FF2B5EF4-FFF2-40B4-BE49-F238E27FC236}">
                <ns2:creationId id="{0163F7F8-1528-4551-8701-F11F8A93BA91}"/>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정상 응답 안에 temperature_c=null이 있습니다.</a:t>
            </a:r>
          </a:p>
        </p:txBody>
      </p:sp>
      <p:sp>
        <p:nvSpPr>
          <p:cNvPr id="5" name="">
            <a:extLst>
              <a:ext uri="{FF2B5EF4-FFF2-40B4-BE49-F238E27FC236}">
                <ns2:creationId id="{F2FBB01E-9242-41A3-A1A2-504CAC3D4437}"/>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0℃ 측정</a:t>
            </a:r>
          </a:p>
        </p:txBody>
      </p:sp>
      <p:sp>
        <p:nvSpPr>
          <p:cNvPr id="6" name="">
            <a:extLst>
              <a:ext uri="{FF2B5EF4-FFF2-40B4-BE49-F238E27FC236}">
                <ns2:creationId id="{464525A0-3851-4C35-BCC2-C5ED5FCFB796}"/>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0℃ 측정과 다릅니다.</a:t>
            </a:r>
          </a:p>
        </p:txBody>
      </p:sp>
      <p:sp>
        <p:nvSpPr>
          <p:cNvPr id="7" name="">
            <a:extLst>
              <a:ext uri="{FF2B5EF4-FFF2-40B4-BE49-F238E27FC236}">
                <ns2:creationId id="{09AE78C4-D823-4400-AA39-A478E782E28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DEBBB67-A268-4A81-B204-E1E804C39FE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2F3ABC00-2DD2-4FC0-8A91-7BCD690D97D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BF621D89-6A30-4769-90FF-C47271E2889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9641226-853E-498D-A231-C559955C97F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072</a:t>
            </a:r>
          </a:p>
        </p:txBody>
      </p:sp>
    </p:spTree>
    <p:extLst>
      <p:ext uri="{BB962C8B-B14F-4D97-AF65-F5344CB8AC3E}">
        <ns4:creationId val="2080230477"/>
      </p:ext>
    </p:extLst>
  </p:cSld>
</p:sld>
</file>

<file path=ppt/slides/slide7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7F50484C-003C-4509-9F7A-FA1AF90FEDE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05A97BB7-CFEE-42ED-86A0-9FBACEB5AC6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오래됨과 확인 시각</a:t>
            </a:r>
          </a:p>
        </p:txBody>
      </p:sp>
      <p:sp>
        <p:nvSpPr>
          <p:cNvPr id="3" name="">
            <a:extLst>
              <a:ext uri="{FF2B5EF4-FFF2-40B4-BE49-F238E27FC236}">
                <ns2:creationId id="{E3EA4E94-B087-4906-A896-B2E8F1BF34CE}"/>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확인 시각 이동</a:t>
            </a:r>
          </a:p>
        </p:txBody>
      </p:sp>
      <p:sp>
        <p:nvSpPr>
          <p:cNvPr id="4" name="">
            <a:extLst>
              <a:ext uri="{FF2B5EF4-FFF2-40B4-BE49-F238E27FC236}">
                <ns2:creationId id="{2F8FF5E4-D8AD-4A2E-B932-63FCB35A165F}"/>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새 기록 없이 확인 시각만 70초 이동합니다.</a:t>
            </a:r>
          </a:p>
        </p:txBody>
      </p:sp>
      <p:sp>
        <p:nvSpPr>
          <p:cNvPr id="5" name="">
            <a:extLst>
              <a:ext uri="{FF2B5EF4-FFF2-40B4-BE49-F238E27FC236}">
                <ns2:creationId id="{ECDBA401-7153-47FA-A2DE-927511370D9B}"/>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실제 통신 시험</a:t>
            </a:r>
          </a:p>
        </p:txBody>
      </p:sp>
      <p:sp>
        <p:nvSpPr>
          <p:cNvPr id="6" name="">
            <a:extLst>
              <a:ext uri="{FF2B5EF4-FFF2-40B4-BE49-F238E27FC236}">
                <ns2:creationId id="{55A2E9F1-C4F7-4A5D-B051-9E8797B15895}"/>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실제 장치 통신을 끊은 실험은 아닙니다.</a:t>
            </a:r>
          </a:p>
        </p:txBody>
      </p:sp>
      <p:sp>
        <p:nvSpPr>
          <p:cNvPr id="7" name="">
            <a:extLst>
              <a:ext uri="{FF2B5EF4-FFF2-40B4-BE49-F238E27FC236}">
                <ns2:creationId id="{769DF0F8-38DB-43F3-B395-803AC10A9A72}"/>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4012717C-ADA5-4A76-B983-2369DD6FE30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6570628F-EADB-454B-A581-77DB7F3AFD2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4E2EE28B-C71A-415E-AE0A-A853D8C90C1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5EA6BBB-5866-4166-B393-46F05874114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073</a:t>
            </a:r>
          </a:p>
        </p:txBody>
      </p:sp>
    </p:spTree>
    <p:extLst>
      <p:ext uri="{BB962C8B-B14F-4D97-AF65-F5344CB8AC3E}">
        <ns4:creationId val="725271161"/>
      </p:ext>
    </p:extLst>
  </p:cSld>
</p:sld>
</file>

<file path=ppt/slides/slide7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40056C59-998F-49A4-8C98-0E0861F18AD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7DD3A16F-A73B-463E-9010-1B7180C50BE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정지와 active=false</a:t>
            </a:r>
          </a:p>
        </p:txBody>
      </p:sp>
      <p:sp>
        <p:nvSpPr>
          <p:cNvPr id="3" name="">
            <a:extLst>
              <a:ext uri="{FF2B5EF4-FFF2-40B4-BE49-F238E27FC236}">
                <ns2:creationId id="{C4B62CD7-AD0D-4E46-9B91-03D3BFE569C1}"/>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정지</a:t>
            </a:r>
          </a:p>
        </p:txBody>
      </p:sp>
      <p:sp>
        <p:nvSpPr>
          <p:cNvPr id="4" name="">
            <a:extLst>
              <a:ext uri="{FF2B5EF4-FFF2-40B4-BE49-F238E27FC236}">
                <ns2:creationId id="{1F83F783-67BB-45D2-A044-F37F98ACE380}"/>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active=false면 정지로 표시합니다.</a:t>
            </a:r>
          </a:p>
        </p:txBody>
      </p:sp>
      <p:sp>
        <p:nvSpPr>
          <p:cNvPr id="5" name="">
            <a:extLst>
              <a:ext uri="{FF2B5EF4-FFF2-40B4-BE49-F238E27FC236}">
                <ns2:creationId id="{EB78E049-9A5C-4BDA-8BFF-8D5780A8655F}"/>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미측정 우선</a:t>
            </a:r>
          </a:p>
        </p:txBody>
      </p:sp>
      <p:sp>
        <p:nvSpPr>
          <p:cNvPr id="6" name="">
            <a:extLst>
              <a:ext uri="{FF2B5EF4-FFF2-40B4-BE49-F238E27FC236}">
                <ns2:creationId id="{42262F9F-A23A-4D88-BFE3-97A991AE5FAF}"/>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미측정이 함께 있으면 미측정이 먼저입니다.</a:t>
            </a:r>
          </a:p>
        </p:txBody>
      </p:sp>
      <p:sp>
        <p:nvSpPr>
          <p:cNvPr id="7" name="">
            <a:extLst>
              <a:ext uri="{FF2B5EF4-FFF2-40B4-BE49-F238E27FC236}">
                <ns2:creationId id="{6225CD01-4E8D-428A-93C5-344B6D936481}"/>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39BEDAA9-45D6-41A8-9379-C35D4E229D7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E61FD874-6487-43D1-BABF-6DA7BA166C2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2761B8B-D92C-4542-BC55-162D7D8EB27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180633C-C8C4-4982-8B70-04E5AF23ABF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074</a:t>
            </a:r>
          </a:p>
        </p:txBody>
      </p:sp>
    </p:spTree>
    <p:extLst>
      <p:ext uri="{BB962C8B-B14F-4D97-AF65-F5344CB8AC3E}">
        <ns4:creationId val="285050240"/>
      </p:ext>
    </p:extLst>
  </p:cSld>
</p:sld>
</file>

<file path=ppt/slides/slide7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1E75D871-F9FD-479F-91C9-3DFA74E07F7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9858C97-9E51-48D4-AA14-A0CFF4CB102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통신 실패와 이전 값</a:t>
            </a:r>
          </a:p>
        </p:txBody>
      </p:sp>
      <p:sp>
        <p:nvSpPr>
          <p:cNvPr id="3" name="">
            <a:extLst>
              <a:ext uri="{FF2B5EF4-FFF2-40B4-BE49-F238E27FC236}">
                <ns2:creationId id="{57DD602E-D5A1-44BF-9CE0-6A9028556B6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통신 실패와 이전 값</a:t>
            </a:r>
          </a:p>
        </p:txBody>
      </p:sp>
      <p:sp>
        <p:nvSpPr>
          <p:cNvPr id="4" name="">
            <a:extLst>
              <a:ext uri="{FF2B5EF4-FFF2-40B4-BE49-F238E27FC236}">
                <ns2:creationId id="{9194AD8E-0ECB-438E-9A83-3257BF293D0A}"/>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서버 연결 실패나 HTTP 오류를 알립니다.</a:t>
            </a:r>
          </a:p>
        </p:txBody>
      </p:sp>
      <p:sp>
        <p:nvSpPr>
          <p:cNvPr id="5" name="">
            <a:extLst>
              <a:ext uri="{FF2B5EF4-FFF2-40B4-BE49-F238E27FC236}">
                <ns2:creationId id="{3789EBDD-92BC-4D19-936A-C4FF7B72D391}"/>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이전 화면 값을 새 측정으로 읽지 않습니다.</a:t>
            </a:r>
          </a:p>
        </p:txBody>
      </p:sp>
      <p:sp>
        <p:nvSpPr>
          <p:cNvPr id="6" name="">
            <a:extLst>
              <a:ext uri="{FF2B5EF4-FFF2-40B4-BE49-F238E27FC236}">
                <ns2:creationId id="{6EE60D27-411E-4821-9DEA-29BCC08B8CD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응답을 못 받았을 때</a:t>
            </a:r>
          </a:p>
        </p:txBody>
      </p:sp>
      <p:sp>
        <p:nvSpPr>
          <p:cNvPr id="7" name="">
            <a:extLst>
              <a:ext uri="{FF2B5EF4-FFF2-40B4-BE49-F238E27FC236}">
                <ns2:creationId id="{FF6F2F1C-9558-4029-8DE5-F44796AB451E}"/>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이전 값 23℃가 남아 있을 수 있음</a:t>
            </a:r>
          </a:p>
        </p:txBody>
      </p:sp>
      <p:sp>
        <p:nvSpPr>
          <p:cNvPr id="8" name="">
            <a:extLst>
              <a:ext uri="{FF2B5EF4-FFF2-40B4-BE49-F238E27FC236}">
                <ns2:creationId id="{D3B59D61-C323-4EB8-8FE7-B985C69EC36D}"/>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그 값은 새 관찰이 아님</a:t>
            </a:r>
          </a:p>
        </p:txBody>
      </p:sp>
      <p:sp>
        <p:nvSpPr>
          <p:cNvPr id="9" name="">
            <a:extLst>
              <a:ext uri="{FF2B5EF4-FFF2-40B4-BE49-F238E27FC236}">
                <ns2:creationId id="{07D60DBD-ADB1-48EC-B324-7B00F486DF3E}"/>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A50C96D7-6177-4E6C-AE0D-FAE07A43F0A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2A329402-2FA8-4589-A98B-35E424F8F67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0D26CD54-887E-43DE-8C66-1FF55DC8A62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F6058B3D-2BDA-41B5-872B-F2B03E5D65D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075</a:t>
            </a:r>
          </a:p>
        </p:txBody>
      </p:sp>
    </p:spTree>
    <p:extLst>
      <p:ext uri="{BB962C8B-B14F-4D97-AF65-F5344CB8AC3E}">
        <ns4:creationId val="1085363702"/>
      </p:ext>
    </p:extLst>
  </p:cSld>
</p:sld>
</file>

<file path=ppt/slides/slide7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34CB6C65-6BEE-494C-9232-569E119BE12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D84EFE67-07D2-40F4-BDB0-00411BB5A1F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데이터 없음과 수신 실패</a:t>
            </a:r>
          </a:p>
        </p:txBody>
      </p:sp>
      <p:sp>
        <p:nvSpPr>
          <p:cNvPr id="3" name="">
            <a:extLst>
              <a:ext uri="{FF2B5EF4-FFF2-40B4-BE49-F238E27FC236}">
                <ns2:creationId id="{F92A1A15-179E-4DB6-8B74-C490ED849508}"/>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정상 빈 목록</a:t>
            </a:r>
          </a:p>
        </p:txBody>
      </p:sp>
      <p:sp>
        <p:nvSpPr>
          <p:cNvPr id="4" name="">
            <a:extLst>
              <a:ext uri="{FF2B5EF4-FFF2-40B4-BE49-F238E27FC236}">
                <ns2:creationId id="{1D6B033F-1778-4C89-A2BC-8D59A2BF8966}"/>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정상 빈 목록: 데이터 없음</a:t>
            </a:r>
          </a:p>
        </p:txBody>
      </p:sp>
      <p:sp>
        <p:nvSpPr>
          <p:cNvPr id="5" name="">
            <a:extLst>
              <a:ext uri="{FF2B5EF4-FFF2-40B4-BE49-F238E27FC236}">
                <ns2:creationId id="{AD910FCC-AEA4-4F3F-8E4D-BD8E0C9D0A28}"/>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수신 실패</a:t>
            </a:r>
          </a:p>
        </p:txBody>
      </p:sp>
      <p:sp>
        <p:nvSpPr>
          <p:cNvPr id="6" name="">
            <a:extLst>
              <a:ext uri="{FF2B5EF4-FFF2-40B4-BE49-F238E27FC236}">
                <ns2:creationId id="{EEF9B8FF-7676-492B-803C-4B6812FBFF79}"/>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실패 응답: 수신 실패</a:t>
            </a:r>
          </a:p>
        </p:txBody>
      </p:sp>
      <p:sp>
        <p:nvSpPr>
          <p:cNvPr id="7" name="">
            <a:extLst>
              <a:ext uri="{FF2B5EF4-FFF2-40B4-BE49-F238E27FC236}">
                <ns2:creationId id="{1B8B712E-9EB0-4514-8DF3-0B938E4B9054}"/>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5A7E0966-66CC-418E-B423-423AD98113F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B34DC48-DF8B-4D6D-9084-C8AFECD029B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E8FCECD-D157-4227-B524-330896A032E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DCBC5CF-6CA0-4778-BA8A-3C922D1D2FB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076</a:t>
            </a:r>
          </a:p>
        </p:txBody>
      </p:sp>
    </p:spTree>
    <p:extLst>
      <p:ext uri="{BB962C8B-B14F-4D97-AF65-F5344CB8AC3E}">
        <ns4:creationId val="757640954"/>
      </p:ext>
    </p:extLst>
  </p:cSld>
</p:sld>
</file>

<file path=ppt/slides/slide7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64A8B3C1-C0ED-4D3A-9AFD-0E16DAD8773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10134766-E27E-484E-B392-4227FB96B6A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HTTP 400과 입력 오류</a:t>
            </a:r>
          </a:p>
        </p:txBody>
      </p:sp>
      <p:sp>
        <p:nvSpPr>
          <p:cNvPr id="3" name="">
            <a:extLst>
              <a:ext uri="{FF2B5EF4-FFF2-40B4-BE49-F238E27FC236}">
                <ns2:creationId id="{E863183A-C58D-40B5-B38C-942D7B7E70F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HTTP 400과 입력 오류</a:t>
            </a:r>
          </a:p>
        </p:txBody>
      </p:sp>
      <p:sp>
        <p:nvSpPr>
          <p:cNvPr id="4" name="">
            <a:extLst>
              <a:ext uri="{FF2B5EF4-FFF2-40B4-BE49-F238E27FC236}">
                <ns2:creationId id="{CC070285-ADB9-423E-AE2B-15266DF1524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문자열 온도 · 범위 · 불리언 · 시간대</a:t>
            </a:r>
          </a:p>
        </p:txBody>
      </p:sp>
      <p:sp>
        <p:nvSpPr>
          <p:cNvPr id="5" name="">
            <a:extLst>
              <a:ext uri="{FF2B5EF4-FFF2-40B4-BE49-F238E27FC236}">
                <ns2:creationId id="{CE6D94A5-D3EB-46CC-B0E7-51F92B24D7ED}"/>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거절 이유를 기록하고 원문을 고칩니다.</a:t>
            </a:r>
          </a:p>
        </p:txBody>
      </p:sp>
      <p:sp>
        <p:nvSpPr>
          <p:cNvPr id="6" name="">
            <a:extLst>
              <a:ext uri="{FF2B5EF4-FFF2-40B4-BE49-F238E27FC236}">
                <ns2:creationId id="{E10DDE2B-1CEB-4981-A43E-84A42A9950E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입력 오류 확인</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584709"/>
                <a:gridCol w="2654041"/>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 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문자열 온도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본문의 자료형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0~50 밖</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범위</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active / 시각</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불리언·시간대</a:t>
                      </a:r>
                    </a:p>
                  </a:txBody>
                  <a:tcPr marL="114300" marR="114300" marT="76200" marB="76200" anchor="ctr">
                    <a:solidFill>
                      <a:srgbClr val="FFFFFF"/>
                    </a:solidFill>
                  </a:tcPr>
                </a:tc>
              </a:tr>
            </a:tbl>
          </a:graphicData>
        </a:graphic>
      </p:graphicFrame>
      <p:sp>
        <p:nvSpPr>
          <p:cNvPr id="8" name="">
            <a:extLst>
              <a:ext uri="{FF2B5EF4-FFF2-40B4-BE49-F238E27FC236}">
                <ns2:creationId id="{625606C9-E6E0-4C66-93B2-0089421C88D5}"/>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229EBD65-E739-42BE-930D-59C8B832B75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8F2122F-5EB4-4D42-AC63-D371FDB7DA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4B350E0-314C-4B99-AAD8-F26B524DA0C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BC0864E-8CE2-4E5E-AE1A-2EC70FFC8D0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077</a:t>
            </a:r>
          </a:p>
        </p:txBody>
      </p:sp>
    </p:spTree>
    <p:extLst>
      <p:ext uri="{BB962C8B-B14F-4D97-AF65-F5344CB8AC3E}">
        <ns4:creationId val="1065407395"/>
      </p:ext>
    </p:extLst>
  </p:cSld>
</p:sld>
</file>

<file path=ppt/slides/slide7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95113E10-9453-4D93-96EF-BBFA3875CED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1982D32-888D-4E3E-8EDE-49FD2E8E548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실패 종류별 확인 대상</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3802838"/>
                <a:gridCol w="3670181"/>
                <a:gridCol w="3347382"/>
              </a:tblGrid>
              <a:tr h="536448">
                <a:tc>
                  <a:txBody>
                    <a:bodyPr wrap="square"/>
                    <a:lstStyle/>
                    <a:p>
                      <a:pPr>
                        <a:lnSpc>
                          <a:spcPct val="102000"/>
                        </a:lnSpc>
                        <a:buNone/>
                      </a:pPr>
                      <a:r>
                        <a:rPr sz="2025" b="1">
                          <a:solidFill>
                            <a:srgbClr val="172F39"/>
                          </a:solidFill>
                          <a:latin typeface="Noto Sans KR"/>
                          <a:ea typeface="Noto Sans KR"/>
                          <a:cs typeface="Noto Sans KR"/>
                        </a:rPr>
                        <a:t>상황</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화면 뜻</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먼저 확인</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null 응답</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미측정</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센서·자료</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정상 빈 목록</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데이터 없음</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필터·범위</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HTTP 400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입력 오류</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보낸 본문</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연결 실패</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수신 실패</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서버·포트</a:t>
                      </a:r>
                    </a:p>
                  </a:txBody>
                  <a:tcPr marL="114300" marR="114300" marT="76200" marB="76200" anchor="ctr">
                    <a:solidFill>
                      <a:srgbClr val="FFFFFF"/>
                    </a:solidFill>
                  </a:tcPr>
                </a:tc>
              </a:tr>
            </a:tbl>
          </a:graphicData>
        </a:graphic>
      </p:graphicFrame>
      <p:sp>
        <p:nvSpPr>
          <p:cNvPr id="4" name="">
            <a:extLst>
              <a:ext uri="{FF2B5EF4-FFF2-40B4-BE49-F238E27FC236}">
                <ns2:creationId id="{0EDA947E-C7A1-46E4-964F-7B81202FF43D}"/>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3848F0DC-D24C-489D-ADD9-1DA83C47794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33A60D03-ADF0-406E-B085-00EB084EC65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13026EBF-2EA3-42C0-85AC-62550F720DE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3D7C382C-0076-456C-8E67-B20A80EE88B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078</a:t>
            </a:r>
          </a:p>
        </p:txBody>
      </p:sp>
    </p:spTree>
    <p:extLst>
      <p:ext uri="{BB962C8B-B14F-4D97-AF65-F5344CB8AC3E}">
        <ns4:creationId val="1689389035"/>
      </p:ext>
    </p:extLst>
  </p:cSld>
</p:sld>
</file>

<file path=ppt/slides/slide7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5F7FB62D-D9E3-454B-93FE-27F485708DE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BC028DD-5D18-4B00-B518-C1B69C5BF8C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99731520-E7DB-4A15-AE19-748AB3CA9054}"/>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23℃가 화면에 남아 있어도</a:t>
            </a:r>
          </a:p>
        </p:txBody>
      </p:sp>
      <p:sp>
        <p:nvSpPr>
          <p:cNvPr id="4" name="">
            <a:extLst>
              <a:ext uri="{FF2B5EF4-FFF2-40B4-BE49-F238E27FC236}">
                <ns2:creationId id="{A921E561-7733-44AA-9F72-57DF458D9585}"/>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새 관찰을 받았다는 뜻은 아닙니다.</a:t>
            </a:r>
          </a:p>
        </p:txBody>
      </p:sp>
      <p:sp>
        <p:nvSpPr>
          <p:cNvPr id="5" name="">
            <a:extLst>
              <a:ext uri="{FF2B5EF4-FFF2-40B4-BE49-F238E27FC236}">
                <ns2:creationId id="{7DFF55FC-48E5-42FB-836B-85658DB80CA8}"/>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237A0164-DCA6-4EFB-BC58-888D6039424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D755509E-2DF5-44C2-8B05-5C772735F89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7121EDD-D233-46C0-919E-2568182495D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B03417F-88CE-42D9-9E27-79A0932018A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079</a:t>
            </a:r>
          </a:p>
        </p:txBody>
      </p:sp>
    </p:spTree>
    <p:extLst>
      <p:ext uri="{BB962C8B-B14F-4D97-AF65-F5344CB8AC3E}">
        <ns4:creationId val="140125862"/>
      </p:ext>
    </p:extLst>
  </p:cSld>
</p:sld>
</file>

<file path=ppt/slides/slide8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E127F31A-6053-4078-AF93-A9C6D0366AD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2B3D548-D44C-414E-AEFE-5866D93717E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48DA5D92-A058-47E6-B3FD-600106F23C9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null 응답 · 빈 목록 · 연결 실패</a:t>
            </a:r>
          </a:p>
        </p:txBody>
      </p:sp>
      <p:sp>
        <p:nvSpPr>
          <p:cNvPr id="4" name="">
            <a:extLst>
              <a:ext uri="{FF2B5EF4-FFF2-40B4-BE49-F238E27FC236}">
                <ns2:creationId id="{F4870F4D-12AC-46C2-918A-7B81619FC539}"/>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세 상황의 문구와 복구 대상을 쓰세요.</a:t>
            </a:r>
          </a:p>
        </p:txBody>
      </p:sp>
      <p:sp>
        <p:nvSpPr>
          <p:cNvPr id="5" name="">
            <a:extLst>
              <a:ext uri="{FF2B5EF4-FFF2-40B4-BE49-F238E27FC236}">
                <ns2:creationId id="{FC2415E3-325A-419C-9D01-BCB232C9956A}"/>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A1F62FE0-E1AC-4329-93A7-C463B36E966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6F956D79-21B5-4328-B30F-8ED550B4A53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A9D8E6C-7E68-4DE0-BD62-3C855AE650D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6F60A4D-112A-409A-B7AE-FD676726291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B5332E8-6922-443A-9C84-4F02C49788E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080</a:t>
            </a:r>
          </a:p>
        </p:txBody>
      </p:sp>
    </p:spTree>
    <p:extLst>
      <p:ext uri="{BB962C8B-B14F-4D97-AF65-F5344CB8AC3E}">
        <ns4:creationId val="399172301"/>
      </p:ext>
    </p:extLst>
  </p:cSld>
</p:sld>
</file>

<file path=ppt/slides/slide8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FCC3E8C-BF2C-49FF-913B-7C63F84E04F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73305971-9889-4DAF-B881-6E870DA2A84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C63191D3-8AAA-41B4-8F87-DFB3A2FE9670}"/>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미측정: 자료 확인</a:t>
            </a:r>
          </a:p>
        </p:txBody>
      </p:sp>
      <p:sp>
        <p:nvSpPr>
          <p:cNvPr id="4" name="">
            <a:extLst>
              <a:ext uri="{FF2B5EF4-FFF2-40B4-BE49-F238E27FC236}">
                <ns2:creationId id="{FD973F0D-0D02-4AB2-B962-BAB8C7C40E63}"/>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데이터 없음: 필터·범위 확인</a:t>
            </a:r>
          </a:p>
        </p:txBody>
      </p:sp>
      <p:sp>
        <p:nvSpPr>
          <p:cNvPr id="5" name="">
            <a:extLst>
              <a:ext uri="{FF2B5EF4-FFF2-40B4-BE49-F238E27FC236}">
                <ns2:creationId id="{C001B67A-49D1-4E7F-84AE-DBE273760665}"/>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수신 실패: 서버·포트 확인</a:t>
            </a:r>
          </a:p>
        </p:txBody>
      </p:sp>
      <p:sp>
        <p:nvSpPr>
          <p:cNvPr id="6" name="">
            <a:extLst>
              <a:ext uri="{FF2B5EF4-FFF2-40B4-BE49-F238E27FC236}">
                <ns2:creationId id="{BD50A8A9-9C6D-4404-978B-D16DB15101AC}"/>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2A41F77-2390-4D02-A57A-CF068073184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0A21B67-2B2D-4517-A982-DDD46D5E887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F6352C7-2019-43FF-B210-D6F2255046A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AF90CAA-C87E-4DD9-A887-E0CFDC51ED9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081</a:t>
            </a:r>
          </a:p>
        </p:txBody>
      </p:sp>
    </p:spTree>
    <p:extLst>
      <p:ext uri="{BB962C8B-B14F-4D97-AF65-F5344CB8AC3E}">
        <ns4:creationId val="8503409"/>
      </p:ext>
    </p:extLst>
  </p:cSld>
</p:sld>
</file>

<file path=ppt/slides/slide8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FA27C0E4-5518-42A0-89E3-AE97FA90339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D6D4F5F-39F3-46C3-8420-DFB7969D8B3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1D565298-5E56-46AF-A246-426F882D7CE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확인 시각만 70초 이동합니다.</a:t>
            </a:r>
          </a:p>
        </p:txBody>
      </p:sp>
      <p:sp>
        <p:nvSpPr>
          <p:cNvPr id="4" name="">
            <a:extLst>
              <a:ext uri="{FF2B5EF4-FFF2-40B4-BE49-F238E27FC236}">
                <ns2:creationId id="{AB0EF2B7-678B-4E21-A7A5-28F88E6810B6}"/>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측정 10초 전 기록은 시간차 80초가 됩니다.</a:t>
            </a:r>
          </a:p>
        </p:txBody>
      </p:sp>
      <p:sp>
        <p:nvSpPr>
          <p:cNvPr id="5" name="">
            <a:extLst>
              <a:ext uri="{FF2B5EF4-FFF2-40B4-BE49-F238E27FC236}">
                <ns2:creationId id="{29A7877D-06E8-4911-87F6-761686618DF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1206509A-592C-4C6C-BB52-4A4F1434ED8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444637F1-F8A7-43A9-A907-DC523454112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76CE6A4F-06D4-4953-A0F9-990EFA4D00D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CA87D20C-02BB-448C-82C7-337CC34F305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082</a:t>
            </a:r>
          </a:p>
        </p:txBody>
      </p:sp>
    </p:spTree>
    <p:extLst>
      <p:ext uri="{BB962C8B-B14F-4D97-AF65-F5344CB8AC3E}">
        <ns4:creationId val="1841765876"/>
      </p:ext>
    </p:extLst>
  </p:cSld>
</p:sld>
</file>

<file path=ppt/slides/slide8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19807CA6-6978-48D1-A7C7-67EA55CA8F0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E52B36ED-D740-4750-A26F-EC2751B62FF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DA9AEA0A-30D0-4146-A40A-A043EBCDDE4E}"/>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모든 오류를 빈 목록으로 바꾸지 않습니다.</a:t>
            </a:r>
          </a:p>
        </p:txBody>
      </p:sp>
      <p:sp>
        <p:nvSpPr>
          <p:cNvPr id="4" name="">
            <a:extLst>
              <a:ext uri="{FF2B5EF4-FFF2-40B4-BE49-F238E27FC236}">
                <ns2:creationId id="{DDC265A5-4E3F-4BB4-B9B0-5D534E6414E9}"/>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장애와 실제 데이터 부재가 섞입니다.</a:t>
            </a:r>
          </a:p>
        </p:txBody>
      </p:sp>
      <p:sp>
        <p:nvSpPr>
          <p:cNvPr id="5" name="">
            <a:extLst>
              <a:ext uri="{FF2B5EF4-FFF2-40B4-BE49-F238E27FC236}">
                <ns2:creationId id="{3962922F-224C-40C1-971A-B547BFAC56CE}"/>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3E00CE68-9B40-47EB-9BC5-E20B92C5802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35BE8242-10D7-47C4-97F6-19B097D0182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113F279B-243A-4351-972C-DA39499312A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A3365944-10C0-47F0-8B2E-C2139D5671B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083</a:t>
            </a:r>
          </a:p>
        </p:txBody>
      </p:sp>
    </p:spTree>
    <p:extLst>
      <p:ext uri="{BB962C8B-B14F-4D97-AF65-F5344CB8AC3E}">
        <ns4:creationId val="1739032084"/>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58D2AD2-624E-424C-9EDC-BF3B49E8CC5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F00658A5-BB0E-4E1F-B10B-F72FE423DB2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B61F7C53-E548-4C27-95C8-AB16211568F0}"/>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미측정과 수신 실패의 차이를 말해 봅시다.</a:t>
            </a:r>
          </a:p>
        </p:txBody>
      </p:sp>
      <p:sp>
        <p:nvSpPr>
          <p:cNvPr id="4" name="">
            <a:extLst>
              <a:ext uri="{FF2B5EF4-FFF2-40B4-BE49-F238E27FC236}">
                <ns2:creationId id="{DA2913FE-FF26-4B1A-9F05-A59A01FB1C06}"/>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이전 값을 남기는 이유와 한계도 설명합니다.</a:t>
            </a:r>
          </a:p>
        </p:txBody>
      </p:sp>
      <p:sp>
        <p:nvSpPr>
          <p:cNvPr id="5" name="">
            <a:extLst>
              <a:ext uri="{FF2B5EF4-FFF2-40B4-BE49-F238E27FC236}">
                <ns2:creationId id="{3321101E-C1C0-4C87-A9BD-EEF4BE665462}"/>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7E33B1BD-4A0F-4AE2-A395-747410A8047C}"/>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82BC545-CD4A-4819-9014-1EBEFDB1A6C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10270A2-A321-4E09-968E-33C681E4FCE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84291A3-C4F0-43CB-B8EB-544BD57EDD1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1BF08F5-6BEA-4BFD-9D51-B97E0144CB2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084</a:t>
            </a:r>
          </a:p>
        </p:txBody>
      </p:sp>
    </p:spTree>
    <p:extLst>
      <p:ext uri="{BB962C8B-B14F-4D97-AF65-F5344CB8AC3E}">
        <ns4:creationId val="1127294354"/>
      </p:ext>
    </p:extLst>
  </p:cSld>
</p:sld>
</file>

<file path=ppt/slides/slide8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681F791-A881-4F0D-84B2-29EF7300F22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C0DD8CA2-A9ED-4714-9658-103A40C8B30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AB950B55-E94A-41A8-8B5D-9751B9E6FE4E}"/>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추가·도전: 실패 뒤 정상 수신으로 복구</a:t>
            </a:r>
          </a:p>
        </p:txBody>
      </p:sp>
      <p:sp>
        <p:nvSpPr>
          <p:cNvPr id="4" name="">
            <a:extLst>
              <a:ext uri="{FF2B5EF4-FFF2-40B4-BE49-F238E27FC236}">
                <ns2:creationId id="{DDDDF521-4143-4798-875B-9E8D0CDC18F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메시지·행 수·값·시각을 다시 확인하세요.</a:t>
            </a:r>
          </a:p>
        </p:txBody>
      </p:sp>
      <p:sp>
        <p:nvSpPr>
          <p:cNvPr id="5" name="">
            <a:extLst>
              <a:ext uri="{FF2B5EF4-FFF2-40B4-BE49-F238E27FC236}">
                <ns2:creationId id="{BD967D38-32BC-4157-987E-FA5EB20D5802}"/>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EB49C92B-4252-4A6C-9F45-98261EA47EB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F7AF61B6-A0A9-4DFF-B717-E1C4D9701BB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A923422-6328-48E8-8F3A-458EAAEF2F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1A48029-4AA9-49C9-9D7C-D71E761451B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6DEF64F-5572-4C4F-9A7B-FE19E26C42D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085</a:t>
            </a:r>
          </a:p>
        </p:txBody>
      </p:sp>
    </p:spTree>
    <p:extLst>
      <p:ext uri="{BB962C8B-B14F-4D97-AF65-F5344CB8AC3E}">
        <ns4:creationId val="873460768"/>
      </p:ext>
    </p:extLst>
  </p:cSld>
</p:sld>
</file>

<file path=ppt/slides/slide8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BF56A3F-10A3-4010-B253-57525602249E}"/>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6교시</a:t>
            </a:r>
          </a:p>
        </p:txBody>
      </p:sp>
      <p:sp>
        <p:nvSpPr>
          <p:cNvPr id="2" name="">
            <a:extLst>
              <a:ext uri="{FF2B5EF4-FFF2-40B4-BE49-F238E27FC236}">
                <ns2:creationId id="{76D9A398-5340-4CF4-9541-E96D0BFBEDED}"/>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대시보드 검수와 인수인계</a:t>
            </a:r>
          </a:p>
        </p:txBody>
      </p:sp>
      <p:sp>
        <p:nvSpPr>
          <p:cNvPr id="3" name="">
            <a:extLst>
              <a:ext uri="{FF2B5EF4-FFF2-40B4-BE49-F238E27FC236}">
                <ns2:creationId id="{17C2BAE9-10E0-4EF0-8C41-655469D619CF}"/>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16:00~16:50 · 50분</a:t>
            </a:r>
          </a:p>
        </p:txBody>
      </p:sp>
      <p:sp>
        <p:nvSpPr>
          <p:cNvPr id="4" name="">
            <a:extLst>
              <a:ext uri="{FF2B5EF4-FFF2-40B4-BE49-F238E27FC236}">
                <ns2:creationId id="{1FA11491-AB39-4782-AE62-AB83A3983168}"/>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A16 · A17 · A18</a:t>
            </a:r>
          </a:p>
        </p:txBody>
      </p:sp>
      <p:sp>
        <p:nvSpPr>
          <p:cNvPr id="5" name="">
            <a:extLst>
              <a:ext uri="{FF2B5EF4-FFF2-40B4-BE49-F238E27FC236}">
                <ns2:creationId id="{8BDB7CD4-30E4-409E-A372-451B7EF9DFF6}"/>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1E3A0CF8-5C80-440C-8B34-EA46178087B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466108CB-47B5-4C84-8FC2-8E84CD06C63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838E991-9757-431E-9669-17A7E68041F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F7CEBC8-1453-4E8F-894C-2BC1CC5E23C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ACADE48-8C2B-473D-B53D-8883BA14500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086</a:t>
            </a:r>
          </a:p>
        </p:txBody>
      </p:sp>
    </p:spTree>
    <p:extLst>
      <p:ext uri="{BB962C8B-B14F-4D97-AF65-F5344CB8AC3E}">
        <ns4:creationId val="1244668537"/>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8430F897-7864-4D6E-BC11-39EBAC81738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F8F45F09-AD0A-48F0-82DC-D99D274DECB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동료 재실행 기준</a:t>
            </a:r>
          </a:p>
        </p:txBody>
      </p:sp>
      <p:sp>
        <p:nvSpPr>
          <p:cNvPr id="3" name="">
            <a:extLst>
              <a:ext uri="{FF2B5EF4-FFF2-40B4-BE49-F238E27FC236}">
                <ns2:creationId id="{EE7BF303-C08D-4582-9020-A175F119C09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동료 재실행 기준</a:t>
            </a:r>
          </a:p>
        </p:txBody>
      </p:sp>
      <p:sp>
        <p:nvSpPr>
          <p:cNvPr id="4" name="">
            <a:extLst>
              <a:ext uri="{FF2B5EF4-FFF2-40B4-BE49-F238E27FC236}">
                <ns2:creationId id="{F8EBAFC7-3C54-4318-9CF8-3FBA8C7D39B0}"/>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시작 폴더 · 명령 · 주소 · 종료 방법</a:t>
            </a:r>
          </a:p>
        </p:txBody>
      </p:sp>
      <p:sp>
        <p:nvSpPr>
          <p:cNvPr id="5" name="">
            <a:extLst>
              <a:ext uri="{FF2B5EF4-FFF2-40B4-BE49-F238E27FC236}">
                <ns2:creationId id="{E593D9B7-D778-4812-AC59-5511D59AAD7D}"/>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기대 결과와 오류 복구를 같이 줍니다.</a:t>
            </a:r>
          </a:p>
        </p:txBody>
      </p:sp>
      <p:sp>
        <p:nvSpPr>
          <p:cNvPr id="6" name="">
            <a:extLst>
              <a:ext uri="{FF2B5EF4-FFF2-40B4-BE49-F238E27FC236}">
                <ns2:creationId id="{639C73DD-4F23-455B-866C-15AB8C4AB44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동료의 첫 실행</a:t>
            </a:r>
          </a:p>
        </p:txBody>
      </p:sp>
      <p:sp>
        <p:nvSpPr>
          <p:cNvPr id="7" name="">
            <a:extLst>
              <a:ext uri="{FF2B5EF4-FFF2-40B4-BE49-F238E27FC236}">
                <ns2:creationId id="{4ABBF313-D98C-471D-B9B2-27C81EAFE045}"/>
              </a:ext>
            </a:extLst>
          </p:cNvPr>
          <p:cNvSpPr>
            <a:spLocks noGrp="1"/>
          </p:cNvSpPr>
          <p:nvPr/>
        </p:nvSpPr>
        <p:spPr>
          <a:xfrm>
            <a:off x="6267450" y="2628900"/>
            <a:ext cx="5238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course에서 python -X utf8 code/server.py</a:t>
            </a:r>
          </a:p>
        </p:txBody>
      </p:sp>
      <p:sp>
        <p:nvSpPr>
          <p:cNvPr id="8" name="">
            <a:extLst>
              <a:ext uri="{FF2B5EF4-FFF2-40B4-BE49-F238E27FC236}">
                <ns2:creationId id="{BEF6824B-9B8D-419D-AC88-5E18A193EFD8}"/>
              </a:ext>
            </a:extLst>
          </p:cNvPr>
          <p:cNvSpPr>
            <a:spLocks noGrp="1"/>
          </p:cNvSpPr>
          <p:nvPr/>
        </p:nvSpPr>
        <p:spPr>
          <a:xfrm>
            <a:off x="6267450" y="3442716"/>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http://127.0.0.1:8780/?source=api</a:t>
            </a:r>
          </a:p>
        </p:txBody>
      </p:sp>
      <p:sp>
        <p:nvSpPr>
          <p:cNvPr id="9" name="">
            <a:extLst>
              <a:ext uri="{FF2B5EF4-FFF2-40B4-BE49-F238E27FC236}">
                <ns2:creationId id="{1ADF38E8-0374-4AEA-8709-7111FA09A788}"/>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0E5103DF-A487-4013-9AEE-FCD1A05E952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4041B280-3B60-4A2D-A9B2-98ACEE8C040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D0077534-AA4D-41B9-BA10-9C2FEA55580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EE2AFCB1-D2EB-496E-8396-0F39F18E991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087</a:t>
            </a:r>
          </a:p>
        </p:txBody>
      </p:sp>
    </p:spTree>
    <p:extLst>
      <p:ext uri="{BB962C8B-B14F-4D97-AF65-F5344CB8AC3E}">
        <ns4:creationId val="1801221417"/>
      </p:ext>
    </p:extLst>
  </p:cSld>
</p:sld>
</file>

<file path=ppt/slides/slide8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84A4F8F-CBB1-49DB-8B7C-8542598E860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18388E45-CAB1-4C9A-AB46-2875349EC3B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초기 기록의 확인값</a:t>
            </a:r>
          </a:p>
        </p:txBody>
      </p:sp>
      <p:sp>
        <p:nvSpPr>
          <p:cNvPr id="3" name="">
            <a:extLst>
              <a:ext uri="{FF2B5EF4-FFF2-40B4-BE49-F238E27FC236}">
                <ns2:creationId id="{C6AD1901-17E2-4B9E-B851-BBBAA9AB3B3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초기 기록의 확인값</a:t>
            </a:r>
          </a:p>
        </p:txBody>
      </p:sp>
      <p:sp>
        <p:nvSpPr>
          <p:cNvPr id="4" name="">
            <a:extLst>
              <a:ext uri="{FF2B5EF4-FFF2-40B4-BE49-F238E27FC236}">
                <ns2:creationId id="{695DA0E7-8AEA-43F3-A89B-374657058256}"/>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이력 5건 · 센서 4개</a:t>
            </a:r>
          </a:p>
        </p:txBody>
      </p:sp>
      <p:sp>
        <p:nvSpPr>
          <p:cNvPr id="5" name="">
            <a:extLst>
              <a:ext uri="{FF2B5EF4-FFF2-40B4-BE49-F238E27FC236}">
                <ns2:creationId id="{9F41F217-FF37-4A91-A4FB-E8DCC5F381B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S01 최신값은 22.8입니다.</a:t>
            </a:r>
          </a:p>
        </p:txBody>
      </p:sp>
      <p:sp>
        <p:nvSpPr>
          <p:cNvPr id="6" name="">
            <a:extLst>
              <a:ext uri="{FF2B5EF4-FFF2-40B4-BE49-F238E27FC236}">
                <ns2:creationId id="{AFCA491E-A3A0-49C7-9219-C8530A51572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초기 기록의 수</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055211"/>
                <a:gridCol w="2183539"/>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이력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5건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센서</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4개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S01 최신</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22.8</a:t>
                      </a:r>
                    </a:p>
                  </a:txBody>
                  <a:tcPr marL="114300" marR="114300" marT="76200" marB="76200" anchor="ctr">
                    <a:solidFill>
                      <a:srgbClr val="FFFFFF"/>
                    </a:solidFill>
                  </a:tcPr>
                </a:tc>
              </a:tr>
            </a:tbl>
          </a:graphicData>
        </a:graphic>
      </p:graphicFrame>
      <p:sp>
        <p:nvSpPr>
          <p:cNvPr id="8" name="">
            <a:extLst>
              <a:ext uri="{FF2B5EF4-FFF2-40B4-BE49-F238E27FC236}">
                <ns2:creationId id="{B55D07EB-AA77-4C3C-82A4-10514401A244}"/>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BDBF4B3-1AB7-45D8-A9D7-D7F605FF24C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2894FDA-305D-485D-9576-6685DD99827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AF4010A-E7A7-4B24-A927-B6BB4E4807B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CAD648C-DE17-49F2-A574-27465BBD5C5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088</a:t>
            </a:r>
          </a:p>
        </p:txBody>
      </p:sp>
    </p:spTree>
    <p:extLst>
      <p:ext uri="{BB962C8B-B14F-4D97-AF65-F5344CB8AC3E}">
        <ns4:creationId val="464216693"/>
      </p:ext>
    </p:extLst>
  </p:cSld>
</p:sld>
</file>

<file path=ppt/slides/slide8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691F64B8-1DC2-450B-869A-6F8034B81C2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04EF077B-D50C-4A71-8020-56A0162B864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수락 뒤 목록과 최신값</a:t>
            </a:r>
          </a:p>
        </p:txBody>
      </p:sp>
      <p:sp>
        <p:nvSpPr>
          <p:cNvPr id="3" name="">
            <a:extLst>
              <a:ext uri="{FF2B5EF4-FFF2-40B4-BE49-F238E27FC236}">
                <ns2:creationId id="{D2B32376-244A-4F1E-8DD7-33EEA4A250B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수락 뒤 목록과 최신값</a:t>
            </a:r>
          </a:p>
        </p:txBody>
      </p:sp>
      <p:sp>
        <p:nvSpPr>
          <p:cNvPr id="4" name="">
            <a:extLst>
              <a:ext uri="{FF2B5EF4-FFF2-40B4-BE49-F238E27FC236}">
                <ns2:creationId id="{B0BD8D34-0E9D-4D14-99CC-407D6623A480}"/>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POST 201 → GET 목록 증가</a:t>
            </a:r>
          </a:p>
        </p:txBody>
      </p:sp>
      <p:sp>
        <p:nvSpPr>
          <p:cNvPr id="5" name="">
            <a:extLst>
              <a:ext uri="{FF2B5EF4-FFF2-40B4-BE49-F238E27FC236}">
                <ns2:creationId id="{2763CC02-A91B-4CF5-876A-3CB1AC9671AE}"/>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과거 기록이면 최신값은 유지될 수 있습니다.</a:t>
            </a:r>
          </a:p>
        </p:txBody>
      </p:sp>
      <p:sp>
        <p:nvSpPr>
          <p:cNvPr id="6" name="">
            <a:extLst>
              <a:ext uri="{FF2B5EF4-FFF2-40B4-BE49-F238E27FC236}">
                <ns2:creationId id="{4E72856A-F153-4CE0-88B3-3510BA4582A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수락 뒤 다시 읽기</a:t>
            </a:r>
          </a:p>
        </p:txBody>
      </p:sp>
      <p:sp>
        <p:nvSpPr>
          <p:cNvPr id="7" name="">
            <a:extLst>
              <a:ext uri="{FF2B5EF4-FFF2-40B4-BE49-F238E27FC236}">
                <ns2:creationId id="{A1CCE2A5-DC4B-4C5E-B4A7-738D2CB76208}"/>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POST 201 → GET 목록 증가</a:t>
            </a:r>
          </a:p>
        </p:txBody>
      </p:sp>
      <p:sp>
        <p:nvSpPr>
          <p:cNvPr id="8" name="">
            <a:extLst>
              <a:ext uri="{FF2B5EF4-FFF2-40B4-BE49-F238E27FC236}">
                <ns2:creationId id="{C6EB0F57-C279-46C9-A849-074E878DA5B6}"/>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과거 기록이면 최신값 유지 가능</a:t>
            </a:r>
          </a:p>
        </p:txBody>
      </p:sp>
      <p:sp>
        <p:nvSpPr>
          <p:cNvPr id="9" name="">
            <a:extLst>
              <a:ext uri="{FF2B5EF4-FFF2-40B4-BE49-F238E27FC236}">
                <ns2:creationId id="{821FB1D1-5BFD-460E-889F-6C81FFA2196E}"/>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D0246771-FB35-4A1B-82BC-549A2CA0BB1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76A760D9-79AE-40FE-B3CA-214AA079B83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08652359-5533-40C2-A78D-389B9CA0C38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F320B33C-317F-4C38-ABE1-0AD5A16DE26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089</a:t>
            </a:r>
          </a:p>
        </p:txBody>
      </p:sp>
    </p:spTree>
    <p:extLst>
      <p:ext uri="{BB962C8B-B14F-4D97-AF65-F5344CB8AC3E}">
        <ns4:creationId val="2058015251"/>
      </p:ext>
    </p:extLst>
  </p:cSld>
</p:sld>
</file>

<file path=ppt/slides/slide9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D53AA055-5D96-4F56-A583-720D6B5ABF1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5F2E62E4-4563-4DB0-A00C-D8C819B43C7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메모리 저장과 재시작</a:t>
            </a:r>
          </a:p>
        </p:txBody>
      </p:sp>
      <p:sp>
        <p:nvSpPr>
          <p:cNvPr id="3" name="">
            <a:extLst>
              <a:ext uri="{FF2B5EF4-FFF2-40B4-BE49-F238E27FC236}">
                <ns2:creationId id="{EFC34BC0-BD7F-4CF1-B503-A4BEB17F6890}"/>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현재 메모리 저장</a:t>
            </a:r>
          </a:p>
        </p:txBody>
      </p:sp>
      <p:sp>
        <p:nvSpPr>
          <p:cNvPr id="4" name="">
            <a:extLst>
              <a:ext uri="{FF2B5EF4-FFF2-40B4-BE49-F238E27FC236}">
                <ns2:creationId id="{5DA58BAD-D6F1-44CB-AA6A-4AB8D2E5AF19}"/>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현재 서버는 메모리 저장입니다.</a:t>
            </a:r>
          </a:p>
        </p:txBody>
      </p:sp>
      <p:sp>
        <p:nvSpPr>
          <p:cNvPr id="5" name="">
            <a:extLst>
              <a:ext uri="{FF2B5EF4-FFF2-40B4-BE49-F238E27FC236}">
                <ns2:creationId id="{A02C1E20-2244-44FE-8FC9-25D86003F074}"/>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서버 재시작</a:t>
            </a:r>
          </a:p>
        </p:txBody>
      </p:sp>
      <p:sp>
        <p:nvSpPr>
          <p:cNvPr id="6" name="">
            <a:extLst>
              <a:ext uri="{FF2B5EF4-FFF2-40B4-BE49-F238E27FC236}">
                <ns2:creationId id="{A6EDDB52-BFD9-4472-B695-5A7975373343}"/>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재시작하면 초기 자료로 돌아갑니다.</a:t>
            </a:r>
          </a:p>
        </p:txBody>
      </p:sp>
      <p:sp>
        <p:nvSpPr>
          <p:cNvPr id="7" name="">
            <a:extLst>
              <a:ext uri="{FF2B5EF4-FFF2-40B4-BE49-F238E27FC236}">
                <ns2:creationId id="{D1D546DF-2EC1-4557-A190-402140496713}"/>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87A756C0-512B-4CFB-8F05-27CEA81BDEF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F8FE1A6F-F43E-4B1A-8321-D92213D2828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BDB113E1-687C-4EFB-9633-A01BE06106C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135C306-F9CF-44F6-A6EC-0A9FBACF83A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090</a:t>
            </a:r>
          </a:p>
        </p:txBody>
      </p:sp>
    </p:spTree>
    <p:extLst>
      <p:ext uri="{BB962C8B-B14F-4D97-AF65-F5344CB8AC3E}">
        <ns4:creationId val="194854357"/>
      </p:ext>
    </p:extLst>
  </p:cSld>
</p:sld>
</file>

<file path=ppt/slides/slide9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AEE2C233-1157-40EB-8FD6-3F73AC367F0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E6228622-F16F-4C65-8BA8-92B6659612A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단위·시각·상태 문구</a:t>
            </a:r>
          </a:p>
        </p:txBody>
      </p:sp>
      <p:sp>
        <p:nvSpPr>
          <p:cNvPr id="3" name="">
            <a:extLst>
              <a:ext uri="{FF2B5EF4-FFF2-40B4-BE49-F238E27FC236}">
                <ns2:creationId id="{7B02A4B7-B000-4636-AF94-952E27A46C09}"/>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단위·시각·상태 문구</a:t>
            </a:r>
          </a:p>
        </p:txBody>
      </p:sp>
      <p:sp>
        <p:nvSpPr>
          <p:cNvPr id="4" name="">
            <a:extLst>
              <a:ext uri="{FF2B5EF4-FFF2-40B4-BE49-F238E27FC236}">
                <ns2:creationId id="{0E3F6CC1-5BBF-4E84-86A0-DBF2E47B90ED}"/>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단위 · 시각 · 상태 문구</a:t>
            </a:r>
          </a:p>
        </p:txBody>
      </p:sp>
      <p:sp>
        <p:nvSpPr>
          <p:cNvPr id="5" name="">
            <a:extLst>
              <a:ext uri="{FF2B5EF4-FFF2-40B4-BE49-F238E27FC236}">
                <ns2:creationId id="{E06489BD-BB5B-4ABE-9B88-0ACD14566370}"/>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색만으로 판단하게 하지 않습니다.</a:t>
            </a:r>
          </a:p>
        </p:txBody>
      </p:sp>
      <p:sp>
        <p:nvSpPr>
          <p:cNvPr id="6" name="">
            <a:extLst>
              <a:ext uri="{FF2B5EF4-FFF2-40B4-BE49-F238E27FC236}">
                <ns2:creationId id="{192F5DC2-4543-4D84-82D2-66DD91F49EA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색 외의 표시</a:t>
            </a:r>
          </a:p>
        </p:txBody>
      </p:sp>
      <p:sp>
        <p:nvSpPr>
          <p:cNvPr id="7" name="">
            <a:extLst>
              <a:ext uri="{FF2B5EF4-FFF2-40B4-BE49-F238E27FC236}">
                <ns2:creationId id="{95E67D34-222E-4A9F-8EA4-0141B31D4F2C}"/>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온도에는 ℃ 단위</a:t>
            </a:r>
          </a:p>
        </p:txBody>
      </p:sp>
      <p:sp>
        <p:nvSpPr>
          <p:cNvPr id="8" name="">
            <a:extLst>
              <a:ext uri="{FF2B5EF4-FFF2-40B4-BE49-F238E27FC236}">
                <ns2:creationId id="{EDC85FD3-76C2-4F09-BEFE-642D98263BA0}"/>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측정 시각과 상태 문구도 표시</a:t>
            </a:r>
          </a:p>
        </p:txBody>
      </p:sp>
      <p:sp>
        <p:nvSpPr>
          <p:cNvPr id="9" name="">
            <a:extLst>
              <a:ext uri="{FF2B5EF4-FFF2-40B4-BE49-F238E27FC236}">
                <ns2:creationId id="{F61C2F8A-2319-4732-B218-9EEF90346B0F}"/>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233DDB38-3C34-4256-AC39-23B9AEC8AD1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BCB6B3AD-75E3-4C96-858D-13961720CEB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163A73F3-C66A-46C7-B6EE-8EB0C8F8E21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FE8D24E3-A9E2-42DD-81A3-81C9BDA251F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091</a:t>
            </a:r>
          </a:p>
        </p:txBody>
      </p:sp>
    </p:spTree>
    <p:extLst>
      <p:ext uri="{BB962C8B-B14F-4D97-AF65-F5344CB8AC3E}">
        <ns4:creationId val="530310877"/>
      </p:ext>
    </p:extLst>
  </p:cSld>
</p:sld>
</file>

<file path=ppt/slides/slide9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6EDE89A7-9989-4335-B609-937768E07D3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19F0EE00-14C0-444C-B96D-9D8E766B606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센서 연결 전에 확인할 내용</a:t>
            </a:r>
          </a:p>
        </p:txBody>
      </p:sp>
      <p:sp>
        <p:nvSpPr>
          <p:cNvPr id="3" name="">
            <a:extLst>
              <a:ext uri="{FF2B5EF4-FFF2-40B4-BE49-F238E27FC236}">
                <ns2:creationId id="{2A4CA1F5-9D71-4B7C-A426-9168F45361A4}"/>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연결 준비</a:t>
            </a:r>
          </a:p>
        </p:txBody>
      </p:sp>
      <p:sp>
        <p:nvSpPr>
          <p:cNvPr id="4" name="">
            <a:extLst>
              <a:ext uri="{FF2B5EF4-FFF2-40B4-BE49-F238E27FC236}">
                <ns2:creationId id="{38CBB8CD-6C74-49C1-867C-32B05197CD12}"/>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장치 ID · 시간 · 중복 · 전송 실패</a:t>
            </a:r>
          </a:p>
        </p:txBody>
      </p:sp>
      <p:sp>
        <p:nvSpPr>
          <p:cNvPr id="5" name="">
            <a:extLst>
              <a:ext uri="{FF2B5EF4-FFF2-40B4-BE49-F238E27FC236}">
                <ns2:creationId id="{778F0201-AEF3-4206-BBF7-A4B3171094AB}"/>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별도 개발 범위</a:t>
            </a:r>
          </a:p>
        </p:txBody>
      </p:sp>
      <p:sp>
        <p:nvSpPr>
          <p:cNvPr id="6" name="">
            <a:extLst>
              <a:ext uri="{FF2B5EF4-FFF2-40B4-BE49-F238E27FC236}">
                <ns2:creationId id="{23C717F9-C692-4F6A-8BF1-9E4059C3748B}"/>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센서·외부망·지속 저장은 별도입니다.</a:t>
            </a:r>
          </a:p>
        </p:txBody>
      </p:sp>
      <p:sp>
        <p:nvSpPr>
          <p:cNvPr id="7" name="">
            <a:extLst>
              <a:ext uri="{FF2B5EF4-FFF2-40B4-BE49-F238E27FC236}">
                <ns2:creationId id="{73C2FEEB-9B50-4950-8540-8A2107740416}"/>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874201BE-A623-4372-BD8C-020BEDE5CF9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680287EC-F1FB-4818-8D89-7D34128E7D1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C7A8E49-8EF4-4B63-B980-AECBF01A34B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5ABDACE9-D8C5-49E4-9260-71CB3FC5AE2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092</a:t>
            </a:r>
          </a:p>
        </p:txBody>
      </p:sp>
    </p:spTree>
    <p:extLst>
      <p:ext uri="{BB962C8B-B14F-4D97-AF65-F5344CB8AC3E}">
        <ns4:creationId val="898638402"/>
      </p:ext>
    </p:extLst>
  </p:cSld>
</p:sld>
</file>

<file path=ppt/slides/slide9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923E90F6-BFEF-4C65-9CC7-5F566715070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F20D41E4-945E-49F5-8CC8-69974EB0AE9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 사람이 받을 실행 묶음</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3787771"/>
                <a:gridCol w="7032629"/>
              </a:tblGrid>
              <a:tr h="536448">
                <a:tc>
                  <a:txBody>
                    <a:bodyPr wrap="square"/>
                    <a:lstStyle/>
                    <a:p>
                      <a:pPr>
                        <a:lnSpc>
                          <a:spcPct val="102000"/>
                        </a:lnSpc>
                        <a:buNone/>
                      </a:pPr>
                      <a:r>
                        <a:rPr sz="2025" b="1">
                          <a:solidFill>
                            <a:srgbClr val="172F39"/>
                          </a:solidFill>
                          <a:latin typeface="Noto Sans KR"/>
                          <a:ea typeface="Noto Sans KR"/>
                          <a:cs typeface="Noto Sans KR"/>
                        </a:rPr>
                        <a:t>파일</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확인할 역할</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code/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화면·API·모델</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data/</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초기·새 입력</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work/</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학생 복사본·기록</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시험표</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기대·관찰·미실행</a:t>
                      </a:r>
                    </a:p>
                  </a:txBody>
                  <a:tcPr marL="114300" marR="114300" marT="76200" marB="76200" anchor="ctr">
                    <a:solidFill>
                      <a:srgbClr val="FFFFFF"/>
                    </a:solidFill>
                  </a:tcPr>
                </a:tc>
              </a:tr>
            </a:tbl>
          </a:graphicData>
        </a:graphic>
      </p:graphicFrame>
      <p:sp>
        <p:nvSpPr>
          <p:cNvPr id="4" name="">
            <a:extLst>
              <a:ext uri="{FF2B5EF4-FFF2-40B4-BE49-F238E27FC236}">
                <ns2:creationId id="{945D07C5-B7A3-4C3F-83D2-1718A57B0B8C}"/>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A3717C5A-4484-47DB-80A3-864F3754861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DD4BD25B-872E-44C7-849D-CE0C61AB0BD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F3064F7C-15CC-4F24-A351-E04BDCCEE40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3A50FB56-C390-4ADF-BDE8-3EF3D90FB7F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093</a:t>
            </a:r>
          </a:p>
        </p:txBody>
      </p:sp>
    </p:spTree>
    <p:extLst>
      <p:ext uri="{BB962C8B-B14F-4D97-AF65-F5344CB8AC3E}">
        <ns4:creationId val="2137469609"/>
      </p:ext>
    </p:extLst>
  </p:cSld>
</p:sld>
</file>

<file path=ppt/slides/slide9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CB0A31E-8952-46B1-AC65-2916814D23E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5840CDA3-7F3E-4807-9494-3F327C6B47A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7CAF6290-3049-4E10-A44E-6CB6F437E44C}"/>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자료 재실행</a:t>
            </a:r>
          </a:p>
        </p:txBody>
      </p:sp>
      <p:sp>
        <p:nvSpPr>
          <p:cNvPr id="4" name="">
            <a:extLst>
              <a:ext uri="{FF2B5EF4-FFF2-40B4-BE49-F238E27FC236}">
                <ns2:creationId id="{1D2CE991-99E2-4EEA-8455-2000FE897390}"/>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같은 자료로 같은 결과를 다시 얻습니다.</a:t>
            </a:r>
          </a:p>
        </p:txBody>
      </p:sp>
      <p:sp>
        <p:nvSpPr>
          <p:cNvPr id="5" name="">
            <a:extLst>
              <a:ext uri="{FF2B5EF4-FFF2-40B4-BE49-F238E27FC236}">
                <ns2:creationId id="{EBCF221F-D965-4D9F-81E9-32D79C153C83}"/>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실제 센서 시험</a:t>
            </a:r>
          </a:p>
        </p:txBody>
      </p:sp>
      <p:sp>
        <p:nvSpPr>
          <p:cNvPr id="6" name="">
            <a:extLst>
              <a:ext uri="{FF2B5EF4-FFF2-40B4-BE49-F238E27FC236}">
                <ns2:creationId id="{6A87459F-A312-40EB-BD69-AA8EF764E201}"/>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수신한 기록과 화면을 대조하고, 실제 센서 시험은 따로 적습니다.</a:t>
            </a:r>
          </a:p>
        </p:txBody>
      </p:sp>
      <p:sp>
        <p:nvSpPr>
          <p:cNvPr id="7" name="">
            <a:extLst>
              <a:ext uri="{FF2B5EF4-FFF2-40B4-BE49-F238E27FC236}">
                <ns2:creationId id="{C1772CF0-7345-4AD4-9EF5-5E67980FE2A6}"/>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F92A0E0F-8F21-4B4B-9FB6-313A7D0BC34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663A946-3E69-4506-9D03-2C47C2F6379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6D733D0F-A80F-4273-B665-ECF95B0F5D2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51ED8703-273B-4153-A972-3E59DF904F7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094</a:t>
            </a:r>
          </a:p>
        </p:txBody>
      </p:sp>
    </p:spTree>
    <p:extLst>
      <p:ext uri="{BB962C8B-B14F-4D97-AF65-F5344CB8AC3E}">
        <ns4:creationId val="697655494"/>
      </p:ext>
    </p:extLst>
  </p:cSld>
</p:sld>
</file>

<file path=ppt/slides/slide9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69FEE2D-03F7-4030-82A0-B96FBF09081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07EB5C9-0E6F-47ED-B10F-3FD0C4813BC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A9945581-F003-4115-AB8F-E5E3324CE59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재시작하자 추가 기록이 사라졌습니다.</a:t>
            </a:r>
          </a:p>
        </p:txBody>
      </p:sp>
      <p:sp>
        <p:nvSpPr>
          <p:cNvPr id="4" name="">
            <a:extLst>
              <a:ext uri="{FF2B5EF4-FFF2-40B4-BE49-F238E27FC236}">
                <ns2:creationId id="{D44B7301-E8AD-4B56-B13D-9D98889DF20F}"/>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현재 설계와 필요한 후속 작업을 쓰세요.</a:t>
            </a:r>
          </a:p>
        </p:txBody>
      </p:sp>
      <p:sp>
        <p:nvSpPr>
          <p:cNvPr id="5" name="">
            <a:extLst>
              <a:ext uri="{FF2B5EF4-FFF2-40B4-BE49-F238E27FC236}">
                <ns2:creationId id="{3EE4B149-5325-478B-A764-EBC3B2276AF7}"/>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68DD03CE-6548-436F-BB30-F174B9D5AE6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00AA0AA-91C9-401A-8BB1-5DA8341FDAF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19EA28F-6267-406A-9857-75DCA490AA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5789311-7786-4BED-BEE0-93FCBE0C258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95D530A-9121-4C51-A4C1-F88BDF6CDE3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095</a:t>
            </a:r>
          </a:p>
        </p:txBody>
      </p:sp>
    </p:spTree>
    <p:extLst>
      <p:ext uri="{BB962C8B-B14F-4D97-AF65-F5344CB8AC3E}">
        <ns4:creationId val="100828321"/>
      </p:ext>
    </p:extLst>
  </p:cSld>
</p:sld>
</file>

<file path=ppt/slides/slide9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B2FE713C-72A7-4080-9399-33477E8CE47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088911D-198A-4457-BADC-3035EFAEA67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02C8F3CD-7AEF-48C1-9BA2-705FD26336C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기록은 메모리에만 있습니다.</a:t>
            </a:r>
          </a:p>
        </p:txBody>
      </p:sp>
      <p:sp>
        <p:nvSpPr>
          <p:cNvPr id="4" name="">
            <a:extLst>
              <a:ext uri="{FF2B5EF4-FFF2-40B4-BE49-F238E27FC236}">
                <ns2:creationId id="{49920BBA-0738-4325-AE88-A5BDE73AAE9B}"/>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영구 저장과 재시작 복원 시험이 필요합니다.</a:t>
            </a:r>
          </a:p>
        </p:txBody>
      </p:sp>
      <p:sp>
        <p:nvSpPr>
          <p:cNvPr id="5" name="">
            <a:extLst>
              <a:ext uri="{FF2B5EF4-FFF2-40B4-BE49-F238E27FC236}">
                <ns2:creationId id="{76C08594-9B1A-4F8F-896F-6344AE088A7E}"/>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60C433B2-DD7D-4EE5-9193-8DE6A288EBD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CB134485-CBE0-46D9-94CD-F75E8F0D28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C2433DFA-71D3-44FE-B89D-882773FDF92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87641817-D4A5-467D-80C1-EE436A71853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096</a:t>
            </a:r>
          </a:p>
        </p:txBody>
      </p:sp>
    </p:spTree>
    <p:extLst>
      <p:ext uri="{BB962C8B-B14F-4D97-AF65-F5344CB8AC3E}">
        <ns4:creationId val="1648902298"/>
      </p:ext>
    </p:extLst>
  </p:cSld>
</p:sld>
</file>

<file path=ppt/slides/slide9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BDA23086-7FC8-4478-9593-9C0985F7CBF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9BDF8F7D-DBBF-4553-BDBE-4E242F1F1BC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525C5EEC-815F-463F-99A3-BD1F02359DB5}"/>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파일 저장을 새 요구에 넣으면</a:t>
            </a:r>
          </a:p>
        </p:txBody>
      </p:sp>
      <p:sp>
        <p:nvSpPr>
          <p:cNvPr id="4" name="">
            <a:extLst>
              <a:ext uri="{FF2B5EF4-FFF2-40B4-BE49-F238E27FC236}">
                <ns2:creationId id="{10C27140-8E1A-4138-A1EF-656D034147E4}"/>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데이터·실패 처리·시험·안내를 갱신합니다.</a:t>
            </a:r>
          </a:p>
        </p:txBody>
      </p:sp>
      <p:sp>
        <p:nvSpPr>
          <p:cNvPr id="5" name="">
            <a:extLst>
              <a:ext uri="{FF2B5EF4-FFF2-40B4-BE49-F238E27FC236}">
                <ns2:creationId id="{87603A3E-F4DE-4726-8383-4E35E8F1B55C}"/>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104FDF18-F958-4B2B-94D7-A0B234E3C13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6B73F8D6-C708-4A18-AB79-2EC63FFDED0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8112BDE-A091-4C1D-A1A9-DEBECD5083E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3CA7AB49-DFE0-4BE8-80CE-B6D95E13E74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097</a:t>
            </a:r>
          </a:p>
        </p:txBody>
      </p:sp>
    </p:spTree>
    <p:extLst>
      <p:ext uri="{BB962C8B-B14F-4D97-AF65-F5344CB8AC3E}">
        <ns4:creationId val="1559761264"/>
      </p:ext>
    </p:extLst>
  </p:cSld>
</p:sld>
</file>

<file path=ppt/slides/slide9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F07AA747-7E96-4089-84B1-AE4D0FB8C2C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E1786DBF-0CB8-4FE9-A745-E7C3BD27006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07B3267D-9BB2-454F-93E4-4D509284BC21}"/>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화면 변화만 보고 영구 저장 성공이라 쓰지 않습니다.</a:t>
            </a:r>
          </a:p>
        </p:txBody>
      </p:sp>
      <p:sp>
        <p:nvSpPr>
          <p:cNvPr id="4" name="">
            <a:extLst>
              <a:ext uri="{FF2B5EF4-FFF2-40B4-BE49-F238E27FC236}">
                <ns2:creationId id="{B1926FCA-E29A-4263-B2E5-AD0A5202F9C4}"/>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실행 못 한 장비 항목은 미실행입니다.</a:t>
            </a:r>
          </a:p>
        </p:txBody>
      </p:sp>
      <p:sp>
        <p:nvSpPr>
          <p:cNvPr id="5" name="">
            <a:extLst>
              <a:ext uri="{FF2B5EF4-FFF2-40B4-BE49-F238E27FC236}">
                <ns2:creationId id="{E00025E2-745D-42BC-92BD-260EF6CC11B5}"/>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CE079288-71B0-44E2-AE80-1CFA84EFE55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1C654D1A-5FD5-4CF3-BD20-48CFA5D6483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CA0830F8-AB9D-4511-B7A9-B9478D79996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8B4A39CC-CB27-45D3-9757-A0BD1A8BE07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098</a:t>
            </a:r>
          </a:p>
        </p:txBody>
      </p:sp>
    </p:spTree>
    <p:extLst>
      <p:ext uri="{BB962C8B-B14F-4D97-AF65-F5344CB8AC3E}">
        <ns4:creationId val="1663087034"/>
      </p:ext>
    </p:extLst>
  </p:cSld>
</p:sld>
</file>

<file path=ppt/slides/slide9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0BDB3AE-8880-4C18-BBCA-ACAEAB2D4CA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C664545A-0E28-4BB6-B5BA-BE12C8E28FD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27BF9D77-2D68-4C6C-BF1A-1CC6FC51BA9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동료에게 실행 순서를 말해 봅시다.</a:t>
            </a:r>
          </a:p>
        </p:txBody>
      </p:sp>
      <p:sp>
        <p:nvSpPr>
          <p:cNvPr id="4" name="">
            <a:extLst>
              <a:ext uri="{FF2B5EF4-FFF2-40B4-BE49-F238E27FC236}">
                <ns2:creationId id="{F771740D-6A07-4D92-A11F-87E3F6A5DB5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평균 범위와 상태의 의미도 설명합니다.</a:t>
            </a:r>
          </a:p>
        </p:txBody>
      </p:sp>
      <p:sp>
        <p:nvSpPr>
          <p:cNvPr id="5" name="">
            <a:extLst>
              <a:ext uri="{FF2B5EF4-FFF2-40B4-BE49-F238E27FC236}">
                <ns2:creationId id="{7439A839-F052-4451-9F0D-662239BD6B4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662A8623-6B56-4281-BB74-F78BC43C1A6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4CE695B-8A15-4212-AAE0-9933A761F17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7229040-6DFE-4CF9-8989-2191BFFF734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C768FFF-E4CE-4594-A19A-6FFADDF9B04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1169B7B-8273-4CAF-9E7C-C5B076784C0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099</a:t>
            </a:r>
          </a:p>
        </p:txBody>
      </p:sp>
    </p:spTree>
    <p:extLst>
      <p:ext uri="{BB962C8B-B14F-4D97-AF65-F5344CB8AC3E}">
        <ns4:creationId val="1433091796"/>
      </p:ext>
    </p:extLst>
  </p:cSld>
</p:sld>
</file>

<file path=ppt/slides/slide10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945B584-5E5D-4158-84DA-CA59AF7EC3D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D974B07C-81CE-494C-BB2E-DE5C9BE7469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F3658D9B-2957-4B8F-8D95-24659831C41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POST 201 뒤 재시작</a:t>
            </a:r>
          </a:p>
        </p:txBody>
      </p:sp>
      <p:sp>
        <p:nvSpPr>
          <p:cNvPr id="4" name="">
            <a:extLst>
              <a:ext uri="{FF2B5EF4-FFF2-40B4-BE49-F238E27FC236}">
                <ns2:creationId id="{64E28B97-00CB-46AD-90E5-AABD486B60C9}"/>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기록 복원 시험의 입력과 기대값을 쓰세요.</a:t>
            </a:r>
          </a:p>
        </p:txBody>
      </p:sp>
      <p:sp>
        <p:nvSpPr>
          <p:cNvPr id="5" name="">
            <a:extLst>
              <a:ext uri="{FF2B5EF4-FFF2-40B4-BE49-F238E27FC236}">
                <ns2:creationId id="{9E3D98CD-2BFB-476B-A4FC-33B5B7ED870E}"/>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B6D497FE-1DB2-40F7-A3E2-08C3FCD580C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A0605C4-3BD4-4216-9306-282F7CDCCB8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14784915-61E3-4297-AF04-CECB0ED78D9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710B978-4991-4B55-AE00-27C5292061D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49F553C-63F7-442C-9DF6-3B56A9A340E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100</a:t>
            </a:r>
          </a:p>
        </p:txBody>
      </p:sp>
    </p:spTree>
    <p:extLst>
      <p:ext uri="{BB962C8B-B14F-4D97-AF65-F5344CB8AC3E}">
        <ns4:creationId val="1411259076"/>
      </p:ext>
    </p:extLst>
  </p:cSld>
</p:sld>
</file>

<file path=ppt/slides/slide10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AD1ED9A7-69B0-4B68-BA65-0871860EC6F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D944498E-30C4-42D8-843E-E34D0054EB3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제출할 기록과 파일</a:t>
            </a:r>
          </a:p>
        </p:txBody>
      </p:sp>
      <p:sp>
        <p:nvSpPr>
          <p:cNvPr id="3" name="">
            <a:extLst>
              <a:ext uri="{FF2B5EF4-FFF2-40B4-BE49-F238E27FC236}">
                <ns2:creationId id="{C0BA9A09-52F0-4453-8D4F-A9FD931B7D50}"/>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work의 기록과 수정본을 저장합니다.</a:t>
            </a:r>
          </a:p>
        </p:txBody>
      </p:sp>
      <p:sp>
        <p:nvSpPr>
          <p:cNvPr id="4" name="">
            <a:extLst>
              <a:ext uri="{FF2B5EF4-FFF2-40B4-BE49-F238E27FC236}">
                <ns2:creationId id="{139C02C4-5114-420E-B661-C3EB58F5BE9B}"/>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입력·설정·결과가 같은 실행인지 확인합니다.</a:t>
            </a:r>
          </a:p>
        </p:txBody>
      </p:sp>
      <p:sp>
        <p:nvSpPr>
          <p:cNvPr id="5" name="">
            <a:extLst>
              <a:ext uri="{FF2B5EF4-FFF2-40B4-BE49-F238E27FC236}">
                <ns2:creationId id="{2D916C43-C2B3-4B98-B16C-0A01B7F8F029}"/>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어떻게 확인했는지, 아직 시험하지 못한 것은 무엇인지 적습니다.</a:t>
            </a:r>
          </a:p>
        </p:txBody>
      </p:sp>
      <p:sp>
        <p:nvSpPr>
          <p:cNvPr id="6" name="">
            <a:extLst>
              <a:ext uri="{FF2B5EF4-FFF2-40B4-BE49-F238E27FC236}">
                <ns2:creationId id="{EE0A53BA-75DD-49D1-AAF0-358795D6130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00DD770-A764-4858-A19F-50CB39DB392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A4DC18B-FF32-4BF7-9487-874B41F4824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A90F8B7-AB01-415D-8EE9-8B46D9B7DEC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10C87F0-1EC8-46D0-AE97-2ACE8E2B8B4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101</a:t>
            </a:r>
          </a:p>
        </p:txBody>
      </p:sp>
    </p:spTree>
    <p:extLst>
      <p:ext uri="{BB962C8B-B14F-4D97-AF65-F5344CB8AC3E}">
        <ns4:creationId val="30361345"/>
      </p:ext>
    </p:extLst>
  </p:cSld>
</p:sld>
</file>

<file path=ppt/slides/slide10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E6090C0-8EE6-4A0A-BA42-A51836895F0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69C65D42-FD9D-4534-8A0D-C6831C42F34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 사람이 알아야 할 내용</a:t>
            </a:r>
          </a:p>
        </p:txBody>
      </p:sp>
      <p:sp>
        <p:nvSpPr>
          <p:cNvPr id="3" name="">
            <a:extLst>
              <a:ext uri="{FF2B5EF4-FFF2-40B4-BE49-F238E27FC236}">
                <ns2:creationId id="{255F973C-D133-401C-A45C-169BC521624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어느 폴더에서 어떤 명령을 입력하는지 설명합니다.</a:t>
            </a:r>
          </a:p>
        </p:txBody>
      </p:sp>
      <p:sp>
        <p:nvSpPr>
          <p:cNvPr id="4" name="">
            <a:extLst>
              <a:ext uri="{FF2B5EF4-FFF2-40B4-BE49-F238E27FC236}">
                <ns2:creationId id="{AEEBF206-D65F-4E38-9973-DCB01C8226BB}"/>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출력의 뜻과 추가로 시험할 내용을 설명합니다.</a:t>
            </a:r>
          </a:p>
        </p:txBody>
      </p:sp>
      <p:sp>
        <p:nvSpPr>
          <p:cNvPr id="5" name="">
            <a:extLst>
              <a:ext uri="{FF2B5EF4-FFF2-40B4-BE49-F238E27FC236}">
                <ns2:creationId id="{C378E2A4-49EA-4BDB-96F5-A8394B417DEF}"/>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막힌 단계와 다시 확인할 항목을 적습니다.</a:t>
            </a:r>
          </a:p>
        </p:txBody>
      </p:sp>
      <p:sp>
        <p:nvSpPr>
          <p:cNvPr id="6" name="">
            <a:extLst>
              <a:ext uri="{FF2B5EF4-FFF2-40B4-BE49-F238E27FC236}">
                <ns2:creationId id="{865CB9B5-D80E-4F5B-A72A-B4B4941828A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7976902-B7E3-482B-B79A-648C0B36122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0D392FF-5B78-4CD0-BD3A-4C2781CB081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5C10AAF5-0C91-4AF7-9B61-FAFB9515AA1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2D8EE8A-8896-404F-845F-B6743EC1B91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102</a:t>
            </a:r>
          </a:p>
        </p:txBody>
      </p:sp>
    </p:spTree>
    <p:extLst>
      <p:ext uri="{BB962C8B-B14F-4D97-AF65-F5344CB8AC3E}">
        <ns4:creationId val="51796397"/>
      </p:ext>
    </p:extLst>
  </p:cSld>
</p:sld>
</file>

<file path=ppt/slides/slide10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C66763E8-3C31-45ED-9C41-1C93117240A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10/29 수업</a:t>
            </a:r>
          </a:p>
        </p:txBody>
      </p:sp>
      <p:sp>
        <p:nvSpPr>
          <p:cNvPr id="2" name="">
            <a:extLst>
              <a:ext uri="{FF2B5EF4-FFF2-40B4-BE49-F238E27FC236}">
                <ns2:creationId id="{D7367C5B-AD02-4D29-9F89-D38F8735541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 자료</a:t>
            </a:r>
          </a:p>
        </p:txBody>
      </p:sp>
      <p:sp>
        <p:nvSpPr>
          <p:cNvPr id="3" name="">
            <a:extLst>
              <a:ext uri="{FF2B5EF4-FFF2-40B4-BE49-F238E27FC236}">
                <ns2:creationId id="{9A5F5EA0-8992-44CB-9338-8CCACAAE0682}"/>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처음 시작 안내 ↗</a:t>
            </a:r>
          </a:p>
        </p:txBody>
      </p:sp>
      <p:sp>
        <p:nvSpPr>
          <p:cNvPr id="4" name="">
            <a:extLst>
              <a:ext uri="{FF2B5EF4-FFF2-40B4-BE49-F238E27FC236}">
                <ns2:creationId id="{4544C1F0-053D-4686-838D-9E6F03F751CD}"/>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5" name="">
            <a:extLst>
              <a:ext uri="{FF2B5EF4-FFF2-40B4-BE49-F238E27FC236}">
                <ns2:creationId id="{4A2D9F5C-DE02-4E8B-BD96-341B1906D9E7}"/>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학생 교안 ↗</a:t>
            </a:r>
          </a:p>
        </p:txBody>
      </p:sp>
      <p:sp>
        <p:nvSpPr>
          <p:cNvPr id="6" name="">
            <a:extLst>
              <a:ext uri="{FF2B5EF4-FFF2-40B4-BE49-F238E27FC236}">
                <ns2:creationId id="{10600F22-5072-4001-A098-751C5DCBD004}"/>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7" name="">
            <a:extLst>
              <a:ext uri="{FF2B5EF4-FFF2-40B4-BE49-F238E27FC236}">
                <ns2:creationId id="{3F8DD559-B366-4792-9AD7-1A2793071317}"/>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실습 활동 ↗</a:t>
            </a:r>
          </a:p>
        </p:txBody>
      </p:sp>
      <p:sp>
        <p:nvSpPr>
          <p:cNvPr id="8" name="">
            <a:extLst>
              <a:ext uri="{FF2B5EF4-FFF2-40B4-BE49-F238E27FC236}">
                <ns2:creationId id="{175EE42C-8660-4B1B-9A21-F375C4052143}"/>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9" name="">
            <a:extLst>
              <a:ext uri="{FF2B5EF4-FFF2-40B4-BE49-F238E27FC236}">
                <ns2:creationId id="{FBB1B8D1-3FBC-4E00-B74D-A389CBB0EAD5}"/>
              </a:ext>
            </a:extLst>
          </p:cNvPr>
          <p:cNvSpPr>
            <a:spLocks noGrp="1"/>
          </p:cNvSpPr>
          <p:nvPr/>
        </p:nvSpPr>
        <p:spPr>
          <a:xfrm>
            <a:off x="685800" y="4171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7"/>
              </a:rPr>
              <a:t>예제 코드와 데이터 ZIP ↗</a:t>
            </a:r>
          </a:p>
        </p:txBody>
      </p:sp>
      <p:sp>
        <p:nvSpPr>
          <p:cNvPr id="10" name="">
            <a:extLst>
              <a:ext uri="{FF2B5EF4-FFF2-40B4-BE49-F238E27FC236}">
                <ns2:creationId id="{AE420D5E-CBFC-4F1C-A4FD-F941F64A72F1}"/>
              </a:ext>
            </a:extLst>
          </p:cNvPr>
          <p:cNvSpPr>
            <a:spLocks noGrp="1"/>
          </p:cNvSpPr>
          <p:nvPr/>
        </p:nvSpPr>
        <p:spPr>
          <a:xfrm>
            <a:off x="685800" y="4629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1" name="">
            <a:extLst>
              <a:ext uri="{FF2B5EF4-FFF2-40B4-BE49-F238E27FC236}">
                <ns2:creationId id="{2B643017-63D7-4435-8C29-002F2D88CC55}"/>
              </a:ext>
            </a:extLst>
          </p:cNvPr>
          <p:cNvSpPr>
            <a:spLocks noGrp="1"/>
          </p:cNvSpPr>
          <p:nvPr/>
        </p:nvSpPr>
        <p:spPr>
          <a:xfrm>
            <a:off x="685800" y="4933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8"/>
              </a:rPr>
              <a:t>날짜별 자료 다운로드 ↗</a:t>
            </a:r>
          </a:p>
        </p:txBody>
      </p:sp>
      <p:sp>
        <p:nvSpPr>
          <p:cNvPr id="12" name="">
            <a:extLst>
              <a:ext uri="{FF2B5EF4-FFF2-40B4-BE49-F238E27FC236}">
                <ns2:creationId id="{787F6C3D-88A7-4F9E-9761-C34C9FDE5223}"/>
              </a:ext>
            </a:extLst>
          </p:cNvPr>
          <p:cNvSpPr>
            <a:spLocks noGrp="1"/>
          </p:cNvSpPr>
          <p:nvPr/>
        </p:nvSpPr>
        <p:spPr>
          <a:xfrm>
            <a:off x="685800" y="5391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3" name="">
            <a:extLst>
              <a:ext uri="{FF2B5EF4-FFF2-40B4-BE49-F238E27FC236}">
                <ns2:creationId id="{83039B6D-7DF2-4A05-8B1A-D9BE8BA7D4B9}"/>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FF7C7B0D-5879-4B36-AD49-A035D1D5F6E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5D423B74-3D46-4788-83E4-E84DDE04BF6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2BE7C83F-B972-4D2D-895A-93EFDE43C71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3F814EDD-8C9D-4D7F-B945-031CD3E4F31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103</a:t>
            </a:r>
          </a:p>
        </p:txBody>
      </p:sp>
    </p:spTree>
    <p:extLst>
      <p:ext uri="{BB962C8B-B14F-4D97-AF65-F5344CB8AC3E}">
        <ns4:creationId val="1906207205"/>
      </p:ext>
    </p:extLst>
  </p:cSld>
</p:sld>
</file>

<file path=ppt/slides/slide10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50B1FFF2-97B6-46F8-AE16-54A64545220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10/29 수업</a:t>
            </a:r>
          </a:p>
        </p:txBody>
      </p:sp>
      <p:sp>
        <p:nvSpPr>
          <p:cNvPr id="2" name="">
            <a:extLst>
              <a:ext uri="{FF2B5EF4-FFF2-40B4-BE49-F238E27FC236}">
                <ns2:creationId id="{CFCEB090-F611-4182-B1A7-036C552CFBE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공식 문서와 참고 자료</a:t>
            </a:r>
          </a:p>
        </p:txBody>
      </p:sp>
      <p:sp>
        <p:nvSpPr>
          <p:cNvPr id="3" name="">
            <a:extLst>
              <a:ext uri="{FF2B5EF4-FFF2-40B4-BE49-F238E27FC236}">
                <ns2:creationId id="{33A56F8E-6ECF-4B6A-AF2A-7DD391154312}"/>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Python 로컬 HTTP 서버 ↗</a:t>
            </a:r>
          </a:p>
        </p:txBody>
      </p:sp>
      <p:sp>
        <p:nvSpPr>
          <p:cNvPr id="4" name="">
            <a:extLst>
              <a:ext uri="{FF2B5EF4-FFF2-40B4-BE49-F238E27FC236}">
                <ns2:creationId id="{14FCB149-8ECD-44C7-9DA7-503ACABFD9DB}"/>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docs.python.org</a:t>
            </a:r>
          </a:p>
        </p:txBody>
      </p:sp>
      <p:sp>
        <p:nvSpPr>
          <p:cNvPr id="5" name="">
            <a:extLst>
              <a:ext uri="{FF2B5EF4-FFF2-40B4-BE49-F238E27FC236}">
                <ns2:creationId id="{E6D5D401-0131-4F7E-9171-6B7A6265EBD5}"/>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CSV 값 읽기 ↗</a:t>
            </a:r>
          </a:p>
        </p:txBody>
      </p:sp>
      <p:sp>
        <p:nvSpPr>
          <p:cNvPr id="6" name="">
            <a:extLst>
              <a:ext uri="{FF2B5EF4-FFF2-40B4-BE49-F238E27FC236}">
                <ns2:creationId id="{477AC6C3-22A1-42E5-B66D-F4FD86F356B6}"/>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docs.python.org</a:t>
            </a:r>
          </a:p>
        </p:txBody>
      </p:sp>
      <p:sp>
        <p:nvSpPr>
          <p:cNvPr id="7" name="">
            <a:extLst>
              <a:ext uri="{FF2B5EF4-FFF2-40B4-BE49-F238E27FC236}">
                <ns2:creationId id="{BBDA9A7D-6FE8-4EED-B35D-269656EF8414}"/>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브라우저 Fetch 요청 ↗</a:t>
            </a:r>
          </a:p>
        </p:txBody>
      </p:sp>
      <p:sp>
        <p:nvSpPr>
          <p:cNvPr id="8" name="">
            <a:extLst>
              <a:ext uri="{FF2B5EF4-FFF2-40B4-BE49-F238E27FC236}">
                <ns2:creationId id="{1CD7CFDB-7A00-4C4E-ACBD-7BEDD9845CA3}"/>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developer.mozilla.org</a:t>
            </a:r>
          </a:p>
        </p:txBody>
      </p:sp>
      <p:sp>
        <p:nvSpPr>
          <p:cNvPr id="9" name="">
            <a:extLst>
              <a:ext uri="{FF2B5EF4-FFF2-40B4-BE49-F238E27FC236}">
                <ns2:creationId id="{429DCC2A-6D19-4688-BB57-4FCA8234A96F}"/>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A5EB564-CCB6-415F-A53A-9828D10EECA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0378EF63-5294-4C0F-8E5D-D27D838F3CB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5320A58A-7A08-440C-BEAF-EB9C7D913D3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0E88762E-E761-4D11-B398-2AA2B0DD94A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10/29   104</a:t>
            </a:r>
          </a:p>
        </p:txBody>
      </p:sp>
    </p:spTree>
    <p:extLst>
      <p:ext uri="{BB962C8B-B14F-4D97-AF65-F5344CB8AC3E}">
        <ns4:creationId val="15177216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2026-10-05T04:50:19.6020000Z</dcterms:created>
  <dcterms:modified xsi:type="dcterms:W3CDTF">2026-10-05T04:50:19.6020000Z</dcterms:modified>
</coreProperties>
</file>