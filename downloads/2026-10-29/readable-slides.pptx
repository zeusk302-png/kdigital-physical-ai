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Override PartName="/ppt/slides/slide102.xml" ContentType="application/vnd.openxmlformats-officedocument.presentationml.slide+xml"/>
  <Override PartName="/ppt/notesSlides/notesSlide10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cfc0cd015ab4e07" /><Relationship Type="http://schemas.openxmlformats.org/officeDocument/2006/relationships/extended-properties" Target="/docProps/app.xml" Id="R7b74e59f473141ff" /><Relationship Type="http://schemas.openxmlformats.org/officeDocument/2006/relationships/officeDocument" Target="/ppt/presentation.xml" Id="R08407584666c4a13" /></Relationships>
</file>

<file path=ppt/presentation.xml><?xml version="1.0" encoding="utf-8"?>
<p:presentation xmlns:p="http://schemas.openxmlformats.org/presentationml/2006/main">
  <p:sldMasterIdLst>
    <p:sldMasterId xmlns:r="http://schemas.openxmlformats.org/officeDocument/2006/relationships" id="2147483648" r:id="Ra78c255164704659"/>
  </p:sldMasterIdLst>
  <p:notesMasterIdLst>
    <p:notesMasterId xmlns:r="http://schemas.openxmlformats.org/officeDocument/2006/relationships" r:id="R5f81d17f8dfd41a8"/>
  </p:notesMasterIdLst>
  <p:sldIdLst>
    <p:sldId xmlns:r="http://schemas.openxmlformats.org/officeDocument/2006/relationships" id="256" r:id="Rb26d62984ca24e6b"/>
    <p:sldId xmlns:r="http://schemas.openxmlformats.org/officeDocument/2006/relationships" id="257" r:id="R8b109a6015f34d59"/>
    <p:sldId xmlns:r="http://schemas.openxmlformats.org/officeDocument/2006/relationships" id="258" r:id="Rbc02b498485f4ba1"/>
    <p:sldId xmlns:r="http://schemas.openxmlformats.org/officeDocument/2006/relationships" id="259" r:id="R56af458068ec4981"/>
    <p:sldId xmlns:r="http://schemas.openxmlformats.org/officeDocument/2006/relationships" id="260" r:id="R1d9d09d4e80e49d2"/>
    <p:sldId xmlns:r="http://schemas.openxmlformats.org/officeDocument/2006/relationships" id="261" r:id="R9eb49b361235484a"/>
    <p:sldId xmlns:r="http://schemas.openxmlformats.org/officeDocument/2006/relationships" id="262" r:id="R346add8f04484910"/>
    <p:sldId xmlns:r="http://schemas.openxmlformats.org/officeDocument/2006/relationships" id="263" r:id="Rd37831e915a949bc"/>
    <p:sldId xmlns:r="http://schemas.openxmlformats.org/officeDocument/2006/relationships" id="264" r:id="R553c5a44e6b74ca1"/>
    <p:sldId xmlns:r="http://schemas.openxmlformats.org/officeDocument/2006/relationships" id="265" r:id="Rec29b01e42c54101"/>
    <p:sldId xmlns:r="http://schemas.openxmlformats.org/officeDocument/2006/relationships" id="266" r:id="Rc8b53ad73f2c41b8"/>
    <p:sldId xmlns:r="http://schemas.openxmlformats.org/officeDocument/2006/relationships" id="267" r:id="Rc04924d627b34a65"/>
    <p:sldId xmlns:r="http://schemas.openxmlformats.org/officeDocument/2006/relationships" id="268" r:id="R372961a837e34168"/>
    <p:sldId xmlns:r="http://schemas.openxmlformats.org/officeDocument/2006/relationships" id="269" r:id="R95e5a203d4d84a48"/>
    <p:sldId xmlns:r="http://schemas.openxmlformats.org/officeDocument/2006/relationships" id="270" r:id="R4135ff5299874df9"/>
    <p:sldId xmlns:r="http://schemas.openxmlformats.org/officeDocument/2006/relationships" id="271" r:id="Rbedb71bcf5eb4704"/>
    <p:sldId xmlns:r="http://schemas.openxmlformats.org/officeDocument/2006/relationships" id="272" r:id="R717c8134d46f4819"/>
    <p:sldId xmlns:r="http://schemas.openxmlformats.org/officeDocument/2006/relationships" id="273" r:id="R162dac4dd2a14734"/>
    <p:sldId xmlns:r="http://schemas.openxmlformats.org/officeDocument/2006/relationships" id="274" r:id="Rcc9d37173f3c465b"/>
    <p:sldId xmlns:r="http://schemas.openxmlformats.org/officeDocument/2006/relationships" id="275" r:id="Rf26f482a70784c01"/>
    <p:sldId xmlns:r="http://schemas.openxmlformats.org/officeDocument/2006/relationships" id="276" r:id="R5c26f222f9874804"/>
    <p:sldId xmlns:r="http://schemas.openxmlformats.org/officeDocument/2006/relationships" id="277" r:id="R818ff01fee064c10"/>
    <p:sldId xmlns:r="http://schemas.openxmlformats.org/officeDocument/2006/relationships" id="278" r:id="R8ceb50907d5c41d1"/>
    <p:sldId xmlns:r="http://schemas.openxmlformats.org/officeDocument/2006/relationships" id="279" r:id="R310fc87e52744462"/>
    <p:sldId xmlns:r="http://schemas.openxmlformats.org/officeDocument/2006/relationships" id="280" r:id="Rc2427a65f2ec46eb"/>
    <p:sldId xmlns:r="http://schemas.openxmlformats.org/officeDocument/2006/relationships" id="281" r:id="R6e0eed6b546d4452"/>
    <p:sldId xmlns:r="http://schemas.openxmlformats.org/officeDocument/2006/relationships" id="282" r:id="Rdf86c1b32de443d2"/>
    <p:sldId xmlns:r="http://schemas.openxmlformats.org/officeDocument/2006/relationships" id="283" r:id="Rdf141338f78d449e"/>
    <p:sldId xmlns:r="http://schemas.openxmlformats.org/officeDocument/2006/relationships" id="284" r:id="Rc598771c0893415b"/>
    <p:sldId xmlns:r="http://schemas.openxmlformats.org/officeDocument/2006/relationships" id="285" r:id="R83888f9a0eb34aa0"/>
    <p:sldId xmlns:r="http://schemas.openxmlformats.org/officeDocument/2006/relationships" id="286" r:id="R247de8ef087c4a67"/>
    <p:sldId xmlns:r="http://schemas.openxmlformats.org/officeDocument/2006/relationships" id="287" r:id="R3e5e1917c0ab42f2"/>
    <p:sldId xmlns:r="http://schemas.openxmlformats.org/officeDocument/2006/relationships" id="288" r:id="Rf7efaabe3c3f47bf"/>
    <p:sldId xmlns:r="http://schemas.openxmlformats.org/officeDocument/2006/relationships" id="289" r:id="R374fdd26cf9346d6"/>
    <p:sldId xmlns:r="http://schemas.openxmlformats.org/officeDocument/2006/relationships" id="290" r:id="R7cc2b62f84ba493a"/>
    <p:sldId xmlns:r="http://schemas.openxmlformats.org/officeDocument/2006/relationships" id="291" r:id="R8935c1ef5a434032"/>
    <p:sldId xmlns:r="http://schemas.openxmlformats.org/officeDocument/2006/relationships" id="292" r:id="R3dca0705bd284a4f"/>
    <p:sldId xmlns:r="http://schemas.openxmlformats.org/officeDocument/2006/relationships" id="293" r:id="R32e4b6b1dcab41bd"/>
    <p:sldId xmlns:r="http://schemas.openxmlformats.org/officeDocument/2006/relationships" id="294" r:id="Rf0a8855e4a2d4676"/>
    <p:sldId xmlns:r="http://schemas.openxmlformats.org/officeDocument/2006/relationships" id="295" r:id="R58b4a4b1034f47ee"/>
    <p:sldId xmlns:r="http://schemas.openxmlformats.org/officeDocument/2006/relationships" id="296" r:id="R9fdc4d024b5e4b01"/>
    <p:sldId xmlns:r="http://schemas.openxmlformats.org/officeDocument/2006/relationships" id="297" r:id="Rb09d3f0f90c7450d"/>
    <p:sldId xmlns:r="http://schemas.openxmlformats.org/officeDocument/2006/relationships" id="298" r:id="R3eac39864a2a428c"/>
    <p:sldId xmlns:r="http://schemas.openxmlformats.org/officeDocument/2006/relationships" id="299" r:id="R5c046c8f422b4360"/>
    <p:sldId xmlns:r="http://schemas.openxmlformats.org/officeDocument/2006/relationships" id="300" r:id="Rf8944899d10f4246"/>
    <p:sldId xmlns:r="http://schemas.openxmlformats.org/officeDocument/2006/relationships" id="301" r:id="R5456f785bf3e4530"/>
    <p:sldId xmlns:r="http://schemas.openxmlformats.org/officeDocument/2006/relationships" id="302" r:id="R56a6c67a8c2b4fbb"/>
    <p:sldId xmlns:r="http://schemas.openxmlformats.org/officeDocument/2006/relationships" id="303" r:id="R2c5b017d04ed42b0"/>
    <p:sldId xmlns:r="http://schemas.openxmlformats.org/officeDocument/2006/relationships" id="304" r:id="Rb01090e66d944b50"/>
    <p:sldId xmlns:r="http://schemas.openxmlformats.org/officeDocument/2006/relationships" id="305" r:id="R1564bab010d644c8"/>
    <p:sldId xmlns:r="http://schemas.openxmlformats.org/officeDocument/2006/relationships" id="306" r:id="Rbef83879b0844e83"/>
    <p:sldId xmlns:r="http://schemas.openxmlformats.org/officeDocument/2006/relationships" id="307" r:id="R3292ba42991b452a"/>
    <p:sldId xmlns:r="http://schemas.openxmlformats.org/officeDocument/2006/relationships" id="308" r:id="R5d5068f23d434582"/>
    <p:sldId xmlns:r="http://schemas.openxmlformats.org/officeDocument/2006/relationships" id="309" r:id="R259983707d3742e6"/>
    <p:sldId xmlns:r="http://schemas.openxmlformats.org/officeDocument/2006/relationships" id="310" r:id="R3962977b174f4daf"/>
    <p:sldId xmlns:r="http://schemas.openxmlformats.org/officeDocument/2006/relationships" id="311" r:id="R4d929649dd444207"/>
    <p:sldId xmlns:r="http://schemas.openxmlformats.org/officeDocument/2006/relationships" id="312" r:id="Re508830787f14410"/>
    <p:sldId xmlns:r="http://schemas.openxmlformats.org/officeDocument/2006/relationships" id="313" r:id="R092db421e8a746d2"/>
    <p:sldId xmlns:r="http://schemas.openxmlformats.org/officeDocument/2006/relationships" id="314" r:id="R081de2d67ed6497e"/>
    <p:sldId xmlns:r="http://schemas.openxmlformats.org/officeDocument/2006/relationships" id="315" r:id="Ra548a888cec14be9"/>
    <p:sldId xmlns:r="http://schemas.openxmlformats.org/officeDocument/2006/relationships" id="316" r:id="R038c1dd0de2d41c1"/>
    <p:sldId xmlns:r="http://schemas.openxmlformats.org/officeDocument/2006/relationships" id="317" r:id="Ra4ea2a5d69b54c34"/>
    <p:sldId xmlns:r="http://schemas.openxmlformats.org/officeDocument/2006/relationships" id="318" r:id="Rdcee039f8b0e47ea"/>
    <p:sldId xmlns:r="http://schemas.openxmlformats.org/officeDocument/2006/relationships" id="319" r:id="Rcb3f670ef46449de"/>
    <p:sldId xmlns:r="http://schemas.openxmlformats.org/officeDocument/2006/relationships" id="320" r:id="R2de7a463ce334ffe"/>
    <p:sldId xmlns:r="http://schemas.openxmlformats.org/officeDocument/2006/relationships" id="321" r:id="R950f085e739f404d"/>
    <p:sldId xmlns:r="http://schemas.openxmlformats.org/officeDocument/2006/relationships" id="322" r:id="R5c8afd45f9134c6d"/>
    <p:sldId xmlns:r="http://schemas.openxmlformats.org/officeDocument/2006/relationships" id="323" r:id="R59204e1d941144a7"/>
    <p:sldId xmlns:r="http://schemas.openxmlformats.org/officeDocument/2006/relationships" id="324" r:id="R863b071cfd544385"/>
    <p:sldId xmlns:r="http://schemas.openxmlformats.org/officeDocument/2006/relationships" id="325" r:id="R7e88b664bea24e38"/>
    <p:sldId xmlns:r="http://schemas.openxmlformats.org/officeDocument/2006/relationships" id="326" r:id="R0964339e07c043cd"/>
    <p:sldId xmlns:r="http://schemas.openxmlformats.org/officeDocument/2006/relationships" id="327" r:id="R01e424e3549a44ab"/>
    <p:sldId xmlns:r="http://schemas.openxmlformats.org/officeDocument/2006/relationships" id="328" r:id="R0e3fd7e6ec9042b3"/>
    <p:sldId xmlns:r="http://schemas.openxmlformats.org/officeDocument/2006/relationships" id="329" r:id="Recef21026053449d"/>
    <p:sldId xmlns:r="http://schemas.openxmlformats.org/officeDocument/2006/relationships" id="330" r:id="R29e65c7f69844a29"/>
    <p:sldId xmlns:r="http://schemas.openxmlformats.org/officeDocument/2006/relationships" id="331" r:id="R79a33eac64fb4a46"/>
    <p:sldId xmlns:r="http://schemas.openxmlformats.org/officeDocument/2006/relationships" id="332" r:id="Rf44b4ebef2954a8e"/>
    <p:sldId xmlns:r="http://schemas.openxmlformats.org/officeDocument/2006/relationships" id="333" r:id="R5e01ead3aaf14797"/>
    <p:sldId xmlns:r="http://schemas.openxmlformats.org/officeDocument/2006/relationships" id="334" r:id="R42a82f0b5b8a43de"/>
    <p:sldId xmlns:r="http://schemas.openxmlformats.org/officeDocument/2006/relationships" id="335" r:id="Rad7d07f97d534cf9"/>
    <p:sldId xmlns:r="http://schemas.openxmlformats.org/officeDocument/2006/relationships" id="336" r:id="R7d8df17bcaf54b70"/>
    <p:sldId xmlns:r="http://schemas.openxmlformats.org/officeDocument/2006/relationships" id="337" r:id="Rb10f40dc870247d5"/>
    <p:sldId xmlns:r="http://schemas.openxmlformats.org/officeDocument/2006/relationships" id="338" r:id="R5fb0385ba0ef4e9d"/>
    <p:sldId xmlns:r="http://schemas.openxmlformats.org/officeDocument/2006/relationships" id="339" r:id="Rf881b10039834110"/>
    <p:sldId xmlns:r="http://schemas.openxmlformats.org/officeDocument/2006/relationships" id="340" r:id="Re179795e016d4c02"/>
    <p:sldId xmlns:r="http://schemas.openxmlformats.org/officeDocument/2006/relationships" id="341" r:id="Rc4469a9d18454a03"/>
    <p:sldId xmlns:r="http://schemas.openxmlformats.org/officeDocument/2006/relationships" id="342" r:id="R441261f60a884a02"/>
    <p:sldId xmlns:r="http://schemas.openxmlformats.org/officeDocument/2006/relationships" id="343" r:id="R019ab32d66134521"/>
    <p:sldId xmlns:r="http://schemas.openxmlformats.org/officeDocument/2006/relationships" id="344" r:id="R04f7001943874c62"/>
    <p:sldId xmlns:r="http://schemas.openxmlformats.org/officeDocument/2006/relationships" id="345" r:id="R5fb005cd83464249"/>
    <p:sldId xmlns:r="http://schemas.openxmlformats.org/officeDocument/2006/relationships" id="346" r:id="R5e82e4ad5d7243b0"/>
    <p:sldId xmlns:r="http://schemas.openxmlformats.org/officeDocument/2006/relationships" id="347" r:id="R40b898acee4a4f62"/>
    <p:sldId xmlns:r="http://schemas.openxmlformats.org/officeDocument/2006/relationships" id="348" r:id="R5c51e76487bb49a7"/>
    <p:sldId xmlns:r="http://schemas.openxmlformats.org/officeDocument/2006/relationships" id="349" r:id="Rb0f1c1e9273142b7"/>
    <p:sldId xmlns:r="http://schemas.openxmlformats.org/officeDocument/2006/relationships" id="350" r:id="Rff2396ee960f4e64"/>
    <p:sldId xmlns:r="http://schemas.openxmlformats.org/officeDocument/2006/relationships" id="351" r:id="R8e467f5c352f48b9"/>
    <p:sldId xmlns:r="http://schemas.openxmlformats.org/officeDocument/2006/relationships" id="352" r:id="R8f23fa176ec24239"/>
    <p:sldId xmlns:r="http://schemas.openxmlformats.org/officeDocument/2006/relationships" id="353" r:id="R52693406e0494589"/>
    <p:sldId xmlns:r="http://schemas.openxmlformats.org/officeDocument/2006/relationships" id="354" r:id="R7faaa77367b94b2e"/>
    <p:sldId xmlns:r="http://schemas.openxmlformats.org/officeDocument/2006/relationships" id="355" r:id="R525deaf4a31845f2"/>
    <p:sldId xmlns:r="http://schemas.openxmlformats.org/officeDocument/2006/relationships" id="356" r:id="R2f00ca059be64703"/>
    <p:sldId xmlns:r="http://schemas.openxmlformats.org/officeDocument/2006/relationships" id="357" r:id="Re8756465f615437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d6246e2eb0304fe7" /><Relationship Type="http://schemas.openxmlformats.org/officeDocument/2006/relationships/slideMaster" Target="/ppt/slideMasters/slideMaster1.xml" Id="Ra78c255164704659" /><Relationship Type="http://schemas.openxmlformats.org/officeDocument/2006/relationships/notesMaster" Target="/ppt/notesMasters/notesMaster1.xml" Id="R5f81d17f8dfd41a8" /><Relationship Type="http://schemas.openxmlformats.org/officeDocument/2006/relationships/presProps" Target="/ppt/presProps.xml" Id="R7b7cda6249664e44" /><Relationship Type="http://schemas.openxmlformats.org/officeDocument/2006/relationships/tableStyles" Target="/ppt/tableStyles.xml" Id="R385061fbf3554ca1" /><Relationship Type="http://schemas.openxmlformats.org/officeDocument/2006/relationships/slide" Target="/ppt/slides/slide1.xml" Id="Rb26d62984ca24e6b" /><Relationship Type="http://schemas.openxmlformats.org/officeDocument/2006/relationships/slide" Target="/ppt/slides/slide2.xml" Id="R8b109a6015f34d59" /><Relationship Type="http://schemas.openxmlformats.org/officeDocument/2006/relationships/slide" Target="/ppt/slides/slide3.xml" Id="Rbc02b498485f4ba1" /><Relationship Type="http://schemas.openxmlformats.org/officeDocument/2006/relationships/slide" Target="/ppt/slides/slide4.xml" Id="R56af458068ec4981" /><Relationship Type="http://schemas.openxmlformats.org/officeDocument/2006/relationships/slide" Target="/ppt/slides/slide5.xml" Id="R1d9d09d4e80e49d2" /><Relationship Type="http://schemas.openxmlformats.org/officeDocument/2006/relationships/slide" Target="/ppt/slides/slide6.xml" Id="R9eb49b361235484a" /><Relationship Type="http://schemas.openxmlformats.org/officeDocument/2006/relationships/slide" Target="/ppt/slides/slide7.xml" Id="R346add8f04484910" /><Relationship Type="http://schemas.openxmlformats.org/officeDocument/2006/relationships/slide" Target="/ppt/slides/slide8.xml" Id="Rd37831e915a949bc" /><Relationship Type="http://schemas.openxmlformats.org/officeDocument/2006/relationships/slide" Target="/ppt/slides/slide9.xml" Id="R553c5a44e6b74ca1" /><Relationship Type="http://schemas.openxmlformats.org/officeDocument/2006/relationships/slide" Target="/ppt/slides/slide10.xml" Id="Rec29b01e42c54101" /><Relationship Type="http://schemas.openxmlformats.org/officeDocument/2006/relationships/slide" Target="/ppt/slides/slide11.xml" Id="Rc8b53ad73f2c41b8" /><Relationship Type="http://schemas.openxmlformats.org/officeDocument/2006/relationships/slide" Target="/ppt/slides/slide12.xml" Id="Rc04924d627b34a65" /><Relationship Type="http://schemas.openxmlformats.org/officeDocument/2006/relationships/slide" Target="/ppt/slides/slide13.xml" Id="R372961a837e34168" /><Relationship Type="http://schemas.openxmlformats.org/officeDocument/2006/relationships/slide" Target="/ppt/slides/slide14.xml" Id="R95e5a203d4d84a48" /><Relationship Type="http://schemas.openxmlformats.org/officeDocument/2006/relationships/slide" Target="/ppt/slides/slide15.xml" Id="R4135ff5299874df9" /><Relationship Type="http://schemas.openxmlformats.org/officeDocument/2006/relationships/slide" Target="/ppt/slides/slide16.xml" Id="Rbedb71bcf5eb4704" /><Relationship Type="http://schemas.openxmlformats.org/officeDocument/2006/relationships/slide" Target="/ppt/slides/slide17.xml" Id="R717c8134d46f4819" /><Relationship Type="http://schemas.openxmlformats.org/officeDocument/2006/relationships/slide" Target="/ppt/slides/slide18.xml" Id="R162dac4dd2a14734" /><Relationship Type="http://schemas.openxmlformats.org/officeDocument/2006/relationships/slide" Target="/ppt/slides/slide19.xml" Id="Rcc9d37173f3c465b" /><Relationship Type="http://schemas.openxmlformats.org/officeDocument/2006/relationships/slide" Target="/ppt/slides/slide20.xml" Id="Rf26f482a70784c01" /><Relationship Type="http://schemas.openxmlformats.org/officeDocument/2006/relationships/slide" Target="/ppt/slides/slide21.xml" Id="R5c26f222f9874804" /><Relationship Type="http://schemas.openxmlformats.org/officeDocument/2006/relationships/slide" Target="/ppt/slides/slide22.xml" Id="R818ff01fee064c10" /><Relationship Type="http://schemas.openxmlformats.org/officeDocument/2006/relationships/slide" Target="/ppt/slides/slide23.xml" Id="R8ceb50907d5c41d1" /><Relationship Type="http://schemas.openxmlformats.org/officeDocument/2006/relationships/slide" Target="/ppt/slides/slide24.xml" Id="R310fc87e52744462" /><Relationship Type="http://schemas.openxmlformats.org/officeDocument/2006/relationships/slide" Target="/ppt/slides/slide25.xml" Id="Rc2427a65f2ec46eb" /><Relationship Type="http://schemas.openxmlformats.org/officeDocument/2006/relationships/slide" Target="/ppt/slides/slide26.xml" Id="R6e0eed6b546d4452" /><Relationship Type="http://schemas.openxmlformats.org/officeDocument/2006/relationships/slide" Target="/ppt/slides/slide27.xml" Id="Rdf86c1b32de443d2" /><Relationship Type="http://schemas.openxmlformats.org/officeDocument/2006/relationships/slide" Target="/ppt/slides/slide28.xml" Id="Rdf141338f78d449e" /><Relationship Type="http://schemas.openxmlformats.org/officeDocument/2006/relationships/slide" Target="/ppt/slides/slide29.xml" Id="Rc598771c0893415b" /><Relationship Type="http://schemas.openxmlformats.org/officeDocument/2006/relationships/slide" Target="/ppt/slides/slide30.xml" Id="R83888f9a0eb34aa0" /><Relationship Type="http://schemas.openxmlformats.org/officeDocument/2006/relationships/slide" Target="/ppt/slides/slide31.xml" Id="R247de8ef087c4a67" /><Relationship Type="http://schemas.openxmlformats.org/officeDocument/2006/relationships/slide" Target="/ppt/slides/slide32.xml" Id="R3e5e1917c0ab42f2" /><Relationship Type="http://schemas.openxmlformats.org/officeDocument/2006/relationships/slide" Target="/ppt/slides/slide33.xml" Id="Rf7efaabe3c3f47bf" /><Relationship Type="http://schemas.openxmlformats.org/officeDocument/2006/relationships/slide" Target="/ppt/slides/slide34.xml" Id="R374fdd26cf9346d6" /><Relationship Type="http://schemas.openxmlformats.org/officeDocument/2006/relationships/slide" Target="/ppt/slides/slide35.xml" Id="R7cc2b62f84ba493a" /><Relationship Type="http://schemas.openxmlformats.org/officeDocument/2006/relationships/slide" Target="/ppt/slides/slide36.xml" Id="R8935c1ef5a434032" /><Relationship Type="http://schemas.openxmlformats.org/officeDocument/2006/relationships/slide" Target="/ppt/slides/slide37.xml" Id="R3dca0705bd284a4f" /><Relationship Type="http://schemas.openxmlformats.org/officeDocument/2006/relationships/slide" Target="/ppt/slides/slide38.xml" Id="R32e4b6b1dcab41bd" /><Relationship Type="http://schemas.openxmlformats.org/officeDocument/2006/relationships/slide" Target="/ppt/slides/slide39.xml" Id="Rf0a8855e4a2d4676" /><Relationship Type="http://schemas.openxmlformats.org/officeDocument/2006/relationships/slide" Target="/ppt/slides/slide40.xml" Id="R58b4a4b1034f47ee" /><Relationship Type="http://schemas.openxmlformats.org/officeDocument/2006/relationships/slide" Target="/ppt/slides/slide41.xml" Id="R9fdc4d024b5e4b01" /><Relationship Type="http://schemas.openxmlformats.org/officeDocument/2006/relationships/slide" Target="/ppt/slides/slide42.xml" Id="Rb09d3f0f90c7450d" /><Relationship Type="http://schemas.openxmlformats.org/officeDocument/2006/relationships/slide" Target="/ppt/slides/slide43.xml" Id="R3eac39864a2a428c" /><Relationship Type="http://schemas.openxmlformats.org/officeDocument/2006/relationships/slide" Target="/ppt/slides/slide44.xml" Id="R5c046c8f422b4360" /><Relationship Type="http://schemas.openxmlformats.org/officeDocument/2006/relationships/slide" Target="/ppt/slides/slide45.xml" Id="Rf8944899d10f4246" /><Relationship Type="http://schemas.openxmlformats.org/officeDocument/2006/relationships/slide" Target="/ppt/slides/slide46.xml" Id="R5456f785bf3e4530" /><Relationship Type="http://schemas.openxmlformats.org/officeDocument/2006/relationships/slide" Target="/ppt/slides/slide47.xml" Id="R56a6c67a8c2b4fbb" /><Relationship Type="http://schemas.openxmlformats.org/officeDocument/2006/relationships/slide" Target="/ppt/slides/slide48.xml" Id="R2c5b017d04ed42b0" /><Relationship Type="http://schemas.openxmlformats.org/officeDocument/2006/relationships/slide" Target="/ppt/slides/slide49.xml" Id="Rb01090e66d944b50" /><Relationship Type="http://schemas.openxmlformats.org/officeDocument/2006/relationships/slide" Target="/ppt/slides/slide50.xml" Id="R1564bab010d644c8" /><Relationship Type="http://schemas.openxmlformats.org/officeDocument/2006/relationships/slide" Target="/ppt/slides/slide51.xml" Id="Rbef83879b0844e83" /><Relationship Type="http://schemas.openxmlformats.org/officeDocument/2006/relationships/slide" Target="/ppt/slides/slide52.xml" Id="R3292ba42991b452a" /><Relationship Type="http://schemas.openxmlformats.org/officeDocument/2006/relationships/slide" Target="/ppt/slides/slide53.xml" Id="R5d5068f23d434582" /><Relationship Type="http://schemas.openxmlformats.org/officeDocument/2006/relationships/slide" Target="/ppt/slides/slide54.xml" Id="R259983707d3742e6" /><Relationship Type="http://schemas.openxmlformats.org/officeDocument/2006/relationships/slide" Target="/ppt/slides/slide55.xml" Id="R3962977b174f4daf" /><Relationship Type="http://schemas.openxmlformats.org/officeDocument/2006/relationships/slide" Target="/ppt/slides/slide56.xml" Id="R4d929649dd444207" /><Relationship Type="http://schemas.openxmlformats.org/officeDocument/2006/relationships/slide" Target="/ppt/slides/slide57.xml" Id="Re508830787f14410" /><Relationship Type="http://schemas.openxmlformats.org/officeDocument/2006/relationships/slide" Target="/ppt/slides/slide58.xml" Id="R092db421e8a746d2" /><Relationship Type="http://schemas.openxmlformats.org/officeDocument/2006/relationships/slide" Target="/ppt/slides/slide59.xml" Id="R081de2d67ed6497e" /><Relationship Type="http://schemas.openxmlformats.org/officeDocument/2006/relationships/slide" Target="/ppt/slides/slide60.xml" Id="Ra548a888cec14be9" /><Relationship Type="http://schemas.openxmlformats.org/officeDocument/2006/relationships/slide" Target="/ppt/slides/slide61.xml" Id="R038c1dd0de2d41c1" /><Relationship Type="http://schemas.openxmlformats.org/officeDocument/2006/relationships/slide" Target="/ppt/slides/slide62.xml" Id="Ra4ea2a5d69b54c34" /><Relationship Type="http://schemas.openxmlformats.org/officeDocument/2006/relationships/slide" Target="/ppt/slides/slide63.xml" Id="Rdcee039f8b0e47ea" /><Relationship Type="http://schemas.openxmlformats.org/officeDocument/2006/relationships/slide" Target="/ppt/slides/slide64.xml" Id="Rcb3f670ef46449de" /><Relationship Type="http://schemas.openxmlformats.org/officeDocument/2006/relationships/slide" Target="/ppt/slides/slide65.xml" Id="R2de7a463ce334ffe" /><Relationship Type="http://schemas.openxmlformats.org/officeDocument/2006/relationships/slide" Target="/ppt/slides/slide66.xml" Id="R950f085e739f404d" /><Relationship Type="http://schemas.openxmlformats.org/officeDocument/2006/relationships/slide" Target="/ppt/slides/slide67.xml" Id="R5c8afd45f9134c6d" /><Relationship Type="http://schemas.openxmlformats.org/officeDocument/2006/relationships/slide" Target="/ppt/slides/slide68.xml" Id="R59204e1d941144a7" /><Relationship Type="http://schemas.openxmlformats.org/officeDocument/2006/relationships/slide" Target="/ppt/slides/slide69.xml" Id="R863b071cfd544385" /><Relationship Type="http://schemas.openxmlformats.org/officeDocument/2006/relationships/slide" Target="/ppt/slides/slide70.xml" Id="R7e88b664bea24e38" /><Relationship Type="http://schemas.openxmlformats.org/officeDocument/2006/relationships/slide" Target="/ppt/slides/slide71.xml" Id="R0964339e07c043cd" /><Relationship Type="http://schemas.openxmlformats.org/officeDocument/2006/relationships/slide" Target="/ppt/slides/slide72.xml" Id="R01e424e3549a44ab" /><Relationship Type="http://schemas.openxmlformats.org/officeDocument/2006/relationships/slide" Target="/ppt/slides/slide73.xml" Id="R0e3fd7e6ec9042b3" /><Relationship Type="http://schemas.openxmlformats.org/officeDocument/2006/relationships/slide" Target="/ppt/slides/slide74.xml" Id="Recef21026053449d" /><Relationship Type="http://schemas.openxmlformats.org/officeDocument/2006/relationships/slide" Target="/ppt/slides/slide75.xml" Id="R29e65c7f69844a29" /><Relationship Type="http://schemas.openxmlformats.org/officeDocument/2006/relationships/slide" Target="/ppt/slides/slide76.xml" Id="R79a33eac64fb4a46" /><Relationship Type="http://schemas.openxmlformats.org/officeDocument/2006/relationships/slide" Target="/ppt/slides/slide77.xml" Id="Rf44b4ebef2954a8e" /><Relationship Type="http://schemas.openxmlformats.org/officeDocument/2006/relationships/slide" Target="/ppt/slides/slide78.xml" Id="R5e01ead3aaf14797" /><Relationship Type="http://schemas.openxmlformats.org/officeDocument/2006/relationships/slide" Target="/ppt/slides/slide79.xml" Id="R42a82f0b5b8a43de" /><Relationship Type="http://schemas.openxmlformats.org/officeDocument/2006/relationships/slide" Target="/ppt/slides/slide80.xml" Id="Rad7d07f97d534cf9" /><Relationship Type="http://schemas.openxmlformats.org/officeDocument/2006/relationships/slide" Target="/ppt/slides/slide81.xml" Id="R7d8df17bcaf54b70" /><Relationship Type="http://schemas.openxmlformats.org/officeDocument/2006/relationships/slide" Target="/ppt/slides/slide82.xml" Id="Rb10f40dc870247d5" /><Relationship Type="http://schemas.openxmlformats.org/officeDocument/2006/relationships/slide" Target="/ppt/slides/slide83.xml" Id="R5fb0385ba0ef4e9d" /><Relationship Type="http://schemas.openxmlformats.org/officeDocument/2006/relationships/slide" Target="/ppt/slides/slide84.xml" Id="Rf881b10039834110" /><Relationship Type="http://schemas.openxmlformats.org/officeDocument/2006/relationships/slide" Target="/ppt/slides/slide85.xml" Id="Re179795e016d4c02" /><Relationship Type="http://schemas.openxmlformats.org/officeDocument/2006/relationships/slide" Target="/ppt/slides/slide86.xml" Id="Rc4469a9d18454a03" /><Relationship Type="http://schemas.openxmlformats.org/officeDocument/2006/relationships/slide" Target="/ppt/slides/slide87.xml" Id="R441261f60a884a02" /><Relationship Type="http://schemas.openxmlformats.org/officeDocument/2006/relationships/slide" Target="/ppt/slides/slide88.xml" Id="R019ab32d66134521" /><Relationship Type="http://schemas.openxmlformats.org/officeDocument/2006/relationships/slide" Target="/ppt/slides/slide89.xml" Id="R04f7001943874c62" /><Relationship Type="http://schemas.openxmlformats.org/officeDocument/2006/relationships/slide" Target="/ppt/slides/slide90.xml" Id="R5fb005cd83464249" /><Relationship Type="http://schemas.openxmlformats.org/officeDocument/2006/relationships/slide" Target="/ppt/slides/slide91.xml" Id="R5e82e4ad5d7243b0" /><Relationship Type="http://schemas.openxmlformats.org/officeDocument/2006/relationships/slide" Target="/ppt/slides/slide92.xml" Id="R40b898acee4a4f62" /><Relationship Type="http://schemas.openxmlformats.org/officeDocument/2006/relationships/slide" Target="/ppt/slides/slide93.xml" Id="R5c51e76487bb49a7" /><Relationship Type="http://schemas.openxmlformats.org/officeDocument/2006/relationships/slide" Target="/ppt/slides/slide94.xml" Id="Rb0f1c1e9273142b7" /><Relationship Type="http://schemas.openxmlformats.org/officeDocument/2006/relationships/slide" Target="/ppt/slides/slide95.xml" Id="Rff2396ee960f4e64" /><Relationship Type="http://schemas.openxmlformats.org/officeDocument/2006/relationships/slide" Target="/ppt/slides/slide96.xml" Id="R8e467f5c352f48b9" /><Relationship Type="http://schemas.openxmlformats.org/officeDocument/2006/relationships/slide" Target="/ppt/slides/slide97.xml" Id="R8f23fa176ec24239" /><Relationship Type="http://schemas.openxmlformats.org/officeDocument/2006/relationships/slide" Target="/ppt/slides/slide98.xml" Id="R52693406e0494589" /><Relationship Type="http://schemas.openxmlformats.org/officeDocument/2006/relationships/slide" Target="/ppt/slides/slide99.xml" Id="R7faaa77367b94b2e" /><Relationship Type="http://schemas.openxmlformats.org/officeDocument/2006/relationships/slide" Target="/ppt/slides/slide100.xml" Id="R525deaf4a31845f2" /><Relationship Type="http://schemas.openxmlformats.org/officeDocument/2006/relationships/slide" Target="/ppt/slides/slide101.xml" Id="R2f00ca059be64703" /><Relationship Type="http://schemas.openxmlformats.org/officeDocument/2006/relationships/slide" Target="/ppt/slides/slide102.xml" Id="Re8756465f615437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6a20e518a5941f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41ad44151b44ed4" /><Relationship Type="http://schemas.openxmlformats.org/officeDocument/2006/relationships/notesMaster" Target="/ppt/notesMasters/notesMaster1.xml" Id="R0b48d3a7b8a843b9" /></Relationships>
</file>

<file path=ppt/notesSlides/_rels/notesSlide2.xml.rels>&#65279;<?xml version="1.0" encoding="utf-8"?><Relationships xmlns="http://schemas.openxmlformats.org/package/2006/relationships"><Relationship Type="http://schemas.openxmlformats.org/officeDocument/2006/relationships/slide" Target="/ppt/slides/slide2.xml" Id="Rc295c7c340254a74" /><Relationship Type="http://schemas.openxmlformats.org/officeDocument/2006/relationships/notesMaster" Target="/ppt/notesMasters/notesMaster1.xml" Id="R2903272ed1894f66" /></Relationships>
</file>

<file path=ppt/notesSlides/_rels/notesSlide3.xml.rels>&#65279;<?xml version="1.0" encoding="utf-8"?><Relationships xmlns="http://schemas.openxmlformats.org/package/2006/relationships"><Relationship Type="http://schemas.openxmlformats.org/officeDocument/2006/relationships/slide" Target="/ppt/slides/slide3.xml" Id="R9120c2a58492443e" /><Relationship Type="http://schemas.openxmlformats.org/officeDocument/2006/relationships/notesMaster" Target="/ppt/notesMasters/notesMaster1.xml" Id="R4e9f51b1d69a48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0e235a19ab04a66" /><Relationship Type="http://schemas.openxmlformats.org/officeDocument/2006/relationships/notesMaster" Target="/ppt/notesMasters/notesMaster1.xml" Id="Rd073265581764346" /></Relationships>
</file>

<file path=ppt/notesSlides/_rels/notesSlide5.xml.rels>&#65279;<?xml version="1.0" encoding="utf-8"?><Relationships xmlns="http://schemas.openxmlformats.org/package/2006/relationships"><Relationship Type="http://schemas.openxmlformats.org/officeDocument/2006/relationships/slide" Target="/ppt/slides/slide5.xml" Id="R0f7c9d70f5e140e4" /><Relationship Type="http://schemas.openxmlformats.org/officeDocument/2006/relationships/notesMaster" Target="/ppt/notesMasters/notesMaster1.xml" Id="R8d26cd7bfb5b466b" /></Relationships>
</file>

<file path=ppt/notesSlides/_rels/notesSlide6.xml.rels>&#65279;<?xml version="1.0" encoding="utf-8"?><Relationships xmlns="http://schemas.openxmlformats.org/package/2006/relationships"><Relationship Type="http://schemas.openxmlformats.org/officeDocument/2006/relationships/slide" Target="/ppt/slides/slide6.xml" Id="Rb6115a89f91b4a5d" /><Relationship Type="http://schemas.openxmlformats.org/officeDocument/2006/relationships/notesMaster" Target="/ppt/notesMasters/notesMaster1.xml" Id="R26e6acd253de4a8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1a5c3ab41294995" /><Relationship Type="http://schemas.openxmlformats.org/officeDocument/2006/relationships/notesMaster" Target="/ppt/notesMasters/notesMaster1.xml" Id="R14c43b5333db45df" /></Relationships>
</file>

<file path=ppt/notesSlides/_rels/notesSlide8.xml.rels>&#65279;<?xml version="1.0" encoding="utf-8"?><Relationships xmlns="http://schemas.openxmlformats.org/package/2006/relationships"><Relationship Type="http://schemas.openxmlformats.org/officeDocument/2006/relationships/slide" Target="/ppt/slides/slide8.xml" Id="Rfd50d9fe7883408c" /><Relationship Type="http://schemas.openxmlformats.org/officeDocument/2006/relationships/notesMaster" Target="/ppt/notesMasters/notesMaster1.xml" Id="Rf38faf5b7d6c41fe" /></Relationships>
</file>

<file path=ppt/notesSlides/_rels/notesSlide9.xml.rels>&#65279;<?xml version="1.0" encoding="utf-8"?><Relationships xmlns="http://schemas.openxmlformats.org/package/2006/relationships"><Relationship Type="http://schemas.openxmlformats.org/officeDocument/2006/relationships/slide" Target="/ppt/slides/slide9.xml" Id="Rfeb81bd0c19b4c83" /><Relationship Type="http://schemas.openxmlformats.org/officeDocument/2006/relationships/notesMaster" Target="/ppt/notesMasters/notesMaster1.xml" Id="R31f791141b164fd4"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5edae44a8504361" /><Relationship Type="http://schemas.openxmlformats.org/officeDocument/2006/relationships/notesMaster" Target="/ppt/notesMasters/notesMaster1.xml" Id="R04b306b969454812"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985b868c6734446" /><Relationship Type="http://schemas.openxmlformats.org/officeDocument/2006/relationships/notesMaster" Target="/ppt/notesMasters/notesMaster1.xml" Id="Rfcfd84b7324f4dc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d6e356c649d42aa" /><Relationship Type="http://schemas.openxmlformats.org/officeDocument/2006/relationships/notesMaster" Target="/ppt/notesMasters/notesMaster1.xml" Id="R6dcf3e236131429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870e106bdab4370" /><Relationship Type="http://schemas.openxmlformats.org/officeDocument/2006/relationships/notesMaster" Target="/ppt/notesMasters/notesMaster1.xml" Id="R820f2a19dd79413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6cf2b0b42574119" /><Relationship Type="http://schemas.openxmlformats.org/officeDocument/2006/relationships/notesMaster" Target="/ppt/notesMasters/notesMaster1.xml" Id="Re1000a576c804f8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746162874e4424b" /><Relationship Type="http://schemas.openxmlformats.org/officeDocument/2006/relationships/notesMaster" Target="/ppt/notesMasters/notesMaster1.xml" Id="R776453846a384ee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d2c8590c86bd4861" /><Relationship Type="http://schemas.openxmlformats.org/officeDocument/2006/relationships/notesMaster" Target="/ppt/notesMasters/notesMaster1.xml" Id="R770eb413f2c2476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d23098ae03d4901" /><Relationship Type="http://schemas.openxmlformats.org/officeDocument/2006/relationships/notesMaster" Target="/ppt/notesMasters/notesMaster1.xml" Id="R3591fc431f7b4a0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5804282157834fe6" /><Relationship Type="http://schemas.openxmlformats.org/officeDocument/2006/relationships/notesMaster" Target="/ppt/notesMasters/notesMaster1.xml" Id="R6bb4e54d7f154feb"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67c9164ededd43fd" /><Relationship Type="http://schemas.openxmlformats.org/officeDocument/2006/relationships/notesMaster" Target="/ppt/notesMasters/notesMaster1.xml" Id="Raf1d3f8fa1a049b1"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88c061c99f541e5" /><Relationship Type="http://schemas.openxmlformats.org/officeDocument/2006/relationships/notesMaster" Target="/ppt/notesMasters/notesMaster1.xml" Id="R444b1e98807c41fd"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3ac9450e80c461b" /><Relationship Type="http://schemas.openxmlformats.org/officeDocument/2006/relationships/notesMaster" Target="/ppt/notesMasters/notesMaster1.xml" Id="Ra0c54a7aae274e9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2b7750712204d9a" /><Relationship Type="http://schemas.openxmlformats.org/officeDocument/2006/relationships/notesMaster" Target="/ppt/notesMasters/notesMaster1.xml" Id="R8990840bec9b4a4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cb41cdff5734e87" /><Relationship Type="http://schemas.openxmlformats.org/officeDocument/2006/relationships/notesMaster" Target="/ppt/notesMasters/notesMaster1.xml" Id="R066d280b08cb49c8"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faa3c21542443e8" /><Relationship Type="http://schemas.openxmlformats.org/officeDocument/2006/relationships/notesMaster" Target="/ppt/notesMasters/notesMaster1.xml" Id="R780d5d84461047a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3e99a71623d84bac" /><Relationship Type="http://schemas.openxmlformats.org/officeDocument/2006/relationships/notesMaster" Target="/ppt/notesMasters/notesMaster1.xml" Id="R6fe11970908049e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897cdabb4ac4e5c" /><Relationship Type="http://schemas.openxmlformats.org/officeDocument/2006/relationships/notesMaster" Target="/ppt/notesMasters/notesMaster1.xml" Id="R2a665531bc7746d9"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b0a804a397df4769" /><Relationship Type="http://schemas.openxmlformats.org/officeDocument/2006/relationships/notesMaster" Target="/ppt/notesMasters/notesMaster1.xml" Id="R69e9a2e19b7843e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2df2476f025b4c46" /><Relationship Type="http://schemas.openxmlformats.org/officeDocument/2006/relationships/notesMaster" Target="/ppt/notesMasters/notesMaster1.xml" Id="R2f2b0b66a7a54b0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11612719035f490f" /><Relationship Type="http://schemas.openxmlformats.org/officeDocument/2006/relationships/notesMaster" Target="/ppt/notesMasters/notesMaster1.xml" Id="Rbbf2e04cd8504c1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da631c60c4a241dc" /><Relationship Type="http://schemas.openxmlformats.org/officeDocument/2006/relationships/notesMaster" Target="/ppt/notesMasters/notesMaster1.xml" Id="R5396cf7dc64f46d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7fe46e836444f95" /><Relationship Type="http://schemas.openxmlformats.org/officeDocument/2006/relationships/notesMaster" Target="/ppt/notesMasters/notesMaster1.xml" Id="R0ec11c1502a44bbf"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88802ac01a78468d" /><Relationship Type="http://schemas.openxmlformats.org/officeDocument/2006/relationships/notesMaster" Target="/ppt/notesMasters/notesMaster1.xml" Id="R9d0c6a5987a14c5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27d722999f15449b" /><Relationship Type="http://schemas.openxmlformats.org/officeDocument/2006/relationships/notesMaster" Target="/ppt/notesMasters/notesMaster1.xml" Id="Rdcfe6b94e3b64cc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81813ffdeb5d4c6f" /><Relationship Type="http://schemas.openxmlformats.org/officeDocument/2006/relationships/notesMaster" Target="/ppt/notesMasters/notesMaster1.xml" Id="R4268da3d59e44579"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6db90829b4c14243" /><Relationship Type="http://schemas.openxmlformats.org/officeDocument/2006/relationships/notesMaster" Target="/ppt/notesMasters/notesMaster1.xml" Id="R10115bd6119c493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e7ce8165ba1476e" /><Relationship Type="http://schemas.openxmlformats.org/officeDocument/2006/relationships/notesMaster" Target="/ppt/notesMasters/notesMaster1.xml" Id="Rb6e0b370acfb43a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e59a20973f94bc9" /><Relationship Type="http://schemas.openxmlformats.org/officeDocument/2006/relationships/notesMaster" Target="/ppt/notesMasters/notesMaster1.xml" Id="R80c4a87d0dcc462b"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fc4bfe4802d84c2c" /><Relationship Type="http://schemas.openxmlformats.org/officeDocument/2006/relationships/notesMaster" Target="/ppt/notesMasters/notesMaster1.xml" Id="R80850be1d0bf47c8"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6f41184dd594514" /><Relationship Type="http://schemas.openxmlformats.org/officeDocument/2006/relationships/notesMaster" Target="/ppt/notesMasters/notesMaster1.xml" Id="R172c263d0ba44f58"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a3824ab7b724053" /><Relationship Type="http://schemas.openxmlformats.org/officeDocument/2006/relationships/notesMaster" Target="/ppt/notesMasters/notesMaster1.xml" Id="R4f9fd6a0eeb04960"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a592631af894a5c" /><Relationship Type="http://schemas.openxmlformats.org/officeDocument/2006/relationships/notesMaster" Target="/ppt/notesMasters/notesMaster1.xml" Id="Ra7c2e700a58045cd"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e3beb6045aef4d53" /><Relationship Type="http://schemas.openxmlformats.org/officeDocument/2006/relationships/notesMaster" Target="/ppt/notesMasters/notesMaster1.xml" Id="Rd9fe38b25ab24e6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476f812aa7c4771" /><Relationship Type="http://schemas.openxmlformats.org/officeDocument/2006/relationships/notesMaster" Target="/ppt/notesMasters/notesMaster1.xml" Id="R9c2805dd784f421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97aef0ad987f4a6b" /><Relationship Type="http://schemas.openxmlformats.org/officeDocument/2006/relationships/notesMaster" Target="/ppt/notesMasters/notesMaster1.xml" Id="R5c77c31e31dd4fb0"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4b0ec74546aa4fed" /><Relationship Type="http://schemas.openxmlformats.org/officeDocument/2006/relationships/notesMaster" Target="/ppt/notesMasters/notesMaster1.xml" Id="Ra49156edb15e4617"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314e51eb5dd44ea" /><Relationship Type="http://schemas.openxmlformats.org/officeDocument/2006/relationships/notesMaster" Target="/ppt/notesMasters/notesMaster1.xml" Id="R2ba5a711a8834eb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8e83c5a660974e96" /><Relationship Type="http://schemas.openxmlformats.org/officeDocument/2006/relationships/notesMaster" Target="/ppt/notesMasters/notesMaster1.xml" Id="Rcd39657b30c54f71"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2ca586894a6147eb" /><Relationship Type="http://schemas.openxmlformats.org/officeDocument/2006/relationships/notesMaster" Target="/ppt/notesMasters/notesMaster1.xml" Id="R05d72601d3da4843"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1d4b98d0f2854604" /><Relationship Type="http://schemas.openxmlformats.org/officeDocument/2006/relationships/notesMaster" Target="/ppt/notesMasters/notesMaster1.xml" Id="Re302f6d0bbf144db"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9612fafe55e4f58" /><Relationship Type="http://schemas.openxmlformats.org/officeDocument/2006/relationships/notesMaster" Target="/ppt/notesMasters/notesMaster1.xml" Id="R725afe62d2ad4ad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d85bde7b73e04268" /><Relationship Type="http://schemas.openxmlformats.org/officeDocument/2006/relationships/notesMaster" Target="/ppt/notesMasters/notesMaster1.xml" Id="Ra67eb15d62104322"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8289695768974b33" /><Relationship Type="http://schemas.openxmlformats.org/officeDocument/2006/relationships/notesMaster" Target="/ppt/notesMasters/notesMaster1.xml" Id="R444e7fa2a0df4be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9a6fd75399944a9f" /><Relationship Type="http://schemas.openxmlformats.org/officeDocument/2006/relationships/notesMaster" Target="/ppt/notesMasters/notesMaster1.xml" Id="R55dd017959f84b3c"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df3ddc8dc124445a" /><Relationship Type="http://schemas.openxmlformats.org/officeDocument/2006/relationships/notesMaster" Target="/ppt/notesMasters/notesMaster1.xml" Id="R979c5818d566490f"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31378405997a4f89" /><Relationship Type="http://schemas.openxmlformats.org/officeDocument/2006/relationships/notesMaster" Target="/ppt/notesMasters/notesMaster1.xml" Id="Rd6985db4336c4477"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99f806bfad604077" /><Relationship Type="http://schemas.openxmlformats.org/officeDocument/2006/relationships/notesMaster" Target="/ppt/notesMasters/notesMaster1.xml" Id="R13724e45bb394e24"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f7b54457efc74e44" /><Relationship Type="http://schemas.openxmlformats.org/officeDocument/2006/relationships/notesMaster" Target="/ppt/notesMasters/notesMaster1.xml" Id="Recc8e96adc384ffa"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86dda8cdd0f64c99" /><Relationship Type="http://schemas.openxmlformats.org/officeDocument/2006/relationships/notesMaster" Target="/ppt/notesMasters/notesMaster1.xml" Id="Ra08e8b7d2b524eef"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65a30cb8ca684927" /><Relationship Type="http://schemas.openxmlformats.org/officeDocument/2006/relationships/notesMaster" Target="/ppt/notesMasters/notesMaster1.xml" Id="Ra03fda1ce20441fd"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61a5f6591774c44" /><Relationship Type="http://schemas.openxmlformats.org/officeDocument/2006/relationships/notesMaster" Target="/ppt/notesMasters/notesMaster1.xml" Id="R8ebfffc3477f4e7f"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3d8315b386844e95" /><Relationship Type="http://schemas.openxmlformats.org/officeDocument/2006/relationships/notesMaster" Target="/ppt/notesMasters/notesMaster1.xml" Id="R5fe83b9feb9d45ec"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4233379d7a7148d2" /><Relationship Type="http://schemas.openxmlformats.org/officeDocument/2006/relationships/notesMaster" Target="/ppt/notesMasters/notesMaster1.xml" Id="R40fe3ba2b35343e8"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457144ffd71c4f5e" /><Relationship Type="http://schemas.openxmlformats.org/officeDocument/2006/relationships/notesMaster" Target="/ppt/notesMasters/notesMaster1.xml" Id="R36d2867e59ca493d"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f9833013a6bc40a5" /><Relationship Type="http://schemas.openxmlformats.org/officeDocument/2006/relationships/notesMaster" Target="/ppt/notesMasters/notesMaster1.xml" Id="R89de4f75905c42c7"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8e2d49f551544071" /><Relationship Type="http://schemas.openxmlformats.org/officeDocument/2006/relationships/notesMaster" Target="/ppt/notesMasters/notesMaster1.xml" Id="Re86addc0af6e4bd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1e17981262c841b9" /><Relationship Type="http://schemas.openxmlformats.org/officeDocument/2006/relationships/notesMaster" Target="/ppt/notesMasters/notesMaster1.xml" Id="R91470ed1b1c64f74"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8c72a50a0b074995" /><Relationship Type="http://schemas.openxmlformats.org/officeDocument/2006/relationships/notesMaster" Target="/ppt/notesMasters/notesMaster1.xml" Id="R37a64ed35a5049f2"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c366cd5682a540dc" /><Relationship Type="http://schemas.openxmlformats.org/officeDocument/2006/relationships/notesMaster" Target="/ppt/notesMasters/notesMaster1.xml" Id="Rb714c40d389c48d9"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a995235bce1a4e76" /><Relationship Type="http://schemas.openxmlformats.org/officeDocument/2006/relationships/notesMaster" Target="/ppt/notesMasters/notesMaster1.xml" Id="Rad750bf186584c9b"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04227741e22b4137" /><Relationship Type="http://schemas.openxmlformats.org/officeDocument/2006/relationships/notesMaster" Target="/ppt/notesMasters/notesMaster1.xml" Id="Rb4e1cf3b2216452e"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9b560a05b0774acc" /><Relationship Type="http://schemas.openxmlformats.org/officeDocument/2006/relationships/notesMaster" Target="/ppt/notesMasters/notesMaster1.xml" Id="Rca2c31934b00468f"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15c8aa94df8a4eaa" /><Relationship Type="http://schemas.openxmlformats.org/officeDocument/2006/relationships/notesMaster" Target="/ppt/notesMasters/notesMaster1.xml" Id="R716f971b870f4798"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6422637a3b8742e9" /><Relationship Type="http://schemas.openxmlformats.org/officeDocument/2006/relationships/notesMaster" Target="/ppt/notesMasters/notesMaster1.xml" Id="Rf61fb11035264352"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0a889f3d0d514276" /><Relationship Type="http://schemas.openxmlformats.org/officeDocument/2006/relationships/notesMaster" Target="/ppt/notesMasters/notesMaster1.xml" Id="R3a2a885c62e84c65"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d8b8c8bb614848f3" /><Relationship Type="http://schemas.openxmlformats.org/officeDocument/2006/relationships/notesMaster" Target="/ppt/notesMasters/notesMaster1.xml" Id="R2258146cbc224a7b"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3b9b00dff82046a4" /><Relationship Type="http://schemas.openxmlformats.org/officeDocument/2006/relationships/notesMaster" Target="/ppt/notesMasters/notesMaster1.xml" Id="Rbf12c3ac2cea4477"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2fba0f50464e495e" /><Relationship Type="http://schemas.openxmlformats.org/officeDocument/2006/relationships/notesMaster" Target="/ppt/notesMasters/notesMaster1.xml" Id="R1a65971ee44e4631"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b72f5386c9b841ef" /><Relationship Type="http://schemas.openxmlformats.org/officeDocument/2006/relationships/notesMaster" Target="/ppt/notesMasters/notesMaster1.xml" Id="R57bbef7016654b62"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6b49cdec7b5e4e9b" /><Relationship Type="http://schemas.openxmlformats.org/officeDocument/2006/relationships/notesMaster" Target="/ppt/notesMasters/notesMaster1.xml" Id="R7c2c6f2353d9415b"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2f75b30f63bf4bac" /><Relationship Type="http://schemas.openxmlformats.org/officeDocument/2006/relationships/notesMaster" Target="/ppt/notesMasters/notesMaster1.xml" Id="R8c9ec4e4e61b42ec"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194142d2eb1041d1" /><Relationship Type="http://schemas.openxmlformats.org/officeDocument/2006/relationships/notesMaster" Target="/ppt/notesMasters/notesMaster1.xml" Id="Re7fd4de570bc4d74"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7c2924edd94347b5" /><Relationship Type="http://schemas.openxmlformats.org/officeDocument/2006/relationships/notesMaster" Target="/ppt/notesMasters/notesMaster1.xml" Id="R415dbe8a68c4451c"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b8e017c745df4550" /><Relationship Type="http://schemas.openxmlformats.org/officeDocument/2006/relationships/notesMaster" Target="/ppt/notesMasters/notesMaster1.xml" Id="Re878d11db4064af8"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af2556a7dd9142b3" /><Relationship Type="http://schemas.openxmlformats.org/officeDocument/2006/relationships/notesMaster" Target="/ppt/notesMasters/notesMaster1.xml" Id="R5fd3ac42b22b4d76"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4f8224de31864d7d" /><Relationship Type="http://schemas.openxmlformats.org/officeDocument/2006/relationships/notesMaster" Target="/ppt/notesMasters/notesMaster1.xml" Id="Rd98e76b1caa047e6"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de3f8d7b9f354b6b" /><Relationship Type="http://schemas.openxmlformats.org/officeDocument/2006/relationships/notesMaster" Target="/ppt/notesMasters/notesMaster1.xml" Id="R8f2ded413da14a60"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4bd4192b8b1440e0" /><Relationship Type="http://schemas.openxmlformats.org/officeDocument/2006/relationships/notesMaster" Target="/ppt/notesMasters/notesMaster1.xml" Id="R6a36eec08077444a"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170116ebf48c481b" /><Relationship Type="http://schemas.openxmlformats.org/officeDocument/2006/relationships/notesMaster" Target="/ppt/notesMasters/notesMaster1.xml" Id="R31c4d23a84de4910"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99ce61f2c9a6454a" /><Relationship Type="http://schemas.openxmlformats.org/officeDocument/2006/relationships/notesMaster" Target="/ppt/notesMasters/notesMaster1.xml" Id="Rbb89f33312a348e0"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1ad040caf78042a4" /><Relationship Type="http://schemas.openxmlformats.org/officeDocument/2006/relationships/notesMaster" Target="/ppt/notesMasters/notesMaster1.xml" Id="Raa5b905701234057"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14156521301d4387" /><Relationship Type="http://schemas.openxmlformats.org/officeDocument/2006/relationships/notesMaster" Target="/ppt/notesMasters/notesMaster1.xml" Id="R3a0bc4397b184f11"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5db2430c1e894132" /><Relationship Type="http://schemas.openxmlformats.org/officeDocument/2006/relationships/notesMaster" Target="/ppt/notesMasters/notesMaster1.xml" Id="Re6cf85ffb9474c05"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6e9d442e814a411f" /><Relationship Type="http://schemas.openxmlformats.org/officeDocument/2006/relationships/notesMaster" Target="/ppt/notesMasters/notesMaster1.xml" Id="R74db27ea1c7f4100"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c46c8187ac8d4feb" /><Relationship Type="http://schemas.openxmlformats.org/officeDocument/2006/relationships/notesMaster" Target="/ppt/notesMasters/notesMaster1.xml" Id="R10864e5579bf44ba"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45f3276fd45349c9" /><Relationship Type="http://schemas.openxmlformats.org/officeDocument/2006/relationships/notesMaster" Target="/ppt/notesMasters/notesMaster1.xml" Id="R8d46cfa6ffc14f80"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29a9227d8f5d4398" /><Relationship Type="http://schemas.openxmlformats.org/officeDocument/2006/relationships/notesMaster" Target="/ppt/notesMasters/notesMaster1.xml" Id="R05ea12872302489a"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d88156b965be42dd" /><Relationship Type="http://schemas.openxmlformats.org/officeDocument/2006/relationships/notesMaster" Target="/ppt/notesMasters/notesMaster1.xml" Id="R0bfc61300a96410d"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5493894d896345f7" /><Relationship Type="http://schemas.openxmlformats.org/officeDocument/2006/relationships/notesMaster" Target="/ppt/notesMasters/notesMaster1.xml" Id="Re00c0e9324714981"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52d71148141743f5" /><Relationship Type="http://schemas.openxmlformats.org/officeDocument/2006/relationships/notesMaster" Target="/ppt/notesMasters/notesMaster1.xml" Id="R170e59df0829494a"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de83844a8d8e40e1" /><Relationship Type="http://schemas.openxmlformats.org/officeDocument/2006/relationships/notesMaster" Target="/ppt/notesMasters/notesMaster1.xml" Id="R4e4bd3b00a594653"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e01c0427a6a24587" /><Relationship Type="http://schemas.openxmlformats.org/officeDocument/2006/relationships/notesMaster" Target="/ppt/notesMasters/notesMaster1.xml" Id="R43de3e2cb2f54b3d" /></Relationships>
</file>

<file path=ppt/notesSlides/_rels/notesSlide102.xml.rels>&#65279;<?xml version="1.0" encoding="utf-8"?><Relationships xmlns="http://schemas.openxmlformats.org/package/2006/relationships"><Relationship Type="http://schemas.openxmlformats.org/officeDocument/2006/relationships/slide" Target="/ppt/slides/slide102.xml" Id="R8b5ddf39fb754b6d" /><Relationship Type="http://schemas.openxmlformats.org/officeDocument/2006/relationships/notesMaster" Target="/ppt/notesMasters/notesMaster1.xml" Id="R3414a6ec1ddc4a0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처음 시작하기 · 웹 대시보드</a:t>
            </a:r>
          </a:p>
          <a:p xmlns:a="http://schemas.openxmlformats.org/drawingml/2006/main">
            <a:r>
              <a:t/>
            </a:r>
          </a:p>
          <a:p xmlns:a="http://schemas.openxmlformats.org/drawingml/2006/main">
            <a:r>
              <a:t>1. ZIP을 일반 폴더에 풀고 examples/course의 data·work·code 위치를 유지합니다. 배포 ZIP은 course 폴더부터 열 수 있습니다.</a:t>
            </a:r>
          </a:p>
          <a:p xmlns:a="http://schemas.openxmlformats.org/drawingml/2006/main">
            <a:r>
              <a:t>2. [교안](lesson.md)에서 개념을 읽고 [실습지](practice-guide.md)의 A01부터 진행합니다.</a:t>
            </a:r>
          </a:p>
          <a:p xmlns:a="http://schemas.openxmlformats.org/drawingml/2006/main">
            <a:r>
              <a:t>3. work 파일만 수정하고 원본은 보존합니다. 같은 파일을 저장·다시 열어 확인합니다.</a:t>
            </a:r>
          </a:p>
          <a:p xmlns:a="http://schemas.openxmlformats.org/drawingml/2006/main">
            <a:r>
              <a:t>4. 개인 실행을 못 했으면 예상과 강사 실행 결과를 대조하고 확인 방법을 정확히 적습니다.</a:t>
            </a:r>
          </a:p>
          <a:p xmlns:a="http://schemas.openxmlformats.org/drawingml/2006/main">
            <a:r>
              <a:t/>
            </a:r>
          </a:p>
          <a:p xmlns:a="http://schemas.openxmlformats.org/drawingml/2006/main">
            <a:r>
              <a:t>실행 준비</a:t>
            </a:r>
          </a:p>
          <a:p xmlns:a="http://schemas.openxmlformats.org/drawingml/2006/main">
            <a:r>
              <a:t/>
            </a:r>
          </a:p>
          <a:p xmlns:a="http://schemas.openxmlformats.org/drawingml/2006/main">
            <a:r>
              <a:t>브라우저와 텍스트 편집기가 기본입니다. Python 명령의 현재 폴더는 압축을 푼 course입니다. Windows에서 python 대신 py만 있으면 강사의 확인 아래 py -3로 대체합니다.</a:t>
            </a:r>
          </a:p>
          <a:p xmlns:a="http://schemas.openxmlformats.org/drawingml/2006/main">
            <a:r>
              <a:t/>
            </a:r>
          </a:p>
          <a:p xmlns:a="http://schemas.openxmlformats.org/drawingml/2006/main">
            <a:r>
              <a:t>```text</a:t>
            </a:r>
          </a:p>
          <a:p xmlns:a="http://schemas.openxmlformats.org/drawingml/2006/main">
            <a:r>
              <a:t>python code/server.py</a:t>
            </a:r>
          </a:p>
          <a:p xmlns:a="http://schemas.openxmlformats.org/drawingml/2006/main">
            <a:r>
              <a:t>서버 창은 유지하고 다른 터미널에서 실행</a:t>
            </a:r>
          </a:p>
          <a:p xmlns:a="http://schemas.openxmlformats.org/drawingml/2006/main">
            <a:r>
              <a:t>python code/send_sample.py</a:t>
            </a:r>
          </a:p>
          <a:p xmlns:a="http://schemas.openxmlformats.org/drawingml/2006/main">
            <a:r>
              <a:t>```</a:t>
            </a:r>
          </a:p>
          <a:p xmlns:a="http://schemas.openxmlformats.org/drawingml/2006/main">
            <a:r>
              <a:t/>
            </a:r>
          </a:p>
          <a:p xmlns:a="http://schemas.openxmlformats.org/drawingml/2006/main">
            <a:r>
              <a:t>실행하지 못하면 파일 경로·명령·오류 문구를 기록해 도움을 요청합니다. 코드 상자를 보는 것은 Python 실행이 아닙니다.</a:t>
            </a:r>
          </a:p>
          <a:p xmlns:a="http://schemas.openxmlformats.org/drawingml/2006/main">
            <a:r>
              <a:t/>
            </a:r>
          </a:p>
          <a:p xmlns:a="http://schemas.openxmlformats.org/drawingml/2006/main">
            <a:r>
              <a:t>기본 화면은 고정 fixture와 고정 확인시각을 사용하는 모의 경로입니다. 로컬 API는 별도 실행하며 메모리에만 저장합니다. 실물ESP32·센서·외부망·인증·지속저장·공개배포는 검증 범위가 아닙니다.</a:t>
            </a:r>
          </a:p>
          <a:p xmlns:a="http://schemas.openxmlformats.org/drawingml/2006/main">
            <a:r>
              <a:t/>
            </a:r>
          </a:p>
          <a:p xmlns:a="http://schemas.openxmlformats.org/drawingml/2006/main">
            <a:r>
              <a:t/>
            </a:r>
          </a:p>
          <a:p xmlns:a="http://schemas.openxmlformats.org/drawingml/2006/main">
            <a:r>
              <a:t>수업 전, 이 세 가지부터 확인하세요</a:t>
            </a:r>
          </a:p>
          <a:p xmlns:a="http://schemas.openxmlformats.org/drawingml/2006/main">
            <a:r>
              <a:t/>
            </a:r>
          </a:p>
          <a:p xmlns:a="http://schemas.openxmlformats.org/drawingml/2006/main">
            <a:r>
              <a:t>앞선 수업을 기억하지 못해도 아래 질문과 풀이부터 다시 읽으면 됩니다. 먼저 자기 말로 답한 뒤 풀이와 비교하세요.</a:t>
            </a:r>
          </a:p>
          <a:p xmlns:a="http://schemas.openxmlformats.org/drawingml/2006/main">
            <a:r>
              <a:t/>
            </a:r>
          </a:p>
          <a:p xmlns:a="http://schemas.openxmlformats.org/drawingml/2006/main">
            <a:r>
              <a:t>기록과 화면</a:t>
            </a:r>
          </a:p>
          <a:p xmlns:a="http://schemas.openxmlformats.org/drawingml/2006/main">
            <a:r>
              <a:t/>
            </a:r>
          </a:p>
          <a:p xmlns:a="http://schemas.openxmlformats.org/drawingml/2006/main">
            <a:r>
              <a:t>질문: 카드에 28.0이 보이면 지금 온도가 반드시 28.0인가요?</a:t>
            </a:r>
          </a:p>
          <a:p xmlns:a="http://schemas.openxmlformats.org/drawingml/2006/main">
            <a:r>
              <a:t/>
            </a:r>
          </a:p>
          <a:p xmlns:a="http://schemas.openxmlformats.org/drawingml/2006/main">
            <a:r>
              <a:t>풀이: 그 값의 측정 시각과 수신 시각을 함께 확인해야 합니다. 과거 값이 화면에 남아 있을 수 있습니다.</a:t>
            </a:r>
          </a:p>
          <a:p xmlns:a="http://schemas.openxmlformats.org/drawingml/2006/main">
            <a:r>
              <a:t/>
            </a:r>
          </a:p>
          <a:p xmlns:a="http://schemas.openxmlformats.org/drawingml/2006/main">
            <a:r>
              <a:t>대표값</a:t>
            </a:r>
          </a:p>
          <a:p xmlns:a="http://schemas.openxmlformats.org/drawingml/2006/main">
            <a:r>
              <a:t/>
            </a:r>
          </a:p>
          <a:p xmlns:a="http://schemas.openxmlformats.org/drawingml/2006/main">
            <a:r>
              <a:t>질문: 최신값과 평균은 같은 뜻인가요?</a:t>
            </a:r>
          </a:p>
          <a:p xmlns:a="http://schemas.openxmlformats.org/drawingml/2006/main">
            <a:r>
              <a:t/>
            </a:r>
          </a:p>
          <a:p xmlns:a="http://schemas.openxmlformats.org/drawingml/2006/main">
            <a:r>
              <a:t>풀이: 최신값은 정해진 순서에서 마지막 유효 기록, 평균은 선택 범위의 유효 숫자 합을 개수로 나눈 값입니다.</a:t>
            </a:r>
          </a:p>
          <a:p xmlns:a="http://schemas.openxmlformats.org/drawingml/2006/main">
            <a:r>
              <a:t/>
            </a:r>
          </a:p>
          <a:p xmlns:a="http://schemas.openxmlformats.org/drawingml/2006/main">
            <a:r>
              <a:t>실패 표시</a:t>
            </a:r>
          </a:p>
          <a:p xmlns:a="http://schemas.openxmlformats.org/drawingml/2006/main">
            <a:r>
              <a:t/>
            </a:r>
          </a:p>
          <a:p xmlns:a="http://schemas.openxmlformats.org/drawingml/2006/main">
            <a:r>
              <a:t>질문: 통신 실패를 0도로 보여 주면 괜찮나요?</a:t>
            </a:r>
          </a:p>
          <a:p xmlns:a="http://schemas.openxmlformats.org/drawingml/2006/main">
            <a:r>
              <a:t/>
            </a:r>
          </a:p>
          <a:p xmlns:a="http://schemas.openxmlformats.org/drawingml/2006/main">
            <a:r>
              <a:t>풀이: 실제 0도와 구별되지 않습니다. 마지막 값, 갱신 시각, 실패 상태를 나눠 표시합니다.</a:t>
            </a:r>
          </a:p>
          <a:p xmlns:a="http://schemas.openxmlformats.org/drawingml/2006/main">
            <a:r>
              <a:t/>
            </a:r>
          </a:p>
          <a:p xmlns:a="http://schemas.openxmlformats.org/drawingml/2006/main">
            <a:r>
              <a:t>오늘의 수업과 복습을 나누는 방법</a:t>
            </a:r>
          </a:p>
          <a:p xmlns:a="http://schemas.openxmlformats.org/drawingml/2006/main">
            <a:r>
              <a:t/>
            </a:r>
          </a:p>
          <a:p xmlns:a="http://schemas.openxmlformats.org/drawingml/2006/main">
            <a:r>
              <a:t>수업은 10:00~10:50, 11:00~11:50, 13:00~13:50, 14:00~14:50, 15:00~15:50, 16:00~16:50입니다. 중식은 11:50~13:00이며 수업 사이에는 10분 쉽니다. 마지막 16:50~17:00은 휴식과 저장·퇴실 준비로 배치했습니다.</a:t>
            </a:r>
          </a:p>
          <a:p xmlns:a="http://schemas.openxmlformats.org/drawingml/2006/main">
            <a:r>
              <a:t/>
            </a:r>
          </a:p>
          <a:p xmlns:a="http://schemas.openxmlformats.org/drawingml/2006/main">
            <a:r>
              <a:t>| 교시 | 수업에서 먼저 확인할 활동 | 추가·복습 |</a:t>
            </a:r>
          </a:p>
          <a:p xmlns:a="http://schemas.openxmlformats.org/drawingml/2006/main">
            <a:r>
              <a:t>|---|---|---|</a:t>
            </a:r>
          </a:p>
          <a:p xmlns:a="http://schemas.openxmlformats.org/drawingml/2006/main">
            <a:r>
              <a:t>| 1 | A01, A02, A03 | 새 입력으로 한 번 더 확인 |</a:t>
            </a:r>
          </a:p>
          <a:p xmlns:a="http://schemas.openxmlformats.org/drawingml/2006/main">
            <a:r>
              <a:t>| 2 | A04, A05, A06 | 새 입력으로 한 번 더 확인 |</a:t>
            </a:r>
          </a:p>
          <a:p xmlns:a="http://schemas.openxmlformats.org/drawingml/2006/main">
            <a:r>
              <a:t>| 3 | A07, A08, A09 | 새 입력으로 한 번 더 확인 |</a:t>
            </a:r>
          </a:p>
          <a:p xmlns:a="http://schemas.openxmlformats.org/drawingml/2006/main">
            <a:r>
              <a:t>| 4 | A10, A11, A12 | 새 입력으로 한 번 더 확인 |</a:t>
            </a:r>
          </a:p>
          <a:p xmlns:a="http://schemas.openxmlformats.org/drawingml/2006/main">
            <a:r>
              <a:t>| 5 | A13, A14, A15 | 새 입력으로 한 번 더 확인 |</a:t>
            </a:r>
          </a:p>
          <a:p xmlns:a="http://schemas.openxmlformats.org/drawingml/2006/main">
            <a:r>
              <a:t>| 6 | A16, A17, A18 | 새 입력으로 한 번 더 확인 |</a:t>
            </a:r>
          </a:p>
          <a:p xmlns:a="http://schemas.openxmlformats.org/drawingml/2006/main">
            <a:r>
              <a:t/>
            </a:r>
          </a:p>
          <a:p xmlns:a="http://schemas.openxmlformats.org/drawingml/2006/main">
            <a:r>
              <a:t>교안의 쉬운 사례와 단계별 풀이를 먼저 읽고 필수 결과를 직접 만들어 봅니다. 새 독립 문제는 결과를 확인한 뒤 복습하거나 도전합니다. 모든 페이지를 같은 시간에 끝내라는 뜻은 아닙니다. 설치가 막혔을 때는 제공 출력과 수동 추적으로 개념을 확인하고, 직접 실행했는지는 따로 적습</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ZIP은 일반 폴더에 풀고 data·code·work 구조를 유지한다. data는 입력,code는 참고,work는 학생 복사본이다. 에디터는 파일 작성·저장,터미널은명령실행창이다. 저장만누르면실행되지는않는다. 파일이름과확장자를확인한뒤현재폴더에서명령을실행한다. 개인실행이막히면오류문구와경로를남기고강사결과또는제공출력과예상을대조한다.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docs/schedule.md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
            </a:r>
          </a:p>
          <a:p xmlns:a="http://schemas.openxmlformats.org/drawingml/2006/main">
            <a:r>
              <a:t>자료 위치: docs/schedule.md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최신 운영은 50분×6교시, 순수 수업300분, 중식11:50~13:00이다. 슬라이드 수를 모두 완수시간으로 해석하지 않는다. 필수 경로를 먼저 진행하고 추가·복습은 선택한다. 실제 학습자 수행시간과 하드웨어 현장 검증은 미수행이다.</a:t>
            </a:r>
          </a:p>
          <a:p xmlns:a="http://schemas.openxmlformats.org/drawingml/2006/main">
            <a:r>
              <a:t>설치·계정·장비문제는학습성취와분리한다. 개인실행·강사실행관찰·제공출력비교·수동추적중어느방법으로확인했는지기록한다.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1교시 필수 개념 보충 · 사용자의 질문에서 관찰 단위와 상태 정하기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시설 점검 담당자는 창고가 지금 더운지 알고 싶습니다. 화면에 온도 숫자만 크게 놓으면 어느 센서의 언제 값인지 알 수 없습니다. 대시보드는 사용자의 판단에 필요한 기록을 모아 보여 주는 화면입니다. 먼저 사용자와 질문을 정하고 그 질문에 필요한 필드를 연결합니다. 값, 단위, 장소, 측정 시각, 상태가 함께 있어야 오래된 온도를 현재 상태처럼 읽지 않습니다.</a:t>
            </a:r>
          </a:p>
          <a:p xmlns:a="http://schemas.openxmlformats.org/drawingml/2006/main">
            <a:r>
              <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확인 10:10:00, 측정 10:09:00, 온도 28, active=true인 새 행의 상태를 판단하세요. active=false와 온도 null이 동시에 있는 행의 상태도 우선순위로 설명하세요.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첫 행은 정확히 60초라 오래됨이 아니고 주의입니다. 둘째는 미측정이 먼저입니다. 60초 이상이라는 답은 코드의 초과 조건을 잘못 읽은 것이며 null을 0으로 바꾼 답은 누락의 의미를 없앴습니다.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한 행의 의미는? → 한 센서의 한 시점 관찰입니다.</a:t>
            </a:r>
          </a:p>
          <a:p xmlns:a="http://schemas.openxmlformats.org/drawingml/2006/main">
            <a:r>
              <a:t>2. 파일 마지막 행이 최신인가요? → 측정 시각을 비교합니다.</a:t>
            </a:r>
          </a:p>
          <a:p xmlns:a="http://schemas.openxmlformats.org/drawingml/2006/main">
            <a:r>
              <a:t>3. 29℃라도 오래됨인 이유는? → 우선순위와 시간차 조건 때문입니다.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어느 장소의 온도인가요?</a:t>
            </a:r>
          </a:p>
          <a:p xmlns:a="http://schemas.openxmlformats.org/drawingml/2006/main">
            <a:r>
              <a:t>언제 측정했고 지금 유효한가요?</a:t>
            </a:r>
          </a:p>
          <a:p xmlns:a="http://schemas.openxmlformats.org/drawingml/2006/main">
            <a:r>
              <a:t>시설 점검 담당자는 창고가 지금 더운지 알고 싶습니다. 화면에 온도 숫자만 크게 놓으면 어느 센서의 언제 값인지 알 수 없습니다. 대시보드는 사용자의 판단에 필요한 기록을 모아 보여 주는 화면입니다. 먼저 사용자와 질문을 정하고 그 질문에 필요한 필드를 연결합니다. 값, 단위, 장소, 측정 시각, 상태가 함께 있어야 오래된 온도를 현재 상태처럼 읽지 않습니다.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S01의 기록 두 건 ≠ 센서 두 개</a:t>
            </a:r>
          </a:p>
          <a:p xmlns:a="http://schemas.openxmlformats.org/drawingml/2006/main">
            <a:r>
              <a:t>관찰 수와 장치 수를 나눕니다.</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S01: 10:09:50의 22.5 · 10:10:00의 22.8</a:t>
            </a:r>
          </a:p>
          <a:p xmlns:a="http://schemas.openxmlformats.org/drawingml/2006/main">
            <a:r>
              <a:t>최신값은 22.8입니다.</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0: 유효한 온도 · null: 미측정</a:t>
            </a:r>
          </a:p>
          <a:p xmlns:a="http://schemas.openxmlformats.org/drawingml/2006/main">
            <a:r>
              <a:t>false: 장치 작동 상태의 값</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입력 오류 → 미측정 → 정지</a:t>
            </a:r>
          </a:p>
          <a:p xmlns:a="http://schemas.openxmlformats.org/drawingml/2006/main">
            <a:r>
              <a:t>오래됨 → 주의 또는 정상</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60초 초과: 오래됨 · 28℃ 이상: 주의</a:t>
            </a:r>
          </a:p>
          <a:p xmlns:a="http://schemas.openxmlformats.org/drawingml/2006/main">
            <a:r>
              <a:t>실제 장비 안전 한계가 아닌 수업용 규칙입니다.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정확히 60초는 오래됨이 아닙니다.</a:t>
            </a:r>
          </a:p>
          <a:p xmlns:a="http://schemas.openxmlformats.org/drawingml/2006/main">
            <a:r>
              <a:t>null이면서 false이면 미측정이 먼저입니다.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10:10:00에 확인합니다.</a:t>
            </a:r>
          </a:p>
          <a:p xmlns:a="http://schemas.openxmlformats.org/drawingml/2006/main">
            <a:r>
              <a:t>10:09:00 측정 · 28℃ · active=true</a:t>
            </a:r>
          </a:p>
          <a:p xmlns:a="http://schemas.openxmlformats.org/drawingml/2006/main">
            <a:r>
              <a:t>표시 상태는 무엇인가요?</a:t>
            </a:r>
          </a:p>
          <a:p xmlns:a="http://schemas.openxmlformats.org/drawingml/2006/main">
            <a:r>
              <a:t>복습 문제: 확인 10:10:00, 측정 10:09:00, 온도 28, active=true인 새 행의 상태를 판단하세요. active=false와 온도 null이 동시에 있는 행의 상태도 우선순위로 설명하세요.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주의입니다.</a:t>
            </a:r>
          </a:p>
          <a:p xmlns:a="http://schemas.openxmlformats.org/drawingml/2006/main">
            <a:r>
              <a:t>시간차는 정확히 60초입니다.</a:t>
            </a:r>
          </a:p>
          <a:p xmlns:a="http://schemas.openxmlformats.org/drawingml/2006/main">
            <a:r>
              <a:t>오래됨의 조건은 60초 초과입니다.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측정 시각을 10:08:59로 바꿉니다.</a:t>
            </a:r>
          </a:p>
          <a:p xmlns:a="http://schemas.openxmlformats.org/drawingml/2006/main">
            <a:r>
              <a:t>61초가 되어 오래됨입니다.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화면 초점:</a:t>
            </a:r>
          </a:p>
          <a:p xmlns:a="http://schemas.openxmlformats.org/drawingml/2006/main">
            <a:r>
              <a:t>파일 끝의 행을 무조건 최신으로 쓰지 않습니다.</a:t>
            </a:r>
          </a:p>
          <a:p xmlns:a="http://schemas.openxmlformats.org/drawingml/2006/main">
            <a:r>
              <a:t>센서 ID와 measured_at을 함께 비교합니다.</a:t>
            </a:r>
          </a:p>
          <a:p xmlns:a="http://schemas.openxmlformats.org/drawingml/2006/main">
            <a:r>
              <a:t>한 행은 한 센서의 한 시점 관찰입니다. S01의 10:09 기록 22.5와 10:10 기록 22.8은 센서 두 개가 아니라 같은 센서의 관찰 두 건입니다. 센서별 최신 기록은 measured_at이 큰 행을 선택합니다. 늦게 도착한 과거 행이 파일 끝에 있어도 최신이 되지 않습니다. 최신값 표와 이력 표는 서로 다른 업무 질문에 답합니다.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최신값과 이력의 차이를 설명합니다.</a:t>
            </a:r>
          </a:p>
          <a:p xmlns:a="http://schemas.openxmlformats.org/drawingml/2006/main">
            <a:r>
              <a:t>상태 문구의 판단 근거를 한 가지씩 말합니다.</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outputs/2026-10-29/assessment.md</a:t>
            </a:r>
          </a:p>
          <a:p xmlns:a="http://schemas.openxmlformats.org/drawingml/2006/main">
            <a:r>
              <a:t>화면 초점:</a:t>
            </a:r>
          </a:p>
          <a:p xmlns:a="http://schemas.openxmlformats.org/drawingml/2006/main">
            <a:r>
              <a:t>추가·복습: 최신값이 29℃인데 오래됨</a:t>
            </a:r>
          </a:p>
          <a:p xmlns:a="http://schemas.openxmlformats.org/drawingml/2006/main">
            <a:r>
              <a:t>주의보다 오래됨이 먼저인 이유를 쓰세요.</a:t>
            </a:r>
          </a:p>
          <a:p xmlns:a="http://schemas.openxmlformats.org/drawingml/2006/main">
            <a:r>
              <a:t>완성 판정 예는 확인 시각 10:10:00, 측정 시각 10:08:59, 온도 29, active=true입니다. 시간차는 61초이므로 오래됨입니다. 29가 주의 기준을 넘더라도 현재 코드의 우선순위에서 오래됨이 먼저입니다. 입력 오류 → 미측정 → 정지 → 오래됨 → 주의 또는 정상 순서로 첫 조건을 표시합니다. 정확히 60초는 오래됨이 아니며, 숫자 0은 유효 온도, null은 미측정, false는 작동 상태의 값입니다. 미래 시각은 입력 오류입니다. 이 규칙은 교육용 화면 약속이며 실제 설비의 안전 경계를 정한 문서가 아닙니다. 화면 문구 옆에 측정 시각과 확인 기준도 표시하면 판단 근거를 다시 읽을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확인 10:00:00·측정 09:58:59·온도 29·active=true의 상태와 최신 선택 근거를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61초라 오래됨입니다. 최신은 센서별 measured_at 비교로 선택하며 파일 마지막 줄과 다를 수 있습니다.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2교시 필수 개념 보충 · 브라우저와 HTTP 서버가 하는 일</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동료가 index.html을 열었는데 API 버튼에서 실패가 났습니다. 화면 파일이 열렸다고 API 서버까지 켜진 것은 아닙니다. 브라우저는 HTML, CSS, JavaScript를 읽어 화면을 만들고, 서버는 주소로 온 요청을 받아 응답하는 별도 프로그램입니다. 같은 PC 안에서도 두 역할과 실행 위치를 나눠 이해해야 합니다.</a:t>
            </a:r>
          </a:p>
          <a:p xmlns:a="http://schemas.openxmlformats.org/drawingml/2006/main">
            <a:r>
              <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HTML은 보이는데 API 읽기만 실패합니다. 확인할 프로그램, 주소, 포트, 터미널 상태를 순서대로 작성하세요. python -m http.server만 켜면 POST 추가가 되는지도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server.py 실행 여부와 주소의 127.0.0.1:8780을 먼저 확인하고 종료·오류 로그를 봅니다. 기본 정적 서버는 제공 API 추가 동작을 구현하지 않습니다. 화면 표시 성공과 API 수신 성공을 같은 증거로 쓰면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서버를 켠 창은 닫아도 되나요? → 수신 중에는 유지합니다.</a:t>
            </a:r>
          </a:p>
          <a:p xmlns:a="http://schemas.openxmlformats.org/drawingml/2006/main">
            <a:r>
              <a:t>2. 127.0.0.1의 범위는? → 현재 PC입니다.</a:t>
            </a:r>
          </a:p>
          <a:p xmlns:a="http://schemas.openxmlformats.org/drawingml/2006/main">
            <a:r>
              <a:t>3. 현재 서버는 영구 저장인가요? → 메모리 저장입니다.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브라우저는 HTML·CSS·JavaScript를 읽습니다.</a:t>
            </a:r>
          </a:p>
          <a:p xmlns:a="http://schemas.openxmlformats.org/drawingml/2006/main">
            <a:r>
              <a:t>서버는 요청을 받고 응답합니다.</a:t>
            </a:r>
          </a:p>
          <a:p xmlns:a="http://schemas.openxmlformats.org/drawingml/2006/main">
            <a:r>
              <a:t>동료가 index.html을 열었는데 API 버튼에서 실패가 났습니다. 화면 파일이 열렸다고 API 서버까지 켜진 것은 아닙니다. 브라우저는 HTML, CSS, JavaScript를 읽어 화면을 만들고, 서버는 주소로 온 요청을 받아 응답하는 별도 프로그램입니다. 같은 PC 안에서도 두 역할과 실행 위치를 나눠 이해해야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fixture.js의 가상 자료를 화면에 표시합니다.</a:t>
            </a:r>
          </a:p>
          <a:p xmlns:a="http://schemas.openxmlformats.org/drawingml/2006/main">
            <a:r>
              <a:t>모의 추가는 브라우저 메모리만 바꿉니다.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GET /api/readings</a:t>
            </a:r>
          </a:p>
          <a:p xmlns:a="http://schemas.openxmlformats.org/drawingml/2006/main">
            <a:r>
              <a:t>응답 200과 JSON 목록을 확인합니다.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POST /api/readings</a:t>
            </a:r>
          </a:p>
          <a:p xmlns:a="http://schemas.openxmlformats.org/drawingml/2006/main">
            <a:r>
              <a:t>내용을 검사한 뒤 201로 수락합니다.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course에서 python -X utf8 code/server.py</a:t>
            </a:r>
          </a:p>
          <a:p xmlns:a="http://schemas.openxmlformats.org/drawingml/2006/main">
            <a:r>
              <a:t>브라우저: http://127.0.0.1:8780/?source=api</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127.0.0.1: 현재 PC · 8780: 포트</a:t>
            </a:r>
          </a:p>
          <a:p xmlns:a="http://schemas.openxmlformats.org/drawingml/2006/main">
            <a:r>
              <a:t>종료는 서버 터미널에서 Ctrl+C입니다.</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urlopen은서버응답을여는함수이고timeout=5는이번클라이언트의대기한계다. with는응답자원을정리하는문장이다. json.load는응답JSON을Python객체로읽고len(rows)는관찰기록수를구한다. 서버는따로켜야하고현재초기records는5건이다. 숫자200은HTTP읽기성공이지자료가최신이거나실물측정이라는뜻은아니다.</a:t>
            </a:r>
          </a:p>
          <a:p xmlns:a="http://schemas.openxmlformats.org/drawingml/2006/main">
            <a:r>
              <a:t>최신 운영은 50분×6</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urlopen은서버응답을여는함수이고timeout=5는이번클라이언트의대기한계다. with는응답자원을정리하는문장이다. json.load는응답JSON을Python객체로읽고len(rows)는관찰기록수를구한다. 서버는따로켜야하고현재초기records는5건이다. 숫자200은HTTP읽기성공이지자료가최신이거나실물측정이라는뜻은아니다.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urlopen은서버응답을여는함수이고timeout=5는이번클라이언트의대기한계다. with는응답자원을정리하는문장이다. json.load는응답JSON을Python객체로읽고len(rows)는관찰기록수를구한다. 서버는따로켜야하고현재초기records는5건이다. 숫자200은HTTP읽기성공이지자료가최신이거나실물측정이라는뜻은아니다.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초기 응답: 200 5</a:t>
            </a:r>
          </a:p>
          <a:p xmlns:a="http://schemas.openxmlformats.org/drawingml/2006/main">
            <a:r>
              <a:t>읽기 성공 · 기록 5건</a:t>
            </a:r>
          </a:p>
          <a:p xmlns:a="http://schemas.openxmlformats.org/drawingml/2006/main">
            <a:r>
              <a:t>추가 전송 후에는 행 수가 달라집니다.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HTML은 보이는데 API만 실패합니다.</a:t>
            </a:r>
          </a:p>
          <a:p xmlns:a="http://schemas.openxmlformats.org/drawingml/2006/main">
            <a:r>
              <a:t>무엇부터 확인할까요?</a:t>
            </a:r>
          </a:p>
          <a:p xmlns:a="http://schemas.openxmlformats.org/drawingml/2006/main">
            <a:r>
              <a:t>복습 문제: HTML은 보이는데 API 읽기만 실패합니다. 확인할 프로그램, 주소, 포트, 터미널 상태를 순서대로 작성하세요. python -m http.server만 켜면 POST 추가가 되는지도 판단하세요.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server.py 실행 · 터미널 오류 · 포트를 확인합니다.</a:t>
            </a:r>
          </a:p>
          <a:p xmlns:a="http://schemas.openxmlformats.org/drawingml/2006/main">
            <a:r>
              <a:t>화면 표시 성공은 서버 실행 증거가 아닙니다.</a:t>
            </a:r>
          </a:p>
          <a:p xmlns:a="http://schemas.openxmlformats.org/drawingml/2006/main">
            <a:r>
              <a:t>server.py 실행 여부와 주소의 127.0.0.1:8780을 먼저 확인하고 종료·오류 로그를 봅니다. 기본 정적 서버는 제공 API 추가 동작을 구현하지 않습니다. 화면 표시 성공과 API 수신 성공을 같은 증거로 쓰면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서버를 Ctrl+C로 종료하고 다시 요청합니다.</a:t>
            </a:r>
          </a:p>
          <a:p xmlns:a="http://schemas.openxmlformats.org/drawingml/2006/main">
            <a:r>
              <a:t>수신 실패와 이전 값 유지를 확인합니다.</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화면 초점:</a:t>
            </a:r>
          </a:p>
          <a:p xmlns:a="http://schemas.openxmlformats.org/drawingml/2006/main">
            <a:r>
              <a:t>정적 http.server는 API 추가 기능을 대신하지 않습니다.</a:t>
            </a:r>
          </a:p>
          <a:p xmlns:a="http://schemas.openxmlformats.org/drawingml/2006/main">
            <a:r>
              <a:t>8780 점유 오류면 기존 서버 상태를 확인합니다.</a:t>
            </a:r>
          </a:p>
          <a:p xmlns:a="http://schemas.openxmlformats.org/drawingml/2006/main">
            <a:r>
              <a:t>완성 실행 흐름은 예제 course 폴더의 터미널에서 python -X utf8 code/server.py 입력 → 터미널을 열린 채 유지 → 브라우저에서 http://127.0.0.1:8780/?source=api 열기입니다. 127.0.0.1은 현재 PC, 8780은 해당 프로그램을 찾는 포트입니다. 다른 PC나 인터넷에 공개된 주소가 아닙니다. 서버 터미널에서 Ctrl+C로 종료하면 이후 요청은 실패할 수 있습니다. 주소의 ?source=api는 시작할 때 API 읽기를 선택하는 매개변수입니다. Python의 단순 정적 서버는 파일을 제공할 뿐 이번 GET·POST 처리 코드를 대신 만들지 않습니다. 서버 기록은 메모리에만 있어 재시작하면 제공 초기 데이터로 돌아갑니다. 저장 파일이나 데이터베이스가 있는 운영 서비스와 구분합니다.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브라우저와 서버의 역할을 말해 봅시다.</a:t>
            </a:r>
          </a:p>
          <a:p xmlns:a="http://schemas.openxmlformats.org/drawingml/2006/main">
            <a:r>
              <a:t>GET 주소와 확인할 응답도 설명합니다.</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outputs/2026-10-29/assessment.md</a:t>
            </a:r>
          </a:p>
          <a:p xmlns:a="http://schemas.openxmlformats.org/drawingml/2006/main">
            <a:r>
              <a:t>화면 초점:</a:t>
            </a:r>
          </a:p>
          <a:p xmlns:a="http://schemas.openxmlformats.org/drawingml/2006/main">
            <a:r>
              <a:t>추가·도전: 서버를 다시 시작합니다.</a:t>
            </a:r>
          </a:p>
          <a:p xmlns:a="http://schemas.openxmlformats.org/drawingml/2006/main">
            <a:r>
              <a:t>추가했던 행이 남아 있어야 할까요?</a:t>
            </a:r>
          </a:p>
          <a:p xmlns:a="http://schemas.openxmlformats.org/drawingml/2006/main">
            <a:r>
              <a:t>고정 fixture 경로는 파일 속 가상 기록을 화면 메모리에 읽습니다. 모의 추가 버튼은 그 메모리를 바꾸며 서버에 저장하지 않습니다. 로컬 API 경로는 Python server.py를 실행해야 합니다. GET /api/readings는 목록을 요청하고 POST /api/readings는 검사할 새 기록을 보냅니다. GET은 읽기, POST는 제공된 서버에서 추가 요청이라는 약속입니다. HTTP 상태 200은 읽기 성공, 201은 새 기록 수락, 400은 내용 오류, 404는 없는 경로를 뜻합니다.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정적 HTML은 보이고 API는 연결 실패입니다. 원인 확인과 재실행 절차를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server.py 터미널·오류 로그·127.0.0.1:8780을 확인하고 course에서 서버를 실행합니다. 화면 표시가 서버 실행 증거는 아닙니다.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3교시 필수 개념 보충 · CSV의 빈칸을 JSON 값으로 바꾸는 계약</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센서 업체가 CSV를 보내왔습니다. 한 행의 온도는 0, 다른 행은 빈칸입니다. 이를 모두 숫자 0으로 바꾸면 실제 영도와 미측정을 구별하지 못합니다. 입력 계약은 필드 이름, 자료형, 단위, 허용 범위와 누락 처리의 약속입니다. 파일 문법을 읽는 파싱과 값이 업무 약속을 지키는 검사는 별도 단계입니다.</a:t>
            </a:r>
          </a:p>
          <a:p xmlns:a="http://schemas.openxmlformats.org/drawingml/2006/main">
            <a:r>
              <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계약이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계약은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새 CSV 셀 ["0","", "null","51","24.0"]을 현재 보충 계약으로 숫자·미측정·거절로 분류하고 JSON 표현을 작성하세요. 과거 기록이 최신 표를 바꾸지 않는 이유도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0.0, null, 거절, 거절, 24.0입니다. 문자 null은 합의 없이 특별 값으로 해석하지 않습니다. 최신 표는 도착 순서가 아니라 측정 시각을 비교하므로 과거 행을 보내도 최신값이 유지될 수 있습니다.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CSV 빈칸은 자동 0인가요? → 아닙니다.</a:t>
            </a:r>
          </a:p>
          <a:p xmlns:a="http://schemas.openxmlformats.org/drawingml/2006/main">
            <a:r>
              <a:t>2. JSON null은 문자열인가요? → 따옴표 없는 누락 값입니다.</a:t>
            </a:r>
          </a:p>
          <a:p xmlns:a="http://schemas.openxmlformats.org/drawingml/2006/main">
            <a:r>
              <a:t>3. 201만 보면 최신값 변경인가요? → 재조회와 시각 비교도 필요합니다.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"22.5"를 숫자로 바꿀 수 있습니다.</a:t>
            </a:r>
          </a:p>
          <a:p xmlns:a="http://schemas.openxmlformats.org/drawingml/2006/main">
            <a:r>
              <a:t>문법 읽기와 내용 검사는 별도입니다.</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계약이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빈 문자열 → None → JSON null</a:t>
            </a:r>
          </a:p>
          <a:p xmlns:a="http://schemas.openxmlformats.org/drawingml/2006/main">
            <a:r>
              <a:t>누락을 숫자 0으로 바꾸지 않습니다.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계약은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CSV의 "null"은 글자입니다.</a:t>
            </a:r>
          </a:p>
          <a:p xmlns:a="http://schemas.openxmlformats.org/drawingml/2006/main">
            <a:r>
              <a:t>보충 예는 빈칸만 미측정으로 인정합니다.</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계약이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온도: 유한한 0~50 또는 null</a:t>
            </a:r>
          </a:p>
          <a:p xmlns:a="http://schemas.openxmlformats.org/drawingml/2006/main">
            <a:r>
              <a:t>active: true/false · 시각: 시간대 포함</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계약은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보낸 본문 → HTTP 응답 → GET 목록 → 화면</a:t>
            </a:r>
          </a:p>
          <a:p xmlns:a="http://schemas.openxmlformats.org/drawingml/2006/main">
            <a:r>
              <a:t>sensor_id와 측정 시각을 함께 찾습니다.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계약은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과거 시각의 기록도 이력에 추가됩니다.</a:t>
            </a:r>
          </a:p>
          <a:p xmlns:a="http://schemas.openxmlformats.org/drawingml/2006/main">
            <a:r>
              <a:t>최신 표는 더 큰 measured_at을 유지합니다.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계약은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StringIO는문자열을파일처럼읽게하며DictReader는첫행의열이름으로각셀을묶는다. strip은앞뒤공백을제거하고빈칸이면None,그외float로숫자를만든다. 0&lt;=value&lt;=50조건은NaN과무한대도통과하지않는다. 원래문자열셀을변환한값으로대입하고json.dumps에서None은null이된다. 온도열계산의완결예이지active와시각까지검사한전체API검증은아니다.</a:t>
            </a:r>
          </a:p>
          <a:p xmlns:a="http://schemas.openxmlformats.org/drawingml/2006/main">
            <a:r>
              <a:t>최신 운영은 50분×6</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StringIO는문자열을파일처럼읽게하며DictReader는첫행의열이름으로각셀을묶는다. strip은앞뒤공백을제거하고빈칸이면None,그외float로숫자를만든다. 0&lt;=value&lt;=50조건은NaN과무한대도통과하지않는다. 원래문자열셀을변환한값으로대입하고json.dumps에서None은null이된다. 온도열계산의완결예이지active와시각까지검사한전체API검증은아니다.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StringIO는문자열을파일처럼읽게하며DictReader는첫행의열이름으로각셀을묶는다. strip은앞뒤공백을제거하고빈칸이면None,그외float로숫자를만든다. 0&lt;=value&lt;=50조건은NaN과무한대도통과하지않는다. 원래문자열셀을변환한값으로대입하고json.dumps에서None은null이된다. 온도열계산의완결예이지active와시각까지검사한전체API검증은아니다.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S05의 0 → 숫자 0.0</a:t>
            </a:r>
          </a:p>
          <a:p xmlns:a="http://schemas.openxmlformats.org/drawingml/2006/main">
            <a:r>
              <a:t>S06의 빈칸 → JSON null</a:t>
            </a:r>
          </a:p>
          <a:p xmlns:a="http://schemas.openxmlformats.org/drawingml/2006/main">
            <a:r>
              <a:t>실제 참고 코드에는 JSON 출력 줄이 있습니다.</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계약은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CSV 셀: "0", 빈칸, "null", "51", "24.0"</a:t>
            </a:r>
          </a:p>
          <a:p xmlns:a="http://schemas.openxmlformats.org/drawingml/2006/main">
            <a:r>
              <a:t>숫자·미측정·거절로 분류하세요.</a:t>
            </a:r>
          </a:p>
          <a:p xmlns:a="http://schemas.openxmlformats.org/drawingml/2006/main">
            <a:r>
              <a:t>복습 문제: 새 CSV 셀 ["0","", "null","51","24.0"]을 현재 보충 계약으로 숫자·미측정·거절로 분류하고 JSON 표현을 작성하세요. 과거 기록이 최신 표를 바꾸지 않는 이유도 쓰세요.</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숫자: 0.0, 24.0 · 미측정: null</a:t>
            </a:r>
          </a:p>
          <a:p xmlns:a="http://schemas.openxmlformats.org/drawingml/2006/main">
            <a:r>
              <a:t>거절: 문자 null, 범위 밖 51</a:t>
            </a:r>
          </a:p>
          <a:p xmlns:a="http://schemas.openxmlformats.org/drawingml/2006/main">
            <a:r>
              <a:t>합의 없는 자동 변환은 하지 않습니다.</a:t>
            </a:r>
          </a:p>
          <a:p xmlns:a="http://schemas.openxmlformats.org/drawingml/2006/main">
            <a:r>
              <a:t>0.0, null, 거절, 거절, 24.0입니다. 문자 null은 합의 없이 특별 값으로 해석하지 않습니다. 최신 표는 도착 순서가 아니라 측정 시각을 비교하므로 과거 행을 보내도 최신값이 유지될 수 있습니다.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참고 코드의 24.0을 51로 바꿉니다.</a:t>
            </a:r>
          </a:p>
          <a:p xmlns:a="http://schemas.openxmlformats.org/drawingml/2006/main">
            <a:r>
              <a:t>범위 오류 뒤 원문을 24.0으로 복구합니다.</a:t>
            </a:r>
          </a:p>
          <a:p xmlns:a="http://schemas.openxmlformats.org/drawingml/2006/main">
            <a:r>
              <a:t>센서 업체가 CSV를 보내왔습니다. 한 행의 온도는 0, 다른 행은 빈칸입니다. 이를 모두 숫자 0으로 바꾸면 실제 영도와 미측정을 구별하지 못합니다. 입력 계약은 필드 이름, 자료형, 단위, 허용 범위와 누락 처리의 약속입니다. 파일 문법을 읽는 파싱과 값이 업무 약속을 지키는 검사는 별도 단계입니다.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화면 초점:</a:t>
            </a:r>
          </a:p>
          <a:p xmlns:a="http://schemas.openxmlformats.org/drawingml/2006/main">
            <a:r>
              <a:t>abc·문자 null: 숫자 변환 오류</a:t>
            </a:r>
          </a:p>
          <a:p xmlns:a="http://schemas.openxmlformats.org/drawingml/2006/main">
            <a:r>
              <a:t>NaN: 유한 숫자 검사에서 거절</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계약이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CSV 빈칸과 숫자 0의 차이를 설명합니다.</a:t>
            </a:r>
          </a:p>
          <a:p xmlns:a="http://schemas.openxmlformats.org/drawingml/2006/main">
            <a:r>
              <a:t>POST 201만으로 최신값 변경을 단정하나요?</a:t>
            </a:r>
          </a:p>
          <a:p xmlns:a="http://schemas.openxmlformats.org/drawingml/2006/main">
            <a:r>
              <a:t>CSV의 셀은 우선 문자열로 읽습니다. temperature_c 셀이 "22.5"이면 숫자 변환을 하고, 빈 문자열이면 합의한 규칙에 따라 None으로 옮깁니다. JSON에서는 None을 null로 씁니다. CSV 문자 "null"은 자동으로 JSON null이 되는 특별 문법이 아니므로 빈칸과 같은 것으로 처리할지 계약이 필요합니다. 이번 보충 예는 빈칸만 미측정으로 인정하고 문자 null은 형식 오류로 남깁니다. active의 true와 false도 문자열을 그대로 두지 않고 정한 불리언 값으로 변환해야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outputs/2026-10-29/assessment.md</a:t>
            </a:r>
          </a:p>
          <a:p xmlns:a="http://schemas.openxmlformats.org/drawingml/2006/main">
            <a:r>
              <a:t>화면 초점:</a:t>
            </a:r>
          </a:p>
          <a:p xmlns:a="http://schemas.openxmlformats.org/drawingml/2006/main">
            <a:r>
              <a:t>추가·복습: "", "0", "NaN", "50"</a:t>
            </a:r>
          </a:p>
          <a:p xmlns:a="http://schemas.openxmlformats.org/drawingml/2006/main">
            <a:r>
              <a:t>JSON 표현 또는 거절 이유를 쓰세요.</a:t>
            </a:r>
          </a:p>
          <a:p xmlns:a="http://schemas.openxmlformats.org/drawingml/2006/main">
            <a:r>
              <a:t>완성 추적 예는 CSV 입력 S05,창고,0 → 문자열 "0" → 숫자 0.0 → 유효 범위 0~50 확인 → JSON temperature_c:0.0입니다. 다음 행 S06,창고,빈칸은 None → JSON null → 미측정 표시입니다. "abc"나 51은 거절하고 원문과 이유를 기록합니다. 서버의 계약은 temperature_c 숫자 또는 null, active 불리언, 시간대가 있는 measured_at을 요구합니다. 보낸 본문, HTTP 응답, 다시 읽은 기록, 화면의 같은 sensor_id를 연결해 한 값의 이동을 확인합니다. 수락만 보았다고 최신 표가 바뀐다고 단정하지 않습니다. 과거 시각으로 보낸 행은 이력에는 추가되어도 최신값에서 선택되지 않을 수 있습니다.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CSV 온도 ["", "0", "NaN", "50"]을 보충 예 계약에 맞게 변환하세요.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null,0.0,거절,50.0입니다. NaN은 유한 숫자가 아니며 빈칸을 0으로 바꾸지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4교시 필수 개념 보충 · 필터와 평균의 분모를 먼저 결정하기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
            </a:r>
          </a:p>
          <a:p xmlns:a="http://schemas.openxmlformats.org/drawingml/2006/main">
            <a:r>
              <a:t>완성 예의 이력 온도는 [22,24,null,0]입니다. 모두 계약에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선택된 새 이력 [10,null,0,20]의 합계·분모·평균을 직접 계산하세요. 모두 같은 센서라면 최신 온도와 이력 평균이 같아야 하는지도 판단하세요.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합계 30, 분모 3, 평균 10℃입니다. 최신 온도는 시각이 가장 큰 행의 값이므로 이력 평균과 다를 수 있습니다. null을 넣은 분모 4나 0을 뺀 분모 2는 현재 규칙과 맞지 않습니다.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분모는? → 포함한 유효 숫자 행 수입니다.</a:t>
            </a:r>
          </a:p>
          <a:p xmlns:a="http://schemas.openxmlformats.org/drawingml/2006/main">
            <a:r>
              <a:t>2. 정지 센서 0은 포함되나요? → 현재 이력 평균에는 포함됩니다.</a:t>
            </a:r>
          </a:p>
          <a:p xmlns:a="http://schemas.openxmlformats.org/drawingml/2006/main">
            <a:r>
              <a:t>3. 막대 간격이 시간인가요? → 현재 그래프에서는 아닙니다.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창고를 선택하면 창고 이력만 봅니다.</a:t>
            </a:r>
          </a:p>
          <a:p xmlns:a="http://schemas.openxmlformats.org/drawingml/2006/main">
            <a:r>
              <a:t>최신 표에도 같은 장소 필터를 적용합니다.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센서별 최신값 평균이 아닙니다.</a:t>
            </a:r>
          </a:p>
          <a:p xmlns:a="http://schemas.openxmlformats.org/drawingml/2006/main">
            <a:r>
              <a:t>같은 센서의 여러 유효 기록도 포함합니다.</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null은 제외 · 숫자 0은 포함</a:t>
            </a:r>
          </a:p>
          <a:p xmlns:a="http://schemas.openxmlformats.org/drawingml/2006/main">
            <a:r>
              <a:t>유효 숫자 행 수로 나눕니다.</a:t>
            </a:r>
          </a:p>
          <a:p xmlns:a="http://schemas.openxmlformats.org/drawingml/2006/main">
            <a:r>
              <a:t>1. 분모는? → 포함한 유효 숫자 행 수입니다.</a:t>
            </a:r>
          </a:p>
          <a:p xmlns:a="http://schemas.openxmlformats.org/drawingml/2006/main">
            <a:r>
              <a:t>2. 정지 센서 0은 포함되나요? → 현재 이력 평균에는 포함됩니다.</a:t>
            </a:r>
          </a:p>
          <a:p xmlns:a="http://schemas.openxmlformats.org/drawingml/2006/main">
            <a:r>
              <a:t>3. 막대 간격이 시간인가요? → 현재 그래프에서는 아닙니다.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계약에 맞고 미래 시각이 아닌 기록</a:t>
            </a:r>
          </a:p>
          <a:p xmlns:a="http://schemas.openxmlformats.org/drawingml/2006/main">
            <a:r>
              <a:t>숫자만 평균 계산에 사용합니다.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현재 규칙의 유효 숫자 이력에는 포함합니다.</a:t>
            </a:r>
          </a:p>
          <a:p xmlns:a="http://schemas.openxmlformats.org/drawingml/2006/main">
            <a:r>
              <a:t>현재 가동 센서 평균이라고 부르지 않습니다.</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막대 높이는 온도입니다.</a:t>
            </a:r>
          </a:p>
          <a:p xmlns:a="http://schemas.openxmlformats.org/drawingml/2006/main">
            <a:r>
              <a:t>시각과 값은 원문 표에서 함께 확인합니다.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sum(numbers)는합계,len(numbers)는분모다. value is not None은0을정상숫자로남기는조건이며 if value처럼거짓값판정으로바꾸면0이빠진다. 현재입력은유효숫자또는None이라고가정한다. 실제model.js는형식·범위·미래시각도걸러낸다. 숫자목록이비면이짧은예는분모0문제가생기지만 실제모델은average=null을반환한다.</a:t>
            </a:r>
          </a:p>
          <a:p xmlns:a="http://schemas.openxmlformats.org/drawingml/2006/main">
            <a:r>
              <a:t>최신 운영은 50분×6</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sum(numbers)는합계,len(numbers)는분모다. value is not None은0을정상숫자로남기는조건이며 if value처럼거짓값판정으로바꾸면0이빠진다. 현재입력은유효숫자또는None이라고가정한다. 실제model.js는형식·범위·미래시각도걸러낸다. 숫자목록이비면이짧은예는분모0문제가생기지만 실제모델은average=null을반환한다.</a:t>
            </a:r>
          </a:p>
          <a:p xmlns:a="http://schemas.openxmlformats.org/drawingml/2006/main">
            <a:r>
              <a:t>기호를 정확한 이름으로 설명하기 전에 역할을 쉬운 말로 연결한다. 대입·비교·반복·출력 중 어느 단계인지 학생이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제공 참고 코드가 있으면 code 원본을 보존하고 work에 복사한다. 화면의 새로운 짧은 예는 표시된 work 파일에 전체를 입력하고 저장한다. 터미널의 현재 위치는 course다. 명령의 상대 경로 work/를 바꾸지 않는다. 예상 출력은 다음 슬라이드에서 비교한다. Python·numpy·cv2 설치 조건은 해당 예제에 따라 확인하고 불가이면 제공 출력 비교를 사용한다.</a:t>
            </a:r>
          </a:p>
          <a:p xmlns:a="http://schemas.openxmlformats.org/drawingml/2006/main">
            <a:r>
              <a:t>sum(numbers)는합계,len(numbers)는분모다. value is not None은0을정상숫자로남기는조건이며 if value처럼거짓값판정으로바꾸면0이빠진다. 현재입력은유효숫자또는None이라고가정한다. 실제model.js는형식·범위·미래시각도걸러낸다. 숫자목록이비면이짧은예는분모0문제가생기지만 실제모델은average=null을반환한다.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합계 46 · 분모 3</a:t>
            </a:r>
          </a:p>
          <a:p xmlns:a="http://schemas.openxmlformats.org/drawingml/2006/main">
            <a:r>
              <a:t>평균 15.33℃</a:t>
            </a:r>
          </a:p>
          <a:p xmlns:a="http://schemas.openxmlformats.org/drawingml/2006/main">
            <a:r>
              <a:t>null을 0으로 넣으면 11.5℃로 바뀝니다.</a:t>
            </a:r>
          </a:p>
          <a:p xmlns:a="http://schemas.openxmlformats.org/drawingml/2006/main">
            <a:r>
              <a:t>완성 예의 이력 온도는 [22,24,null,0]입니다. 모두 계약에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새 이력 [10,null,0,20]</a:t>
            </a:r>
          </a:p>
          <a:p xmlns:a="http://schemas.openxmlformats.org/drawingml/2006/main">
            <a:r>
              <a:t>합계·분모·평균을 직접 계산하세요.</a:t>
            </a:r>
          </a:p>
          <a:p xmlns:a="http://schemas.openxmlformats.org/drawingml/2006/main">
            <a:r>
              <a:t>완성 예의 이력 온도는 [22,24,null,0]입니다. 모두 계약에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합계 30 · 분모 3 · 평균 10℃</a:t>
            </a:r>
          </a:p>
          <a:p xmlns:a="http://schemas.openxmlformats.org/drawingml/2006/main">
            <a:r>
              <a:t>최신값 20과 평균 10은 다른 지표입니다.</a:t>
            </a:r>
          </a:p>
          <a:p xmlns:a="http://schemas.openxmlformats.org/drawingml/2006/main">
            <a:r>
              <a:t>완성 예의 이력 온도는 [22,24,null,0]입니다. 모두 계약에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첫 22를 25로 바꿉니다.</a:t>
            </a:r>
          </a:p>
          <a:p xmlns:a="http://schemas.openxmlformats.org/drawingml/2006/main">
            <a:r>
              <a:t>새 합계 49, 평균 16.33℃입니다.</a:t>
            </a:r>
          </a:p>
          <a:p xmlns:a="http://schemas.openxmlformats.org/drawingml/2006/main">
            <a:r>
              <a:t>완성 예의 이력 온도는 [22,24,null,0]입니다. 모두 계약에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화면 초점:</a:t>
            </a:r>
          </a:p>
          <a:p xmlns:a="http://schemas.openxmlformats.org/drawingml/2006/main">
            <a:r>
              <a:t>숫자가 없으면 계산 안 함으로 표시합니다.</a:t>
            </a:r>
          </a:p>
          <a:p xmlns:a="http://schemas.openxmlformats.org/drawingml/2006/main">
            <a:r>
              <a:t>0을 거짓 값이라 제외하지 않습니다.</a:t>
            </a:r>
          </a:p>
          <a:p xmlns:a="http://schemas.openxmlformats.org/drawingml/2006/main">
            <a:r>
              <a:t>기본 코드의 평균은 입력 형식·범위가 유효하고 미래 시각이 아닌 행의 숫자만 사용합니다. 오래된 값과 정지 센서의 숫자도 현재 규칙에서는 포함하므로 “현재 가동 센서 평균”이라고 이름 붙이지 않습니다. 장소 필터는 이력과 최신 표 모두에 적용합니다. 그래프의 막대 높이는 온도이며 막대 간격은 시간 간격을 뜻하지 않습니다. 10초 간격과 1시간 간격의 기록이 같은 간격으로 그려질 수 있습니다. 표의 sensor_id, 값, 시각을 그래프와 대조해야 해석할 수 있습니다. 숫자가 한 건도 없을 때 평균은 null이고 화면은 계산 안 함으로 표시합니다.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이력 평균의 분모를 자기 말로 설명합니다.</a:t>
            </a:r>
          </a:p>
          <a:p xmlns:a="http://schemas.openxmlformats.org/drawingml/2006/main">
            <a:r>
              <a:t>최신값과 평균이 달라도 되는 이유를 말합니다.</a:t>
            </a:r>
          </a:p>
          <a:p xmlns:a="http://schemas.openxmlformats.org/drawingml/2006/main">
            <a:r>
              <a:t>관리자가 장소 필터를 창고로 바꾸면 평균 숫자도 달라집니다. 평균은 센서 이름의 장식 숫자가 아니라 선택한 자료의 합계를 개수로 나눈 계산입니다. 어떤 행을 포함했는지 설명하지 않으면 같은 기록에서 서로 다른 평균이 나옵니다. 현재 예제는 센서별 최신값 평균이 아니라 선택한 장소의 유효 숫자 이력 평균입니다.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outputs/2026-10-29/assessment.md</a:t>
            </a:r>
          </a:p>
          <a:p xmlns:a="http://schemas.openxmlformats.org/drawingml/2006/main">
            <a:r>
              <a:t>화면 초점:</a:t>
            </a:r>
          </a:p>
          <a:p xmlns:a="http://schemas.openxmlformats.org/drawingml/2006/main">
            <a:r>
              <a:t>추가·복습: [12,0,null,18]</a:t>
            </a:r>
          </a:p>
          <a:p xmlns:a="http://schemas.openxmlformats.org/drawingml/2006/main">
            <a:r>
              <a:t>이력 평균과 최신값 18을 비교하세요.</a:t>
            </a:r>
          </a:p>
          <a:p xmlns:a="http://schemas.openxmlformats.org/drawingml/2006/main">
            <a:r>
              <a:t>완성 예의 이력 온도는 [22,24,null,0]입니다. 모두 계약에 맞고 확인 시각 이전이라고 가정합니다. null을 제외하고 0은 포함하면 합계 46, 분모 3, 평균 15.33℃입니다. null을 0으로 바꾸면 분모가 4가 되어 11.5℃라는 다른 결과가 나옵니다. 0을 거짓 값이라 제외하면 23℃가 되어 역시 틀립니다. 같은 센서의 두 기록도 이력 평균에서는 각각 포함합니다. 최신값 평균이 필요한 업무라면 자료 선택 규칙부터 새로 정해야 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유효 이력 [12,0,null,18]의 평균과 새 최신 18만 보는 값의 차이를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이력 평균은 30/3=10℃, 최신값은 18℃입니다. 서로 다른 선택 범위라 같아야 할 이유가 없습니다.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5교시 필수 개념 보충 · 값 누락과 오래됨과 통신 실패 구별하기</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온도 null인 정상 응답, 빈 목록인 정상 응답, 서버 연결 실패의 세 상황에 표시할 문구와 복구 행동을 각각 작성하세요.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첫째는 미측정과 센서 기록 확인, 둘째는 데이터 없음과 필터·자료 범위 확인, 셋째는 수신 실패와 서버·포트 확인입니다. 모두 0℃ 정상으로 표시하는 답은 누락과 장애를 숨기므로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이전 값 유지가 새 측정인가요? → 아닙니다.</a:t>
            </a:r>
          </a:p>
          <a:p xmlns:a="http://schemas.openxmlformats.org/drawingml/2006/main">
            <a:r>
              <a:t>2. 70초 버튼은 실물 통신인가요? → 확인 시각의 모의 이동입니다.</a:t>
            </a:r>
          </a:p>
          <a:p xmlns:a="http://schemas.openxmlformats.org/drawingml/2006/main">
            <a:r>
              <a:t>3. 400의 첫 확인 대상은? → 요청 내용과 계약입니다.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정상 응답 안에 temperature_c=null이 있습니다.</a:t>
            </a:r>
          </a:p>
          <a:p xmlns:a="http://schemas.openxmlformats.org/drawingml/2006/main">
            <a:r>
              <a:t>0℃ 측정과 다릅니다.</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새 기록 없이 확인 시각만 70초 이동합니다.</a:t>
            </a:r>
          </a:p>
          <a:p xmlns:a="http://schemas.openxmlformats.org/drawingml/2006/main">
            <a:r>
              <a:t>실제 장치 통신을 끊은 실험은 아닙니다.</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active=false면 정지로 표시합니다.</a:t>
            </a:r>
          </a:p>
          <a:p xmlns:a="http://schemas.openxmlformats.org/drawingml/2006/main">
            <a:r>
              <a:t>미측정이 함께 있으면 미측정이 먼저입니다.</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서버 연결 실패나 HTTP 오류를 알립니다.</a:t>
            </a:r>
          </a:p>
          <a:p xmlns:a="http://schemas.openxmlformats.org/drawingml/2006/main">
            <a:r>
              <a:t>이전 화면 값을 새 측정으로 읽지 않습니다.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정상 빈 목록: 데이터 없음</a:t>
            </a:r>
          </a:p>
          <a:p xmlns:a="http://schemas.openxmlformats.org/drawingml/2006/main">
            <a:r>
              <a:t>실패 응답: 수신 실패</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문자열 온도 · 범위 · 불리언 · 시간대</a:t>
            </a:r>
          </a:p>
          <a:p xmlns:a="http://schemas.openxmlformats.org/drawingml/2006/main">
            <a:r>
              <a:t>거절 이유를 기록하고 원문을 고칩니다.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23℃가 화면에 남아 있어도</a:t>
            </a:r>
          </a:p>
          <a:p xmlns:a="http://schemas.openxmlformats.org/drawingml/2006/main">
            <a:r>
              <a:t>새 관찰을 받았다는 뜻은 아닙니다.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null 응답 · 빈 목록 · 연결 실패</a:t>
            </a:r>
          </a:p>
          <a:p xmlns:a="http://schemas.openxmlformats.org/drawingml/2006/main">
            <a:r>
              <a:t>세 상황의 문구와 복구 대상을 쓰세요.</a:t>
            </a:r>
          </a:p>
          <a:p xmlns:a="http://schemas.openxmlformats.org/drawingml/2006/main">
            <a:r>
              <a:t>새로고침 버튼을 누른 뒤 서버가 응답하지 않습니다. 마지막 온도가 23℃였다고 해서 지금 정상이라고 확정할 수 없습니다. 통신 실패는 요청과 응답의 문제, 미측정은 기록 안 온도 누락, 오래됨은 기록 시각과 확인 시각의 차이입니다. 서로 다른 원인이라 화면 문구와 복구 방법도 나눕니다.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미측정: 자료 확인</a:t>
            </a:r>
          </a:p>
          <a:p xmlns:a="http://schemas.openxmlformats.org/drawingml/2006/main">
            <a:r>
              <a:t>데이터 없음: 필터·범위 확인</a:t>
            </a:r>
          </a:p>
          <a:p xmlns:a="http://schemas.openxmlformats.org/drawingml/2006/main">
            <a:r>
              <a:t>수신 실패: 서버·포트 확인</a:t>
            </a:r>
          </a:p>
          <a:p xmlns:a="http://schemas.openxmlformats.org/drawingml/2006/main">
            <a:r>
              <a:t>첫째는 미측정과 센서 기록 확인, 둘째는 데이터 없음과 필터·자료 범위 확인, 셋째는 수신 실패와 서버·포트 확인입니다. 모두 0℃ 정상으로 표시하는 답은 누락과 장애를 숨기므로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확인 시각만 70초 이동합니다.</a:t>
            </a:r>
          </a:p>
          <a:p xmlns:a="http://schemas.openxmlformats.org/drawingml/2006/main">
            <a:r>
              <a:t>측정 10초 전 기록은 시간차 80초가 됩니다.</a:t>
            </a:r>
          </a:p>
          <a:p xmlns:a="http://schemas.openxmlformats.org/drawingml/2006/main">
            <a:r>
              <a:t>완성 예에서 값 23, 측정 시각 10:09:50, 확인 시각 10:10:00이면 정상입니다. 새 기록 없이 확인 시각만 70초 옮기면 시간차가 80초여서 오래됨이 됩니다. 실제 시스템 시계를 사용한 것이 아니라 모의 버튼으로 가정 시각을 바꾼 결과입니다. active=false라면 현재 상태 우선순위에서는 정지가 먼저이며, 온도 null이면 미측정이 먼저입니다. 메시지와 표 상태는 다른 의미를 전달할 수 있어 둘을 함께 읽습니다.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화면 초점:</a:t>
            </a:r>
          </a:p>
          <a:p xmlns:a="http://schemas.openxmlformats.org/drawingml/2006/main">
            <a:r>
              <a:t>모든 오류를 빈 목록으로 바꾸지 않습니다.</a:t>
            </a:r>
          </a:p>
          <a:p xmlns:a="http://schemas.openxmlformats.org/drawingml/2006/main">
            <a:r>
              <a:t>장애와 실제 데이터 부재가 섞입니다.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미측정과 수신 실패의 차이를 말해 봅시다.</a:t>
            </a:r>
          </a:p>
          <a:p xmlns:a="http://schemas.openxmlformats.org/drawingml/2006/main">
            <a:r>
              <a:t>이전 값을 남기는 이유와 한계도 설명합니다.</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outputs/2026-10-29/assessment.md</a:t>
            </a:r>
          </a:p>
          <a:p xmlns:a="http://schemas.openxmlformats.org/drawingml/2006/main">
            <a:r>
              <a:t>화면 초점:</a:t>
            </a:r>
          </a:p>
          <a:p xmlns:a="http://schemas.openxmlformats.org/drawingml/2006/main">
            <a:r>
              <a:t>추가·도전: 실패 뒤 정상 수신으로 복구</a:t>
            </a:r>
          </a:p>
          <a:p xmlns:a="http://schemas.openxmlformats.org/drawingml/2006/main">
            <a:r>
              <a:t>메시지·행 수·값·시각을 다시 확인하세요.</a:t>
            </a:r>
          </a:p>
          <a:p xmlns:a="http://schemas.openxmlformats.org/drawingml/2006/main">
            <a:r>
              <a:t>API 실패 시 제공 앱은 이전 기록을 유지하고 수신 실패 메시지를 보여 줍니다. 이는 값 삭제를 막지만 새로운 관찰을 얻었다는 뜻은 아닙니다. HTTP 400이면 내용과 자료형을 확인하고, 연결 실패이면 서버와 포트를 확인합니다. 데이터 없음은 유효한 빈 목록이며 실패 응답과 구분합니다. 오류를 모두 빈 목록으로 바꾸면 장애와 진짜 데이터 부재가 섞입니다. 화면의 기준 시각은 고정된 교육용 값이므로 실제 운영에 쓰려면 시계, 시간대, 주기와 재시도 정책을 따로 설계해야 합니다. 실패 뒤 정상 요청으로 복구할 때는 새 수신 메시지, 행 수, 해당 값과 시각을 다시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서버 응답 400과 온도 null의 정상 응답을 구별하고 복구 대상을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400은 요청 계약 오류라 본문을 고칩니다. null은 수락된 미측정 기록이라 센서·자료 원인을 확인합니다. 둘을 0으로 표시하지 않습니다.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6교시 필수 개념 보충 · 동료가 다시 실행하는 대시보드 인수인계</a:t>
            </a:r>
          </a:p>
          <a:p xmlns:a="http://schemas.openxmlformats.org/drawingml/2006/main">
            <a:r>
              <a:t/>
            </a:r>
          </a:p>
          <a:p xmlns:a="http://schemas.openxmlformats.org/drawingml/2006/main">
            <a:r>
              <a:t>실무 상황과 원리</a:t>
            </a:r>
          </a:p>
          <a:p xmlns:a="http://schemas.openxmlformats.org/drawingml/2006/main">
            <a:r>
              <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각각 관찰한 증거로 표시합니다. 현재 로컬 서버는 인증, 지속 저장, 공개 접근과 운영 복구를 다룬 서비스가 아닙니다. 실물 ESP32를 붙이려면 장치 ID와 데이터 계약,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
            </a:r>
          </a:p>
          <a:p xmlns:a="http://schemas.openxmlformats.org/drawingml/2006/main">
            <a:r>
              <a:t>새로운 입력에 직접 적용 · 복습 또는 도전</a:t>
            </a:r>
          </a:p>
          <a:p xmlns:a="http://schemas.openxmlformats.org/drawingml/2006/main">
            <a:r>
              <a:t/>
            </a:r>
          </a:p>
          <a:p xmlns:a="http://schemas.openxmlformats.org/drawingml/2006/main">
            <a:r>
              <a:t>복습 문제: 새 동료가 서버를 재시작하자 추가한 기록이 사라졌다고 말합니다. 현재 설계로 설명하고 영구 저장을 요구할 때 추가해야 할 작업과 시험을 각각 한 가지씩 쓰세요.</a:t>
            </a:r>
          </a:p>
          <a:p xmlns:a="http://schemas.openxmlformats.org/drawingml/2006/main">
            <a:r>
              <a:t/>
            </a:r>
          </a:p>
          <a:p xmlns:a="http://schemas.openxmlformats.org/drawingml/2006/main">
            <a:r>
              <a:t>정답과 오답의 이유</a:t>
            </a:r>
          </a:p>
          <a:p xmlns:a="http://schemas.openxmlformats.org/drawingml/2006/main">
            <a:r>
              <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
            </a:r>
          </a:p>
          <a:p xmlns:a="http://schemas.openxmlformats.org/drawingml/2006/main">
            <a:r>
              <a:t>확인 질문과 답</a:t>
            </a:r>
          </a:p>
          <a:p xmlns:a="http://schemas.openxmlformats.org/drawingml/2006/main">
            <a:r>
              <a:t/>
            </a:r>
          </a:p>
          <a:p xmlns:a="http://schemas.openxmlformats.org/drawingml/2006/main">
            <a:r>
              <a:t>1. 인계 문서의 시작 정보는? → 폴더와 실행 명령입니다.</a:t>
            </a:r>
          </a:p>
          <a:p xmlns:a="http://schemas.openxmlformats.org/drawingml/2006/main">
            <a:r>
              <a:t>2. 같은 센서의 과거 행이 추가되면? → 이력과 최신 표를 각각 확인합니다.</a:t>
            </a:r>
          </a:p>
          <a:p xmlns:a="http://schemas.openxmlformats.org/drawingml/2006/main">
            <a:r>
              <a:t>3. 아직 실물 없는 항목은? → 미실행 또는 미확인입니다.</a:t>
            </a:r>
          </a:p>
          <a:p xmlns:a="http://schemas.openxmlformats.org/drawingml/2006/main">
            <a:r>
              <a:t>진행: 시연→함께 추적→한 조건 수정→예상과 실제 비교→자기 말 설명. 추가·복습은 필수 결과 확인 후 선택한다.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시작 폴더 · 명령 · 주소 · 종료 방법</a:t>
            </a:r>
          </a:p>
          <a:p xmlns:a="http://schemas.openxmlformats.org/drawingml/2006/main">
            <a:r>
              <a:t>기대 결과와 오류 복구를 같이 줍니다.</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이력 5건 · 센서 4개</a:t>
            </a:r>
          </a:p>
          <a:p xmlns:a="http://schemas.openxmlformats.org/drawingml/2006/main">
            <a:r>
              <a:t>S01 최신값은 22.8입니다.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POST 201 → GET 목록 증가</a:t>
            </a:r>
          </a:p>
          <a:p xmlns:a="http://schemas.openxmlformats.org/drawingml/2006/main">
            <a:r>
              <a:t>과거 기록이면 최신값은 유지될 수 있습니다.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현재 서버는 메모리 저장입니다.</a:t>
            </a:r>
          </a:p>
          <a:p xmlns:a="http://schemas.openxmlformats.org/drawingml/2006/main">
            <a:r>
              <a:t>재시작하면 초기 자료로 돌아갑니다.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각각 관찰한 증거로 표시합니다. 현재 로컬 서버는 인증, 지속 저장, 공개 접근과 운영 복구를 다룬 서비스가 아닙니다. 실물 ESP32를 붙이려면 장치 ID와 데이터 계약,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단위 · 시각 · 상태 문구</a:t>
            </a:r>
          </a:p>
          <a:p xmlns:a="http://schemas.openxmlformats.org/drawingml/2006/main">
            <a:r>
              <a:t>색만으로 판단하게 하지 않습니다.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각각 관찰한 증거로 표시합니다. 현재 로컬 서버는 인증, 지속 저장, 공개 접근과 운영 복구를 다룬 서비스가 아닙니다. 실물 ESP32를 붙이려면 장치 ID와 데이터 계약,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장치 ID · 시간 · 중복 · 전송 실패</a:t>
            </a:r>
          </a:p>
          <a:p xmlns:a="http://schemas.openxmlformats.org/drawingml/2006/main">
            <a:r>
              <a:t>센서·외부망·지속 저장은 별도입니다.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각각 관찰한 증거로 표시합니다. 현재 로컬 서버는 인증, 지속 저장, 공개 접근과 운영 복구를 다룬 서비스가 아닙니다. 실물 ESP32를 붙이려면 장치 ID와 데이터 계약,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한 행을 입력과 기대 출력으로 이어 읽게 한다. 표의 값은 조건과 범위를 함께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같은 자료로 같은 결과를 다시 얻습니다.</a:t>
            </a:r>
          </a:p>
          <a:p xmlns:a="http://schemas.openxmlformats.org/drawingml/2006/main">
            <a:r>
              <a:t>수신·화면·실물 증거를 나눠 기록합니다.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각각 관찰한 증거로 표시합니다. 현재 로컬 서버는 인증, 지속 저장, 공개 접근과 운영 복구를 다룬 서비스가 아닙니다. 실물 ESP32를 붙이려면 장치 ID와 데이터 계약,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재시작하자 추가 기록이 사라졌습니다.</a:t>
            </a:r>
          </a:p>
          <a:p xmlns:a="http://schemas.openxmlformats.org/drawingml/2006/main">
            <a:r>
              <a:t>현재 설계와 필요한 후속 작업을 쓰세요.</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현재 기록은 메모리에만 있습니다.</a:t>
            </a:r>
          </a:p>
          <a:p xmlns:a="http://schemas.openxmlformats.org/drawingml/2006/main">
            <a:r>
              <a:t>영구 저장과 재시작 복원 시험이 필요합니다.</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outputs/2026-10-29/practice-guide.md</a:t>
            </a:r>
          </a:p>
          <a:p xmlns:a="http://schemas.openxmlformats.org/drawingml/2006/main">
            <a:r>
              <a:t>화면 초점:</a:t>
            </a:r>
          </a:p>
          <a:p xmlns:a="http://schemas.openxmlformats.org/drawingml/2006/main">
            <a:r>
              <a:t>파일 저장을 새 요구에 넣으면</a:t>
            </a:r>
          </a:p>
          <a:p xmlns:a="http://schemas.openxmlformats.org/drawingml/2006/main">
            <a:r>
              <a:t>데이터·실패 처리·시험·안내를 갱신합니다.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outputs/2026-10-29/practice-guide.md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outputs/2026-10-29/beginner-start.md</a:t>
            </a:r>
          </a:p>
          <a:p xmlns:a="http://schemas.openxmlformats.org/drawingml/2006/main">
            <a:r>
              <a:t>화면 초점:</a:t>
            </a:r>
          </a:p>
          <a:p xmlns:a="http://schemas.openxmlformats.org/drawingml/2006/main">
            <a:r>
              <a:t>화면 변화만 보고 영구 저장 성공이라 쓰지 않습니다.</a:t>
            </a:r>
          </a:p>
          <a:p xmlns:a="http://schemas.openxmlformats.org/drawingml/2006/main">
            <a:r>
              <a:t>실행 못 한 장비 항목은 미실행입니다.</a:t>
            </a:r>
          </a:p>
          <a:p xmlns:a="http://schemas.openxmlformats.org/drawingml/2006/main">
            <a:r>
              <a:t>화면 설명에는 숫자의 단위와 평균의 범위, null의 문구, 오래됨의 시간 경계를 포함합니다. 색만으로 상태를 전달하면 구분하기 어려운 사용자가 있으므로 텍스트 상태도 둡니다. 파일 출력, 로컬 요청 응답, 브라우저 표시, 실제 장비 연결은 각각 관찰한 증거로 표시합니다. 현재 로컬 서버는 인증, 지속 저장, 공개 접근과 운영 복구를 다룬 서비스가 아닙니다. 실물 ESP32를 붙이려면 장치 ID와 데이터 계약, 전송 실패, 재시작, 중복 처리와 시간 정책을 새로 확인해야 합니다. 남은 항목을 다음 팀에 전달하며 설치 문제를 학습 목표 실패로 채점하지 않습니다. 실행이 막히면 제공 원문과 관찰 출력으로 규칙을 설명한 범위를 기록합니다.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outputs/2026-10-29/beginner-start.md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outputs/2026-10-29/lesson.md</a:t>
            </a:r>
          </a:p>
          <a:p xmlns:a="http://schemas.openxmlformats.org/drawingml/2006/main">
            <a:r>
              <a:t>화면 초점:</a:t>
            </a:r>
          </a:p>
          <a:p xmlns:a="http://schemas.openxmlformats.org/drawingml/2006/main">
            <a:r>
              <a:t>동료에게 실행 순서를 말해 봅시다.</a:t>
            </a:r>
          </a:p>
          <a:p xmlns:a="http://schemas.openxmlformats.org/drawingml/2006/main">
            <a:r>
              <a:t>평균 범위와 상태의 의미도 설명합니다.</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outputs/2026-10-29/lesson.md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outputs/2026-10-29/assessment.md</a:t>
            </a:r>
          </a:p>
          <a:p xmlns:a="http://schemas.openxmlformats.org/drawingml/2006/main">
            <a:r>
              <a:t>화면 초점:</a:t>
            </a:r>
          </a:p>
          <a:p xmlns:a="http://schemas.openxmlformats.org/drawingml/2006/main">
            <a:r>
              <a:t>추가·복습: POST 201 뒤 재시작</a:t>
            </a:r>
          </a:p>
          <a:p xmlns:a="http://schemas.openxmlformats.org/drawingml/2006/main">
            <a:r>
              <a:t>기록 복원 시험의 입력과 기대값을 쓰세요.</a:t>
            </a:r>
          </a:p>
          <a:p xmlns:a="http://schemas.openxmlformats.org/drawingml/2006/main">
            <a:r>
              <a:t>현재 기록은 메모리에 있어 초기 데이터로 돌아갑니다. 파일 또는 데이터베이스 저장과 재시작 후 같은 기록을 복원하는 시험이 필요합니다. 추가 버튼 화면이 바뀐 사실만으로 영구 저장이 구현되었다고 쓰면 오답입니다.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관련 전이 문제와 해설:</a:t>
            </a:r>
          </a:p>
          <a:p xmlns:a="http://schemas.openxmlformats.org/drawingml/2006/main">
            <a:r>
              <a:t>POST 201 뒤 서버를 재시작하자 행이 없어졌습니다. 현재 상태와 영구 저장 시험을 쓰세요.</a:t>
            </a:r>
          </a:p>
          <a:p xmlns:a="http://schemas.openxmlformats.org/drawingml/2006/main">
            <a:r>
              <a:t/>
            </a:r>
          </a:p>
          <a:p xmlns:a="http://schemas.openxmlformats.org/drawingml/2006/main">
            <a:r>
              <a:t>&lt;details&gt;&lt;summary&gt;정답과 해설&lt;/summary&gt;</a:t>
            </a:r>
          </a:p>
          <a:p xmlns:a="http://schemas.openxmlformats.org/drawingml/2006/main">
            <a:r>
              <a:t/>
            </a:r>
          </a:p>
          <a:p xmlns:a="http://schemas.openxmlformats.org/drawingml/2006/main">
            <a:r>
              <a:t>현재는 메모리 저장입니다. 저장소 구현 뒤 추가→종료→재시작→조회에서 같은 행이 복원되는지 별도로 시험합니다.</a:t>
            </a:r>
          </a:p>
          <a:p xmlns:a="http://schemas.openxmlformats.org/drawingml/2006/main">
            <a:r>
              <a:t/>
            </a:r>
          </a:p>
          <a:p xmlns:a="http://schemas.openxmlformats.org/drawingml/2006/main">
            <a:r>
              <a:t>&lt;/details&gt;</a:t>
            </a:r>
          </a:p>
          <a:p xmlns:a="http://schemas.openxmlformats.org/drawingml/2006/main">
            <a:r>
              <a:t>필수 경로 뒤 선택한다. 모든 슬라이드를 50분 안에 완수했다는 뜻이 아니다.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outputs/2026-10-29/assessment.md</a:t>
            </a:r>
          </a:p>
          <a:p xmlns:a="http://schemas.openxmlformats.org/drawingml/2006/main">
            <a:r>
              <a:t>화면 초점:</a:t>
            </a:r>
          </a:p>
          <a:p xmlns:a="http://schemas.openxmlformats.org/drawingml/2006/main">
            <a:r>
              <a:t>work의 기록과 수정본을 저장합니다.</a:t>
            </a:r>
          </a:p>
          <a:p xmlns:a="http://schemas.openxmlformats.org/drawingml/2006/main">
            <a:r>
              <a:t>입력·설정·결과가 같은 실행인지 확인합니다.</a:t>
            </a:r>
          </a:p>
          <a:p xmlns:a="http://schemas.openxmlformats.org/drawingml/2006/main">
            <a:r>
              <a:t>확인 방법과 아직 하지 않은 일을 적습니다.</a:t>
            </a:r>
          </a:p>
          <a:p xmlns:a="http://schemas.openxmlformats.org/drawingml/2006/main">
            <a:r>
              <a:t>작성자가 보는 화면은 정상인데 동료 PC에서는 실행되지 않습니다. 인수인계 문서는 파일만 나열하는 대신 시작 위치, 실행 명령, 확인 주소, 기대 결과, 종료 방법과 미확인을 이어 줘야 합니다. 같은 기록을 받는지와 같은 규칙으로 표시하는지가 재현의 핵심입니다.</a:t>
            </a:r>
          </a:p>
          <a:p xmlns:a="http://schemas.openxmlformats.org/drawingml/2006/main">
            <a:r>
              <a:t>화면 문장을 한 개념씩 설명하고 학생에게 입력이나 표의 근거를 가리키게 한다.</a:t>
            </a:r>
          </a:p>
          <a:p xmlns:a="http://schemas.openxmlformats.org/drawingml/2006/main">
            <a:r>
              <a:t/>
            </a:r>
          </a:p>
          <a:p xmlns:a="http://schemas.openxmlformats.org/drawingml/2006/main">
            <a:r>
              <a:t>자료 위치: outputs/2026-10-29/assessment.md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최신 운영: 50분×6교시, 수업300분, 중식11:50~13:00. 실제 학생 수행시간과 실물 장비 검증은 미수행이다. 설치 문제와 개념 이해를 나눠 기록한다.</a:t>
            </a:r>
          </a:p>
          <a:p xmlns:a="http://schemas.openxmlformats.org/drawingml/2006/main">
            <a:r>
              <a:t>출처: outputs/2026-10-29/instructor-notes.md</a:t>
            </a:r>
          </a:p>
          <a:p xmlns:a="http://schemas.openxmlformats.org/drawingml/2006/main">
            <a:r>
              <a:t>화면 초점:</a:t>
            </a:r>
          </a:p>
          <a:p xmlns:a="http://schemas.openxmlformats.org/drawingml/2006/main">
            <a:r>
              <a:t>시작 폴더와 실행 명령을 설명합니다.</a:t>
            </a:r>
          </a:p>
          <a:p xmlns:a="http://schemas.openxmlformats.org/drawingml/2006/main">
            <a:r>
              <a:t>결과의 의미와 한계를 말합니다.</a:t>
            </a:r>
          </a:p>
          <a:p xmlns:a="http://schemas.openxmlformats.org/drawingml/2006/main">
            <a:r>
              <a:t>막혔던 단계와 다음 확인을 적습니다.</a:t>
            </a:r>
          </a:p>
          <a:p xmlns:a="http://schemas.openxmlformats.org/drawingml/2006/main">
            <a:r>
              <a:t>완성 묶음은 code, data, 규칙 설명, 실행 안내, 시험표입니다. 동료는 예제 course 폴더를 열어 서버 명령을 입력하고 주소에 접속합니다. 초기 가상 기록 5건과 센서 4개, S01 최신 22.8을 확인합니다. 다음에는 유효한 새 행을 보내 201을 보고 GET에서 행 증가를 확인합니다. 그 행이 과거 시각이면 최신 표가 그대로일 수 있다는 기대를 시험 전에 적습니다. 서버를 종료하고 API를 다시 읽어 수신 실패 메시지와 이전 값 보존도 확인합니다.</a:t>
            </a:r>
          </a:p>
          <a:p xmlns:a="http://schemas.openxmlformats.org/drawingml/2006/main">
            <a:r>
              <a:t>학생이 먼저 예상과 이유를 쓴 뒤 풀이를 제시한다. 정답 숫자만 맞는지보다 사용한 단위·경계·키·조건을 확인한다.</a:t>
            </a:r>
          </a:p>
          <a:p xmlns:a="http://schemas.openxmlformats.org/drawingml/2006/main">
            <a:r>
              <a:t/>
            </a:r>
          </a:p>
          <a:p xmlns:a="http://schemas.openxmlformats.org/drawingml/2006/main">
            <a:r>
              <a:t>자료 위치: outputs/2026-10-29/instructor-notes.md</a:t>
            </a:r>
          </a:p>
          <a:p xmlns:a="http://schemas.openxmlformats.org/drawingml/2006/main">
            <a:r>
              <a:t>웹 교안: https://zeusk302-png.github.io/kdigital-physical-ai/#/sessions/2026-10-29/lesson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acc6436e43541b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1376cc243034cff" /><Relationship Type="http://schemas.openxmlformats.org/officeDocument/2006/relationships/slideLayout" Target="/ppt/slideLayouts/slideLayout1.xml" Id="Rf25cc6b10fba444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25cc6b10fba444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fa21226eb96a446b" /><Relationship Type="http://schemas.openxmlformats.org/officeDocument/2006/relationships/notesSlide" Target="/ppt/notesSlides/notesSlide1.xml" Id="Ref8ac963ccc743f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5dece086ac254bd5" /><Relationship Type="http://schemas.openxmlformats.org/officeDocument/2006/relationships/notesSlide" Target="/ppt/notesSlides/notesSlide2.xml" Id="Ra3820bd1cc0d4bb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5bda819305714aea" /><Relationship Type="http://schemas.openxmlformats.org/officeDocument/2006/relationships/notesSlide" Target="/ppt/notesSlides/notesSlide3.xml" Id="Ra01a4f864193482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03c74784c8b4f88" /><Relationship Type="http://schemas.openxmlformats.org/officeDocument/2006/relationships/notesSlide" Target="/ppt/notesSlides/notesSlide4.xml" Id="Rcbb67d45db074c30"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1c68ef48ad2457d" /><Relationship Type="http://schemas.openxmlformats.org/officeDocument/2006/relationships/notesSlide" Target="/ppt/notesSlides/notesSlide5.xml" Id="R87203f31a7b64d2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9297ace583d44c01" /><Relationship Type="http://schemas.openxmlformats.org/officeDocument/2006/relationships/notesSlide" Target="/ppt/notesSlides/notesSlide6.xml" Id="Rcc0f3ba6ff694d8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074f692014f430a" /><Relationship Type="http://schemas.openxmlformats.org/officeDocument/2006/relationships/notesSlide" Target="/ppt/notesSlides/notesSlide7.xml" Id="R6a8c811d9957440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de6aebba40b4367" /><Relationship Type="http://schemas.openxmlformats.org/officeDocument/2006/relationships/notesSlide" Target="/ppt/notesSlides/notesSlide8.xml" Id="Ra666985e1dcc42f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e5788a351734020" /><Relationship Type="http://schemas.openxmlformats.org/officeDocument/2006/relationships/notesSlide" Target="/ppt/notesSlides/notesSlide9.xml" Id="R72fb602d35b9425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d9292f3abf64a37" /><Relationship Type="http://schemas.openxmlformats.org/officeDocument/2006/relationships/notesSlide" Target="/ppt/notesSlides/notesSlide10.xml" Id="R537f50bfcc13485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8119a017281456f" /><Relationship Type="http://schemas.openxmlformats.org/officeDocument/2006/relationships/notesSlide" Target="/ppt/notesSlides/notesSlide11.xml" Id="R745800365ce44800"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e93ac078fc04cdc" /><Relationship Type="http://schemas.openxmlformats.org/officeDocument/2006/relationships/notesSlide" Target="/ppt/notesSlides/notesSlide12.xml" Id="Rdb68cf0deb714cf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f4c6e77eedd4586" /><Relationship Type="http://schemas.openxmlformats.org/officeDocument/2006/relationships/notesSlide" Target="/ppt/notesSlides/notesSlide13.xml" Id="R9822fa0fab7c4c7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21bb2fdc700345cc" /><Relationship Type="http://schemas.openxmlformats.org/officeDocument/2006/relationships/notesSlide" Target="/ppt/notesSlides/notesSlide14.xml" Id="Rd5df610bf621432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4327d2256d84a16" /><Relationship Type="http://schemas.openxmlformats.org/officeDocument/2006/relationships/notesSlide" Target="/ppt/notesSlides/notesSlide15.xml" Id="R479399e070824a3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25a00daa8694f2a" /><Relationship Type="http://schemas.openxmlformats.org/officeDocument/2006/relationships/notesSlide" Target="/ppt/notesSlides/notesSlide16.xml" Id="Rf1aadf6d91534fa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fd1d602514374545" /><Relationship Type="http://schemas.openxmlformats.org/officeDocument/2006/relationships/notesSlide" Target="/ppt/notesSlides/notesSlide17.xml" Id="R0703d04af1ee4bc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cf73118ef96b4417" /><Relationship Type="http://schemas.openxmlformats.org/officeDocument/2006/relationships/notesSlide" Target="/ppt/notesSlides/notesSlide18.xml" Id="R87693d1397d34c0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ae2603b316834bcd" /><Relationship Type="http://schemas.openxmlformats.org/officeDocument/2006/relationships/notesSlide" Target="/ppt/notesSlides/notesSlide19.xml" Id="R14cca2bb303a4a5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022ceb7510b340b7" /><Relationship Type="http://schemas.openxmlformats.org/officeDocument/2006/relationships/notesSlide" Target="/ppt/notesSlides/notesSlide20.xml" Id="R265a983d34184fb5"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35b05cf752e64a17" /><Relationship Type="http://schemas.openxmlformats.org/officeDocument/2006/relationships/notesSlide" Target="/ppt/notesSlides/notesSlide21.xml" Id="Rf3dde7d3e907473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644fb228174e459f" /><Relationship Type="http://schemas.openxmlformats.org/officeDocument/2006/relationships/notesSlide" Target="/ppt/notesSlides/notesSlide22.xml" Id="R0ba61d722a844c6e"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c9ae828d6f114d46" /><Relationship Type="http://schemas.openxmlformats.org/officeDocument/2006/relationships/notesSlide" Target="/ppt/notesSlides/notesSlide23.xml" Id="R5c3bfe988d6544b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f89e645c7f04a45" /><Relationship Type="http://schemas.openxmlformats.org/officeDocument/2006/relationships/notesSlide" Target="/ppt/notesSlides/notesSlide24.xml" Id="R09a125bef3fb49af"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5548f5af5a24653" /><Relationship Type="http://schemas.openxmlformats.org/officeDocument/2006/relationships/notesSlide" Target="/ppt/notesSlides/notesSlide25.xml" Id="R797d19d66a134b81"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bd7bb40fcd184f53" /><Relationship Type="http://schemas.openxmlformats.org/officeDocument/2006/relationships/notesSlide" Target="/ppt/notesSlides/notesSlide26.xml" Id="R38f7d13342c64fb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7c4fa64890314418" /><Relationship Type="http://schemas.openxmlformats.org/officeDocument/2006/relationships/notesSlide" Target="/ppt/notesSlides/notesSlide27.xml" Id="Rdd7b7d1bcc5741d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f6767e866ca46d9" /><Relationship Type="http://schemas.openxmlformats.org/officeDocument/2006/relationships/notesSlide" Target="/ppt/notesSlides/notesSlide28.xml" Id="Rbd1f275900244d80"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f584c8925f4348a7" /><Relationship Type="http://schemas.openxmlformats.org/officeDocument/2006/relationships/notesSlide" Target="/ppt/notesSlides/notesSlide29.xml" Id="R31c9df40a252422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6c4ed8d6f9a34b50" /><Relationship Type="http://schemas.openxmlformats.org/officeDocument/2006/relationships/notesSlide" Target="/ppt/notesSlides/notesSlide30.xml" Id="R7ba48f4cea4048ea"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65a1dc1aef4a49e0" /><Relationship Type="http://schemas.openxmlformats.org/officeDocument/2006/relationships/notesSlide" Target="/ppt/notesSlides/notesSlide31.xml" Id="R7f28f76463ca4c80"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20bbd0ae9d77430a" /><Relationship Type="http://schemas.openxmlformats.org/officeDocument/2006/relationships/notesSlide" Target="/ppt/notesSlides/notesSlide32.xml" Id="Rc8232e2c748a4429"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19121d8a22f14f61" /><Relationship Type="http://schemas.openxmlformats.org/officeDocument/2006/relationships/notesSlide" Target="/ppt/notesSlides/notesSlide33.xml" Id="R77b9e32852c946f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9dc62d0a1c954cdb" /><Relationship Type="http://schemas.openxmlformats.org/officeDocument/2006/relationships/notesSlide" Target="/ppt/notesSlides/notesSlide34.xml" Id="R7207f460942f46ac"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4abbd64417c04ce0" /><Relationship Type="http://schemas.openxmlformats.org/officeDocument/2006/relationships/notesSlide" Target="/ppt/notesSlides/notesSlide35.xml" Id="Rc7561fc199da4bd8"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a8770c9eebb74b3d" /><Relationship Type="http://schemas.openxmlformats.org/officeDocument/2006/relationships/notesSlide" Target="/ppt/notesSlides/notesSlide36.xml" Id="R86b89559eb384ce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fc88b7e7207e4073" /><Relationship Type="http://schemas.openxmlformats.org/officeDocument/2006/relationships/notesSlide" Target="/ppt/notesSlides/notesSlide37.xml" Id="Raf0275caf1524ec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bc1146106bb746df" /><Relationship Type="http://schemas.openxmlformats.org/officeDocument/2006/relationships/notesSlide" Target="/ppt/notesSlides/notesSlide38.xml" Id="R912ed0cb3e2548b5"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1e692493006f48d6" /><Relationship Type="http://schemas.openxmlformats.org/officeDocument/2006/relationships/notesSlide" Target="/ppt/notesSlides/notesSlide39.xml" Id="Red73973721d549c3"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5533b4419f2349a9" /><Relationship Type="http://schemas.openxmlformats.org/officeDocument/2006/relationships/notesSlide" Target="/ppt/notesSlides/notesSlide40.xml" Id="Rc0e242a5fc1f418e"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b86be4d0b0304376" /><Relationship Type="http://schemas.openxmlformats.org/officeDocument/2006/relationships/notesSlide" Target="/ppt/notesSlides/notesSlide41.xml" Id="Rd3e4827ad0d74f05"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bbfe3bd23a7f4e7e" /><Relationship Type="http://schemas.openxmlformats.org/officeDocument/2006/relationships/notesSlide" Target="/ppt/notesSlides/notesSlide42.xml" Id="Rc080ab6d99f542d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8709c4d2973d44fa" /><Relationship Type="http://schemas.openxmlformats.org/officeDocument/2006/relationships/notesSlide" Target="/ppt/notesSlides/notesSlide43.xml" Id="Rbfc6e8f44d754dce"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49dbc6545b164088" /><Relationship Type="http://schemas.openxmlformats.org/officeDocument/2006/relationships/notesSlide" Target="/ppt/notesSlides/notesSlide44.xml" Id="R44968026431f4618"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a41cf4fb1ee94116" /><Relationship Type="http://schemas.openxmlformats.org/officeDocument/2006/relationships/notesSlide" Target="/ppt/notesSlides/notesSlide45.xml" Id="Ra2ad6e18e3de4f27"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b5ce0b5212c54f59" /><Relationship Type="http://schemas.openxmlformats.org/officeDocument/2006/relationships/notesSlide" Target="/ppt/notesSlides/notesSlide46.xml" Id="R483c4f6a70974c07"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3723a8b171904eb8" /><Relationship Type="http://schemas.openxmlformats.org/officeDocument/2006/relationships/notesSlide" Target="/ppt/notesSlides/notesSlide47.xml" Id="R1d8ac8b44ee443e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089f5c32766a483c" /><Relationship Type="http://schemas.openxmlformats.org/officeDocument/2006/relationships/notesSlide" Target="/ppt/notesSlides/notesSlide48.xml" Id="Rdd268b9e15a84653"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2c6d12610f634c04" /><Relationship Type="http://schemas.openxmlformats.org/officeDocument/2006/relationships/notesSlide" Target="/ppt/notesSlides/notesSlide49.xml" Id="R75a1b8e318d249e4"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a4df0cd3d5c74cd0" /><Relationship Type="http://schemas.openxmlformats.org/officeDocument/2006/relationships/notesSlide" Target="/ppt/notesSlides/notesSlide50.xml" Id="Ra2828458767541cf"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9594ca3ed7e049ab" /><Relationship Type="http://schemas.openxmlformats.org/officeDocument/2006/relationships/notesSlide" Target="/ppt/notesSlides/notesSlide51.xml" Id="Rd2abf9c4c3b54652"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62b14024ac184977" /><Relationship Type="http://schemas.openxmlformats.org/officeDocument/2006/relationships/notesSlide" Target="/ppt/notesSlides/notesSlide52.xml" Id="Rd425c85aae44495c"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c402b4ac0a2b4992" /><Relationship Type="http://schemas.openxmlformats.org/officeDocument/2006/relationships/notesSlide" Target="/ppt/notesSlides/notesSlide53.xml" Id="Rc688189ce71749e2"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145210bc318c4489" /><Relationship Type="http://schemas.openxmlformats.org/officeDocument/2006/relationships/notesSlide" Target="/ppt/notesSlides/notesSlide54.xml" Id="R38beb8a879fd4091"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7cb23d0da683415a" /><Relationship Type="http://schemas.openxmlformats.org/officeDocument/2006/relationships/notesSlide" Target="/ppt/notesSlides/notesSlide55.xml" Id="R824c940979524802"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aabf9fc2e5934e0d" /><Relationship Type="http://schemas.openxmlformats.org/officeDocument/2006/relationships/notesSlide" Target="/ppt/notesSlides/notesSlide56.xml" Id="R674592036f5e48dc"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bc1e165b644f4db8" /><Relationship Type="http://schemas.openxmlformats.org/officeDocument/2006/relationships/notesSlide" Target="/ppt/notesSlides/notesSlide57.xml" Id="Rca3ca630d9844502"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8b35cfd039c64a9a" /><Relationship Type="http://schemas.openxmlformats.org/officeDocument/2006/relationships/notesSlide" Target="/ppt/notesSlides/notesSlide58.xml" Id="R822e4cd33832489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84b009c33aa54f82" /><Relationship Type="http://schemas.openxmlformats.org/officeDocument/2006/relationships/notesSlide" Target="/ppt/notesSlides/notesSlide59.xml" Id="R2d3dec16a122460d"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f72674a57a6444ab" /><Relationship Type="http://schemas.openxmlformats.org/officeDocument/2006/relationships/notesSlide" Target="/ppt/notesSlides/notesSlide60.xml" Id="Rc32da0924ed14732"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cd7b0ae4b1ff4bc8" /><Relationship Type="http://schemas.openxmlformats.org/officeDocument/2006/relationships/notesSlide" Target="/ppt/notesSlides/notesSlide61.xml" Id="R7a4979a6b1f947cb"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d7a13632fdbe40e4" /><Relationship Type="http://schemas.openxmlformats.org/officeDocument/2006/relationships/notesSlide" Target="/ppt/notesSlides/notesSlide62.xml" Id="R523fab0e1f8841cf"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2b93e0a1dbdf4964" /><Relationship Type="http://schemas.openxmlformats.org/officeDocument/2006/relationships/notesSlide" Target="/ppt/notesSlides/notesSlide63.xml" Id="R876dca4ad14b4d72"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5719959ed58d403f" /><Relationship Type="http://schemas.openxmlformats.org/officeDocument/2006/relationships/notesSlide" Target="/ppt/notesSlides/notesSlide64.xml" Id="R96cbb0b394774c0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9198645c9dae4921" /><Relationship Type="http://schemas.openxmlformats.org/officeDocument/2006/relationships/notesSlide" Target="/ppt/notesSlides/notesSlide65.xml" Id="Ref030201033346e8"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01351be59e9c488d" /><Relationship Type="http://schemas.openxmlformats.org/officeDocument/2006/relationships/notesSlide" Target="/ppt/notesSlides/notesSlide66.xml" Id="R87b3ead2291a405d"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a2a4d1c7457444ff" /><Relationship Type="http://schemas.openxmlformats.org/officeDocument/2006/relationships/notesSlide" Target="/ppt/notesSlides/notesSlide67.xml" Id="R0fb32f5ce87e4a2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1961bea8d72a47ba" /><Relationship Type="http://schemas.openxmlformats.org/officeDocument/2006/relationships/notesSlide" Target="/ppt/notesSlides/notesSlide68.xml" Id="Reb25cecb5297403d"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3213daf7c8fd45d8" /><Relationship Type="http://schemas.openxmlformats.org/officeDocument/2006/relationships/notesSlide" Target="/ppt/notesSlides/notesSlide69.xml" Id="R665e1a76aecb49fe"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fcec6cdc39844e44" /><Relationship Type="http://schemas.openxmlformats.org/officeDocument/2006/relationships/notesSlide" Target="/ppt/notesSlides/notesSlide70.xml" Id="Rbf89760893484c76"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f1bb57b963034ae3" /><Relationship Type="http://schemas.openxmlformats.org/officeDocument/2006/relationships/notesSlide" Target="/ppt/notesSlides/notesSlide71.xml" Id="R15208a54cb98483d"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22a59fb0dbe64c7b" /><Relationship Type="http://schemas.openxmlformats.org/officeDocument/2006/relationships/notesSlide" Target="/ppt/notesSlides/notesSlide72.xml" Id="Read7d8228d21457b"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c8eb3af9e4894232" /><Relationship Type="http://schemas.openxmlformats.org/officeDocument/2006/relationships/notesSlide" Target="/ppt/notesSlides/notesSlide73.xml" Id="R7d6089591aaa42d4"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08157da1b6544f0d" /><Relationship Type="http://schemas.openxmlformats.org/officeDocument/2006/relationships/notesSlide" Target="/ppt/notesSlides/notesSlide74.xml" Id="R8019b1140b3644cc"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4025319fe7d149b0" /><Relationship Type="http://schemas.openxmlformats.org/officeDocument/2006/relationships/notesSlide" Target="/ppt/notesSlides/notesSlide75.xml" Id="Ra4abd0e0dc434171"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5cb12cfa2da04460" /><Relationship Type="http://schemas.openxmlformats.org/officeDocument/2006/relationships/notesSlide" Target="/ppt/notesSlides/notesSlide76.xml" Id="R0b8a8e72f16444f1"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4eb7639864d944cd" /><Relationship Type="http://schemas.openxmlformats.org/officeDocument/2006/relationships/notesSlide" Target="/ppt/notesSlides/notesSlide77.xml" Id="R52aa1afe20d74f0b"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db70d4f44c314ac6" /><Relationship Type="http://schemas.openxmlformats.org/officeDocument/2006/relationships/notesSlide" Target="/ppt/notesSlides/notesSlide78.xml" Id="Rca7570c6df2949fb"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ee3bd0752c3346b5" /><Relationship Type="http://schemas.openxmlformats.org/officeDocument/2006/relationships/notesSlide" Target="/ppt/notesSlides/notesSlide79.xml" Id="R11717ed7d84d47dd"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6ff997e07eda44a8" /><Relationship Type="http://schemas.openxmlformats.org/officeDocument/2006/relationships/notesSlide" Target="/ppt/notesSlides/notesSlide80.xml" Id="R9a39699bf452418a"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5a9b71631abc40fb" /><Relationship Type="http://schemas.openxmlformats.org/officeDocument/2006/relationships/notesSlide" Target="/ppt/notesSlides/notesSlide81.xml" Id="Rbb31897c9d684bff"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3f5be74507e1435f" /><Relationship Type="http://schemas.openxmlformats.org/officeDocument/2006/relationships/notesSlide" Target="/ppt/notesSlides/notesSlide82.xml" Id="R544aa51ec20b4d14"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c21e739b78a242dc" /><Relationship Type="http://schemas.openxmlformats.org/officeDocument/2006/relationships/notesSlide" Target="/ppt/notesSlides/notesSlide83.xml" Id="R662cf1886faa46cb"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6a8f9f03e1674d9f" /><Relationship Type="http://schemas.openxmlformats.org/officeDocument/2006/relationships/notesSlide" Target="/ppt/notesSlides/notesSlide84.xml" Id="Rb106cfcfcfd845e5"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6c430bde9e1b41cd" /><Relationship Type="http://schemas.openxmlformats.org/officeDocument/2006/relationships/notesSlide" Target="/ppt/notesSlides/notesSlide85.xml" Id="R09c9c18c26af46fc"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08fce56d27f3496f" /><Relationship Type="http://schemas.openxmlformats.org/officeDocument/2006/relationships/notesSlide" Target="/ppt/notesSlides/notesSlide86.xml" Id="R968430528b494125"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8028e0d222714f05" /><Relationship Type="http://schemas.openxmlformats.org/officeDocument/2006/relationships/notesSlide" Target="/ppt/notesSlides/notesSlide87.xml" Id="R638ff07b0071469a"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445b91cdd0924ef2" /><Relationship Type="http://schemas.openxmlformats.org/officeDocument/2006/relationships/notesSlide" Target="/ppt/notesSlides/notesSlide88.xml" Id="Re79b15cf8edc4b9f"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6346a0461ab240d3" /><Relationship Type="http://schemas.openxmlformats.org/officeDocument/2006/relationships/notesSlide" Target="/ppt/notesSlides/notesSlide89.xml" Id="R95501e38125f45a9"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a5b96711b1b94328" /><Relationship Type="http://schemas.openxmlformats.org/officeDocument/2006/relationships/notesSlide" Target="/ppt/notesSlides/notesSlide90.xml" Id="R1ba5e77a64904e26"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adf334e904324466" /><Relationship Type="http://schemas.openxmlformats.org/officeDocument/2006/relationships/notesSlide" Target="/ppt/notesSlides/notesSlide91.xml" Id="R721d451ba92e4e3f"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3947d6922f4b4f97" /><Relationship Type="http://schemas.openxmlformats.org/officeDocument/2006/relationships/notesSlide" Target="/ppt/notesSlides/notesSlide92.xml" Id="R0e79165afc984918"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08128b28635f4f2a" /><Relationship Type="http://schemas.openxmlformats.org/officeDocument/2006/relationships/notesSlide" Target="/ppt/notesSlides/notesSlide93.xml" Id="R0eded805dc37497d"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03dc47750b8d4d49" /><Relationship Type="http://schemas.openxmlformats.org/officeDocument/2006/relationships/notesSlide" Target="/ppt/notesSlides/notesSlide94.xml" Id="R9821f18b633140a5"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854c2200d1d64b3d" /><Relationship Type="http://schemas.openxmlformats.org/officeDocument/2006/relationships/notesSlide" Target="/ppt/notesSlides/notesSlide95.xml" Id="Re9f47bb33aca4e9e"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2658ba2705184a28" /><Relationship Type="http://schemas.openxmlformats.org/officeDocument/2006/relationships/notesSlide" Target="/ppt/notesSlides/notesSlide96.xml" Id="R9efac4a008394a91"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7593ee6f3b4b4cba" /><Relationship Type="http://schemas.openxmlformats.org/officeDocument/2006/relationships/notesSlide" Target="/ppt/notesSlides/notesSlide97.xml" Id="Rb6986ca90eb44fca"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1a17751fae554a3c" /><Relationship Type="http://schemas.openxmlformats.org/officeDocument/2006/relationships/notesSlide" Target="/ppt/notesSlides/notesSlide98.xml" Id="R81d6c4083e6b4ed4"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7eff55c936e34f7b" /><Relationship Type="http://schemas.openxmlformats.org/officeDocument/2006/relationships/notesSlide" Target="/ppt/notesSlides/notesSlide99.xml" Id="R49bb440b1ad143ce"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4f7453d56c25438f" /><Relationship Type="http://schemas.openxmlformats.org/officeDocument/2006/relationships/notesSlide" Target="/ppt/notesSlides/notesSlide100.xml" Id="Re3cc72d010a74401"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38c40f0e36c54b47" /><Relationship Type="http://schemas.openxmlformats.org/officeDocument/2006/relationships/notesSlide" Target="/ppt/notesSlides/notesSlide101.xml" Id="Re815bf3f2fdf49b2" /></Relationships>
</file>

<file path=ppt/slides/_rels/slide102.xml.rels>&#65279;<?xml version="1.0" encoding="utf-8"?><Relationships xmlns="http://schemas.openxmlformats.org/package/2006/relationships"><Relationship Type="http://schemas.openxmlformats.org/officeDocument/2006/relationships/slideLayout" Target="/ppt/slideLayouts/slideLayout1.xml" Id="R7e6ebe18166145ac" /><Relationship Type="http://schemas.openxmlformats.org/officeDocument/2006/relationships/notesSlide" Target="/ppt/notesSlides/notesSlide102.xml" Id="R7f22eabea329496a" /></Relationships>
</file>

<file path=ppt/slides/slide1.xml><?xml version="1.0" encoding="utf-8"?>
<p:sld xmlns:p="http://schemas.openxmlformats.org/presentationml/2006/main">
  <p:cSld>
    <p:bg>
      <p:bgPr>
        <a:solidFill xmlns:a="http://schemas.openxmlformats.org/drawingml/2006/main">
          <a:srgbClr val="002FA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09C7149-C2F6-44BC-B8FB-262E9DF79EC3}"/>
              </a:ext>
            </a:extLst>
          </p:cNvPr>
          <p:cNvSpPr>
            <a:spLocks xmlns:a="http://schemas.openxmlformats.org/drawingml/2006/main" noGrp="1"/>
          </p:cNvSpPr>
          <p:nvPr/>
        </p:nvSpPr>
        <p:spPr>
          <a:xfrm xmlns:a="http://schemas.openxmlformats.org/drawingml/2006/main">
            <a:off x="609600" y="4095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Arial"/>
                <a:ea typeface="Arial"/>
                <a:cs typeface="Arial"/>
              </a:defRPr>
            </a:pPr>
            <a:r>
              <a:t>K-DIGITAL  /  PHYSICAL AI</a:t>
            </a:r>
          </a:p>
        </p:txBody>
      </p:sp>
      <p:sp>
        <p:nvSpPr>
          <p:cNvPr id="2" name="">
            <a:extLst xmlns:a="http://schemas.openxmlformats.org/drawingml/2006/main">
              <a:ext uri="{FF2B5EF4-FFF2-40B4-BE49-F238E27FC236}">
                <a16:creationId xmlns:a16="http://schemas.microsoft.com/office/drawing/2014/main" id="{995F70F2-F250-4648-A2FC-ADE8C33D9FCE}"/>
              </a:ext>
            </a:extLst>
          </p:cNvPr>
          <p:cNvSpPr>
            <a:spLocks xmlns:a="http://schemas.openxmlformats.org/drawingml/2006/main" noGrp="1"/>
          </p:cNvSpPr>
          <p:nvPr/>
        </p:nvSpPr>
        <p:spPr>
          <a:xfrm xmlns:a="http://schemas.openxmlformats.org/drawingml/2006/main">
            <a:off x="590550" y="1476375"/>
            <a:ext cx="10668000" cy="3238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6150" b="0">
                <a:solidFill>
                  <a:srgbClr val="FFFFFF"/>
                </a:solidFill>
                <a:latin typeface="Noto Sans KR"/>
                <a:ea typeface="Noto Sans KR"/>
                <a:cs typeface="Noto Sans KR"/>
              </a:defRPr>
            </a:pPr>
            <a:r>
              <a:t>웹 대시보드</a:t>
            </a:r>
          </a:p>
        </p:txBody>
      </p:sp>
      <p:sp>
        <p:nvSpPr>
          <p:cNvPr id="3" name="">
            <a:extLst xmlns:a="http://schemas.openxmlformats.org/drawingml/2006/main">
              <a:ext uri="{FF2B5EF4-FFF2-40B4-BE49-F238E27FC236}">
                <a16:creationId xmlns:a16="http://schemas.microsoft.com/office/drawing/2014/main" id="{C1E94D2B-C1AC-4678-8C31-3C5D7DEF8851}"/>
              </a:ext>
            </a:extLst>
          </p:cNvPr>
          <p:cNvSpPr>
            <a:spLocks xmlns:a="http://schemas.openxmlformats.org/drawingml/2006/main" noGrp="1"/>
          </p:cNvSpPr>
          <p:nvPr/>
        </p:nvSpPr>
        <p:spPr>
          <a:xfrm xmlns:a="http://schemas.openxmlformats.org/drawingml/2006/main">
            <a:off x="628650" y="51054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2026-10-29</a:t>
            </a:r>
          </a:p>
        </p:txBody>
      </p:sp>
      <p:sp>
        <p:nvSpPr>
          <p:cNvPr id="4" name="">
            <a:extLst xmlns:a="http://schemas.openxmlformats.org/drawingml/2006/main">
              <a:ext uri="{FF2B5EF4-FFF2-40B4-BE49-F238E27FC236}">
                <a16:creationId xmlns:a16="http://schemas.microsoft.com/office/drawing/2014/main" id="{8F191A0E-EA48-4351-B715-766839DA5590}"/>
              </a:ext>
            </a:extLst>
          </p:cNvPr>
          <p:cNvSpPr>
            <a:spLocks xmlns:a="http://schemas.openxmlformats.org/drawingml/2006/main" noGrp="1"/>
          </p:cNvSpPr>
          <p:nvPr/>
        </p:nvSpPr>
        <p:spPr>
          <a:xfrm xmlns:a="http://schemas.openxmlformats.org/drawingml/2006/main">
            <a:off x="628650" y="5505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오늘은 개념을 읽고 직접 예상해 봅니다.</a:t>
            </a:r>
          </a:p>
        </p:txBody>
      </p:sp>
      <p:sp>
        <p:nvSpPr>
          <p:cNvPr id="5" name="">
            <a:extLst xmlns:a="http://schemas.openxmlformats.org/drawingml/2006/main">
              <a:ext uri="{FF2B5EF4-FFF2-40B4-BE49-F238E27FC236}">
                <a16:creationId xmlns:a16="http://schemas.microsoft.com/office/drawing/2014/main" id="{F3BCC642-C08C-4B99-B393-664B477351D9}"/>
              </a:ext>
            </a:extLst>
          </p:cNvPr>
          <p:cNvSpPr>
            <a:spLocks xmlns:a="http://schemas.openxmlformats.org/drawingml/2006/main" noGrp="1"/>
          </p:cNvSpPr>
          <p:nvPr/>
        </p:nvSpPr>
        <p:spPr>
          <a:xfrm xmlns:a="http://schemas.openxmlformats.org/drawingml/2006/main">
            <a:off x="628650" y="59055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950" b="0">
                <a:solidFill>
                  <a:srgbClr val="FFFFFF"/>
                </a:solidFill>
                <a:latin typeface="Noto Sans KR"/>
                <a:ea typeface="Noto Sans KR"/>
                <a:cs typeface="Noto Sans KR"/>
              </a:defRPr>
            </a:pPr>
            <a:r>
              <a:t>파일·모의 결과와 실제 장비 증거를 나눕니다.</a:t>
            </a:r>
          </a:p>
        </p:txBody>
      </p:sp>
      <p:sp>
        <p:nvSpPr>
          <p:cNvPr id="6" name="">
            <a:extLst xmlns:a="http://schemas.openxmlformats.org/drawingml/2006/main">
              <a:ext uri="{FF2B5EF4-FFF2-40B4-BE49-F238E27FC236}">
                <a16:creationId xmlns:a16="http://schemas.microsoft.com/office/drawing/2014/main" id="{8C444546-B1AC-4924-8802-6C648E41FE4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4753B81-3E1B-4749-A216-AE2BD53EC89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17B3900C-442B-41E8-841E-CCC8BE9FDD6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001</a:t>
            </a:r>
          </a:p>
        </p:txBody>
      </p:sp>
    </p:spTree>
    <p:extLst>
      <p:ext uri="{BB962C8B-B14F-4D97-AF65-F5344CB8AC3E}">
        <p14:creationId xmlns:p14="http://schemas.microsoft.com/office/powerpoint/2010/main" val="827373305"/>
      </p:ext>
    </p:extLst>
  </p:cSld>
</p:sld>
</file>

<file path=ppt/slides/slide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F66BDEE5-1C7C-4F59-B222-A6884D54A03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2026.10.29</a:t>
            </a:r>
          </a:p>
        </p:txBody>
      </p:sp>
      <p:sp>
        <p:nvSpPr>
          <p:cNvPr id="2" name="">
            <a:extLst xmlns:a="http://schemas.openxmlformats.org/drawingml/2006/main">
              <a:ext uri="{FF2B5EF4-FFF2-40B4-BE49-F238E27FC236}">
                <a16:creationId xmlns:a16="http://schemas.microsoft.com/office/drawing/2014/main" id="{C7CCCE4E-33B9-40F4-82B9-95FA25956C2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자료 폴더와 학생 작업 파일</a:t>
            </a:r>
          </a:p>
        </p:txBody>
      </p:sp>
      <p:sp>
        <p:nvSpPr>
          <p:cNvPr id="3" name="">
            <a:extLst xmlns:a="http://schemas.openxmlformats.org/drawingml/2006/main">
              <a:ext uri="{FF2B5EF4-FFF2-40B4-BE49-F238E27FC236}">
                <a16:creationId xmlns:a16="http://schemas.microsoft.com/office/drawing/2014/main" id="{59F8B661-A404-4B0D-B0E0-2C43B692BE2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276954AF-9CA6-4FAD-98F2-CAABE83A2775}"/>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data</a:t>
            </a:r>
            <a:r>
              <a:t>: 읽을 입력</a:t>
            </a:r>
          </a:p>
        </p:txBody>
      </p:sp>
      <p:sp>
        <p:nvSpPr>
          <p:cNvPr id="5" name="">
            <a:extLst xmlns:a="http://schemas.openxmlformats.org/drawingml/2006/main">
              <a:ext uri="{FF2B5EF4-FFF2-40B4-BE49-F238E27FC236}">
                <a16:creationId xmlns:a16="http://schemas.microsoft.com/office/drawing/2014/main" id="{334BD108-F0C7-4FE0-9BB7-9E4690B012A0}"/>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BE51CE3-5417-40ED-AC29-DB0626416183}"/>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5C4133D-7541-435D-9B2C-2D8FAE95A70C}"/>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code: 제공 참고 코드</a:t>
            </a:r>
          </a:p>
        </p:txBody>
      </p:sp>
      <p:sp>
        <p:nvSpPr>
          <p:cNvPr id="8" name="">
            <a:extLst xmlns:a="http://schemas.openxmlformats.org/drawingml/2006/main">
              <a:ext uri="{FF2B5EF4-FFF2-40B4-BE49-F238E27FC236}">
                <a16:creationId xmlns:a16="http://schemas.microsoft.com/office/drawing/2014/main" id="{F0F47C03-A89E-4F41-B798-FACF9A38725E}"/>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7D9B9BA-786F-429B-8BE3-30C14A511286}"/>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F92898BD-B251-4A29-AA1A-1AFB8AA5E527}"/>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 나의 복사본과 기록</a:t>
            </a:r>
          </a:p>
        </p:txBody>
      </p:sp>
      <p:sp>
        <p:nvSpPr>
          <p:cNvPr id="11" name="">
            <a:extLst xmlns:a="http://schemas.openxmlformats.org/drawingml/2006/main">
              <a:ext uri="{FF2B5EF4-FFF2-40B4-BE49-F238E27FC236}">
                <a16:creationId xmlns:a16="http://schemas.microsoft.com/office/drawing/2014/main" id="{4A1684ED-922F-4233-A915-83E826FA1DC3}"/>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ECFE0552-01EA-41FE-A9E0-A3526733FE78}"/>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9E41A454-0D02-4619-BF5D-7EBE98490F80}"/>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저장한 뒤 실행해야 결과가 나옵니다.</a:t>
            </a:r>
          </a:p>
        </p:txBody>
      </p:sp>
      <p:sp>
        <p:nvSpPr>
          <p:cNvPr id="14" name="">
            <a:extLst xmlns:a="http://schemas.openxmlformats.org/drawingml/2006/main">
              <a:ext uri="{FF2B5EF4-FFF2-40B4-BE49-F238E27FC236}">
                <a16:creationId xmlns:a16="http://schemas.microsoft.com/office/drawing/2014/main" id="{E00908EC-21C6-476D-A028-0A01CC62724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6E201AEF-8C9F-4F67-9374-3028A5F6A65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6" name="">
            <a:extLst xmlns:a="http://schemas.openxmlformats.org/drawingml/2006/main">
              <a:ext uri="{FF2B5EF4-FFF2-40B4-BE49-F238E27FC236}">
                <a16:creationId xmlns:a16="http://schemas.microsoft.com/office/drawing/2014/main" id="{85A33316-BAFB-4E04-97BE-251267FE982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002</a:t>
            </a:r>
          </a:p>
        </p:txBody>
      </p:sp>
    </p:spTree>
    <p:extLst>
      <p:ext uri="{BB962C8B-B14F-4D97-AF65-F5344CB8AC3E}">
        <p14:creationId xmlns:p14="http://schemas.microsoft.com/office/powerpoint/2010/main" val="394949600"/>
      </p:ext>
    </p:extLst>
  </p:cSld>
</p:sld>
</file>

<file path=ppt/slides/slide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DCE8EB62-C047-44EE-A4F3-73009076467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2026.10.29</a:t>
            </a:r>
          </a:p>
        </p:txBody>
      </p:sp>
      <p:sp>
        <p:nvSpPr>
          <p:cNvPr id="2" name="">
            <a:extLst xmlns:a="http://schemas.openxmlformats.org/drawingml/2006/main">
              <a:ext uri="{FF2B5EF4-FFF2-40B4-BE49-F238E27FC236}">
                <a16:creationId xmlns:a16="http://schemas.microsoft.com/office/drawing/2014/main" id="{96AE32D3-131D-4F04-A406-F9293A57DD5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오늘의 6교시 일정</a:t>
            </a:r>
          </a:p>
        </p:txBody>
      </p:sp>
      <p:sp>
        <p:nvSpPr>
          <p:cNvPr id="3" name="">
            <a:extLst xmlns:a="http://schemas.openxmlformats.org/drawingml/2006/main">
              <a:ext uri="{FF2B5EF4-FFF2-40B4-BE49-F238E27FC236}">
                <a16:creationId xmlns:a16="http://schemas.microsoft.com/office/drawing/2014/main" id="{15FE8A9D-C84F-441C-9B24-1E32F6FB097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23818A2-5413-4E11-872C-90E239244085}"/>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1·2교시 10:00~11:50</a:t>
            </a:r>
          </a:p>
        </p:txBody>
      </p:sp>
      <p:sp>
        <p:nvSpPr>
          <p:cNvPr id="5" name="">
            <a:extLst xmlns:a="http://schemas.openxmlformats.org/drawingml/2006/main">
              <a:ext uri="{FF2B5EF4-FFF2-40B4-BE49-F238E27FC236}">
                <a16:creationId xmlns:a16="http://schemas.microsoft.com/office/drawing/2014/main" id="{6FEA9A3E-F8E3-47E6-884A-CD78CD3BFC4D}"/>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1B338FC-9909-4C73-9724-486B7F739A9C}"/>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6D8D27B-ECB2-4BB0-BFB0-153052E2E775}"/>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중식 11:50~13:00</a:t>
            </a:r>
          </a:p>
        </p:txBody>
      </p:sp>
      <p:sp>
        <p:nvSpPr>
          <p:cNvPr id="8" name="">
            <a:extLst xmlns:a="http://schemas.openxmlformats.org/drawingml/2006/main">
              <a:ext uri="{FF2B5EF4-FFF2-40B4-BE49-F238E27FC236}">
                <a16:creationId xmlns:a16="http://schemas.microsoft.com/office/drawing/2014/main" id="{5271AB5B-A728-42A7-949C-C9348A304BB4}"/>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D1A702B-8547-4A9C-9673-E808A21958B5}"/>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8C66A74B-C35D-4103-A497-8C7EB8E784CF}"/>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3~6교시 13:00~16:50</a:t>
            </a:r>
          </a:p>
        </p:txBody>
      </p:sp>
      <p:sp>
        <p:nvSpPr>
          <p:cNvPr id="11" name="">
            <a:extLst xmlns:a="http://schemas.openxmlformats.org/drawingml/2006/main">
              <a:ext uri="{FF2B5EF4-FFF2-40B4-BE49-F238E27FC236}">
                <a16:creationId xmlns:a16="http://schemas.microsoft.com/office/drawing/2014/main" id="{40ED0DD9-75BE-49B0-A73B-6C60EDBBBB2F}"/>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199C2F51-A1EE-43BE-9069-5179E7ABA5DF}"/>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B394CD94-EB8E-44CB-9636-79CFD99E2A62}"/>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수업 300분</a:t>
            </a:r>
            <a:r>
              <a:t> · 나머지는 휴식과 정리입니다.</a:t>
            </a:r>
          </a:p>
        </p:txBody>
      </p:sp>
      <p:sp>
        <p:nvSpPr>
          <p:cNvPr id="14" name="">
            <a:extLst xmlns:a="http://schemas.openxmlformats.org/drawingml/2006/main">
              <a:ext uri="{FF2B5EF4-FFF2-40B4-BE49-F238E27FC236}">
                <a16:creationId xmlns:a16="http://schemas.microsoft.com/office/drawing/2014/main" id="{5AB263A6-4220-4784-80CA-A4D9C276BEE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A303481-6E8E-424E-9F0B-447ABA5CF82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6" name="">
            <a:extLst xmlns:a="http://schemas.openxmlformats.org/drawingml/2006/main">
              <a:ext uri="{FF2B5EF4-FFF2-40B4-BE49-F238E27FC236}">
                <a16:creationId xmlns:a16="http://schemas.microsoft.com/office/drawing/2014/main" id="{D08E3FA5-0D10-4FA1-BB9D-9C8355B1C16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003</a:t>
            </a:r>
          </a:p>
        </p:txBody>
      </p:sp>
    </p:spTree>
    <p:extLst>
      <p:ext uri="{BB962C8B-B14F-4D97-AF65-F5344CB8AC3E}">
        <p14:creationId xmlns:p14="http://schemas.microsoft.com/office/powerpoint/2010/main" val="905224741"/>
      </p:ext>
    </p:extLst>
  </p:cSld>
</p:sld>
</file>

<file path=ppt/slides/slide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CCE4ACE1-8579-46CD-B564-2FDC2245E8A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2026.10.29</a:t>
            </a:r>
          </a:p>
        </p:txBody>
      </p:sp>
      <p:sp>
        <p:nvSpPr>
          <p:cNvPr id="2" name="">
            <a:extLst xmlns:a="http://schemas.openxmlformats.org/drawingml/2006/main">
              <a:ext uri="{FF2B5EF4-FFF2-40B4-BE49-F238E27FC236}">
                <a16:creationId xmlns:a16="http://schemas.microsoft.com/office/drawing/2014/main" id="{B65C6E26-943A-4F23-A848-C0F1607C638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시연·수정·비교·설명</a:t>
            </a:r>
          </a:p>
        </p:txBody>
      </p:sp>
      <p:sp>
        <p:nvSpPr>
          <p:cNvPr id="3" name="">
            <a:extLst xmlns:a="http://schemas.openxmlformats.org/drawingml/2006/main">
              <a:ext uri="{FF2B5EF4-FFF2-40B4-BE49-F238E27FC236}">
                <a16:creationId xmlns:a16="http://schemas.microsoft.com/office/drawing/2014/main" id="{D9B1D8C0-73BE-4BEE-BAA5-90A4CF6F208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851BAD7-E688-46D0-9B7B-5CA3562E95B8}"/>
              </a:ext>
            </a:extLst>
          </p:cNvPr>
          <p:cNvSpPr>
            <a:spLocks xmlns:a="http://schemas.openxmlformats.org/drawingml/2006/main" noGrp="1"/>
          </p:cNvSpPr>
          <p:nvPr/>
        </p:nvSpPr>
        <p:spPr>
          <a:xfrm xmlns:a="http://schemas.openxmlformats.org/drawingml/2006/main">
            <a:off x="1657350" y="24860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시연을 봅니다.</a:t>
            </a:r>
          </a:p>
        </p:txBody>
      </p:sp>
      <p:sp>
        <p:nvSpPr>
          <p:cNvPr id="5" name="">
            <a:extLst xmlns:a="http://schemas.openxmlformats.org/drawingml/2006/main">
              <a:ext uri="{FF2B5EF4-FFF2-40B4-BE49-F238E27FC236}">
                <a16:creationId xmlns:a16="http://schemas.microsoft.com/office/drawing/2014/main" id="{F011C304-6BEE-4AE7-BFEB-998B2751CA99}"/>
              </a:ext>
            </a:extLst>
          </p:cNvPr>
          <p:cNvSpPr>
            <a:spLocks xmlns:a="http://schemas.openxmlformats.org/drawingml/2006/main" noGrp="1"/>
          </p:cNvSpPr>
          <p:nvPr/>
        </p:nvSpPr>
        <p:spPr>
          <a:xfrm xmlns:a="http://schemas.openxmlformats.org/drawingml/2006/main">
            <a:off x="1657350" y="32194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5A8EE60-F488-4D91-9E7C-6A296073309B}"/>
              </a:ext>
            </a:extLst>
          </p:cNvPr>
          <p:cNvSpPr>
            <a:spLocks xmlns:a="http://schemas.openxmlformats.org/drawingml/2006/main" noGrp="1"/>
          </p:cNvSpPr>
          <p:nvPr/>
        </p:nvSpPr>
        <p:spPr>
          <a:xfrm xmlns:a="http://schemas.openxmlformats.org/drawingml/2006/main">
            <a:off x="609600" y="33147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91B7DB6-8E56-4F1A-ACA2-E7ED1FC5363D}"/>
              </a:ext>
            </a:extLst>
          </p:cNvPr>
          <p:cNvSpPr>
            <a:spLocks xmlns:a="http://schemas.openxmlformats.org/drawingml/2006/main" noGrp="1"/>
          </p:cNvSpPr>
          <p:nvPr/>
        </p:nvSpPr>
        <p:spPr>
          <a:xfrm xmlns:a="http://schemas.openxmlformats.org/drawingml/2006/main">
            <a:off x="1657350" y="33813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같이 따라 하고 한 값을 바꿉니다.</a:t>
            </a:r>
          </a:p>
        </p:txBody>
      </p:sp>
      <p:sp>
        <p:nvSpPr>
          <p:cNvPr id="8" name="">
            <a:extLst xmlns:a="http://schemas.openxmlformats.org/drawingml/2006/main">
              <a:ext uri="{FF2B5EF4-FFF2-40B4-BE49-F238E27FC236}">
                <a16:creationId xmlns:a16="http://schemas.microsoft.com/office/drawing/2014/main" id="{CCE87B3C-FCCA-4205-97B1-FFCBFC702326}"/>
              </a:ext>
            </a:extLst>
          </p:cNvPr>
          <p:cNvSpPr>
            <a:spLocks xmlns:a="http://schemas.openxmlformats.org/drawingml/2006/main" noGrp="1"/>
          </p:cNvSpPr>
          <p:nvPr/>
        </p:nvSpPr>
        <p:spPr>
          <a:xfrm xmlns:a="http://schemas.openxmlformats.org/drawingml/2006/main">
            <a:off x="1657350" y="411480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EAEA3FF-620A-4FFC-B5F2-623C7A6D5D44}"/>
              </a:ext>
            </a:extLst>
          </p:cNvPr>
          <p:cNvSpPr>
            <a:spLocks xmlns:a="http://schemas.openxmlformats.org/drawingml/2006/main" noGrp="1"/>
          </p:cNvSpPr>
          <p:nvPr/>
        </p:nvSpPr>
        <p:spPr>
          <a:xfrm xmlns:a="http://schemas.openxmlformats.org/drawingml/2006/main">
            <a:off x="609600" y="42100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A8BDC72F-6FEA-4061-B773-59FEF50707BE}"/>
              </a:ext>
            </a:extLst>
          </p:cNvPr>
          <p:cNvSpPr>
            <a:spLocks xmlns:a="http://schemas.openxmlformats.org/drawingml/2006/main" noGrp="1"/>
          </p:cNvSpPr>
          <p:nvPr/>
        </p:nvSpPr>
        <p:spPr>
          <a:xfrm xmlns:a="http://schemas.openxmlformats.org/drawingml/2006/main">
            <a:off x="1657350" y="427672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예상과 결과를 비교합니다.</a:t>
            </a:r>
          </a:p>
        </p:txBody>
      </p:sp>
      <p:sp>
        <p:nvSpPr>
          <p:cNvPr id="11" name="">
            <a:extLst xmlns:a="http://schemas.openxmlformats.org/drawingml/2006/main">
              <a:ext uri="{FF2B5EF4-FFF2-40B4-BE49-F238E27FC236}">
                <a16:creationId xmlns:a16="http://schemas.microsoft.com/office/drawing/2014/main" id="{DAEE6335-4045-478C-A3D4-F078EDDF82E7}"/>
              </a:ext>
            </a:extLst>
          </p:cNvPr>
          <p:cNvSpPr>
            <a:spLocks xmlns:a="http://schemas.openxmlformats.org/drawingml/2006/main" noGrp="1"/>
          </p:cNvSpPr>
          <p:nvPr/>
        </p:nvSpPr>
        <p:spPr>
          <a:xfrm xmlns:a="http://schemas.openxmlformats.org/drawingml/2006/main">
            <a:off x="1657350" y="50101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25D7329-E670-49B7-8994-C5086D3D7E29}"/>
              </a:ext>
            </a:extLst>
          </p:cNvPr>
          <p:cNvSpPr>
            <a:spLocks xmlns:a="http://schemas.openxmlformats.org/drawingml/2006/main" noGrp="1"/>
          </p:cNvSpPr>
          <p:nvPr/>
        </p:nvSpPr>
        <p:spPr>
          <a:xfrm xmlns:a="http://schemas.openxmlformats.org/drawingml/2006/main">
            <a:off x="609600" y="51054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04</a:t>
            </a:r>
          </a:p>
        </p:txBody>
      </p:sp>
      <p:sp>
        <p:nvSpPr>
          <p:cNvPr id="13" name="">
            <a:extLst xmlns:a="http://schemas.openxmlformats.org/drawingml/2006/main">
              <a:ext uri="{FF2B5EF4-FFF2-40B4-BE49-F238E27FC236}">
                <a16:creationId xmlns:a16="http://schemas.microsoft.com/office/drawing/2014/main" id="{7496B3E9-152B-4E1B-8B38-53DE908ECA4E}"/>
              </a:ext>
            </a:extLst>
          </p:cNvPr>
          <p:cNvSpPr>
            <a:spLocks xmlns:a="http://schemas.openxmlformats.org/drawingml/2006/main" noGrp="1"/>
          </p:cNvSpPr>
          <p:nvPr/>
        </p:nvSpPr>
        <p:spPr>
          <a:xfrm xmlns:a="http://schemas.openxmlformats.org/drawingml/2006/main">
            <a:off x="1657350" y="5172075"/>
            <a:ext cx="9906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왜 그런지 자기 말로 설명합니다.</a:t>
            </a:r>
          </a:p>
        </p:txBody>
      </p:sp>
      <p:sp>
        <p:nvSpPr>
          <p:cNvPr id="14" name="">
            <a:extLst xmlns:a="http://schemas.openxmlformats.org/drawingml/2006/main">
              <a:ext uri="{FF2B5EF4-FFF2-40B4-BE49-F238E27FC236}">
                <a16:creationId xmlns:a16="http://schemas.microsoft.com/office/drawing/2014/main" id="{1C1D24D7-47B5-4236-9544-063ABFB9F0C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904D4A01-9779-4322-81B3-E7695867771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6" name="">
            <a:extLst xmlns:a="http://schemas.openxmlformats.org/drawingml/2006/main">
              <a:ext uri="{FF2B5EF4-FFF2-40B4-BE49-F238E27FC236}">
                <a16:creationId xmlns:a16="http://schemas.microsoft.com/office/drawing/2014/main" id="{FCA9C39F-0E87-49C7-834F-88A3AC6EB84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004</a:t>
            </a:r>
          </a:p>
        </p:txBody>
      </p:sp>
    </p:spTree>
    <p:extLst>
      <p:ext uri="{BB962C8B-B14F-4D97-AF65-F5344CB8AC3E}">
        <p14:creationId xmlns:p14="http://schemas.microsoft.com/office/powerpoint/2010/main" val="1297829853"/>
      </p:ext>
    </p:extLst>
  </p:cSld>
</p:sld>
</file>

<file path=ppt/slides/slide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2FAB498-6E13-470E-9119-695C0667CA18}"/>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6F9E92-8E3F-4B80-A39E-DE562072B289}"/>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01</a:t>
            </a:r>
          </a:p>
        </p:txBody>
      </p:sp>
      <p:sp>
        <p:nvSpPr>
          <p:cNvPr id="3" name="">
            <a:extLst xmlns:a="http://schemas.openxmlformats.org/drawingml/2006/main">
              <a:ext uri="{FF2B5EF4-FFF2-40B4-BE49-F238E27FC236}">
                <a16:creationId xmlns:a16="http://schemas.microsoft.com/office/drawing/2014/main" id="{E27C00E4-9420-4CED-9BF0-9A107FE1917B}"/>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9D4B1C0B-55FD-41F9-B55C-85F0E7EDA5A4}"/>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업무 질문과 표시 규칙</a:t>
            </a:r>
          </a:p>
        </p:txBody>
      </p:sp>
      <p:sp>
        <p:nvSpPr>
          <p:cNvPr id="5" name="">
            <a:extLst xmlns:a="http://schemas.openxmlformats.org/drawingml/2006/main">
              <a:ext uri="{FF2B5EF4-FFF2-40B4-BE49-F238E27FC236}">
                <a16:creationId xmlns:a16="http://schemas.microsoft.com/office/drawing/2014/main" id="{A7438050-987A-4280-81CF-B24C9A4ED59D}"/>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2D4931C-E8A4-40A1-A89B-FD4C14706CEA}"/>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10:00~10:50 · 50분</a:t>
            </a:r>
          </a:p>
        </p:txBody>
      </p:sp>
      <p:sp>
        <p:nvSpPr>
          <p:cNvPr id="7" name="">
            <a:extLst xmlns:a="http://schemas.openxmlformats.org/drawingml/2006/main">
              <a:ext uri="{FF2B5EF4-FFF2-40B4-BE49-F238E27FC236}">
                <a16:creationId xmlns:a16="http://schemas.microsoft.com/office/drawing/2014/main" id="{3A476D88-A3FF-4D19-9D25-B47FE956E634}"/>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A01 · A02 · A03</a:t>
            </a:r>
          </a:p>
        </p:txBody>
      </p:sp>
      <p:sp>
        <p:nvSpPr>
          <p:cNvPr id="8" name="">
            <a:extLst xmlns:a="http://schemas.openxmlformats.org/drawingml/2006/main">
              <a:ext uri="{FF2B5EF4-FFF2-40B4-BE49-F238E27FC236}">
                <a16:creationId xmlns:a16="http://schemas.microsoft.com/office/drawing/2014/main" id="{70F67AC2-F158-40AB-A0DF-2A7167090D6A}"/>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6745544B-6EEE-49DB-B2D3-863076A0B8C3}"/>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2026.10.29</a:t>
            </a:r>
          </a:p>
        </p:txBody>
      </p:sp>
      <p:sp>
        <p:nvSpPr>
          <p:cNvPr id="10" name="">
            <a:extLst xmlns:a="http://schemas.openxmlformats.org/drawingml/2006/main">
              <a:ext uri="{FF2B5EF4-FFF2-40B4-BE49-F238E27FC236}">
                <a16:creationId xmlns:a16="http://schemas.microsoft.com/office/drawing/2014/main" id="{C14BBA52-61F0-426F-A655-C9D8C0539103}"/>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005</a:t>
            </a:r>
          </a:p>
        </p:txBody>
      </p:sp>
    </p:spTree>
    <p:extLst>
      <p:ext uri="{BB962C8B-B14F-4D97-AF65-F5344CB8AC3E}">
        <p14:creationId xmlns:p14="http://schemas.microsoft.com/office/powerpoint/2010/main" val="1889258511"/>
      </p:ext>
    </p:extLst>
  </p:cSld>
</p:sld>
</file>

<file path=ppt/slides/slide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AA1D639-42F9-4AB3-A91F-556E8915D56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361221FE-F138-47D8-947C-CC9D5F27AFC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현황판의 업무 질문</a:t>
            </a:r>
          </a:p>
        </p:txBody>
      </p:sp>
      <p:sp>
        <p:nvSpPr>
          <p:cNvPr id="3" name="">
            <a:extLst xmlns:a="http://schemas.openxmlformats.org/drawingml/2006/main">
              <a:ext uri="{FF2B5EF4-FFF2-40B4-BE49-F238E27FC236}">
                <a16:creationId xmlns:a16="http://schemas.microsoft.com/office/drawing/2014/main" id="{423B4965-D0E3-4CB9-B9C4-6D7B7F87926E}"/>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어느 장소의 온도인가요?</a:t>
            </a:r>
          </a:p>
        </p:txBody>
      </p:sp>
      <p:sp>
        <p:nvSpPr>
          <p:cNvPr id="4" name="">
            <a:extLst xmlns:a="http://schemas.openxmlformats.org/drawingml/2006/main">
              <a:ext uri="{FF2B5EF4-FFF2-40B4-BE49-F238E27FC236}">
                <a16:creationId xmlns:a16="http://schemas.microsoft.com/office/drawing/2014/main" id="{00A8D164-67CE-4A0C-8D9F-8645B44B04C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A8733E1-E280-4174-A055-95992EADE7C2}"/>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어느 장소의 온도인가요?</a:t>
            </a:r>
          </a:p>
        </p:txBody>
      </p:sp>
      <p:sp>
        <p:nvSpPr>
          <p:cNvPr id="6" name="">
            <a:extLst xmlns:a="http://schemas.openxmlformats.org/drawingml/2006/main">
              <a:ext uri="{FF2B5EF4-FFF2-40B4-BE49-F238E27FC236}">
                <a16:creationId xmlns:a16="http://schemas.microsoft.com/office/drawing/2014/main" id="{C4EBC565-0BE7-497C-9B71-09ECB815FD0E}"/>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언제 측정했고 지금 유효한가요?</a:t>
            </a:r>
          </a:p>
        </p:txBody>
      </p:sp>
      <p:sp>
        <p:nvSpPr>
          <p:cNvPr id="7" name="">
            <a:extLst xmlns:a="http://schemas.openxmlformats.org/drawingml/2006/main">
              <a:ext uri="{FF2B5EF4-FFF2-40B4-BE49-F238E27FC236}">
                <a16:creationId xmlns:a16="http://schemas.microsoft.com/office/drawing/2014/main" id="{A1E31B5F-7BE6-4C4C-BC85-536CEA114D5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7D9CA13-D99D-45C2-8FE8-2E0D12A87EE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2A21F58E-85AB-47EC-B935-7F73AE34A28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006</a:t>
            </a:r>
          </a:p>
        </p:txBody>
      </p:sp>
    </p:spTree>
    <p:extLst>
      <p:ext uri="{BB962C8B-B14F-4D97-AF65-F5344CB8AC3E}">
        <p14:creationId xmlns:p14="http://schemas.microsoft.com/office/powerpoint/2010/main" val="1871616675"/>
      </p:ext>
    </p:extLst>
  </p:cSld>
</p:sld>
</file>

<file path=ppt/slides/slide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F51D82B-F767-483C-94E9-3B933A2CBE4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AD42FEA7-EEA0-48B7-B54F-689A8D85721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관찰 수와 센서 수</a:t>
            </a:r>
          </a:p>
        </p:txBody>
      </p:sp>
      <p:sp>
        <p:nvSpPr>
          <p:cNvPr id="3" name="">
            <a:extLst xmlns:a="http://schemas.openxmlformats.org/drawingml/2006/main">
              <a:ext uri="{FF2B5EF4-FFF2-40B4-BE49-F238E27FC236}">
                <a16:creationId xmlns:a16="http://schemas.microsoft.com/office/drawing/2014/main" id="{9963B5C3-6F04-46C1-A6C2-4ADEDCB71939}"/>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55F40208-62B3-4E2D-92A6-F65D3E52377A}"/>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S01의 기록 두 건 ≠ 센서 두 개</a:t>
            </a:r>
          </a:p>
        </p:txBody>
      </p:sp>
      <p:sp>
        <p:nvSpPr>
          <p:cNvPr id="5" name="">
            <a:extLst xmlns:a="http://schemas.openxmlformats.org/drawingml/2006/main">
              <a:ext uri="{FF2B5EF4-FFF2-40B4-BE49-F238E27FC236}">
                <a16:creationId xmlns:a16="http://schemas.microsoft.com/office/drawing/2014/main" id="{48186D45-DC97-44E1-8E26-1ED91A89ACD8}"/>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관찰 수와 장치 수를 나눕니다.</a:t>
            </a:r>
          </a:p>
        </p:txBody>
      </p:sp>
      <p:sp>
        <p:nvSpPr>
          <p:cNvPr id="6" name="">
            <a:extLst xmlns:a="http://schemas.openxmlformats.org/drawingml/2006/main">
              <a:ext uri="{FF2B5EF4-FFF2-40B4-BE49-F238E27FC236}">
                <a16:creationId xmlns:a16="http://schemas.microsoft.com/office/drawing/2014/main" id="{E4E0C0E4-992D-4EEE-A4F2-EEA841BC11D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925AF46-FDB1-4CC1-B7CE-47C1B57DBDD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E046ECC4-24DD-4914-9DAB-6CCF9405A61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007</a:t>
            </a:r>
          </a:p>
        </p:txBody>
      </p:sp>
    </p:spTree>
    <p:extLst>
      <p:ext uri="{BB962C8B-B14F-4D97-AF65-F5344CB8AC3E}">
        <p14:creationId xmlns:p14="http://schemas.microsoft.com/office/powerpoint/2010/main" val="233462053"/>
      </p:ext>
    </p:extLst>
  </p:cSld>
</p:sld>
</file>

<file path=ppt/slides/slide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57B20F2-B8E1-46CB-AAE8-ACAD1BD7FDC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605B8DF8-741F-44FE-87D4-693329C994E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센서별 최신 기록</a:t>
            </a:r>
          </a:p>
        </p:txBody>
      </p:sp>
      <p:sp>
        <p:nvSpPr>
          <p:cNvPr id="3" name="">
            <a:extLst xmlns:a="http://schemas.openxmlformats.org/drawingml/2006/main">
              <a:ext uri="{FF2B5EF4-FFF2-40B4-BE49-F238E27FC236}">
                <a16:creationId xmlns:a16="http://schemas.microsoft.com/office/drawing/2014/main" id="{73A03E8C-FEDF-4ACF-9D22-B47CADB6D26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S01</a:t>
            </a:r>
          </a:p>
        </p:txBody>
      </p:sp>
      <p:sp>
        <p:nvSpPr>
          <p:cNvPr id="4" name="">
            <a:extLst xmlns:a="http://schemas.openxmlformats.org/drawingml/2006/main">
              <a:ext uri="{FF2B5EF4-FFF2-40B4-BE49-F238E27FC236}">
                <a16:creationId xmlns:a16="http://schemas.microsoft.com/office/drawing/2014/main" id="{E7D8E194-9441-433D-81BF-E3AF36D4BCBD}"/>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6319FE7-B24A-490B-9604-96BC9ACBFC9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S01</a:t>
            </a:r>
            <a:r>
              <a:t>: 10:09:50의 22.5 · 10:10:00의 22.8</a:t>
            </a:r>
          </a:p>
        </p:txBody>
      </p:sp>
      <p:sp>
        <p:nvSpPr>
          <p:cNvPr id="6" name="">
            <a:extLst xmlns:a="http://schemas.openxmlformats.org/drawingml/2006/main">
              <a:ext uri="{FF2B5EF4-FFF2-40B4-BE49-F238E27FC236}">
                <a16:creationId xmlns:a16="http://schemas.microsoft.com/office/drawing/2014/main" id="{92A7BCF0-63D2-401D-815D-14EC61C0803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최신값은 22.8입니다.</a:t>
            </a:r>
          </a:p>
        </p:txBody>
      </p:sp>
      <p:sp>
        <p:nvSpPr>
          <p:cNvPr id="7" name="">
            <a:extLst xmlns:a="http://schemas.openxmlformats.org/drawingml/2006/main">
              <a:ext uri="{FF2B5EF4-FFF2-40B4-BE49-F238E27FC236}">
                <a16:creationId xmlns:a16="http://schemas.microsoft.com/office/drawing/2014/main" id="{47505562-3609-41E3-827C-0CDDE572FE7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ACA9BD4-95B0-49A9-A52F-29C930345F6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13800000-0746-47BC-B05A-A7B2DA323C2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008</a:t>
            </a:r>
          </a:p>
        </p:txBody>
      </p:sp>
    </p:spTree>
    <p:extLst>
      <p:ext uri="{BB962C8B-B14F-4D97-AF65-F5344CB8AC3E}">
        <p14:creationId xmlns:p14="http://schemas.microsoft.com/office/powerpoint/2010/main" val="1870328345"/>
      </p:ext>
    </p:extLst>
  </p:cSld>
</p:sld>
</file>

<file path=ppt/slides/slide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8C164D3-72C5-4120-B7BE-AEFE9ADAF87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07455576-538E-4C77-A6FD-F72C5E449E4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온도·결측·작동 상태</a:t>
            </a:r>
          </a:p>
        </p:txBody>
      </p:sp>
      <p:sp>
        <p:nvSpPr>
          <p:cNvPr id="3" name="">
            <a:extLst xmlns:a="http://schemas.openxmlformats.org/drawingml/2006/main">
              <a:ext uri="{FF2B5EF4-FFF2-40B4-BE49-F238E27FC236}">
                <a16:creationId xmlns:a16="http://schemas.microsoft.com/office/drawing/2014/main" id="{B11231EF-1838-43D0-9FFA-8BE1808F2B35}"/>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0:</a:t>
            </a:r>
          </a:p>
        </p:txBody>
      </p:sp>
      <p:sp>
        <p:nvSpPr>
          <p:cNvPr id="4" name="">
            <a:extLst xmlns:a="http://schemas.openxmlformats.org/drawingml/2006/main">
              <a:ext uri="{FF2B5EF4-FFF2-40B4-BE49-F238E27FC236}">
                <a16:creationId xmlns:a16="http://schemas.microsoft.com/office/drawing/2014/main" id="{79FCECE0-C86A-427A-8084-A0018CC0BDFE}"/>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유효한 온도</a:t>
            </a:r>
            <a:r>
              <a:t> · null: 미측정</a:t>
            </a:r>
          </a:p>
        </p:txBody>
      </p:sp>
      <p:sp>
        <p:nvSpPr>
          <p:cNvPr id="5" name="">
            <a:extLst xmlns:a="http://schemas.openxmlformats.org/drawingml/2006/main">
              <a:ext uri="{FF2B5EF4-FFF2-40B4-BE49-F238E27FC236}">
                <a16:creationId xmlns:a16="http://schemas.microsoft.com/office/drawing/2014/main" id="{55A3A139-DBE9-4A4E-97FD-DE7ADFFB5F79}"/>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459CC21-D4ED-425E-A11B-997AF571D052}"/>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false:</a:t>
            </a:r>
          </a:p>
        </p:txBody>
      </p:sp>
      <p:sp>
        <p:nvSpPr>
          <p:cNvPr id="7" name="">
            <a:extLst xmlns:a="http://schemas.openxmlformats.org/drawingml/2006/main">
              <a:ext uri="{FF2B5EF4-FFF2-40B4-BE49-F238E27FC236}">
                <a16:creationId xmlns:a16="http://schemas.microsoft.com/office/drawing/2014/main" id="{8A63B4B1-725E-4A57-B464-AAF95887F917}"/>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장치 작동 상태의 값</a:t>
            </a:r>
          </a:p>
        </p:txBody>
      </p:sp>
      <p:sp>
        <p:nvSpPr>
          <p:cNvPr id="8" name="">
            <a:extLst xmlns:a="http://schemas.openxmlformats.org/drawingml/2006/main">
              <a:ext uri="{FF2B5EF4-FFF2-40B4-BE49-F238E27FC236}">
                <a16:creationId xmlns:a16="http://schemas.microsoft.com/office/drawing/2014/main" id="{DA913193-B81E-4078-9988-1D229CF488C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AEDED6B-F013-48EE-B5FB-BF8DF5A1E4C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41BADB13-3B0F-49C3-9B67-111E4E27B3B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009</a:t>
            </a:r>
          </a:p>
        </p:txBody>
      </p:sp>
    </p:spTree>
    <p:extLst>
      <p:ext uri="{BB962C8B-B14F-4D97-AF65-F5344CB8AC3E}">
        <p14:creationId xmlns:p14="http://schemas.microsoft.com/office/powerpoint/2010/main" val="707174289"/>
      </p:ext>
    </p:extLst>
  </p:cSld>
</p:sld>
</file>

<file path=ppt/slides/slide1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D60CAC2-2304-44FE-8C25-D9AE47F395E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8FE01EF0-D298-4518-AF08-CA7A27E52E7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상태 표시의 우선순위</a:t>
            </a:r>
          </a:p>
        </p:txBody>
      </p:sp>
      <p:sp>
        <p:nvSpPr>
          <p:cNvPr id="3" name="">
            <a:extLst xmlns:a="http://schemas.openxmlformats.org/drawingml/2006/main">
              <a:ext uri="{FF2B5EF4-FFF2-40B4-BE49-F238E27FC236}">
                <a16:creationId xmlns:a16="http://schemas.microsoft.com/office/drawing/2014/main" id="{1DB9CD24-AFD5-4388-849B-E81D1E65F4D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E66D2E2-5C2D-4ECF-989E-79B5185F450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입력 오류 → 미측정 → 정지</a:t>
            </a:r>
          </a:p>
        </p:txBody>
      </p:sp>
      <p:sp>
        <p:nvSpPr>
          <p:cNvPr id="5" name="">
            <a:extLst xmlns:a="http://schemas.openxmlformats.org/drawingml/2006/main">
              <a:ext uri="{FF2B5EF4-FFF2-40B4-BE49-F238E27FC236}">
                <a16:creationId xmlns:a16="http://schemas.microsoft.com/office/drawing/2014/main" id="{34657718-952E-4B08-A2EF-6BF5E9B1BBC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5B6BFEA-2A26-4BDB-B353-4DC3B184931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3E2D1255-9A76-4701-96DC-164FBB62EFA8}"/>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오래됨 → 주의 또는 정상</a:t>
            </a:r>
          </a:p>
        </p:txBody>
      </p:sp>
      <p:sp>
        <p:nvSpPr>
          <p:cNvPr id="8" name="">
            <a:extLst xmlns:a="http://schemas.openxmlformats.org/drawingml/2006/main">
              <a:ext uri="{FF2B5EF4-FFF2-40B4-BE49-F238E27FC236}">
                <a16:creationId xmlns:a16="http://schemas.microsoft.com/office/drawing/2014/main" id="{1FB8054D-C98D-45CC-9102-482802EF064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EB6EE74-AEB0-4285-9EF1-51B9696D324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CE35E4F0-A8AD-4431-9EB8-E18B30347CB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010</a:t>
            </a:r>
          </a:p>
        </p:txBody>
      </p:sp>
    </p:spTree>
    <p:extLst>
      <p:ext uri="{BB962C8B-B14F-4D97-AF65-F5344CB8AC3E}">
        <p14:creationId xmlns:p14="http://schemas.microsoft.com/office/powerpoint/2010/main" val="2143482484"/>
      </p:ext>
    </p:extLst>
  </p:cSld>
</p:sld>
</file>

<file path=ppt/slides/slide1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64F2E6D-7FEB-44BA-B444-16D1264B5DD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FD338604-5F9D-44D6-B43F-F33CC8973F4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60초와 28℃의 경계</a:t>
            </a:r>
          </a:p>
        </p:txBody>
      </p:sp>
      <p:sp>
        <p:nvSpPr>
          <p:cNvPr id="3" name="">
            <a:extLst xmlns:a="http://schemas.openxmlformats.org/drawingml/2006/main">
              <a:ext uri="{FF2B5EF4-FFF2-40B4-BE49-F238E27FC236}">
                <a16:creationId xmlns:a16="http://schemas.microsoft.com/office/drawing/2014/main" id="{5E69D542-F0D1-49DB-A0BE-5213210943B8}"/>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60초 초과</a:t>
            </a:r>
            <a:r>
              <a:t>: 오래됨 · 28℃ 이상: 주의</a:t>
            </a:r>
          </a:p>
        </p:txBody>
      </p:sp>
      <p:sp>
        <p:nvSpPr>
          <p:cNvPr id="4" name="">
            <a:extLst xmlns:a="http://schemas.openxmlformats.org/drawingml/2006/main">
              <a:ext uri="{FF2B5EF4-FFF2-40B4-BE49-F238E27FC236}">
                <a16:creationId xmlns:a16="http://schemas.microsoft.com/office/drawing/2014/main" id="{CB7DAB20-9CE7-42FB-A2E0-90DE897255BA}"/>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실제 장비 안전 한계가 아닌 수업용 규칙입니다.</a:t>
            </a:r>
          </a:p>
        </p:txBody>
      </p:sp>
      <p:sp>
        <p:nvSpPr>
          <p:cNvPr id="5" name="">
            <a:extLst xmlns:a="http://schemas.openxmlformats.org/drawingml/2006/main">
              <a:ext uri="{FF2B5EF4-FFF2-40B4-BE49-F238E27FC236}">
                <a16:creationId xmlns:a16="http://schemas.microsoft.com/office/drawing/2014/main" id="{E747EF2E-508C-4600-8939-6EF3497938B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80D457E-F488-4046-8ED1-25B2004E973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6298FE2F-FC4D-47EE-932A-686A1689EE3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011</a:t>
            </a:r>
          </a:p>
        </p:txBody>
      </p:sp>
    </p:spTree>
    <p:extLst>
      <p:ext uri="{BB962C8B-B14F-4D97-AF65-F5344CB8AC3E}">
        <p14:creationId xmlns:p14="http://schemas.microsoft.com/office/powerpoint/2010/main" val="364962688"/>
      </p:ext>
    </p:extLst>
  </p:cSld>
</p:sld>
</file>

<file path=ppt/slides/slide1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7297147-8A55-40D5-B34F-62EC0C96915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F855D6D6-C33A-436C-A8D9-F7DA84B6373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시각·온도·상태 판정표</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2926080"/>
                <a:gridCol w="2560320"/>
                <a:gridCol w="3291840"/>
                <a:gridCol w="2194560"/>
              </a:tblGrid>
              <a:tr h="685800">
                <a:tc>
                  <a:txBody>
                    <a:bodyPr wrap="square"/>
                    <a:lstStyle/>
                    <a:p>
                      <a:pPr>
                        <a:lnSpc>
                          <a:spcPct val="94000"/>
                        </a:lnSpc>
                        <a:buNone/>
                      </a:pPr>
                      <a:r>
                        <a:rPr sz="2100" b="1">
                          <a:solidFill>
                            <a:srgbClr val="FFFFFF"/>
                          </a:solidFill>
                          <a:latin typeface="Noto Sans KR"/>
                          <a:ea typeface="Noto Sans KR"/>
                          <a:cs typeface="Noto Sans KR"/>
                        </a:rPr>
                        <a:t>시각 차이</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온도</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active</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상태</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60초</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28</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true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주의</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61초</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29</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true</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오래됨</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10초</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null</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false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10초</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0</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false</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정지</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3C6046CE-F14D-4221-A79B-AA30386CACE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8B088C8-94EC-4114-8BEB-4138115E1EE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6" name="">
            <a:extLst xmlns:a="http://schemas.openxmlformats.org/drawingml/2006/main">
              <a:ext uri="{FF2B5EF4-FFF2-40B4-BE49-F238E27FC236}">
                <a16:creationId xmlns:a16="http://schemas.microsoft.com/office/drawing/2014/main" id="{89E803C2-8E1A-4C90-90B7-0E7B294F2AE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012</a:t>
            </a:r>
          </a:p>
        </p:txBody>
      </p:sp>
    </p:spTree>
    <p:extLst>
      <p:ext uri="{BB962C8B-B14F-4D97-AF65-F5344CB8AC3E}">
        <p14:creationId xmlns:p14="http://schemas.microsoft.com/office/powerpoint/2010/main" val="1640488214"/>
      </p:ext>
    </p:extLst>
  </p:cSld>
</p:sld>
</file>

<file path=ppt/slides/slide1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62179D-CB82-440F-83F2-E820C5BBA32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2E6E72E8-1532-4BFF-83A5-2FD0686CC6F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9FCC89AA-B300-4112-A2F8-F4E5681D1C56}"/>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996578C-187D-4CA6-8619-6EC04F9B2E67}"/>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정확히 60초는 오래됨이 아닙니다.</a:t>
            </a:r>
          </a:p>
        </p:txBody>
      </p:sp>
      <p:sp>
        <p:nvSpPr>
          <p:cNvPr id="5" name="">
            <a:extLst xmlns:a="http://schemas.openxmlformats.org/drawingml/2006/main">
              <a:ext uri="{FF2B5EF4-FFF2-40B4-BE49-F238E27FC236}">
                <a16:creationId xmlns:a16="http://schemas.microsoft.com/office/drawing/2014/main" id="{7AF3C3E0-70F6-4FB8-AFFC-9808AE0B2A90}"/>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null이면서 false이면 미측정이 먼저입니다.</a:t>
            </a:r>
          </a:p>
        </p:txBody>
      </p:sp>
      <p:sp>
        <p:nvSpPr>
          <p:cNvPr id="6" name="">
            <a:extLst xmlns:a="http://schemas.openxmlformats.org/drawingml/2006/main">
              <a:ext uri="{FF2B5EF4-FFF2-40B4-BE49-F238E27FC236}">
                <a16:creationId xmlns:a16="http://schemas.microsoft.com/office/drawing/2014/main" id="{7266DBAE-4922-4FAA-9E84-3E1DAE2977A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7244C25-64D3-4940-802C-4DF3ED9692F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AD865000-93E6-4E2C-BFE5-42302A824A7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013</a:t>
            </a:r>
          </a:p>
        </p:txBody>
      </p:sp>
    </p:spTree>
    <p:extLst>
      <p:ext uri="{BB962C8B-B14F-4D97-AF65-F5344CB8AC3E}">
        <p14:creationId xmlns:p14="http://schemas.microsoft.com/office/powerpoint/2010/main" val="1391264077"/>
      </p:ext>
    </p:extLst>
  </p:cSld>
</p:sld>
</file>

<file path=ppt/slides/slide1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A40E9B8-0F40-4143-807E-7213CAFCD1F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AD327CE9-6947-4F13-B71A-1FF0048C09F0}"/>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42592CDA-AB73-4DDB-A8FC-39AECBEDDE7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10:10:00에 확인합니다.</a:t>
            </a:r>
          </a:p>
        </p:txBody>
      </p:sp>
      <p:sp>
        <p:nvSpPr>
          <p:cNvPr id="4" name="">
            <a:extLst xmlns:a="http://schemas.openxmlformats.org/drawingml/2006/main">
              <a:ext uri="{FF2B5EF4-FFF2-40B4-BE49-F238E27FC236}">
                <a16:creationId xmlns:a16="http://schemas.microsoft.com/office/drawing/2014/main" id="{A02A485B-1EB7-42B4-88B5-64C8CB68335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10:09:00 측정 · 28℃ · active=true</a:t>
            </a:r>
          </a:p>
        </p:txBody>
      </p:sp>
      <p:sp>
        <p:nvSpPr>
          <p:cNvPr id="5" name="">
            <a:extLst xmlns:a="http://schemas.openxmlformats.org/drawingml/2006/main">
              <a:ext uri="{FF2B5EF4-FFF2-40B4-BE49-F238E27FC236}">
                <a16:creationId xmlns:a16="http://schemas.microsoft.com/office/drawing/2014/main" id="{1091C4D9-BBF5-4276-B0A7-1F8777A75056}"/>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표시 상태는 무엇인가요?</a:t>
            </a:r>
          </a:p>
        </p:txBody>
      </p:sp>
      <p:sp>
        <p:nvSpPr>
          <p:cNvPr id="6" name="">
            <a:extLst xmlns:a="http://schemas.openxmlformats.org/drawingml/2006/main">
              <a:ext uri="{FF2B5EF4-FFF2-40B4-BE49-F238E27FC236}">
                <a16:creationId xmlns:a16="http://schemas.microsoft.com/office/drawing/2014/main" id="{1C6C81AF-3DED-4431-B3D2-85772EB133A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8F5F8A5-BF56-49D2-9D8E-2A7284BF355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68F75B1A-E48C-4A05-95F7-0B7C26C9663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014</a:t>
            </a:r>
          </a:p>
        </p:txBody>
      </p:sp>
    </p:spTree>
    <p:extLst>
      <p:ext uri="{BB962C8B-B14F-4D97-AF65-F5344CB8AC3E}">
        <p14:creationId xmlns:p14="http://schemas.microsoft.com/office/powerpoint/2010/main" val="692211508"/>
      </p:ext>
    </p:extLst>
  </p:cSld>
</p:sld>
</file>

<file path=ppt/slides/slide1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1144C4F-3738-4D90-A401-6BFD75E2CB6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25745BBC-3E53-4277-918E-593615725F3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495C7D0F-5254-40C2-A27B-3E40A83B2E3B}"/>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풀이와 판단 근거</a:t>
            </a:r>
          </a:p>
        </p:txBody>
      </p:sp>
      <p:sp>
        <p:nvSpPr>
          <p:cNvPr id="4" name="">
            <a:extLst xmlns:a="http://schemas.openxmlformats.org/drawingml/2006/main">
              <a:ext uri="{FF2B5EF4-FFF2-40B4-BE49-F238E27FC236}">
                <a16:creationId xmlns:a16="http://schemas.microsoft.com/office/drawing/2014/main" id="{109943EA-6F24-4891-A180-44D6E7E9633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851E7C2-77AD-4DD0-A9AB-093102431E8C}"/>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주의입니다.</a:t>
            </a:r>
          </a:p>
        </p:txBody>
      </p:sp>
      <p:sp>
        <p:nvSpPr>
          <p:cNvPr id="6" name="">
            <a:extLst xmlns:a="http://schemas.openxmlformats.org/drawingml/2006/main">
              <a:ext uri="{FF2B5EF4-FFF2-40B4-BE49-F238E27FC236}">
                <a16:creationId xmlns:a16="http://schemas.microsoft.com/office/drawing/2014/main" id="{53957E06-81A7-48BE-9DBA-BE86599FA98C}"/>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시간차는 정확히 60초입니다.</a:t>
            </a:r>
          </a:p>
        </p:txBody>
      </p:sp>
      <p:sp>
        <p:nvSpPr>
          <p:cNvPr id="7" name="">
            <a:extLst xmlns:a="http://schemas.openxmlformats.org/drawingml/2006/main">
              <a:ext uri="{FF2B5EF4-FFF2-40B4-BE49-F238E27FC236}">
                <a16:creationId xmlns:a16="http://schemas.microsoft.com/office/drawing/2014/main" id="{71ED7024-C0E5-4ACA-BAED-AD2ED30BF449}"/>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오래됨의 조건은 60초 초과입니다.</a:t>
            </a:r>
          </a:p>
        </p:txBody>
      </p:sp>
      <p:sp>
        <p:nvSpPr>
          <p:cNvPr id="8" name="">
            <a:extLst xmlns:a="http://schemas.openxmlformats.org/drawingml/2006/main">
              <a:ext uri="{FF2B5EF4-FFF2-40B4-BE49-F238E27FC236}">
                <a16:creationId xmlns:a16="http://schemas.microsoft.com/office/drawing/2014/main" id="{168E958F-A2A0-4428-918F-96391FC5277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E1EB7F0-30C6-44E8-B307-376C9AAC639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8C33489E-0550-4F53-85A3-7D8AC312F83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015</a:t>
            </a:r>
          </a:p>
        </p:txBody>
      </p:sp>
    </p:spTree>
    <p:extLst>
      <p:ext uri="{BB962C8B-B14F-4D97-AF65-F5344CB8AC3E}">
        <p14:creationId xmlns:p14="http://schemas.microsoft.com/office/powerpoint/2010/main" val="1346804823"/>
      </p:ext>
    </p:extLst>
  </p:cSld>
</p:sld>
</file>

<file path=ppt/slides/slide1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A5E379-45FF-487B-9175-FF71E60748F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D1AD68F8-A34E-4068-9FCD-BC3CE2D5195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C71B945F-A9CD-47EA-9D46-03E9A576321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측정 시각을 10:08:59로 바꿉니다.</a:t>
            </a:r>
          </a:p>
        </p:txBody>
      </p:sp>
      <p:sp>
        <p:nvSpPr>
          <p:cNvPr id="4" name="">
            <a:extLst xmlns:a="http://schemas.openxmlformats.org/drawingml/2006/main">
              <a:ext uri="{FF2B5EF4-FFF2-40B4-BE49-F238E27FC236}">
                <a16:creationId xmlns:a16="http://schemas.microsoft.com/office/drawing/2014/main" id="{277C2208-BC94-4E78-A1E1-5A01A2B2AA8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61초가 되어 오래됨입니다.</a:t>
            </a:r>
          </a:p>
        </p:txBody>
      </p:sp>
      <p:sp>
        <p:nvSpPr>
          <p:cNvPr id="5" name="">
            <a:extLst xmlns:a="http://schemas.openxmlformats.org/drawingml/2006/main">
              <a:ext uri="{FF2B5EF4-FFF2-40B4-BE49-F238E27FC236}">
                <a16:creationId xmlns:a16="http://schemas.microsoft.com/office/drawing/2014/main" id="{84EAF192-A12A-43A0-9B91-AA18D850E25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2DE28AE-B1B1-4305-98FF-09C413E1C5F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150C4FCD-EBD9-475B-A5D5-03D4F3EAD42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016</a:t>
            </a:r>
          </a:p>
        </p:txBody>
      </p:sp>
    </p:spTree>
    <p:extLst>
      <p:ext uri="{BB962C8B-B14F-4D97-AF65-F5344CB8AC3E}">
        <p14:creationId xmlns:p14="http://schemas.microsoft.com/office/powerpoint/2010/main" val="2081159730"/>
      </p:ext>
    </p:extLst>
  </p:cSld>
</p:sld>
</file>

<file path=ppt/slides/slide1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FD2DCB3-48CC-46A0-9836-E00BC6B1014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1교시</a:t>
            </a:r>
          </a:p>
        </p:txBody>
      </p:sp>
      <p:sp>
        <p:nvSpPr>
          <p:cNvPr id="2" name="">
            <a:extLst xmlns:a="http://schemas.openxmlformats.org/drawingml/2006/main">
              <a:ext uri="{FF2B5EF4-FFF2-40B4-BE49-F238E27FC236}">
                <a16:creationId xmlns:a16="http://schemas.microsoft.com/office/drawing/2014/main" id="{C7259747-CFE7-4E8B-9FEA-9CDCF92A277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A7F0D582-163E-4888-8C5F-1D5B4157FA28}"/>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EDE6DE5-2517-49FF-84FC-A72DE4B5E6F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파일 끝의 행을 무조건 최신으로 쓰지 않습니다.</a:t>
            </a:r>
          </a:p>
        </p:txBody>
      </p:sp>
      <p:sp>
        <p:nvSpPr>
          <p:cNvPr id="5" name="">
            <a:extLst xmlns:a="http://schemas.openxmlformats.org/drawingml/2006/main">
              <a:ext uri="{FF2B5EF4-FFF2-40B4-BE49-F238E27FC236}">
                <a16:creationId xmlns:a16="http://schemas.microsoft.com/office/drawing/2014/main" id="{3C58570E-AD43-4425-AD99-D3CD8AF8FEA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D5522E8-0259-445B-B8E7-EC904D99146F}"/>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98DE5770-0A7E-4A3F-87AB-CDDD6EF248F4}"/>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센서 ID와 measured_at을 함께 비교합니다.</a:t>
            </a:r>
          </a:p>
        </p:txBody>
      </p:sp>
      <p:sp>
        <p:nvSpPr>
          <p:cNvPr id="8" name="">
            <a:extLst xmlns:a="http://schemas.openxmlformats.org/drawingml/2006/main">
              <a:ext uri="{FF2B5EF4-FFF2-40B4-BE49-F238E27FC236}">
                <a16:creationId xmlns:a16="http://schemas.microsoft.com/office/drawing/2014/main" id="{FB84D9B9-90BD-4492-882A-9CE9FD6FC03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64EFB13-6805-4C9C-B9F4-5B0106B0264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85D3D197-7A03-45FC-912B-2FE85C8AA8A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017</a:t>
            </a:r>
          </a:p>
        </p:txBody>
      </p:sp>
    </p:spTree>
    <p:extLst>
      <p:ext uri="{BB962C8B-B14F-4D97-AF65-F5344CB8AC3E}">
        <p14:creationId xmlns:p14="http://schemas.microsoft.com/office/powerpoint/2010/main" val="720479570"/>
      </p:ext>
    </p:extLst>
  </p:cSld>
</p:sld>
</file>

<file path=ppt/slides/slide1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8350B34-6265-49D4-B545-1D74E681D69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5A5E90D5-0EAB-4D67-88CF-5FC573CAE71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304B0210-9839-4882-9C23-B3AC6415ABA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최신값과 이력의 차이를 설명합니다.</a:t>
            </a:r>
          </a:p>
        </p:txBody>
      </p:sp>
      <p:sp>
        <p:nvSpPr>
          <p:cNvPr id="4" name="">
            <a:extLst xmlns:a="http://schemas.openxmlformats.org/drawingml/2006/main">
              <a:ext uri="{FF2B5EF4-FFF2-40B4-BE49-F238E27FC236}">
                <a16:creationId xmlns:a16="http://schemas.microsoft.com/office/drawing/2014/main" id="{B7C750B1-DF62-45A1-B391-71C31909C314}"/>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상태 문구의 판단 근거를 한 가지씩 말합니다.</a:t>
            </a:r>
          </a:p>
        </p:txBody>
      </p:sp>
      <p:sp>
        <p:nvSpPr>
          <p:cNvPr id="5" name="">
            <a:extLst xmlns:a="http://schemas.openxmlformats.org/drawingml/2006/main">
              <a:ext uri="{FF2B5EF4-FFF2-40B4-BE49-F238E27FC236}">
                <a16:creationId xmlns:a16="http://schemas.microsoft.com/office/drawing/2014/main" id="{E570F56D-3279-413C-A0F0-E1D215C1766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966C04A-6FFE-483D-8F6C-F6091881BFA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1B4A6E82-5790-409A-90EE-16C4A3BA6C1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018</a:t>
            </a:r>
          </a:p>
        </p:txBody>
      </p:sp>
    </p:spTree>
    <p:extLst>
      <p:ext uri="{BB962C8B-B14F-4D97-AF65-F5344CB8AC3E}">
        <p14:creationId xmlns:p14="http://schemas.microsoft.com/office/powerpoint/2010/main" val="1701650790"/>
      </p:ext>
    </p:extLst>
  </p:cSld>
</p:sld>
</file>

<file path=ppt/slides/slide1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58ED4FA-88E9-43F9-8CC5-4F113692AFC8}"/>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1교시  /  직접 생각하기</a:t>
            </a:r>
          </a:p>
        </p:txBody>
      </p:sp>
      <p:sp>
        <p:nvSpPr>
          <p:cNvPr id="2" name="">
            <a:extLst xmlns:a="http://schemas.openxmlformats.org/drawingml/2006/main">
              <a:ext uri="{FF2B5EF4-FFF2-40B4-BE49-F238E27FC236}">
                <a16:creationId xmlns:a16="http://schemas.microsoft.com/office/drawing/2014/main" id="{E909DDCB-02E3-46A8-BF52-DD4E2F475B5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4BD9B757-85BA-4B89-A980-4612EE6AD8F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최신값이 29℃인데 오래됨</a:t>
            </a:r>
          </a:p>
        </p:txBody>
      </p:sp>
      <p:sp>
        <p:nvSpPr>
          <p:cNvPr id="4" name="">
            <a:extLst xmlns:a="http://schemas.openxmlformats.org/drawingml/2006/main">
              <a:ext uri="{FF2B5EF4-FFF2-40B4-BE49-F238E27FC236}">
                <a16:creationId xmlns:a16="http://schemas.microsoft.com/office/drawing/2014/main" id="{300CDC37-5A65-4B9C-B270-2B864B69671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주의보다 오래됨이 먼저인 이유를 쓰세요.</a:t>
            </a:r>
          </a:p>
        </p:txBody>
      </p:sp>
      <p:sp>
        <p:nvSpPr>
          <p:cNvPr id="5" name="">
            <a:extLst xmlns:a="http://schemas.openxmlformats.org/drawingml/2006/main">
              <a:ext uri="{FF2B5EF4-FFF2-40B4-BE49-F238E27FC236}">
                <a16:creationId xmlns:a16="http://schemas.microsoft.com/office/drawing/2014/main" id="{5414DBE9-7993-4E61-B8E4-9BB3A19ED72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6526978-5651-43B2-A619-658E31BED47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112E6C73-4965-47D1-866E-9D0C50EC415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019</a:t>
            </a:r>
          </a:p>
        </p:txBody>
      </p:sp>
    </p:spTree>
    <p:extLst>
      <p:ext uri="{BB962C8B-B14F-4D97-AF65-F5344CB8AC3E}">
        <p14:creationId xmlns:p14="http://schemas.microsoft.com/office/powerpoint/2010/main" val="558506461"/>
      </p:ext>
    </p:extLst>
  </p:cSld>
</p:sld>
</file>

<file path=ppt/slides/slide2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8FCA0EF-C6F1-437F-B901-9732C0BDF250}"/>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A51B68-FA95-41E1-AE20-4E3567C0168D}"/>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02</a:t>
            </a:r>
          </a:p>
        </p:txBody>
      </p:sp>
      <p:sp>
        <p:nvSpPr>
          <p:cNvPr id="3" name="">
            <a:extLst xmlns:a="http://schemas.openxmlformats.org/drawingml/2006/main">
              <a:ext uri="{FF2B5EF4-FFF2-40B4-BE49-F238E27FC236}">
                <a16:creationId xmlns:a16="http://schemas.microsoft.com/office/drawing/2014/main" id="{3611AB06-586B-45C4-9B2F-FFC1E92C3F8D}"/>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217D19FD-0AF0-4789-899E-D62F401909E4}"/>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브라우저와 로컬 서버</a:t>
            </a:r>
          </a:p>
        </p:txBody>
      </p:sp>
      <p:sp>
        <p:nvSpPr>
          <p:cNvPr id="5" name="">
            <a:extLst xmlns:a="http://schemas.openxmlformats.org/drawingml/2006/main">
              <a:ext uri="{FF2B5EF4-FFF2-40B4-BE49-F238E27FC236}">
                <a16:creationId xmlns:a16="http://schemas.microsoft.com/office/drawing/2014/main" id="{552EFFD5-8463-4C81-89C4-D62028D23704}"/>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0D3EA09-1EAF-4B09-A59C-23C6DE6856A6}"/>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11:00~11:50 · 50분</a:t>
            </a:r>
          </a:p>
        </p:txBody>
      </p:sp>
      <p:sp>
        <p:nvSpPr>
          <p:cNvPr id="7" name="">
            <a:extLst xmlns:a="http://schemas.openxmlformats.org/drawingml/2006/main">
              <a:ext uri="{FF2B5EF4-FFF2-40B4-BE49-F238E27FC236}">
                <a16:creationId xmlns:a16="http://schemas.microsoft.com/office/drawing/2014/main" id="{5C308CEE-357C-423E-AEAF-A50DAE186890}"/>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A04 · A05 · A06</a:t>
            </a:r>
          </a:p>
        </p:txBody>
      </p:sp>
      <p:sp>
        <p:nvSpPr>
          <p:cNvPr id="8" name="">
            <a:extLst xmlns:a="http://schemas.openxmlformats.org/drawingml/2006/main">
              <a:ext uri="{FF2B5EF4-FFF2-40B4-BE49-F238E27FC236}">
                <a16:creationId xmlns:a16="http://schemas.microsoft.com/office/drawing/2014/main" id="{D6C5E2FC-C6C5-4E26-A7D3-4F0FEDA914E2}"/>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E51491E5-9B83-4B5C-A12E-C2A5E2EF18D4}"/>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2026.10.29</a:t>
            </a:r>
          </a:p>
        </p:txBody>
      </p:sp>
      <p:sp>
        <p:nvSpPr>
          <p:cNvPr id="10" name="">
            <a:extLst xmlns:a="http://schemas.openxmlformats.org/drawingml/2006/main">
              <a:ext uri="{FF2B5EF4-FFF2-40B4-BE49-F238E27FC236}">
                <a16:creationId xmlns:a16="http://schemas.microsoft.com/office/drawing/2014/main" id="{3F3FB886-2CC3-41A2-85F4-98C833B760A2}"/>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020</a:t>
            </a:r>
          </a:p>
        </p:txBody>
      </p:sp>
    </p:spTree>
    <p:extLst>
      <p:ext uri="{BB962C8B-B14F-4D97-AF65-F5344CB8AC3E}">
        <p14:creationId xmlns:p14="http://schemas.microsoft.com/office/powerpoint/2010/main" val="101759364"/>
      </p:ext>
    </p:extLst>
  </p:cSld>
</p:sld>
</file>

<file path=ppt/slides/slide2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D0570AD-DB4A-4B9B-A7DB-B617E33FA3C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095F3C7-CEF6-443F-864F-712D5CD41E1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브라우저와 서버의 역할</a:t>
            </a:r>
          </a:p>
        </p:txBody>
      </p:sp>
      <p:sp>
        <p:nvSpPr>
          <p:cNvPr id="3" name="">
            <a:extLst xmlns:a="http://schemas.openxmlformats.org/drawingml/2006/main">
              <a:ext uri="{FF2B5EF4-FFF2-40B4-BE49-F238E27FC236}">
                <a16:creationId xmlns:a16="http://schemas.microsoft.com/office/drawing/2014/main" id="{7D425C5F-291B-4A7C-B8B2-B44184F09BDC}"/>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브라우저는 </a:t>
            </a:r>
            <a:r>
              <a:rPr b="1">
                <a:solidFill>
                  <a:srgbClr val="002FA7"/>
                </a:solidFill>
              </a:rPr>
              <a:t>HTML·CSS·JavaScript</a:t>
            </a:r>
            <a:r>
              <a:t>를 읽습니다.</a:t>
            </a:r>
          </a:p>
        </p:txBody>
      </p:sp>
      <p:sp>
        <p:nvSpPr>
          <p:cNvPr id="4" name="">
            <a:extLst xmlns:a="http://schemas.openxmlformats.org/drawingml/2006/main">
              <a:ext uri="{FF2B5EF4-FFF2-40B4-BE49-F238E27FC236}">
                <a16:creationId xmlns:a16="http://schemas.microsoft.com/office/drawing/2014/main" id="{1AB9BC66-F4D1-419F-8CC6-E91444205125}"/>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서버는 요청을 받고 응답합니다.</a:t>
            </a:r>
          </a:p>
        </p:txBody>
      </p:sp>
      <p:sp>
        <p:nvSpPr>
          <p:cNvPr id="5" name="">
            <a:extLst xmlns:a="http://schemas.openxmlformats.org/drawingml/2006/main">
              <a:ext uri="{FF2B5EF4-FFF2-40B4-BE49-F238E27FC236}">
                <a16:creationId xmlns:a16="http://schemas.microsoft.com/office/drawing/2014/main" id="{B73945C7-3C7D-41EF-9D4C-77238966EAE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12C5DEC-1C80-4625-BBFD-CCDAD33C8A3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E1533ED1-2455-41B1-9F92-6721E9A1A93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021</a:t>
            </a:r>
          </a:p>
        </p:txBody>
      </p:sp>
    </p:spTree>
    <p:extLst>
      <p:ext uri="{BB962C8B-B14F-4D97-AF65-F5344CB8AC3E}">
        <p14:creationId xmlns:p14="http://schemas.microsoft.com/office/powerpoint/2010/main" val="1760073886"/>
      </p:ext>
    </p:extLst>
  </p:cSld>
</p:sld>
</file>

<file path=ppt/slides/slide2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EBBDFD0-9781-40ED-A232-A13538039DE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AD59724C-94A9-4CA6-BC6D-236401BA36E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고정 fixture와 모의 추가</a:t>
            </a:r>
          </a:p>
        </p:txBody>
      </p:sp>
      <p:sp>
        <p:nvSpPr>
          <p:cNvPr id="3" name="">
            <a:extLst xmlns:a="http://schemas.openxmlformats.org/drawingml/2006/main">
              <a:ext uri="{FF2B5EF4-FFF2-40B4-BE49-F238E27FC236}">
                <a16:creationId xmlns:a16="http://schemas.microsoft.com/office/drawing/2014/main" id="{8CCF66C9-29EA-417A-82A5-D33F6168DC1B}"/>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fixture.js의 가상 자료를 화면에 표시합니다.</a:t>
            </a:r>
          </a:p>
        </p:txBody>
      </p:sp>
      <p:sp>
        <p:nvSpPr>
          <p:cNvPr id="4" name="">
            <a:extLst xmlns:a="http://schemas.openxmlformats.org/drawingml/2006/main">
              <a:ext uri="{FF2B5EF4-FFF2-40B4-BE49-F238E27FC236}">
                <a16:creationId xmlns:a16="http://schemas.microsoft.com/office/drawing/2014/main" id="{DEDE17DA-054C-42D6-B355-ECDBE5AC1634}"/>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모의 추가는 브라우저 메모리만 바꿉니다.</a:t>
            </a:r>
          </a:p>
        </p:txBody>
      </p:sp>
      <p:sp>
        <p:nvSpPr>
          <p:cNvPr id="5" name="">
            <a:extLst xmlns:a="http://schemas.openxmlformats.org/drawingml/2006/main">
              <a:ext uri="{FF2B5EF4-FFF2-40B4-BE49-F238E27FC236}">
                <a16:creationId xmlns:a16="http://schemas.microsoft.com/office/drawing/2014/main" id="{039215F3-8BCF-4C8B-8017-683BCEDA1B1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E093811-EEFE-4D19-89CB-4FC02AD0E74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B0A8F234-7152-465E-96B9-83F41BF3B63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022</a:t>
            </a:r>
          </a:p>
        </p:txBody>
      </p:sp>
    </p:spTree>
    <p:extLst>
      <p:ext uri="{BB962C8B-B14F-4D97-AF65-F5344CB8AC3E}">
        <p14:creationId xmlns:p14="http://schemas.microsoft.com/office/powerpoint/2010/main" val="1500910190"/>
      </p:ext>
    </p:extLst>
  </p:cSld>
</p:sld>
</file>

<file path=ppt/slides/slide2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D475E2F-6FDA-4D63-B8B4-2B0F42550FF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FB318408-FD96-415C-A4D0-75CF980251C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GET 목록 읽기</a:t>
            </a:r>
          </a:p>
        </p:txBody>
      </p:sp>
      <p:sp>
        <p:nvSpPr>
          <p:cNvPr id="3" name="">
            <a:extLst xmlns:a="http://schemas.openxmlformats.org/drawingml/2006/main">
              <a:ext uri="{FF2B5EF4-FFF2-40B4-BE49-F238E27FC236}">
                <a16:creationId xmlns:a16="http://schemas.microsoft.com/office/drawing/2014/main" id="{B740DE3B-E56D-44F9-9DB3-743515E30CBE}"/>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GET /api/readings</a:t>
            </a:r>
          </a:p>
        </p:txBody>
      </p:sp>
      <p:sp>
        <p:nvSpPr>
          <p:cNvPr id="4" name="">
            <a:extLst xmlns:a="http://schemas.openxmlformats.org/drawingml/2006/main">
              <a:ext uri="{FF2B5EF4-FFF2-40B4-BE49-F238E27FC236}">
                <a16:creationId xmlns:a16="http://schemas.microsoft.com/office/drawing/2014/main" id="{D5A70030-0312-48F3-A45F-F5BB64884A37}"/>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응답 200과 JSON 목록을 확인합니다.</a:t>
            </a:r>
          </a:p>
        </p:txBody>
      </p:sp>
      <p:sp>
        <p:nvSpPr>
          <p:cNvPr id="5" name="">
            <a:extLst xmlns:a="http://schemas.openxmlformats.org/drawingml/2006/main">
              <a:ext uri="{FF2B5EF4-FFF2-40B4-BE49-F238E27FC236}">
                <a16:creationId xmlns:a16="http://schemas.microsoft.com/office/drawing/2014/main" id="{05C4298F-04AB-4044-883F-52EB498367D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6A1DFE8-82A2-45A1-A135-9E46E942ECC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C1B83188-25B9-477C-91BD-B12A1D6253F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023</a:t>
            </a:r>
          </a:p>
        </p:txBody>
      </p:sp>
    </p:spTree>
    <p:extLst>
      <p:ext uri="{BB962C8B-B14F-4D97-AF65-F5344CB8AC3E}">
        <p14:creationId xmlns:p14="http://schemas.microsoft.com/office/powerpoint/2010/main" val="309210439"/>
      </p:ext>
    </p:extLst>
  </p:cSld>
</p:sld>
</file>

<file path=ppt/slides/slide2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2BEC88E-D194-4713-85DD-44AEF8781B1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D77E6296-A6CB-42C1-89E5-5DB48187A6E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POST 새 기록 전송</a:t>
            </a:r>
          </a:p>
        </p:txBody>
      </p:sp>
      <p:sp>
        <p:nvSpPr>
          <p:cNvPr id="3" name="">
            <a:extLst xmlns:a="http://schemas.openxmlformats.org/drawingml/2006/main">
              <a:ext uri="{FF2B5EF4-FFF2-40B4-BE49-F238E27FC236}">
                <a16:creationId xmlns:a16="http://schemas.microsoft.com/office/drawing/2014/main" id="{D4735EAA-3B62-45AD-B289-847AE61DD22A}"/>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POST /api/readings</a:t>
            </a:r>
          </a:p>
        </p:txBody>
      </p:sp>
      <p:sp>
        <p:nvSpPr>
          <p:cNvPr id="4" name="">
            <a:extLst xmlns:a="http://schemas.openxmlformats.org/drawingml/2006/main">
              <a:ext uri="{FF2B5EF4-FFF2-40B4-BE49-F238E27FC236}">
                <a16:creationId xmlns:a16="http://schemas.microsoft.com/office/drawing/2014/main" id="{B9EE12E6-9794-4E62-B83E-83B88B01DD8D}"/>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내용을 검사한 뒤 201로 수락합니다.</a:t>
            </a:r>
          </a:p>
        </p:txBody>
      </p:sp>
      <p:sp>
        <p:nvSpPr>
          <p:cNvPr id="5" name="">
            <a:extLst xmlns:a="http://schemas.openxmlformats.org/drawingml/2006/main">
              <a:ext uri="{FF2B5EF4-FFF2-40B4-BE49-F238E27FC236}">
                <a16:creationId xmlns:a16="http://schemas.microsoft.com/office/drawing/2014/main" id="{D5B31699-9F2B-428D-A9AF-5C69D345189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F9F7932-2A70-4842-9F20-320F91E9386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4C2083E6-1B52-48A5-9F33-8E884FDBEF3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024</a:t>
            </a:r>
          </a:p>
        </p:txBody>
      </p:sp>
    </p:spTree>
    <p:extLst>
      <p:ext uri="{BB962C8B-B14F-4D97-AF65-F5344CB8AC3E}">
        <p14:creationId xmlns:p14="http://schemas.microsoft.com/office/powerpoint/2010/main" val="2087947373"/>
      </p:ext>
    </p:extLst>
  </p:cSld>
</p:sld>
</file>

<file path=ppt/slides/slide2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0499A1E-543E-4420-B1CA-BF496B0D886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B1C9A86F-112C-44EC-B635-1AAD5E6EF2A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로컬 서버 실행 조건</a:t>
            </a:r>
          </a:p>
        </p:txBody>
      </p:sp>
      <p:sp>
        <p:nvSpPr>
          <p:cNvPr id="3" name="">
            <a:extLst xmlns:a="http://schemas.openxmlformats.org/drawingml/2006/main">
              <a:ext uri="{FF2B5EF4-FFF2-40B4-BE49-F238E27FC236}">
                <a16:creationId xmlns:a16="http://schemas.microsoft.com/office/drawing/2014/main" id="{F67F375D-7773-4815-9F32-F0D6437B3873}"/>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로컬 서버</a:t>
            </a:r>
          </a:p>
        </p:txBody>
      </p:sp>
      <p:sp>
        <p:nvSpPr>
          <p:cNvPr id="4" name="">
            <a:extLst xmlns:a="http://schemas.openxmlformats.org/drawingml/2006/main">
              <a:ext uri="{FF2B5EF4-FFF2-40B4-BE49-F238E27FC236}">
                <a16:creationId xmlns:a16="http://schemas.microsoft.com/office/drawing/2014/main" id="{C7EBCF77-42B8-4691-B278-14298C1C0326}"/>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54A2479-B33C-4CF0-8635-24ACC69A5CCA}"/>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course에서 python -X utf8 code/server.py</a:t>
            </a:r>
          </a:p>
        </p:txBody>
      </p:sp>
      <p:sp>
        <p:nvSpPr>
          <p:cNvPr id="6" name="">
            <a:extLst xmlns:a="http://schemas.openxmlformats.org/drawingml/2006/main">
              <a:ext uri="{FF2B5EF4-FFF2-40B4-BE49-F238E27FC236}">
                <a16:creationId xmlns:a16="http://schemas.microsoft.com/office/drawing/2014/main" id="{3BDBFA6A-A441-4C5D-A3E6-DE56BF70CE2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브라우저: http://127.0.0.1:8780/?source=api</a:t>
            </a:r>
          </a:p>
        </p:txBody>
      </p:sp>
      <p:sp>
        <p:nvSpPr>
          <p:cNvPr id="7" name="">
            <a:extLst xmlns:a="http://schemas.openxmlformats.org/drawingml/2006/main">
              <a:ext uri="{FF2B5EF4-FFF2-40B4-BE49-F238E27FC236}">
                <a16:creationId xmlns:a16="http://schemas.microsoft.com/office/drawing/2014/main" id="{9308C8DB-2066-4FC3-A156-9B526BE39F9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761A4FD-D30F-492B-B4A8-6CB10AAAA6F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11A2FBC0-D4EB-4504-B9D1-E585D29ADB3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025</a:t>
            </a:r>
          </a:p>
        </p:txBody>
      </p:sp>
    </p:spTree>
    <p:extLst>
      <p:ext uri="{BB962C8B-B14F-4D97-AF65-F5344CB8AC3E}">
        <p14:creationId xmlns:p14="http://schemas.microsoft.com/office/powerpoint/2010/main" val="2024603692"/>
      </p:ext>
    </p:extLst>
  </p:cSld>
</p:sld>
</file>

<file path=ppt/slides/slide2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585AFA5-B6D9-494B-A980-124B5A5E538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05B1BE30-EF3C-4C71-B419-B464F714D21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127.0.0.1과 포트</a:t>
            </a:r>
          </a:p>
        </p:txBody>
      </p:sp>
      <p:sp>
        <p:nvSpPr>
          <p:cNvPr id="3" name="">
            <a:extLst xmlns:a="http://schemas.openxmlformats.org/drawingml/2006/main">
              <a:ext uri="{FF2B5EF4-FFF2-40B4-BE49-F238E27FC236}">
                <a16:creationId xmlns:a16="http://schemas.microsoft.com/office/drawing/2014/main" id="{98F1D7C6-9B10-4286-BC2B-62856BDB4761}"/>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127.0.0.1</a:t>
            </a:r>
            <a:r>
              <a:t>: 현재 PC · 8780: 포트</a:t>
            </a:r>
          </a:p>
        </p:txBody>
      </p:sp>
      <p:sp>
        <p:nvSpPr>
          <p:cNvPr id="4" name="">
            <a:extLst xmlns:a="http://schemas.openxmlformats.org/drawingml/2006/main">
              <a:ext uri="{FF2B5EF4-FFF2-40B4-BE49-F238E27FC236}">
                <a16:creationId xmlns:a16="http://schemas.microsoft.com/office/drawing/2014/main" id="{7AB75B46-6DE0-451B-9215-418516588892}"/>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종료는 서버 터미널에서 Ctrl+C입니다.</a:t>
            </a:r>
          </a:p>
        </p:txBody>
      </p:sp>
      <p:sp>
        <p:nvSpPr>
          <p:cNvPr id="5" name="">
            <a:extLst xmlns:a="http://schemas.openxmlformats.org/drawingml/2006/main">
              <a:ext uri="{FF2B5EF4-FFF2-40B4-BE49-F238E27FC236}">
                <a16:creationId xmlns:a16="http://schemas.microsoft.com/office/drawing/2014/main" id="{CCCB495C-FBCA-47C5-842F-65A4050651E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69B345D-0AB8-4EA1-A191-C917D20906D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6A0A5528-23C5-4AB4-90E0-1CD5E3C4380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026</a:t>
            </a:r>
          </a:p>
        </p:txBody>
      </p:sp>
    </p:spTree>
    <p:extLst>
      <p:ext uri="{BB962C8B-B14F-4D97-AF65-F5344CB8AC3E}">
        <p14:creationId xmlns:p14="http://schemas.microsoft.com/office/powerpoint/2010/main" val="699441754"/>
      </p:ext>
    </p:extLst>
  </p:cSld>
</p:sld>
</file>

<file path=ppt/slides/slide2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847EAF7D-9CAE-49E0-83B6-2677BFD1176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1F5274FA-35C9-4E81-8A85-863F4C85E5D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HTTP 목록 읽기 코드</a:t>
            </a:r>
          </a:p>
        </p:txBody>
      </p:sp>
      <p:sp>
        <p:nvSpPr>
          <p:cNvPr id="3" name="">
            <a:extLst xmlns:a="http://schemas.openxmlformats.org/drawingml/2006/main">
              <a:ext uri="{FF2B5EF4-FFF2-40B4-BE49-F238E27FC236}">
                <a16:creationId xmlns:a16="http://schemas.microsoft.com/office/drawing/2014/main" id="{D5E467B1-73F3-480A-9CC3-068AFA63C509}"/>
              </a:ext>
            </a:extLst>
          </p:cNvPr>
          <p:cNvSpPr>
            <a:spLocks xmlns:a="http://schemas.openxmlformats.org/drawingml/2006/main" noGrp="1"/>
          </p:cNvSpPr>
          <p:nvPr/>
        </p:nvSpPr>
        <p:spPr>
          <a:xfrm xmlns:a="http://schemas.openxmlformats.org/drawingml/2006/main">
            <a:off x="609600" y="2714625"/>
            <a:ext cx="10972800" cy="24765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BAF2A6E-452A-4E11-A938-D11066986B16}"/>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819CFE79-8CD6-4472-AB66-572821F08647}"/>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import</a:t>
            </a:r>
            <a:r>
              <a:rPr>
                <a:solidFill>
                  <a:srgbClr val="FFFFFF"/>
                </a:solidFill>
              </a:rPr>
              <a:t> json</a:t>
            </a:r>
          </a:p>
        </p:txBody>
      </p:sp>
      <p:sp>
        <p:nvSpPr>
          <p:cNvPr id="6" name="">
            <a:extLst xmlns:a="http://schemas.openxmlformats.org/drawingml/2006/main">
              <a:ext uri="{FF2B5EF4-FFF2-40B4-BE49-F238E27FC236}">
                <a16:creationId xmlns:a16="http://schemas.microsoft.com/office/drawing/2014/main" id="{89E5F4AC-E9CE-41FD-AD04-E05101229741}"/>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63CB6543-76B3-4314-AA18-7695D23C829C}"/>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from</a:t>
            </a:r>
            <a:r>
              <a:rPr>
                <a:solidFill>
                  <a:srgbClr val="FFFFFF"/>
                </a:solidFill>
              </a:rPr>
              <a:t> urllib.request </a:t>
            </a:r>
            <a:r>
              <a:rPr b="1">
                <a:solidFill>
                  <a:srgbClr val="FFFFFF"/>
                </a:solidFill>
              </a:rPr>
              <a:t>import</a:t>
            </a:r>
            <a:r>
              <a:rPr>
                <a:solidFill>
                  <a:srgbClr val="FFFFFF"/>
                </a:solidFill>
              </a:rPr>
              <a:t> urlopen</a:t>
            </a:r>
          </a:p>
        </p:txBody>
      </p:sp>
      <p:sp>
        <p:nvSpPr>
          <p:cNvPr id="8" name="">
            <a:extLst xmlns:a="http://schemas.openxmlformats.org/drawingml/2006/main">
              <a:ext uri="{FF2B5EF4-FFF2-40B4-BE49-F238E27FC236}">
                <a16:creationId xmlns:a16="http://schemas.microsoft.com/office/drawing/2014/main" id="{94554793-B263-4692-9409-03824D0F730E}"/>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73597903-6E91-4B2F-998A-D9F3C91BAD98}"/>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url = </a:t>
            </a:r>
            <a:r>
              <a:rPr>
                <a:solidFill>
                  <a:srgbClr val="BACBFA"/>
                </a:solidFill>
              </a:rPr>
              <a:t>"http://127.0.0.1:8780/api/readings"</a:t>
            </a:r>
          </a:p>
        </p:txBody>
      </p:sp>
      <p:sp>
        <p:nvSpPr>
          <p:cNvPr id="10" name="">
            <a:extLst xmlns:a="http://schemas.openxmlformats.org/drawingml/2006/main">
              <a:ext uri="{FF2B5EF4-FFF2-40B4-BE49-F238E27FC236}">
                <a16:creationId xmlns:a16="http://schemas.microsoft.com/office/drawing/2014/main" id="{3BC0BF0C-63E2-4AFF-A34F-849EDD212ECC}"/>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F41E2E4F-27A9-47D5-885E-F5C3853C5E57}"/>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with</a:t>
            </a:r>
            <a:r>
              <a:rPr>
                <a:solidFill>
                  <a:srgbClr val="FFFFFF"/>
                </a:solidFill>
              </a:rPr>
              <a:t> urlopen(url, timeout=5) </a:t>
            </a:r>
            <a:r>
              <a:rPr b="1">
                <a:solidFill>
                  <a:srgbClr val="FFFFFF"/>
                </a:solidFill>
              </a:rPr>
              <a:t>as</a:t>
            </a:r>
            <a:r>
              <a:rPr>
                <a:solidFill>
                  <a:srgbClr val="FFFFFF"/>
                </a:solidFill>
              </a:rPr>
              <a:t> response:</a:t>
            </a:r>
          </a:p>
        </p:txBody>
      </p:sp>
      <p:sp>
        <p:nvSpPr>
          <p:cNvPr id="12" name="">
            <a:extLst xmlns:a="http://schemas.openxmlformats.org/drawingml/2006/main">
              <a:ext uri="{FF2B5EF4-FFF2-40B4-BE49-F238E27FC236}">
                <a16:creationId xmlns:a16="http://schemas.microsoft.com/office/drawing/2014/main" id="{9C71EE52-88C3-4665-A0C6-444FB6084385}"/>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67B47B73-D628-4A40-9D2B-D569A9D52937}"/>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rows = json.load(response)</a:t>
            </a:r>
          </a:p>
        </p:txBody>
      </p:sp>
      <p:sp>
        <p:nvSpPr>
          <p:cNvPr id="14" name="">
            <a:extLst xmlns:a="http://schemas.openxmlformats.org/drawingml/2006/main">
              <a:ext uri="{FF2B5EF4-FFF2-40B4-BE49-F238E27FC236}">
                <a16:creationId xmlns:a16="http://schemas.microsoft.com/office/drawing/2014/main" id="{943D9AC1-19ED-4CC5-9A26-12C8C01542AF}"/>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CE4CF1E4-A6A2-4329-B8C4-F5278863913F}"/>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print(response.status, len(rows))</a:t>
            </a:r>
          </a:p>
        </p:txBody>
      </p:sp>
      <p:sp>
        <p:nvSpPr>
          <p:cNvPr id="16" name="">
            <a:extLst xmlns:a="http://schemas.openxmlformats.org/drawingml/2006/main">
              <a:ext uri="{FF2B5EF4-FFF2-40B4-BE49-F238E27FC236}">
                <a16:creationId xmlns:a16="http://schemas.microsoft.com/office/drawing/2014/main" id="{A9192C65-A4B2-4CC1-92D0-1004EC22FCA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59365C5-0AF7-453C-AFD9-39CE162CA30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8" name="">
            <a:extLst xmlns:a="http://schemas.openxmlformats.org/drawingml/2006/main">
              <a:ext uri="{FF2B5EF4-FFF2-40B4-BE49-F238E27FC236}">
                <a16:creationId xmlns:a16="http://schemas.microsoft.com/office/drawing/2014/main" id="{744DE2B6-B708-4D89-9D43-A1A84FF32DD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027</a:t>
            </a:r>
          </a:p>
        </p:txBody>
      </p:sp>
    </p:spTree>
    <p:extLst>
      <p:ext uri="{BB962C8B-B14F-4D97-AF65-F5344CB8AC3E}">
        <p14:creationId xmlns:p14="http://schemas.microsoft.com/office/powerpoint/2010/main" val="1367193600"/>
      </p:ext>
    </p:extLst>
  </p:cSld>
</p:sld>
</file>

<file path=ppt/slides/slide2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50A180E-F501-43A1-883D-CD4057CD8C7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84CA37A0-6C10-4061-85A5-6F660157E4C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A96DABAB-485A-43C8-BA91-244321BEFED6}"/>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1~3행:</a:t>
            </a:r>
          </a:p>
        </p:txBody>
      </p:sp>
      <p:sp>
        <p:nvSpPr>
          <p:cNvPr id="4" name="">
            <a:extLst xmlns:a="http://schemas.openxmlformats.org/drawingml/2006/main">
              <a:ext uri="{FF2B5EF4-FFF2-40B4-BE49-F238E27FC236}">
                <a16:creationId xmlns:a16="http://schemas.microsoft.com/office/drawing/2014/main" id="{BB5DCD08-62C9-4756-8B53-A4C1B0AABA1C}"/>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도구와 요청 주소를 준비합니다.</a:t>
            </a:r>
          </a:p>
        </p:txBody>
      </p:sp>
      <p:sp>
        <p:nvSpPr>
          <p:cNvPr id="5" name="">
            <a:extLst xmlns:a="http://schemas.openxmlformats.org/drawingml/2006/main">
              <a:ext uri="{FF2B5EF4-FFF2-40B4-BE49-F238E27FC236}">
                <a16:creationId xmlns:a16="http://schemas.microsoft.com/office/drawing/2014/main" id="{E46D3A47-C9B6-4C05-9EA5-9DF1D89CCB8F}"/>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8D492EC-6B05-4125-94F2-088371CE109D}"/>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4행:</a:t>
            </a:r>
          </a:p>
        </p:txBody>
      </p:sp>
      <p:sp>
        <p:nvSpPr>
          <p:cNvPr id="7" name="">
            <a:extLst xmlns:a="http://schemas.openxmlformats.org/drawingml/2006/main">
              <a:ext uri="{FF2B5EF4-FFF2-40B4-BE49-F238E27FC236}">
                <a16:creationId xmlns:a16="http://schemas.microsoft.com/office/drawing/2014/main" id="{6693F560-8A1E-46BF-857D-FA05A6A78894}"/>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서버에 읽기 요청을 보냅니다.</a:t>
            </a:r>
          </a:p>
        </p:txBody>
      </p:sp>
      <p:sp>
        <p:nvSpPr>
          <p:cNvPr id="8" name="">
            <a:extLst xmlns:a="http://schemas.openxmlformats.org/drawingml/2006/main">
              <a:ext uri="{FF2B5EF4-FFF2-40B4-BE49-F238E27FC236}">
                <a16:creationId xmlns:a16="http://schemas.microsoft.com/office/drawing/2014/main" id="{159B1388-3A19-40C9-BA66-50BC86C54CC8}"/>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4C0C80C-D0FB-48F9-ADEB-0AF19872276A}"/>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5행:</a:t>
            </a:r>
          </a:p>
        </p:txBody>
      </p:sp>
      <p:sp>
        <p:nvSpPr>
          <p:cNvPr id="10" name="">
            <a:extLst xmlns:a="http://schemas.openxmlformats.org/drawingml/2006/main">
              <a:ext uri="{FF2B5EF4-FFF2-40B4-BE49-F238E27FC236}">
                <a16:creationId xmlns:a16="http://schemas.microsoft.com/office/drawing/2014/main" id="{FFDDBBFF-A975-4D59-ADE7-181927FF6DD1}"/>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응답 JSON을 목록으로 읽습니다.</a:t>
            </a:r>
          </a:p>
        </p:txBody>
      </p:sp>
      <p:sp>
        <p:nvSpPr>
          <p:cNvPr id="11" name="">
            <a:extLst xmlns:a="http://schemas.openxmlformats.org/drawingml/2006/main">
              <a:ext uri="{FF2B5EF4-FFF2-40B4-BE49-F238E27FC236}">
                <a16:creationId xmlns:a16="http://schemas.microsoft.com/office/drawing/2014/main" id="{CAAE6EE0-B152-403F-BB09-CFBB7BAB13F4}"/>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75B09710-4E8F-4498-A11C-E12B3087A9BB}"/>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6행:</a:t>
            </a:r>
          </a:p>
        </p:txBody>
      </p:sp>
      <p:sp>
        <p:nvSpPr>
          <p:cNvPr id="13" name="">
            <a:extLst xmlns:a="http://schemas.openxmlformats.org/drawingml/2006/main">
              <a:ext uri="{FF2B5EF4-FFF2-40B4-BE49-F238E27FC236}">
                <a16:creationId xmlns:a16="http://schemas.microsoft.com/office/drawing/2014/main" id="{1036D81E-9924-4EDE-9824-213845DF2CAD}"/>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HTTP 상태와 행 수를 출력합니다.</a:t>
            </a:r>
          </a:p>
        </p:txBody>
      </p:sp>
      <p:sp>
        <p:nvSpPr>
          <p:cNvPr id="14" name="">
            <a:extLst xmlns:a="http://schemas.openxmlformats.org/drawingml/2006/main">
              <a:ext uri="{FF2B5EF4-FFF2-40B4-BE49-F238E27FC236}">
                <a16:creationId xmlns:a16="http://schemas.microsoft.com/office/drawing/2014/main" id="{024ACC05-5D70-4431-9CD8-8A3BE77FC67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506AFAF5-DEFB-46DC-9CC2-33E54C1C8F0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6" name="">
            <a:extLst xmlns:a="http://schemas.openxmlformats.org/drawingml/2006/main">
              <a:ext uri="{FF2B5EF4-FFF2-40B4-BE49-F238E27FC236}">
                <a16:creationId xmlns:a16="http://schemas.microsoft.com/office/drawing/2014/main" id="{B745EA21-AF4A-47E8-8BC2-0A62933EB89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028</a:t>
            </a:r>
          </a:p>
        </p:txBody>
      </p:sp>
    </p:spTree>
    <p:extLst>
      <p:ext uri="{BB962C8B-B14F-4D97-AF65-F5344CB8AC3E}">
        <p14:creationId xmlns:p14="http://schemas.microsoft.com/office/powerpoint/2010/main" val="994624902"/>
      </p:ext>
    </p:extLst>
  </p:cSld>
</p:sld>
</file>

<file path=ppt/slides/slide2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E3A84245-7B5A-46A6-80A5-2E6194C5B4C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43FBADE9-CA36-4319-9C9C-A8D190C164A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E487714A-37FA-4A96-876C-1A5E6E6BB951}"/>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14D16C61-9C70-414C-979F-87E88B6C170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864D70F2-2949-4B24-94B9-2DFE3D6659A4}"/>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9A441C8-5BA4-4AFB-851E-0EBD815BE39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24B5FCA-746E-43E0-AF94-8C2500AA2DB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work/read_list.py</a:t>
            </a:r>
          </a:p>
        </p:txBody>
      </p:sp>
      <p:sp>
        <p:nvSpPr>
          <p:cNvPr id="8" name="">
            <a:extLst xmlns:a="http://schemas.openxmlformats.org/drawingml/2006/main">
              <a:ext uri="{FF2B5EF4-FFF2-40B4-BE49-F238E27FC236}">
                <a16:creationId xmlns:a16="http://schemas.microsoft.com/office/drawing/2014/main" id="{4DFB8C0A-8A67-4EB6-B488-29B8A494C617}"/>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7096E24-0059-4725-B975-888B934FBBD4}"/>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E513A8B-9B2D-43AD-9E88-0FA6531C3AD1}"/>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work/read_list.py</a:t>
            </a:r>
          </a:p>
        </p:txBody>
      </p:sp>
      <p:sp>
        <p:nvSpPr>
          <p:cNvPr id="11" name="">
            <a:extLst xmlns:a="http://schemas.openxmlformats.org/drawingml/2006/main">
              <a:ext uri="{FF2B5EF4-FFF2-40B4-BE49-F238E27FC236}">
                <a16:creationId xmlns:a16="http://schemas.microsoft.com/office/drawing/2014/main" id="{B468B3C6-A95C-433D-968A-8459A1C5BC3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D2DAC95-3EE4-4957-8D82-838B05873D0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3" name="">
            <a:extLst xmlns:a="http://schemas.openxmlformats.org/drawingml/2006/main">
              <a:ext uri="{FF2B5EF4-FFF2-40B4-BE49-F238E27FC236}">
                <a16:creationId xmlns:a16="http://schemas.microsoft.com/office/drawing/2014/main" id="{8C933902-0A8A-4720-BC40-92814953360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029</a:t>
            </a:r>
          </a:p>
        </p:txBody>
      </p:sp>
    </p:spTree>
    <p:extLst>
      <p:ext uri="{BB962C8B-B14F-4D97-AF65-F5344CB8AC3E}">
        <p14:creationId xmlns:p14="http://schemas.microsoft.com/office/powerpoint/2010/main" val="573023631"/>
      </p:ext>
    </p:extLst>
  </p:cSld>
</p:sld>
</file>

<file path=ppt/slides/slide3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FF9289F8-9C0A-4557-A938-90F97630819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508BA407-9D12-42A5-B12F-86DE3FCDE9A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5EA3F789-2AAB-4AB9-B0EB-38AD07B36A4B}"/>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F0C53C5E-4F58-4FF0-BC53-8DEFFB59EF54}"/>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초기 응답: 200 5</a:t>
            </a:r>
          </a:p>
        </p:txBody>
      </p:sp>
      <p:sp>
        <p:nvSpPr>
          <p:cNvPr id="5" name="">
            <a:extLst xmlns:a="http://schemas.openxmlformats.org/drawingml/2006/main">
              <a:ext uri="{FF2B5EF4-FFF2-40B4-BE49-F238E27FC236}">
                <a16:creationId xmlns:a16="http://schemas.microsoft.com/office/drawing/2014/main" id="{F1ACA5B0-21AF-4334-8333-DC9175AA9FAB}"/>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읽기 성공 · 기록 5건</a:t>
            </a:r>
          </a:p>
        </p:txBody>
      </p:sp>
      <p:sp>
        <p:nvSpPr>
          <p:cNvPr id="6" name="">
            <a:extLst xmlns:a="http://schemas.openxmlformats.org/drawingml/2006/main">
              <a:ext uri="{FF2B5EF4-FFF2-40B4-BE49-F238E27FC236}">
                <a16:creationId xmlns:a16="http://schemas.microsoft.com/office/drawing/2014/main" id="{D6B2731E-5B2B-4B39-884C-9917C0A5B867}"/>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추가 전송 후에는 행 수가 달라집니다.</a:t>
            </a:r>
          </a:p>
        </p:txBody>
      </p:sp>
      <p:sp>
        <p:nvSpPr>
          <p:cNvPr id="7" name="">
            <a:extLst xmlns:a="http://schemas.openxmlformats.org/drawingml/2006/main">
              <a:ext uri="{FF2B5EF4-FFF2-40B4-BE49-F238E27FC236}">
                <a16:creationId xmlns:a16="http://schemas.microsoft.com/office/drawing/2014/main" id="{7F2D4DC3-7E6D-46DF-BC9B-191AE16A0B6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362586EF-C06B-4AC9-80B3-187988C89B1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C52F539E-5A0D-4557-9EE5-D52C2C98619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030</a:t>
            </a:r>
          </a:p>
        </p:txBody>
      </p:sp>
    </p:spTree>
    <p:extLst>
      <p:ext uri="{BB962C8B-B14F-4D97-AF65-F5344CB8AC3E}">
        <p14:creationId xmlns:p14="http://schemas.microsoft.com/office/powerpoint/2010/main" val="1081097393"/>
      </p:ext>
    </p:extLst>
  </p:cSld>
</p:sld>
</file>

<file path=ppt/slides/slide31.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0EC8399-5038-4E79-B016-735DB9BCBA6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ADFED904-E1ED-4AB3-8915-EA67520F575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1536D8E5-4A26-4460-B8EA-08137B9F884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HTML은 보이는데 API만 실패합니다.</a:t>
            </a:r>
          </a:p>
        </p:txBody>
      </p:sp>
      <p:sp>
        <p:nvSpPr>
          <p:cNvPr id="4" name="">
            <a:extLst xmlns:a="http://schemas.openxmlformats.org/drawingml/2006/main">
              <a:ext uri="{FF2B5EF4-FFF2-40B4-BE49-F238E27FC236}">
                <a16:creationId xmlns:a16="http://schemas.microsoft.com/office/drawing/2014/main" id="{B57EC250-3CC4-40E1-87DB-3ECFA06F671E}"/>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무엇부터 확인할까요?</a:t>
            </a:r>
          </a:p>
        </p:txBody>
      </p:sp>
      <p:sp>
        <p:nvSpPr>
          <p:cNvPr id="5" name="">
            <a:extLst xmlns:a="http://schemas.openxmlformats.org/drawingml/2006/main">
              <a:ext uri="{FF2B5EF4-FFF2-40B4-BE49-F238E27FC236}">
                <a16:creationId xmlns:a16="http://schemas.microsoft.com/office/drawing/2014/main" id="{EFB8DD1B-4178-44F2-922E-1F1F6529AD5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C94CF65-2374-47D6-B97E-1AE2D038490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B3C4049A-087D-4F03-9A0F-B9CFEF0A757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031</a:t>
            </a:r>
          </a:p>
        </p:txBody>
      </p:sp>
    </p:spTree>
    <p:extLst>
      <p:ext uri="{BB962C8B-B14F-4D97-AF65-F5344CB8AC3E}">
        <p14:creationId xmlns:p14="http://schemas.microsoft.com/office/powerpoint/2010/main" val="321475810"/>
      </p:ext>
    </p:extLst>
  </p:cSld>
</p:sld>
</file>

<file path=ppt/slides/slide3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5BE2027-A7F0-4797-A932-A1151983252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73CBBF14-7CDB-4EA0-96E4-2ACEBA1CBA7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61BB26C4-8695-4201-86F3-D55A6FC21EA6}"/>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E527CDD-6EF2-4D6E-A8F6-527809164FF4}"/>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server.py 실행</a:t>
            </a:r>
            <a:r>
              <a:t> · 터미널 오류 · 포트를 확인합니다.</a:t>
            </a:r>
          </a:p>
        </p:txBody>
      </p:sp>
      <p:sp>
        <p:nvSpPr>
          <p:cNvPr id="5" name="">
            <a:extLst xmlns:a="http://schemas.openxmlformats.org/drawingml/2006/main">
              <a:ext uri="{FF2B5EF4-FFF2-40B4-BE49-F238E27FC236}">
                <a16:creationId xmlns:a16="http://schemas.microsoft.com/office/drawing/2014/main" id="{8F946310-9C17-4583-83A7-E76922AB115A}"/>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화면 표시 성공은 서버 실행 증거가 아닙니다.</a:t>
            </a:r>
          </a:p>
        </p:txBody>
      </p:sp>
      <p:sp>
        <p:nvSpPr>
          <p:cNvPr id="6" name="">
            <a:extLst xmlns:a="http://schemas.openxmlformats.org/drawingml/2006/main">
              <a:ext uri="{FF2B5EF4-FFF2-40B4-BE49-F238E27FC236}">
                <a16:creationId xmlns:a16="http://schemas.microsoft.com/office/drawing/2014/main" id="{E1E8F70B-0BA2-4BEB-95B3-D57DE1B9FD6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AD645835-C3F5-466C-BD6F-B976AB3D065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E79F49AD-2680-4DE1-9D16-EDAC8996E1A0}"/>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032</a:t>
            </a:r>
          </a:p>
        </p:txBody>
      </p:sp>
    </p:spTree>
    <p:extLst>
      <p:ext uri="{BB962C8B-B14F-4D97-AF65-F5344CB8AC3E}">
        <p14:creationId xmlns:p14="http://schemas.microsoft.com/office/powerpoint/2010/main" val="77380015"/>
      </p:ext>
    </p:extLst>
  </p:cSld>
</p:sld>
</file>

<file path=ppt/slides/slide3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BC01721-2609-4A78-A1D0-5FC2812F514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D6B8B34D-A2DA-4501-A7EA-D7460CD4AC75}"/>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B2748E2E-2A41-4580-BC26-2E4F065F184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서버를 Ctrl+C로 종료하고 다시 요청합니다.</a:t>
            </a:r>
          </a:p>
        </p:txBody>
      </p:sp>
      <p:sp>
        <p:nvSpPr>
          <p:cNvPr id="4" name="">
            <a:extLst xmlns:a="http://schemas.openxmlformats.org/drawingml/2006/main">
              <a:ext uri="{FF2B5EF4-FFF2-40B4-BE49-F238E27FC236}">
                <a16:creationId xmlns:a16="http://schemas.microsoft.com/office/drawing/2014/main" id="{C5683B26-9661-4658-AD1D-5A65047B6F31}"/>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수신 실패와 이전 값 유지를 확인합니다.</a:t>
            </a:r>
          </a:p>
        </p:txBody>
      </p:sp>
      <p:sp>
        <p:nvSpPr>
          <p:cNvPr id="5" name="">
            <a:extLst xmlns:a="http://schemas.openxmlformats.org/drawingml/2006/main">
              <a:ext uri="{FF2B5EF4-FFF2-40B4-BE49-F238E27FC236}">
                <a16:creationId xmlns:a16="http://schemas.microsoft.com/office/drawing/2014/main" id="{C251F6DE-F231-4407-9FA5-2560CFAA96E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938AB50-E3EC-4859-A8D1-610ABB3E37C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FA722962-3993-45DC-9D12-D16C1DEB938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033</a:t>
            </a:r>
          </a:p>
        </p:txBody>
      </p:sp>
    </p:spTree>
    <p:extLst>
      <p:ext uri="{BB962C8B-B14F-4D97-AF65-F5344CB8AC3E}">
        <p14:creationId xmlns:p14="http://schemas.microsoft.com/office/powerpoint/2010/main" val="1146597543"/>
      </p:ext>
    </p:extLst>
  </p:cSld>
</p:sld>
</file>

<file path=ppt/slides/slide3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8559A4E-0571-4F4B-9B73-9EE6A07493D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2교시</a:t>
            </a:r>
          </a:p>
        </p:txBody>
      </p:sp>
      <p:sp>
        <p:nvSpPr>
          <p:cNvPr id="2" name="">
            <a:extLst xmlns:a="http://schemas.openxmlformats.org/drawingml/2006/main">
              <a:ext uri="{FF2B5EF4-FFF2-40B4-BE49-F238E27FC236}">
                <a16:creationId xmlns:a16="http://schemas.microsoft.com/office/drawing/2014/main" id="{9B5D342B-EAE2-427B-826C-ACD7BAA16E8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2AB269E4-0804-42D0-B281-07F2A8EDABC4}"/>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51F936E7-676C-4BD4-A2CE-518E14EFB944}"/>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정적 http.server는 API 추가 기능을 대신하지 않습니다.</a:t>
            </a:r>
          </a:p>
        </p:txBody>
      </p:sp>
      <p:sp>
        <p:nvSpPr>
          <p:cNvPr id="5" name="">
            <a:extLst xmlns:a="http://schemas.openxmlformats.org/drawingml/2006/main">
              <a:ext uri="{FF2B5EF4-FFF2-40B4-BE49-F238E27FC236}">
                <a16:creationId xmlns:a16="http://schemas.microsoft.com/office/drawing/2014/main" id="{2B504705-CC36-4F26-8F8D-73C7C3C84B4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9027EB9-38BB-43C9-AB99-7E0CF5FD8D7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500F5E1-E647-428C-AE17-0096B6CCF932}"/>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8780 점유 오류면 기존 서버 상태를 확인합니다.</a:t>
            </a:r>
          </a:p>
        </p:txBody>
      </p:sp>
      <p:sp>
        <p:nvSpPr>
          <p:cNvPr id="8" name="">
            <a:extLst xmlns:a="http://schemas.openxmlformats.org/drawingml/2006/main">
              <a:ext uri="{FF2B5EF4-FFF2-40B4-BE49-F238E27FC236}">
                <a16:creationId xmlns:a16="http://schemas.microsoft.com/office/drawing/2014/main" id="{FE55154A-977E-4768-A333-E29EAAFA35E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333B6F62-521D-4510-A560-ADF9E90AADA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7FB8CF8A-5436-428E-8F70-832CB23A454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034</a:t>
            </a:r>
          </a:p>
        </p:txBody>
      </p:sp>
    </p:spTree>
    <p:extLst>
      <p:ext uri="{BB962C8B-B14F-4D97-AF65-F5344CB8AC3E}">
        <p14:creationId xmlns:p14="http://schemas.microsoft.com/office/powerpoint/2010/main" val="1580453437"/>
      </p:ext>
    </p:extLst>
  </p:cSld>
</p:sld>
</file>

<file path=ppt/slides/slide3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A6E91DF-524E-44C7-8450-E2DE7CD5684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353027B3-7206-412E-A6B8-31B05F360CD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9CED41D3-D8AC-42DD-9AEA-5C56520761E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브라우저와 서버의 역할을 말해 봅시다.</a:t>
            </a:r>
          </a:p>
        </p:txBody>
      </p:sp>
      <p:sp>
        <p:nvSpPr>
          <p:cNvPr id="4" name="">
            <a:extLst xmlns:a="http://schemas.openxmlformats.org/drawingml/2006/main">
              <a:ext uri="{FF2B5EF4-FFF2-40B4-BE49-F238E27FC236}">
                <a16:creationId xmlns:a16="http://schemas.microsoft.com/office/drawing/2014/main" id="{CCD5BA80-CCC5-416B-94CC-EDCF63F265B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GET 주소와 확인할 응답도 설명합니다.</a:t>
            </a:r>
          </a:p>
        </p:txBody>
      </p:sp>
      <p:sp>
        <p:nvSpPr>
          <p:cNvPr id="5" name="">
            <a:extLst xmlns:a="http://schemas.openxmlformats.org/drawingml/2006/main">
              <a:ext uri="{FF2B5EF4-FFF2-40B4-BE49-F238E27FC236}">
                <a16:creationId xmlns:a16="http://schemas.microsoft.com/office/drawing/2014/main" id="{DC0AA1FC-1DCE-4ED5-9849-254D5B2AEAC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49AB138-5D49-43BE-B151-09E8CB66CF5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04266068-6D55-47C2-A141-9F575034A5F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035</a:t>
            </a:r>
          </a:p>
        </p:txBody>
      </p:sp>
    </p:spTree>
    <p:extLst>
      <p:ext uri="{BB962C8B-B14F-4D97-AF65-F5344CB8AC3E}">
        <p14:creationId xmlns:p14="http://schemas.microsoft.com/office/powerpoint/2010/main" val="1851659495"/>
      </p:ext>
    </p:extLst>
  </p:cSld>
</p:sld>
</file>

<file path=ppt/slides/slide36.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B3AB2C2-EEB8-415B-9C90-2EC22E8161E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2교시  /  직접 생각하기</a:t>
            </a:r>
          </a:p>
        </p:txBody>
      </p:sp>
      <p:sp>
        <p:nvSpPr>
          <p:cNvPr id="2" name="">
            <a:extLst xmlns:a="http://schemas.openxmlformats.org/drawingml/2006/main">
              <a:ext uri="{FF2B5EF4-FFF2-40B4-BE49-F238E27FC236}">
                <a16:creationId xmlns:a16="http://schemas.microsoft.com/office/drawing/2014/main" id="{52F60CA2-FF07-49D8-89C1-4A1A1F15A72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22830AF3-3E78-4D7A-9F46-6B4C03267E1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추가·도전: 서버를 다시 시작합니다.</a:t>
            </a:r>
          </a:p>
        </p:txBody>
      </p:sp>
      <p:sp>
        <p:nvSpPr>
          <p:cNvPr id="4" name="">
            <a:extLst xmlns:a="http://schemas.openxmlformats.org/drawingml/2006/main">
              <a:ext uri="{FF2B5EF4-FFF2-40B4-BE49-F238E27FC236}">
                <a16:creationId xmlns:a16="http://schemas.microsoft.com/office/drawing/2014/main" id="{8DFB22C3-EC4A-4D0D-8EB8-1643680CFE5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추가했던 행이 남아 있어야 할까요?</a:t>
            </a:r>
          </a:p>
        </p:txBody>
      </p:sp>
      <p:sp>
        <p:nvSpPr>
          <p:cNvPr id="5" name="">
            <a:extLst xmlns:a="http://schemas.openxmlformats.org/drawingml/2006/main">
              <a:ext uri="{FF2B5EF4-FFF2-40B4-BE49-F238E27FC236}">
                <a16:creationId xmlns:a16="http://schemas.microsoft.com/office/drawing/2014/main" id="{2B2D7841-87EB-40BE-9B85-1D1FE798ABA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76277C1-686C-46F5-83DC-ECEE15D773B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0C92440B-29B2-4E05-A0EA-37583B5FF6C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036</a:t>
            </a:r>
          </a:p>
        </p:txBody>
      </p:sp>
    </p:spTree>
    <p:extLst>
      <p:ext uri="{BB962C8B-B14F-4D97-AF65-F5344CB8AC3E}">
        <p14:creationId xmlns:p14="http://schemas.microsoft.com/office/powerpoint/2010/main" val="394919503"/>
      </p:ext>
    </p:extLst>
  </p:cSld>
</p:sld>
</file>

<file path=ppt/slides/slide3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997834BE-BC1B-4C11-B4CA-BC8DAD8D865E}"/>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79C9857-6F24-4FA9-AE28-FA2EB8D80B29}"/>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03</a:t>
            </a:r>
          </a:p>
        </p:txBody>
      </p:sp>
      <p:sp>
        <p:nvSpPr>
          <p:cNvPr id="3" name="">
            <a:extLst xmlns:a="http://schemas.openxmlformats.org/drawingml/2006/main">
              <a:ext uri="{FF2B5EF4-FFF2-40B4-BE49-F238E27FC236}">
                <a16:creationId xmlns:a16="http://schemas.microsoft.com/office/drawing/2014/main" id="{A026CCE7-5690-4AF5-A062-965F6BB7B12A}"/>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CF0D3281-A01E-48A9-A5DE-5DC5CDB5125D}"/>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CSV 값과 API 계약</a:t>
            </a:r>
          </a:p>
        </p:txBody>
      </p:sp>
      <p:sp>
        <p:nvSpPr>
          <p:cNvPr id="5" name="">
            <a:extLst xmlns:a="http://schemas.openxmlformats.org/drawingml/2006/main">
              <a:ext uri="{FF2B5EF4-FFF2-40B4-BE49-F238E27FC236}">
                <a16:creationId xmlns:a16="http://schemas.microsoft.com/office/drawing/2014/main" id="{5354E004-BA53-4A72-8633-84134ED9AABE}"/>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288613C-3388-4AB1-8AB1-D4F6F49E3EBF}"/>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13:00~13:50 · 50분</a:t>
            </a:r>
          </a:p>
        </p:txBody>
      </p:sp>
      <p:sp>
        <p:nvSpPr>
          <p:cNvPr id="7" name="">
            <a:extLst xmlns:a="http://schemas.openxmlformats.org/drawingml/2006/main">
              <a:ext uri="{FF2B5EF4-FFF2-40B4-BE49-F238E27FC236}">
                <a16:creationId xmlns:a16="http://schemas.microsoft.com/office/drawing/2014/main" id="{2F656BAF-802F-4637-B0D0-9E2DA0E5567A}"/>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A07 · A08 · A09</a:t>
            </a:r>
          </a:p>
        </p:txBody>
      </p:sp>
      <p:sp>
        <p:nvSpPr>
          <p:cNvPr id="8" name="">
            <a:extLst xmlns:a="http://schemas.openxmlformats.org/drawingml/2006/main">
              <a:ext uri="{FF2B5EF4-FFF2-40B4-BE49-F238E27FC236}">
                <a16:creationId xmlns:a16="http://schemas.microsoft.com/office/drawing/2014/main" id="{3D546A56-7F25-4753-A56F-A4C343647A19}"/>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24277841-0624-47CB-BA43-3DB3CDC7227A}"/>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2026.10.29</a:t>
            </a:r>
          </a:p>
        </p:txBody>
      </p:sp>
      <p:sp>
        <p:nvSpPr>
          <p:cNvPr id="10" name="">
            <a:extLst xmlns:a="http://schemas.openxmlformats.org/drawingml/2006/main">
              <a:ext uri="{FF2B5EF4-FFF2-40B4-BE49-F238E27FC236}">
                <a16:creationId xmlns:a16="http://schemas.microsoft.com/office/drawing/2014/main" id="{5E511F8F-3369-4EE6-B2B9-D1FD1697E0A5}"/>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037</a:t>
            </a:r>
          </a:p>
        </p:txBody>
      </p:sp>
    </p:spTree>
    <p:extLst>
      <p:ext uri="{BB962C8B-B14F-4D97-AF65-F5344CB8AC3E}">
        <p14:creationId xmlns:p14="http://schemas.microsoft.com/office/powerpoint/2010/main" val="2133565452"/>
      </p:ext>
    </p:extLst>
  </p:cSld>
</p:sld>
</file>

<file path=ppt/slides/slide3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9D05013-35E9-420E-B10B-4BF3C7806E3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3703012E-678D-4054-9517-A339C1BB19D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CSV 셀과 숫자 변환</a:t>
            </a:r>
          </a:p>
        </p:txBody>
      </p:sp>
      <p:sp>
        <p:nvSpPr>
          <p:cNvPr id="3" name="">
            <a:extLst xmlns:a="http://schemas.openxmlformats.org/drawingml/2006/main">
              <a:ext uri="{FF2B5EF4-FFF2-40B4-BE49-F238E27FC236}">
                <a16:creationId xmlns:a16="http://schemas.microsoft.com/office/drawing/2014/main" id="{67CE0AEB-EA34-4A6A-9288-77C873019197}"/>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"22.5"를 숫자로 바꿀 수 있습니다.</a:t>
            </a:r>
          </a:p>
        </p:txBody>
      </p:sp>
      <p:sp>
        <p:nvSpPr>
          <p:cNvPr id="4" name="">
            <a:extLst xmlns:a="http://schemas.openxmlformats.org/drawingml/2006/main">
              <a:ext uri="{FF2B5EF4-FFF2-40B4-BE49-F238E27FC236}">
                <a16:creationId xmlns:a16="http://schemas.microsoft.com/office/drawing/2014/main" id="{37BDA65F-9948-4DC2-AE90-83D00D18585C}"/>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문법 읽기와 내용 검사는 별도입니다.</a:t>
            </a:r>
          </a:p>
        </p:txBody>
      </p:sp>
      <p:sp>
        <p:nvSpPr>
          <p:cNvPr id="5" name="">
            <a:extLst xmlns:a="http://schemas.openxmlformats.org/drawingml/2006/main">
              <a:ext uri="{FF2B5EF4-FFF2-40B4-BE49-F238E27FC236}">
                <a16:creationId xmlns:a16="http://schemas.microsoft.com/office/drawing/2014/main" id="{53B3D712-5BA3-4829-9374-C1B8E933CFB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82245DD-188D-41CE-8221-4B5690447EE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B1D4FE0B-158D-4406-AD77-14FF2FBB8CA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038</a:t>
            </a:r>
          </a:p>
        </p:txBody>
      </p:sp>
    </p:spTree>
    <p:extLst>
      <p:ext uri="{BB962C8B-B14F-4D97-AF65-F5344CB8AC3E}">
        <p14:creationId xmlns:p14="http://schemas.microsoft.com/office/powerpoint/2010/main" val="240023501"/>
      </p:ext>
    </p:extLst>
  </p:cSld>
</p:sld>
</file>

<file path=ppt/slides/slide3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69B4BD-6DE3-44D0-9C70-DA95441436D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B40ABEAD-E45C-4A2C-B8E7-D402E4748639}"/>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CSV 빈칸과 JSON null</a:t>
            </a:r>
          </a:p>
        </p:txBody>
      </p:sp>
      <p:sp>
        <p:nvSpPr>
          <p:cNvPr id="3" name="">
            <a:extLst xmlns:a="http://schemas.openxmlformats.org/drawingml/2006/main">
              <a:ext uri="{FF2B5EF4-FFF2-40B4-BE49-F238E27FC236}">
                <a16:creationId xmlns:a16="http://schemas.microsoft.com/office/drawing/2014/main" id="{E4A0563C-2610-4EF5-A497-4B882A442D3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A60EB4B-3D22-497A-8753-B65684AAC6B8}"/>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빈 문자열 → None → JSON null</a:t>
            </a:r>
          </a:p>
        </p:txBody>
      </p:sp>
      <p:sp>
        <p:nvSpPr>
          <p:cNvPr id="5" name="">
            <a:extLst xmlns:a="http://schemas.openxmlformats.org/drawingml/2006/main">
              <a:ext uri="{FF2B5EF4-FFF2-40B4-BE49-F238E27FC236}">
                <a16:creationId xmlns:a16="http://schemas.microsoft.com/office/drawing/2014/main" id="{E26CEF50-E8E5-40EA-A49B-9636838E4588}"/>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67ACBAA-3966-4374-A2AA-9E044FF56919}"/>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DD518968-171D-45BC-AB45-52C532C3A228}"/>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누락을 숫자 0으로 바꾸지 않습니다.</a:t>
            </a:r>
          </a:p>
        </p:txBody>
      </p:sp>
      <p:sp>
        <p:nvSpPr>
          <p:cNvPr id="8" name="">
            <a:extLst xmlns:a="http://schemas.openxmlformats.org/drawingml/2006/main">
              <a:ext uri="{FF2B5EF4-FFF2-40B4-BE49-F238E27FC236}">
                <a16:creationId xmlns:a16="http://schemas.microsoft.com/office/drawing/2014/main" id="{3FFE5121-6ECB-4F8A-B97A-4CB56B60351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A908C1FA-2A3C-4517-B8E1-2E78697EF1D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01E7F1DA-DF01-4715-82D8-BAF94D25D2E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039</a:t>
            </a:r>
          </a:p>
        </p:txBody>
      </p:sp>
    </p:spTree>
    <p:extLst>
      <p:ext uri="{BB962C8B-B14F-4D97-AF65-F5344CB8AC3E}">
        <p14:creationId xmlns:p14="http://schemas.microsoft.com/office/powerpoint/2010/main" val="1596552795"/>
      </p:ext>
    </p:extLst>
  </p:cSld>
</p:sld>
</file>

<file path=ppt/slides/slide4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F6CF51B-46F6-46C4-888C-DCA32A0A6F8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B5889BD-C5CC-4A88-B1F5-0DCBBC6135D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문자 null과 누락 값</a:t>
            </a:r>
          </a:p>
        </p:txBody>
      </p:sp>
      <p:sp>
        <p:nvSpPr>
          <p:cNvPr id="3" name="">
            <a:extLst xmlns:a="http://schemas.openxmlformats.org/drawingml/2006/main">
              <a:ext uri="{FF2B5EF4-FFF2-40B4-BE49-F238E27FC236}">
                <a16:creationId xmlns:a16="http://schemas.microsoft.com/office/drawing/2014/main" id="{998CFC6C-622F-49FD-BCEE-10FB78E0D839}"/>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문자 null과 누락 값</a:t>
            </a:r>
          </a:p>
        </p:txBody>
      </p:sp>
      <p:sp>
        <p:nvSpPr>
          <p:cNvPr id="4" name="">
            <a:extLst xmlns:a="http://schemas.openxmlformats.org/drawingml/2006/main">
              <a:ext uri="{FF2B5EF4-FFF2-40B4-BE49-F238E27FC236}">
                <a16:creationId xmlns:a16="http://schemas.microsoft.com/office/drawing/2014/main" id="{41F42C75-ECB6-46DD-ACD4-059BB83109C7}"/>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FFAAA7E-0E19-4ECD-834F-55AED800791A}"/>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CSV의 "null"은 글자입니다.</a:t>
            </a:r>
          </a:p>
        </p:txBody>
      </p:sp>
      <p:sp>
        <p:nvSpPr>
          <p:cNvPr id="6" name="">
            <a:extLst xmlns:a="http://schemas.openxmlformats.org/drawingml/2006/main">
              <a:ext uri="{FF2B5EF4-FFF2-40B4-BE49-F238E27FC236}">
                <a16:creationId xmlns:a16="http://schemas.microsoft.com/office/drawing/2014/main" id="{CE89089B-D47B-4F3F-B5C5-EAB78CC70358}"/>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보충 예는 빈칸만 미측정으로 인정합니다.</a:t>
            </a:r>
          </a:p>
        </p:txBody>
      </p:sp>
      <p:sp>
        <p:nvSpPr>
          <p:cNvPr id="7" name="">
            <a:extLst xmlns:a="http://schemas.openxmlformats.org/drawingml/2006/main">
              <a:ext uri="{FF2B5EF4-FFF2-40B4-BE49-F238E27FC236}">
                <a16:creationId xmlns:a16="http://schemas.microsoft.com/office/drawing/2014/main" id="{F5AFF707-E397-4794-BB79-5D92226CC55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2E02AECF-40A2-4DF7-9C76-38537A5106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600B9287-6903-4409-8104-6C94C363D73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040</a:t>
            </a:r>
          </a:p>
        </p:txBody>
      </p:sp>
    </p:spTree>
    <p:extLst>
      <p:ext uri="{BB962C8B-B14F-4D97-AF65-F5344CB8AC3E}">
        <p14:creationId xmlns:p14="http://schemas.microsoft.com/office/powerpoint/2010/main" val="2076036692"/>
      </p:ext>
    </p:extLst>
  </p:cSld>
</p:sld>
</file>

<file path=ppt/slides/slide4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A157FB-5D06-456E-8676-902887CF061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933A760E-0367-48EA-8B46-FCB6E594BF2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API 입력 계약</a:t>
            </a:r>
          </a:p>
        </p:txBody>
      </p:sp>
      <p:sp>
        <p:nvSpPr>
          <p:cNvPr id="3" name="">
            <a:extLst xmlns:a="http://schemas.openxmlformats.org/drawingml/2006/main">
              <a:ext uri="{FF2B5EF4-FFF2-40B4-BE49-F238E27FC236}">
                <a16:creationId xmlns:a16="http://schemas.microsoft.com/office/drawing/2014/main" id="{30830C2E-B477-41E9-BBEE-7AECEA0A0D7F}"/>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온도:</a:t>
            </a:r>
          </a:p>
        </p:txBody>
      </p:sp>
      <p:sp>
        <p:nvSpPr>
          <p:cNvPr id="4" name="">
            <a:extLst xmlns:a="http://schemas.openxmlformats.org/drawingml/2006/main">
              <a:ext uri="{FF2B5EF4-FFF2-40B4-BE49-F238E27FC236}">
                <a16:creationId xmlns:a16="http://schemas.microsoft.com/office/drawing/2014/main" id="{2A67B4D4-0D50-4440-88EA-56B58BC89E95}"/>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유한한 0~50 또는 null</a:t>
            </a:r>
          </a:p>
        </p:txBody>
      </p:sp>
      <p:sp>
        <p:nvSpPr>
          <p:cNvPr id="5" name="">
            <a:extLst xmlns:a="http://schemas.openxmlformats.org/drawingml/2006/main">
              <a:ext uri="{FF2B5EF4-FFF2-40B4-BE49-F238E27FC236}">
                <a16:creationId xmlns:a16="http://schemas.microsoft.com/office/drawing/2014/main" id="{4614274D-A442-438F-982C-8C92D29F4DA3}"/>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E59C23F-76D1-426C-978C-37C65DB9F5EF}"/>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active:</a:t>
            </a:r>
          </a:p>
        </p:txBody>
      </p:sp>
      <p:sp>
        <p:nvSpPr>
          <p:cNvPr id="7" name="">
            <a:extLst xmlns:a="http://schemas.openxmlformats.org/drawingml/2006/main">
              <a:ext uri="{FF2B5EF4-FFF2-40B4-BE49-F238E27FC236}">
                <a16:creationId xmlns:a16="http://schemas.microsoft.com/office/drawing/2014/main" id="{58A4A8F1-6A31-4C4A-85AE-4680423E6556}"/>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true/false · 시각: 시간대 포함</a:t>
            </a:r>
          </a:p>
        </p:txBody>
      </p:sp>
      <p:sp>
        <p:nvSpPr>
          <p:cNvPr id="8" name="">
            <a:extLst xmlns:a="http://schemas.openxmlformats.org/drawingml/2006/main">
              <a:ext uri="{FF2B5EF4-FFF2-40B4-BE49-F238E27FC236}">
                <a16:creationId xmlns:a16="http://schemas.microsoft.com/office/drawing/2014/main" id="{E8B60819-B8FD-4661-9284-07618F5FB95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5B4D5B8-A71E-4DC5-965E-84677CA0257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6DA953A4-38DC-4946-918B-65FC2D15BAD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041</a:t>
            </a:r>
          </a:p>
        </p:txBody>
      </p:sp>
    </p:spTree>
    <p:extLst>
      <p:ext uri="{BB962C8B-B14F-4D97-AF65-F5344CB8AC3E}">
        <p14:creationId xmlns:p14="http://schemas.microsoft.com/office/powerpoint/2010/main" val="2070641343"/>
      </p:ext>
    </p:extLst>
  </p:cSld>
</p:sld>
</file>

<file path=ppt/slides/slide4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4EF94F2-E27D-4F43-B114-3ADE3EB9C73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1A8A19E5-25A0-472C-A615-70700439947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전송·수신·화면 값 추적</a:t>
            </a:r>
          </a:p>
        </p:txBody>
      </p:sp>
      <p:sp>
        <p:nvSpPr>
          <p:cNvPr id="3" name="">
            <a:extLst xmlns:a="http://schemas.openxmlformats.org/drawingml/2006/main">
              <a:ext uri="{FF2B5EF4-FFF2-40B4-BE49-F238E27FC236}">
                <a16:creationId xmlns:a16="http://schemas.microsoft.com/office/drawing/2014/main" id="{8FE76BED-09FE-49ED-8964-4F565D83010B}"/>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F20BCB3-1CE4-44AD-B517-F8DB2BA7895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보낸 본문 → HTTP 응답 → GET 목록 → 화면</a:t>
            </a:r>
          </a:p>
        </p:txBody>
      </p:sp>
      <p:sp>
        <p:nvSpPr>
          <p:cNvPr id="5" name="">
            <a:extLst xmlns:a="http://schemas.openxmlformats.org/drawingml/2006/main">
              <a:ext uri="{FF2B5EF4-FFF2-40B4-BE49-F238E27FC236}">
                <a16:creationId xmlns:a16="http://schemas.microsoft.com/office/drawing/2014/main" id="{923D18E9-98B5-4AF0-BF74-EC43302E1DF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87BBA9A-5451-4BE6-AD72-959A7483BBF0}"/>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1B6B6A0-560E-40A1-BB40-79CFD3C2BFF6}"/>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sensor_id와 측정 시각을 함께 찾습니다.</a:t>
            </a:r>
          </a:p>
        </p:txBody>
      </p:sp>
      <p:sp>
        <p:nvSpPr>
          <p:cNvPr id="8" name="">
            <a:extLst xmlns:a="http://schemas.openxmlformats.org/drawingml/2006/main">
              <a:ext uri="{FF2B5EF4-FFF2-40B4-BE49-F238E27FC236}">
                <a16:creationId xmlns:a16="http://schemas.microsoft.com/office/drawing/2014/main" id="{523E8BA2-B7CE-4E16-BDA7-7013268F264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8EAA97F7-1F46-48EE-B697-452EE84F1E2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17D7C573-C9BB-445D-A40A-5669B7FD613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042</a:t>
            </a:r>
          </a:p>
        </p:txBody>
      </p:sp>
    </p:spTree>
    <p:extLst>
      <p:ext uri="{BB962C8B-B14F-4D97-AF65-F5344CB8AC3E}">
        <p14:creationId xmlns:p14="http://schemas.microsoft.com/office/powerpoint/2010/main" val="1559391159"/>
      </p:ext>
    </p:extLst>
  </p:cSld>
</p:sld>
</file>

<file path=ppt/slides/slide4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DB3B1F0-E2A2-4A57-993D-C4AC819775A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90F94CA8-81EE-42F6-ACD4-5DEE147BC35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기록 수락과 최신값 선택</a:t>
            </a:r>
          </a:p>
        </p:txBody>
      </p:sp>
      <p:sp>
        <p:nvSpPr>
          <p:cNvPr id="3" name="">
            <a:extLst xmlns:a="http://schemas.openxmlformats.org/drawingml/2006/main">
              <a:ext uri="{FF2B5EF4-FFF2-40B4-BE49-F238E27FC236}">
                <a16:creationId xmlns:a16="http://schemas.microsoft.com/office/drawing/2014/main" id="{E46F0B24-46BC-47E1-B5B9-76A06FC80B2D}"/>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과거 시각의 기록도 이력에 추가됩니다.</a:t>
            </a:r>
          </a:p>
        </p:txBody>
      </p:sp>
      <p:sp>
        <p:nvSpPr>
          <p:cNvPr id="4" name="">
            <a:extLst xmlns:a="http://schemas.openxmlformats.org/drawingml/2006/main">
              <a:ext uri="{FF2B5EF4-FFF2-40B4-BE49-F238E27FC236}">
                <a16:creationId xmlns:a16="http://schemas.microsoft.com/office/drawing/2014/main" id="{2A055CAC-D5A3-4376-946A-BEC86464EDFA}"/>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최신 표는 더 큰 measured_at을 유지합니다.</a:t>
            </a:r>
          </a:p>
        </p:txBody>
      </p:sp>
      <p:sp>
        <p:nvSpPr>
          <p:cNvPr id="5" name="">
            <a:extLst xmlns:a="http://schemas.openxmlformats.org/drawingml/2006/main">
              <a:ext uri="{FF2B5EF4-FFF2-40B4-BE49-F238E27FC236}">
                <a16:creationId xmlns:a16="http://schemas.microsoft.com/office/drawing/2014/main" id="{B3CA84A1-62DE-49FF-AE8D-1B24682837E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025A545-8A01-4E14-B987-9E4328D7ED4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88AF75D4-7891-4268-B422-4902FF99436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043</a:t>
            </a:r>
          </a:p>
        </p:txBody>
      </p:sp>
    </p:spTree>
    <p:extLst>
      <p:ext uri="{BB962C8B-B14F-4D97-AF65-F5344CB8AC3E}">
        <p14:creationId xmlns:p14="http://schemas.microsoft.com/office/powerpoint/2010/main" val="294664043"/>
      </p:ext>
    </p:extLst>
  </p:cSld>
</p:sld>
</file>

<file path=ppt/slides/slide4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6B281A2B-2035-4FBB-86C1-40EE4D271B3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C92F07A5-E153-43BE-8600-BA19F2C6DA6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CSV 변환 코드 예제</a:t>
            </a:r>
          </a:p>
        </p:txBody>
      </p:sp>
      <p:sp>
        <p:nvSpPr>
          <p:cNvPr id="3" name="">
            <a:extLst xmlns:a="http://schemas.openxmlformats.org/drawingml/2006/main">
              <a:ext uri="{FF2B5EF4-FFF2-40B4-BE49-F238E27FC236}">
                <a16:creationId xmlns:a16="http://schemas.microsoft.com/office/drawing/2014/main" id="{3F6A3446-3208-4912-A7CD-EBC985C1DF25}"/>
              </a:ext>
            </a:extLst>
          </p:cNvPr>
          <p:cNvSpPr>
            <a:spLocks xmlns:a="http://schemas.openxmlformats.org/drawingml/2006/main" noGrp="1"/>
          </p:cNvSpPr>
          <p:nvPr/>
        </p:nvSpPr>
        <p:spPr>
          <a:xfrm xmlns:a="http://schemas.openxmlformats.org/drawingml/2006/main">
            <a:off x="609600" y="2714625"/>
            <a:ext cx="10972800" cy="32766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C3AADA2C-47DC-4141-ACAD-2D4DE515EBAE}"/>
              </a:ext>
            </a:extLst>
          </p:cNvPr>
          <p:cNvSpPr>
            <a:spLocks xmlns:a="http://schemas.openxmlformats.org/drawingml/2006/main" noGrp="1"/>
          </p:cNvSpPr>
          <p:nvPr/>
        </p:nvSpPr>
        <p:spPr>
          <a:xfrm xmlns:a="http://schemas.openxmlformats.org/drawingml/2006/main">
            <a:off x="790575" y="29051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DBE0ED0B-EC2F-4FEA-935F-BFDA08B84BA6}"/>
              </a:ext>
            </a:extLst>
          </p:cNvPr>
          <p:cNvSpPr>
            <a:spLocks xmlns:a="http://schemas.openxmlformats.org/drawingml/2006/main" noGrp="1"/>
          </p:cNvSpPr>
          <p:nvPr/>
        </p:nvSpPr>
        <p:spPr>
          <a:xfrm xmlns:a="http://schemas.openxmlformats.org/drawingml/2006/main">
            <a:off x="1390650" y="28670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import</a:t>
            </a:r>
            <a:r>
              <a:rPr>
                <a:solidFill>
                  <a:srgbClr val="FFFFFF"/>
                </a:solidFill>
              </a:rPr>
              <a:t> csv, io, json</a:t>
            </a:r>
          </a:p>
        </p:txBody>
      </p:sp>
      <p:sp>
        <p:nvSpPr>
          <p:cNvPr id="6" name="">
            <a:extLst xmlns:a="http://schemas.openxmlformats.org/drawingml/2006/main">
              <a:ext uri="{FF2B5EF4-FFF2-40B4-BE49-F238E27FC236}">
                <a16:creationId xmlns:a16="http://schemas.microsoft.com/office/drawing/2014/main" id="{2BD1E1E0-B7A0-4377-9D22-75437A82F7E8}"/>
              </a:ext>
            </a:extLst>
          </p:cNvPr>
          <p:cNvSpPr>
            <a:spLocks xmlns:a="http://schemas.openxmlformats.org/drawingml/2006/main" noGrp="1"/>
          </p:cNvSpPr>
          <p:nvPr/>
        </p:nvSpPr>
        <p:spPr>
          <a:xfrm xmlns:a="http://schemas.openxmlformats.org/drawingml/2006/main">
            <a:off x="790575" y="32004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2DE52D24-6762-4C07-8245-F8C341306685}"/>
              </a:ext>
            </a:extLst>
          </p:cNvPr>
          <p:cNvSpPr>
            <a:spLocks xmlns:a="http://schemas.openxmlformats.org/drawingml/2006/main" noGrp="1"/>
          </p:cNvSpPr>
          <p:nvPr/>
        </p:nvSpPr>
        <p:spPr>
          <a:xfrm xmlns:a="http://schemas.openxmlformats.org/drawingml/2006/main">
            <a:off x="1390650" y="31623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source = </a:t>
            </a:r>
            <a:r>
              <a:rPr>
                <a:solidFill>
                  <a:srgbClr val="BACBFA"/>
                </a:solidFill>
              </a:rPr>
              <a:t>"sensor_id,temperature_c\nS05,0\nS06,\n"</a:t>
            </a:r>
          </a:p>
        </p:txBody>
      </p:sp>
      <p:sp>
        <p:nvSpPr>
          <p:cNvPr id="8" name="">
            <a:extLst xmlns:a="http://schemas.openxmlformats.org/drawingml/2006/main">
              <a:ext uri="{FF2B5EF4-FFF2-40B4-BE49-F238E27FC236}">
                <a16:creationId xmlns:a16="http://schemas.microsoft.com/office/drawing/2014/main" id="{2BFA5005-C489-48C4-8065-BCCDB35F7D85}"/>
              </a:ext>
            </a:extLst>
          </p:cNvPr>
          <p:cNvSpPr>
            <a:spLocks xmlns:a="http://schemas.openxmlformats.org/drawingml/2006/main" noGrp="1"/>
          </p:cNvSpPr>
          <p:nvPr/>
        </p:nvSpPr>
        <p:spPr>
          <a:xfrm xmlns:a="http://schemas.openxmlformats.org/drawingml/2006/main">
            <a:off x="790575" y="34956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30F62ACB-9628-4187-AE87-96E5A21D5855}"/>
              </a:ext>
            </a:extLst>
          </p:cNvPr>
          <p:cNvSpPr>
            <a:spLocks xmlns:a="http://schemas.openxmlformats.org/drawingml/2006/main" noGrp="1"/>
          </p:cNvSpPr>
          <p:nvPr/>
        </p:nvSpPr>
        <p:spPr>
          <a:xfrm xmlns:a="http://schemas.openxmlformats.org/drawingml/2006/main">
            <a:off x="1390650" y="34575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rows = list(csv.DictReader(io.StringIO(source)))</a:t>
            </a:r>
          </a:p>
        </p:txBody>
      </p:sp>
      <p:sp>
        <p:nvSpPr>
          <p:cNvPr id="10" name="">
            <a:extLst xmlns:a="http://schemas.openxmlformats.org/drawingml/2006/main">
              <a:ext uri="{FF2B5EF4-FFF2-40B4-BE49-F238E27FC236}">
                <a16:creationId xmlns:a16="http://schemas.microsoft.com/office/drawing/2014/main" id="{EBD25B04-6946-4B47-88C9-42EB59663E92}"/>
              </a:ext>
            </a:extLst>
          </p:cNvPr>
          <p:cNvSpPr>
            <a:spLocks xmlns:a="http://schemas.openxmlformats.org/drawingml/2006/main" noGrp="1"/>
          </p:cNvSpPr>
          <p:nvPr/>
        </p:nvSpPr>
        <p:spPr>
          <a:xfrm xmlns:a="http://schemas.openxmlformats.org/drawingml/2006/main">
            <a:off x="790575" y="37909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6CC485D5-DDA0-470C-A87A-80647CB1D28E}"/>
              </a:ext>
            </a:extLst>
          </p:cNvPr>
          <p:cNvSpPr>
            <a:spLocks xmlns:a="http://schemas.openxmlformats.org/drawingml/2006/main" noGrp="1"/>
          </p:cNvSpPr>
          <p:nvPr/>
        </p:nvSpPr>
        <p:spPr>
          <a:xfrm xmlns:a="http://schemas.openxmlformats.org/drawingml/2006/main">
            <a:off x="1390650" y="37528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b="1">
                <a:solidFill>
                  <a:srgbClr val="FFFFFF"/>
                </a:solidFill>
              </a:rPr>
              <a:t>for</a:t>
            </a:r>
            <a:r>
              <a:rPr>
                <a:solidFill>
                  <a:srgbClr val="FFFFFF"/>
                </a:solidFill>
              </a:rPr>
              <a:t> row </a:t>
            </a:r>
            <a:r>
              <a:rPr b="1">
                <a:solidFill>
                  <a:srgbClr val="FFFFFF"/>
                </a:solidFill>
              </a:rPr>
              <a:t>in</a:t>
            </a:r>
            <a:r>
              <a:rPr>
                <a:solidFill>
                  <a:srgbClr val="FFFFFF"/>
                </a:solidFill>
              </a:rPr>
              <a:t> rows:</a:t>
            </a:r>
          </a:p>
        </p:txBody>
      </p:sp>
      <p:sp>
        <p:nvSpPr>
          <p:cNvPr id="12" name="">
            <a:extLst xmlns:a="http://schemas.openxmlformats.org/drawingml/2006/main">
              <a:ext uri="{FF2B5EF4-FFF2-40B4-BE49-F238E27FC236}">
                <a16:creationId xmlns:a16="http://schemas.microsoft.com/office/drawing/2014/main" id="{DD4B6C62-7D3E-492F-BE59-9BFB1C5E4692}"/>
              </a:ext>
            </a:extLst>
          </p:cNvPr>
          <p:cNvSpPr>
            <a:spLocks xmlns:a="http://schemas.openxmlformats.org/drawingml/2006/main" noGrp="1"/>
          </p:cNvSpPr>
          <p:nvPr/>
        </p:nvSpPr>
        <p:spPr>
          <a:xfrm xmlns:a="http://schemas.openxmlformats.org/drawingml/2006/main">
            <a:off x="790575" y="40862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AE72BA92-8016-4205-B082-3F85A7661591}"/>
              </a:ext>
            </a:extLst>
          </p:cNvPr>
          <p:cNvSpPr>
            <a:spLocks xmlns:a="http://schemas.openxmlformats.org/drawingml/2006/main" noGrp="1"/>
          </p:cNvSpPr>
          <p:nvPr/>
        </p:nvSpPr>
        <p:spPr>
          <a:xfrm xmlns:a="http://schemas.openxmlformats.org/drawingml/2006/main">
            <a:off x="1390650" y="40481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text = row[</a:t>
            </a:r>
            <a:r>
              <a:rPr>
                <a:solidFill>
                  <a:srgbClr val="BACBFA"/>
                </a:solidFill>
              </a:rPr>
              <a:t>"temperature_c"</a:t>
            </a:r>
            <a:r>
              <a:rPr>
                <a:solidFill>
                  <a:srgbClr val="FFFFFF"/>
                </a:solidFill>
              </a:rPr>
              <a:t>].strip()</a:t>
            </a:r>
          </a:p>
        </p:txBody>
      </p:sp>
      <p:sp>
        <p:nvSpPr>
          <p:cNvPr id="14" name="">
            <a:extLst xmlns:a="http://schemas.openxmlformats.org/drawingml/2006/main">
              <a:ext uri="{FF2B5EF4-FFF2-40B4-BE49-F238E27FC236}">
                <a16:creationId xmlns:a16="http://schemas.microsoft.com/office/drawing/2014/main" id="{BFD4DF97-592F-42E7-987D-DBA29801B9BC}"/>
              </a:ext>
            </a:extLst>
          </p:cNvPr>
          <p:cNvSpPr>
            <a:spLocks xmlns:a="http://schemas.openxmlformats.org/drawingml/2006/main" noGrp="1"/>
          </p:cNvSpPr>
          <p:nvPr/>
        </p:nvSpPr>
        <p:spPr>
          <a:xfrm xmlns:a="http://schemas.openxmlformats.org/drawingml/2006/main">
            <a:off x="790575" y="43815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C67E2CB9-0B2E-44E4-A8FF-2610985CC8F5}"/>
              </a:ext>
            </a:extLst>
          </p:cNvPr>
          <p:cNvSpPr>
            <a:spLocks xmlns:a="http://schemas.openxmlformats.org/drawingml/2006/main" noGrp="1"/>
          </p:cNvSpPr>
          <p:nvPr/>
        </p:nvSpPr>
        <p:spPr>
          <a:xfrm xmlns:a="http://schemas.openxmlformats.org/drawingml/2006/main">
            <a:off x="1390650" y="43434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value = </a:t>
            </a:r>
            <a:r>
              <a:rPr b="1">
                <a:solidFill>
                  <a:srgbClr val="FFFFFF"/>
                </a:solidFill>
              </a:rPr>
              <a:t>None</a:t>
            </a:r>
            <a:r>
              <a:rPr>
                <a:solidFill>
                  <a:srgbClr val="FFFFFF"/>
                </a:solidFill>
              </a:rPr>
              <a:t> </a:t>
            </a:r>
            <a:r>
              <a:rPr b="1">
                <a:solidFill>
                  <a:srgbClr val="FFFFFF"/>
                </a:solidFill>
              </a:rPr>
              <a:t>if</a:t>
            </a:r>
            <a:r>
              <a:rPr>
                <a:solidFill>
                  <a:srgbClr val="FFFFFF"/>
                </a:solidFill>
              </a:rPr>
              <a:t> text == </a:t>
            </a:r>
            <a:r>
              <a:rPr>
                <a:solidFill>
                  <a:srgbClr val="BACBFA"/>
                </a:solidFill>
              </a:rPr>
              <a:t>""</a:t>
            </a:r>
            <a:r>
              <a:rPr>
                <a:solidFill>
                  <a:srgbClr val="FFFFFF"/>
                </a:solidFill>
              </a:rPr>
              <a:t> </a:t>
            </a:r>
            <a:r>
              <a:rPr b="1">
                <a:solidFill>
                  <a:srgbClr val="FFFFFF"/>
                </a:solidFill>
              </a:rPr>
              <a:t>else</a:t>
            </a:r>
            <a:r>
              <a:rPr>
                <a:solidFill>
                  <a:srgbClr val="FFFFFF"/>
                </a:solidFill>
              </a:rPr>
              <a:t> float(text)</a:t>
            </a:r>
          </a:p>
        </p:txBody>
      </p:sp>
      <p:sp>
        <p:nvSpPr>
          <p:cNvPr id="16" name="">
            <a:extLst xmlns:a="http://schemas.openxmlformats.org/drawingml/2006/main">
              <a:ext uri="{FF2B5EF4-FFF2-40B4-BE49-F238E27FC236}">
                <a16:creationId xmlns:a16="http://schemas.microsoft.com/office/drawing/2014/main" id="{B383C3FE-58B8-436C-B8C8-0D60DCEEF5DC}"/>
              </a:ext>
            </a:extLst>
          </p:cNvPr>
          <p:cNvSpPr>
            <a:spLocks xmlns:a="http://schemas.openxmlformats.org/drawingml/2006/main" noGrp="1"/>
          </p:cNvSpPr>
          <p:nvPr/>
        </p:nvSpPr>
        <p:spPr>
          <a:xfrm xmlns:a="http://schemas.openxmlformats.org/drawingml/2006/main">
            <a:off x="790575" y="467677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5A9FF420-7DB5-4EDA-8965-31710DE060A9}"/>
              </a:ext>
            </a:extLst>
          </p:cNvPr>
          <p:cNvSpPr>
            <a:spLocks xmlns:a="http://schemas.openxmlformats.org/drawingml/2006/main" noGrp="1"/>
          </p:cNvSpPr>
          <p:nvPr/>
        </p:nvSpPr>
        <p:spPr>
          <a:xfrm xmlns:a="http://schemas.openxmlformats.org/drawingml/2006/main">
            <a:off x="1390650" y="463867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value is not </a:t>
            </a:r>
            <a:r>
              <a:rPr b="1">
                <a:solidFill>
                  <a:srgbClr val="FFFFFF"/>
                </a:solidFill>
              </a:rPr>
              <a:t>None</a:t>
            </a:r>
            <a:r>
              <a:rPr>
                <a:solidFill>
                  <a:srgbClr val="FFFFFF"/>
                </a:solidFill>
              </a:rPr>
              <a:t> and not 0 &lt;= value &lt;= 50:</a:t>
            </a:r>
          </a:p>
        </p:txBody>
      </p:sp>
      <p:sp>
        <p:nvSpPr>
          <p:cNvPr id="18" name="">
            <a:extLst xmlns:a="http://schemas.openxmlformats.org/drawingml/2006/main">
              <a:ext uri="{FF2B5EF4-FFF2-40B4-BE49-F238E27FC236}">
                <a16:creationId xmlns:a16="http://schemas.microsoft.com/office/drawing/2014/main" id="{EBC70F32-81CC-43C7-AD78-02CBE24636A8}"/>
              </a:ext>
            </a:extLst>
          </p:cNvPr>
          <p:cNvSpPr>
            <a:spLocks xmlns:a="http://schemas.openxmlformats.org/drawingml/2006/main" noGrp="1"/>
          </p:cNvSpPr>
          <p:nvPr/>
        </p:nvSpPr>
        <p:spPr>
          <a:xfrm xmlns:a="http://schemas.openxmlformats.org/drawingml/2006/main">
            <a:off x="790575" y="497205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08</a:t>
            </a:r>
          </a:p>
        </p:txBody>
      </p:sp>
      <p:sp>
        <p:nvSpPr>
          <p:cNvPr id="19" name="">
            <a:extLst xmlns:a="http://schemas.openxmlformats.org/drawingml/2006/main">
              <a:ext uri="{FF2B5EF4-FFF2-40B4-BE49-F238E27FC236}">
                <a16:creationId xmlns:a16="http://schemas.microsoft.com/office/drawing/2014/main" id="{018C5431-53EB-4A2D-AA59-A075B5B3E558}"/>
              </a:ext>
            </a:extLst>
          </p:cNvPr>
          <p:cNvSpPr>
            <a:spLocks xmlns:a="http://schemas.openxmlformats.org/drawingml/2006/main" noGrp="1"/>
          </p:cNvSpPr>
          <p:nvPr/>
        </p:nvSpPr>
        <p:spPr>
          <a:xfrm xmlns:a="http://schemas.openxmlformats.org/drawingml/2006/main">
            <a:off x="1390650" y="493395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raise ValueError(</a:t>
            </a:r>
            <a:r>
              <a:rPr>
                <a:solidFill>
                  <a:srgbClr val="BACBFA"/>
                </a:solidFill>
              </a:rPr>
              <a:t>"invalid temperature"</a:t>
            </a:r>
            <a:r>
              <a:rPr>
                <a:solidFill>
                  <a:srgbClr val="FFFFFF"/>
                </a:solidFill>
              </a:rPr>
              <a:t>)</a:t>
            </a:r>
          </a:p>
        </p:txBody>
      </p:sp>
      <p:sp>
        <p:nvSpPr>
          <p:cNvPr id="20" name="">
            <a:extLst xmlns:a="http://schemas.openxmlformats.org/drawingml/2006/main">
              <a:ext uri="{FF2B5EF4-FFF2-40B4-BE49-F238E27FC236}">
                <a16:creationId xmlns:a16="http://schemas.microsoft.com/office/drawing/2014/main" id="{75C95187-23B8-45E7-B9D1-5EEA6406D649}"/>
              </a:ext>
            </a:extLst>
          </p:cNvPr>
          <p:cNvSpPr>
            <a:spLocks xmlns:a="http://schemas.openxmlformats.org/drawingml/2006/main" noGrp="1"/>
          </p:cNvSpPr>
          <p:nvPr/>
        </p:nvSpPr>
        <p:spPr>
          <a:xfrm xmlns:a="http://schemas.openxmlformats.org/drawingml/2006/main">
            <a:off x="790575" y="5267325"/>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09</a:t>
            </a:r>
          </a:p>
        </p:txBody>
      </p:sp>
      <p:sp>
        <p:nvSpPr>
          <p:cNvPr id="21" name="">
            <a:extLst xmlns:a="http://schemas.openxmlformats.org/drawingml/2006/main">
              <a:ext uri="{FF2B5EF4-FFF2-40B4-BE49-F238E27FC236}">
                <a16:creationId xmlns:a16="http://schemas.microsoft.com/office/drawing/2014/main" id="{B866BB39-72F4-4B5A-8673-74A1101DB2C1}"/>
              </a:ext>
            </a:extLst>
          </p:cNvPr>
          <p:cNvSpPr>
            <a:spLocks xmlns:a="http://schemas.openxmlformats.org/drawingml/2006/main" noGrp="1"/>
          </p:cNvSpPr>
          <p:nvPr/>
        </p:nvSpPr>
        <p:spPr>
          <a:xfrm xmlns:a="http://schemas.openxmlformats.org/drawingml/2006/main">
            <a:off x="1390650" y="5229225"/>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    row[</a:t>
            </a:r>
            <a:r>
              <a:rPr>
                <a:solidFill>
                  <a:srgbClr val="BACBFA"/>
                </a:solidFill>
              </a:rPr>
              <a:t>"temperature_c"</a:t>
            </a:r>
            <a:r>
              <a:rPr>
                <a:solidFill>
                  <a:srgbClr val="FFFFFF"/>
                </a:solidFill>
              </a:rPr>
              <a:t>] = value</a:t>
            </a:r>
          </a:p>
        </p:txBody>
      </p:sp>
      <p:sp>
        <p:nvSpPr>
          <p:cNvPr id="22" name="">
            <a:extLst xmlns:a="http://schemas.openxmlformats.org/drawingml/2006/main">
              <a:ext uri="{FF2B5EF4-FFF2-40B4-BE49-F238E27FC236}">
                <a16:creationId xmlns:a16="http://schemas.microsoft.com/office/drawing/2014/main" id="{4356FC54-B645-4097-8131-C4F91C70FEF7}"/>
              </a:ext>
            </a:extLst>
          </p:cNvPr>
          <p:cNvSpPr>
            <a:spLocks xmlns:a="http://schemas.openxmlformats.org/drawingml/2006/main" noGrp="1"/>
          </p:cNvSpPr>
          <p:nvPr/>
        </p:nvSpPr>
        <p:spPr>
          <a:xfrm xmlns:a="http://schemas.openxmlformats.org/drawingml/2006/main">
            <a:off x="790575" y="5562600"/>
            <a:ext cx="4191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10</a:t>
            </a:r>
          </a:p>
        </p:txBody>
      </p:sp>
      <p:sp>
        <p:nvSpPr>
          <p:cNvPr id="23" name="">
            <a:extLst xmlns:a="http://schemas.openxmlformats.org/drawingml/2006/main">
              <a:ext uri="{FF2B5EF4-FFF2-40B4-BE49-F238E27FC236}">
                <a16:creationId xmlns:a16="http://schemas.microsoft.com/office/drawing/2014/main" id="{B5179913-22F5-4D16-B50D-7B6C0B13517D}"/>
              </a:ext>
            </a:extLst>
          </p:cNvPr>
          <p:cNvSpPr>
            <a:spLocks xmlns:a="http://schemas.openxmlformats.org/drawingml/2006/main" noGrp="1"/>
          </p:cNvSpPr>
          <p:nvPr/>
        </p:nvSpPr>
        <p:spPr>
          <a:xfrm xmlns:a="http://schemas.openxmlformats.org/drawingml/2006/main">
            <a:off x="1390650" y="5524500"/>
            <a:ext cx="99631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025" b="0">
                <a:solidFill>
                  <a:srgbClr val="FFFFFF"/>
                </a:solidFill>
                <a:latin typeface="Consolas"/>
                <a:ea typeface="Consolas"/>
                <a:cs typeface="Consolas"/>
              </a:defRPr>
            </a:pPr>
            <a:r>
              <a:rPr>
                <a:solidFill>
                  <a:srgbClr val="FFFFFF"/>
                </a:solidFill>
              </a:rPr>
              <a:t>print(json.dumps(rows))</a:t>
            </a:r>
          </a:p>
        </p:txBody>
      </p:sp>
      <p:sp>
        <p:nvSpPr>
          <p:cNvPr id="24" name="">
            <a:extLst xmlns:a="http://schemas.openxmlformats.org/drawingml/2006/main">
              <a:ext uri="{FF2B5EF4-FFF2-40B4-BE49-F238E27FC236}">
                <a16:creationId xmlns:a16="http://schemas.microsoft.com/office/drawing/2014/main" id="{E0AF92C2-D947-4E0C-ADF2-2797C67B8C0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EBD533CB-8CB4-473B-852E-E1A90C1979D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26" name="">
            <a:extLst xmlns:a="http://schemas.openxmlformats.org/drawingml/2006/main">
              <a:ext uri="{FF2B5EF4-FFF2-40B4-BE49-F238E27FC236}">
                <a16:creationId xmlns:a16="http://schemas.microsoft.com/office/drawing/2014/main" id="{E38D836D-07B9-4DB3-82B7-45F4974277F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044</a:t>
            </a:r>
          </a:p>
        </p:txBody>
      </p:sp>
    </p:spTree>
    <p:extLst>
      <p:ext uri="{BB962C8B-B14F-4D97-AF65-F5344CB8AC3E}">
        <p14:creationId xmlns:p14="http://schemas.microsoft.com/office/powerpoint/2010/main" val="1622298202"/>
      </p:ext>
    </p:extLst>
  </p:cSld>
</p:sld>
</file>

<file path=ppt/slides/slide4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4C3B82D1-C523-4B8A-A215-BDAF0150FAA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EE5D7FC6-D541-4475-9689-348ABDCB719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B1CDEAF9-94CB-4A05-8AD3-0113A296466D}"/>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1~3행:</a:t>
            </a:r>
          </a:p>
        </p:txBody>
      </p:sp>
      <p:sp>
        <p:nvSpPr>
          <p:cNvPr id="4" name="">
            <a:extLst xmlns:a="http://schemas.openxmlformats.org/drawingml/2006/main">
              <a:ext uri="{FF2B5EF4-FFF2-40B4-BE49-F238E27FC236}">
                <a16:creationId xmlns:a16="http://schemas.microsoft.com/office/drawing/2014/main" id="{5A8B6F32-ED3C-44DC-BF0D-35E5234EFDFE}"/>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CSV를 이름·값 목록으로 읽습니다.</a:t>
            </a:r>
          </a:p>
        </p:txBody>
      </p:sp>
      <p:sp>
        <p:nvSpPr>
          <p:cNvPr id="5" name="">
            <a:extLst xmlns:a="http://schemas.openxmlformats.org/drawingml/2006/main">
              <a:ext uri="{FF2B5EF4-FFF2-40B4-BE49-F238E27FC236}">
                <a16:creationId xmlns:a16="http://schemas.microsoft.com/office/drawing/2014/main" id="{6F033DCA-B4E8-419C-9D3B-F24B6B49F5DA}"/>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FD03D43-AE68-48F7-A8A6-3DEA25AF5E79}"/>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4~6행:</a:t>
            </a:r>
          </a:p>
        </p:txBody>
      </p:sp>
      <p:sp>
        <p:nvSpPr>
          <p:cNvPr id="7" name="">
            <a:extLst xmlns:a="http://schemas.openxmlformats.org/drawingml/2006/main">
              <a:ext uri="{FF2B5EF4-FFF2-40B4-BE49-F238E27FC236}">
                <a16:creationId xmlns:a16="http://schemas.microsoft.com/office/drawing/2014/main" id="{82FCE832-0365-4E74-84C9-3310C6708DC7}"/>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빈칸과 숫자를 구분합니다.</a:t>
            </a:r>
          </a:p>
        </p:txBody>
      </p:sp>
      <p:sp>
        <p:nvSpPr>
          <p:cNvPr id="8" name="">
            <a:extLst xmlns:a="http://schemas.openxmlformats.org/drawingml/2006/main">
              <a:ext uri="{FF2B5EF4-FFF2-40B4-BE49-F238E27FC236}">
                <a16:creationId xmlns:a16="http://schemas.microsoft.com/office/drawing/2014/main" id="{A98D91A6-CCB7-4E1B-B6BC-5B88E04C4CE6}"/>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F3B0EBAF-8F8A-41CE-BA04-57EAF8DBD94D}"/>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7~9행:</a:t>
            </a:r>
          </a:p>
        </p:txBody>
      </p:sp>
      <p:sp>
        <p:nvSpPr>
          <p:cNvPr id="10" name="">
            <a:extLst xmlns:a="http://schemas.openxmlformats.org/drawingml/2006/main">
              <a:ext uri="{FF2B5EF4-FFF2-40B4-BE49-F238E27FC236}">
                <a16:creationId xmlns:a16="http://schemas.microsoft.com/office/drawing/2014/main" id="{66374B74-8389-478F-9488-B1B81F5DABDB}"/>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범위를 검사해 값을 저장합니다.</a:t>
            </a:r>
          </a:p>
        </p:txBody>
      </p:sp>
      <p:sp>
        <p:nvSpPr>
          <p:cNvPr id="11" name="">
            <a:extLst xmlns:a="http://schemas.openxmlformats.org/drawingml/2006/main">
              <a:ext uri="{FF2B5EF4-FFF2-40B4-BE49-F238E27FC236}">
                <a16:creationId xmlns:a16="http://schemas.microsoft.com/office/drawing/2014/main" id="{ECEC00DC-6341-4710-8CC9-D6BEE08F5B22}"/>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8D3779D-A6C6-4215-80C6-23BC55A21A5E}"/>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10행:</a:t>
            </a:r>
          </a:p>
        </p:txBody>
      </p:sp>
      <p:sp>
        <p:nvSpPr>
          <p:cNvPr id="13" name="">
            <a:extLst xmlns:a="http://schemas.openxmlformats.org/drawingml/2006/main">
              <a:ext uri="{FF2B5EF4-FFF2-40B4-BE49-F238E27FC236}">
                <a16:creationId xmlns:a16="http://schemas.microsoft.com/office/drawing/2014/main" id="{DCA21485-B8E8-4574-8966-0DBCAF8AD68C}"/>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JSON으로 출력합니다.</a:t>
            </a:r>
          </a:p>
        </p:txBody>
      </p:sp>
      <p:sp>
        <p:nvSpPr>
          <p:cNvPr id="14" name="">
            <a:extLst xmlns:a="http://schemas.openxmlformats.org/drawingml/2006/main">
              <a:ext uri="{FF2B5EF4-FFF2-40B4-BE49-F238E27FC236}">
                <a16:creationId xmlns:a16="http://schemas.microsoft.com/office/drawing/2014/main" id="{A8D8436B-26A5-458D-91C9-4380DF12D88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FD488E78-D7D7-41CC-922F-3D965C43F44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6" name="">
            <a:extLst xmlns:a="http://schemas.openxmlformats.org/drawingml/2006/main">
              <a:ext uri="{FF2B5EF4-FFF2-40B4-BE49-F238E27FC236}">
                <a16:creationId xmlns:a16="http://schemas.microsoft.com/office/drawing/2014/main" id="{5967437D-24F9-4EE8-B2E4-D69AF584BAE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045</a:t>
            </a:r>
          </a:p>
        </p:txBody>
      </p:sp>
    </p:spTree>
    <p:extLst>
      <p:ext uri="{BB962C8B-B14F-4D97-AF65-F5344CB8AC3E}">
        <p14:creationId xmlns:p14="http://schemas.microsoft.com/office/powerpoint/2010/main" val="1498613328"/>
      </p:ext>
    </p:extLst>
  </p:cSld>
</p:sld>
</file>

<file path=ppt/slides/slide4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CEACFB8E-DBB5-412D-BDDF-AAB4DA4CA00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EAD785AC-16E0-4A2E-B086-C2BA2B1117B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C81BFA3A-5EDC-4AE2-B88D-F510184F69F2}"/>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E3BB5039-4747-4E67-870A-01D20BD835C7}"/>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B427678C-0C02-4A3B-B94F-3F46BF7646EC}"/>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47E7601-A101-4B0E-8403-A8509C3EFD7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D10F952-1A24-4371-86A9-2D4541C3F377}"/>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work/csv_trace.py</a:t>
            </a:r>
          </a:p>
        </p:txBody>
      </p:sp>
      <p:sp>
        <p:nvSpPr>
          <p:cNvPr id="8" name="">
            <a:extLst xmlns:a="http://schemas.openxmlformats.org/drawingml/2006/main">
              <a:ext uri="{FF2B5EF4-FFF2-40B4-BE49-F238E27FC236}">
                <a16:creationId xmlns:a16="http://schemas.microsoft.com/office/drawing/2014/main" id="{9AED3686-9C3E-41ED-AE8A-6A1B148CBB2A}"/>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9D2782D-9D1F-47F1-BE09-CD84D053D519}"/>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CA84F6A-FAEC-4B53-85C4-92FE88F64149}"/>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work/csv_trace.py</a:t>
            </a:r>
          </a:p>
        </p:txBody>
      </p:sp>
      <p:sp>
        <p:nvSpPr>
          <p:cNvPr id="11" name="">
            <a:extLst xmlns:a="http://schemas.openxmlformats.org/drawingml/2006/main">
              <a:ext uri="{FF2B5EF4-FFF2-40B4-BE49-F238E27FC236}">
                <a16:creationId xmlns:a16="http://schemas.microsoft.com/office/drawing/2014/main" id="{0ADFFB30-0125-4EF2-BFAF-6D0BC4BD650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8E3AE888-8F08-46AA-8DD0-4BFF2B141F8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3" name="">
            <a:extLst xmlns:a="http://schemas.openxmlformats.org/drawingml/2006/main">
              <a:ext uri="{FF2B5EF4-FFF2-40B4-BE49-F238E27FC236}">
                <a16:creationId xmlns:a16="http://schemas.microsoft.com/office/drawing/2014/main" id="{87C9A0C5-936E-4501-8A4B-013EE51F9E0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046</a:t>
            </a:r>
          </a:p>
        </p:txBody>
      </p:sp>
    </p:spTree>
    <p:extLst>
      <p:ext uri="{BB962C8B-B14F-4D97-AF65-F5344CB8AC3E}">
        <p14:creationId xmlns:p14="http://schemas.microsoft.com/office/powerpoint/2010/main" val="2009365659"/>
      </p:ext>
    </p:extLst>
  </p:cSld>
</p:sld>
</file>

<file path=ppt/slides/slide4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2518E57-E481-44E9-9E07-8438D062186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DB2B058C-20FF-4971-A650-F7C4FD7A176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3285875C-5CC9-4E9A-8120-5C5F5FCB5B57}"/>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A3A3DD3-EE12-4F2B-B016-BE8B0EEE256D}"/>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S05의 0 → 숫자 0.0</a:t>
            </a:r>
          </a:p>
        </p:txBody>
      </p:sp>
      <p:sp>
        <p:nvSpPr>
          <p:cNvPr id="5" name="">
            <a:extLst xmlns:a="http://schemas.openxmlformats.org/drawingml/2006/main">
              <a:ext uri="{FF2B5EF4-FFF2-40B4-BE49-F238E27FC236}">
                <a16:creationId xmlns:a16="http://schemas.microsoft.com/office/drawing/2014/main" id="{89283407-2243-44D5-983A-02794065A5B4}"/>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S06의 빈칸 → JSON null</a:t>
            </a:r>
          </a:p>
        </p:txBody>
      </p:sp>
      <p:sp>
        <p:nvSpPr>
          <p:cNvPr id="6" name="">
            <a:extLst xmlns:a="http://schemas.openxmlformats.org/drawingml/2006/main">
              <a:ext uri="{FF2B5EF4-FFF2-40B4-BE49-F238E27FC236}">
                <a16:creationId xmlns:a16="http://schemas.microsoft.com/office/drawing/2014/main" id="{0D701650-E818-4559-B1B1-A02D28CE25A1}"/>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실제 참고 코드에는 JSON 출력 줄이 있습니다.</a:t>
            </a:r>
          </a:p>
        </p:txBody>
      </p:sp>
      <p:sp>
        <p:nvSpPr>
          <p:cNvPr id="7" name="">
            <a:extLst xmlns:a="http://schemas.openxmlformats.org/drawingml/2006/main">
              <a:ext uri="{FF2B5EF4-FFF2-40B4-BE49-F238E27FC236}">
                <a16:creationId xmlns:a16="http://schemas.microsoft.com/office/drawing/2014/main" id="{BCFF2067-2484-414C-BD37-9AD579AA742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6244AE3-D04C-4A7C-AC1D-9B520CEC119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19CA3AF1-EAE3-475B-BAA2-F9DDC79EC05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047</a:t>
            </a:r>
          </a:p>
        </p:txBody>
      </p:sp>
    </p:spTree>
    <p:extLst>
      <p:ext uri="{BB962C8B-B14F-4D97-AF65-F5344CB8AC3E}">
        <p14:creationId xmlns:p14="http://schemas.microsoft.com/office/powerpoint/2010/main" val="940608300"/>
      </p:ext>
    </p:extLst>
  </p:cSld>
</p:sld>
</file>

<file path=ppt/slides/slide48.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274FACF-EAAE-47E1-A093-508736A8F89A}"/>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9C433E6B-D642-4D6A-BD69-8B1A9B6875D8}"/>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F76CBB32-EFDD-46A5-8698-BBDDAA49EDA1}"/>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CSV 셀: "0", 빈칸, "null", "51", "24.0"</a:t>
            </a:r>
          </a:p>
        </p:txBody>
      </p:sp>
      <p:sp>
        <p:nvSpPr>
          <p:cNvPr id="4" name="">
            <a:extLst xmlns:a="http://schemas.openxmlformats.org/drawingml/2006/main">
              <a:ext uri="{FF2B5EF4-FFF2-40B4-BE49-F238E27FC236}">
                <a16:creationId xmlns:a16="http://schemas.microsoft.com/office/drawing/2014/main" id="{245825F6-23B1-4E9B-876B-5E117E2B4D3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숫자·미측정·거절로 분류하세요.</a:t>
            </a:r>
          </a:p>
        </p:txBody>
      </p:sp>
      <p:sp>
        <p:nvSpPr>
          <p:cNvPr id="5" name="">
            <a:extLst xmlns:a="http://schemas.openxmlformats.org/drawingml/2006/main">
              <a:ext uri="{FF2B5EF4-FFF2-40B4-BE49-F238E27FC236}">
                <a16:creationId xmlns:a16="http://schemas.microsoft.com/office/drawing/2014/main" id="{90DECA46-097D-436B-AB8F-18CD03A2EEC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1719229-0633-4A4C-8360-BFDBE192340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6B463BE4-C76F-4B70-86D2-99B24B9538F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048</a:t>
            </a:r>
          </a:p>
        </p:txBody>
      </p:sp>
    </p:spTree>
    <p:extLst>
      <p:ext uri="{BB962C8B-B14F-4D97-AF65-F5344CB8AC3E}">
        <p14:creationId xmlns:p14="http://schemas.microsoft.com/office/powerpoint/2010/main" val="296303292"/>
      </p:ext>
    </p:extLst>
  </p:cSld>
</p:sld>
</file>

<file path=ppt/slides/slide4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83F1E7E-18F7-493E-BFBC-C50237DDA8F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B2C62F7D-AA63-4AEF-B8CC-AD86CF7D7F6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303ACB8F-190F-4D69-B181-5594A2551A31}"/>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숫자</a:t>
            </a:r>
          </a:p>
        </p:txBody>
      </p:sp>
      <p:sp>
        <p:nvSpPr>
          <p:cNvPr id="4" name="">
            <a:extLst xmlns:a="http://schemas.openxmlformats.org/drawingml/2006/main">
              <a:ext uri="{FF2B5EF4-FFF2-40B4-BE49-F238E27FC236}">
                <a16:creationId xmlns:a16="http://schemas.microsoft.com/office/drawing/2014/main" id="{00EE4399-499E-48C7-9050-858DFE157008}"/>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FF052C3-9860-427B-AB4E-63A4028CE6FE}"/>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숫자</a:t>
            </a:r>
            <a:r>
              <a:t>: 0.0, 24.0 · 미측정: null</a:t>
            </a:r>
          </a:p>
        </p:txBody>
      </p:sp>
      <p:sp>
        <p:nvSpPr>
          <p:cNvPr id="6" name="">
            <a:extLst xmlns:a="http://schemas.openxmlformats.org/drawingml/2006/main">
              <a:ext uri="{FF2B5EF4-FFF2-40B4-BE49-F238E27FC236}">
                <a16:creationId xmlns:a16="http://schemas.microsoft.com/office/drawing/2014/main" id="{F9C034F3-C73B-446E-B9C4-2FF793DBB02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거절: 문자 null, 범위 밖 51</a:t>
            </a:r>
          </a:p>
        </p:txBody>
      </p:sp>
      <p:sp>
        <p:nvSpPr>
          <p:cNvPr id="7" name="">
            <a:extLst xmlns:a="http://schemas.openxmlformats.org/drawingml/2006/main">
              <a:ext uri="{FF2B5EF4-FFF2-40B4-BE49-F238E27FC236}">
                <a16:creationId xmlns:a16="http://schemas.microsoft.com/office/drawing/2014/main" id="{022061AE-D12E-4BAC-B226-5B2487EA92C8}"/>
              </a:ext>
            </a:extLst>
          </p:cNvPr>
          <p:cNvSpPr>
            <a:spLocks xmlns:a="http://schemas.openxmlformats.org/drawingml/2006/main" noGrp="1"/>
          </p:cNvSpPr>
          <p:nvPr/>
        </p:nvSpPr>
        <p:spPr>
          <a:xfrm xmlns:a="http://schemas.openxmlformats.org/drawingml/2006/main">
            <a:off x="4724400" y="481965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합의 없는 자동 변환은 하지 않습니다.</a:t>
            </a:r>
          </a:p>
        </p:txBody>
      </p:sp>
      <p:sp>
        <p:nvSpPr>
          <p:cNvPr id="8" name="">
            <a:extLst xmlns:a="http://schemas.openxmlformats.org/drawingml/2006/main">
              <a:ext uri="{FF2B5EF4-FFF2-40B4-BE49-F238E27FC236}">
                <a16:creationId xmlns:a16="http://schemas.microsoft.com/office/drawing/2014/main" id="{D32251B9-5517-45C0-90F3-74865D57F8B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E8C56B50-04DB-48F8-9C3E-C1B29444880F}"/>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081AF5BE-14E4-4530-95F5-13DD16A1F7F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049</a:t>
            </a:r>
          </a:p>
        </p:txBody>
      </p:sp>
    </p:spTree>
    <p:extLst>
      <p:ext uri="{BB962C8B-B14F-4D97-AF65-F5344CB8AC3E}">
        <p14:creationId xmlns:p14="http://schemas.microsoft.com/office/powerpoint/2010/main" val="542604307"/>
      </p:ext>
    </p:extLst>
  </p:cSld>
</p:sld>
</file>

<file path=ppt/slides/slide5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8E437D5-C887-4FD0-81C9-5973FE83CD1B}"/>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02963859-F90B-411E-9E44-ABA6C5767F5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A6A600B7-40EE-4466-87A2-19CD88566B78}"/>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참고 코드의 24.0을 51로 바꿉니다.</a:t>
            </a:r>
          </a:p>
        </p:txBody>
      </p:sp>
      <p:sp>
        <p:nvSpPr>
          <p:cNvPr id="4" name="">
            <a:extLst xmlns:a="http://schemas.openxmlformats.org/drawingml/2006/main">
              <a:ext uri="{FF2B5EF4-FFF2-40B4-BE49-F238E27FC236}">
                <a16:creationId xmlns:a16="http://schemas.microsoft.com/office/drawing/2014/main" id="{0C09F8BF-694C-45D5-AAF4-B4BEB583A1C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범위 오류 뒤 원문을 24.0으로 복구합니다.</a:t>
            </a:r>
          </a:p>
        </p:txBody>
      </p:sp>
      <p:sp>
        <p:nvSpPr>
          <p:cNvPr id="5" name="">
            <a:extLst xmlns:a="http://schemas.openxmlformats.org/drawingml/2006/main">
              <a:ext uri="{FF2B5EF4-FFF2-40B4-BE49-F238E27FC236}">
                <a16:creationId xmlns:a16="http://schemas.microsoft.com/office/drawing/2014/main" id="{C86986F1-E684-4A97-B6B1-093E5011F17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EC93974-D1A6-499A-9829-205D71397E7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ED1A8087-B575-4B4D-AC57-9FD645C6096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050</a:t>
            </a:r>
          </a:p>
        </p:txBody>
      </p:sp>
    </p:spTree>
    <p:extLst>
      <p:ext uri="{BB962C8B-B14F-4D97-AF65-F5344CB8AC3E}">
        <p14:creationId xmlns:p14="http://schemas.microsoft.com/office/powerpoint/2010/main" val="117363821"/>
      </p:ext>
    </p:extLst>
  </p:cSld>
</p:sld>
</file>

<file path=ppt/slides/slide5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9EFAB7-7582-4257-96A2-9DB3FC12788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3교시</a:t>
            </a:r>
          </a:p>
        </p:txBody>
      </p:sp>
      <p:sp>
        <p:nvSpPr>
          <p:cNvPr id="2" name="">
            <a:extLst xmlns:a="http://schemas.openxmlformats.org/drawingml/2006/main">
              <a:ext uri="{FF2B5EF4-FFF2-40B4-BE49-F238E27FC236}">
                <a16:creationId xmlns:a16="http://schemas.microsoft.com/office/drawing/2014/main" id="{CE051290-9B28-4A92-8B62-367C8B8B63D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19BD6075-A4E9-438B-AD9A-129C94661684}"/>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abc·문자 null:</a:t>
            </a:r>
          </a:p>
        </p:txBody>
      </p:sp>
      <p:sp>
        <p:nvSpPr>
          <p:cNvPr id="4" name="">
            <a:extLst xmlns:a="http://schemas.openxmlformats.org/drawingml/2006/main">
              <a:ext uri="{FF2B5EF4-FFF2-40B4-BE49-F238E27FC236}">
                <a16:creationId xmlns:a16="http://schemas.microsoft.com/office/drawing/2014/main" id="{95D810B8-C988-4169-A76A-98396D62C3EA}"/>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숫자 변환 오류</a:t>
            </a:r>
          </a:p>
        </p:txBody>
      </p:sp>
      <p:sp>
        <p:nvSpPr>
          <p:cNvPr id="5" name="">
            <a:extLst xmlns:a="http://schemas.openxmlformats.org/drawingml/2006/main">
              <a:ext uri="{FF2B5EF4-FFF2-40B4-BE49-F238E27FC236}">
                <a16:creationId xmlns:a16="http://schemas.microsoft.com/office/drawing/2014/main" id="{79910463-6284-471F-90A6-129ACF4BF395}"/>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4EB3196-7EA0-428D-8C78-2D62BFA33AA7}"/>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NaN:</a:t>
            </a:r>
          </a:p>
        </p:txBody>
      </p:sp>
      <p:sp>
        <p:nvSpPr>
          <p:cNvPr id="7" name="">
            <a:extLst xmlns:a="http://schemas.openxmlformats.org/drawingml/2006/main">
              <a:ext uri="{FF2B5EF4-FFF2-40B4-BE49-F238E27FC236}">
                <a16:creationId xmlns:a16="http://schemas.microsoft.com/office/drawing/2014/main" id="{E3EE97A5-8DC1-4E07-8E91-C10F067C3458}"/>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유한 숫자 검사에서 거절</a:t>
            </a:r>
          </a:p>
        </p:txBody>
      </p:sp>
      <p:sp>
        <p:nvSpPr>
          <p:cNvPr id="8" name="">
            <a:extLst xmlns:a="http://schemas.openxmlformats.org/drawingml/2006/main">
              <a:ext uri="{FF2B5EF4-FFF2-40B4-BE49-F238E27FC236}">
                <a16:creationId xmlns:a16="http://schemas.microsoft.com/office/drawing/2014/main" id="{AF395A4E-848B-4C4E-B93F-2897DD21750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B1C8CC9-867E-451E-BE4B-09DA6921316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15E51C2A-A74E-43DD-9696-E6926648069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051</a:t>
            </a:r>
          </a:p>
        </p:txBody>
      </p:sp>
    </p:spTree>
    <p:extLst>
      <p:ext uri="{BB962C8B-B14F-4D97-AF65-F5344CB8AC3E}">
        <p14:creationId xmlns:p14="http://schemas.microsoft.com/office/powerpoint/2010/main" val="1434482917"/>
      </p:ext>
    </p:extLst>
  </p:cSld>
</p:sld>
</file>

<file path=ppt/slides/slide5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E2295DE-45BA-4861-9690-DC8C3828CF8C}"/>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B0BB8E9F-CDB0-4F71-9883-309877D0FE0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ABB4E8E4-BC21-44BB-91FB-5938DF5E017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CSV 빈칸과 숫자 0의 차이를 설명합니다.</a:t>
            </a:r>
          </a:p>
        </p:txBody>
      </p:sp>
      <p:sp>
        <p:nvSpPr>
          <p:cNvPr id="4" name="">
            <a:extLst xmlns:a="http://schemas.openxmlformats.org/drawingml/2006/main">
              <a:ext uri="{FF2B5EF4-FFF2-40B4-BE49-F238E27FC236}">
                <a16:creationId xmlns:a16="http://schemas.microsoft.com/office/drawing/2014/main" id="{F4B44598-49D6-4A11-9E3C-5AFBC703B67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POST 201만으로 최신값 변경을 단정하나요?</a:t>
            </a:r>
          </a:p>
        </p:txBody>
      </p:sp>
      <p:sp>
        <p:nvSpPr>
          <p:cNvPr id="5" name="">
            <a:extLst xmlns:a="http://schemas.openxmlformats.org/drawingml/2006/main">
              <a:ext uri="{FF2B5EF4-FFF2-40B4-BE49-F238E27FC236}">
                <a16:creationId xmlns:a16="http://schemas.microsoft.com/office/drawing/2014/main" id="{753BFC6D-D084-46D6-9E3A-7F0EEC6D9C3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00E1D7D-2A80-4FFF-9C4A-48635454E4C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C7D86476-3355-439C-80ED-A6E3184B831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052</a:t>
            </a:r>
          </a:p>
        </p:txBody>
      </p:sp>
    </p:spTree>
    <p:extLst>
      <p:ext uri="{BB962C8B-B14F-4D97-AF65-F5344CB8AC3E}">
        <p14:creationId xmlns:p14="http://schemas.microsoft.com/office/powerpoint/2010/main" val="2119723865"/>
      </p:ext>
    </p:extLst>
  </p:cSld>
</p:sld>
</file>

<file path=ppt/slides/slide53.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D6983A7-4702-496F-8AD2-00E60F0DB8F3}"/>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3교시  /  직접 생각하기</a:t>
            </a:r>
          </a:p>
        </p:txBody>
      </p:sp>
      <p:sp>
        <p:nvSpPr>
          <p:cNvPr id="2" name="">
            <a:extLst xmlns:a="http://schemas.openxmlformats.org/drawingml/2006/main">
              <a:ext uri="{FF2B5EF4-FFF2-40B4-BE49-F238E27FC236}">
                <a16:creationId xmlns:a16="http://schemas.microsoft.com/office/drawing/2014/main" id="{64AD6BEF-1FFA-4DE5-94DF-BC5B6E8E2C0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29CD2C47-48AA-4125-976E-490A5282249C}"/>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 "0", "NaN", "50"</a:t>
            </a:r>
          </a:p>
        </p:txBody>
      </p:sp>
      <p:sp>
        <p:nvSpPr>
          <p:cNvPr id="4" name="">
            <a:extLst xmlns:a="http://schemas.openxmlformats.org/drawingml/2006/main">
              <a:ext uri="{FF2B5EF4-FFF2-40B4-BE49-F238E27FC236}">
                <a16:creationId xmlns:a16="http://schemas.microsoft.com/office/drawing/2014/main" id="{B3A1C6B8-44A4-4566-B6AD-86E3BB758E1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JSON 표현 또는 거절 이유를 쓰세요.</a:t>
            </a:r>
          </a:p>
        </p:txBody>
      </p:sp>
      <p:sp>
        <p:nvSpPr>
          <p:cNvPr id="5" name="">
            <a:extLst xmlns:a="http://schemas.openxmlformats.org/drawingml/2006/main">
              <a:ext uri="{FF2B5EF4-FFF2-40B4-BE49-F238E27FC236}">
                <a16:creationId xmlns:a16="http://schemas.microsoft.com/office/drawing/2014/main" id="{4C57F435-B164-48CA-9BA2-971B269E644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1B2EC50-37C5-4989-B386-FBE87CDBD03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075DC069-9182-4A0B-AE7C-EA429401627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053</a:t>
            </a:r>
          </a:p>
        </p:txBody>
      </p:sp>
    </p:spTree>
    <p:extLst>
      <p:ext uri="{BB962C8B-B14F-4D97-AF65-F5344CB8AC3E}">
        <p14:creationId xmlns:p14="http://schemas.microsoft.com/office/powerpoint/2010/main" val="331208048"/>
      </p:ext>
    </p:extLst>
  </p:cSld>
</p:sld>
</file>

<file path=ppt/slides/slide5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551887F-F9F1-49AF-8742-4B2A3125B405}"/>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6023BFE-A0DB-4269-B507-F732E6164FCA}"/>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04</a:t>
            </a:r>
          </a:p>
        </p:txBody>
      </p:sp>
      <p:sp>
        <p:nvSpPr>
          <p:cNvPr id="3" name="">
            <a:extLst xmlns:a="http://schemas.openxmlformats.org/drawingml/2006/main">
              <a:ext uri="{FF2B5EF4-FFF2-40B4-BE49-F238E27FC236}">
                <a16:creationId xmlns:a16="http://schemas.microsoft.com/office/drawing/2014/main" id="{3ABD404A-D44B-40E9-8DF7-4D37DD945CF4}"/>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49E444A5-8DE3-4AA8-BDF9-3496FE1EFBD6}"/>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필터·평균·이력 해석</a:t>
            </a:r>
          </a:p>
        </p:txBody>
      </p:sp>
      <p:sp>
        <p:nvSpPr>
          <p:cNvPr id="5" name="">
            <a:extLst xmlns:a="http://schemas.openxmlformats.org/drawingml/2006/main">
              <a:ext uri="{FF2B5EF4-FFF2-40B4-BE49-F238E27FC236}">
                <a16:creationId xmlns:a16="http://schemas.microsoft.com/office/drawing/2014/main" id="{CE1242D8-AA58-4186-B974-6D9890C0A1F9}"/>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3F5ED93-79BE-431E-83D8-3D3103BF2305}"/>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14:00~14:50 · 50분</a:t>
            </a:r>
          </a:p>
        </p:txBody>
      </p:sp>
      <p:sp>
        <p:nvSpPr>
          <p:cNvPr id="7" name="">
            <a:extLst xmlns:a="http://schemas.openxmlformats.org/drawingml/2006/main">
              <a:ext uri="{FF2B5EF4-FFF2-40B4-BE49-F238E27FC236}">
                <a16:creationId xmlns:a16="http://schemas.microsoft.com/office/drawing/2014/main" id="{2192B80A-3FC0-45B7-8296-CD7A25A78E1B}"/>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A10 · A11 · A12</a:t>
            </a:r>
          </a:p>
        </p:txBody>
      </p:sp>
      <p:sp>
        <p:nvSpPr>
          <p:cNvPr id="8" name="">
            <a:extLst xmlns:a="http://schemas.openxmlformats.org/drawingml/2006/main">
              <a:ext uri="{FF2B5EF4-FFF2-40B4-BE49-F238E27FC236}">
                <a16:creationId xmlns:a16="http://schemas.microsoft.com/office/drawing/2014/main" id="{EA67573A-1984-4C14-95BD-865AAD8ECEAF}"/>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7BD74ECA-030C-4157-A6B1-16802905E6F6}"/>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2026.10.29</a:t>
            </a:r>
          </a:p>
        </p:txBody>
      </p:sp>
      <p:sp>
        <p:nvSpPr>
          <p:cNvPr id="10" name="">
            <a:extLst xmlns:a="http://schemas.openxmlformats.org/drawingml/2006/main">
              <a:ext uri="{FF2B5EF4-FFF2-40B4-BE49-F238E27FC236}">
                <a16:creationId xmlns:a16="http://schemas.microsoft.com/office/drawing/2014/main" id="{B38B1AC0-B18E-41FB-9300-169896F7BA6D}"/>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054</a:t>
            </a:r>
          </a:p>
        </p:txBody>
      </p:sp>
    </p:spTree>
    <p:extLst>
      <p:ext uri="{BB962C8B-B14F-4D97-AF65-F5344CB8AC3E}">
        <p14:creationId xmlns:p14="http://schemas.microsoft.com/office/powerpoint/2010/main" val="1655519261"/>
      </p:ext>
    </p:extLst>
  </p:cSld>
</p:sld>
</file>

<file path=ppt/slides/slide5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E34E40A-CED7-494F-951D-ACBB473B50F2}"/>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DD7A1321-B3C4-49C8-82A6-7FD0EEBBB02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장소 필터와 자료 범위</a:t>
            </a:r>
          </a:p>
        </p:txBody>
      </p:sp>
      <p:sp>
        <p:nvSpPr>
          <p:cNvPr id="3" name="">
            <a:extLst xmlns:a="http://schemas.openxmlformats.org/drawingml/2006/main">
              <a:ext uri="{FF2B5EF4-FFF2-40B4-BE49-F238E27FC236}">
                <a16:creationId xmlns:a16="http://schemas.microsoft.com/office/drawing/2014/main" id="{675E2942-54BC-4E2E-8958-ABF426400315}"/>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125" b="0">
                <a:solidFill>
                  <a:srgbClr val="002FA7"/>
                </a:solidFill>
                <a:latin typeface="Noto Sans KR"/>
                <a:ea typeface="Noto Sans KR"/>
                <a:cs typeface="Noto Sans KR"/>
              </a:defRPr>
            </a:pPr>
            <a:r>
              <a:t>장소 필터와 자료 범위</a:t>
            </a:r>
          </a:p>
        </p:txBody>
      </p:sp>
      <p:sp>
        <p:nvSpPr>
          <p:cNvPr id="4" name="">
            <a:extLst xmlns:a="http://schemas.openxmlformats.org/drawingml/2006/main">
              <a:ext uri="{FF2B5EF4-FFF2-40B4-BE49-F238E27FC236}">
                <a16:creationId xmlns:a16="http://schemas.microsoft.com/office/drawing/2014/main" id="{7F60C78E-13E9-4D2F-BAA1-48E5F754510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44B74C-4B18-4580-9478-570C827FDA5B}"/>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창고를 선택하면 창고 이력만 봅니다.</a:t>
            </a:r>
          </a:p>
        </p:txBody>
      </p:sp>
      <p:sp>
        <p:nvSpPr>
          <p:cNvPr id="6" name="">
            <a:extLst xmlns:a="http://schemas.openxmlformats.org/drawingml/2006/main">
              <a:ext uri="{FF2B5EF4-FFF2-40B4-BE49-F238E27FC236}">
                <a16:creationId xmlns:a16="http://schemas.microsoft.com/office/drawing/2014/main" id="{D14F4D4F-1160-4AFE-A773-C9E1DDD52CAB}"/>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최신 표에도 같은 장소 필터를 적용합니다.</a:t>
            </a:r>
          </a:p>
        </p:txBody>
      </p:sp>
      <p:sp>
        <p:nvSpPr>
          <p:cNvPr id="7" name="">
            <a:extLst xmlns:a="http://schemas.openxmlformats.org/drawingml/2006/main">
              <a:ext uri="{FF2B5EF4-FFF2-40B4-BE49-F238E27FC236}">
                <a16:creationId xmlns:a16="http://schemas.microsoft.com/office/drawing/2014/main" id="{2247F78B-10CD-428D-BB5B-A7A1BE22494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779809CD-77DF-44C5-A749-5AD2041C255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A8CF2959-42C3-49E6-84A5-7DA5E3EC1E66}"/>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055</a:t>
            </a:r>
          </a:p>
        </p:txBody>
      </p:sp>
    </p:spTree>
    <p:extLst>
      <p:ext uri="{BB962C8B-B14F-4D97-AF65-F5344CB8AC3E}">
        <p14:creationId xmlns:p14="http://schemas.microsoft.com/office/powerpoint/2010/main" val="577031846"/>
      </p:ext>
    </p:extLst>
  </p:cSld>
</p:sld>
</file>

<file path=ppt/slides/slide5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CD5E1F-734C-4B36-9911-107F55B2FF7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9DDDF614-0297-4924-B377-4E3391F734E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이력 평균과 최신값</a:t>
            </a:r>
          </a:p>
        </p:txBody>
      </p:sp>
      <p:sp>
        <p:nvSpPr>
          <p:cNvPr id="3" name="">
            <a:extLst xmlns:a="http://schemas.openxmlformats.org/drawingml/2006/main">
              <a:ext uri="{FF2B5EF4-FFF2-40B4-BE49-F238E27FC236}">
                <a16:creationId xmlns:a16="http://schemas.microsoft.com/office/drawing/2014/main" id="{C44A79DF-4561-4E08-A85D-48826538E749}"/>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33BB6C57-6370-4F26-8AF2-FBD7BCF9E959}"/>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센서별 최신값 평균이 아닙니다.</a:t>
            </a:r>
          </a:p>
        </p:txBody>
      </p:sp>
      <p:sp>
        <p:nvSpPr>
          <p:cNvPr id="5" name="">
            <a:extLst xmlns:a="http://schemas.openxmlformats.org/drawingml/2006/main">
              <a:ext uri="{FF2B5EF4-FFF2-40B4-BE49-F238E27FC236}">
                <a16:creationId xmlns:a16="http://schemas.microsoft.com/office/drawing/2014/main" id="{BB8DDABC-587B-4BA9-8E2F-6D1AB6EBAFF0}"/>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같은 센서의 여러 유효 기록도 포함합니다.</a:t>
            </a:r>
          </a:p>
        </p:txBody>
      </p:sp>
      <p:sp>
        <p:nvSpPr>
          <p:cNvPr id="6" name="">
            <a:extLst xmlns:a="http://schemas.openxmlformats.org/drawingml/2006/main">
              <a:ext uri="{FF2B5EF4-FFF2-40B4-BE49-F238E27FC236}">
                <a16:creationId xmlns:a16="http://schemas.microsoft.com/office/drawing/2014/main" id="{E4965AC6-FE2B-433B-9101-93D1BF603AF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7181787B-0843-4563-9658-0542DAA0E8C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A4B6AB8B-9026-4F2D-B4B0-E12317F1F8E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056</a:t>
            </a:r>
          </a:p>
        </p:txBody>
      </p:sp>
    </p:spTree>
    <p:extLst>
      <p:ext uri="{BB962C8B-B14F-4D97-AF65-F5344CB8AC3E}">
        <p14:creationId xmlns:p14="http://schemas.microsoft.com/office/powerpoint/2010/main" val="216314264"/>
      </p:ext>
    </p:extLst>
  </p:cSld>
</p:sld>
</file>

<file path=ppt/slides/slide5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70665714-976D-40BC-9F3B-90091E6DA338}"/>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89B8ED3-791F-42C5-9B86-32AF5DB70B0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평균의 합계와 분모</a:t>
            </a:r>
          </a:p>
        </p:txBody>
      </p:sp>
      <p:sp>
        <p:nvSpPr>
          <p:cNvPr id="3" name="">
            <a:extLst xmlns:a="http://schemas.openxmlformats.org/drawingml/2006/main">
              <a:ext uri="{FF2B5EF4-FFF2-40B4-BE49-F238E27FC236}">
                <a16:creationId xmlns:a16="http://schemas.microsoft.com/office/drawing/2014/main" id="{B16FD3FD-B7D7-4DB0-9950-2EDAB55458C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76AC199-4B8E-4935-B4CF-EC61F1B181C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null은 제외</a:t>
            </a:r>
            <a:r>
              <a:t> · 숫자 0은 포함</a:t>
            </a:r>
          </a:p>
        </p:txBody>
      </p:sp>
      <p:sp>
        <p:nvSpPr>
          <p:cNvPr id="5" name="">
            <a:extLst xmlns:a="http://schemas.openxmlformats.org/drawingml/2006/main">
              <a:ext uri="{FF2B5EF4-FFF2-40B4-BE49-F238E27FC236}">
                <a16:creationId xmlns:a16="http://schemas.microsoft.com/office/drawing/2014/main" id="{A22E5872-0ACF-4561-A2F7-BF43C8CC86E2}"/>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C5AA586-4E1E-4B91-909B-5ECB6964A4A1}"/>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ADB5779-F0ED-419F-9313-0E059450A84A}"/>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유효 숫자 행 수로 나눕니다.</a:t>
            </a:r>
          </a:p>
        </p:txBody>
      </p:sp>
      <p:sp>
        <p:nvSpPr>
          <p:cNvPr id="8" name="">
            <a:extLst xmlns:a="http://schemas.openxmlformats.org/drawingml/2006/main">
              <a:ext uri="{FF2B5EF4-FFF2-40B4-BE49-F238E27FC236}">
                <a16:creationId xmlns:a16="http://schemas.microsoft.com/office/drawing/2014/main" id="{E58264F7-4286-4B67-96C8-7F4AF26D9BB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2B40A9C3-4946-4848-9CCD-71562E691C8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53B7F60B-5894-4441-BCFA-0107632DE17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057</a:t>
            </a:r>
          </a:p>
        </p:txBody>
      </p:sp>
    </p:spTree>
    <p:extLst>
      <p:ext uri="{BB962C8B-B14F-4D97-AF65-F5344CB8AC3E}">
        <p14:creationId xmlns:p14="http://schemas.microsoft.com/office/powerpoint/2010/main" val="875969845"/>
      </p:ext>
    </p:extLst>
  </p:cSld>
</p:sld>
</file>

<file path=ppt/slides/slide5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1D82C5A-6C8E-4977-B0C0-B98E406BA6C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E214A589-D103-44D2-AF81-E7E371788D6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유효 형식·범위·시각</a:t>
            </a:r>
          </a:p>
        </p:txBody>
      </p:sp>
      <p:sp>
        <p:nvSpPr>
          <p:cNvPr id="3" name="">
            <a:extLst xmlns:a="http://schemas.openxmlformats.org/drawingml/2006/main">
              <a:ext uri="{FF2B5EF4-FFF2-40B4-BE49-F238E27FC236}">
                <a16:creationId xmlns:a16="http://schemas.microsoft.com/office/drawing/2014/main" id="{04B51950-F756-4DDA-85B6-72EED09C1C33}"/>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계약에 맞고 미래 시각이 아닌 기록</a:t>
            </a:r>
          </a:p>
        </p:txBody>
      </p:sp>
      <p:sp>
        <p:nvSpPr>
          <p:cNvPr id="4" name="">
            <a:extLst xmlns:a="http://schemas.openxmlformats.org/drawingml/2006/main">
              <a:ext uri="{FF2B5EF4-FFF2-40B4-BE49-F238E27FC236}">
                <a16:creationId xmlns:a16="http://schemas.microsoft.com/office/drawing/2014/main" id="{EE785CE0-7C4B-4B0F-88FB-7A59DA42F48A}"/>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숫자만 평균 계산에 사용합니다.</a:t>
            </a:r>
          </a:p>
        </p:txBody>
      </p:sp>
      <p:sp>
        <p:nvSpPr>
          <p:cNvPr id="5" name="">
            <a:extLst xmlns:a="http://schemas.openxmlformats.org/drawingml/2006/main">
              <a:ext uri="{FF2B5EF4-FFF2-40B4-BE49-F238E27FC236}">
                <a16:creationId xmlns:a16="http://schemas.microsoft.com/office/drawing/2014/main" id="{EB699CC1-0C38-4E6D-AA82-ABE8DA0B1BC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F107B80-9255-429E-9806-6ABE00C6DA2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6BA5816A-A97E-4DFB-9DF0-92A34E36691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058</a:t>
            </a:r>
          </a:p>
        </p:txBody>
      </p:sp>
    </p:spTree>
    <p:extLst>
      <p:ext uri="{BB962C8B-B14F-4D97-AF65-F5344CB8AC3E}">
        <p14:creationId xmlns:p14="http://schemas.microsoft.com/office/powerpoint/2010/main" val="588068663"/>
      </p:ext>
    </p:extLst>
  </p:cSld>
</p:sld>
</file>

<file path=ppt/slides/slide5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DA1133C-0C14-4829-A896-A8F105E6D62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9AA93EC6-36BD-44B9-B616-492515A5D37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현재 평균의 포함 규칙</a:t>
            </a:r>
          </a:p>
        </p:txBody>
      </p:sp>
      <p:sp>
        <p:nvSpPr>
          <p:cNvPr id="3" name="">
            <a:extLst xmlns:a="http://schemas.openxmlformats.org/drawingml/2006/main">
              <a:ext uri="{FF2B5EF4-FFF2-40B4-BE49-F238E27FC236}">
                <a16:creationId xmlns:a16="http://schemas.microsoft.com/office/drawing/2014/main" id="{0D9F3AA2-9956-4E88-B418-2FF977200AB5}"/>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t>현재 규칙의 유효 숫자 이력에는 포함합니다.</a:t>
            </a:r>
          </a:p>
        </p:txBody>
      </p:sp>
      <p:sp>
        <p:nvSpPr>
          <p:cNvPr id="4" name="">
            <a:extLst xmlns:a="http://schemas.openxmlformats.org/drawingml/2006/main">
              <a:ext uri="{FF2B5EF4-FFF2-40B4-BE49-F238E27FC236}">
                <a16:creationId xmlns:a16="http://schemas.microsoft.com/office/drawing/2014/main" id="{A5A543A9-E89F-465A-8008-F90011FC19B3}"/>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현재 가동 센서 평균이라고 부르지 않습니다.</a:t>
            </a:r>
          </a:p>
        </p:txBody>
      </p:sp>
      <p:sp>
        <p:nvSpPr>
          <p:cNvPr id="5" name="">
            <a:extLst xmlns:a="http://schemas.openxmlformats.org/drawingml/2006/main">
              <a:ext uri="{FF2B5EF4-FFF2-40B4-BE49-F238E27FC236}">
                <a16:creationId xmlns:a16="http://schemas.microsoft.com/office/drawing/2014/main" id="{BA51656C-CE00-4F48-AB82-5A575EECC49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7C3B1E7-0CC0-4947-B2AD-015E4F2092C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F1B6091E-4856-45C5-849C-510964D6D60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059</a:t>
            </a:r>
          </a:p>
        </p:txBody>
      </p:sp>
    </p:spTree>
    <p:extLst>
      <p:ext uri="{BB962C8B-B14F-4D97-AF65-F5344CB8AC3E}">
        <p14:creationId xmlns:p14="http://schemas.microsoft.com/office/powerpoint/2010/main" val="109801507"/>
      </p:ext>
    </p:extLst>
  </p:cSld>
</p:sld>
</file>

<file path=ppt/slides/slide6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181DE3-3232-4780-B4C0-29362FDC3405}"/>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723633F9-EEAE-4AC9-9D8E-BABDB407737D}"/>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막대 높이와 시간 간격</a:t>
            </a:r>
          </a:p>
        </p:txBody>
      </p:sp>
      <p:sp>
        <p:nvSpPr>
          <p:cNvPr id="3" name="">
            <a:extLst xmlns:a="http://schemas.openxmlformats.org/drawingml/2006/main">
              <a:ext uri="{FF2B5EF4-FFF2-40B4-BE49-F238E27FC236}">
                <a16:creationId xmlns:a16="http://schemas.microsoft.com/office/drawing/2014/main" id="{544756DD-D054-4C64-8635-E90D258845E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C749E9FA-F28C-407F-918D-BAAEBA93A57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막대 높이는 온도입니다.</a:t>
            </a:r>
          </a:p>
        </p:txBody>
      </p:sp>
      <p:sp>
        <p:nvSpPr>
          <p:cNvPr id="5" name="">
            <a:extLst xmlns:a="http://schemas.openxmlformats.org/drawingml/2006/main">
              <a:ext uri="{FF2B5EF4-FFF2-40B4-BE49-F238E27FC236}">
                <a16:creationId xmlns:a16="http://schemas.microsoft.com/office/drawing/2014/main" id="{4DAC54A4-14DE-469A-8905-372C196A0ABF}"/>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A7209D7-0EBF-428C-8687-800912076A7A}"/>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4D720388-F1DE-4BF1-98C7-3F1DB8A0A60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시각과 값은 원문 표에서 함께 확인합니다.</a:t>
            </a:r>
          </a:p>
        </p:txBody>
      </p:sp>
      <p:sp>
        <p:nvSpPr>
          <p:cNvPr id="8" name="">
            <a:extLst xmlns:a="http://schemas.openxmlformats.org/drawingml/2006/main">
              <a:ext uri="{FF2B5EF4-FFF2-40B4-BE49-F238E27FC236}">
                <a16:creationId xmlns:a16="http://schemas.microsoft.com/office/drawing/2014/main" id="{87E1371D-5B47-40CD-A5F4-170239C8398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62F929D5-7E9D-40E8-88BC-DD930F591B3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7576C450-88B7-457A-AB4F-B3463F80846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060</a:t>
            </a:r>
          </a:p>
        </p:txBody>
      </p:sp>
    </p:spTree>
    <p:extLst>
      <p:ext uri="{BB962C8B-B14F-4D97-AF65-F5344CB8AC3E}">
        <p14:creationId xmlns:p14="http://schemas.microsoft.com/office/powerpoint/2010/main" val="594991117"/>
      </p:ext>
    </p:extLst>
  </p:cSld>
</p:sld>
</file>

<file path=ppt/slides/slide6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28B58C2-62AE-46DC-B080-C8F3050192CA}"/>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1142C6B-1B9D-4305-863F-2E0A8E0BB2F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결측과 0의 평균 계산</a:t>
            </a:r>
          </a:p>
        </p:txBody>
      </p:sp>
      <p:sp>
        <p:nvSpPr>
          <p:cNvPr id="3" name="">
            <a:extLst xmlns:a="http://schemas.openxmlformats.org/drawingml/2006/main">
              <a:ext uri="{FF2B5EF4-FFF2-40B4-BE49-F238E27FC236}">
                <a16:creationId xmlns:a16="http://schemas.microsoft.com/office/drawing/2014/main" id="{E6306831-1A36-4B18-8732-8A9880781F62}"/>
              </a:ext>
            </a:extLst>
          </p:cNvPr>
          <p:cNvSpPr>
            <a:spLocks xmlns:a="http://schemas.openxmlformats.org/drawingml/2006/main" noGrp="1"/>
          </p:cNvSpPr>
          <p:nvPr/>
        </p:nvSpPr>
        <p:spPr>
          <a:xfrm xmlns:a="http://schemas.openxmlformats.org/drawingml/2006/main">
            <a:off x="609600" y="2714625"/>
            <a:ext cx="10972800" cy="2819400"/>
          </a:xfrm>
          <a:prstGeom xmlns:a="http://schemas.openxmlformats.org/drawingml/2006/main" prst="rect">
            <a:avLst/>
          </a:prstGeom>
          <a:solidFill xmlns:a="http://schemas.openxmlformats.org/drawingml/2006/main">
            <a:srgbClr val="0A0A0A"/>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4573A22-55C9-4009-98E5-EFD296C81EA2}"/>
              </a:ext>
            </a:extLst>
          </p:cNvPr>
          <p:cNvSpPr>
            <a:spLocks xmlns:a="http://schemas.openxmlformats.org/drawingml/2006/main" noGrp="1"/>
          </p:cNvSpPr>
          <p:nvPr/>
        </p:nvSpPr>
        <p:spPr>
          <a:xfrm xmlns:a="http://schemas.openxmlformats.org/drawingml/2006/main">
            <a:off x="790575" y="29051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01</a:t>
            </a:r>
          </a:p>
        </p:txBody>
      </p:sp>
      <p:sp>
        <p:nvSpPr>
          <p:cNvPr id="5" name="">
            <a:extLst xmlns:a="http://schemas.openxmlformats.org/drawingml/2006/main">
              <a:ext uri="{FF2B5EF4-FFF2-40B4-BE49-F238E27FC236}">
                <a16:creationId xmlns:a16="http://schemas.microsoft.com/office/drawing/2014/main" id="{74C09DD3-6FB3-4DB4-9C30-123FEC4837CD}"/>
              </a:ext>
            </a:extLst>
          </p:cNvPr>
          <p:cNvSpPr>
            <a:spLocks xmlns:a="http://schemas.openxmlformats.org/drawingml/2006/main" noGrp="1"/>
          </p:cNvSpPr>
          <p:nvPr/>
        </p:nvSpPr>
        <p:spPr>
          <a:xfrm xmlns:a="http://schemas.openxmlformats.org/drawingml/2006/main">
            <a:off x="1390650" y="28670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values = [22, 24, </a:t>
            </a:r>
            <a:r>
              <a:rPr b="1">
                <a:solidFill>
                  <a:srgbClr val="FFFFFF"/>
                </a:solidFill>
              </a:rPr>
              <a:t>None</a:t>
            </a:r>
            <a:r>
              <a:rPr>
                <a:solidFill>
                  <a:srgbClr val="FFFFFF"/>
                </a:solidFill>
              </a:rPr>
              <a:t>, 0]</a:t>
            </a:r>
          </a:p>
        </p:txBody>
      </p:sp>
      <p:sp>
        <p:nvSpPr>
          <p:cNvPr id="6" name="">
            <a:extLst xmlns:a="http://schemas.openxmlformats.org/drawingml/2006/main">
              <a:ext uri="{FF2B5EF4-FFF2-40B4-BE49-F238E27FC236}">
                <a16:creationId xmlns:a16="http://schemas.microsoft.com/office/drawing/2014/main" id="{F9ADD532-CDAF-4CCD-91DF-F3BCD5C7BC77}"/>
              </a:ext>
            </a:extLst>
          </p:cNvPr>
          <p:cNvSpPr>
            <a:spLocks xmlns:a="http://schemas.openxmlformats.org/drawingml/2006/main" noGrp="1"/>
          </p:cNvSpPr>
          <p:nvPr/>
        </p:nvSpPr>
        <p:spPr>
          <a:xfrm xmlns:a="http://schemas.openxmlformats.org/drawingml/2006/main">
            <a:off x="790575" y="32480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02</a:t>
            </a:r>
          </a:p>
        </p:txBody>
      </p:sp>
      <p:sp>
        <p:nvSpPr>
          <p:cNvPr id="7" name="">
            <a:extLst xmlns:a="http://schemas.openxmlformats.org/drawingml/2006/main">
              <a:ext uri="{FF2B5EF4-FFF2-40B4-BE49-F238E27FC236}">
                <a16:creationId xmlns:a16="http://schemas.microsoft.com/office/drawing/2014/main" id="{D61B85B1-FE22-493B-B19B-4A1F835B97EA}"/>
              </a:ext>
            </a:extLst>
          </p:cNvPr>
          <p:cNvSpPr>
            <a:spLocks xmlns:a="http://schemas.openxmlformats.org/drawingml/2006/main" noGrp="1"/>
          </p:cNvSpPr>
          <p:nvPr/>
        </p:nvSpPr>
        <p:spPr>
          <a:xfrm xmlns:a="http://schemas.openxmlformats.org/drawingml/2006/main">
            <a:off x="1390650" y="32099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numbers = []</a:t>
            </a:r>
          </a:p>
        </p:txBody>
      </p:sp>
      <p:sp>
        <p:nvSpPr>
          <p:cNvPr id="8" name="">
            <a:extLst xmlns:a="http://schemas.openxmlformats.org/drawingml/2006/main">
              <a:ext uri="{FF2B5EF4-FFF2-40B4-BE49-F238E27FC236}">
                <a16:creationId xmlns:a16="http://schemas.microsoft.com/office/drawing/2014/main" id="{5F2158F2-671A-4924-A52C-79A0EA208DC1}"/>
              </a:ext>
            </a:extLst>
          </p:cNvPr>
          <p:cNvSpPr>
            <a:spLocks xmlns:a="http://schemas.openxmlformats.org/drawingml/2006/main" noGrp="1"/>
          </p:cNvSpPr>
          <p:nvPr/>
        </p:nvSpPr>
        <p:spPr>
          <a:xfrm xmlns:a="http://schemas.openxmlformats.org/drawingml/2006/main">
            <a:off x="790575" y="35909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03</a:t>
            </a:r>
          </a:p>
        </p:txBody>
      </p:sp>
      <p:sp>
        <p:nvSpPr>
          <p:cNvPr id="9" name="">
            <a:extLst xmlns:a="http://schemas.openxmlformats.org/drawingml/2006/main">
              <a:ext uri="{FF2B5EF4-FFF2-40B4-BE49-F238E27FC236}">
                <a16:creationId xmlns:a16="http://schemas.microsoft.com/office/drawing/2014/main" id="{2C2E87D6-0884-4C79-A4A3-C84866AD69CC}"/>
              </a:ext>
            </a:extLst>
          </p:cNvPr>
          <p:cNvSpPr>
            <a:spLocks xmlns:a="http://schemas.openxmlformats.org/drawingml/2006/main" noGrp="1"/>
          </p:cNvSpPr>
          <p:nvPr/>
        </p:nvSpPr>
        <p:spPr>
          <a:xfrm xmlns:a="http://schemas.openxmlformats.org/drawingml/2006/main">
            <a:off x="1390650" y="35528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b="1">
                <a:solidFill>
                  <a:srgbClr val="FFFFFF"/>
                </a:solidFill>
              </a:rPr>
              <a:t>for</a:t>
            </a:r>
            <a:r>
              <a:rPr>
                <a:solidFill>
                  <a:srgbClr val="FFFFFF"/>
                </a:solidFill>
              </a:rPr>
              <a:t> value </a:t>
            </a:r>
            <a:r>
              <a:rPr b="1">
                <a:solidFill>
                  <a:srgbClr val="FFFFFF"/>
                </a:solidFill>
              </a:rPr>
              <a:t>in</a:t>
            </a:r>
            <a:r>
              <a:rPr>
                <a:solidFill>
                  <a:srgbClr val="FFFFFF"/>
                </a:solidFill>
              </a:rPr>
              <a:t> values:</a:t>
            </a:r>
          </a:p>
        </p:txBody>
      </p:sp>
      <p:sp>
        <p:nvSpPr>
          <p:cNvPr id="10" name="">
            <a:extLst xmlns:a="http://schemas.openxmlformats.org/drawingml/2006/main">
              <a:ext uri="{FF2B5EF4-FFF2-40B4-BE49-F238E27FC236}">
                <a16:creationId xmlns:a16="http://schemas.microsoft.com/office/drawing/2014/main" id="{116C2C6D-DB8C-40CB-AF7A-9720C9125589}"/>
              </a:ext>
            </a:extLst>
          </p:cNvPr>
          <p:cNvSpPr>
            <a:spLocks xmlns:a="http://schemas.openxmlformats.org/drawingml/2006/main" noGrp="1"/>
          </p:cNvSpPr>
          <p:nvPr/>
        </p:nvSpPr>
        <p:spPr>
          <a:xfrm xmlns:a="http://schemas.openxmlformats.org/drawingml/2006/main">
            <a:off x="790575" y="39338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04</a:t>
            </a:r>
          </a:p>
        </p:txBody>
      </p:sp>
      <p:sp>
        <p:nvSpPr>
          <p:cNvPr id="11" name="">
            <a:extLst xmlns:a="http://schemas.openxmlformats.org/drawingml/2006/main">
              <a:ext uri="{FF2B5EF4-FFF2-40B4-BE49-F238E27FC236}">
                <a16:creationId xmlns:a16="http://schemas.microsoft.com/office/drawing/2014/main" id="{2DE9E333-8845-45CE-A05A-D161273A6848}"/>
              </a:ext>
            </a:extLst>
          </p:cNvPr>
          <p:cNvSpPr>
            <a:spLocks xmlns:a="http://schemas.openxmlformats.org/drawingml/2006/main" noGrp="1"/>
          </p:cNvSpPr>
          <p:nvPr/>
        </p:nvSpPr>
        <p:spPr>
          <a:xfrm xmlns:a="http://schemas.openxmlformats.org/drawingml/2006/main">
            <a:off x="1390650" y="38957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a:t>
            </a:r>
            <a:r>
              <a:rPr b="1">
                <a:solidFill>
                  <a:srgbClr val="FFFFFF"/>
                </a:solidFill>
              </a:rPr>
              <a:t>if</a:t>
            </a:r>
            <a:r>
              <a:rPr>
                <a:solidFill>
                  <a:srgbClr val="FFFFFF"/>
                </a:solidFill>
              </a:rPr>
              <a:t> value is not </a:t>
            </a:r>
            <a:r>
              <a:rPr b="1">
                <a:solidFill>
                  <a:srgbClr val="FFFFFF"/>
                </a:solidFill>
              </a:rPr>
              <a:t>None</a:t>
            </a:r>
            <a:r>
              <a:rPr>
                <a:solidFill>
                  <a:srgbClr val="FFFFFF"/>
                </a:solidFill>
              </a:rPr>
              <a:t>:</a:t>
            </a:r>
          </a:p>
        </p:txBody>
      </p:sp>
      <p:sp>
        <p:nvSpPr>
          <p:cNvPr id="12" name="">
            <a:extLst xmlns:a="http://schemas.openxmlformats.org/drawingml/2006/main">
              <a:ext uri="{FF2B5EF4-FFF2-40B4-BE49-F238E27FC236}">
                <a16:creationId xmlns:a16="http://schemas.microsoft.com/office/drawing/2014/main" id="{5794701D-292E-4466-8207-BB7C61A77AB1}"/>
              </a:ext>
            </a:extLst>
          </p:cNvPr>
          <p:cNvSpPr>
            <a:spLocks xmlns:a="http://schemas.openxmlformats.org/drawingml/2006/main" noGrp="1"/>
          </p:cNvSpPr>
          <p:nvPr/>
        </p:nvSpPr>
        <p:spPr>
          <a:xfrm xmlns:a="http://schemas.openxmlformats.org/drawingml/2006/main">
            <a:off x="790575" y="42767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05</a:t>
            </a:r>
          </a:p>
        </p:txBody>
      </p:sp>
      <p:sp>
        <p:nvSpPr>
          <p:cNvPr id="13" name="">
            <a:extLst xmlns:a="http://schemas.openxmlformats.org/drawingml/2006/main">
              <a:ext uri="{FF2B5EF4-FFF2-40B4-BE49-F238E27FC236}">
                <a16:creationId xmlns:a16="http://schemas.microsoft.com/office/drawing/2014/main" id="{5896FE52-24CA-44CE-ADAE-1E257F03F948}"/>
              </a:ext>
            </a:extLst>
          </p:cNvPr>
          <p:cNvSpPr>
            <a:spLocks xmlns:a="http://schemas.openxmlformats.org/drawingml/2006/main" noGrp="1"/>
          </p:cNvSpPr>
          <p:nvPr/>
        </p:nvSpPr>
        <p:spPr>
          <a:xfrm xmlns:a="http://schemas.openxmlformats.org/drawingml/2006/main">
            <a:off x="1390650" y="42386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        numbers.append(value)</a:t>
            </a:r>
          </a:p>
        </p:txBody>
      </p:sp>
      <p:sp>
        <p:nvSpPr>
          <p:cNvPr id="14" name="">
            <a:extLst xmlns:a="http://schemas.openxmlformats.org/drawingml/2006/main">
              <a:ext uri="{FF2B5EF4-FFF2-40B4-BE49-F238E27FC236}">
                <a16:creationId xmlns:a16="http://schemas.microsoft.com/office/drawing/2014/main" id="{D0317ACE-3CC2-4F81-976F-88CE53AD861D}"/>
              </a:ext>
            </a:extLst>
          </p:cNvPr>
          <p:cNvSpPr>
            <a:spLocks xmlns:a="http://schemas.openxmlformats.org/drawingml/2006/main" noGrp="1"/>
          </p:cNvSpPr>
          <p:nvPr/>
        </p:nvSpPr>
        <p:spPr>
          <a:xfrm xmlns:a="http://schemas.openxmlformats.org/drawingml/2006/main">
            <a:off x="790575" y="46196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06</a:t>
            </a:r>
          </a:p>
        </p:txBody>
      </p:sp>
      <p:sp>
        <p:nvSpPr>
          <p:cNvPr id="15" name="">
            <a:extLst xmlns:a="http://schemas.openxmlformats.org/drawingml/2006/main">
              <a:ext uri="{FF2B5EF4-FFF2-40B4-BE49-F238E27FC236}">
                <a16:creationId xmlns:a16="http://schemas.microsoft.com/office/drawing/2014/main" id="{D4247544-E78C-47CD-8D56-BCBCA3AE5184}"/>
              </a:ext>
            </a:extLst>
          </p:cNvPr>
          <p:cNvSpPr>
            <a:spLocks xmlns:a="http://schemas.openxmlformats.org/drawingml/2006/main" noGrp="1"/>
          </p:cNvSpPr>
          <p:nvPr/>
        </p:nvSpPr>
        <p:spPr>
          <a:xfrm xmlns:a="http://schemas.openxmlformats.org/drawingml/2006/main">
            <a:off x="1390650" y="45815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average = sum(numbers) / len(numbers)</a:t>
            </a:r>
          </a:p>
        </p:txBody>
      </p:sp>
      <p:sp>
        <p:nvSpPr>
          <p:cNvPr id="16" name="">
            <a:extLst xmlns:a="http://schemas.openxmlformats.org/drawingml/2006/main">
              <a:ext uri="{FF2B5EF4-FFF2-40B4-BE49-F238E27FC236}">
                <a16:creationId xmlns:a16="http://schemas.microsoft.com/office/drawing/2014/main" id="{8FADF6DD-7D1E-480D-A658-1E3CE3AF60FF}"/>
              </a:ext>
            </a:extLst>
          </p:cNvPr>
          <p:cNvSpPr>
            <a:spLocks xmlns:a="http://schemas.openxmlformats.org/drawingml/2006/main" noGrp="1"/>
          </p:cNvSpPr>
          <p:nvPr/>
        </p:nvSpPr>
        <p:spPr>
          <a:xfrm xmlns:a="http://schemas.openxmlformats.org/drawingml/2006/main">
            <a:off x="790575" y="4962525"/>
            <a:ext cx="4191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1500" b="0">
                <a:solidFill>
                  <a:srgbClr val="999999"/>
                </a:solidFill>
                <a:latin typeface="Consolas"/>
                <a:ea typeface="Consolas"/>
                <a:cs typeface="Consolas"/>
              </a:defRPr>
            </a:pPr>
            <a:r>
              <a:t>07</a:t>
            </a:r>
          </a:p>
        </p:txBody>
      </p:sp>
      <p:sp>
        <p:nvSpPr>
          <p:cNvPr id="17" name="">
            <a:extLst xmlns:a="http://schemas.openxmlformats.org/drawingml/2006/main">
              <a:ext uri="{FF2B5EF4-FFF2-40B4-BE49-F238E27FC236}">
                <a16:creationId xmlns:a16="http://schemas.microsoft.com/office/drawing/2014/main" id="{398CF8AE-CF6C-4286-808A-59CBADF2AAAD}"/>
              </a:ext>
            </a:extLst>
          </p:cNvPr>
          <p:cNvSpPr>
            <a:spLocks xmlns:a="http://schemas.openxmlformats.org/drawingml/2006/main" noGrp="1"/>
          </p:cNvSpPr>
          <p:nvPr/>
        </p:nvSpPr>
        <p:spPr>
          <a:xfrm xmlns:a="http://schemas.openxmlformats.org/drawingml/2006/main">
            <a:off x="1390650" y="4924425"/>
            <a:ext cx="99631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defRPr sz="2250" b="0">
                <a:solidFill>
                  <a:srgbClr val="FFFFFF"/>
                </a:solidFill>
                <a:latin typeface="Consolas"/>
                <a:ea typeface="Consolas"/>
                <a:cs typeface="Consolas"/>
              </a:defRPr>
            </a:pPr>
            <a:r>
              <a:rPr>
                <a:solidFill>
                  <a:srgbClr val="FFFFFF"/>
                </a:solidFill>
              </a:rPr>
              <a:t>print(round(average, 2))</a:t>
            </a:r>
          </a:p>
        </p:txBody>
      </p:sp>
      <p:sp>
        <p:nvSpPr>
          <p:cNvPr id="18" name="">
            <a:extLst xmlns:a="http://schemas.openxmlformats.org/drawingml/2006/main">
              <a:ext uri="{FF2B5EF4-FFF2-40B4-BE49-F238E27FC236}">
                <a16:creationId xmlns:a16="http://schemas.microsoft.com/office/drawing/2014/main" id="{D71BA456-CF2B-4F72-A0DB-2771351DFDCB}"/>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C13F3689-B97E-4807-9FAE-8E43EA914C3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20" name="">
            <a:extLst xmlns:a="http://schemas.openxmlformats.org/drawingml/2006/main">
              <a:ext uri="{FF2B5EF4-FFF2-40B4-BE49-F238E27FC236}">
                <a16:creationId xmlns:a16="http://schemas.microsoft.com/office/drawing/2014/main" id="{E3E18A2F-FF66-4A18-952E-CBD6726A419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061</a:t>
            </a:r>
          </a:p>
        </p:txBody>
      </p:sp>
    </p:spTree>
    <p:extLst>
      <p:ext uri="{BB962C8B-B14F-4D97-AF65-F5344CB8AC3E}">
        <p14:creationId xmlns:p14="http://schemas.microsoft.com/office/powerpoint/2010/main" val="1860463509"/>
      </p:ext>
    </p:extLst>
  </p:cSld>
</p:sld>
</file>

<file path=ppt/slides/slide6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7" name="">
            <a:extLst xmlns:a="http://schemas.openxmlformats.org/drawingml/2006/main">
              <a:ext uri="{FF2B5EF4-FFF2-40B4-BE49-F238E27FC236}">
                <a16:creationId xmlns:a16="http://schemas.microsoft.com/office/drawing/2014/main" id="{9455573B-3DC5-43F0-8447-15FBC6D9D7A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55458F0-774F-447A-8DFC-02B757D032F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코드의 줄별 역할</a:t>
            </a:r>
          </a:p>
        </p:txBody>
      </p:sp>
      <p:sp>
        <p:nvSpPr>
          <p:cNvPr id="3" name="">
            <a:extLst xmlns:a="http://schemas.openxmlformats.org/drawingml/2006/main">
              <a:ext uri="{FF2B5EF4-FFF2-40B4-BE49-F238E27FC236}">
                <a16:creationId xmlns:a16="http://schemas.microsoft.com/office/drawing/2014/main" id="{EE520227-9CCB-4D26-8347-0CC72373A1EC}"/>
              </a:ext>
            </a:extLst>
          </p:cNvPr>
          <p:cNvSpPr>
            <a:spLocks xmlns:a="http://schemas.openxmlformats.org/drawingml/2006/main" noGrp="1"/>
          </p:cNvSpPr>
          <p:nvPr/>
        </p:nvSpPr>
        <p:spPr>
          <a:xfrm xmlns:a="http://schemas.openxmlformats.org/drawingml/2006/main">
            <a:off x="609600" y="25336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1~2행:</a:t>
            </a:r>
          </a:p>
        </p:txBody>
      </p:sp>
      <p:sp>
        <p:nvSpPr>
          <p:cNvPr id="4" name="">
            <a:extLst xmlns:a="http://schemas.openxmlformats.org/drawingml/2006/main">
              <a:ext uri="{FF2B5EF4-FFF2-40B4-BE49-F238E27FC236}">
                <a16:creationId xmlns:a16="http://schemas.microsoft.com/office/drawing/2014/main" id="{750366E6-BAA7-4017-AA22-BDD045F69F5B}"/>
              </a:ext>
            </a:extLst>
          </p:cNvPr>
          <p:cNvSpPr>
            <a:spLocks xmlns:a="http://schemas.openxmlformats.org/drawingml/2006/main" noGrp="1"/>
          </p:cNvSpPr>
          <p:nvPr/>
        </p:nvSpPr>
        <p:spPr>
          <a:xfrm xmlns:a="http://schemas.openxmlformats.org/drawingml/2006/main">
            <a:off x="4219575" y="25812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원시값과 숫자 목록을 준비합니다.</a:t>
            </a:r>
          </a:p>
        </p:txBody>
      </p:sp>
      <p:sp>
        <p:nvSpPr>
          <p:cNvPr id="5" name="">
            <a:extLst xmlns:a="http://schemas.openxmlformats.org/drawingml/2006/main">
              <a:ext uri="{FF2B5EF4-FFF2-40B4-BE49-F238E27FC236}">
                <a16:creationId xmlns:a16="http://schemas.microsoft.com/office/drawing/2014/main" id="{D5C7A4E8-25D1-40EE-85A4-29C2BED4B578}"/>
              </a:ext>
            </a:extLst>
          </p:cNvPr>
          <p:cNvSpPr>
            <a:spLocks xmlns:a="http://schemas.openxmlformats.org/drawingml/2006/main" noGrp="1"/>
          </p:cNvSpPr>
          <p:nvPr/>
        </p:nvSpPr>
        <p:spPr>
          <a:xfrm xmlns:a="http://schemas.openxmlformats.org/drawingml/2006/main">
            <a:off x="609600" y="32956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07B963A-5BA1-4B99-98AF-FB1FD6B3BA0F}"/>
              </a:ext>
            </a:extLst>
          </p:cNvPr>
          <p:cNvSpPr>
            <a:spLocks xmlns:a="http://schemas.openxmlformats.org/drawingml/2006/main" noGrp="1"/>
          </p:cNvSpPr>
          <p:nvPr/>
        </p:nvSpPr>
        <p:spPr>
          <a:xfrm xmlns:a="http://schemas.openxmlformats.org/drawingml/2006/main">
            <a:off x="609600" y="34290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3~5행:</a:t>
            </a:r>
          </a:p>
        </p:txBody>
      </p:sp>
      <p:sp>
        <p:nvSpPr>
          <p:cNvPr id="7" name="">
            <a:extLst xmlns:a="http://schemas.openxmlformats.org/drawingml/2006/main">
              <a:ext uri="{FF2B5EF4-FFF2-40B4-BE49-F238E27FC236}">
                <a16:creationId xmlns:a16="http://schemas.microsoft.com/office/drawing/2014/main" id="{FA76B2A1-418C-4CAC-99C2-095B049E1596}"/>
              </a:ext>
            </a:extLst>
          </p:cNvPr>
          <p:cNvSpPr>
            <a:spLocks xmlns:a="http://schemas.openxmlformats.org/drawingml/2006/main" noGrp="1"/>
          </p:cNvSpPr>
          <p:nvPr/>
        </p:nvSpPr>
        <p:spPr>
          <a:xfrm xmlns:a="http://schemas.openxmlformats.org/drawingml/2006/main">
            <a:off x="4219575" y="34766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None을 빼고 0은 남깁니다.</a:t>
            </a:r>
          </a:p>
        </p:txBody>
      </p:sp>
      <p:sp>
        <p:nvSpPr>
          <p:cNvPr id="8" name="">
            <a:extLst xmlns:a="http://schemas.openxmlformats.org/drawingml/2006/main">
              <a:ext uri="{FF2B5EF4-FFF2-40B4-BE49-F238E27FC236}">
                <a16:creationId xmlns:a16="http://schemas.microsoft.com/office/drawing/2014/main" id="{3F846185-9228-45BB-A17B-BF2E4410EC76}"/>
              </a:ext>
            </a:extLst>
          </p:cNvPr>
          <p:cNvSpPr>
            <a:spLocks xmlns:a="http://schemas.openxmlformats.org/drawingml/2006/main" noGrp="1"/>
          </p:cNvSpPr>
          <p:nvPr/>
        </p:nvSpPr>
        <p:spPr>
          <a:xfrm xmlns:a="http://schemas.openxmlformats.org/drawingml/2006/main">
            <a:off x="609600" y="41910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0E31507-0453-40D8-A556-22332860949A}"/>
              </a:ext>
            </a:extLst>
          </p:cNvPr>
          <p:cNvSpPr>
            <a:spLocks xmlns:a="http://schemas.openxmlformats.org/drawingml/2006/main" noGrp="1"/>
          </p:cNvSpPr>
          <p:nvPr/>
        </p:nvSpPr>
        <p:spPr>
          <a:xfrm xmlns:a="http://schemas.openxmlformats.org/drawingml/2006/main">
            <a:off x="609600" y="432435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6행:</a:t>
            </a:r>
          </a:p>
        </p:txBody>
      </p:sp>
      <p:sp>
        <p:nvSpPr>
          <p:cNvPr id="10" name="">
            <a:extLst xmlns:a="http://schemas.openxmlformats.org/drawingml/2006/main">
              <a:ext uri="{FF2B5EF4-FFF2-40B4-BE49-F238E27FC236}">
                <a16:creationId xmlns:a16="http://schemas.microsoft.com/office/drawing/2014/main" id="{D19C59E7-7E1C-4A28-86D4-CA24738963A8}"/>
              </a:ext>
            </a:extLst>
          </p:cNvPr>
          <p:cNvSpPr>
            <a:spLocks xmlns:a="http://schemas.openxmlformats.org/drawingml/2006/main" noGrp="1"/>
          </p:cNvSpPr>
          <p:nvPr/>
        </p:nvSpPr>
        <p:spPr>
          <a:xfrm xmlns:a="http://schemas.openxmlformats.org/drawingml/2006/main">
            <a:off x="4219575" y="437197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합계를 유효 숫자 수로 나눕니다.</a:t>
            </a:r>
          </a:p>
        </p:txBody>
      </p:sp>
      <p:sp>
        <p:nvSpPr>
          <p:cNvPr id="11" name="">
            <a:extLst xmlns:a="http://schemas.openxmlformats.org/drawingml/2006/main">
              <a:ext uri="{FF2B5EF4-FFF2-40B4-BE49-F238E27FC236}">
                <a16:creationId xmlns:a16="http://schemas.microsoft.com/office/drawing/2014/main" id="{2CAFF9F9-80F1-40A7-87E0-075B1CDFCCC9}"/>
              </a:ext>
            </a:extLst>
          </p:cNvPr>
          <p:cNvSpPr>
            <a:spLocks xmlns:a="http://schemas.openxmlformats.org/drawingml/2006/main" noGrp="1"/>
          </p:cNvSpPr>
          <p:nvPr/>
        </p:nvSpPr>
        <p:spPr>
          <a:xfrm xmlns:a="http://schemas.openxmlformats.org/drawingml/2006/main">
            <a:off x="609600" y="50863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05F1958B-64C4-4A6D-967C-72A81DC79B99}"/>
              </a:ext>
            </a:extLst>
          </p:cNvPr>
          <p:cNvSpPr>
            <a:spLocks xmlns:a="http://schemas.openxmlformats.org/drawingml/2006/main" noGrp="1"/>
          </p:cNvSpPr>
          <p:nvPr/>
        </p:nvSpPr>
        <p:spPr>
          <a:xfrm xmlns:a="http://schemas.openxmlformats.org/drawingml/2006/main">
            <a:off x="609600" y="5219700"/>
            <a:ext cx="333375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00" b="0">
                <a:solidFill>
                  <a:srgbClr val="002FA7"/>
                </a:solidFill>
                <a:latin typeface="Noto Sans KR"/>
                <a:ea typeface="Noto Sans KR"/>
                <a:cs typeface="Noto Sans KR"/>
              </a:defRPr>
            </a:pPr>
            <a:r>
              <a:t>7행:</a:t>
            </a:r>
          </a:p>
        </p:txBody>
      </p:sp>
      <p:sp>
        <p:nvSpPr>
          <p:cNvPr id="13" name="">
            <a:extLst xmlns:a="http://schemas.openxmlformats.org/drawingml/2006/main">
              <a:ext uri="{FF2B5EF4-FFF2-40B4-BE49-F238E27FC236}">
                <a16:creationId xmlns:a16="http://schemas.microsoft.com/office/drawing/2014/main" id="{FF7DE5FB-349A-4E49-995A-218714AF34A6}"/>
              </a:ext>
            </a:extLst>
          </p:cNvPr>
          <p:cNvSpPr>
            <a:spLocks xmlns:a="http://schemas.openxmlformats.org/drawingml/2006/main" noGrp="1"/>
          </p:cNvSpPr>
          <p:nvPr/>
        </p:nvSpPr>
        <p:spPr>
          <a:xfrm xmlns:a="http://schemas.openxmlformats.org/drawingml/2006/main">
            <a:off x="4219575" y="5267325"/>
            <a:ext cx="73628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소수 둘째 자리로 출력합니다.</a:t>
            </a:r>
          </a:p>
        </p:txBody>
      </p:sp>
      <p:sp>
        <p:nvSpPr>
          <p:cNvPr id="14" name="">
            <a:extLst xmlns:a="http://schemas.openxmlformats.org/drawingml/2006/main">
              <a:ext uri="{FF2B5EF4-FFF2-40B4-BE49-F238E27FC236}">
                <a16:creationId xmlns:a16="http://schemas.microsoft.com/office/drawing/2014/main" id="{91F7F321-34C5-4AD1-AB41-4D7B3D32D36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A1CB8398-4468-4E74-AD0D-A29A6DA0A3F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6" name="">
            <a:extLst xmlns:a="http://schemas.openxmlformats.org/drawingml/2006/main">
              <a:ext uri="{FF2B5EF4-FFF2-40B4-BE49-F238E27FC236}">
                <a16:creationId xmlns:a16="http://schemas.microsoft.com/office/drawing/2014/main" id="{B17A4E55-E6A4-4B0D-9024-F763D9FCC74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062</a:t>
            </a:r>
          </a:p>
        </p:txBody>
      </p:sp>
    </p:spTree>
    <p:extLst>
      <p:ext uri="{BB962C8B-B14F-4D97-AF65-F5344CB8AC3E}">
        <p14:creationId xmlns:p14="http://schemas.microsoft.com/office/powerpoint/2010/main" val="1053021926"/>
      </p:ext>
    </p:extLst>
  </p:cSld>
</p:sld>
</file>

<file path=ppt/slides/slide6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F976F4A-9217-4F74-8341-09FDDB88025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FD43DDFD-2A6A-48E9-B3EE-9405D91D1AC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학생 파일과 실행 명령</a:t>
            </a:r>
          </a:p>
        </p:txBody>
      </p:sp>
      <p:sp>
        <p:nvSpPr>
          <p:cNvPr id="3" name="">
            <a:extLst xmlns:a="http://schemas.openxmlformats.org/drawingml/2006/main">
              <a:ext uri="{FF2B5EF4-FFF2-40B4-BE49-F238E27FC236}">
                <a16:creationId xmlns:a16="http://schemas.microsoft.com/office/drawing/2014/main" id="{E5E1EE66-5C5A-4C95-8699-771B5E0674A5}"/>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B986896-13E6-47FE-87DB-BD984C80335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현재 폴더: </a:t>
            </a:r>
            <a:r>
              <a:rPr b="1">
                <a:solidFill>
                  <a:srgbClr val="002FA7"/>
                </a:solidFill>
              </a:rPr>
              <a:t>압축을 푼 course</a:t>
            </a:r>
          </a:p>
        </p:txBody>
      </p:sp>
      <p:sp>
        <p:nvSpPr>
          <p:cNvPr id="5" name="">
            <a:extLst xmlns:a="http://schemas.openxmlformats.org/drawingml/2006/main">
              <a:ext uri="{FF2B5EF4-FFF2-40B4-BE49-F238E27FC236}">
                <a16:creationId xmlns:a16="http://schemas.microsoft.com/office/drawing/2014/main" id="{295383D4-5CF5-46BC-AA21-FF575454983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2D91497-7E92-4110-ADF1-E7123B29F50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B85CE6E-5805-4415-ACD9-FEF99A80E23D}"/>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학생 파일: </a:t>
            </a:r>
            <a:r>
              <a:rPr b="1">
                <a:solidFill>
                  <a:srgbClr val="002FA7"/>
                </a:solidFill>
              </a:rPr>
              <a:t>work/average_trace.py</a:t>
            </a:r>
          </a:p>
        </p:txBody>
      </p:sp>
      <p:sp>
        <p:nvSpPr>
          <p:cNvPr id="8" name="">
            <a:extLst xmlns:a="http://schemas.openxmlformats.org/drawingml/2006/main">
              <a:ext uri="{FF2B5EF4-FFF2-40B4-BE49-F238E27FC236}">
                <a16:creationId xmlns:a16="http://schemas.microsoft.com/office/drawing/2014/main" id="{80196C79-4DDA-4AE0-A0EC-BDB2CCA02716}"/>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1B1DFB19-4C2D-4544-A179-E86399AFF38D}"/>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791329A6-D2A9-4B22-B18F-298D92C546CE}"/>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python -X utf8 </a:t>
            </a:r>
            <a:r>
              <a:rPr b="1">
                <a:solidFill>
                  <a:srgbClr val="002FA7"/>
                </a:solidFill>
              </a:rPr>
              <a:t>work/average_trace.py</a:t>
            </a:r>
          </a:p>
        </p:txBody>
      </p:sp>
      <p:sp>
        <p:nvSpPr>
          <p:cNvPr id="11" name="">
            <a:extLst xmlns:a="http://schemas.openxmlformats.org/drawingml/2006/main">
              <a:ext uri="{FF2B5EF4-FFF2-40B4-BE49-F238E27FC236}">
                <a16:creationId xmlns:a16="http://schemas.microsoft.com/office/drawing/2014/main" id="{7678B146-91F0-4161-90A1-7707C732BAA1}"/>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C6A1244A-0F90-4098-8A92-DA47BD63CA1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3" name="">
            <a:extLst xmlns:a="http://schemas.openxmlformats.org/drawingml/2006/main">
              <a:ext uri="{FF2B5EF4-FFF2-40B4-BE49-F238E27FC236}">
                <a16:creationId xmlns:a16="http://schemas.microsoft.com/office/drawing/2014/main" id="{D7B8AD64-DC9B-4BF8-B612-887BBB90920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063</a:t>
            </a:r>
          </a:p>
        </p:txBody>
      </p:sp>
    </p:spTree>
    <p:extLst>
      <p:ext uri="{BB962C8B-B14F-4D97-AF65-F5344CB8AC3E}">
        <p14:creationId xmlns:p14="http://schemas.microsoft.com/office/powerpoint/2010/main" val="1707886187"/>
      </p:ext>
    </p:extLst>
  </p:cSld>
</p:sld>
</file>

<file path=ppt/slides/slide6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05C0031B-FA66-4F93-80E1-861D337481FD}"/>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3C574964-2BEF-421B-803D-CD92FA4A4A3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0B35CCE7-C9DA-4529-8C1F-FAB44F547074}"/>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7AA0D6F-D49B-4E3B-BD72-8C121CAFAD7A}"/>
              </a:ext>
            </a:extLst>
          </p:cNvPr>
          <p:cNvSpPr>
            <a:spLocks xmlns:a="http://schemas.openxmlformats.org/drawingml/2006/main" noGrp="1"/>
          </p:cNvSpPr>
          <p:nvPr/>
        </p:nvSpPr>
        <p:spPr>
          <a:xfrm xmlns:a="http://schemas.openxmlformats.org/drawingml/2006/main">
            <a:off x="609600" y="264795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합계 46 · 분모 3</a:t>
            </a:r>
          </a:p>
        </p:txBody>
      </p:sp>
      <p:sp>
        <p:nvSpPr>
          <p:cNvPr id="5" name="">
            <a:extLst xmlns:a="http://schemas.openxmlformats.org/drawingml/2006/main">
              <a:ext uri="{FF2B5EF4-FFF2-40B4-BE49-F238E27FC236}">
                <a16:creationId xmlns:a16="http://schemas.microsoft.com/office/drawing/2014/main" id="{B32B11C6-074C-4A84-BF55-4F9C5D4B2B3F}"/>
              </a:ext>
            </a:extLst>
          </p:cNvPr>
          <p:cNvSpPr>
            <a:spLocks xmlns:a="http://schemas.openxmlformats.org/drawingml/2006/main" noGrp="1"/>
          </p:cNvSpPr>
          <p:nvPr/>
        </p:nvSpPr>
        <p:spPr>
          <a:xfrm xmlns:a="http://schemas.openxmlformats.org/drawingml/2006/main">
            <a:off x="609600" y="3648075"/>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평균 15.33℃</a:t>
            </a:r>
          </a:p>
        </p:txBody>
      </p:sp>
      <p:sp>
        <p:nvSpPr>
          <p:cNvPr id="6" name="">
            <a:extLst xmlns:a="http://schemas.openxmlformats.org/drawingml/2006/main">
              <a:ext uri="{FF2B5EF4-FFF2-40B4-BE49-F238E27FC236}">
                <a16:creationId xmlns:a16="http://schemas.microsoft.com/office/drawing/2014/main" id="{994D8BC0-2ABE-4B14-8E3F-BCF1E1C0B5CF}"/>
              </a:ext>
            </a:extLst>
          </p:cNvPr>
          <p:cNvSpPr>
            <a:spLocks xmlns:a="http://schemas.openxmlformats.org/drawingml/2006/main" noGrp="1"/>
          </p:cNvSpPr>
          <p:nvPr/>
        </p:nvSpPr>
        <p:spPr>
          <a:xfrm xmlns:a="http://schemas.openxmlformats.org/drawingml/2006/main">
            <a:off x="609600" y="4648200"/>
            <a:ext cx="1097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t>null을 0으로 넣으면 11.5℃로 바뀝니다.</a:t>
            </a:r>
          </a:p>
        </p:txBody>
      </p:sp>
      <p:sp>
        <p:nvSpPr>
          <p:cNvPr id="7" name="">
            <a:extLst xmlns:a="http://schemas.openxmlformats.org/drawingml/2006/main">
              <a:ext uri="{FF2B5EF4-FFF2-40B4-BE49-F238E27FC236}">
                <a16:creationId xmlns:a16="http://schemas.microsoft.com/office/drawing/2014/main" id="{DE2FB90F-B266-4E8E-8A4A-2FFA1EB46F2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10A17AE3-626C-481F-A23C-6384692517E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768324F7-0040-4A60-AD92-5229E782B1A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064</a:t>
            </a:r>
          </a:p>
        </p:txBody>
      </p:sp>
    </p:spTree>
    <p:extLst>
      <p:ext uri="{BB962C8B-B14F-4D97-AF65-F5344CB8AC3E}">
        <p14:creationId xmlns:p14="http://schemas.microsoft.com/office/powerpoint/2010/main" val="454427007"/>
      </p:ext>
    </p:extLst>
  </p:cSld>
</p:sld>
</file>

<file path=ppt/slides/slide6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BD1953C-02A5-458F-AE43-479F388B7B2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A86F61B4-A826-4485-AF71-02A516FF9F7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DAA2237B-1364-4AAA-9E13-879B5E1101AD}"/>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 이력 [10,null,0,20]</a:t>
            </a:r>
          </a:p>
        </p:txBody>
      </p:sp>
      <p:sp>
        <p:nvSpPr>
          <p:cNvPr id="4" name="">
            <a:extLst xmlns:a="http://schemas.openxmlformats.org/drawingml/2006/main">
              <a:ext uri="{FF2B5EF4-FFF2-40B4-BE49-F238E27FC236}">
                <a16:creationId xmlns:a16="http://schemas.microsoft.com/office/drawing/2014/main" id="{EDF2C007-4104-40FC-8411-78785B200A3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합계·분모·평균을 직접 계산하세요.</a:t>
            </a:r>
          </a:p>
        </p:txBody>
      </p:sp>
      <p:sp>
        <p:nvSpPr>
          <p:cNvPr id="5" name="">
            <a:extLst xmlns:a="http://schemas.openxmlformats.org/drawingml/2006/main">
              <a:ext uri="{FF2B5EF4-FFF2-40B4-BE49-F238E27FC236}">
                <a16:creationId xmlns:a16="http://schemas.microsoft.com/office/drawing/2014/main" id="{FB65712D-A09E-44B5-B9B9-4E1E421308A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40B891F-911B-4029-ADEF-57EF434218D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33BFAFDC-1FF1-4AA2-B0D5-80727C1AFA7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065</a:t>
            </a:r>
          </a:p>
        </p:txBody>
      </p:sp>
    </p:spTree>
    <p:extLst>
      <p:ext uri="{BB962C8B-B14F-4D97-AF65-F5344CB8AC3E}">
        <p14:creationId xmlns:p14="http://schemas.microsoft.com/office/powerpoint/2010/main" val="1864349474"/>
      </p:ext>
    </p:extLst>
  </p:cSld>
</p:sld>
</file>

<file path=ppt/slides/slide6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8AEE9E6-4350-4D5B-A7B6-56FFF2AF0C8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B0373A68-5631-48E9-A865-FD1223B1A21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231DF0D8-EE65-4A9E-A5BE-21048F49F26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합계 30</a:t>
            </a:r>
          </a:p>
        </p:txBody>
      </p:sp>
      <p:sp>
        <p:nvSpPr>
          <p:cNvPr id="4" name="">
            <a:extLst xmlns:a="http://schemas.openxmlformats.org/drawingml/2006/main">
              <a:ext uri="{FF2B5EF4-FFF2-40B4-BE49-F238E27FC236}">
                <a16:creationId xmlns:a16="http://schemas.microsoft.com/office/drawing/2014/main" id="{D7F47F1F-935A-46E7-B1E3-D828CEDC22C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424C8B1-2AAF-4F43-966E-C26A1B6C6181}"/>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합계 30</a:t>
            </a:r>
            <a:r>
              <a:t> · 분모 3 · 평균 10℃</a:t>
            </a:r>
          </a:p>
        </p:txBody>
      </p:sp>
      <p:sp>
        <p:nvSpPr>
          <p:cNvPr id="6" name="">
            <a:extLst xmlns:a="http://schemas.openxmlformats.org/drawingml/2006/main">
              <a:ext uri="{FF2B5EF4-FFF2-40B4-BE49-F238E27FC236}">
                <a16:creationId xmlns:a16="http://schemas.microsoft.com/office/drawing/2014/main" id="{8A87863E-F1B4-41F3-B04C-E818F77535E4}"/>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최신값 20과 평균 10은 다른 지표입니다.</a:t>
            </a:r>
          </a:p>
        </p:txBody>
      </p:sp>
      <p:sp>
        <p:nvSpPr>
          <p:cNvPr id="7" name="">
            <a:extLst xmlns:a="http://schemas.openxmlformats.org/drawingml/2006/main">
              <a:ext uri="{FF2B5EF4-FFF2-40B4-BE49-F238E27FC236}">
                <a16:creationId xmlns:a16="http://schemas.microsoft.com/office/drawing/2014/main" id="{8E20FFCB-6607-4019-875D-427D13ADA8E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95D30E6-0DBA-4B34-9C42-5A45420946E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57729ED0-D01C-4131-BEAC-911A19F8F95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066</a:t>
            </a:r>
          </a:p>
        </p:txBody>
      </p:sp>
    </p:spTree>
    <p:extLst>
      <p:ext uri="{BB962C8B-B14F-4D97-AF65-F5344CB8AC3E}">
        <p14:creationId xmlns:p14="http://schemas.microsoft.com/office/powerpoint/2010/main" val="1467582022"/>
      </p:ext>
    </p:extLst>
  </p:cSld>
</p:sld>
</file>

<file path=ppt/slides/slide6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D4D4942-540B-4586-BB01-8DCDFE3D1BD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15298D64-344A-45E1-A8A6-928C9100FEB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CB61C48D-4680-4016-BD7F-B049C5192684}"/>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첫 22를 25로 바꿉니다.</a:t>
            </a:r>
          </a:p>
        </p:txBody>
      </p:sp>
      <p:sp>
        <p:nvSpPr>
          <p:cNvPr id="4" name="">
            <a:extLst xmlns:a="http://schemas.openxmlformats.org/drawingml/2006/main">
              <a:ext uri="{FF2B5EF4-FFF2-40B4-BE49-F238E27FC236}">
                <a16:creationId xmlns:a16="http://schemas.microsoft.com/office/drawing/2014/main" id="{DE20F3C7-3103-4151-B094-326FD452EBFB}"/>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새 합계 49, 평균 16.33℃입니다.</a:t>
            </a:r>
          </a:p>
        </p:txBody>
      </p:sp>
      <p:sp>
        <p:nvSpPr>
          <p:cNvPr id="5" name="">
            <a:extLst xmlns:a="http://schemas.openxmlformats.org/drawingml/2006/main">
              <a:ext uri="{FF2B5EF4-FFF2-40B4-BE49-F238E27FC236}">
                <a16:creationId xmlns:a16="http://schemas.microsoft.com/office/drawing/2014/main" id="{79DA8A89-FAAA-45FF-BB04-6E1C617594EC}"/>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A51D6AF-F6D2-43FE-8E40-1D659AA64FDB}"/>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1B866363-89CF-4279-AB89-6B90989FA5B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067</a:t>
            </a:r>
          </a:p>
        </p:txBody>
      </p:sp>
    </p:spTree>
    <p:extLst>
      <p:ext uri="{BB962C8B-B14F-4D97-AF65-F5344CB8AC3E}">
        <p14:creationId xmlns:p14="http://schemas.microsoft.com/office/powerpoint/2010/main" val="626468922"/>
      </p:ext>
    </p:extLst>
  </p:cSld>
</p:sld>
</file>

<file path=ppt/slides/slide6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378AFDF-3A63-4CD8-AC69-CFF140DA677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4교시</a:t>
            </a:r>
          </a:p>
        </p:txBody>
      </p:sp>
      <p:sp>
        <p:nvSpPr>
          <p:cNvPr id="2" name="">
            <a:extLst xmlns:a="http://schemas.openxmlformats.org/drawingml/2006/main">
              <a:ext uri="{FF2B5EF4-FFF2-40B4-BE49-F238E27FC236}">
                <a16:creationId xmlns:a16="http://schemas.microsoft.com/office/drawing/2014/main" id="{C2C9D7E4-263E-4FD5-ACDF-0F175761627C}"/>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75933DAE-93F8-4A1E-946E-941CC91E22EA}"/>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02BCF789-ABC8-4D8F-9D10-829538E79D73}"/>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숫자가 없으면 계산 안 함으로 표시합니다.</a:t>
            </a:r>
          </a:p>
        </p:txBody>
      </p:sp>
      <p:sp>
        <p:nvSpPr>
          <p:cNvPr id="5" name="">
            <a:extLst xmlns:a="http://schemas.openxmlformats.org/drawingml/2006/main">
              <a:ext uri="{FF2B5EF4-FFF2-40B4-BE49-F238E27FC236}">
                <a16:creationId xmlns:a16="http://schemas.microsoft.com/office/drawing/2014/main" id="{F1C9F15F-C334-4DD6-8E03-87FB7E391421}"/>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0708ADB-B1ED-4BD4-AAE4-8CF9840DE3B5}"/>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282147FD-18CF-49AB-A4AA-6F78626E9829}"/>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0을 거짓 값이라 제외하지 않습니다.</a:t>
            </a:r>
          </a:p>
        </p:txBody>
      </p:sp>
      <p:sp>
        <p:nvSpPr>
          <p:cNvPr id="8" name="">
            <a:extLst xmlns:a="http://schemas.openxmlformats.org/drawingml/2006/main">
              <a:ext uri="{FF2B5EF4-FFF2-40B4-BE49-F238E27FC236}">
                <a16:creationId xmlns:a16="http://schemas.microsoft.com/office/drawing/2014/main" id="{47EFD159-3D61-4CBC-8BE4-D093AFE5AE7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C0AFEB3C-8031-44E8-9610-1F1DC0772528}"/>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6C74E1AB-5307-43C6-B6F2-AB063938051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068</a:t>
            </a:r>
          </a:p>
        </p:txBody>
      </p:sp>
    </p:spTree>
    <p:extLst>
      <p:ext uri="{BB962C8B-B14F-4D97-AF65-F5344CB8AC3E}">
        <p14:creationId xmlns:p14="http://schemas.microsoft.com/office/powerpoint/2010/main" val="1384514880"/>
      </p:ext>
    </p:extLst>
  </p:cSld>
</p:sld>
</file>

<file path=ppt/slides/slide6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6C4412-9360-445B-9815-C4B9C7D7C43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5983E6AA-21B1-450D-BCEB-215AABF3C2CF}"/>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F47AEB0C-865C-4B63-88AE-324782FE498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이력 평균의 분모를 자기 말로 설명합니다.</a:t>
            </a:r>
          </a:p>
        </p:txBody>
      </p:sp>
      <p:sp>
        <p:nvSpPr>
          <p:cNvPr id="4" name="">
            <a:extLst xmlns:a="http://schemas.openxmlformats.org/drawingml/2006/main">
              <a:ext uri="{FF2B5EF4-FFF2-40B4-BE49-F238E27FC236}">
                <a16:creationId xmlns:a16="http://schemas.microsoft.com/office/drawing/2014/main" id="{EB837FCB-8815-40E5-BA6D-1B67C5913168}"/>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최신값과 평균이 달라도 되는 이유를 말합니다.</a:t>
            </a:r>
          </a:p>
        </p:txBody>
      </p:sp>
      <p:sp>
        <p:nvSpPr>
          <p:cNvPr id="5" name="">
            <a:extLst xmlns:a="http://schemas.openxmlformats.org/drawingml/2006/main">
              <a:ext uri="{FF2B5EF4-FFF2-40B4-BE49-F238E27FC236}">
                <a16:creationId xmlns:a16="http://schemas.microsoft.com/office/drawing/2014/main" id="{0699F301-539B-4D75-BCBA-0632332F5C5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A71AC3D-2ED0-4B51-8922-10CA5F3FB71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8D25AA68-3B5F-4332-98A2-7CAF15F330E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069</a:t>
            </a:r>
          </a:p>
        </p:txBody>
      </p:sp>
    </p:spTree>
    <p:extLst>
      <p:ext uri="{BB962C8B-B14F-4D97-AF65-F5344CB8AC3E}">
        <p14:creationId xmlns:p14="http://schemas.microsoft.com/office/powerpoint/2010/main" val="779313330"/>
      </p:ext>
    </p:extLst>
  </p:cSld>
</p:sld>
</file>

<file path=ppt/slides/slide7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B25F0A-F308-4CE2-B9C9-3FAFE347A65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4교시  /  직접 생각하기</a:t>
            </a:r>
          </a:p>
        </p:txBody>
      </p:sp>
      <p:sp>
        <p:nvSpPr>
          <p:cNvPr id="2" name="">
            <a:extLst xmlns:a="http://schemas.openxmlformats.org/drawingml/2006/main">
              <a:ext uri="{FF2B5EF4-FFF2-40B4-BE49-F238E27FC236}">
                <a16:creationId xmlns:a16="http://schemas.microsoft.com/office/drawing/2014/main" id="{7C8C295F-7494-4A15-83C6-2C74EF7E462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B5A62485-F975-4575-B0A2-25C4C7AE22A2}"/>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[12,0,null,18]</a:t>
            </a:r>
          </a:p>
        </p:txBody>
      </p:sp>
      <p:sp>
        <p:nvSpPr>
          <p:cNvPr id="4" name="">
            <a:extLst xmlns:a="http://schemas.openxmlformats.org/drawingml/2006/main">
              <a:ext uri="{FF2B5EF4-FFF2-40B4-BE49-F238E27FC236}">
                <a16:creationId xmlns:a16="http://schemas.microsoft.com/office/drawing/2014/main" id="{1E43C88C-4316-4F56-ADE0-A72C08305460}"/>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이력 평균과 최신값 18을 비교하세요.</a:t>
            </a:r>
          </a:p>
        </p:txBody>
      </p:sp>
      <p:sp>
        <p:nvSpPr>
          <p:cNvPr id="5" name="">
            <a:extLst xmlns:a="http://schemas.openxmlformats.org/drawingml/2006/main">
              <a:ext uri="{FF2B5EF4-FFF2-40B4-BE49-F238E27FC236}">
                <a16:creationId xmlns:a16="http://schemas.microsoft.com/office/drawing/2014/main" id="{D65C6305-09BE-4F5F-BA7F-9BB76CFF6CD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222D687-DFBF-4318-9F23-8F98E2474C6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335899C0-7A56-4F2E-B0E1-F94390C3B67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070</a:t>
            </a:r>
          </a:p>
        </p:txBody>
      </p:sp>
    </p:spTree>
    <p:extLst>
      <p:ext uri="{BB962C8B-B14F-4D97-AF65-F5344CB8AC3E}">
        <p14:creationId xmlns:p14="http://schemas.microsoft.com/office/powerpoint/2010/main" val="1493267275"/>
      </p:ext>
    </p:extLst>
  </p:cSld>
</p:sld>
</file>

<file path=ppt/slides/slide7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D00B1CB-B5C6-4789-A614-6E96B0291C9F}"/>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84283B-DB5F-4466-9337-66A966B8169C}"/>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05</a:t>
            </a:r>
          </a:p>
        </p:txBody>
      </p:sp>
      <p:sp>
        <p:nvSpPr>
          <p:cNvPr id="3" name="">
            <a:extLst xmlns:a="http://schemas.openxmlformats.org/drawingml/2006/main">
              <a:ext uri="{FF2B5EF4-FFF2-40B4-BE49-F238E27FC236}">
                <a16:creationId xmlns:a16="http://schemas.microsoft.com/office/drawing/2014/main" id="{DB6CCA44-1390-4F9D-A91C-40334B92B52E}"/>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7183856B-6E19-4AB9-91DA-2BABD0FAC026}"/>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멈춤·누락·수신 실패</a:t>
            </a:r>
          </a:p>
        </p:txBody>
      </p:sp>
      <p:sp>
        <p:nvSpPr>
          <p:cNvPr id="5" name="">
            <a:extLst xmlns:a="http://schemas.openxmlformats.org/drawingml/2006/main">
              <a:ext uri="{FF2B5EF4-FFF2-40B4-BE49-F238E27FC236}">
                <a16:creationId xmlns:a16="http://schemas.microsoft.com/office/drawing/2014/main" id="{FC4823E7-83E1-4EFB-800A-F456277FFFEB}"/>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C0FAFC6-F146-4B6B-97E6-A9D2E3991186}"/>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15:00~15:50 · 50분</a:t>
            </a:r>
          </a:p>
        </p:txBody>
      </p:sp>
      <p:sp>
        <p:nvSpPr>
          <p:cNvPr id="7" name="">
            <a:extLst xmlns:a="http://schemas.openxmlformats.org/drawingml/2006/main">
              <a:ext uri="{FF2B5EF4-FFF2-40B4-BE49-F238E27FC236}">
                <a16:creationId xmlns:a16="http://schemas.microsoft.com/office/drawing/2014/main" id="{EBDDAE8F-B149-4C43-A25E-A2CB225D7926}"/>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A13 · A14 · A15</a:t>
            </a:r>
          </a:p>
        </p:txBody>
      </p:sp>
      <p:sp>
        <p:nvSpPr>
          <p:cNvPr id="8" name="">
            <a:extLst xmlns:a="http://schemas.openxmlformats.org/drawingml/2006/main">
              <a:ext uri="{FF2B5EF4-FFF2-40B4-BE49-F238E27FC236}">
                <a16:creationId xmlns:a16="http://schemas.microsoft.com/office/drawing/2014/main" id="{C6FCD1A3-0E90-4190-9A6D-26621C3CD2C9}"/>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29270674-2124-451C-9085-328D506908D0}"/>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2026.10.29</a:t>
            </a:r>
          </a:p>
        </p:txBody>
      </p:sp>
      <p:sp>
        <p:nvSpPr>
          <p:cNvPr id="10" name="">
            <a:extLst xmlns:a="http://schemas.openxmlformats.org/drawingml/2006/main">
              <a:ext uri="{FF2B5EF4-FFF2-40B4-BE49-F238E27FC236}">
                <a16:creationId xmlns:a16="http://schemas.microsoft.com/office/drawing/2014/main" id="{2EDD4201-9B35-4672-90F6-31F643EB529C}"/>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071</a:t>
            </a:r>
          </a:p>
        </p:txBody>
      </p:sp>
    </p:spTree>
    <p:extLst>
      <p:ext uri="{BB962C8B-B14F-4D97-AF65-F5344CB8AC3E}">
        <p14:creationId xmlns:p14="http://schemas.microsoft.com/office/powerpoint/2010/main" val="1767984443"/>
      </p:ext>
    </p:extLst>
  </p:cSld>
</p:sld>
</file>

<file path=ppt/slides/slide7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28B7344-9DF0-48C8-9B04-20FE871E573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A439C6F3-45D9-41DD-B76E-7688DF9F1C48}"/>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미측정과 값 누락</a:t>
            </a:r>
          </a:p>
        </p:txBody>
      </p:sp>
      <p:sp>
        <p:nvSpPr>
          <p:cNvPr id="3" name="">
            <a:extLst xmlns:a="http://schemas.openxmlformats.org/drawingml/2006/main">
              <a:ext uri="{FF2B5EF4-FFF2-40B4-BE49-F238E27FC236}">
                <a16:creationId xmlns:a16="http://schemas.microsoft.com/office/drawing/2014/main" id="{698EFF93-36FD-4CC6-8956-6FB4A2EBAA64}"/>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977DB0D5-FAA3-4FD6-BE98-51749D78AA92}"/>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정상 응답 안에 </a:t>
            </a:r>
            <a:r>
              <a:rPr b="1">
                <a:solidFill>
                  <a:srgbClr val="002FA7"/>
                </a:solidFill>
              </a:rPr>
              <a:t>temperature_c=null</a:t>
            </a:r>
            <a:r>
              <a:t>이 있습니다.</a:t>
            </a:r>
          </a:p>
        </p:txBody>
      </p:sp>
      <p:sp>
        <p:nvSpPr>
          <p:cNvPr id="5" name="">
            <a:extLst xmlns:a="http://schemas.openxmlformats.org/drawingml/2006/main">
              <a:ext uri="{FF2B5EF4-FFF2-40B4-BE49-F238E27FC236}">
                <a16:creationId xmlns:a16="http://schemas.microsoft.com/office/drawing/2014/main" id="{EAA3FCE1-542A-489B-A570-4FB6555E17F7}"/>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0℃</a:t>
            </a:r>
            <a:r>
              <a:t> 측정과 다릅니다.</a:t>
            </a:r>
          </a:p>
        </p:txBody>
      </p:sp>
      <p:sp>
        <p:nvSpPr>
          <p:cNvPr id="6" name="">
            <a:extLst xmlns:a="http://schemas.openxmlformats.org/drawingml/2006/main">
              <a:ext uri="{FF2B5EF4-FFF2-40B4-BE49-F238E27FC236}">
                <a16:creationId xmlns:a16="http://schemas.microsoft.com/office/drawing/2014/main" id="{BB5BBD9A-6F0A-4A39-B1B7-A74C2915ED03}"/>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45B8EB8B-FC72-4E8D-9884-08282581B1E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832A3201-F67B-4133-9070-1807ACCA4A6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072</a:t>
            </a:r>
          </a:p>
        </p:txBody>
      </p:sp>
    </p:spTree>
    <p:extLst>
      <p:ext uri="{BB962C8B-B14F-4D97-AF65-F5344CB8AC3E}">
        <p14:creationId xmlns:p14="http://schemas.microsoft.com/office/powerpoint/2010/main" val="743781688"/>
      </p:ext>
    </p:extLst>
  </p:cSld>
</p:sld>
</file>

<file path=ppt/slides/slide7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94BBAF1-CE25-4CE9-94C2-62F7A3336C9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401DFE83-81DF-42B5-9C14-C582DEC7FFF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오래됨과 확인 시각</a:t>
            </a:r>
          </a:p>
        </p:txBody>
      </p:sp>
      <p:sp>
        <p:nvSpPr>
          <p:cNvPr id="3" name="">
            <a:extLst xmlns:a="http://schemas.openxmlformats.org/drawingml/2006/main">
              <a:ext uri="{FF2B5EF4-FFF2-40B4-BE49-F238E27FC236}">
                <a16:creationId xmlns:a16="http://schemas.microsoft.com/office/drawing/2014/main" id="{153071DF-032E-4500-AF49-ECD98497AD81}"/>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0EF56BA-BC78-4851-90F9-FEA67B6E4BFF}"/>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새 기록 없이 확인 시각만 70초 이동합니다.</a:t>
            </a:r>
          </a:p>
        </p:txBody>
      </p:sp>
      <p:sp>
        <p:nvSpPr>
          <p:cNvPr id="5" name="">
            <a:extLst xmlns:a="http://schemas.openxmlformats.org/drawingml/2006/main">
              <a:ext uri="{FF2B5EF4-FFF2-40B4-BE49-F238E27FC236}">
                <a16:creationId xmlns:a16="http://schemas.microsoft.com/office/drawing/2014/main" id="{B0EB5F8D-5238-43C8-ACFA-3C4FE42391CC}"/>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실제 장치 통신을 끊은 실험은 아닙니다.</a:t>
            </a:r>
          </a:p>
        </p:txBody>
      </p:sp>
      <p:sp>
        <p:nvSpPr>
          <p:cNvPr id="6" name="">
            <a:extLst xmlns:a="http://schemas.openxmlformats.org/drawingml/2006/main">
              <a:ext uri="{FF2B5EF4-FFF2-40B4-BE49-F238E27FC236}">
                <a16:creationId xmlns:a16="http://schemas.microsoft.com/office/drawing/2014/main" id="{070A0BA1-8F58-4264-ADBF-7B3B86F9124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9B70333-E68C-42B3-9D93-A7148B67992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33717198-616D-4607-87EE-71829364225C}"/>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073</a:t>
            </a:r>
          </a:p>
        </p:txBody>
      </p:sp>
    </p:spTree>
    <p:extLst>
      <p:ext uri="{BB962C8B-B14F-4D97-AF65-F5344CB8AC3E}">
        <p14:creationId xmlns:p14="http://schemas.microsoft.com/office/powerpoint/2010/main" val="1972178784"/>
      </p:ext>
    </p:extLst>
  </p:cSld>
</p:sld>
</file>

<file path=ppt/slides/slide7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DD08EF-52A6-4CA4-A348-82BD5A79FD7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9DB0783D-3BA4-4682-8EAF-69E8583305CE}"/>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정지와 active=false</a:t>
            </a:r>
          </a:p>
        </p:txBody>
      </p:sp>
      <p:sp>
        <p:nvSpPr>
          <p:cNvPr id="3" name="">
            <a:extLst xmlns:a="http://schemas.openxmlformats.org/drawingml/2006/main">
              <a:ext uri="{FF2B5EF4-FFF2-40B4-BE49-F238E27FC236}">
                <a16:creationId xmlns:a16="http://schemas.microsoft.com/office/drawing/2014/main" id="{A97919B7-78A0-4004-BF51-90236BA74369}"/>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D0803B4-04BE-4C8D-94AC-97BD3F70D6D3}"/>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active=false</a:t>
            </a:r>
            <a:r>
              <a:t>면 정지로 표시합니다.</a:t>
            </a:r>
          </a:p>
        </p:txBody>
      </p:sp>
      <p:sp>
        <p:nvSpPr>
          <p:cNvPr id="5" name="">
            <a:extLst xmlns:a="http://schemas.openxmlformats.org/drawingml/2006/main">
              <a:ext uri="{FF2B5EF4-FFF2-40B4-BE49-F238E27FC236}">
                <a16:creationId xmlns:a16="http://schemas.microsoft.com/office/drawing/2014/main" id="{042B4A5F-4951-4AC2-8009-3EE0DB696237}"/>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미측정이 함께 있으면 </a:t>
            </a:r>
            <a:r>
              <a:rPr b="1">
                <a:solidFill>
                  <a:srgbClr val="002FA7"/>
                </a:solidFill>
              </a:rPr>
              <a:t>미측정이 먼저</a:t>
            </a:r>
            <a:r>
              <a:t>입니다.</a:t>
            </a:r>
          </a:p>
        </p:txBody>
      </p:sp>
      <p:sp>
        <p:nvSpPr>
          <p:cNvPr id="6" name="">
            <a:extLst xmlns:a="http://schemas.openxmlformats.org/drawingml/2006/main">
              <a:ext uri="{FF2B5EF4-FFF2-40B4-BE49-F238E27FC236}">
                <a16:creationId xmlns:a16="http://schemas.microsoft.com/office/drawing/2014/main" id="{96E7FF66-64CB-4643-90DB-DC642FC940A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29DF5C32-4CB3-4EC3-9209-8B7C3848ED8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4300B9CC-0BBE-48A2-8E4B-7F66E505B99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074</a:t>
            </a:r>
          </a:p>
        </p:txBody>
      </p:sp>
    </p:spTree>
    <p:extLst>
      <p:ext uri="{BB962C8B-B14F-4D97-AF65-F5344CB8AC3E}">
        <p14:creationId xmlns:p14="http://schemas.microsoft.com/office/powerpoint/2010/main" val="1024523209"/>
      </p:ext>
    </p:extLst>
  </p:cSld>
</p:sld>
</file>

<file path=ppt/slides/slide75.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2B3A9AE-D8F8-4FDF-A059-2DE56B5296D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38F23921-48DB-46D0-8C49-75127DB5259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통신 실패와 이전 값</a:t>
            </a:r>
          </a:p>
        </p:txBody>
      </p:sp>
      <p:sp>
        <p:nvSpPr>
          <p:cNvPr id="3" name="">
            <a:extLst xmlns:a="http://schemas.openxmlformats.org/drawingml/2006/main">
              <a:ext uri="{FF2B5EF4-FFF2-40B4-BE49-F238E27FC236}">
                <a16:creationId xmlns:a16="http://schemas.microsoft.com/office/drawing/2014/main" id="{E91264AF-C415-4583-A4F8-AF9B5D3E5D91}"/>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서버 연결 실패나 HTTP 오류를 알립니다.</a:t>
            </a:r>
          </a:p>
        </p:txBody>
      </p:sp>
      <p:sp>
        <p:nvSpPr>
          <p:cNvPr id="4" name="">
            <a:extLst xmlns:a="http://schemas.openxmlformats.org/drawingml/2006/main">
              <a:ext uri="{FF2B5EF4-FFF2-40B4-BE49-F238E27FC236}">
                <a16:creationId xmlns:a16="http://schemas.microsoft.com/office/drawing/2014/main" id="{45C7DA01-A6DA-4766-9592-E1AC3AB3947E}"/>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이전 화면 값을 새 측정으로 읽지 않습니다.</a:t>
            </a:r>
          </a:p>
        </p:txBody>
      </p:sp>
      <p:sp>
        <p:nvSpPr>
          <p:cNvPr id="5" name="">
            <a:extLst xmlns:a="http://schemas.openxmlformats.org/drawingml/2006/main">
              <a:ext uri="{FF2B5EF4-FFF2-40B4-BE49-F238E27FC236}">
                <a16:creationId xmlns:a16="http://schemas.microsoft.com/office/drawing/2014/main" id="{BF19A89A-85D2-4CFE-AE27-7D9604B3BD9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1EB33AF-1F34-4BDF-8E7C-E23645928BAE}"/>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B30B5E3D-20B8-462D-9C67-874C6C2AAC9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075</a:t>
            </a:r>
          </a:p>
        </p:txBody>
      </p:sp>
    </p:spTree>
    <p:extLst>
      <p:ext uri="{BB962C8B-B14F-4D97-AF65-F5344CB8AC3E}">
        <p14:creationId xmlns:p14="http://schemas.microsoft.com/office/powerpoint/2010/main" val="1672981845"/>
      </p:ext>
    </p:extLst>
  </p:cSld>
</p:sld>
</file>

<file path=ppt/slides/slide7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65DDEFE-3E16-4D48-B698-78483B74D76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0B195097-B938-4623-8E2E-0A7E090AF5FB}"/>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데이터 없음과 수신 실패</a:t>
            </a:r>
          </a:p>
        </p:txBody>
      </p:sp>
      <p:sp>
        <p:nvSpPr>
          <p:cNvPr id="3" name="">
            <a:extLst xmlns:a="http://schemas.openxmlformats.org/drawingml/2006/main">
              <a:ext uri="{FF2B5EF4-FFF2-40B4-BE49-F238E27FC236}">
                <a16:creationId xmlns:a16="http://schemas.microsoft.com/office/drawing/2014/main" id="{32D619F5-5EED-4326-8671-97660D01F5E7}"/>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정상 빈 목록:</a:t>
            </a:r>
          </a:p>
        </p:txBody>
      </p:sp>
      <p:sp>
        <p:nvSpPr>
          <p:cNvPr id="4" name="">
            <a:extLst xmlns:a="http://schemas.openxmlformats.org/drawingml/2006/main">
              <a:ext uri="{FF2B5EF4-FFF2-40B4-BE49-F238E27FC236}">
                <a16:creationId xmlns:a16="http://schemas.microsoft.com/office/drawing/2014/main" id="{D9BD71C8-AA13-4B11-A917-4D7D566DF3BE}"/>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데이터 없음</a:t>
            </a:r>
          </a:p>
        </p:txBody>
      </p:sp>
      <p:sp>
        <p:nvSpPr>
          <p:cNvPr id="5" name="">
            <a:extLst xmlns:a="http://schemas.openxmlformats.org/drawingml/2006/main">
              <a:ext uri="{FF2B5EF4-FFF2-40B4-BE49-F238E27FC236}">
                <a16:creationId xmlns:a16="http://schemas.microsoft.com/office/drawing/2014/main" id="{D1A2E74A-4796-4530-88DF-F75AE65DB593}"/>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C196721-44E1-4DA0-BE6F-B8199C165A3F}"/>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실패 응답:</a:t>
            </a:r>
          </a:p>
        </p:txBody>
      </p:sp>
      <p:sp>
        <p:nvSpPr>
          <p:cNvPr id="7" name="">
            <a:extLst xmlns:a="http://schemas.openxmlformats.org/drawingml/2006/main">
              <a:ext uri="{FF2B5EF4-FFF2-40B4-BE49-F238E27FC236}">
                <a16:creationId xmlns:a16="http://schemas.microsoft.com/office/drawing/2014/main" id="{CF3EE758-EB4C-4EEC-B495-21142F6CB695}"/>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수신 실패</a:t>
            </a:r>
          </a:p>
        </p:txBody>
      </p:sp>
      <p:sp>
        <p:nvSpPr>
          <p:cNvPr id="8" name="">
            <a:extLst xmlns:a="http://schemas.openxmlformats.org/drawingml/2006/main">
              <a:ext uri="{FF2B5EF4-FFF2-40B4-BE49-F238E27FC236}">
                <a16:creationId xmlns:a16="http://schemas.microsoft.com/office/drawing/2014/main" id="{60E869E8-734E-43A1-B600-F3368287352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852EB22-E5B4-45C0-9ABC-29818EA6C22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568928E9-F203-4CBE-B03C-F459BC9D063F}"/>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076</a:t>
            </a:r>
          </a:p>
        </p:txBody>
      </p:sp>
    </p:spTree>
    <p:extLst>
      <p:ext uri="{BB962C8B-B14F-4D97-AF65-F5344CB8AC3E}">
        <p14:creationId xmlns:p14="http://schemas.microsoft.com/office/powerpoint/2010/main" val="477194629"/>
      </p:ext>
    </p:extLst>
  </p:cSld>
</p:sld>
</file>

<file path=ppt/slides/slide7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6D0D481F-93C4-4588-B239-CEE41870590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3F46839E-9514-473D-ACF9-E117EE3E1ED6}"/>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HTTP 400과 입력 오류</a:t>
            </a:r>
          </a:p>
        </p:txBody>
      </p:sp>
      <p:sp>
        <p:nvSpPr>
          <p:cNvPr id="3" name="">
            <a:extLst xmlns:a="http://schemas.openxmlformats.org/drawingml/2006/main">
              <a:ext uri="{FF2B5EF4-FFF2-40B4-BE49-F238E27FC236}">
                <a16:creationId xmlns:a16="http://schemas.microsoft.com/office/drawing/2014/main" id="{2B032DB1-9D8C-49E9-9335-C38B98730D0D}"/>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문자열 온도</a:t>
            </a:r>
          </a:p>
        </p:txBody>
      </p:sp>
      <p:sp>
        <p:nvSpPr>
          <p:cNvPr id="4" name="">
            <a:extLst xmlns:a="http://schemas.openxmlformats.org/drawingml/2006/main">
              <a:ext uri="{FF2B5EF4-FFF2-40B4-BE49-F238E27FC236}">
                <a16:creationId xmlns:a16="http://schemas.microsoft.com/office/drawing/2014/main" id="{F8484DBA-D6C0-4797-9784-508D654770F5}"/>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F02D29E-3981-4A32-87DB-3AF0327E6412}"/>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문자열 온도</a:t>
            </a:r>
            <a:r>
              <a:t> · 범위 · 불리언 · 시간대</a:t>
            </a:r>
          </a:p>
        </p:txBody>
      </p:sp>
      <p:sp>
        <p:nvSpPr>
          <p:cNvPr id="6" name="">
            <a:extLst xmlns:a="http://schemas.openxmlformats.org/drawingml/2006/main">
              <a:ext uri="{FF2B5EF4-FFF2-40B4-BE49-F238E27FC236}">
                <a16:creationId xmlns:a16="http://schemas.microsoft.com/office/drawing/2014/main" id="{11062DF2-F625-4A38-B1BC-04084EAC649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거절 이유를 기록하고 원문을 고칩니다.</a:t>
            </a:r>
          </a:p>
        </p:txBody>
      </p:sp>
      <p:sp>
        <p:nvSpPr>
          <p:cNvPr id="7" name="">
            <a:extLst xmlns:a="http://schemas.openxmlformats.org/drawingml/2006/main">
              <a:ext uri="{FF2B5EF4-FFF2-40B4-BE49-F238E27FC236}">
                <a16:creationId xmlns:a16="http://schemas.microsoft.com/office/drawing/2014/main" id="{89017F9B-47AE-48B7-B54F-6021B970D2F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E728271D-60CB-4368-97C3-BFECFA1A634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B6BE3C8F-B39C-4542-8599-5DF58430CE8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077</a:t>
            </a:r>
          </a:p>
        </p:txBody>
      </p:sp>
    </p:spTree>
    <p:extLst>
      <p:ext uri="{BB962C8B-B14F-4D97-AF65-F5344CB8AC3E}">
        <p14:creationId xmlns:p14="http://schemas.microsoft.com/office/powerpoint/2010/main" val="2019694094"/>
      </p:ext>
    </p:extLst>
  </p:cSld>
</p:sld>
</file>

<file path=ppt/slides/slide7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EC1D633-8E90-4947-A6EF-D9F64E96B824}"/>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FE8A8493-A845-4D5D-AEDC-1294F80A092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실패 종류별 확인 대상</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4310743"/>
                <a:gridCol w="3526971"/>
                <a:gridCol w="3135086"/>
              </a:tblGrid>
              <a:tr h="685800">
                <a:tc>
                  <a:txBody>
                    <a:bodyPr wrap="square"/>
                    <a:lstStyle/>
                    <a:p>
                      <a:pPr>
                        <a:lnSpc>
                          <a:spcPct val="94000"/>
                        </a:lnSpc>
                        <a:buNone/>
                      </a:pPr>
                      <a:r>
                        <a:rPr sz="2100" b="1">
                          <a:solidFill>
                            <a:srgbClr val="FFFFFF"/>
                          </a:solidFill>
                          <a:latin typeface="Noto Sans KR"/>
                          <a:ea typeface="Noto Sans KR"/>
                          <a:cs typeface="Noto Sans KR"/>
                        </a:rPr>
                        <a:t>상황</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화면 뜻</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먼저 확인</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null 응답</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미측정</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센서·자료</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정상 빈 목록</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데이터 없음</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필터·범위</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HTTP 400</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입력 오류</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보낸 본문</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연결 실패</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수신 실패</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서버·포트</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F7092F32-DC1E-412C-A51B-CC0716E8855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C25981B-E142-4293-B786-E20F748704D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6" name="">
            <a:extLst xmlns:a="http://schemas.openxmlformats.org/drawingml/2006/main">
              <a:ext uri="{FF2B5EF4-FFF2-40B4-BE49-F238E27FC236}">
                <a16:creationId xmlns:a16="http://schemas.microsoft.com/office/drawing/2014/main" id="{97E2ED5A-7A64-4076-AC51-6220405F0D6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078</a:t>
            </a:r>
          </a:p>
        </p:txBody>
      </p:sp>
    </p:spTree>
    <p:extLst>
      <p:ext uri="{BB962C8B-B14F-4D97-AF65-F5344CB8AC3E}">
        <p14:creationId xmlns:p14="http://schemas.microsoft.com/office/powerpoint/2010/main" val="1439192419"/>
      </p:ext>
    </p:extLst>
  </p:cSld>
</p:sld>
</file>

<file path=ppt/slides/slide7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6A3E674-A5DF-4092-B6ED-EE48AC331CC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5D692DF1-4F49-47EC-B118-DBB91574983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936862FB-35DD-489F-826C-FC986A018D87}"/>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2F62108A-70A7-4140-BD71-F2817294D1A5}"/>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23℃가 화면에 남아 있어도</a:t>
            </a:r>
          </a:p>
        </p:txBody>
      </p:sp>
      <p:sp>
        <p:nvSpPr>
          <p:cNvPr id="5" name="">
            <a:extLst xmlns:a="http://schemas.openxmlformats.org/drawingml/2006/main">
              <a:ext uri="{FF2B5EF4-FFF2-40B4-BE49-F238E27FC236}">
                <a16:creationId xmlns:a16="http://schemas.microsoft.com/office/drawing/2014/main" id="{2C5C4E26-ABE8-4C69-84C2-535008EA67D2}"/>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새 관찰을 받았다는 뜻은 아닙니다.</a:t>
            </a:r>
          </a:p>
        </p:txBody>
      </p:sp>
      <p:sp>
        <p:nvSpPr>
          <p:cNvPr id="6" name="">
            <a:extLst xmlns:a="http://schemas.openxmlformats.org/drawingml/2006/main">
              <a:ext uri="{FF2B5EF4-FFF2-40B4-BE49-F238E27FC236}">
                <a16:creationId xmlns:a16="http://schemas.microsoft.com/office/drawing/2014/main" id="{97DB6049-FD65-437D-A390-9C88E018E32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90C45EB-B548-4E16-9F6A-25DD50AA682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91704431-9A71-4F26-B171-A37FFEF5AD89}"/>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079</a:t>
            </a:r>
          </a:p>
        </p:txBody>
      </p:sp>
    </p:spTree>
    <p:extLst>
      <p:ext uri="{BB962C8B-B14F-4D97-AF65-F5344CB8AC3E}">
        <p14:creationId xmlns:p14="http://schemas.microsoft.com/office/powerpoint/2010/main" val="1513685486"/>
      </p:ext>
    </p:extLst>
  </p:cSld>
</p:sld>
</file>

<file path=ppt/slides/slide8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E0D56EF-0894-4E8F-8255-0D03E3FF42E1}"/>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A55E6182-3EE2-4CF1-A73A-5E74E1CC6DC4}"/>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34EDFAF1-1F4A-42D5-9988-E89820F781A9}"/>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null 응답 · 빈 목록 · 연결 실패</a:t>
            </a:r>
          </a:p>
        </p:txBody>
      </p:sp>
      <p:sp>
        <p:nvSpPr>
          <p:cNvPr id="4" name="">
            <a:extLst xmlns:a="http://schemas.openxmlformats.org/drawingml/2006/main">
              <a:ext uri="{FF2B5EF4-FFF2-40B4-BE49-F238E27FC236}">
                <a16:creationId xmlns:a16="http://schemas.microsoft.com/office/drawing/2014/main" id="{60EFDBDE-FB97-422D-89EE-715397BF9F2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세 상황의 문구와 복구 대상을 쓰세요.</a:t>
            </a:r>
          </a:p>
        </p:txBody>
      </p:sp>
      <p:sp>
        <p:nvSpPr>
          <p:cNvPr id="5" name="">
            <a:extLst xmlns:a="http://schemas.openxmlformats.org/drawingml/2006/main">
              <a:ext uri="{FF2B5EF4-FFF2-40B4-BE49-F238E27FC236}">
                <a16:creationId xmlns:a16="http://schemas.microsoft.com/office/drawing/2014/main" id="{1906FEC2-52D9-4F59-A705-21A6C5D00E5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F5E4ECE-506F-462E-B8B6-FBCCD57A9E8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944FA5CE-0B3E-4F91-B58D-92AB3B9D31A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080</a:t>
            </a:r>
          </a:p>
        </p:txBody>
      </p:sp>
    </p:spTree>
    <p:extLst>
      <p:ext uri="{BB962C8B-B14F-4D97-AF65-F5344CB8AC3E}">
        <p14:creationId xmlns:p14="http://schemas.microsoft.com/office/powerpoint/2010/main" val="1245403983"/>
      </p:ext>
    </p:extLst>
  </p:cSld>
</p:sld>
</file>

<file path=ppt/slides/slide8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074097C0-AE3C-4DFD-B22E-8DA427FED75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E7192F87-DE4D-43E8-8EC0-97F73848FFB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13E4F9AF-6420-4E42-A26F-B7771E87233D}"/>
              </a:ext>
            </a:extLst>
          </p:cNvPr>
          <p:cNvSpPr>
            <a:spLocks xmlns:a="http://schemas.openxmlformats.org/drawingml/2006/main" noGrp="1"/>
          </p:cNvSpPr>
          <p:nvPr/>
        </p:nvSpPr>
        <p:spPr>
          <a:xfrm xmlns:a="http://schemas.openxmlformats.org/drawingml/2006/main">
            <a:off x="609600" y="25336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미측정:</a:t>
            </a:r>
          </a:p>
        </p:txBody>
      </p:sp>
      <p:sp>
        <p:nvSpPr>
          <p:cNvPr id="4" name="">
            <a:extLst xmlns:a="http://schemas.openxmlformats.org/drawingml/2006/main">
              <a:ext uri="{FF2B5EF4-FFF2-40B4-BE49-F238E27FC236}">
                <a16:creationId xmlns:a16="http://schemas.microsoft.com/office/drawing/2014/main" id="{19A483C1-6BCE-430A-A92B-FE56775ED32D}"/>
              </a:ext>
            </a:extLst>
          </p:cNvPr>
          <p:cNvSpPr>
            <a:spLocks xmlns:a="http://schemas.openxmlformats.org/drawingml/2006/main" noGrp="1"/>
          </p:cNvSpPr>
          <p:nvPr/>
        </p:nvSpPr>
        <p:spPr>
          <a:xfrm xmlns:a="http://schemas.openxmlformats.org/drawingml/2006/main">
            <a:off x="4219575" y="25812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자료 확인</a:t>
            </a:r>
          </a:p>
        </p:txBody>
      </p:sp>
      <p:sp>
        <p:nvSpPr>
          <p:cNvPr id="5" name="">
            <a:extLst xmlns:a="http://schemas.openxmlformats.org/drawingml/2006/main">
              <a:ext uri="{FF2B5EF4-FFF2-40B4-BE49-F238E27FC236}">
                <a16:creationId xmlns:a16="http://schemas.microsoft.com/office/drawing/2014/main" id="{1312D156-8B2A-4C0E-AE9B-7E270CFED071}"/>
              </a:ext>
            </a:extLst>
          </p:cNvPr>
          <p:cNvSpPr>
            <a:spLocks xmlns:a="http://schemas.openxmlformats.org/drawingml/2006/main" noGrp="1"/>
          </p:cNvSpPr>
          <p:nvPr/>
        </p:nvSpPr>
        <p:spPr>
          <a:xfrm xmlns:a="http://schemas.openxmlformats.org/drawingml/2006/main">
            <a:off x="609600" y="352425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6964F45-DC2C-412E-8479-70CF9F4DAA99}"/>
              </a:ext>
            </a:extLst>
          </p:cNvPr>
          <p:cNvSpPr>
            <a:spLocks xmlns:a="http://schemas.openxmlformats.org/drawingml/2006/main" noGrp="1"/>
          </p:cNvSpPr>
          <p:nvPr/>
        </p:nvSpPr>
        <p:spPr>
          <a:xfrm xmlns:a="http://schemas.openxmlformats.org/drawingml/2006/main">
            <a:off x="609600" y="365760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데이터 없음:</a:t>
            </a:r>
          </a:p>
        </p:txBody>
      </p:sp>
      <p:sp>
        <p:nvSpPr>
          <p:cNvPr id="7" name="">
            <a:extLst xmlns:a="http://schemas.openxmlformats.org/drawingml/2006/main">
              <a:ext uri="{FF2B5EF4-FFF2-40B4-BE49-F238E27FC236}">
                <a16:creationId xmlns:a16="http://schemas.microsoft.com/office/drawing/2014/main" id="{88DB50C9-8C3C-4F62-8091-34E9D0408FF1}"/>
              </a:ext>
            </a:extLst>
          </p:cNvPr>
          <p:cNvSpPr>
            <a:spLocks xmlns:a="http://schemas.openxmlformats.org/drawingml/2006/main" noGrp="1"/>
          </p:cNvSpPr>
          <p:nvPr/>
        </p:nvSpPr>
        <p:spPr>
          <a:xfrm xmlns:a="http://schemas.openxmlformats.org/drawingml/2006/main">
            <a:off x="4219575" y="370522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필터·범위 확인</a:t>
            </a:r>
          </a:p>
        </p:txBody>
      </p:sp>
      <p:sp>
        <p:nvSpPr>
          <p:cNvPr id="8" name="">
            <a:extLst xmlns:a="http://schemas.openxmlformats.org/drawingml/2006/main">
              <a:ext uri="{FF2B5EF4-FFF2-40B4-BE49-F238E27FC236}">
                <a16:creationId xmlns:a16="http://schemas.microsoft.com/office/drawing/2014/main" id="{C317C546-A7A0-45A6-A904-E6378B22CE19}"/>
              </a:ext>
            </a:extLst>
          </p:cNvPr>
          <p:cNvSpPr>
            <a:spLocks xmlns:a="http://schemas.openxmlformats.org/drawingml/2006/main" noGrp="1"/>
          </p:cNvSpPr>
          <p:nvPr/>
        </p:nvSpPr>
        <p:spPr>
          <a:xfrm xmlns:a="http://schemas.openxmlformats.org/drawingml/2006/main">
            <a:off x="609600" y="4648200"/>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BBCC383-B442-426A-9516-0D386E310470}"/>
              </a:ext>
            </a:extLst>
          </p:cNvPr>
          <p:cNvSpPr>
            <a:spLocks xmlns:a="http://schemas.openxmlformats.org/drawingml/2006/main" noGrp="1"/>
          </p:cNvSpPr>
          <p:nvPr/>
        </p:nvSpPr>
        <p:spPr>
          <a:xfrm xmlns:a="http://schemas.openxmlformats.org/drawingml/2006/main">
            <a:off x="609600" y="4781550"/>
            <a:ext cx="33337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Noto Sans KR"/>
                <a:ea typeface="Noto Sans KR"/>
                <a:cs typeface="Noto Sans KR"/>
              </a:defRPr>
            </a:pPr>
            <a:r>
              <a:t>수신 실패:</a:t>
            </a:r>
          </a:p>
        </p:txBody>
      </p:sp>
      <p:sp>
        <p:nvSpPr>
          <p:cNvPr id="10" name="">
            <a:extLst xmlns:a="http://schemas.openxmlformats.org/drawingml/2006/main">
              <a:ext uri="{FF2B5EF4-FFF2-40B4-BE49-F238E27FC236}">
                <a16:creationId xmlns:a16="http://schemas.microsoft.com/office/drawing/2014/main" id="{8C057734-59D9-423A-9933-BE1DDF76A02D}"/>
              </a:ext>
            </a:extLst>
          </p:cNvPr>
          <p:cNvSpPr>
            <a:spLocks xmlns:a="http://schemas.openxmlformats.org/drawingml/2006/main" noGrp="1"/>
          </p:cNvSpPr>
          <p:nvPr/>
        </p:nvSpPr>
        <p:spPr>
          <a:xfrm xmlns:a="http://schemas.openxmlformats.org/drawingml/2006/main">
            <a:off x="4219575" y="4829175"/>
            <a:ext cx="7362825" cy="1038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서버·포트 확인</a:t>
            </a:r>
          </a:p>
        </p:txBody>
      </p:sp>
      <p:sp>
        <p:nvSpPr>
          <p:cNvPr id="11" name="">
            <a:extLst xmlns:a="http://schemas.openxmlformats.org/drawingml/2006/main">
              <a:ext uri="{FF2B5EF4-FFF2-40B4-BE49-F238E27FC236}">
                <a16:creationId xmlns:a16="http://schemas.microsoft.com/office/drawing/2014/main" id="{1658E072-32CD-4BBA-865C-A1561A9EBBB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019A0F0-F940-468F-9887-367B9235833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3" name="">
            <a:extLst xmlns:a="http://schemas.openxmlformats.org/drawingml/2006/main">
              <a:ext uri="{FF2B5EF4-FFF2-40B4-BE49-F238E27FC236}">
                <a16:creationId xmlns:a16="http://schemas.microsoft.com/office/drawing/2014/main" id="{99884FC0-AAF8-4FF1-AE79-D63CB4E684F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081</a:t>
            </a:r>
          </a:p>
        </p:txBody>
      </p:sp>
    </p:spTree>
    <p:extLst>
      <p:ext uri="{BB962C8B-B14F-4D97-AF65-F5344CB8AC3E}">
        <p14:creationId xmlns:p14="http://schemas.microsoft.com/office/powerpoint/2010/main" val="539875203"/>
      </p:ext>
    </p:extLst>
  </p:cSld>
</p:sld>
</file>

<file path=ppt/slides/slide8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9742BF-4A61-4466-B928-28A7FD77DE6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A8B1ADBC-CF87-44D8-B78F-2E6EB2725DA1}"/>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B6AB953A-0251-4F4B-92A1-9D053F5DE4F0}"/>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확인 시각만 70초 이동합니다.</a:t>
            </a:r>
          </a:p>
        </p:txBody>
      </p:sp>
      <p:sp>
        <p:nvSpPr>
          <p:cNvPr id="4" name="">
            <a:extLst xmlns:a="http://schemas.openxmlformats.org/drawingml/2006/main">
              <a:ext uri="{FF2B5EF4-FFF2-40B4-BE49-F238E27FC236}">
                <a16:creationId xmlns:a16="http://schemas.microsoft.com/office/drawing/2014/main" id="{02AD9C23-90B0-4B66-AF1E-2B504F324350}"/>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측정 10초 전 기록은 시간차 80초가 됩니다.</a:t>
            </a:r>
          </a:p>
        </p:txBody>
      </p:sp>
      <p:sp>
        <p:nvSpPr>
          <p:cNvPr id="5" name="">
            <a:extLst xmlns:a="http://schemas.openxmlformats.org/drawingml/2006/main">
              <a:ext uri="{FF2B5EF4-FFF2-40B4-BE49-F238E27FC236}">
                <a16:creationId xmlns:a16="http://schemas.microsoft.com/office/drawing/2014/main" id="{3C44718B-6076-4703-A9EB-AA078C854D69}"/>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314DB67-C9E0-4175-AC96-C635056C42C4}"/>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031586E6-D571-41A3-86C1-51FE677DEA6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082</a:t>
            </a:r>
          </a:p>
        </p:txBody>
      </p:sp>
    </p:spTree>
    <p:extLst>
      <p:ext uri="{BB962C8B-B14F-4D97-AF65-F5344CB8AC3E}">
        <p14:creationId xmlns:p14="http://schemas.microsoft.com/office/powerpoint/2010/main" val="1735598617"/>
      </p:ext>
    </p:extLst>
  </p:cSld>
</p:sld>
</file>

<file path=ppt/slides/slide8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B9BBC64-517D-4648-96B2-C2A4287B972C}"/>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5교시</a:t>
            </a:r>
          </a:p>
        </p:txBody>
      </p:sp>
      <p:sp>
        <p:nvSpPr>
          <p:cNvPr id="2" name="">
            <a:extLst xmlns:a="http://schemas.openxmlformats.org/drawingml/2006/main">
              <a:ext uri="{FF2B5EF4-FFF2-40B4-BE49-F238E27FC236}">
                <a16:creationId xmlns:a16="http://schemas.microsoft.com/office/drawing/2014/main" id="{07ED7584-F6B8-4987-8B83-5F140FB51E32}"/>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3AF9E966-B549-45ED-88E6-D2D990FA4DBF}"/>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FAF0C300-E4F1-4F0B-92FF-8130A99D08CE}"/>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모든 오류를 빈 목록으로 바꾸지 않습니다.</a:t>
            </a:r>
          </a:p>
        </p:txBody>
      </p:sp>
      <p:sp>
        <p:nvSpPr>
          <p:cNvPr id="5" name="">
            <a:extLst xmlns:a="http://schemas.openxmlformats.org/drawingml/2006/main">
              <a:ext uri="{FF2B5EF4-FFF2-40B4-BE49-F238E27FC236}">
                <a16:creationId xmlns:a16="http://schemas.microsoft.com/office/drawing/2014/main" id="{19B01025-166B-4540-8E66-52AC05EDB12B}"/>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0E27BBD-B6D3-42C3-BF5A-EC35224192F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56F23CF1-3451-44CB-BD05-5BC156E46E65}"/>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장애와 실제 데이터 부재가 섞입니다.</a:t>
            </a:r>
          </a:p>
        </p:txBody>
      </p:sp>
      <p:sp>
        <p:nvSpPr>
          <p:cNvPr id="8" name="">
            <a:extLst xmlns:a="http://schemas.openxmlformats.org/drawingml/2006/main">
              <a:ext uri="{FF2B5EF4-FFF2-40B4-BE49-F238E27FC236}">
                <a16:creationId xmlns:a16="http://schemas.microsoft.com/office/drawing/2014/main" id="{B4A98AFC-2D18-4909-8597-F687E82D49F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4F251CB2-F9CB-4855-915F-57E72B198CC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F964B29E-E331-45B7-8BE9-38F05B54E55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083</a:t>
            </a:r>
          </a:p>
        </p:txBody>
      </p:sp>
    </p:spTree>
    <p:extLst>
      <p:ext uri="{BB962C8B-B14F-4D97-AF65-F5344CB8AC3E}">
        <p14:creationId xmlns:p14="http://schemas.microsoft.com/office/powerpoint/2010/main" val="629897925"/>
      </p:ext>
    </p:extLst>
  </p:cSld>
</p:sld>
</file>

<file path=ppt/slides/slide84.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8AB3F2E-EBFA-4D61-80DA-92AF9E891745}"/>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99B169A9-C8AE-4155-8390-13E63BB45C7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E81D9302-FE18-4576-ACE3-E9FFAA37FD8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미측정과 수신 실패의 차이를 말해 봅시다.</a:t>
            </a:r>
          </a:p>
        </p:txBody>
      </p:sp>
      <p:sp>
        <p:nvSpPr>
          <p:cNvPr id="4" name="">
            <a:extLst xmlns:a="http://schemas.openxmlformats.org/drawingml/2006/main">
              <a:ext uri="{FF2B5EF4-FFF2-40B4-BE49-F238E27FC236}">
                <a16:creationId xmlns:a16="http://schemas.microsoft.com/office/drawing/2014/main" id="{626FA96D-B9E3-4721-9444-E65DA548A3AA}"/>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이전 값을 남기는 이유와 한계도 설명합니다.</a:t>
            </a:r>
          </a:p>
        </p:txBody>
      </p:sp>
      <p:sp>
        <p:nvSpPr>
          <p:cNvPr id="5" name="">
            <a:extLst xmlns:a="http://schemas.openxmlformats.org/drawingml/2006/main">
              <a:ext uri="{FF2B5EF4-FFF2-40B4-BE49-F238E27FC236}">
                <a16:creationId xmlns:a16="http://schemas.microsoft.com/office/drawing/2014/main" id="{6957168B-6C9E-4918-B63A-EC1402E310B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C92B825-A507-4C5E-89F7-C79A7D4C082A}"/>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2244D6E9-F141-4810-839F-A4339146D21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084</a:t>
            </a:r>
          </a:p>
        </p:txBody>
      </p:sp>
    </p:spTree>
    <p:extLst>
      <p:ext uri="{BB962C8B-B14F-4D97-AF65-F5344CB8AC3E}">
        <p14:creationId xmlns:p14="http://schemas.microsoft.com/office/powerpoint/2010/main" val="1672022849"/>
      </p:ext>
    </p:extLst>
  </p:cSld>
</p:sld>
</file>

<file path=ppt/slides/slide8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0060FA5-2811-4984-AD9A-10E8F93277BB}"/>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5교시  /  직접 생각하기</a:t>
            </a:r>
          </a:p>
        </p:txBody>
      </p:sp>
      <p:sp>
        <p:nvSpPr>
          <p:cNvPr id="2" name="">
            <a:extLst xmlns:a="http://schemas.openxmlformats.org/drawingml/2006/main">
              <a:ext uri="{FF2B5EF4-FFF2-40B4-BE49-F238E27FC236}">
                <a16:creationId xmlns:a16="http://schemas.microsoft.com/office/drawing/2014/main" id="{1E59924E-53D4-4ABB-BE74-1C04B68A930B}"/>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92DC129F-F025-456C-ABDF-FB0A3D3BC515}"/>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추가·도전: 실패 뒤 정상 수신으로 복구</a:t>
            </a:r>
          </a:p>
        </p:txBody>
      </p:sp>
      <p:sp>
        <p:nvSpPr>
          <p:cNvPr id="4" name="">
            <a:extLst xmlns:a="http://schemas.openxmlformats.org/drawingml/2006/main">
              <a:ext uri="{FF2B5EF4-FFF2-40B4-BE49-F238E27FC236}">
                <a16:creationId xmlns:a16="http://schemas.microsoft.com/office/drawing/2014/main" id="{BAB750CF-A998-4426-A0E2-396804C7FAF3}"/>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메시지·행 수·값·시각을 다시 확인하세요.</a:t>
            </a:r>
          </a:p>
        </p:txBody>
      </p:sp>
      <p:sp>
        <p:nvSpPr>
          <p:cNvPr id="5" name="">
            <a:extLst xmlns:a="http://schemas.openxmlformats.org/drawingml/2006/main">
              <a:ext uri="{FF2B5EF4-FFF2-40B4-BE49-F238E27FC236}">
                <a16:creationId xmlns:a16="http://schemas.microsoft.com/office/drawing/2014/main" id="{B2D66BED-CD97-42FD-A970-809806E1403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16CFB0A-F1CE-4C38-97F6-EC6696BB6149}"/>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ABF06499-7E1B-4249-9BC5-4056C62B3A43}"/>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085</a:t>
            </a:r>
          </a:p>
        </p:txBody>
      </p:sp>
    </p:spTree>
    <p:extLst>
      <p:ext uri="{BB962C8B-B14F-4D97-AF65-F5344CB8AC3E}">
        <p14:creationId xmlns:p14="http://schemas.microsoft.com/office/powerpoint/2010/main" val="1854819920"/>
      </p:ext>
    </p:extLst>
  </p:cSld>
</p:sld>
</file>

<file path=ppt/slides/slide8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A04EBF6-EE39-421B-BA40-077C9E6A6147}"/>
              </a:ext>
            </a:extLst>
          </p:cNvPr>
          <p:cNvSpPr>
            <a:spLocks xmlns:a="http://schemas.openxmlformats.org/drawingml/2006/main" noGrp="1"/>
          </p:cNvSpPr>
          <p:nvPr/>
        </p:nvSpPr>
        <p:spPr>
          <a:xfrm xmlns:a="http://schemas.openxmlformats.org/drawingml/2006/main">
            <a:off x="0" y="0"/>
            <a:ext cx="4000500" cy="6858000"/>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853DCD-C2EF-45A0-B76E-DF0E1E7B38F5}"/>
              </a:ext>
            </a:extLst>
          </p:cNvPr>
          <p:cNvSpPr>
            <a:spLocks xmlns:a="http://schemas.openxmlformats.org/drawingml/2006/main" noGrp="1"/>
          </p:cNvSpPr>
          <p:nvPr/>
        </p:nvSpPr>
        <p:spPr>
          <a:xfrm xmlns:a="http://schemas.openxmlformats.org/drawingml/2006/main">
            <a:off x="542925" y="1504950"/>
            <a:ext cx="2952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600" b="0">
                <a:solidFill>
                  <a:srgbClr val="FFFFFF"/>
                </a:solidFill>
                <a:latin typeface="Arial"/>
                <a:ea typeface="Arial"/>
                <a:cs typeface="Arial"/>
              </a:defRPr>
            </a:pPr>
            <a:r>
              <a:t>06</a:t>
            </a:r>
          </a:p>
        </p:txBody>
      </p:sp>
      <p:sp>
        <p:nvSpPr>
          <p:cNvPr id="3" name="">
            <a:extLst xmlns:a="http://schemas.openxmlformats.org/drawingml/2006/main">
              <a:ext uri="{FF2B5EF4-FFF2-40B4-BE49-F238E27FC236}">
                <a16:creationId xmlns:a16="http://schemas.microsoft.com/office/drawing/2014/main" id="{50C3A61A-C7DE-4459-AD94-AE77FB46FBE6}"/>
              </a:ext>
            </a:extLst>
          </p:cNvPr>
          <p:cNvSpPr>
            <a:spLocks xmlns:a="http://schemas.openxmlformats.org/drawingml/2006/main" noGrp="1"/>
          </p:cNvSpPr>
          <p:nvPr/>
        </p:nvSpPr>
        <p:spPr>
          <a:xfrm xmlns:a="http://schemas.openxmlformats.org/drawingml/2006/main">
            <a:off x="609600" y="3857625"/>
            <a:ext cx="2857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150" b="0">
                <a:solidFill>
                  <a:srgbClr val="FFFFFF"/>
                </a:solidFill>
                <a:latin typeface="Noto Sans KR"/>
                <a:ea typeface="Noto Sans KR"/>
                <a:cs typeface="Noto Sans KR"/>
              </a:defRPr>
            </a:pPr>
            <a:r>
              <a:t>교시</a:t>
            </a:r>
          </a:p>
        </p:txBody>
      </p:sp>
      <p:sp>
        <p:nvSpPr>
          <p:cNvPr id="4" name="">
            <a:extLst xmlns:a="http://schemas.openxmlformats.org/drawingml/2006/main">
              <a:ext uri="{FF2B5EF4-FFF2-40B4-BE49-F238E27FC236}">
                <a16:creationId xmlns:a16="http://schemas.microsoft.com/office/drawing/2014/main" id="{36A638C2-DC28-4374-8941-C3FEDB720F70}"/>
              </a:ext>
            </a:extLst>
          </p:cNvPr>
          <p:cNvSpPr>
            <a:spLocks xmlns:a="http://schemas.openxmlformats.org/drawingml/2006/main" noGrp="1"/>
          </p:cNvSpPr>
          <p:nvPr/>
        </p:nvSpPr>
        <p:spPr>
          <a:xfrm xmlns:a="http://schemas.openxmlformats.org/drawingml/2006/main">
            <a:off x="4572000" y="1304925"/>
            <a:ext cx="6896100" cy="1981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650" b="0">
                <a:solidFill>
                  <a:srgbClr val="0A0A0A"/>
                </a:solidFill>
                <a:latin typeface="Noto Sans KR"/>
                <a:ea typeface="Noto Sans KR"/>
                <a:cs typeface="Noto Sans KR"/>
              </a:defRPr>
            </a:pPr>
            <a:r>
              <a:t>대시보드 검수와 인수인계</a:t>
            </a:r>
          </a:p>
        </p:txBody>
      </p:sp>
      <p:sp>
        <p:nvSpPr>
          <p:cNvPr id="5" name="">
            <a:extLst xmlns:a="http://schemas.openxmlformats.org/drawingml/2006/main">
              <a:ext uri="{FF2B5EF4-FFF2-40B4-BE49-F238E27FC236}">
                <a16:creationId xmlns:a16="http://schemas.microsoft.com/office/drawing/2014/main" id="{19A1167E-EF4F-488C-ABE8-BEF998282A0F}"/>
              </a:ext>
            </a:extLst>
          </p:cNvPr>
          <p:cNvSpPr>
            <a:spLocks xmlns:a="http://schemas.openxmlformats.org/drawingml/2006/main" noGrp="1"/>
          </p:cNvSpPr>
          <p:nvPr/>
        </p:nvSpPr>
        <p:spPr>
          <a:xfrm xmlns:a="http://schemas.openxmlformats.org/drawingml/2006/main">
            <a:off x="4572000" y="3609975"/>
            <a:ext cx="68961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5090CB0-2681-4A4C-BCD2-C08E8545E4FF}"/>
              </a:ext>
            </a:extLst>
          </p:cNvPr>
          <p:cNvSpPr>
            <a:spLocks xmlns:a="http://schemas.openxmlformats.org/drawingml/2006/main" noGrp="1"/>
          </p:cNvSpPr>
          <p:nvPr/>
        </p:nvSpPr>
        <p:spPr>
          <a:xfrm xmlns:a="http://schemas.openxmlformats.org/drawingml/2006/main">
            <a:off x="4572000" y="388620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250" b="1">
                <a:solidFill>
                  <a:srgbClr val="002FA7"/>
                </a:solidFill>
                <a:latin typeface="Noto Sans KR"/>
                <a:ea typeface="Noto Sans KR"/>
                <a:cs typeface="Noto Sans KR"/>
              </a:defRPr>
            </a:pPr>
            <a:r>
              <a:t>16:00~16:50 · 50분</a:t>
            </a:r>
          </a:p>
        </p:txBody>
      </p:sp>
      <p:sp>
        <p:nvSpPr>
          <p:cNvPr id="7" name="">
            <a:extLst xmlns:a="http://schemas.openxmlformats.org/drawingml/2006/main">
              <a:ext uri="{FF2B5EF4-FFF2-40B4-BE49-F238E27FC236}">
                <a16:creationId xmlns:a16="http://schemas.microsoft.com/office/drawing/2014/main" id="{B44148F3-50A0-430E-8B05-256DC5B0BDC4}"/>
              </a:ext>
            </a:extLst>
          </p:cNvPr>
          <p:cNvSpPr>
            <a:spLocks xmlns:a="http://schemas.openxmlformats.org/drawingml/2006/main" noGrp="1"/>
          </p:cNvSpPr>
          <p:nvPr/>
        </p:nvSpPr>
        <p:spPr>
          <a:xfrm xmlns:a="http://schemas.openxmlformats.org/drawingml/2006/main">
            <a:off x="4572000" y="4600575"/>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A16 · A17 · A18</a:t>
            </a:r>
          </a:p>
        </p:txBody>
      </p:sp>
      <p:sp>
        <p:nvSpPr>
          <p:cNvPr id="8" name="">
            <a:extLst xmlns:a="http://schemas.openxmlformats.org/drawingml/2006/main">
              <a:ext uri="{FF2B5EF4-FFF2-40B4-BE49-F238E27FC236}">
                <a16:creationId xmlns:a16="http://schemas.microsoft.com/office/drawing/2014/main" id="{B80CE183-A88E-48C0-9507-4EAAE87A2C35}"/>
              </a:ext>
            </a:extLst>
          </p:cNvPr>
          <p:cNvSpPr>
            <a:spLocks xmlns:a="http://schemas.openxmlformats.org/drawingml/2006/main" noGrp="1"/>
          </p:cNvSpPr>
          <p:nvPr/>
        </p:nvSpPr>
        <p:spPr>
          <a:xfrm xmlns:a="http://schemas.openxmlformats.org/drawingml/2006/main">
            <a:off x="4572000" y="5314950"/>
            <a:ext cx="68961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100" b="0">
                <a:solidFill>
                  <a:srgbClr val="0A0A0A"/>
                </a:solidFill>
                <a:latin typeface="Noto Sans KR"/>
                <a:ea typeface="Noto Sans KR"/>
                <a:cs typeface="Noto Sans KR"/>
              </a:defRPr>
            </a:pPr>
            <a:r>
              <a:t>개념 → 시연 → 필수 적용 → 확인</a:t>
            </a:r>
          </a:p>
        </p:txBody>
      </p:sp>
      <p:sp>
        <p:nvSpPr>
          <p:cNvPr id="9" name="">
            <a:extLst xmlns:a="http://schemas.openxmlformats.org/drawingml/2006/main">
              <a:ext uri="{FF2B5EF4-FFF2-40B4-BE49-F238E27FC236}">
                <a16:creationId xmlns:a16="http://schemas.microsoft.com/office/drawing/2014/main" id="{CE3621A9-495B-449C-8D54-3C068B2C99DB}"/>
              </a:ext>
            </a:extLst>
          </p:cNvPr>
          <p:cNvSpPr>
            <a:spLocks xmlns:a="http://schemas.openxmlformats.org/drawingml/2006/main" noGrp="1"/>
          </p:cNvSpPr>
          <p:nvPr/>
        </p:nvSpPr>
        <p:spPr>
          <a:xfrm xmlns:a="http://schemas.openxmlformats.org/drawingml/2006/main">
            <a:off x="609600" y="428625"/>
            <a:ext cx="304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FFFFFF"/>
                </a:solidFill>
                <a:latin typeface="Noto Sans KR"/>
                <a:ea typeface="Noto Sans KR"/>
                <a:cs typeface="Noto Sans KR"/>
              </a:defRPr>
            </a:pPr>
            <a:r>
              <a:t>2026.10.29</a:t>
            </a:r>
          </a:p>
        </p:txBody>
      </p:sp>
      <p:sp>
        <p:nvSpPr>
          <p:cNvPr id="10" name="">
            <a:extLst xmlns:a="http://schemas.openxmlformats.org/drawingml/2006/main">
              <a:ext uri="{FF2B5EF4-FFF2-40B4-BE49-F238E27FC236}">
                <a16:creationId xmlns:a16="http://schemas.microsoft.com/office/drawing/2014/main" id="{73E157A8-B4BE-4AFA-BFF6-8CB5DAA33996}"/>
              </a:ext>
            </a:extLst>
          </p:cNvPr>
          <p:cNvSpPr>
            <a:spLocks xmlns:a="http://schemas.openxmlformats.org/drawingml/2006/main" noGrp="1"/>
          </p:cNvSpPr>
          <p:nvPr/>
        </p:nvSpPr>
        <p:spPr>
          <a:xfrm xmlns:a="http://schemas.openxmlformats.org/drawingml/2006/main">
            <a:off x="10477500" y="6400800"/>
            <a:ext cx="1047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086</a:t>
            </a:r>
          </a:p>
        </p:txBody>
      </p:sp>
    </p:spTree>
    <p:extLst>
      <p:ext uri="{BB962C8B-B14F-4D97-AF65-F5344CB8AC3E}">
        <p14:creationId xmlns:p14="http://schemas.microsoft.com/office/powerpoint/2010/main" val="1096401560"/>
      </p:ext>
    </p:extLst>
  </p:cSld>
</p:sld>
</file>

<file path=ppt/slides/slide87.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2E505DC-3AD7-414F-AA48-DA1075BADB0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9C984490-401F-4E73-A3EC-D689FE51E691}"/>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동료 재실행 기준</a:t>
            </a:r>
          </a:p>
        </p:txBody>
      </p:sp>
      <p:sp>
        <p:nvSpPr>
          <p:cNvPr id="3" name="">
            <a:extLst xmlns:a="http://schemas.openxmlformats.org/drawingml/2006/main">
              <a:ext uri="{FF2B5EF4-FFF2-40B4-BE49-F238E27FC236}">
                <a16:creationId xmlns:a16="http://schemas.microsoft.com/office/drawing/2014/main" id="{42FB0FEC-BCA0-4A13-B98D-316EC8F01EAC}"/>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D89E14EB-C997-42E6-B9B5-E216DEE8D000}"/>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시작 폴더</a:t>
            </a:r>
            <a:r>
              <a:t> · 명령 · 주소 · 종료 방법</a:t>
            </a:r>
          </a:p>
        </p:txBody>
      </p:sp>
      <p:sp>
        <p:nvSpPr>
          <p:cNvPr id="5" name="">
            <a:extLst xmlns:a="http://schemas.openxmlformats.org/drawingml/2006/main">
              <a:ext uri="{FF2B5EF4-FFF2-40B4-BE49-F238E27FC236}">
                <a16:creationId xmlns:a16="http://schemas.microsoft.com/office/drawing/2014/main" id="{DAFBB116-004B-4243-B6CD-2FF334986D56}"/>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122D3D1-AE01-4A37-8CC1-8E7FECC26B4B}"/>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A3D6BA59-AD3D-4F44-87B6-4A45CF7B74CC}"/>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기대 결과와 오류 복구를 같이 줍니다.</a:t>
            </a:r>
          </a:p>
        </p:txBody>
      </p:sp>
      <p:sp>
        <p:nvSpPr>
          <p:cNvPr id="8" name="">
            <a:extLst xmlns:a="http://schemas.openxmlformats.org/drawingml/2006/main">
              <a:ext uri="{FF2B5EF4-FFF2-40B4-BE49-F238E27FC236}">
                <a16:creationId xmlns:a16="http://schemas.microsoft.com/office/drawing/2014/main" id="{5F2002D8-85BA-4C01-95BC-DA9A17AAC394}"/>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B551E53E-C33C-4C13-A8BF-E6B136B9681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E6A5FDC0-356C-40CF-AC12-C8242671FEC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087</a:t>
            </a:r>
          </a:p>
        </p:txBody>
      </p:sp>
    </p:spTree>
    <p:extLst>
      <p:ext uri="{BB962C8B-B14F-4D97-AF65-F5344CB8AC3E}">
        <p14:creationId xmlns:p14="http://schemas.microsoft.com/office/powerpoint/2010/main" val="920056369"/>
      </p:ext>
    </p:extLst>
  </p:cSld>
</p:sld>
</file>

<file path=ppt/slides/slide8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545F299-9AA8-4AA1-8D8F-293ADD93BFD1}"/>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FF36C3FC-8BB2-4AA2-B20F-8C2B4127E22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초기 기록의 확인값</a:t>
            </a:r>
          </a:p>
        </p:txBody>
      </p:sp>
      <p:sp>
        <p:nvSpPr>
          <p:cNvPr id="3" name="">
            <a:extLst xmlns:a="http://schemas.openxmlformats.org/drawingml/2006/main">
              <a:ext uri="{FF2B5EF4-FFF2-40B4-BE49-F238E27FC236}">
                <a16:creationId xmlns:a16="http://schemas.microsoft.com/office/drawing/2014/main" id="{114BB38E-02A6-4DBF-AFF5-89B703B7CBB3}"/>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이력 5건</a:t>
            </a:r>
          </a:p>
        </p:txBody>
      </p:sp>
      <p:sp>
        <p:nvSpPr>
          <p:cNvPr id="4" name="">
            <a:extLst xmlns:a="http://schemas.openxmlformats.org/drawingml/2006/main">
              <a:ext uri="{FF2B5EF4-FFF2-40B4-BE49-F238E27FC236}">
                <a16:creationId xmlns:a16="http://schemas.microsoft.com/office/drawing/2014/main" id="{ADFD7714-5630-4158-B8EA-C9D56D0B6FB4}"/>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B0B625F-BC38-4942-B916-69AF4B6022CB}"/>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이력 5건</a:t>
            </a:r>
            <a:r>
              <a:t> · </a:t>
            </a:r>
            <a:r>
              <a:rPr b="1">
                <a:solidFill>
                  <a:srgbClr val="002FA7"/>
                </a:solidFill>
              </a:rPr>
              <a:t>센서 4개</a:t>
            </a:r>
          </a:p>
        </p:txBody>
      </p:sp>
      <p:sp>
        <p:nvSpPr>
          <p:cNvPr id="6" name="">
            <a:extLst xmlns:a="http://schemas.openxmlformats.org/drawingml/2006/main">
              <a:ext uri="{FF2B5EF4-FFF2-40B4-BE49-F238E27FC236}">
                <a16:creationId xmlns:a16="http://schemas.microsoft.com/office/drawing/2014/main" id="{FB0D8040-2DA2-479D-AD58-31F3EB1D6CC9}"/>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S01 최신값은 </a:t>
            </a:r>
            <a:r>
              <a:rPr b="1">
                <a:solidFill>
                  <a:srgbClr val="002FA7"/>
                </a:solidFill>
              </a:rPr>
              <a:t>22.8</a:t>
            </a:r>
            <a:r>
              <a:t>입니다.</a:t>
            </a:r>
          </a:p>
        </p:txBody>
      </p:sp>
      <p:sp>
        <p:nvSpPr>
          <p:cNvPr id="7" name="">
            <a:extLst xmlns:a="http://schemas.openxmlformats.org/drawingml/2006/main">
              <a:ext uri="{FF2B5EF4-FFF2-40B4-BE49-F238E27FC236}">
                <a16:creationId xmlns:a16="http://schemas.microsoft.com/office/drawing/2014/main" id="{487F94A0-229B-4F0E-84F0-9E7ED7050A6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4A1FCB6C-F97D-4A54-9C5C-54F032CF2E30}"/>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0B94EA9B-3B41-4C26-A650-BA96EFB282F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088</a:t>
            </a:r>
          </a:p>
        </p:txBody>
      </p:sp>
    </p:spTree>
    <p:extLst>
      <p:ext uri="{BB962C8B-B14F-4D97-AF65-F5344CB8AC3E}">
        <p14:creationId xmlns:p14="http://schemas.microsoft.com/office/powerpoint/2010/main" val="2091877653"/>
      </p:ext>
    </p:extLst>
  </p:cSld>
</p:sld>
</file>

<file path=ppt/slides/slide89.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CD03577-7D0E-4989-9DF2-26BF55E61B8B}"/>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D7F3AEB8-9590-4BA8-AB0F-00698A06FBC4}"/>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수락 뒤 목록과 최신값</a:t>
            </a:r>
          </a:p>
        </p:txBody>
      </p:sp>
      <p:sp>
        <p:nvSpPr>
          <p:cNvPr id="3" name="">
            <a:extLst xmlns:a="http://schemas.openxmlformats.org/drawingml/2006/main">
              <a:ext uri="{FF2B5EF4-FFF2-40B4-BE49-F238E27FC236}">
                <a16:creationId xmlns:a16="http://schemas.microsoft.com/office/drawing/2014/main" id="{50F7931F-6650-4742-B61D-D65CA3766B76}"/>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4DF8BCD6-620B-48B7-BFAB-8781A8D004B1}"/>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POST 201</a:t>
            </a:r>
            <a:r>
              <a:t> → </a:t>
            </a:r>
            <a:r>
              <a:rPr b="1">
                <a:solidFill>
                  <a:srgbClr val="002FA7"/>
                </a:solidFill>
              </a:rPr>
              <a:t>GET 목록 증가</a:t>
            </a:r>
          </a:p>
        </p:txBody>
      </p:sp>
      <p:sp>
        <p:nvSpPr>
          <p:cNvPr id="5" name="">
            <a:extLst xmlns:a="http://schemas.openxmlformats.org/drawingml/2006/main">
              <a:ext uri="{FF2B5EF4-FFF2-40B4-BE49-F238E27FC236}">
                <a16:creationId xmlns:a16="http://schemas.microsoft.com/office/drawing/2014/main" id="{B2333ACC-1D33-4F0C-AE9E-C7C376932D39}"/>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5D3C9AE-974B-4178-99BC-32F3DA540CAC}"/>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849A594F-D44B-4946-87D2-4A3FE8843831}"/>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과거 기록이면 최신값은 유지될 수 있습니다.</a:t>
            </a:r>
          </a:p>
        </p:txBody>
      </p:sp>
      <p:sp>
        <p:nvSpPr>
          <p:cNvPr id="8" name="">
            <a:extLst xmlns:a="http://schemas.openxmlformats.org/drawingml/2006/main">
              <a:ext uri="{FF2B5EF4-FFF2-40B4-BE49-F238E27FC236}">
                <a16:creationId xmlns:a16="http://schemas.microsoft.com/office/drawing/2014/main" id="{EE60F637-7F33-4C70-AC21-80C5D787F93D}"/>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7C0165EB-30A1-473F-8254-704E74A9D5D7}"/>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A45252C4-316E-4BC3-BD68-ED773A4335D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089</a:t>
            </a:r>
          </a:p>
        </p:txBody>
      </p:sp>
    </p:spTree>
    <p:extLst>
      <p:ext uri="{BB962C8B-B14F-4D97-AF65-F5344CB8AC3E}">
        <p14:creationId xmlns:p14="http://schemas.microsoft.com/office/powerpoint/2010/main" val="1535190051"/>
      </p:ext>
    </p:extLst>
  </p:cSld>
</p:sld>
</file>

<file path=ppt/slides/slide90.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BF87D68-DE94-4A1B-871C-89940BE56AD9}"/>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BEF0DB04-7333-4213-AF99-C3895214B627}"/>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메모리 저장과 재시작</a:t>
            </a:r>
          </a:p>
        </p:txBody>
      </p:sp>
      <p:sp>
        <p:nvSpPr>
          <p:cNvPr id="3" name="">
            <a:extLst xmlns:a="http://schemas.openxmlformats.org/drawingml/2006/main">
              <a:ext uri="{FF2B5EF4-FFF2-40B4-BE49-F238E27FC236}">
                <a16:creationId xmlns:a16="http://schemas.microsoft.com/office/drawing/2014/main" id="{5939F8C7-8547-48CA-9D5A-CF4142AAEC86}"/>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D2D00A9F-3BC8-4E1D-A6C0-FB74AB76C777}"/>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현재 서버는 </a:t>
            </a:r>
            <a:r>
              <a:rPr b="1">
                <a:solidFill>
                  <a:srgbClr val="002FA7"/>
                </a:solidFill>
              </a:rPr>
              <a:t>메모리 저장</a:t>
            </a:r>
            <a:r>
              <a:t>입니다.</a:t>
            </a:r>
          </a:p>
        </p:txBody>
      </p:sp>
      <p:sp>
        <p:nvSpPr>
          <p:cNvPr id="5" name="">
            <a:extLst xmlns:a="http://schemas.openxmlformats.org/drawingml/2006/main">
              <a:ext uri="{FF2B5EF4-FFF2-40B4-BE49-F238E27FC236}">
                <a16:creationId xmlns:a16="http://schemas.microsoft.com/office/drawing/2014/main" id="{550A48C8-3B84-4AB5-9974-7D45C86B8978}"/>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재시작하면 </a:t>
            </a:r>
            <a:r>
              <a:rPr b="1">
                <a:solidFill>
                  <a:srgbClr val="002FA7"/>
                </a:solidFill>
              </a:rPr>
              <a:t>초기 자료</a:t>
            </a:r>
            <a:r>
              <a:t>로 돌아갑니다.</a:t>
            </a:r>
          </a:p>
        </p:txBody>
      </p:sp>
      <p:sp>
        <p:nvSpPr>
          <p:cNvPr id="6" name="">
            <a:extLst xmlns:a="http://schemas.openxmlformats.org/drawingml/2006/main">
              <a:ext uri="{FF2B5EF4-FFF2-40B4-BE49-F238E27FC236}">
                <a16:creationId xmlns:a16="http://schemas.microsoft.com/office/drawing/2014/main" id="{1340FDE3-6F60-4E29-9D84-55B0A1302D6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B6716F30-2468-4A5B-BD3A-2B3D922F5AE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1C258BEF-BFF5-4C72-A55D-D76F933D40FB}"/>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090</a:t>
            </a:r>
          </a:p>
        </p:txBody>
      </p:sp>
    </p:spTree>
    <p:extLst>
      <p:ext uri="{BB962C8B-B14F-4D97-AF65-F5344CB8AC3E}">
        <p14:creationId xmlns:p14="http://schemas.microsoft.com/office/powerpoint/2010/main" val="391521120"/>
      </p:ext>
    </p:extLst>
  </p:cSld>
</p:sld>
</file>

<file path=ppt/slides/slide9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7C9A976-4484-4570-9215-B95682ABD2F7}"/>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D109DB5-CF03-4ED9-845A-5A52453D963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단위·시각·상태 문구</a:t>
            </a:r>
          </a:p>
        </p:txBody>
      </p:sp>
      <p:sp>
        <p:nvSpPr>
          <p:cNvPr id="3" name="">
            <a:extLst xmlns:a="http://schemas.openxmlformats.org/drawingml/2006/main">
              <a:ext uri="{FF2B5EF4-FFF2-40B4-BE49-F238E27FC236}">
                <a16:creationId xmlns:a16="http://schemas.microsoft.com/office/drawing/2014/main" id="{456E7551-39E3-4BED-8190-45CE077A988F}"/>
              </a:ext>
            </a:extLst>
          </p:cNvPr>
          <p:cNvSpPr>
            <a:spLocks xmlns:a="http://schemas.openxmlformats.org/drawingml/2006/main" noGrp="1"/>
          </p:cNvSpPr>
          <p:nvPr/>
        </p:nvSpPr>
        <p:spPr>
          <a:xfrm xmlns:a="http://schemas.openxmlformats.org/drawingml/2006/main">
            <a:off x="609600" y="2695575"/>
            <a:ext cx="35242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5700" b="0">
                <a:solidFill>
                  <a:srgbClr val="002FA7"/>
                </a:solidFill>
                <a:latin typeface="Noto Sans KR"/>
                <a:ea typeface="Noto Sans KR"/>
                <a:cs typeface="Noto Sans KR"/>
              </a:defRPr>
            </a:pPr>
            <a:r>
              <a:t>단위</a:t>
            </a:r>
          </a:p>
        </p:txBody>
      </p:sp>
      <p:sp>
        <p:nvSpPr>
          <p:cNvPr id="4" name="">
            <a:extLst xmlns:a="http://schemas.openxmlformats.org/drawingml/2006/main">
              <a:ext uri="{FF2B5EF4-FFF2-40B4-BE49-F238E27FC236}">
                <a16:creationId xmlns:a16="http://schemas.microsoft.com/office/drawing/2014/main" id="{C1859C0F-BFDE-41D6-BC29-5AB59C952C52}"/>
              </a:ext>
            </a:extLst>
          </p:cNvPr>
          <p:cNvSpPr>
            <a:spLocks xmlns:a="http://schemas.openxmlformats.org/drawingml/2006/main" noGrp="1"/>
          </p:cNvSpPr>
          <p:nvPr/>
        </p:nvSpPr>
        <p:spPr>
          <a:xfrm xmlns:a="http://schemas.openxmlformats.org/drawingml/2006/main">
            <a:off x="4333875" y="2562225"/>
            <a:ext cx="9525" cy="337185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E77E069-D5FC-4D4D-BEBF-D0CA5339E144}"/>
              </a:ext>
            </a:extLst>
          </p:cNvPr>
          <p:cNvSpPr>
            <a:spLocks xmlns:a="http://schemas.openxmlformats.org/drawingml/2006/main" noGrp="1"/>
          </p:cNvSpPr>
          <p:nvPr/>
        </p:nvSpPr>
        <p:spPr>
          <a:xfrm xmlns:a="http://schemas.openxmlformats.org/drawingml/2006/main">
            <a:off x="4724400" y="2590800"/>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단위</a:t>
            </a:r>
            <a:r>
              <a:t> · 시각 · 상태 문구</a:t>
            </a:r>
          </a:p>
        </p:txBody>
      </p:sp>
      <p:sp>
        <p:nvSpPr>
          <p:cNvPr id="6" name="">
            <a:extLst xmlns:a="http://schemas.openxmlformats.org/drawingml/2006/main">
              <a:ext uri="{FF2B5EF4-FFF2-40B4-BE49-F238E27FC236}">
                <a16:creationId xmlns:a16="http://schemas.microsoft.com/office/drawing/2014/main" id="{12B0B8A4-3C87-476B-8C78-079865D661F1}"/>
              </a:ext>
            </a:extLst>
          </p:cNvPr>
          <p:cNvSpPr>
            <a:spLocks xmlns:a="http://schemas.openxmlformats.org/drawingml/2006/main" noGrp="1"/>
          </p:cNvSpPr>
          <p:nvPr/>
        </p:nvSpPr>
        <p:spPr>
          <a:xfrm xmlns:a="http://schemas.openxmlformats.org/drawingml/2006/main">
            <a:off x="4724400" y="3705225"/>
            <a:ext cx="68008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색만으로 판단하게 하지 않습니다.</a:t>
            </a:r>
          </a:p>
        </p:txBody>
      </p:sp>
      <p:sp>
        <p:nvSpPr>
          <p:cNvPr id="7" name="">
            <a:extLst xmlns:a="http://schemas.openxmlformats.org/drawingml/2006/main">
              <a:ext uri="{FF2B5EF4-FFF2-40B4-BE49-F238E27FC236}">
                <a16:creationId xmlns:a16="http://schemas.microsoft.com/office/drawing/2014/main" id="{162F2555-4052-4065-BFFE-B0CA7BC9704F}"/>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6D3DFFEA-F384-44DE-91C1-8A4D1E8DF8E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9" name="">
            <a:extLst xmlns:a="http://schemas.openxmlformats.org/drawingml/2006/main">
              <a:ext uri="{FF2B5EF4-FFF2-40B4-BE49-F238E27FC236}">
                <a16:creationId xmlns:a16="http://schemas.microsoft.com/office/drawing/2014/main" id="{B339794A-4CF7-43EA-BF78-02AA18B36615}"/>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091</a:t>
            </a:r>
          </a:p>
        </p:txBody>
      </p:sp>
    </p:spTree>
    <p:extLst>
      <p:ext uri="{BB962C8B-B14F-4D97-AF65-F5344CB8AC3E}">
        <p14:creationId xmlns:p14="http://schemas.microsoft.com/office/powerpoint/2010/main" val="1015310816"/>
      </p:ext>
    </p:extLst>
  </p:cSld>
</p:sld>
</file>

<file path=ppt/slides/slide92.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A386D68-BA47-4008-B756-D8ACD22ACEBE}"/>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FBC0EF6E-623F-491F-9B8A-AF1DC1B5A93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실물 연결의 후속 조건</a:t>
            </a:r>
          </a:p>
        </p:txBody>
      </p:sp>
      <p:sp>
        <p:nvSpPr>
          <p:cNvPr id="3" name="">
            <a:extLst xmlns:a="http://schemas.openxmlformats.org/drawingml/2006/main">
              <a:ext uri="{FF2B5EF4-FFF2-40B4-BE49-F238E27FC236}">
                <a16:creationId xmlns:a16="http://schemas.microsoft.com/office/drawing/2014/main" id="{52FFEB71-E140-492E-833C-C75462DEE96C}"/>
              </a:ext>
            </a:extLst>
          </p:cNvPr>
          <p:cNvSpPr>
            <a:spLocks xmlns:a="http://schemas.openxmlformats.org/drawingml/2006/main" noGrp="1"/>
          </p:cNvSpPr>
          <p:nvPr/>
        </p:nvSpPr>
        <p:spPr>
          <a:xfrm xmlns:a="http://schemas.openxmlformats.org/drawingml/2006/main">
            <a:off x="6086475" y="2514600"/>
            <a:ext cx="9525" cy="3276600"/>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BC8F7EF9-B810-4AB7-A0F3-D51442406D31}"/>
              </a:ext>
            </a:extLst>
          </p:cNvPr>
          <p:cNvSpPr>
            <a:spLocks xmlns:a="http://schemas.openxmlformats.org/drawingml/2006/main" noGrp="1"/>
          </p:cNvSpPr>
          <p:nvPr/>
        </p:nvSpPr>
        <p:spPr>
          <a:xfrm xmlns:a="http://schemas.openxmlformats.org/drawingml/2006/main">
            <a:off x="6096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rPr b="1">
                <a:solidFill>
                  <a:srgbClr val="002FA7"/>
                </a:solidFill>
              </a:rPr>
              <a:t>장치 ID</a:t>
            </a:r>
            <a:r>
              <a:t> · 시간 · 중복 · 전송 실패</a:t>
            </a:r>
          </a:p>
        </p:txBody>
      </p:sp>
      <p:sp>
        <p:nvSpPr>
          <p:cNvPr id="5" name="">
            <a:extLst xmlns:a="http://schemas.openxmlformats.org/drawingml/2006/main">
              <a:ext uri="{FF2B5EF4-FFF2-40B4-BE49-F238E27FC236}">
                <a16:creationId xmlns:a16="http://schemas.microsoft.com/office/drawing/2014/main" id="{E8E4F616-4248-4260-8EB0-0D3C104B4EC5}"/>
              </a:ext>
            </a:extLst>
          </p:cNvPr>
          <p:cNvSpPr>
            <a:spLocks xmlns:a="http://schemas.openxmlformats.org/drawingml/2006/main" noGrp="1"/>
          </p:cNvSpPr>
          <p:nvPr/>
        </p:nvSpPr>
        <p:spPr>
          <a:xfrm xmlns:a="http://schemas.openxmlformats.org/drawingml/2006/main">
            <a:off x="6400800" y="2667000"/>
            <a:ext cx="5143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775" b="0">
                <a:solidFill>
                  <a:srgbClr val="0A0A0A"/>
                </a:solidFill>
                <a:latin typeface="Noto Sans KR"/>
                <a:ea typeface="Noto Sans KR"/>
                <a:cs typeface="Noto Sans KR"/>
              </a:defRPr>
            </a:pPr>
            <a:r>
              <a:t>센서·외부망·지속 저장은 별도입니다.</a:t>
            </a:r>
          </a:p>
        </p:txBody>
      </p:sp>
      <p:sp>
        <p:nvSpPr>
          <p:cNvPr id="6" name="">
            <a:extLst xmlns:a="http://schemas.openxmlformats.org/drawingml/2006/main">
              <a:ext uri="{FF2B5EF4-FFF2-40B4-BE49-F238E27FC236}">
                <a16:creationId xmlns:a16="http://schemas.microsoft.com/office/drawing/2014/main" id="{BE46E2CE-04C2-4A68-B6AE-D61835ED2BB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15C545E-AD8B-4C99-9289-D1A00BF6086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55A219DF-AEEF-4457-A7FF-6F723EB3A7ED}"/>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092</a:t>
            </a:r>
          </a:p>
        </p:txBody>
      </p:sp>
    </p:spTree>
    <p:extLst>
      <p:ext uri="{BB962C8B-B14F-4D97-AF65-F5344CB8AC3E}">
        <p14:creationId xmlns:p14="http://schemas.microsoft.com/office/powerpoint/2010/main" val="1096422100"/>
      </p:ext>
    </p:extLst>
  </p:cSld>
</p:sld>
</file>

<file path=ppt/slides/slide93.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397E62A-5794-43D5-9D3F-488239BFA5E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AA0EDEA9-663F-4BC4-A9F9-7B6F45FAB8BA}"/>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다음 사람이 받을 실행 묶음</a:t>
            </a:r>
          </a:p>
        </p:txBody>
      </p:sp>
      <p:graphicFrame>
        <p:nvGraphicFramePr>
          <p:cNvPr id="9" name=""/>
          <p:cNvGraphicFramePr/>
          <p:nvPr/>
        </p:nvGraphicFramePr>
        <p:xfrm>
          <a:off xmlns:a="http://schemas.openxmlformats.org/drawingml/2006/main" x="609600" y="2333625"/>
          <a:ext xmlns:a="http://schemas.openxmlformats.org/drawingml/2006/main" cx="10972800" cy="3429000"/>
        </p:xfrm>
        <a:graphic xmlns:a="http://schemas.openxmlformats.org/drawingml/2006/main">
          <a:graphicData uri="http://schemas.openxmlformats.org/drawingml/2006/table">
            <a:tbl>
              <a:tblPr firstRow="1" bandRow="0"/>
              <a:tblGrid>
                <a:gridCol w="4389120"/>
                <a:gridCol w="6583680"/>
              </a:tblGrid>
              <a:tr h="685800">
                <a:tc>
                  <a:txBody>
                    <a:bodyPr wrap="square"/>
                    <a:lstStyle/>
                    <a:p>
                      <a:pPr>
                        <a:lnSpc>
                          <a:spcPct val="94000"/>
                        </a:lnSpc>
                        <a:buNone/>
                      </a:pPr>
                      <a:r>
                        <a:rPr sz="2100" b="1">
                          <a:solidFill>
                            <a:srgbClr val="FFFFFF"/>
                          </a:solidFill>
                          <a:latin typeface="Noto Sans KR"/>
                          <a:ea typeface="Noto Sans KR"/>
                          <a:cs typeface="Noto Sans KR"/>
                        </a:rPr>
                        <a:t>파일</a:t>
                      </a:r>
                    </a:p>
                  </a:txBody>
                  <a:tcPr marL="171450" marR="114300" marT="47625" marB="47625" anchor="ctr">
                    <a:solidFill>
                      <a:srgbClr val="002FA7"/>
                    </a:solidFill>
                  </a:tcPr>
                </a:tc>
                <a:tc>
                  <a:txBody>
                    <a:bodyPr wrap="square"/>
                    <a:lstStyle/>
                    <a:p>
                      <a:pPr>
                        <a:lnSpc>
                          <a:spcPct val="94000"/>
                        </a:lnSpc>
                        <a:buNone/>
                      </a:pPr>
                      <a:r>
                        <a:rPr sz="2100" b="1">
                          <a:solidFill>
                            <a:srgbClr val="FFFFFF"/>
                          </a:solidFill>
                          <a:latin typeface="Noto Sans KR"/>
                          <a:ea typeface="Noto Sans KR"/>
                          <a:cs typeface="Noto Sans KR"/>
                        </a:rPr>
                        <a:t>확인할 역할</a:t>
                      </a:r>
                    </a:p>
                  </a:txBody>
                  <a:tcPr marL="171450" marR="114300" marT="47625" marB="47625" anchor="ctr">
                    <a:solidFill>
                      <a:srgbClr val="002FA7"/>
                    </a:solidFill>
                  </a:tcPr>
                </a:tc>
              </a:tr>
              <a:tr h="685800">
                <a:tc>
                  <a:txBody>
                    <a:bodyPr wrap="square"/>
                    <a:lstStyle/>
                    <a:p>
                      <a:pPr>
                        <a:lnSpc>
                          <a:spcPct val="94000"/>
                        </a:lnSpc>
                        <a:buNone/>
                      </a:pPr>
                      <a:r>
                        <a:rPr sz="2100" b="0">
                          <a:solidFill>
                            <a:srgbClr val="0A0A0A"/>
                          </a:solidFill>
                          <a:latin typeface="Noto Sans KR"/>
                          <a:ea typeface="Noto Sans KR"/>
                          <a:cs typeface="Noto Sans KR"/>
                        </a:rPr>
                        <a:t>code/</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화면·API·모델</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data/</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초기·새 입력</a:t>
                      </a:r>
                    </a:p>
                  </a:txBody>
                  <a:tcPr marL="171450" marR="114300" marT="47625" marB="47625" anchor="ctr">
                    <a:solidFill>
                      <a:srgbClr val="F0F0EB"/>
                    </a:solidFill>
                  </a:tcPr>
                </a:tc>
              </a:tr>
              <a:tr h="685800">
                <a:tc>
                  <a:txBody>
                    <a:bodyPr wrap="square"/>
                    <a:lstStyle/>
                    <a:p>
                      <a:pPr>
                        <a:lnSpc>
                          <a:spcPct val="94000"/>
                        </a:lnSpc>
                        <a:buNone/>
                      </a:pPr>
                      <a:r>
                        <a:rPr sz="2100" b="0">
                          <a:solidFill>
                            <a:srgbClr val="0A0A0A"/>
                          </a:solidFill>
                          <a:latin typeface="Noto Sans KR"/>
                          <a:ea typeface="Noto Sans KR"/>
                          <a:cs typeface="Noto Sans KR"/>
                        </a:rPr>
                        <a:t>work/</a:t>
                      </a:r>
                    </a:p>
                  </a:txBody>
                  <a:tcPr marL="171450" marR="114300" marT="47625" marB="47625" anchor="ctr">
                    <a:solidFill>
                      <a:srgbClr val="FAFAF8"/>
                    </a:solidFill>
                  </a:tcPr>
                </a:tc>
                <a:tc>
                  <a:txBody>
                    <a:bodyPr wrap="square"/>
                    <a:lstStyle/>
                    <a:p>
                      <a:pPr>
                        <a:lnSpc>
                          <a:spcPct val="94000"/>
                        </a:lnSpc>
                        <a:buNone/>
                      </a:pPr>
                      <a:r>
                        <a:rPr sz="2100" b="0">
                          <a:solidFill>
                            <a:srgbClr val="0A0A0A"/>
                          </a:solidFill>
                          <a:latin typeface="Noto Sans KR"/>
                          <a:ea typeface="Noto Sans KR"/>
                          <a:cs typeface="Noto Sans KR"/>
                        </a:rPr>
                        <a:t>학생 복사본·기록</a:t>
                      </a:r>
                    </a:p>
                  </a:txBody>
                  <a:tcPr marL="171450" marR="114300" marT="47625" marB="47625" anchor="ctr">
                    <a:solidFill>
                      <a:srgbClr val="FAFAF8"/>
                    </a:solidFill>
                  </a:tcPr>
                </a:tc>
              </a:tr>
              <a:tr h="685800">
                <a:tc>
                  <a:txBody>
                    <a:bodyPr wrap="square"/>
                    <a:lstStyle/>
                    <a:p>
                      <a:pPr>
                        <a:lnSpc>
                          <a:spcPct val="94000"/>
                        </a:lnSpc>
                        <a:buNone/>
                      </a:pPr>
                      <a:r>
                        <a:rPr sz="2100" b="0">
                          <a:solidFill>
                            <a:srgbClr val="0A0A0A"/>
                          </a:solidFill>
                          <a:latin typeface="Noto Sans KR"/>
                          <a:ea typeface="Noto Sans KR"/>
                          <a:cs typeface="Noto Sans KR"/>
                        </a:rPr>
                        <a:t>시험표</a:t>
                      </a:r>
                    </a:p>
                  </a:txBody>
                  <a:tcPr marL="171450" marR="114300" marT="47625" marB="47625" anchor="ctr">
                    <a:solidFill>
                      <a:srgbClr val="F0F0EB"/>
                    </a:solidFill>
                  </a:tcPr>
                </a:tc>
                <a:tc>
                  <a:txBody>
                    <a:bodyPr wrap="square"/>
                    <a:lstStyle/>
                    <a:p>
                      <a:pPr>
                        <a:lnSpc>
                          <a:spcPct val="94000"/>
                        </a:lnSpc>
                        <a:buNone/>
                      </a:pPr>
                      <a:r>
                        <a:rPr sz="2100" b="0">
                          <a:solidFill>
                            <a:srgbClr val="0A0A0A"/>
                          </a:solidFill>
                          <a:latin typeface="Noto Sans KR"/>
                          <a:ea typeface="Noto Sans KR"/>
                          <a:cs typeface="Noto Sans KR"/>
                        </a:rPr>
                        <a:t>기대·관찰·미실행</a:t>
                      </a:r>
                    </a:p>
                  </a:txBody>
                  <a:tcPr marL="171450" marR="114300" marT="47625" marB="47625" anchor="ctr">
                    <a:solidFill>
                      <a:srgbClr val="F0F0EB"/>
                    </a:solidFill>
                  </a:tcPr>
                </a:tc>
              </a:tr>
            </a:tbl>
          </a:graphicData>
        </a:graphic>
      </p:graphicFrame>
      <p:sp>
        <p:nvSpPr>
          <p:cNvPr id="4" name="">
            <a:extLst xmlns:a="http://schemas.openxmlformats.org/drawingml/2006/main">
              <a:ext uri="{FF2B5EF4-FFF2-40B4-BE49-F238E27FC236}">
                <a16:creationId xmlns:a16="http://schemas.microsoft.com/office/drawing/2014/main" id="{0AA8CE52-D86A-4C8E-9F03-96BC58D2FDB7}"/>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229E3A-3F38-4BCF-8A52-C63F209A53C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6" name="">
            <a:extLst xmlns:a="http://schemas.openxmlformats.org/drawingml/2006/main">
              <a:ext uri="{FF2B5EF4-FFF2-40B4-BE49-F238E27FC236}">
                <a16:creationId xmlns:a16="http://schemas.microsoft.com/office/drawing/2014/main" id="{9BD930AA-D4D7-4085-BF9C-9F5D3AAEF4C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093</a:t>
            </a:r>
          </a:p>
        </p:txBody>
      </p:sp>
    </p:spTree>
    <p:extLst>
      <p:ext uri="{BB962C8B-B14F-4D97-AF65-F5344CB8AC3E}">
        <p14:creationId xmlns:p14="http://schemas.microsoft.com/office/powerpoint/2010/main" val="1391915101"/>
      </p:ext>
    </p:extLst>
  </p:cSld>
</p:sld>
</file>

<file path=ppt/slides/slide94.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2ABF2D-A4F5-4345-A06D-E3840F71F5E0}"/>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3D2DB291-03E1-4335-98CE-C9285AF694C3}"/>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예상 출력</a:t>
            </a:r>
          </a:p>
        </p:txBody>
      </p:sp>
      <p:sp>
        <p:nvSpPr>
          <p:cNvPr id="3" name="">
            <a:extLst xmlns:a="http://schemas.openxmlformats.org/drawingml/2006/main">
              <a:ext uri="{FF2B5EF4-FFF2-40B4-BE49-F238E27FC236}">
                <a16:creationId xmlns:a16="http://schemas.microsoft.com/office/drawing/2014/main" id="{0E4F53EE-0201-49BA-8BB5-65180C987197}"/>
              </a:ext>
            </a:extLst>
          </p:cNvPr>
          <p:cNvSpPr>
            <a:spLocks xmlns:a="http://schemas.openxmlformats.org/drawingml/2006/main" noGrp="1"/>
          </p:cNvSpPr>
          <p:nvPr/>
        </p:nvSpPr>
        <p:spPr>
          <a:xfrm xmlns:a="http://schemas.openxmlformats.org/drawingml/2006/main">
            <a:off x="609600" y="2390775"/>
            <a:ext cx="10972800" cy="9525"/>
          </a:xfrm>
          <a:prstGeom xmlns:a="http://schemas.openxmlformats.org/drawingml/2006/main" prst="rect">
            <a:avLst/>
          </a:prstGeom>
          <a:solidFill xmlns:a="http://schemas.openxmlformats.org/drawingml/2006/main">
            <a:srgbClr val="002FA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9C7FB87-D607-4A5C-884A-D2048BF39C48}"/>
              </a:ext>
            </a:extLst>
          </p:cNvPr>
          <p:cNvSpPr>
            <a:spLocks xmlns:a="http://schemas.openxmlformats.org/drawingml/2006/main" noGrp="1"/>
          </p:cNvSpPr>
          <p:nvPr/>
        </p:nvSpPr>
        <p:spPr>
          <a:xfrm xmlns:a="http://schemas.openxmlformats.org/drawingml/2006/main">
            <a:off x="609600" y="2647950"/>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050" b="0">
                <a:solidFill>
                  <a:srgbClr val="0A0A0A"/>
                </a:solidFill>
                <a:latin typeface="Noto Sans KR"/>
                <a:ea typeface="Noto Sans KR"/>
                <a:cs typeface="Noto Sans KR"/>
              </a:defRPr>
            </a:pPr>
            <a:r>
              <a:rPr b="1">
                <a:solidFill>
                  <a:srgbClr val="002FA7"/>
                </a:solidFill>
              </a:rPr>
              <a:t>같은 자료로 같은 결과를 다시 얻습니다.</a:t>
            </a:r>
          </a:p>
        </p:txBody>
      </p:sp>
      <p:sp>
        <p:nvSpPr>
          <p:cNvPr id="5" name="">
            <a:extLst xmlns:a="http://schemas.openxmlformats.org/drawingml/2006/main">
              <a:ext uri="{FF2B5EF4-FFF2-40B4-BE49-F238E27FC236}">
                <a16:creationId xmlns:a16="http://schemas.microsoft.com/office/drawing/2014/main" id="{779E06D6-F0FA-43A9-9C19-D6A65DFADA88}"/>
              </a:ext>
            </a:extLst>
          </p:cNvPr>
          <p:cNvSpPr>
            <a:spLocks xmlns:a="http://schemas.openxmlformats.org/drawingml/2006/main" noGrp="1"/>
          </p:cNvSpPr>
          <p:nvPr/>
        </p:nvSpPr>
        <p:spPr>
          <a:xfrm xmlns:a="http://schemas.openxmlformats.org/drawingml/2006/main">
            <a:off x="609600" y="4067175"/>
            <a:ext cx="109728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625" b="0">
                <a:solidFill>
                  <a:srgbClr val="0A0A0A"/>
                </a:solidFill>
                <a:latin typeface="Noto Sans KR"/>
                <a:ea typeface="Noto Sans KR"/>
                <a:cs typeface="Noto Sans KR"/>
              </a:defRPr>
            </a:pPr>
            <a:r>
              <a:rPr b="1">
                <a:solidFill>
                  <a:srgbClr val="002FA7"/>
                </a:solidFill>
              </a:rPr>
              <a:t>수신·화면·실물 증거를 나눠 기록합니다.</a:t>
            </a:r>
          </a:p>
        </p:txBody>
      </p:sp>
      <p:sp>
        <p:nvSpPr>
          <p:cNvPr id="6" name="">
            <a:extLst xmlns:a="http://schemas.openxmlformats.org/drawingml/2006/main">
              <a:ext uri="{FF2B5EF4-FFF2-40B4-BE49-F238E27FC236}">
                <a16:creationId xmlns:a16="http://schemas.microsoft.com/office/drawing/2014/main" id="{C763527D-0792-417A-B577-55A247ECFB52}"/>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FB281712-3801-43F7-A4AD-759C8315F1B5}"/>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B3531211-02B8-4609-90A7-2028DA0FDC21}"/>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094</a:t>
            </a:r>
          </a:p>
        </p:txBody>
      </p:sp>
    </p:spTree>
    <p:extLst>
      <p:ext uri="{BB962C8B-B14F-4D97-AF65-F5344CB8AC3E}">
        <p14:creationId xmlns:p14="http://schemas.microsoft.com/office/powerpoint/2010/main" val="274554631"/>
      </p:ext>
    </p:extLst>
  </p:cSld>
</p:sld>
</file>

<file path=ppt/slides/slide95.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DB748A-99BA-45B7-A158-1D08FAA26B9E}"/>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429E3AB8-19A3-49EF-8AB5-F3603AABE0FE}"/>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연습 문제</a:t>
            </a:r>
          </a:p>
        </p:txBody>
      </p:sp>
      <p:sp>
        <p:nvSpPr>
          <p:cNvPr id="3" name="">
            <a:extLst xmlns:a="http://schemas.openxmlformats.org/drawingml/2006/main">
              <a:ext uri="{FF2B5EF4-FFF2-40B4-BE49-F238E27FC236}">
                <a16:creationId xmlns:a16="http://schemas.microsoft.com/office/drawing/2014/main" id="{BE845B3F-BBE5-4035-89D7-268B687C0E8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재시작하자 추가 기록이 사라졌습니다.</a:t>
            </a:r>
          </a:p>
        </p:txBody>
      </p:sp>
      <p:sp>
        <p:nvSpPr>
          <p:cNvPr id="4" name="">
            <a:extLst xmlns:a="http://schemas.openxmlformats.org/drawingml/2006/main">
              <a:ext uri="{FF2B5EF4-FFF2-40B4-BE49-F238E27FC236}">
                <a16:creationId xmlns:a16="http://schemas.microsoft.com/office/drawing/2014/main" id="{925580F4-A901-4EE9-80FB-715FED7760ED}"/>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현재 설계와 필요한 후속 작업을 쓰세요.</a:t>
            </a:r>
          </a:p>
        </p:txBody>
      </p:sp>
      <p:sp>
        <p:nvSpPr>
          <p:cNvPr id="5" name="">
            <a:extLst xmlns:a="http://schemas.openxmlformats.org/drawingml/2006/main">
              <a:ext uri="{FF2B5EF4-FFF2-40B4-BE49-F238E27FC236}">
                <a16:creationId xmlns:a16="http://schemas.microsoft.com/office/drawing/2014/main" id="{265AB6A5-5F60-47DB-AD17-F1833448EA66}"/>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0BC2988-ED50-4DE1-9164-BDD546CECE5C}"/>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9F2A9EBA-30A3-4F11-A921-1310F7484F9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095</a:t>
            </a:r>
          </a:p>
        </p:txBody>
      </p:sp>
    </p:spTree>
    <p:extLst>
      <p:ext uri="{BB962C8B-B14F-4D97-AF65-F5344CB8AC3E}">
        <p14:creationId xmlns:p14="http://schemas.microsoft.com/office/powerpoint/2010/main" val="1473398314"/>
      </p:ext>
    </p:extLst>
  </p:cSld>
</p:sld>
</file>

<file path=ppt/slides/slide96.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658D19-D2ED-480F-AB6F-9BAB5F69BF96}"/>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5CCBC8BF-7FB2-4D65-B82D-6603E10308E0}"/>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풀이와 판단 근거</a:t>
            </a:r>
          </a:p>
        </p:txBody>
      </p:sp>
      <p:sp>
        <p:nvSpPr>
          <p:cNvPr id="3" name="">
            <a:extLst xmlns:a="http://schemas.openxmlformats.org/drawingml/2006/main">
              <a:ext uri="{FF2B5EF4-FFF2-40B4-BE49-F238E27FC236}">
                <a16:creationId xmlns:a16="http://schemas.microsoft.com/office/drawing/2014/main" id="{6478F1C9-4727-481C-98BB-3CF672141A0C}"/>
              </a:ext>
            </a:extLst>
          </p:cNvPr>
          <p:cNvSpPr>
            <a:spLocks xmlns:a="http://schemas.openxmlformats.org/drawingml/2006/main" noGrp="1"/>
          </p:cNvSpPr>
          <p:nvPr/>
        </p:nvSpPr>
        <p:spPr>
          <a:xfrm xmlns:a="http://schemas.openxmlformats.org/drawingml/2006/main">
            <a:off x="609600" y="2543175"/>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225" b="0">
                <a:solidFill>
                  <a:srgbClr val="0A0A0A"/>
                </a:solidFill>
                <a:latin typeface="Noto Sans KR"/>
                <a:ea typeface="Noto Sans KR"/>
                <a:cs typeface="Noto Sans KR"/>
              </a:defRPr>
            </a:pPr>
            <a:r>
              <a:rPr b="1">
                <a:solidFill>
                  <a:srgbClr val="002FA7"/>
                </a:solidFill>
              </a:rPr>
              <a:t>현재 기록은 메모리에만 있습니다.</a:t>
            </a:r>
          </a:p>
        </p:txBody>
      </p:sp>
      <p:sp>
        <p:nvSpPr>
          <p:cNvPr id="4" name="">
            <a:extLst xmlns:a="http://schemas.openxmlformats.org/drawingml/2006/main">
              <a:ext uri="{FF2B5EF4-FFF2-40B4-BE49-F238E27FC236}">
                <a16:creationId xmlns:a16="http://schemas.microsoft.com/office/drawing/2014/main" id="{6F954983-2821-4913-B201-4137592BC629}"/>
              </a:ext>
            </a:extLst>
          </p:cNvPr>
          <p:cNvSpPr>
            <a:spLocks xmlns:a="http://schemas.openxmlformats.org/drawingml/2006/main" noGrp="1"/>
          </p:cNvSpPr>
          <p:nvPr/>
        </p:nvSpPr>
        <p:spPr>
          <a:xfrm xmlns:a="http://schemas.openxmlformats.org/drawingml/2006/main">
            <a:off x="609600" y="3981450"/>
            <a:ext cx="1097280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영구 저장과 재시작 복원 시험이 필요합니다.</a:t>
            </a:r>
          </a:p>
        </p:txBody>
      </p:sp>
      <p:sp>
        <p:nvSpPr>
          <p:cNvPr id="5" name="">
            <a:extLst xmlns:a="http://schemas.openxmlformats.org/drawingml/2006/main">
              <a:ext uri="{FF2B5EF4-FFF2-40B4-BE49-F238E27FC236}">
                <a16:creationId xmlns:a16="http://schemas.microsoft.com/office/drawing/2014/main" id="{1F55755E-6135-4036-9E71-80581A941E1E}"/>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68D3C76-E9E0-4011-BA26-FB5FE3A26C63}"/>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56D7D6F4-E1DD-4E86-9836-3B02C817B3B2}"/>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096</a:t>
            </a:r>
          </a:p>
        </p:txBody>
      </p:sp>
    </p:spTree>
    <p:extLst>
      <p:ext uri="{BB962C8B-B14F-4D97-AF65-F5344CB8AC3E}">
        <p14:creationId xmlns:p14="http://schemas.microsoft.com/office/powerpoint/2010/main" val="63173000"/>
      </p:ext>
    </p:extLst>
  </p:cSld>
</p:sld>
</file>

<file path=ppt/slides/slide97.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EDC640-77EC-413F-90D8-ABE4A90E271F}"/>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F6ABA2C7-7117-4DDC-A19B-C800906E166A}"/>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한 조건 변경 실습</a:t>
            </a:r>
          </a:p>
        </p:txBody>
      </p:sp>
      <p:sp>
        <p:nvSpPr>
          <p:cNvPr id="3" name="">
            <a:extLst xmlns:a="http://schemas.openxmlformats.org/drawingml/2006/main">
              <a:ext uri="{FF2B5EF4-FFF2-40B4-BE49-F238E27FC236}">
                <a16:creationId xmlns:a16="http://schemas.microsoft.com/office/drawing/2014/main" id="{3E4E006B-E2F4-41F0-960F-2E378BED77A6}"/>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파일 저장을 새 요구에 넣으면</a:t>
            </a:r>
          </a:p>
        </p:txBody>
      </p:sp>
      <p:sp>
        <p:nvSpPr>
          <p:cNvPr id="4" name="">
            <a:extLst xmlns:a="http://schemas.openxmlformats.org/drawingml/2006/main">
              <a:ext uri="{FF2B5EF4-FFF2-40B4-BE49-F238E27FC236}">
                <a16:creationId xmlns:a16="http://schemas.microsoft.com/office/drawing/2014/main" id="{E8640622-5885-4529-A024-CB262CE98312}"/>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데이터·실패 처리·시험·안내를 갱신합니다.</a:t>
            </a:r>
          </a:p>
        </p:txBody>
      </p:sp>
      <p:sp>
        <p:nvSpPr>
          <p:cNvPr id="5" name="">
            <a:extLst xmlns:a="http://schemas.openxmlformats.org/drawingml/2006/main">
              <a:ext uri="{FF2B5EF4-FFF2-40B4-BE49-F238E27FC236}">
                <a16:creationId xmlns:a16="http://schemas.microsoft.com/office/drawing/2014/main" id="{12777812-2B40-44E3-A881-1BE2B134B7F8}"/>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703557D-44C0-4268-B872-1ADEC2FEB65D}"/>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22AB42E9-1448-44FA-8086-3A76E395332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097</a:t>
            </a:r>
          </a:p>
        </p:txBody>
      </p:sp>
    </p:spTree>
    <p:extLst>
      <p:ext uri="{BB962C8B-B14F-4D97-AF65-F5344CB8AC3E}">
        <p14:creationId xmlns:p14="http://schemas.microsoft.com/office/powerpoint/2010/main" val="2039433818"/>
      </p:ext>
    </p:extLst>
  </p:cSld>
</p:sld>
</file>

<file path=ppt/slides/slide98.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F97B9AB-91A4-4C5E-93F2-EC4F7F553CD3}"/>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66BC8ACC-87DD-4DD4-86B6-27B3A2E2480F}"/>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오류 원인과 복구</a:t>
            </a:r>
          </a:p>
        </p:txBody>
      </p:sp>
      <p:sp>
        <p:nvSpPr>
          <p:cNvPr id="3" name="">
            <a:extLst xmlns:a="http://schemas.openxmlformats.org/drawingml/2006/main">
              <a:ext uri="{FF2B5EF4-FFF2-40B4-BE49-F238E27FC236}">
                <a16:creationId xmlns:a16="http://schemas.microsoft.com/office/drawing/2014/main" id="{D0EC7D95-3F3F-49B0-B84C-BDBB71087947}"/>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9C655C0E-2665-4F77-A552-7F95E556883D}"/>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화면 변화만 보고 영구 저장 성공이라 쓰지 않습니다.</a:t>
            </a:r>
          </a:p>
        </p:txBody>
      </p:sp>
      <p:sp>
        <p:nvSpPr>
          <p:cNvPr id="5" name="">
            <a:extLst xmlns:a="http://schemas.openxmlformats.org/drawingml/2006/main">
              <a:ext uri="{FF2B5EF4-FFF2-40B4-BE49-F238E27FC236}">
                <a16:creationId xmlns:a16="http://schemas.microsoft.com/office/drawing/2014/main" id="{08FCA737-69FE-4835-B0ED-257F1F1FAEAD}"/>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286493B-28A9-45AC-A3BC-B0887E56DBC3}"/>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F8FA9AF1-CB99-4542-AEC3-FFF8B15A271E}"/>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실행 못 한 장비 항목은 미실행입니다.</a:t>
            </a:r>
          </a:p>
        </p:txBody>
      </p:sp>
      <p:sp>
        <p:nvSpPr>
          <p:cNvPr id="8" name="">
            <a:extLst xmlns:a="http://schemas.openxmlformats.org/drawingml/2006/main">
              <a:ext uri="{FF2B5EF4-FFF2-40B4-BE49-F238E27FC236}">
                <a16:creationId xmlns:a16="http://schemas.microsoft.com/office/drawing/2014/main" id="{766899C0-5F8A-46BF-923C-6C5393FED165}"/>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0E430602-AC6F-4199-B325-575368B7912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0" name="">
            <a:extLst xmlns:a="http://schemas.openxmlformats.org/drawingml/2006/main">
              <a:ext uri="{FF2B5EF4-FFF2-40B4-BE49-F238E27FC236}">
                <a16:creationId xmlns:a16="http://schemas.microsoft.com/office/drawing/2014/main" id="{5443E5A0-1964-4ABC-8015-0991398AABFE}"/>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098</a:t>
            </a:r>
          </a:p>
        </p:txBody>
      </p:sp>
    </p:spTree>
    <p:extLst>
      <p:ext uri="{BB962C8B-B14F-4D97-AF65-F5344CB8AC3E}">
        <p14:creationId xmlns:p14="http://schemas.microsoft.com/office/powerpoint/2010/main" val="434784711"/>
      </p:ext>
    </p:extLst>
  </p:cSld>
</p:sld>
</file>

<file path=ppt/slides/slide99.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61E4CA6-3995-4B1C-A4F6-393FCF5810B9}"/>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A7D3CC03-C682-4548-B677-0FA73771BD1D}"/>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개념 확인 질문</a:t>
            </a:r>
          </a:p>
        </p:txBody>
      </p:sp>
      <p:sp>
        <p:nvSpPr>
          <p:cNvPr id="3" name="">
            <a:extLst xmlns:a="http://schemas.openxmlformats.org/drawingml/2006/main">
              <a:ext uri="{FF2B5EF4-FFF2-40B4-BE49-F238E27FC236}">
                <a16:creationId xmlns:a16="http://schemas.microsoft.com/office/drawing/2014/main" id="{8CA1B2AF-E311-4384-A960-BFE5D5A58B7F}"/>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동료에게 실행 순서를 말해 봅시다.</a:t>
            </a:r>
          </a:p>
        </p:txBody>
      </p:sp>
      <p:sp>
        <p:nvSpPr>
          <p:cNvPr id="4" name="">
            <a:extLst xmlns:a="http://schemas.openxmlformats.org/drawingml/2006/main">
              <a:ext uri="{FF2B5EF4-FFF2-40B4-BE49-F238E27FC236}">
                <a16:creationId xmlns:a16="http://schemas.microsoft.com/office/drawing/2014/main" id="{66866293-094B-493E-B2D3-9C0EBCB78D39}"/>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평균 범위와 상태의 의미도 설명합니다.</a:t>
            </a:r>
          </a:p>
        </p:txBody>
      </p:sp>
      <p:sp>
        <p:nvSpPr>
          <p:cNvPr id="5" name="">
            <a:extLst xmlns:a="http://schemas.openxmlformats.org/drawingml/2006/main">
              <a:ext uri="{FF2B5EF4-FFF2-40B4-BE49-F238E27FC236}">
                <a16:creationId xmlns:a16="http://schemas.microsoft.com/office/drawing/2014/main" id="{382F4391-3605-4144-91C2-689D62DA775A}"/>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B00BCC0-723A-4FC7-8720-8AF788BE875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0E859F65-90D2-4F43-8A4D-89FB4F95D934}"/>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099</a:t>
            </a:r>
          </a:p>
        </p:txBody>
      </p:sp>
    </p:spTree>
    <p:extLst>
      <p:ext uri="{BB962C8B-B14F-4D97-AF65-F5344CB8AC3E}">
        <p14:creationId xmlns:p14="http://schemas.microsoft.com/office/powerpoint/2010/main" val="1424418920"/>
      </p:ext>
    </p:extLst>
  </p:cSld>
</p:sld>
</file>

<file path=ppt/slides/slide100.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181B4CE-D745-4C84-9157-EB93ECEB48F0}"/>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70B1C030-0C52-4A12-81E7-CC32A2706B26}"/>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추가·복습 문제</a:t>
            </a:r>
          </a:p>
        </p:txBody>
      </p:sp>
      <p:sp>
        <p:nvSpPr>
          <p:cNvPr id="3" name="">
            <a:extLst xmlns:a="http://schemas.openxmlformats.org/drawingml/2006/main">
              <a:ext uri="{FF2B5EF4-FFF2-40B4-BE49-F238E27FC236}">
                <a16:creationId xmlns:a16="http://schemas.microsoft.com/office/drawing/2014/main" id="{8F48C485-3F4A-4303-95A5-22548291B95A}"/>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추가·복습: POST 201 뒤 재시작</a:t>
            </a:r>
          </a:p>
        </p:txBody>
      </p:sp>
      <p:sp>
        <p:nvSpPr>
          <p:cNvPr id="4" name="">
            <a:extLst xmlns:a="http://schemas.openxmlformats.org/drawingml/2006/main">
              <a:ext uri="{FF2B5EF4-FFF2-40B4-BE49-F238E27FC236}">
                <a16:creationId xmlns:a16="http://schemas.microsoft.com/office/drawing/2014/main" id="{67972D1C-CFB7-459B-ABE6-F69257F1C47C}"/>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기록 복원 시험의 입력과 기대값을 쓰세요.</a:t>
            </a:r>
          </a:p>
        </p:txBody>
      </p:sp>
      <p:sp>
        <p:nvSpPr>
          <p:cNvPr id="5" name="">
            <a:extLst xmlns:a="http://schemas.openxmlformats.org/drawingml/2006/main">
              <a:ext uri="{FF2B5EF4-FFF2-40B4-BE49-F238E27FC236}">
                <a16:creationId xmlns:a16="http://schemas.microsoft.com/office/drawing/2014/main" id="{DABE1226-31AB-4BA6-99FE-5FFA02FBD93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2180BAE-B776-4D54-8571-41D0848487D2}"/>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7" name="">
            <a:extLst xmlns:a="http://schemas.openxmlformats.org/drawingml/2006/main">
              <a:ext uri="{FF2B5EF4-FFF2-40B4-BE49-F238E27FC236}">
                <a16:creationId xmlns:a16="http://schemas.microsoft.com/office/drawing/2014/main" id="{94F16329-F81D-4E61-8244-3F14FAAE195A}"/>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100</a:t>
            </a:r>
          </a:p>
        </p:txBody>
      </p:sp>
    </p:spTree>
    <p:extLst>
      <p:ext uri="{BB962C8B-B14F-4D97-AF65-F5344CB8AC3E}">
        <p14:creationId xmlns:p14="http://schemas.microsoft.com/office/powerpoint/2010/main" val="95134097"/>
      </p:ext>
    </p:extLst>
  </p:cSld>
</p:sld>
</file>

<file path=ppt/slides/slide101.xml><?xml version="1.0" encoding="utf-8"?>
<p:sld xmlns:p="http://schemas.openxmlformats.org/presentationml/2006/main">
  <p:cSld>
    <p:bg>
      <p:bgPr>
        <a:solidFill xmlns:a="http://schemas.openxmlformats.org/drawingml/2006/main">
          <a:srgbClr val="FAFAF8"/>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07783E0-16A1-443A-A529-8FCC5C2A8EDF}"/>
              </a:ext>
            </a:extLst>
          </p:cNvPr>
          <p:cNvSpPr>
            <a:spLocks xmlns:a="http://schemas.openxmlformats.org/drawingml/2006/main" noGrp="1"/>
          </p:cNvSpPr>
          <p:nvPr/>
        </p:nvSpPr>
        <p:spPr>
          <a:xfrm xmlns:a="http://schemas.openxmlformats.org/drawingml/2006/main">
            <a:off x="609600" y="333375"/>
            <a:ext cx="952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500" b="1">
                <a:solidFill>
                  <a:srgbClr val="002FA7"/>
                </a:solidFill>
                <a:latin typeface="Noto Sans KR"/>
                <a:ea typeface="Noto Sans KR"/>
                <a:cs typeface="Noto Sans KR"/>
              </a:defRPr>
            </a:pPr>
            <a:r>
              <a:t>6교시</a:t>
            </a:r>
          </a:p>
        </p:txBody>
      </p:sp>
      <p:sp>
        <p:nvSpPr>
          <p:cNvPr id="2" name="">
            <a:extLst xmlns:a="http://schemas.openxmlformats.org/drawingml/2006/main">
              <a:ext uri="{FF2B5EF4-FFF2-40B4-BE49-F238E27FC236}">
                <a16:creationId xmlns:a16="http://schemas.microsoft.com/office/drawing/2014/main" id="{2B474205-057B-4889-85DA-B3CEFE4FA825}"/>
              </a:ext>
            </a:extLst>
          </p:cNvPr>
          <p:cNvSpPr>
            <a:spLocks xmlns:a="http://schemas.openxmlformats.org/drawingml/2006/main" noGrp="1"/>
          </p:cNvSpPr>
          <p:nvPr/>
        </p:nvSpPr>
        <p:spPr>
          <a:xfrm xmlns:a="http://schemas.openxmlformats.org/drawingml/2006/main">
            <a:off x="609600" y="895350"/>
            <a:ext cx="10972800" cy="1276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750" b="0">
                <a:solidFill>
                  <a:srgbClr val="0A0A0A"/>
                </a:solidFill>
                <a:latin typeface="Noto Sans KR"/>
                <a:ea typeface="Noto Sans KR"/>
                <a:cs typeface="Noto Sans KR"/>
              </a:defRPr>
            </a:pPr>
            <a:r>
              <a:t>제출할 기록과 파일</a:t>
            </a:r>
          </a:p>
        </p:txBody>
      </p:sp>
      <p:sp>
        <p:nvSpPr>
          <p:cNvPr id="3" name="">
            <a:extLst xmlns:a="http://schemas.openxmlformats.org/drawingml/2006/main">
              <a:ext uri="{FF2B5EF4-FFF2-40B4-BE49-F238E27FC236}">
                <a16:creationId xmlns:a16="http://schemas.microsoft.com/office/drawing/2014/main" id="{A17FFB10-5661-4296-B716-0679DDDF0BB0}"/>
              </a:ext>
            </a:extLst>
          </p:cNvPr>
          <p:cNvSpPr>
            <a:spLocks xmlns:a="http://schemas.openxmlformats.org/drawingml/2006/main" noGrp="1"/>
          </p:cNvSpPr>
          <p:nvPr/>
        </p:nvSpPr>
        <p:spPr>
          <a:xfrm xmlns:a="http://schemas.openxmlformats.org/drawingml/2006/main">
            <a:off x="609600" y="241935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01</a:t>
            </a:r>
          </a:p>
        </p:txBody>
      </p:sp>
      <p:sp>
        <p:nvSpPr>
          <p:cNvPr id="4" name="">
            <a:extLst xmlns:a="http://schemas.openxmlformats.org/drawingml/2006/main">
              <a:ext uri="{FF2B5EF4-FFF2-40B4-BE49-F238E27FC236}">
                <a16:creationId xmlns:a16="http://schemas.microsoft.com/office/drawing/2014/main" id="{BE0BC25C-49BF-45B8-8CE4-45B809EC8AB9}"/>
              </a:ext>
            </a:extLst>
          </p:cNvPr>
          <p:cNvSpPr>
            <a:spLocks xmlns:a="http://schemas.openxmlformats.org/drawingml/2006/main" noGrp="1"/>
          </p:cNvSpPr>
          <p:nvPr/>
        </p:nvSpPr>
        <p:spPr>
          <a:xfrm xmlns:a="http://schemas.openxmlformats.org/drawingml/2006/main">
            <a:off x="1657350" y="248602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work의 기록과 수정본을 저장합니다.</a:t>
            </a:r>
          </a:p>
        </p:txBody>
      </p:sp>
      <p:sp>
        <p:nvSpPr>
          <p:cNvPr id="5" name="">
            <a:extLst xmlns:a="http://schemas.openxmlformats.org/drawingml/2006/main">
              <a:ext uri="{FF2B5EF4-FFF2-40B4-BE49-F238E27FC236}">
                <a16:creationId xmlns:a16="http://schemas.microsoft.com/office/drawing/2014/main" id="{79BAD8C8-D22B-4256-97DF-6A996AF1C56E}"/>
              </a:ext>
            </a:extLst>
          </p:cNvPr>
          <p:cNvSpPr>
            <a:spLocks xmlns:a="http://schemas.openxmlformats.org/drawingml/2006/main" noGrp="1"/>
          </p:cNvSpPr>
          <p:nvPr/>
        </p:nvSpPr>
        <p:spPr>
          <a:xfrm xmlns:a="http://schemas.openxmlformats.org/drawingml/2006/main">
            <a:off x="1657350" y="3419475"/>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EF8F4A7-094E-406B-9CC4-0A11F629A248}"/>
              </a:ext>
            </a:extLst>
          </p:cNvPr>
          <p:cNvSpPr>
            <a:spLocks xmlns:a="http://schemas.openxmlformats.org/drawingml/2006/main" noGrp="1"/>
          </p:cNvSpPr>
          <p:nvPr/>
        </p:nvSpPr>
        <p:spPr>
          <a:xfrm xmlns:a="http://schemas.openxmlformats.org/drawingml/2006/main">
            <a:off x="609600" y="3514725"/>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02</a:t>
            </a:r>
          </a:p>
        </p:txBody>
      </p:sp>
      <p:sp>
        <p:nvSpPr>
          <p:cNvPr id="7" name="">
            <a:extLst xmlns:a="http://schemas.openxmlformats.org/drawingml/2006/main">
              <a:ext uri="{FF2B5EF4-FFF2-40B4-BE49-F238E27FC236}">
                <a16:creationId xmlns:a16="http://schemas.microsoft.com/office/drawing/2014/main" id="{7B602C99-C3FD-4658-AA02-1B072B73A5D3}"/>
              </a:ext>
            </a:extLst>
          </p:cNvPr>
          <p:cNvSpPr>
            <a:spLocks xmlns:a="http://schemas.openxmlformats.org/drawingml/2006/main" noGrp="1"/>
          </p:cNvSpPr>
          <p:nvPr/>
        </p:nvSpPr>
        <p:spPr>
          <a:xfrm xmlns:a="http://schemas.openxmlformats.org/drawingml/2006/main">
            <a:off x="1657350" y="3581400"/>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rPr b="1">
                <a:solidFill>
                  <a:srgbClr val="002FA7"/>
                </a:solidFill>
              </a:rPr>
              <a:t>입력</a:t>
            </a:r>
            <a:r>
              <a:t>·설정·결과가 같은 실행인지 확인합니다.</a:t>
            </a:r>
          </a:p>
        </p:txBody>
      </p:sp>
      <p:sp>
        <p:nvSpPr>
          <p:cNvPr id="8" name="">
            <a:extLst xmlns:a="http://schemas.openxmlformats.org/drawingml/2006/main">
              <a:ext uri="{FF2B5EF4-FFF2-40B4-BE49-F238E27FC236}">
                <a16:creationId xmlns:a16="http://schemas.microsoft.com/office/drawing/2014/main" id="{7839332A-8D5D-413E-8C88-13FDAE15A428}"/>
              </a:ext>
            </a:extLst>
          </p:cNvPr>
          <p:cNvSpPr>
            <a:spLocks xmlns:a="http://schemas.openxmlformats.org/drawingml/2006/main" noGrp="1"/>
          </p:cNvSpPr>
          <p:nvPr/>
        </p:nvSpPr>
        <p:spPr>
          <a:xfrm xmlns:a="http://schemas.openxmlformats.org/drawingml/2006/main">
            <a:off x="1657350" y="4514850"/>
            <a:ext cx="99060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9EBD4AB9-F9A4-4FC2-BAA3-C73224B9B7CF}"/>
              </a:ext>
            </a:extLst>
          </p:cNvPr>
          <p:cNvSpPr>
            <a:spLocks xmlns:a="http://schemas.openxmlformats.org/drawingml/2006/main" noGrp="1"/>
          </p:cNvSpPr>
          <p:nvPr/>
        </p:nvSpPr>
        <p:spPr>
          <a:xfrm xmlns:a="http://schemas.openxmlformats.org/drawingml/2006/main">
            <a:off x="609600" y="4610100"/>
            <a:ext cx="8191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375" b="0">
                <a:solidFill>
                  <a:srgbClr val="002FA7"/>
                </a:solidFill>
                <a:latin typeface="Arial"/>
                <a:ea typeface="Arial"/>
                <a:cs typeface="Arial"/>
              </a:defRPr>
            </a:pPr>
            <a:r>
              <a:t>03</a:t>
            </a:r>
          </a:p>
        </p:txBody>
      </p:sp>
      <p:sp>
        <p:nvSpPr>
          <p:cNvPr id="10" name="">
            <a:extLst xmlns:a="http://schemas.openxmlformats.org/drawingml/2006/main">
              <a:ext uri="{FF2B5EF4-FFF2-40B4-BE49-F238E27FC236}">
                <a16:creationId xmlns:a16="http://schemas.microsoft.com/office/drawing/2014/main" id="{284ECE9F-FEE6-4400-AF59-D2091E31025E}"/>
              </a:ext>
            </a:extLst>
          </p:cNvPr>
          <p:cNvSpPr>
            <a:spLocks xmlns:a="http://schemas.openxmlformats.org/drawingml/2006/main" noGrp="1"/>
          </p:cNvSpPr>
          <p:nvPr/>
        </p:nvSpPr>
        <p:spPr>
          <a:xfrm xmlns:a="http://schemas.openxmlformats.org/drawingml/2006/main">
            <a:off x="1657350" y="4676775"/>
            <a:ext cx="9906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0A0A0A"/>
                </a:solidFill>
                <a:latin typeface="Noto Sans KR"/>
                <a:ea typeface="Noto Sans KR"/>
                <a:cs typeface="Noto Sans KR"/>
              </a:defRPr>
            </a:pPr>
            <a:r>
              <a:t>확인 방법과 아직 하지 않은 일을 적습니다.</a:t>
            </a:r>
          </a:p>
        </p:txBody>
      </p:sp>
      <p:sp>
        <p:nvSpPr>
          <p:cNvPr id="11" name="">
            <a:extLst xmlns:a="http://schemas.openxmlformats.org/drawingml/2006/main">
              <a:ext uri="{FF2B5EF4-FFF2-40B4-BE49-F238E27FC236}">
                <a16:creationId xmlns:a16="http://schemas.microsoft.com/office/drawing/2014/main" id="{84E90513-9812-484C-BBDC-13D7279F6F1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CECEC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A25F1312-66D1-4C7F-9F17-29E52C300521}"/>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606060"/>
                </a:solidFill>
                <a:latin typeface="Noto Sans KR"/>
                <a:ea typeface="Noto Sans KR"/>
                <a:cs typeface="Noto Sans KR"/>
              </a:defRPr>
            </a:pPr>
            <a:r>
              <a:t>10/29  피지컬AI</a:t>
            </a:r>
          </a:p>
        </p:txBody>
      </p:sp>
      <p:sp>
        <p:nvSpPr>
          <p:cNvPr id="13" name="">
            <a:extLst xmlns:a="http://schemas.openxmlformats.org/drawingml/2006/main">
              <a:ext uri="{FF2B5EF4-FFF2-40B4-BE49-F238E27FC236}">
                <a16:creationId xmlns:a16="http://schemas.microsoft.com/office/drawing/2014/main" id="{B9946D56-4401-4B11-9B24-23E78B04AC08}"/>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606060"/>
                </a:solidFill>
                <a:latin typeface="Consolas"/>
                <a:ea typeface="Consolas"/>
                <a:cs typeface="Consolas"/>
              </a:defRPr>
            </a:pPr>
            <a:r>
              <a:t>101</a:t>
            </a:r>
          </a:p>
        </p:txBody>
      </p:sp>
    </p:spTree>
    <p:extLst>
      <p:ext uri="{BB962C8B-B14F-4D97-AF65-F5344CB8AC3E}">
        <p14:creationId xmlns:p14="http://schemas.microsoft.com/office/powerpoint/2010/main" val="588431332"/>
      </p:ext>
    </p:extLst>
  </p:cSld>
</p:sld>
</file>

<file path=ppt/slides/slide102.xml><?xml version="1.0" encoding="utf-8"?>
<p:sld xmlns:p="http://schemas.openxmlformats.org/presentationml/2006/main">
  <p:cSld>
    <p:bg>
      <p:bgPr>
        <a:solidFill xmlns:a="http://schemas.openxmlformats.org/drawingml/2006/main">
          <a:srgbClr val="0A0A0A"/>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87AB0D4-EBF7-4266-96F6-4AB5ECC4FBF6}"/>
              </a:ext>
            </a:extLst>
          </p:cNvPr>
          <p:cNvSpPr>
            <a:spLocks xmlns:a="http://schemas.openxmlformats.org/drawingml/2006/main" noGrp="1"/>
          </p:cNvSpPr>
          <p:nvPr/>
        </p:nvSpPr>
        <p:spPr>
          <a:xfrm xmlns:a="http://schemas.openxmlformats.org/drawingml/2006/main">
            <a:off x="609600" y="390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650" b="1">
                <a:solidFill>
                  <a:srgbClr val="BACBFA"/>
                </a:solidFill>
                <a:latin typeface="Noto Sans KR"/>
                <a:ea typeface="Noto Sans KR"/>
                <a:cs typeface="Noto Sans KR"/>
              </a:defRPr>
            </a:pPr>
            <a:r>
              <a:t>6교시  /  직접 생각하기</a:t>
            </a:r>
          </a:p>
        </p:txBody>
      </p:sp>
      <p:sp>
        <p:nvSpPr>
          <p:cNvPr id="2" name="">
            <a:extLst xmlns:a="http://schemas.openxmlformats.org/drawingml/2006/main">
              <a:ext uri="{FF2B5EF4-FFF2-40B4-BE49-F238E27FC236}">
                <a16:creationId xmlns:a16="http://schemas.microsoft.com/office/drawing/2014/main" id="{77F6CE5C-A7EB-4D7F-904E-6327E92A3367}"/>
              </a:ext>
            </a:extLst>
          </p:cNvPr>
          <p:cNvSpPr>
            <a:spLocks xmlns:a="http://schemas.openxmlformats.org/drawingml/2006/main" noGrp="1"/>
          </p:cNvSpPr>
          <p:nvPr/>
        </p:nvSpPr>
        <p:spPr>
          <a:xfrm xmlns:a="http://schemas.openxmlformats.org/drawingml/2006/main">
            <a:off x="609600" y="1123950"/>
            <a:ext cx="10972800" cy="1400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350" b="0">
                <a:solidFill>
                  <a:srgbClr val="FFFFFF"/>
                </a:solidFill>
                <a:latin typeface="Noto Sans KR"/>
                <a:ea typeface="Noto Sans KR"/>
                <a:cs typeface="Noto Sans KR"/>
              </a:defRPr>
            </a:pPr>
            <a:r>
              <a:t>인수인계 확인 질문</a:t>
            </a:r>
          </a:p>
        </p:txBody>
      </p:sp>
      <p:sp>
        <p:nvSpPr>
          <p:cNvPr id="3" name="">
            <a:extLst xmlns:a="http://schemas.openxmlformats.org/drawingml/2006/main">
              <a:ext uri="{FF2B5EF4-FFF2-40B4-BE49-F238E27FC236}">
                <a16:creationId xmlns:a16="http://schemas.microsoft.com/office/drawing/2014/main" id="{C9D34CC9-A896-4040-8965-6E90AE8DB75E}"/>
              </a:ext>
            </a:extLst>
          </p:cNvPr>
          <p:cNvSpPr>
            <a:spLocks xmlns:a="http://schemas.openxmlformats.org/drawingml/2006/main" noGrp="1"/>
          </p:cNvSpPr>
          <p:nvPr/>
        </p:nvSpPr>
        <p:spPr>
          <a:xfrm xmlns:a="http://schemas.openxmlformats.org/drawingml/2006/main">
            <a:off x="609600" y="28003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t>시작 폴더와 실행 명령을 설명합니다.</a:t>
            </a:r>
          </a:p>
        </p:txBody>
      </p:sp>
      <p:sp>
        <p:nvSpPr>
          <p:cNvPr id="4" name="">
            <a:extLst xmlns:a="http://schemas.openxmlformats.org/drawingml/2006/main">
              <a:ext uri="{FF2B5EF4-FFF2-40B4-BE49-F238E27FC236}">
                <a16:creationId xmlns:a16="http://schemas.microsoft.com/office/drawing/2014/main" id="{6E0BA67D-95BC-4147-96A4-7B8F6789F000}"/>
              </a:ext>
            </a:extLst>
          </p:cNvPr>
          <p:cNvSpPr>
            <a:spLocks xmlns:a="http://schemas.openxmlformats.org/drawingml/2006/main" noGrp="1"/>
          </p:cNvSpPr>
          <p:nvPr/>
        </p:nvSpPr>
        <p:spPr>
          <a:xfrm xmlns:a="http://schemas.openxmlformats.org/drawingml/2006/main">
            <a:off x="609600" y="38671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결과의 의미와 한계를 말합니다.</a:t>
            </a:r>
          </a:p>
        </p:txBody>
      </p:sp>
      <p:sp>
        <p:nvSpPr>
          <p:cNvPr id="5" name="">
            <a:extLst xmlns:a="http://schemas.openxmlformats.org/drawingml/2006/main">
              <a:ext uri="{FF2B5EF4-FFF2-40B4-BE49-F238E27FC236}">
                <a16:creationId xmlns:a16="http://schemas.microsoft.com/office/drawing/2014/main" id="{F7B20E2E-9C04-44A6-8470-39AD36209CF1}"/>
              </a:ext>
            </a:extLst>
          </p:cNvPr>
          <p:cNvSpPr>
            <a:spLocks xmlns:a="http://schemas.openxmlformats.org/drawingml/2006/main" noGrp="1"/>
          </p:cNvSpPr>
          <p:nvPr/>
        </p:nvSpPr>
        <p:spPr>
          <a:xfrm xmlns:a="http://schemas.openxmlformats.org/drawingml/2006/main">
            <a:off x="609600" y="4933950"/>
            <a:ext cx="109728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000" b="0">
                <a:solidFill>
                  <a:srgbClr val="FFFFFF"/>
                </a:solidFill>
                <a:latin typeface="Noto Sans KR"/>
                <a:ea typeface="Noto Sans KR"/>
                <a:cs typeface="Noto Sans KR"/>
              </a:defRPr>
            </a:pPr>
            <a:r>
              <a:rPr b="1">
                <a:solidFill>
                  <a:srgbClr val="BACBFA"/>
                </a:solidFill>
              </a:rPr>
              <a:t>막혔던 단계와 다음 확인을 적습니다.</a:t>
            </a:r>
          </a:p>
        </p:txBody>
      </p:sp>
      <p:sp>
        <p:nvSpPr>
          <p:cNvPr id="6" name="">
            <a:extLst xmlns:a="http://schemas.openxmlformats.org/drawingml/2006/main">
              <a:ext uri="{FF2B5EF4-FFF2-40B4-BE49-F238E27FC236}">
                <a16:creationId xmlns:a16="http://schemas.microsoft.com/office/drawing/2014/main" id="{EA989F37-969E-4D1B-B5C9-1674A03543B0}"/>
              </a:ext>
            </a:extLst>
          </p:cNvPr>
          <p:cNvSpPr>
            <a:spLocks xmlns:a="http://schemas.openxmlformats.org/drawingml/2006/main" noGrp="1"/>
          </p:cNvSpPr>
          <p:nvPr/>
        </p:nvSpPr>
        <p:spPr>
          <a:xfrm xmlns:a="http://schemas.openxmlformats.org/drawingml/2006/main">
            <a:off x="609600" y="6296025"/>
            <a:ext cx="10972800" cy="9525"/>
          </a:xfrm>
          <a:prstGeom xmlns:a="http://schemas.openxmlformats.org/drawingml/2006/main" prst="rect">
            <a:avLst/>
          </a:prstGeom>
          <a:solidFill xmlns:a="http://schemas.openxmlformats.org/drawingml/2006/main">
            <a:srgbClr val="536FBC"/>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07F43014-F217-40F9-8FB1-8C0A3F20A486}"/>
              </a:ext>
            </a:extLst>
          </p:cNvPr>
          <p:cNvSpPr>
            <a:spLocks xmlns:a="http://schemas.openxmlformats.org/drawingml/2006/main" noGrp="1"/>
          </p:cNvSpPr>
          <p:nvPr/>
        </p:nvSpPr>
        <p:spPr>
          <a:xfrm xmlns:a="http://schemas.openxmlformats.org/drawingml/2006/main">
            <a:off x="609600" y="6438900"/>
            <a:ext cx="7620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275" b="0">
                <a:solidFill>
                  <a:srgbClr val="CAD8FF"/>
                </a:solidFill>
                <a:latin typeface="Noto Sans KR"/>
                <a:ea typeface="Noto Sans KR"/>
                <a:cs typeface="Noto Sans KR"/>
              </a:defRPr>
            </a:pPr>
            <a:r>
              <a:t>10/29  피지컬AI</a:t>
            </a:r>
          </a:p>
        </p:txBody>
      </p:sp>
      <p:sp>
        <p:nvSpPr>
          <p:cNvPr id="8" name="">
            <a:extLst xmlns:a="http://schemas.openxmlformats.org/drawingml/2006/main">
              <a:ext uri="{FF2B5EF4-FFF2-40B4-BE49-F238E27FC236}">
                <a16:creationId xmlns:a16="http://schemas.microsoft.com/office/drawing/2014/main" id="{7BFB466F-C849-4065-938E-894533767447}"/>
              </a:ext>
            </a:extLst>
          </p:cNvPr>
          <p:cNvSpPr>
            <a:spLocks xmlns:a="http://schemas.openxmlformats.org/drawingml/2006/main" noGrp="1"/>
          </p:cNvSpPr>
          <p:nvPr/>
        </p:nvSpPr>
        <p:spPr>
          <a:xfrm xmlns:a="http://schemas.openxmlformats.org/drawingml/2006/main">
            <a:off x="10439400" y="6419850"/>
            <a:ext cx="1143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350" b="0">
                <a:solidFill>
                  <a:srgbClr val="FFFFFF"/>
                </a:solidFill>
                <a:latin typeface="Consolas"/>
                <a:ea typeface="Consolas"/>
                <a:cs typeface="Consolas"/>
              </a:defRPr>
            </a:pPr>
            <a:r>
              <a:t>102</a:t>
            </a:r>
          </a:p>
        </p:txBody>
      </p:sp>
    </p:spTree>
    <p:extLst>
      <p:ext uri="{BB962C8B-B14F-4D97-AF65-F5344CB8AC3E}">
        <p14:creationId xmlns:p14="http://schemas.microsoft.com/office/powerpoint/2010/main" val="197943568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2026-10-05T03:43:30.5700000Z</dcterms:created>
  <dcterms:modified xsi:type="dcterms:W3CDTF">2026-10-05T03:43:30.5700000Z</dcterms:modified>
</coreProperties>
</file>