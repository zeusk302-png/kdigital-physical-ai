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6a6556f5824dff" /><Relationship Type="http://schemas.openxmlformats.org/officeDocument/2006/relationships/extended-properties" Target="/docProps/app.xml" Id="R2e220669ce41482d" /><Relationship Type="http://schemas.openxmlformats.org/officeDocument/2006/relationships/officeDocument" Target="/ppt/presentation.xml" Id="R0050fe91a79742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3a475904bb4a0e"/>
  </p:sldMasterIdLst>
  <p:notesMasterIdLst>
    <p:notesMasterId xmlns:r="http://schemas.openxmlformats.org/officeDocument/2006/relationships" r:id="R8bd1e613f4f5434d"/>
  </p:notesMasterIdLst>
  <p:sldIdLst>
    <p:sldId xmlns:r="http://schemas.openxmlformats.org/officeDocument/2006/relationships" id="256" r:id="R4bd52bf3ae634e34"/>
    <p:sldId xmlns:r="http://schemas.openxmlformats.org/officeDocument/2006/relationships" id="257" r:id="Rb3448a1b301e471c"/>
    <p:sldId xmlns:r="http://schemas.openxmlformats.org/officeDocument/2006/relationships" id="258" r:id="Rbd20f2701dc344f1"/>
    <p:sldId xmlns:r="http://schemas.openxmlformats.org/officeDocument/2006/relationships" id="259" r:id="R7f8e20a4f48c4c5d"/>
    <p:sldId xmlns:r="http://schemas.openxmlformats.org/officeDocument/2006/relationships" id="260" r:id="R7783a76716834cd4"/>
    <p:sldId xmlns:r="http://schemas.openxmlformats.org/officeDocument/2006/relationships" id="261" r:id="R61c52af649db4773"/>
    <p:sldId xmlns:r="http://schemas.openxmlformats.org/officeDocument/2006/relationships" id="262" r:id="Rcf8bc01b02954442"/>
    <p:sldId xmlns:r="http://schemas.openxmlformats.org/officeDocument/2006/relationships" id="263" r:id="R89695910f3a74ed3"/>
    <p:sldId xmlns:r="http://schemas.openxmlformats.org/officeDocument/2006/relationships" id="264" r:id="Rfba3423bd503483a"/>
    <p:sldId xmlns:r="http://schemas.openxmlformats.org/officeDocument/2006/relationships" id="265" r:id="Rc448d24454c1449e"/>
    <p:sldId xmlns:r="http://schemas.openxmlformats.org/officeDocument/2006/relationships" id="266" r:id="Rb1094c6e2a474eac"/>
    <p:sldId xmlns:r="http://schemas.openxmlformats.org/officeDocument/2006/relationships" id="267" r:id="R65a9eea64b2447c6"/>
    <p:sldId xmlns:r="http://schemas.openxmlformats.org/officeDocument/2006/relationships" id="268" r:id="R482aa234fe3c4bf0"/>
    <p:sldId xmlns:r="http://schemas.openxmlformats.org/officeDocument/2006/relationships" id="269" r:id="R08ec340ba0d94111"/>
    <p:sldId xmlns:r="http://schemas.openxmlformats.org/officeDocument/2006/relationships" id="270" r:id="R844d6afde25041bb"/>
    <p:sldId xmlns:r="http://schemas.openxmlformats.org/officeDocument/2006/relationships" id="271" r:id="R8c4d4eb678954f7c"/>
    <p:sldId xmlns:r="http://schemas.openxmlformats.org/officeDocument/2006/relationships" id="272" r:id="R35c31983138e4f59"/>
    <p:sldId xmlns:r="http://schemas.openxmlformats.org/officeDocument/2006/relationships" id="273" r:id="Rf97c44c08ef54b11"/>
    <p:sldId xmlns:r="http://schemas.openxmlformats.org/officeDocument/2006/relationships" id="274" r:id="R45469fe7a0324201"/>
    <p:sldId xmlns:r="http://schemas.openxmlformats.org/officeDocument/2006/relationships" id="275" r:id="R5f71e7c3f36944bd"/>
    <p:sldId xmlns:r="http://schemas.openxmlformats.org/officeDocument/2006/relationships" id="276" r:id="R4336439183a143ca"/>
    <p:sldId xmlns:r="http://schemas.openxmlformats.org/officeDocument/2006/relationships" id="277" r:id="R4c21aea40e4c411a"/>
    <p:sldId xmlns:r="http://schemas.openxmlformats.org/officeDocument/2006/relationships" id="278" r:id="R554adc2c49274a9a"/>
    <p:sldId xmlns:r="http://schemas.openxmlformats.org/officeDocument/2006/relationships" id="279" r:id="Rcd99a1f96e14468e"/>
    <p:sldId xmlns:r="http://schemas.openxmlformats.org/officeDocument/2006/relationships" id="280" r:id="R184e6d33e75a4142"/>
    <p:sldId xmlns:r="http://schemas.openxmlformats.org/officeDocument/2006/relationships" id="281" r:id="Rab8646921d914a1f"/>
    <p:sldId xmlns:r="http://schemas.openxmlformats.org/officeDocument/2006/relationships" id="282" r:id="R35c3f380a95d4e38"/>
    <p:sldId xmlns:r="http://schemas.openxmlformats.org/officeDocument/2006/relationships" id="283" r:id="Rab9535b6017e4cff"/>
    <p:sldId xmlns:r="http://schemas.openxmlformats.org/officeDocument/2006/relationships" id="284" r:id="Rf8805237fa654619"/>
    <p:sldId xmlns:r="http://schemas.openxmlformats.org/officeDocument/2006/relationships" id="285" r:id="Rc94fa559fccd42c3"/>
    <p:sldId xmlns:r="http://schemas.openxmlformats.org/officeDocument/2006/relationships" id="286" r:id="Rd80d65fec0fb4700"/>
    <p:sldId xmlns:r="http://schemas.openxmlformats.org/officeDocument/2006/relationships" id="287" r:id="Rc7bd9652421642c6"/>
    <p:sldId xmlns:r="http://schemas.openxmlformats.org/officeDocument/2006/relationships" id="288" r:id="R7a8b7213117d4016"/>
    <p:sldId xmlns:r="http://schemas.openxmlformats.org/officeDocument/2006/relationships" id="289" r:id="R2176033afe2748eb"/>
    <p:sldId xmlns:r="http://schemas.openxmlformats.org/officeDocument/2006/relationships" id="290" r:id="Refe863f393af48e1"/>
    <p:sldId xmlns:r="http://schemas.openxmlformats.org/officeDocument/2006/relationships" id="291" r:id="R93dd523257644254"/>
    <p:sldId xmlns:r="http://schemas.openxmlformats.org/officeDocument/2006/relationships" id="292" r:id="R1ba2318ef5ab496c"/>
    <p:sldId xmlns:r="http://schemas.openxmlformats.org/officeDocument/2006/relationships" id="293" r:id="R4ae6487fa56044c6"/>
    <p:sldId xmlns:r="http://schemas.openxmlformats.org/officeDocument/2006/relationships" id="294" r:id="Raa67a80cb3d74a53"/>
    <p:sldId xmlns:r="http://schemas.openxmlformats.org/officeDocument/2006/relationships" id="295" r:id="R94719cbfcf10418e"/>
    <p:sldId xmlns:r="http://schemas.openxmlformats.org/officeDocument/2006/relationships" id="296" r:id="R6b29c507bdbb4733"/>
    <p:sldId xmlns:r="http://schemas.openxmlformats.org/officeDocument/2006/relationships" id="297" r:id="Rcf1ebd9b96b348b4"/>
    <p:sldId xmlns:r="http://schemas.openxmlformats.org/officeDocument/2006/relationships" id="298" r:id="R93cad8aac91a4a6f"/>
    <p:sldId xmlns:r="http://schemas.openxmlformats.org/officeDocument/2006/relationships" id="299" r:id="Rfac6954eec254282"/>
    <p:sldId xmlns:r="http://schemas.openxmlformats.org/officeDocument/2006/relationships" id="300" r:id="Rb7836fc4d58a45d3"/>
    <p:sldId xmlns:r="http://schemas.openxmlformats.org/officeDocument/2006/relationships" id="301" r:id="Rcf6b1ae5da1947bc"/>
    <p:sldId xmlns:r="http://schemas.openxmlformats.org/officeDocument/2006/relationships" id="302" r:id="R3216f5981f0d43be"/>
    <p:sldId xmlns:r="http://schemas.openxmlformats.org/officeDocument/2006/relationships" id="303" r:id="R3028f119c721447a"/>
    <p:sldId xmlns:r="http://schemas.openxmlformats.org/officeDocument/2006/relationships" id="304" r:id="R574d7a5d24fa4cf6"/>
    <p:sldId xmlns:r="http://schemas.openxmlformats.org/officeDocument/2006/relationships" id="305" r:id="R18bf0ec7b30d49fb"/>
    <p:sldId xmlns:r="http://schemas.openxmlformats.org/officeDocument/2006/relationships" id="306" r:id="R9d60258c173b42ec"/>
    <p:sldId xmlns:r="http://schemas.openxmlformats.org/officeDocument/2006/relationships" id="307" r:id="R1fc514e286d64aac"/>
    <p:sldId xmlns:r="http://schemas.openxmlformats.org/officeDocument/2006/relationships" id="308" r:id="R6a0d980d0e1a414b"/>
    <p:sldId xmlns:r="http://schemas.openxmlformats.org/officeDocument/2006/relationships" id="309" r:id="R70ba6d4bee2448fd"/>
    <p:sldId xmlns:r="http://schemas.openxmlformats.org/officeDocument/2006/relationships" id="310" r:id="R45894ea6a4274c36"/>
    <p:sldId xmlns:r="http://schemas.openxmlformats.org/officeDocument/2006/relationships" id="311" r:id="R8ea1138121d3422e"/>
    <p:sldId xmlns:r="http://schemas.openxmlformats.org/officeDocument/2006/relationships" id="312" r:id="R6c35de3cf5d543de"/>
    <p:sldId xmlns:r="http://schemas.openxmlformats.org/officeDocument/2006/relationships" id="313" r:id="R9c03e73310f94e48"/>
    <p:sldId xmlns:r="http://schemas.openxmlformats.org/officeDocument/2006/relationships" id="314" r:id="R97f959fbafd74327"/>
    <p:sldId xmlns:r="http://schemas.openxmlformats.org/officeDocument/2006/relationships" id="315" r:id="R2039967e16834d61"/>
    <p:sldId xmlns:r="http://schemas.openxmlformats.org/officeDocument/2006/relationships" id="316" r:id="Rbe31254374ee482f"/>
    <p:sldId xmlns:r="http://schemas.openxmlformats.org/officeDocument/2006/relationships" id="317" r:id="R65612d0315ec4db2"/>
    <p:sldId xmlns:r="http://schemas.openxmlformats.org/officeDocument/2006/relationships" id="318" r:id="Rc35a1bd9bdaf4095"/>
    <p:sldId xmlns:r="http://schemas.openxmlformats.org/officeDocument/2006/relationships" id="319" r:id="R0c1ba7f138af4ecd"/>
    <p:sldId xmlns:r="http://schemas.openxmlformats.org/officeDocument/2006/relationships" id="320" r:id="R868dc3d6827440a9"/>
    <p:sldId xmlns:r="http://schemas.openxmlformats.org/officeDocument/2006/relationships" id="321" r:id="R421456e2f3e8405b"/>
    <p:sldId xmlns:r="http://schemas.openxmlformats.org/officeDocument/2006/relationships" id="322" r:id="R8374b179d21044f2"/>
    <p:sldId xmlns:r="http://schemas.openxmlformats.org/officeDocument/2006/relationships" id="323" r:id="R3f9cc4e442d444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60592e8f184b5f" /><Relationship Type="http://schemas.openxmlformats.org/officeDocument/2006/relationships/slideMaster" Target="/ppt/slideMasters/slideMaster1.xml" Id="R873a475904bb4a0e" /><Relationship Type="http://schemas.openxmlformats.org/officeDocument/2006/relationships/notesMaster" Target="/ppt/notesMasters/notesMaster1.xml" Id="R8bd1e613f4f5434d" /><Relationship Type="http://schemas.openxmlformats.org/officeDocument/2006/relationships/presProps" Target="/ppt/presProps.xml" Id="R6f6b84c9b7e241f0" /><Relationship Type="http://schemas.openxmlformats.org/officeDocument/2006/relationships/tableStyles" Target="/ppt/tableStyles.xml" Id="R8ca83b7e2bd449ff" /><Relationship Type="http://schemas.openxmlformats.org/officeDocument/2006/relationships/slide" Target="/ppt/slides/slide1.xml" Id="R4bd52bf3ae634e34" /><Relationship Type="http://schemas.openxmlformats.org/officeDocument/2006/relationships/slide" Target="/ppt/slides/slide2.xml" Id="Rb3448a1b301e471c" /><Relationship Type="http://schemas.openxmlformats.org/officeDocument/2006/relationships/slide" Target="/ppt/slides/slide3.xml" Id="Rbd20f2701dc344f1" /><Relationship Type="http://schemas.openxmlformats.org/officeDocument/2006/relationships/slide" Target="/ppt/slides/slide4.xml" Id="R7f8e20a4f48c4c5d" /><Relationship Type="http://schemas.openxmlformats.org/officeDocument/2006/relationships/slide" Target="/ppt/slides/slide5.xml" Id="R7783a76716834cd4" /><Relationship Type="http://schemas.openxmlformats.org/officeDocument/2006/relationships/slide" Target="/ppt/slides/slide6.xml" Id="R61c52af649db4773" /><Relationship Type="http://schemas.openxmlformats.org/officeDocument/2006/relationships/slide" Target="/ppt/slides/slide7.xml" Id="Rcf8bc01b02954442" /><Relationship Type="http://schemas.openxmlformats.org/officeDocument/2006/relationships/slide" Target="/ppt/slides/slide8.xml" Id="R89695910f3a74ed3" /><Relationship Type="http://schemas.openxmlformats.org/officeDocument/2006/relationships/slide" Target="/ppt/slides/slide9.xml" Id="Rfba3423bd503483a" /><Relationship Type="http://schemas.openxmlformats.org/officeDocument/2006/relationships/slide" Target="/ppt/slides/slide10.xml" Id="Rc448d24454c1449e" /><Relationship Type="http://schemas.openxmlformats.org/officeDocument/2006/relationships/slide" Target="/ppt/slides/slide11.xml" Id="Rb1094c6e2a474eac" /><Relationship Type="http://schemas.openxmlformats.org/officeDocument/2006/relationships/slide" Target="/ppt/slides/slide12.xml" Id="R65a9eea64b2447c6" /><Relationship Type="http://schemas.openxmlformats.org/officeDocument/2006/relationships/slide" Target="/ppt/slides/slide13.xml" Id="R482aa234fe3c4bf0" /><Relationship Type="http://schemas.openxmlformats.org/officeDocument/2006/relationships/slide" Target="/ppt/slides/slide14.xml" Id="R08ec340ba0d94111" /><Relationship Type="http://schemas.openxmlformats.org/officeDocument/2006/relationships/slide" Target="/ppt/slides/slide15.xml" Id="R844d6afde25041bb" /><Relationship Type="http://schemas.openxmlformats.org/officeDocument/2006/relationships/slide" Target="/ppt/slides/slide16.xml" Id="R8c4d4eb678954f7c" /><Relationship Type="http://schemas.openxmlformats.org/officeDocument/2006/relationships/slide" Target="/ppt/slides/slide17.xml" Id="R35c31983138e4f59" /><Relationship Type="http://schemas.openxmlformats.org/officeDocument/2006/relationships/slide" Target="/ppt/slides/slide18.xml" Id="Rf97c44c08ef54b11" /><Relationship Type="http://schemas.openxmlformats.org/officeDocument/2006/relationships/slide" Target="/ppt/slides/slide19.xml" Id="R45469fe7a0324201" /><Relationship Type="http://schemas.openxmlformats.org/officeDocument/2006/relationships/slide" Target="/ppt/slides/slide20.xml" Id="R5f71e7c3f36944bd" /><Relationship Type="http://schemas.openxmlformats.org/officeDocument/2006/relationships/slide" Target="/ppt/slides/slide21.xml" Id="R4336439183a143ca" /><Relationship Type="http://schemas.openxmlformats.org/officeDocument/2006/relationships/slide" Target="/ppt/slides/slide22.xml" Id="R4c21aea40e4c411a" /><Relationship Type="http://schemas.openxmlformats.org/officeDocument/2006/relationships/slide" Target="/ppt/slides/slide23.xml" Id="R554adc2c49274a9a" /><Relationship Type="http://schemas.openxmlformats.org/officeDocument/2006/relationships/slide" Target="/ppt/slides/slide24.xml" Id="Rcd99a1f96e14468e" /><Relationship Type="http://schemas.openxmlformats.org/officeDocument/2006/relationships/slide" Target="/ppt/slides/slide25.xml" Id="R184e6d33e75a4142" /><Relationship Type="http://schemas.openxmlformats.org/officeDocument/2006/relationships/slide" Target="/ppt/slides/slide26.xml" Id="Rab8646921d914a1f" /><Relationship Type="http://schemas.openxmlformats.org/officeDocument/2006/relationships/slide" Target="/ppt/slides/slide27.xml" Id="R35c3f380a95d4e38" /><Relationship Type="http://schemas.openxmlformats.org/officeDocument/2006/relationships/slide" Target="/ppt/slides/slide28.xml" Id="Rab9535b6017e4cff" /><Relationship Type="http://schemas.openxmlformats.org/officeDocument/2006/relationships/slide" Target="/ppt/slides/slide29.xml" Id="Rf8805237fa654619" /><Relationship Type="http://schemas.openxmlformats.org/officeDocument/2006/relationships/slide" Target="/ppt/slides/slide30.xml" Id="Rc94fa559fccd42c3" /><Relationship Type="http://schemas.openxmlformats.org/officeDocument/2006/relationships/slide" Target="/ppt/slides/slide31.xml" Id="Rd80d65fec0fb4700" /><Relationship Type="http://schemas.openxmlformats.org/officeDocument/2006/relationships/slide" Target="/ppt/slides/slide32.xml" Id="Rc7bd9652421642c6" /><Relationship Type="http://schemas.openxmlformats.org/officeDocument/2006/relationships/slide" Target="/ppt/slides/slide33.xml" Id="R7a8b7213117d4016" /><Relationship Type="http://schemas.openxmlformats.org/officeDocument/2006/relationships/slide" Target="/ppt/slides/slide34.xml" Id="R2176033afe2748eb" /><Relationship Type="http://schemas.openxmlformats.org/officeDocument/2006/relationships/slide" Target="/ppt/slides/slide35.xml" Id="Refe863f393af48e1" /><Relationship Type="http://schemas.openxmlformats.org/officeDocument/2006/relationships/slide" Target="/ppt/slides/slide36.xml" Id="R93dd523257644254" /><Relationship Type="http://schemas.openxmlformats.org/officeDocument/2006/relationships/slide" Target="/ppt/slides/slide37.xml" Id="R1ba2318ef5ab496c" /><Relationship Type="http://schemas.openxmlformats.org/officeDocument/2006/relationships/slide" Target="/ppt/slides/slide38.xml" Id="R4ae6487fa56044c6" /><Relationship Type="http://schemas.openxmlformats.org/officeDocument/2006/relationships/slide" Target="/ppt/slides/slide39.xml" Id="Raa67a80cb3d74a53" /><Relationship Type="http://schemas.openxmlformats.org/officeDocument/2006/relationships/slide" Target="/ppt/slides/slide40.xml" Id="R94719cbfcf10418e" /><Relationship Type="http://schemas.openxmlformats.org/officeDocument/2006/relationships/slide" Target="/ppt/slides/slide41.xml" Id="R6b29c507bdbb4733" /><Relationship Type="http://schemas.openxmlformats.org/officeDocument/2006/relationships/slide" Target="/ppt/slides/slide42.xml" Id="Rcf1ebd9b96b348b4" /><Relationship Type="http://schemas.openxmlformats.org/officeDocument/2006/relationships/slide" Target="/ppt/slides/slide43.xml" Id="R93cad8aac91a4a6f" /><Relationship Type="http://schemas.openxmlformats.org/officeDocument/2006/relationships/slide" Target="/ppt/slides/slide44.xml" Id="Rfac6954eec254282" /><Relationship Type="http://schemas.openxmlformats.org/officeDocument/2006/relationships/slide" Target="/ppt/slides/slide45.xml" Id="Rb7836fc4d58a45d3" /><Relationship Type="http://schemas.openxmlformats.org/officeDocument/2006/relationships/slide" Target="/ppt/slides/slide46.xml" Id="Rcf6b1ae5da1947bc" /><Relationship Type="http://schemas.openxmlformats.org/officeDocument/2006/relationships/slide" Target="/ppt/slides/slide47.xml" Id="R3216f5981f0d43be" /><Relationship Type="http://schemas.openxmlformats.org/officeDocument/2006/relationships/slide" Target="/ppt/slides/slide48.xml" Id="R3028f119c721447a" /><Relationship Type="http://schemas.openxmlformats.org/officeDocument/2006/relationships/slide" Target="/ppt/slides/slide49.xml" Id="R574d7a5d24fa4cf6" /><Relationship Type="http://schemas.openxmlformats.org/officeDocument/2006/relationships/slide" Target="/ppt/slides/slide50.xml" Id="R18bf0ec7b30d49fb" /><Relationship Type="http://schemas.openxmlformats.org/officeDocument/2006/relationships/slide" Target="/ppt/slides/slide51.xml" Id="R9d60258c173b42ec" /><Relationship Type="http://schemas.openxmlformats.org/officeDocument/2006/relationships/slide" Target="/ppt/slides/slide52.xml" Id="R1fc514e286d64aac" /><Relationship Type="http://schemas.openxmlformats.org/officeDocument/2006/relationships/slide" Target="/ppt/slides/slide53.xml" Id="R6a0d980d0e1a414b" /><Relationship Type="http://schemas.openxmlformats.org/officeDocument/2006/relationships/slide" Target="/ppt/slides/slide54.xml" Id="R70ba6d4bee2448fd" /><Relationship Type="http://schemas.openxmlformats.org/officeDocument/2006/relationships/slide" Target="/ppt/slides/slide55.xml" Id="R45894ea6a4274c36" /><Relationship Type="http://schemas.openxmlformats.org/officeDocument/2006/relationships/slide" Target="/ppt/slides/slide56.xml" Id="R8ea1138121d3422e" /><Relationship Type="http://schemas.openxmlformats.org/officeDocument/2006/relationships/slide" Target="/ppt/slides/slide57.xml" Id="R6c35de3cf5d543de" /><Relationship Type="http://schemas.openxmlformats.org/officeDocument/2006/relationships/slide" Target="/ppt/slides/slide58.xml" Id="R9c03e73310f94e48" /><Relationship Type="http://schemas.openxmlformats.org/officeDocument/2006/relationships/slide" Target="/ppt/slides/slide59.xml" Id="R97f959fbafd74327" /><Relationship Type="http://schemas.openxmlformats.org/officeDocument/2006/relationships/slide" Target="/ppt/slides/slide60.xml" Id="R2039967e16834d61" /><Relationship Type="http://schemas.openxmlformats.org/officeDocument/2006/relationships/slide" Target="/ppt/slides/slide61.xml" Id="Rbe31254374ee482f" /><Relationship Type="http://schemas.openxmlformats.org/officeDocument/2006/relationships/slide" Target="/ppt/slides/slide62.xml" Id="R65612d0315ec4db2" /><Relationship Type="http://schemas.openxmlformats.org/officeDocument/2006/relationships/slide" Target="/ppt/slides/slide63.xml" Id="Rc35a1bd9bdaf4095" /><Relationship Type="http://schemas.openxmlformats.org/officeDocument/2006/relationships/slide" Target="/ppt/slides/slide64.xml" Id="R0c1ba7f138af4ecd" /><Relationship Type="http://schemas.openxmlformats.org/officeDocument/2006/relationships/slide" Target="/ppt/slides/slide65.xml" Id="R868dc3d6827440a9" /><Relationship Type="http://schemas.openxmlformats.org/officeDocument/2006/relationships/slide" Target="/ppt/slides/slide66.xml" Id="R421456e2f3e8405b" /><Relationship Type="http://schemas.openxmlformats.org/officeDocument/2006/relationships/slide" Target="/ppt/slides/slide67.xml" Id="R8374b179d21044f2" /><Relationship Type="http://schemas.openxmlformats.org/officeDocument/2006/relationships/slide" Target="/ppt/slides/slide68.xml" Id="R3f9cc4e442d444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ce51079c8342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550009bcd1435f" /><Relationship Type="http://schemas.openxmlformats.org/officeDocument/2006/relationships/notesMaster" Target="/ppt/notesMasters/notesMaster1.xml" Id="R585942d0ff3345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d78e6c17a944bb" /><Relationship Type="http://schemas.openxmlformats.org/officeDocument/2006/relationships/notesMaster" Target="/ppt/notesMasters/notesMaster1.xml" Id="Rebb37c04901b42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88697e41204ad3" /><Relationship Type="http://schemas.openxmlformats.org/officeDocument/2006/relationships/notesMaster" Target="/ppt/notesMasters/notesMaster1.xml" Id="R7d2d337d894044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d64b29f1884172" /><Relationship Type="http://schemas.openxmlformats.org/officeDocument/2006/relationships/notesMaster" Target="/ppt/notesMasters/notesMaster1.xml" Id="R251ff54caed84d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5c26cc85af49cb" /><Relationship Type="http://schemas.openxmlformats.org/officeDocument/2006/relationships/notesMaster" Target="/ppt/notesMasters/notesMaster1.xml" Id="R5bbf60a482334e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51e711724541b0" /><Relationship Type="http://schemas.openxmlformats.org/officeDocument/2006/relationships/notesMaster" Target="/ppt/notesMasters/notesMaster1.xml" Id="Rc761f7c05a3647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2c653fb189409b" /><Relationship Type="http://schemas.openxmlformats.org/officeDocument/2006/relationships/notesMaster" Target="/ppt/notesMasters/notesMaster1.xml" Id="R4e90273fa40845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71e186cf54409e" /><Relationship Type="http://schemas.openxmlformats.org/officeDocument/2006/relationships/notesMaster" Target="/ppt/notesMasters/notesMaster1.xml" Id="R1b586726561a44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440919adf74ebe" /><Relationship Type="http://schemas.openxmlformats.org/officeDocument/2006/relationships/notesMaster" Target="/ppt/notesMasters/notesMaster1.xml" Id="Rf3327c4c46fe49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78821b4cc54d1b" /><Relationship Type="http://schemas.openxmlformats.org/officeDocument/2006/relationships/notesMaster" Target="/ppt/notesMasters/notesMaster1.xml" Id="Rda56ab48c9a242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009d821a5b445a" /><Relationship Type="http://schemas.openxmlformats.org/officeDocument/2006/relationships/notesMaster" Target="/ppt/notesMasters/notesMaster1.xml" Id="Rbd0c331fb54843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e8ede108df47d6" /><Relationship Type="http://schemas.openxmlformats.org/officeDocument/2006/relationships/notesMaster" Target="/ppt/notesMasters/notesMaster1.xml" Id="R8bdb3c3d477340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34af7b60474eba" /><Relationship Type="http://schemas.openxmlformats.org/officeDocument/2006/relationships/notesMaster" Target="/ppt/notesMasters/notesMaster1.xml" Id="Rb1f1fe22926a4c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d1fb2a5859442c" /><Relationship Type="http://schemas.openxmlformats.org/officeDocument/2006/relationships/notesMaster" Target="/ppt/notesMasters/notesMaster1.xml" Id="R042dfa35b64346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7c3a66f00bc4cd8" /><Relationship Type="http://schemas.openxmlformats.org/officeDocument/2006/relationships/notesMaster" Target="/ppt/notesMasters/notesMaster1.xml" Id="R4f0b75b36ed8459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f8cc2bb3ce54005" /><Relationship Type="http://schemas.openxmlformats.org/officeDocument/2006/relationships/notesMaster" Target="/ppt/notesMasters/notesMaster1.xml" Id="R766f6af32e9a420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6c265f802c44c58" /><Relationship Type="http://schemas.openxmlformats.org/officeDocument/2006/relationships/notesMaster" Target="/ppt/notesMasters/notesMaster1.xml" Id="Rb01f18141760494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2d4108d92d74a5f" /><Relationship Type="http://schemas.openxmlformats.org/officeDocument/2006/relationships/notesMaster" Target="/ppt/notesMasters/notesMaster1.xml" Id="R370ec39cbea3489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85c41656c534f3d" /><Relationship Type="http://schemas.openxmlformats.org/officeDocument/2006/relationships/notesMaster" Target="/ppt/notesMasters/notesMaster1.xml" Id="R25a63a78eeea438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3045cc7371349f4" /><Relationship Type="http://schemas.openxmlformats.org/officeDocument/2006/relationships/notesMaster" Target="/ppt/notesMasters/notesMaster1.xml" Id="R0a3118f35124441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28132c78c064ff0" /><Relationship Type="http://schemas.openxmlformats.org/officeDocument/2006/relationships/notesMaster" Target="/ppt/notesMasters/notesMaster1.xml" Id="R13ed95ccf995429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5ff7ae4f6754fc7" /><Relationship Type="http://schemas.openxmlformats.org/officeDocument/2006/relationships/notesMaster" Target="/ppt/notesMasters/notesMaster1.xml" Id="Rfa8fc799cea34db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2dde04a4eb546ea" /><Relationship Type="http://schemas.openxmlformats.org/officeDocument/2006/relationships/notesMaster" Target="/ppt/notesMasters/notesMaster1.xml" Id="Ra11ca8f755bf438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466c9a3f3b54b6b" /><Relationship Type="http://schemas.openxmlformats.org/officeDocument/2006/relationships/notesMaster" Target="/ppt/notesMasters/notesMaster1.xml" Id="R8bb88613a6b040b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624c43485414953" /><Relationship Type="http://schemas.openxmlformats.org/officeDocument/2006/relationships/notesMaster" Target="/ppt/notesMasters/notesMaster1.xml" Id="R5d6542bba552414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7da0404ae0b427f" /><Relationship Type="http://schemas.openxmlformats.org/officeDocument/2006/relationships/notesMaster" Target="/ppt/notesMasters/notesMaster1.xml" Id="R677dab9a3f3a470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048ecb54e7b4e7d" /><Relationship Type="http://schemas.openxmlformats.org/officeDocument/2006/relationships/notesMaster" Target="/ppt/notesMasters/notesMaster1.xml" Id="Re806a1fa387a488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d8fe934b86a4373" /><Relationship Type="http://schemas.openxmlformats.org/officeDocument/2006/relationships/notesMaster" Target="/ppt/notesMasters/notesMaster1.xml" Id="R896ea08210434d6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a60c2d8060949ac" /><Relationship Type="http://schemas.openxmlformats.org/officeDocument/2006/relationships/notesMaster" Target="/ppt/notesMasters/notesMaster1.xml" Id="R5fc28ff6df924ac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2f432ee87e14b6a" /><Relationship Type="http://schemas.openxmlformats.org/officeDocument/2006/relationships/notesMaster" Target="/ppt/notesMasters/notesMaster1.xml" Id="R2d6628d097e5401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b2dfa5c8d764152" /><Relationship Type="http://schemas.openxmlformats.org/officeDocument/2006/relationships/notesMaster" Target="/ppt/notesMasters/notesMaster1.xml" Id="Rff475a0fc0554e6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6b441751be54a51" /><Relationship Type="http://schemas.openxmlformats.org/officeDocument/2006/relationships/notesMaster" Target="/ppt/notesMasters/notesMaster1.xml" Id="R10321c6aba90451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6b97cd738694e85" /><Relationship Type="http://schemas.openxmlformats.org/officeDocument/2006/relationships/notesMaster" Target="/ppt/notesMasters/notesMaster1.xml" Id="Rab1ca2c5e0af43f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2a2045cd1ee4016" /><Relationship Type="http://schemas.openxmlformats.org/officeDocument/2006/relationships/notesMaster" Target="/ppt/notesMasters/notesMaster1.xml" Id="R3b1d7c1f543240a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644358932294d9c" /><Relationship Type="http://schemas.openxmlformats.org/officeDocument/2006/relationships/notesMaster" Target="/ppt/notesMasters/notesMaster1.xml" Id="R72ec7b51f71b411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e8d1e6ece9843c6" /><Relationship Type="http://schemas.openxmlformats.org/officeDocument/2006/relationships/notesMaster" Target="/ppt/notesMasters/notesMaster1.xml" Id="Rfc2b2b8c84244c8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137f12021f14c28" /><Relationship Type="http://schemas.openxmlformats.org/officeDocument/2006/relationships/notesMaster" Target="/ppt/notesMasters/notesMaster1.xml" Id="Rd776c601e0f74e8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b317662786a435b" /><Relationship Type="http://schemas.openxmlformats.org/officeDocument/2006/relationships/notesMaster" Target="/ppt/notesMasters/notesMaster1.xml" Id="R95b88e564e6c43b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4062d7c714e4bf6" /><Relationship Type="http://schemas.openxmlformats.org/officeDocument/2006/relationships/notesMaster" Target="/ppt/notesMasters/notesMaster1.xml" Id="R05c4ae155cbd4a8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70d5cbcc4324391" /><Relationship Type="http://schemas.openxmlformats.org/officeDocument/2006/relationships/notesMaster" Target="/ppt/notesMasters/notesMaster1.xml" Id="R73a2ae5169c54f5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874a9ea2ffa4d6c" /><Relationship Type="http://schemas.openxmlformats.org/officeDocument/2006/relationships/notesMaster" Target="/ppt/notesMasters/notesMaster1.xml" Id="R2e29107d65a8433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41d378e3e0242c6" /><Relationship Type="http://schemas.openxmlformats.org/officeDocument/2006/relationships/notesMaster" Target="/ppt/notesMasters/notesMaster1.xml" Id="R3ea08ce6124e4a5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8fe51dc04a1498c" /><Relationship Type="http://schemas.openxmlformats.org/officeDocument/2006/relationships/notesMaster" Target="/ppt/notesMasters/notesMaster1.xml" Id="R1807120723d04c9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e1ad0c86c564242" /><Relationship Type="http://schemas.openxmlformats.org/officeDocument/2006/relationships/notesMaster" Target="/ppt/notesMasters/notesMaster1.xml" Id="R745983ddb91749d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7cb6da5f2db4443" /><Relationship Type="http://schemas.openxmlformats.org/officeDocument/2006/relationships/notesMaster" Target="/ppt/notesMasters/notesMaster1.xml" Id="R801a50a27a05471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3787b34a03442f7" /><Relationship Type="http://schemas.openxmlformats.org/officeDocument/2006/relationships/notesMaster" Target="/ppt/notesMasters/notesMaster1.xml" Id="Rf3fb1d63ffdc42c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799644bd7db4fea" /><Relationship Type="http://schemas.openxmlformats.org/officeDocument/2006/relationships/notesMaster" Target="/ppt/notesMasters/notesMaster1.xml" Id="Rb92dd3d2ef29453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75312d02cb14ef7" /><Relationship Type="http://schemas.openxmlformats.org/officeDocument/2006/relationships/notesMaster" Target="/ppt/notesMasters/notesMaster1.xml" Id="Ra74e486db8c34f6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0b82e9874ff4c83" /><Relationship Type="http://schemas.openxmlformats.org/officeDocument/2006/relationships/notesMaster" Target="/ppt/notesMasters/notesMaster1.xml" Id="R31c743be52884a8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099fd28fa0749e3" /><Relationship Type="http://schemas.openxmlformats.org/officeDocument/2006/relationships/notesMaster" Target="/ppt/notesMasters/notesMaster1.xml" Id="Re86f9a7c9a744d7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1fbda5324224913" /><Relationship Type="http://schemas.openxmlformats.org/officeDocument/2006/relationships/notesMaster" Target="/ppt/notesMasters/notesMaster1.xml" Id="R13bed4913cf54d6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d5a6ec29e564057" /><Relationship Type="http://schemas.openxmlformats.org/officeDocument/2006/relationships/notesMaster" Target="/ppt/notesMasters/notesMaster1.xml" Id="R86b07ef9926b4cd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a695e6c3902c4bf5" /><Relationship Type="http://schemas.openxmlformats.org/officeDocument/2006/relationships/notesMaster" Target="/ppt/notesMasters/notesMaster1.xml" Id="Rea1b9861e1674e5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8ac336717b6341fc" /><Relationship Type="http://schemas.openxmlformats.org/officeDocument/2006/relationships/notesMaster" Target="/ppt/notesMasters/notesMaster1.xml" Id="R64b06c1cdb9b43d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fa44412c3b14c5d" /><Relationship Type="http://schemas.openxmlformats.org/officeDocument/2006/relationships/notesMaster" Target="/ppt/notesMasters/notesMaster1.xml" Id="R476d255638354f4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0d86d3bb61844df" /><Relationship Type="http://schemas.openxmlformats.org/officeDocument/2006/relationships/notesMaster" Target="/ppt/notesMasters/notesMaster1.xml" Id="Rcded2fd66640472d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cf36465ff1c84ecd" /><Relationship Type="http://schemas.openxmlformats.org/officeDocument/2006/relationships/notesMaster" Target="/ppt/notesMasters/notesMaster1.xml" Id="Rbe38f6067c8943d9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e7578cae60ea4834" /><Relationship Type="http://schemas.openxmlformats.org/officeDocument/2006/relationships/notesMaster" Target="/ppt/notesMasters/notesMaster1.xml" Id="R94272ee27b2c47f0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d06eb10dfa1473e" /><Relationship Type="http://schemas.openxmlformats.org/officeDocument/2006/relationships/notesMaster" Target="/ppt/notesMasters/notesMaster1.xml" Id="R495bf08de5cb40a2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e71815aa64b5492a" /><Relationship Type="http://schemas.openxmlformats.org/officeDocument/2006/relationships/notesMaster" Target="/ppt/notesMasters/notesMaster1.xml" Id="Rcdba57da3bbf432d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3c0973b142cb4cef" /><Relationship Type="http://schemas.openxmlformats.org/officeDocument/2006/relationships/notesMaster" Target="/ppt/notesMasters/notesMaster1.xml" Id="R0196a018c7aa41ef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bbc63818ac53451d" /><Relationship Type="http://schemas.openxmlformats.org/officeDocument/2006/relationships/notesMaster" Target="/ppt/notesMasters/notesMaster1.xml" Id="R861f1e56b13f4ec2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305bd6973e2c441f" /><Relationship Type="http://schemas.openxmlformats.org/officeDocument/2006/relationships/notesMaster" Target="/ppt/notesMasters/notesMaster1.xml" Id="Rc35a21b7f07f4dd1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dba15389c0454150" /><Relationship Type="http://schemas.openxmlformats.org/officeDocument/2006/relationships/notesMaster" Target="/ppt/notesMasters/notesMaster1.xml" Id="Rb67e90dafe9941c0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bdfa7326333644bf" /><Relationship Type="http://schemas.openxmlformats.org/officeDocument/2006/relationships/notesMaster" Target="/ppt/notesMasters/notesMaster1.xml" Id="R74321ab0a52f4056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22305532f7a34b82" /><Relationship Type="http://schemas.openxmlformats.org/officeDocument/2006/relationships/notesMaster" Target="/ppt/notesMasters/notesMaster1.xml" Id="R0b166b613d184cfe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bba8840b581f4ee9" /><Relationship Type="http://schemas.openxmlformats.org/officeDocument/2006/relationships/notesMaster" Target="/ppt/notesMasters/notesMaster1.xml" Id="R310508c82cbc44ed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c627ef059e2f45d0" /><Relationship Type="http://schemas.openxmlformats.org/officeDocument/2006/relationships/notesMaster" Target="/ppt/notesMasters/notesMaster1.xml" Id="Ra888df0643c946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파일 저장은 현재 내용을 디스크에 쓰는 행동입니다. Git 커밋은 선택한 파일 상태에 설명을 붙여 변경 이력으로 남기는 행동입니다. 최신 파일만 보관하는 것과 과거 상태를 비교할 수 있는 기록은 다릅니다.</a:t>
            </a:r>
          </a:p>
          <a:p xmlns:a="http://schemas.openxmlformats.org/drawingml/2006/main">
            <a:r>
              <a:t>필요성: 최종·진짜최종 같은 파일명을 계속 만들면 어떤 변경이 어느 목적이었는지 찾기 어렵습니다. 같은 파일의 변경을 기록하면 이전 내용과 현재 내용을 비교할 수 있습니다.</a:t>
            </a:r>
          </a:p>
          <a:p xmlns:a="http://schemas.openxmlformats.org/drawingml/2006/main">
            <a:r>
              <a:t>예: README의 안내를 바꿔 저장한 직후에는 편집한 파일은 달라졌지만 새 커밋이 생기지는 않습니다. 나중에 선택·기록 단계를 거쳐야 그 변경이 이력에 남습니다.</a:t>
            </a:r>
          </a:p>
          <a:p xmlns:a="http://schemas.openxmlformats.org/drawingml/2006/main">
            <a:r>
              <a:t>반례: Git을 설치했다고 모든 폴더가 자동으로 추적되지는 않습니다. 저장소를 만들고 관리할 파일을 선택해야 합니다. GitHub 로그인도 로컬 변경 기록의 필수 조건은 아닙니다.</a:t>
            </a:r>
          </a:p>
          <a:p xmlns:a="http://schemas.openxmlformats.org/drawingml/2006/main">
            <a:r>
              <a:t>질문: 인터넷이 끊겨도 로컬 커밋을 만들 수 있나요?</a:t>
            </a:r>
          </a:p>
          <a:p xmlns:a="http://schemas.openxmlformats.org/drawingml/2006/main">
            <a:r>
              <a:t>풀이: Git이 준비된 로컬 저장소에서는 가능합니다. 공유 작업과 구별합니다.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파일 저장은 현재 내용을 디스크에 쓰는 행동입니다. Git 커밋은 선택한 파일 상태에 설명을 붙여 변경 이력으로 남기는 행동입니다. 최신 파일만 보관하는 것과 과거 상태를 비교할 수 있는 기록은 다릅니다.</a:t>
            </a:r>
          </a:p>
          <a:p xmlns:a="http://schemas.openxmlformats.org/drawingml/2006/main">
            <a:r>
              <a:t>필요성: 최종·진짜최종 같은 파일명을 계속 만들면 어떤 변경이 어느 목적이었는지 찾기 어렵습니다. 같은 파일의 변경을 기록하면 이전 내용과 현재 내용을 비교할 수 있습니다.</a:t>
            </a:r>
          </a:p>
          <a:p xmlns:a="http://schemas.openxmlformats.org/drawingml/2006/main">
            <a:r>
              <a:t>예: README의 안내를 바꿔 저장한 직후에는 편집한 파일은 달라졌지만 새 커밋이 생기지는 않습니다. 나중에 선택·기록 단계를 거쳐야 그 변경이 이력에 남습니다.</a:t>
            </a:r>
          </a:p>
          <a:p xmlns:a="http://schemas.openxmlformats.org/drawingml/2006/main">
            <a:r>
              <a:t>반례: Git을 설치했다고 모든 폴더가 자동으로 추적되지는 않습니다. 저장소를 만들고 관리할 파일을 선택해야 합니다. GitHub 로그인도 로컬 변경 기록의 필수 조건은 아닙니다.</a:t>
            </a:r>
          </a:p>
          <a:p xmlns:a="http://schemas.openxmlformats.org/drawingml/2006/main">
            <a:r>
              <a:t>질문: 인터넷이 끊겨도 로컬 커밋을 만들 수 있나요?</a:t>
            </a:r>
          </a:p>
          <a:p xmlns:a="http://schemas.openxmlformats.org/drawingml/2006/main">
            <a:r>
              <a:t>풀이: Git이 준비된 로컬 저장소에서는 가능합니다. 공유 작업과 구별합니다.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파일 저장은 현재 내용을 디스크에 쓰는 행동입니다. Git 커밋은 선택한 파일 상태에 설명을 붙여 변경 이력으로 남기는 행동입니다. 최신 파일만 보관하는 것과 과거 상태를 비교할 수 있는 기록은 다릅니다.</a:t>
            </a:r>
          </a:p>
          <a:p xmlns:a="http://schemas.openxmlformats.org/drawingml/2006/main">
            <a:r>
              <a:t>필요성: 최종·진짜최종 같은 파일명을 계속 만들면 어떤 변경이 어느 목적이었는지 찾기 어렵습니다. 같은 파일의 변경을 기록하면 이전 내용과 현재 내용을 비교할 수 있습니다.</a:t>
            </a:r>
          </a:p>
          <a:p xmlns:a="http://schemas.openxmlformats.org/drawingml/2006/main">
            <a:r>
              <a:t>예: README의 안내를 바꿔 저장한 직후에는 편집한 파일은 달라졌지만 새 커밋이 생기지는 않습니다. 나중에 선택·기록 단계를 거쳐야 그 변경이 이력에 남습니다.</a:t>
            </a:r>
          </a:p>
          <a:p xmlns:a="http://schemas.openxmlformats.org/drawingml/2006/main">
            <a:r>
              <a:t>반례: Git을 설치했다고 모든 폴더가 자동으로 추적되지는 않습니다. 저장소를 만들고 관리할 파일을 선택해야 합니다. GitHub 로그인도 로컬 변경 기록의 필수 조건은 아닙니다.</a:t>
            </a:r>
          </a:p>
          <a:p xmlns:a="http://schemas.openxmlformats.org/drawingml/2006/main">
            <a:r>
              <a:t>질문: 인터넷이 끊겨도 로컬 커밋을 만들 수 있나요?</a:t>
            </a:r>
          </a:p>
          <a:p xmlns:a="http://schemas.openxmlformats.org/drawingml/2006/main">
            <a:r>
              <a:t>풀이: Git이 준비된 로컬 저장소에서는 가능합니다. 공유 작업과 구별합니다.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 init은 지정한 폴더를 Git 저장소로 시작합니다. .git에는 변경 기록과 설정이 들어 있습니다. 작성자 이름과 이메일은 커밋에 남는 정보이며 로그인 암호가 아닙니다.</a:t>
            </a:r>
          </a:p>
          <a:p xmlns:a="http://schemas.openxmlformats.org/drawingml/2006/main">
            <a:r>
              <a:t>필요성: 실제 프로젝트와 분리한 연습 폴더를 사용해야 명령의 범위를 분명히 볼 수 있습니다. 설정은 --local로 이번 저장소에만 적용하며 컴퓨터 전체 설정을 바꾸지 않습니다.</a:t>
            </a:r>
          </a:p>
          <a:p xmlns:a="http://schemas.openxmlformats.org/drawingml/2006/main">
            <a:r>
              <a:t>예: course의 work 아래 git-lab을 만들고 그 안에서 시작합니다. main은 첫 브랜치 이름입니다. user.email은 실습용 .invalid 주소를 쓰며 실제 GitHub 계정 인증을 수행하지 않습니다.</a:t>
            </a:r>
          </a:p>
          <a:p xmlns:a="http://schemas.openxmlformats.org/drawingml/2006/main">
            <a:r>
              <a:t>반례: 상위 KDigital_PhysicalAI 프로젝트에서 init·restore를 실행하지 않습니다. 매번 현재 위치와 git rev-parse 결과로 연습 저장소 경계를 확인합니다.</a:t>
            </a:r>
          </a:p>
          <a:p xmlns:a="http://schemas.openxmlformats.org/drawingml/2006/main">
            <a:r>
              <a:t>질문: 이메일 설정은 GitHub 로그인인가요?</a:t>
            </a:r>
          </a:p>
          <a:p xmlns:a="http://schemas.openxmlformats.org/drawingml/2006/main">
            <a:r>
              <a:t>풀이: 커밋 작성자 정보이며 로그인이나 권한 인증이 아닙니다.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 init은 지정한 폴더를 Git 저장소로 시작합니다. .git에는 변경 기록과 설정이 들어 있습니다. 작성자 이름과 이메일은 커밋에 남는 정보이며 로그인 암호가 아닙니다.</a:t>
            </a:r>
          </a:p>
          <a:p xmlns:a="http://schemas.openxmlformats.org/drawingml/2006/main">
            <a:r>
              <a:t>필요성: 실제 프로젝트와 분리한 연습 폴더를 사용해야 명령의 범위를 분명히 볼 수 있습니다. 설정은 --local로 이번 저장소에만 적용하며 컴퓨터 전체 설정을 바꾸지 않습니다.</a:t>
            </a:r>
          </a:p>
          <a:p xmlns:a="http://schemas.openxmlformats.org/drawingml/2006/main">
            <a:r>
              <a:t>예: course의 work 아래 git-lab을 만들고 그 안에서 시작합니다. main은 첫 브랜치 이름입니다. user.email은 실습용 .invalid 주소를 쓰며 실제 GitHub 계정 인증을 수행하지 않습니다.</a:t>
            </a:r>
          </a:p>
          <a:p xmlns:a="http://schemas.openxmlformats.org/drawingml/2006/main">
            <a:r>
              <a:t>반례: 상위 KDigital_PhysicalAI 프로젝트에서 init·restore를 실행하지 않습니다. 매번 현재 위치와 git rev-parse 결과로 연습 저장소 경계를 확인합니다.</a:t>
            </a:r>
          </a:p>
          <a:p xmlns:a="http://schemas.openxmlformats.org/drawingml/2006/main">
            <a:r>
              <a:t>질문: 이메일 설정은 GitHub 로그인인가요?</a:t>
            </a:r>
          </a:p>
          <a:p xmlns:a="http://schemas.openxmlformats.org/drawingml/2006/main">
            <a:r>
              <a:t>풀이: 커밋 작성자 정보이며 로그인이나 권한 인증이 아닙니다.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 init은 지정한 폴더를 Git 저장소로 시작합니다. .git에는 변경 기록과 설정이 들어 있습니다. 작성자 이름과 이메일은 커밋에 남는 정보이며 로그인 암호가 아닙니다.</a:t>
            </a:r>
          </a:p>
          <a:p xmlns:a="http://schemas.openxmlformats.org/drawingml/2006/main">
            <a:r>
              <a:t>필요성: 실제 프로젝트와 분리한 연습 폴더를 사용해야 명령의 범위를 분명히 볼 수 있습니다. 설정은 --local로 이번 저장소에만 적용하며 컴퓨터 전체 설정을 바꾸지 않습니다.</a:t>
            </a:r>
          </a:p>
          <a:p xmlns:a="http://schemas.openxmlformats.org/drawingml/2006/main">
            <a:r>
              <a:t>예: course의 work 아래 git-lab을 만들고 그 안에서 시작합니다. main은 첫 브랜치 이름입니다. user.email은 실습용 .invalid 주소를 쓰며 실제 GitHub 계정 인증을 수행하지 않습니다.</a:t>
            </a:r>
          </a:p>
          <a:p xmlns:a="http://schemas.openxmlformats.org/drawingml/2006/main">
            <a:r>
              <a:t>반례: 상위 KDigital_PhysicalAI 프로젝트에서 init·restore를 실행하지 않습니다. 매번 현재 위치와 git rev-parse 결과로 연습 저장소 경계를 확인합니다.</a:t>
            </a:r>
          </a:p>
          <a:p xmlns:a="http://schemas.openxmlformats.org/drawingml/2006/main">
            <a:r>
              <a:t>질문: 이메일 설정은 GitHub 로그인인가요?</a:t>
            </a:r>
          </a:p>
          <a:p xmlns:a="http://schemas.openxmlformats.org/drawingml/2006/main">
            <a:r>
              <a:t>풀이: 커밋 작성자 정보이며 로그인이나 권한 인증이 아닙니다.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 init은 지정한 폴더를 Git 저장소로 시작합니다. .git에는 변경 기록과 설정이 들어 있습니다. 작성자 이름과 이메일은 커밋에 남는 정보이며 로그인 암호가 아닙니다.</a:t>
            </a:r>
          </a:p>
          <a:p xmlns:a="http://schemas.openxmlformats.org/drawingml/2006/main">
            <a:r>
              <a:t>필요성: 실제 프로젝트와 분리한 연습 폴더를 사용해야 명령의 범위를 분명히 볼 수 있습니다. 설정은 --local로 이번 저장소에만 적용하며 컴퓨터 전체 설정을 바꾸지 않습니다.</a:t>
            </a:r>
          </a:p>
          <a:p xmlns:a="http://schemas.openxmlformats.org/drawingml/2006/main">
            <a:r>
              <a:t>예: course의 work 아래 git-lab을 만들고 그 안에서 시작합니다. main은 첫 브랜치 이름입니다. user.email은 실습용 .invalid 주소를 쓰며 실제 GitHub 계정 인증을 수행하지 않습니다.</a:t>
            </a:r>
          </a:p>
          <a:p xmlns:a="http://schemas.openxmlformats.org/drawingml/2006/main">
            <a:r>
              <a:t>반례: 상위 KDigital_PhysicalAI 프로젝트에서 init·restore를 실행하지 않습니다. 매번 현재 위치와 git rev-parse 결과로 연습 저장소 경계를 확인합니다.</a:t>
            </a:r>
          </a:p>
          <a:p xmlns:a="http://schemas.openxmlformats.org/drawingml/2006/main">
            <a:r>
              <a:t>질문: 이메일 설정은 GitHub 로그인인가요?</a:t>
            </a:r>
          </a:p>
          <a:p xmlns:a="http://schemas.openxmlformats.org/drawingml/2006/main">
            <a:r>
              <a:t>풀이: 커밋 작성자 정보이며 로그인이나 권한 인증이 아닙니다.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 status는 현재 작업 파일과 스테이징 상태를 보여 줍니다. 처음 만든 파일의 ??는 아직 Git이 추적하지 않는 파일이라는 짧은 표시입니다.</a:t>
            </a:r>
          </a:p>
          <a:p xmlns:a="http://schemas.openxmlformats.org/drawingml/2006/main">
            <a:r>
              <a:t>필요성: 파일이 폴더에 존재한다는 사실과 이력에 들어갔다는 사실을 구별해야 합니다. 명령을 실행한 뒤 상태를 읽으면 어느 단계까지 했는지 확인할 수 있습니다.</a:t>
            </a:r>
          </a:p>
          <a:p xmlns:a="http://schemas.openxmlformats.org/drawingml/2006/main">
            <a:r>
              <a:t>예: data/initial_README.md의 내용을 탐색기로 git-lab/README.md에 복사하면 아직 추적하지 않은 파일로 나타납니다. status만 보는 것은 기록을 만들거나 파일을 바꾸지 않습니다.</a:t>
            </a:r>
          </a:p>
          <a:p xmlns:a="http://schemas.openxmlformats.org/drawingml/2006/main">
            <a:r>
              <a:t>반례: working tree clean이라는 문구는 현재 비교할 변경이 없다는 뜻입니다. 코드가 기능적으로 올바르거나 GitHub에 올라갔다는 뜻은 아닙니다.</a:t>
            </a:r>
          </a:p>
          <a:p xmlns:a="http://schemas.openxmlformats.org/drawingml/2006/main">
            <a:r>
              <a:t>질문: status를 열 번 실행하면 커밋이 생기나요?</a:t>
            </a:r>
          </a:p>
          <a:p xmlns:a="http://schemas.openxmlformats.org/drawingml/2006/main">
            <a:r>
              <a:t>풀이: 조회 명령이므로 생기지 않습니다.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 status는 현재 작업 파일과 스테이징 상태를 보여 줍니다. 처음 만든 파일의 ??는 아직 Git이 추적하지 않는 파일이라는 짧은 표시입니다.</a:t>
            </a:r>
          </a:p>
          <a:p xmlns:a="http://schemas.openxmlformats.org/drawingml/2006/main">
            <a:r>
              <a:t>필요성: 파일이 폴더에 존재한다는 사실과 이력에 들어갔다는 사실을 구별해야 합니다. 명령을 실행한 뒤 상태를 읽으면 어느 단계까지 했는지 확인할 수 있습니다.</a:t>
            </a:r>
          </a:p>
          <a:p xmlns:a="http://schemas.openxmlformats.org/drawingml/2006/main">
            <a:r>
              <a:t>예: data/initial_README.md의 내용을 탐색기로 git-lab/README.md에 복사하면 아직 추적하지 않은 파일로 나타납니다. status만 보는 것은 기록을 만들거나 파일을 바꾸지 않습니다.</a:t>
            </a:r>
          </a:p>
          <a:p xmlns:a="http://schemas.openxmlformats.org/drawingml/2006/main">
            <a:r>
              <a:t>반례: working tree clean이라는 문구는 현재 비교할 변경이 없다는 뜻입니다. 코드가 기능적으로 올바르거나 GitHub에 올라갔다는 뜻은 아닙니다.</a:t>
            </a:r>
          </a:p>
          <a:p xmlns:a="http://schemas.openxmlformats.org/drawingml/2006/main">
            <a:r>
              <a:t>질문: status를 열 번 실행하면 커밋이 생기나요?</a:t>
            </a:r>
          </a:p>
          <a:p xmlns:a="http://schemas.openxmlformats.org/drawingml/2006/main">
            <a:r>
              <a:t>풀이: 조회 명령이므로 생기지 않습니다.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 status는 현재 작업 파일과 스테이징 상태를 보여 줍니다. 처음 만든 파일의 ??는 아직 Git이 추적하지 않는 파일이라는 짧은 표시입니다.</a:t>
            </a:r>
          </a:p>
          <a:p xmlns:a="http://schemas.openxmlformats.org/drawingml/2006/main">
            <a:r>
              <a:t>필요성: 파일이 폴더에 존재한다는 사실과 이력에 들어갔다는 사실을 구별해야 합니다. 명령을 실행한 뒤 상태를 읽으면 어느 단계까지 했는지 확인할 수 있습니다.</a:t>
            </a:r>
          </a:p>
          <a:p xmlns:a="http://schemas.openxmlformats.org/drawingml/2006/main">
            <a:r>
              <a:t>예: data/initial_README.md의 내용을 탐색기로 git-lab/README.md에 복사하면 아직 추적하지 않은 파일로 나타납니다. status만 보는 것은 기록을 만들거나 파일을 바꾸지 않습니다.</a:t>
            </a:r>
          </a:p>
          <a:p xmlns:a="http://schemas.openxmlformats.org/drawingml/2006/main">
            <a:r>
              <a:t>반례: working tree clean이라는 문구는 현재 비교할 변경이 없다는 뜻입니다. 코드가 기능적으로 올바르거나 GitHub에 올라갔다는 뜻은 아닙니다.</a:t>
            </a:r>
          </a:p>
          <a:p xmlns:a="http://schemas.openxmlformats.org/drawingml/2006/main">
            <a:r>
              <a:t>질문: status를 열 번 실행하면 커밋이 생기나요?</a:t>
            </a:r>
          </a:p>
          <a:p xmlns:a="http://schemas.openxmlformats.org/drawingml/2006/main">
            <a:r>
              <a:t>풀이: 조회 명령이므로 생기지 않습니다.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 status는 현재 작업 파일과 스테이징 상태를 보여 줍니다. 처음 만든 파일의 ??는 아직 Git이 추적하지 않는 파일이라는 짧은 표시입니다.</a:t>
            </a:r>
          </a:p>
          <a:p xmlns:a="http://schemas.openxmlformats.org/drawingml/2006/main">
            <a:r>
              <a:t>필요성: 파일이 폴더에 존재한다는 사실과 이력에 들어갔다는 사실을 구별해야 합니다. 명령을 실행한 뒤 상태를 읽으면 어느 단계까지 했는지 확인할 수 있습니다.</a:t>
            </a:r>
          </a:p>
          <a:p xmlns:a="http://schemas.openxmlformats.org/drawingml/2006/main">
            <a:r>
              <a:t>예: data/initial_README.md의 내용을 탐색기로 git-lab/README.md에 복사하면 아직 추적하지 않은 파일로 나타납니다. status만 보는 것은 기록을 만들거나 파일을 바꾸지 않습니다.</a:t>
            </a:r>
          </a:p>
          <a:p xmlns:a="http://schemas.openxmlformats.org/drawingml/2006/main">
            <a:r>
              <a:t>반례: working tree clean이라는 문구는 현재 비교할 변경이 없다는 뜻입니다. 코드가 기능적으로 올바르거나 GitHub에 올라갔다는 뜻은 아닙니다.</a:t>
            </a:r>
          </a:p>
          <a:p xmlns:a="http://schemas.openxmlformats.org/drawingml/2006/main">
            <a:r>
              <a:t>질문: status를 열 번 실행하면 커밋이 생기나요?</a:t>
            </a:r>
          </a:p>
          <a:p xmlns:a="http://schemas.openxmlformats.org/drawingml/2006/main">
            <a:r>
              <a:t>풀이: 조회 명령이므로 생기지 않습니다.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diff는 두 상태에서 추가·삭제된 줄을 보여 줍니다. 기본 git diff는 작업 영역과 스테이징을 비교합니다. +는 추가된 줄, -는 빠진 줄을 뜻하며 최종 파일에 이 기호를 직접 넣는 것은 아닙니다.</a:t>
            </a:r>
          </a:p>
          <a:p xmlns:a="http://schemas.openxmlformats.org/drawingml/2006/main">
            <a:r>
              <a:t>필요성: 기록하기 전에 의도한 변경만 있는지 검토해야 합니다. 상태는 파일 수준을, diff는 줄 수준의 차이를 보여 줍니다.</a:t>
            </a:r>
          </a:p>
          <a:p xmlns:a="http://schemas.openxmlformats.org/drawingml/2006/main">
            <a:r>
              <a:t>예: 아직 추적하지 않는 파일은 기본 diff에 나타나지 않을 수 있습니다. 첫 파일은 add 뒤 --staged로 비교합니다. 이후 추적된 README를 수정하면 기본 diff에서 바뀐 줄을 읽을 수 있습니다.</a:t>
            </a:r>
          </a:p>
          <a:p xmlns:a="http://schemas.openxmlformats.org/drawingml/2006/main">
            <a:r>
              <a:t>반례: diff가 비었다고 파일이 없거나 내용이 틀리지 않았다는 결론은 아닙니다. 비교 기준과 추적 상태를 함께 확인합니다.</a:t>
            </a:r>
          </a:p>
          <a:p xmlns:a="http://schemas.openxmlformats.org/drawingml/2006/main">
            <a:r>
              <a:t>질문: 기본 diff는 항상 마지막 커밋과 비교하나요?</a:t>
            </a:r>
          </a:p>
          <a:p xmlns:a="http://schemas.openxmlformats.org/drawingml/2006/main">
            <a:r>
              <a:t>풀이: 기본은 작업 영역과 스테이징입니다. 마지막 커밋 기준 비교는 명령에 기준을 명시합니다.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diff는 두 상태에서 추가·삭제된 줄을 보여 줍니다. 기본 git diff는 작업 영역과 스테이징을 비교합니다. +는 추가된 줄, -는 빠진 줄을 뜻하며 최종 파일에 이 기호를 직접 넣는 것은 아닙니다.</a:t>
            </a:r>
          </a:p>
          <a:p xmlns:a="http://schemas.openxmlformats.org/drawingml/2006/main">
            <a:r>
              <a:t>필요성: 기록하기 전에 의도한 변경만 있는지 검토해야 합니다. 상태는 파일 수준을, diff는 줄 수준의 차이를 보여 줍니다.</a:t>
            </a:r>
          </a:p>
          <a:p xmlns:a="http://schemas.openxmlformats.org/drawingml/2006/main">
            <a:r>
              <a:t>예: 아직 추적하지 않는 파일은 기본 diff에 나타나지 않을 수 있습니다. 첫 파일은 add 뒤 --staged로 비교합니다. 이후 추적된 README를 수정하면 기본 diff에서 바뀐 줄을 읽을 수 있습니다.</a:t>
            </a:r>
          </a:p>
          <a:p xmlns:a="http://schemas.openxmlformats.org/drawingml/2006/main">
            <a:r>
              <a:t>반례: diff가 비었다고 파일이 없거나 내용이 틀리지 않았다는 결론은 아닙니다. 비교 기준과 추적 상태를 함께 확인합니다.</a:t>
            </a:r>
          </a:p>
          <a:p xmlns:a="http://schemas.openxmlformats.org/drawingml/2006/main">
            <a:r>
              <a:t>질문: 기본 diff는 항상 마지막 커밋과 비교하나요?</a:t>
            </a:r>
          </a:p>
          <a:p xmlns:a="http://schemas.openxmlformats.org/drawingml/2006/main">
            <a:r>
              <a:t>풀이: 기본은 작업 영역과 스테이징입니다. 마지막 커밋 기준 비교는 명령에 기준을 명시합니다.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diff는 두 상태에서 추가·삭제된 줄을 보여 줍니다. 기본 git diff는 작업 영역과 스테이징을 비교합니다. +는 추가된 줄, -는 빠진 줄을 뜻하며 최종 파일에 이 기호를 직접 넣는 것은 아닙니다.</a:t>
            </a:r>
          </a:p>
          <a:p xmlns:a="http://schemas.openxmlformats.org/drawingml/2006/main">
            <a:r>
              <a:t>필요성: 기록하기 전에 의도한 변경만 있는지 검토해야 합니다. 상태는 파일 수준을, diff는 줄 수준의 차이를 보여 줍니다.</a:t>
            </a:r>
          </a:p>
          <a:p xmlns:a="http://schemas.openxmlformats.org/drawingml/2006/main">
            <a:r>
              <a:t>예: 아직 추적하지 않는 파일은 기본 diff에 나타나지 않을 수 있습니다. 첫 파일은 add 뒤 --staged로 비교합니다. 이후 추적된 README를 수정하면 기본 diff에서 바뀐 줄을 읽을 수 있습니다.</a:t>
            </a:r>
          </a:p>
          <a:p xmlns:a="http://schemas.openxmlformats.org/drawingml/2006/main">
            <a:r>
              <a:t>반례: diff가 비었다고 파일이 없거나 내용이 틀리지 않았다는 결론은 아닙니다. 비교 기준과 추적 상태를 함께 확인합니다.</a:t>
            </a:r>
          </a:p>
          <a:p xmlns:a="http://schemas.openxmlformats.org/drawingml/2006/main">
            <a:r>
              <a:t>질문: 기본 diff는 항상 마지막 커밋과 비교하나요?</a:t>
            </a:r>
          </a:p>
          <a:p xmlns:a="http://schemas.openxmlformats.org/drawingml/2006/main">
            <a:r>
              <a:t>풀이: 기본은 작업 영역과 스테이징입니다. 마지막 커밋 기준 비교는 명령에 기준을 명시합니다.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 add는 지금의 파일 내용을 다음 커밋에 넣을 상태로 선택합니다. add 뒤 파일을 다시 고쳐도 스테이징이 자동으로 최신 내용으로 바뀌지는 않습니다.</a:t>
            </a:r>
          </a:p>
          <a:p xmlns:a="http://schemas.openxmlformats.org/drawingml/2006/main">
            <a:r>
              <a:t>필요성: 기록할 묶음을 고르고 검토해야 의도한 변경만 커밋할 수 있습니다. ‘add 했으니 이후 모든 저장도 기록된다’는 오해를 막습니다.</a:t>
            </a:r>
          </a:p>
          <a:p xmlns:a="http://schemas.openxmlformats.org/drawingml/2006/main">
            <a:r>
              <a:t>예: 처음 README를 add하면 짧은 상태의 왼쪽 A가 추가 준비를 나타냅니다. --staged는 선택한 상태와 마지막 커밋을 비교합니다. 첫 커밋 전에는 선택한 전체 내용을 볼 수 있습니다.</a:t>
            </a:r>
          </a:p>
          <a:p xmlns:a="http://schemas.openxmlformats.org/drawingml/2006/main">
            <a:r>
              <a:t>반례: git add .는 여러 파일을 한꺼번에 고를 수 있습니다. 초반에는 README.md처럼 이름을 명시해 무엇을 선택했는지 이해합니다.</a:t>
            </a:r>
          </a:p>
          <a:p xmlns:a="http://schemas.openxmlformats.org/drawingml/2006/main">
            <a:r>
              <a:t>질문: add 뒤 고친 내용까지 넣으려면 무엇을 확인해야 하나요?</a:t>
            </a:r>
          </a:p>
          <a:p xmlns:a="http://schemas.openxmlformats.org/drawingml/2006/main">
            <a:r>
              <a:t>풀이: 작업 diff를 검토하고 다시 add해 스테이징을 갱신해야 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 add는 지금의 파일 내용을 다음 커밋에 넣을 상태로 선택합니다. add 뒤 파일을 다시 고쳐도 스테이징이 자동으로 최신 내용으로 바뀌지는 않습니다.</a:t>
            </a:r>
          </a:p>
          <a:p xmlns:a="http://schemas.openxmlformats.org/drawingml/2006/main">
            <a:r>
              <a:t>필요성: 기록할 묶음을 고르고 검토해야 의도한 변경만 커밋할 수 있습니다. ‘add 했으니 이후 모든 저장도 기록된다’는 오해를 막습니다.</a:t>
            </a:r>
          </a:p>
          <a:p xmlns:a="http://schemas.openxmlformats.org/drawingml/2006/main">
            <a:r>
              <a:t>예: 처음 README를 add하면 짧은 상태의 왼쪽 A가 추가 준비를 나타냅니다. --staged는 선택한 상태와 마지막 커밋을 비교합니다. 첫 커밋 전에는 선택한 전체 내용을 볼 수 있습니다.</a:t>
            </a:r>
          </a:p>
          <a:p xmlns:a="http://schemas.openxmlformats.org/drawingml/2006/main">
            <a:r>
              <a:t>반례: git add .는 여러 파일을 한꺼번에 고를 수 있습니다. 초반에는 README.md처럼 이름을 명시해 무엇을 선택했는지 이해합니다.</a:t>
            </a:r>
          </a:p>
          <a:p xmlns:a="http://schemas.openxmlformats.org/drawingml/2006/main">
            <a:r>
              <a:t>질문: add 뒤 고친 내용까지 넣으려면 무엇을 확인해야 하나요?</a:t>
            </a:r>
          </a:p>
          <a:p xmlns:a="http://schemas.openxmlformats.org/drawingml/2006/main">
            <a:r>
              <a:t>풀이: 작업 diff를 검토하고 다시 add해 스테이징을 갱신해야 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 add는 지금의 파일 내용을 다음 커밋에 넣을 상태로 선택합니다. add 뒤 파일을 다시 고쳐도 스테이징이 자동으로 최신 내용으로 바뀌지는 않습니다.</a:t>
            </a:r>
          </a:p>
          <a:p xmlns:a="http://schemas.openxmlformats.org/drawingml/2006/main">
            <a:r>
              <a:t>필요성: 기록할 묶음을 고르고 검토해야 의도한 변경만 커밋할 수 있습니다. ‘add 했으니 이후 모든 저장도 기록된다’는 오해를 막습니다.</a:t>
            </a:r>
          </a:p>
          <a:p xmlns:a="http://schemas.openxmlformats.org/drawingml/2006/main">
            <a:r>
              <a:t>예: 처음 README를 add하면 짧은 상태의 왼쪽 A가 추가 준비를 나타냅니다. --staged는 선택한 상태와 마지막 커밋을 비교합니다. 첫 커밋 전에는 선택한 전체 내용을 볼 수 있습니다.</a:t>
            </a:r>
          </a:p>
          <a:p xmlns:a="http://schemas.openxmlformats.org/drawingml/2006/main">
            <a:r>
              <a:t>반례: git add .는 여러 파일을 한꺼번에 고를 수 있습니다. 초반에는 README.md처럼 이름을 명시해 무엇을 선택했는지 이해합니다.</a:t>
            </a:r>
          </a:p>
          <a:p xmlns:a="http://schemas.openxmlformats.org/drawingml/2006/main">
            <a:r>
              <a:t>질문: add 뒤 고친 내용까지 넣으려면 무엇을 확인해야 하나요?</a:t>
            </a:r>
          </a:p>
          <a:p xmlns:a="http://schemas.openxmlformats.org/drawingml/2006/main">
            <a:r>
              <a:t>풀이: 작업 diff를 검토하고 다시 add해 스테이징을 갱신해야 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 add는 지금의 파일 내용을 다음 커밋에 넣을 상태로 선택합니다. add 뒤 파일을 다시 고쳐도 스테이징이 자동으로 최신 내용으로 바뀌지는 않습니다.</a:t>
            </a:r>
          </a:p>
          <a:p xmlns:a="http://schemas.openxmlformats.org/drawingml/2006/main">
            <a:r>
              <a:t>필요성: 기록할 묶음을 고르고 검토해야 의도한 변경만 커밋할 수 있습니다. ‘add 했으니 이후 모든 저장도 기록된다’는 오해를 막습니다.</a:t>
            </a:r>
          </a:p>
          <a:p xmlns:a="http://schemas.openxmlformats.org/drawingml/2006/main">
            <a:r>
              <a:t>예: 처음 README를 add하면 짧은 상태의 왼쪽 A가 추가 준비를 나타냅니다. --staged는 선택한 상태와 마지막 커밋을 비교합니다. 첫 커밋 전에는 선택한 전체 내용을 볼 수 있습니다.</a:t>
            </a:r>
          </a:p>
          <a:p xmlns:a="http://schemas.openxmlformats.org/drawingml/2006/main">
            <a:r>
              <a:t>반례: git add .는 여러 파일을 한꺼번에 고를 수 있습니다. 초반에는 README.md처럼 이름을 명시해 무엇을 선택했는지 이해합니다.</a:t>
            </a:r>
          </a:p>
          <a:p xmlns:a="http://schemas.openxmlformats.org/drawingml/2006/main">
            <a:r>
              <a:t>질문: add 뒤 고친 내용까지 넣으려면 무엇을 확인해야 하나요?</a:t>
            </a:r>
          </a:p>
          <a:p xmlns:a="http://schemas.openxmlformats.org/drawingml/2006/main">
            <a:r>
              <a:t>풀이: 작업 diff를 검토하고 다시 add해 스테이징을 갱신해야 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커밋은 스테이징한 상태를 메시지와 함께 이력에 남깁니다. 커밋에는 식별 해시와 작성자·메시지 등이 있으며 해시 값은 각 실습 환경에서 달라질 수 있습니다.</a:t>
            </a:r>
          </a:p>
          <a:p xmlns:a="http://schemas.openxmlformats.org/drawingml/2006/main">
            <a:r>
              <a:t>필요성: 무엇을 왜 바꿨는지 나중에 확인할 수 있도록 기록합니다. 파일 저장→선택→기록의 세 단계를 직접 수행합니다.</a:t>
            </a:r>
          </a:p>
          <a:p xmlns:a="http://schemas.openxmlformats.org/drawingml/2006/main">
            <a:r>
              <a:t>예: 첫 README를 ‘Add checker guide’라는 메시지로 기록합니다. 로그에서 짧은 해시와 메시지를 찾고 status에서 남은 변경을 확인합니다.</a:t>
            </a:r>
          </a:p>
          <a:p xmlns:a="http://schemas.openxmlformats.org/drawingml/2006/main">
            <a:r>
              <a:t>반례: commit은 GitHub로 보내는 명령이 아닙니다. 로컬 기록이 생겨도 공유 저장소에 전송하려면 별도 작업이 필요합니다.</a:t>
            </a:r>
          </a:p>
          <a:p xmlns:a="http://schemas.openxmlformats.org/drawingml/2006/main">
            <a:r>
              <a:t>질문: 커밋 해시가 교안과 달라지면 실패인가요?</a:t>
            </a:r>
          </a:p>
          <a:p xmlns:a="http://schemas.openxmlformats.org/drawingml/2006/main">
            <a:r>
              <a:t>풀이: 아닙니다. 메시지·내용·상태를 확인하며 해시는 환경에 따라 달라집니다.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커밋은 스테이징한 상태를 메시지와 함께 이력에 남깁니다. 커밋에는 식별 해시와 작성자·메시지 등이 있으며 해시 값은 각 실습 환경에서 달라질 수 있습니다.</a:t>
            </a:r>
          </a:p>
          <a:p xmlns:a="http://schemas.openxmlformats.org/drawingml/2006/main">
            <a:r>
              <a:t>필요성: 무엇을 왜 바꿨는지 나중에 확인할 수 있도록 기록합니다. 파일 저장→선택→기록의 세 단계를 직접 수행합니다.</a:t>
            </a:r>
          </a:p>
          <a:p xmlns:a="http://schemas.openxmlformats.org/drawingml/2006/main">
            <a:r>
              <a:t>예: 첫 README를 ‘Add checker guide’라는 메시지로 기록합니다. 로그에서 짧은 해시와 메시지를 찾고 status에서 남은 변경을 확인합니다.</a:t>
            </a:r>
          </a:p>
          <a:p xmlns:a="http://schemas.openxmlformats.org/drawingml/2006/main">
            <a:r>
              <a:t>반례: commit은 GitHub로 보내는 명령이 아닙니다. 로컬 기록이 생겨도 공유 저장소에 전송하려면 별도 작업이 필요합니다.</a:t>
            </a:r>
          </a:p>
          <a:p xmlns:a="http://schemas.openxmlformats.org/drawingml/2006/main">
            <a:r>
              <a:t>질문: 커밋 해시가 교안과 달라지면 실패인가요?</a:t>
            </a:r>
          </a:p>
          <a:p xmlns:a="http://schemas.openxmlformats.org/drawingml/2006/main">
            <a:r>
              <a:t>풀이: 아닙니다. 메시지·내용·상태를 확인하며 해시는 환경에 따라 달라집니다.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커밋은 스테이징한 상태를 메시지와 함께 이력에 남깁니다. 커밋에는 식별 해시와 작성자·메시지 등이 있으며 해시 값은 각 실습 환경에서 달라질 수 있습니다.</a:t>
            </a:r>
          </a:p>
          <a:p xmlns:a="http://schemas.openxmlformats.org/drawingml/2006/main">
            <a:r>
              <a:t>필요성: 무엇을 왜 바꿨는지 나중에 확인할 수 있도록 기록합니다. 파일 저장→선택→기록의 세 단계를 직접 수행합니다.</a:t>
            </a:r>
          </a:p>
          <a:p xmlns:a="http://schemas.openxmlformats.org/drawingml/2006/main">
            <a:r>
              <a:t>예: 첫 README를 ‘Add checker guide’라는 메시지로 기록합니다. 로그에서 짧은 해시와 메시지를 찾고 status에서 남은 변경을 확인합니다.</a:t>
            </a:r>
          </a:p>
          <a:p xmlns:a="http://schemas.openxmlformats.org/drawingml/2006/main">
            <a:r>
              <a:t>반례: commit은 GitHub로 보내는 명령이 아닙니다. 로컬 기록이 생겨도 공유 저장소에 전송하려면 별도 작업이 필요합니다.</a:t>
            </a:r>
          </a:p>
          <a:p xmlns:a="http://schemas.openxmlformats.org/drawingml/2006/main">
            <a:r>
              <a:t>질문: 커밋 해시가 교안과 달라지면 실패인가요?</a:t>
            </a:r>
          </a:p>
          <a:p xmlns:a="http://schemas.openxmlformats.org/drawingml/2006/main">
            <a:r>
              <a:t>풀이: 아닙니다. 메시지·내용·상태를 확인하며 해시는 환경에 따라 달라집니다.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커밋은 스테이징한 상태를 메시지와 함께 이력에 남깁니다. 커밋에는 식별 해시와 작성자·메시지 등이 있으며 해시 값은 각 실습 환경에서 달라질 수 있습니다.</a:t>
            </a:r>
          </a:p>
          <a:p xmlns:a="http://schemas.openxmlformats.org/drawingml/2006/main">
            <a:r>
              <a:t>필요성: 무엇을 왜 바꿨는지 나중에 확인할 수 있도록 기록합니다. 파일 저장→선택→기록의 세 단계를 직접 수행합니다.</a:t>
            </a:r>
          </a:p>
          <a:p xmlns:a="http://schemas.openxmlformats.org/drawingml/2006/main">
            <a:r>
              <a:t>예: 첫 README를 ‘Add checker guide’라는 메시지로 기록합니다. 로그에서 짧은 해시와 메시지를 찾고 status에서 남은 변경을 확인합니다.</a:t>
            </a:r>
          </a:p>
          <a:p xmlns:a="http://schemas.openxmlformats.org/drawingml/2006/main">
            <a:r>
              <a:t>반례: commit은 GitHub로 보내는 명령이 아닙니다. 로컬 기록이 생겨도 공유 저장소에 전송하려면 별도 작업이 필요합니다.</a:t>
            </a:r>
          </a:p>
          <a:p xmlns:a="http://schemas.openxmlformats.org/drawingml/2006/main">
            <a:r>
              <a:t>질문: 커밋 해시가 교안과 달라지면 실패인가요?</a:t>
            </a:r>
          </a:p>
          <a:p xmlns:a="http://schemas.openxmlformats.org/drawingml/2006/main">
            <a:r>
              <a:t>풀이: 아닙니다. 메시지·내용·상태를 확인하며 해시는 환경에 따라 달라집니다.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한 커밋에는 설명할 수 있는 한 목적의 변경을 묶는 것이 좋습니다. 메시지는 나중에 기록을 읽는 사람에게 무엇을 바꿨는지 알려 주는 짧은 설명입니다.</a:t>
            </a:r>
          </a:p>
          <a:p xmlns:a="http://schemas.openxmlformats.org/drawingml/2006/main">
            <a:r>
              <a:t>필요성: 안내 수정과 데이터 삭제를 한 기록에 섞으면 무엇을 검토하거나 되돌려야 하는지 어려워집니다. 파일 개수보다 변경 목적의 일관성을 봅니다.</a:t>
            </a:r>
          </a:p>
          <a:p xmlns:a="http://schemas.openxmlformats.org/drawingml/2006/main">
            <a:r>
              <a:t>예: README의 Run checker.를 Run checker from course.로 바꾸고 ‘Clarify run folder’라고 기록합니다. 문구 변경의 이유가 실행 폴더를 명확히 하기 위함임을 설명할 수 있습니다.</a:t>
            </a:r>
          </a:p>
          <a:p xmlns:a="http://schemas.openxmlformats.org/drawingml/2006/main">
            <a:r>
              <a:t>반례: ‘수정’, ‘최종’만 적으면 어떤 내용인지 알기 어렵습니다. 반대로 메시지에 실제 하지 않은 검증을 썼다고 검증한 것이 되지는 않습니다.</a:t>
            </a:r>
          </a:p>
          <a:p xmlns:a="http://schemas.openxmlformats.org/drawingml/2006/main">
            <a:r>
              <a:t>질문: 한 커밋에 파일 두 개가 있으면 언제나 잘못인가요?</a:t>
            </a:r>
          </a:p>
          <a:p xmlns:a="http://schemas.openxmlformats.org/drawingml/2006/main">
            <a:r>
              <a:t>풀이: 같은 목적을 위한 변경이면 여러 파일이 필요할 수 있습니다. 목적과 검토 범위를 봅니다.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한 커밋에는 설명할 수 있는 한 목적의 변경을 묶는 것이 좋습니다. 메시지는 나중에 기록을 읽는 사람에게 무엇을 바꿨는지 알려 주는 짧은 설명입니다.</a:t>
            </a:r>
          </a:p>
          <a:p xmlns:a="http://schemas.openxmlformats.org/drawingml/2006/main">
            <a:r>
              <a:t>필요성: 안내 수정과 데이터 삭제를 한 기록에 섞으면 무엇을 검토하거나 되돌려야 하는지 어려워집니다. 파일 개수보다 변경 목적의 일관성을 봅니다.</a:t>
            </a:r>
          </a:p>
          <a:p xmlns:a="http://schemas.openxmlformats.org/drawingml/2006/main">
            <a:r>
              <a:t>예: README의 Run checker.를 Run checker from course.로 바꾸고 ‘Clarify run folder’라고 기록합니다. 문구 변경의 이유가 실행 폴더를 명확히 하기 위함임을 설명할 수 있습니다.</a:t>
            </a:r>
          </a:p>
          <a:p xmlns:a="http://schemas.openxmlformats.org/drawingml/2006/main">
            <a:r>
              <a:t>반례: ‘수정’, ‘최종’만 적으면 어떤 내용인지 알기 어렵습니다. 반대로 메시지에 실제 하지 않은 검증을 썼다고 검증한 것이 되지는 않습니다.</a:t>
            </a:r>
          </a:p>
          <a:p xmlns:a="http://schemas.openxmlformats.org/drawingml/2006/main">
            <a:r>
              <a:t>질문: 한 커밋에 파일 두 개가 있으면 언제나 잘못인가요?</a:t>
            </a:r>
          </a:p>
          <a:p xmlns:a="http://schemas.openxmlformats.org/drawingml/2006/main">
            <a:r>
              <a:t>풀이: 같은 목적을 위한 변경이면 여러 파일이 필요할 수 있습니다. 목적과 검토 범위를 봅니다.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한 커밋에는 설명할 수 있는 한 목적의 변경을 묶는 것이 좋습니다. 메시지는 나중에 기록을 읽는 사람에게 무엇을 바꿨는지 알려 주는 짧은 설명입니다.</a:t>
            </a:r>
          </a:p>
          <a:p xmlns:a="http://schemas.openxmlformats.org/drawingml/2006/main">
            <a:r>
              <a:t>필요성: 안내 수정과 데이터 삭제를 한 기록에 섞으면 무엇을 검토하거나 되돌려야 하는지 어려워집니다. 파일 개수보다 변경 목적의 일관성을 봅니다.</a:t>
            </a:r>
          </a:p>
          <a:p xmlns:a="http://schemas.openxmlformats.org/drawingml/2006/main">
            <a:r>
              <a:t>예: README의 Run checker.를 Run checker from course.로 바꾸고 ‘Clarify run folder’라고 기록합니다. 문구 변경의 이유가 실행 폴더를 명확히 하기 위함임을 설명할 수 있습니다.</a:t>
            </a:r>
          </a:p>
          <a:p xmlns:a="http://schemas.openxmlformats.org/drawingml/2006/main">
            <a:r>
              <a:t>반례: ‘수정’, ‘최종’만 적으면 어떤 내용인지 알기 어렵습니다. 반대로 메시지에 실제 하지 않은 검증을 썼다고 검증한 것이 되지는 않습니다.</a:t>
            </a:r>
          </a:p>
          <a:p xmlns:a="http://schemas.openxmlformats.org/drawingml/2006/main">
            <a:r>
              <a:t>질문: 한 커밋에 파일 두 개가 있으면 언제나 잘못인가요?</a:t>
            </a:r>
          </a:p>
          <a:p xmlns:a="http://schemas.openxmlformats.org/drawingml/2006/main">
            <a:r>
              <a:t>풀이: 같은 목적을 위한 변경이면 여러 파일이 필요할 수 있습니다. 목적과 검토 범위를 봅니다.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한 커밋에는 설명할 수 있는 한 목적의 변경을 묶는 것이 좋습니다. 메시지는 나중에 기록을 읽는 사람에게 무엇을 바꿨는지 알려 주는 짧은 설명입니다.</a:t>
            </a:r>
          </a:p>
          <a:p xmlns:a="http://schemas.openxmlformats.org/drawingml/2006/main">
            <a:r>
              <a:t>필요성: 안내 수정과 데이터 삭제를 한 기록에 섞으면 무엇을 검토하거나 되돌려야 하는지 어려워집니다. 파일 개수보다 변경 목적의 일관성을 봅니다.</a:t>
            </a:r>
          </a:p>
          <a:p xmlns:a="http://schemas.openxmlformats.org/drawingml/2006/main">
            <a:r>
              <a:t>예: README의 Run checker.를 Run checker from course.로 바꾸고 ‘Clarify run folder’라고 기록합니다. 문구 변경의 이유가 실행 폴더를 명확히 하기 위함임을 설명할 수 있습니다.</a:t>
            </a:r>
          </a:p>
          <a:p xmlns:a="http://schemas.openxmlformats.org/drawingml/2006/main">
            <a:r>
              <a:t>반례: ‘수정’, ‘최종’만 적으면 어떤 내용인지 알기 어렵습니다. 반대로 메시지에 실제 하지 않은 검증을 썼다고 검증한 것이 되지는 않습니다.</a:t>
            </a:r>
          </a:p>
          <a:p xmlns:a="http://schemas.openxmlformats.org/drawingml/2006/main">
            <a:r>
              <a:t>질문: 한 커밋에 파일 두 개가 있으면 언제나 잘못인가요?</a:t>
            </a:r>
          </a:p>
          <a:p xmlns:a="http://schemas.openxmlformats.org/drawingml/2006/main">
            <a:r>
              <a:t>풀이: 같은 목적을 위한 변경이면 여러 파일이 필요할 수 있습니다. 목적과 검토 범위를 봅니다.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HEAD는 현재 체크아웃한 커밋을 가리키는 이름입니다. HEAD~1은 일반적인 한 부모 이력에서 한 단계 전 커밋을 뜻합니다. 특정 시점의 파일을 조회하고 두 커밋을 비교할 수 있습니다.</a:t>
            </a:r>
          </a:p>
          <a:p xmlns:a="http://schemas.openxmlformats.org/drawingml/2006/main">
            <a:r>
              <a:t>필요성: 파일을 현재 상태로 복구하지 않고도 과거 내용을 읽을 수 있습니다. 조회와 변경을 구별하면 필요한 정보를 안전하게 확인할 수 있습니다.</a:t>
            </a:r>
          </a:p>
          <a:p xmlns:a="http://schemas.openxmlformats.org/drawingml/2006/main">
            <a:r>
              <a:t>예: 첫 커밋에는 Run checker.가 있고 둘째에는 Run checker from course.가 있습니다. show는 이전 내용을 보여 주고 diff는 둘의 변경 줄을 보여 줍니다.</a:t>
            </a:r>
          </a:p>
          <a:p xmlns:a="http://schemas.openxmlformats.org/drawingml/2006/main">
            <a:r>
              <a:t>반례: HEAD~1을 ‘어제’라고 외우지 않습니다. 시간 단위가 아니라 이력의 부모 관계이며 첫 커밋만 있으면 이전 커밋이 없습니다.</a:t>
            </a:r>
          </a:p>
          <a:p xmlns:a="http://schemas.openxmlformats.org/drawingml/2006/main">
            <a:r>
              <a:t>질문: show로 과거 파일을 읽으면 작업 파일도 과거로 돌아가나요?</a:t>
            </a:r>
          </a:p>
          <a:p xmlns:a="http://schemas.openxmlformats.org/drawingml/2006/main">
            <a:r>
              <a:t>풀이: 조회만 하므로 작업 파일은 바뀌지 않습니다.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HEAD는 현재 체크아웃한 커밋을 가리키는 이름입니다. HEAD~1은 일반적인 한 부모 이력에서 한 단계 전 커밋을 뜻합니다. 특정 시점의 파일을 조회하고 두 커밋을 비교할 수 있습니다.</a:t>
            </a:r>
          </a:p>
          <a:p xmlns:a="http://schemas.openxmlformats.org/drawingml/2006/main">
            <a:r>
              <a:t>필요성: 파일을 현재 상태로 복구하지 않고도 과거 내용을 읽을 수 있습니다. 조회와 변경을 구별하면 필요한 정보를 안전하게 확인할 수 있습니다.</a:t>
            </a:r>
          </a:p>
          <a:p xmlns:a="http://schemas.openxmlformats.org/drawingml/2006/main">
            <a:r>
              <a:t>예: 첫 커밋에는 Run checker.가 있고 둘째에는 Run checker from course.가 있습니다. show는 이전 내용을 보여 주고 diff는 둘의 변경 줄을 보여 줍니다.</a:t>
            </a:r>
          </a:p>
          <a:p xmlns:a="http://schemas.openxmlformats.org/drawingml/2006/main">
            <a:r>
              <a:t>반례: HEAD~1을 ‘어제’라고 외우지 않습니다. 시간 단위가 아니라 이력의 부모 관계이며 첫 커밋만 있으면 이전 커밋이 없습니다.</a:t>
            </a:r>
          </a:p>
          <a:p xmlns:a="http://schemas.openxmlformats.org/drawingml/2006/main">
            <a:r>
              <a:t>질문: show로 과거 파일을 읽으면 작업 파일도 과거로 돌아가나요?</a:t>
            </a:r>
          </a:p>
          <a:p xmlns:a="http://schemas.openxmlformats.org/drawingml/2006/main">
            <a:r>
              <a:t>풀이: 조회만 하므로 작업 파일은 바뀌지 않습니다.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HEAD는 현재 체크아웃한 커밋을 가리키는 이름입니다. HEAD~1은 일반적인 한 부모 이력에서 한 단계 전 커밋을 뜻합니다. 특정 시점의 파일을 조회하고 두 커밋을 비교할 수 있습니다.</a:t>
            </a:r>
          </a:p>
          <a:p xmlns:a="http://schemas.openxmlformats.org/drawingml/2006/main">
            <a:r>
              <a:t>필요성: 파일을 현재 상태로 복구하지 않고도 과거 내용을 읽을 수 있습니다. 조회와 변경을 구별하면 필요한 정보를 안전하게 확인할 수 있습니다.</a:t>
            </a:r>
          </a:p>
          <a:p xmlns:a="http://schemas.openxmlformats.org/drawingml/2006/main">
            <a:r>
              <a:t>예: 첫 커밋에는 Run checker.가 있고 둘째에는 Run checker from course.가 있습니다. show는 이전 내용을 보여 주고 diff는 둘의 변경 줄을 보여 줍니다.</a:t>
            </a:r>
          </a:p>
          <a:p xmlns:a="http://schemas.openxmlformats.org/drawingml/2006/main">
            <a:r>
              <a:t>반례: HEAD~1을 ‘어제’라고 외우지 않습니다. 시간 단위가 아니라 이력의 부모 관계이며 첫 커밋만 있으면 이전 커밋이 없습니다.</a:t>
            </a:r>
          </a:p>
          <a:p xmlns:a="http://schemas.openxmlformats.org/drawingml/2006/main">
            <a:r>
              <a:t>질문: show로 과거 파일을 읽으면 작업 파일도 과거로 돌아가나요?</a:t>
            </a:r>
          </a:p>
          <a:p xmlns:a="http://schemas.openxmlformats.org/drawingml/2006/main">
            <a:r>
              <a:t>풀이: 조회만 하므로 작업 파일은 바뀌지 않습니다.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HEAD는 현재 체크아웃한 커밋을 가리키는 이름입니다. HEAD~1은 일반적인 한 부모 이력에서 한 단계 전 커밋을 뜻합니다. 특정 시점의 파일을 조회하고 두 커밋을 비교할 수 있습니다.</a:t>
            </a:r>
          </a:p>
          <a:p xmlns:a="http://schemas.openxmlformats.org/drawingml/2006/main">
            <a:r>
              <a:t>필요성: 파일을 현재 상태로 복구하지 않고도 과거 내용을 읽을 수 있습니다. 조회와 변경을 구별하면 필요한 정보를 안전하게 확인할 수 있습니다.</a:t>
            </a:r>
          </a:p>
          <a:p xmlns:a="http://schemas.openxmlformats.org/drawingml/2006/main">
            <a:r>
              <a:t>예: 첫 커밋에는 Run checker.가 있고 둘째에는 Run checker from course.가 있습니다. show는 이전 내용을 보여 주고 diff는 둘의 변경 줄을 보여 줍니다.</a:t>
            </a:r>
          </a:p>
          <a:p xmlns:a="http://schemas.openxmlformats.org/drawingml/2006/main">
            <a:r>
              <a:t>반례: HEAD~1을 ‘어제’라고 외우지 않습니다. 시간 단위가 아니라 이력의 부모 관계이며 첫 커밋만 있으면 이전 커밋이 없습니다.</a:t>
            </a:r>
          </a:p>
          <a:p xmlns:a="http://schemas.openxmlformats.org/drawingml/2006/main">
            <a:r>
              <a:t>질문: show로 과거 파일을 읽으면 작업 파일도 과거로 돌아가나요?</a:t>
            </a:r>
          </a:p>
          <a:p xmlns:a="http://schemas.openxmlformats.org/drawingml/2006/main">
            <a:r>
              <a:t>풀이: 조회만 하므로 작업 파일은 바뀌지 않습니다.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.gitignore는 특정 경로의 추적되지 않은 파일을 상태와 추가 대상에서 무시하도록 정하는 규칙입니다. 이미 추적한 파일의 과거 기록을 삭제하는 기능은 아닙니다.</a:t>
            </a:r>
          </a:p>
          <a:p xmlns:a="http://schemas.openxmlformats.org/drawingml/2006/main">
            <a:r>
              <a:t>필요성: 임시 실행 결과나 캐시를 코드·안내 변경과 섞지 않도록 관리 범위를 정합니다. 무시 규칙이 무엇을 포함하는지 직접 확인해야 합니다.</a:t>
            </a:r>
          </a:p>
          <a:p xmlns:a="http://schemas.openxmlformats.org/drawingml/2006/main">
            <a:r>
              <a:t>예: scratch.txt를 무시 목록에 적고 임시 메모를 만듭니다. status에서 그 파일이 빠지고 check-ignore로 적용된 규칙을 볼 수 있습니다. .gitignore 자체는 공유할 설정으로 커밋할 수 있습니다.</a:t>
            </a:r>
          </a:p>
          <a:p xmlns:a="http://schemas.openxmlformats.org/drawingml/2006/main">
            <a:r>
              <a:t>반례: 이미 커밋한 파일 이름을 .gitignore에 넣어도 이력에서 사라지지 않습니다. 공개 범위를 숨기기 위한 도구로 오해하지 않습니다.</a:t>
            </a:r>
          </a:p>
          <a:p xmlns:a="http://schemas.openxmlformats.org/drawingml/2006/main">
            <a:r>
              <a:t>질문: .gitignore가 과거 커밋의 파일을 지우나요?</a:t>
            </a:r>
          </a:p>
          <a:p xmlns:a="http://schemas.openxmlformats.org/drawingml/2006/main">
            <a:r>
              <a:t>풀이: 아닙니다. 이미 추적한 파일의 이력을 지우는 기능이 아닙니다.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.gitignore는 특정 경로의 추적되지 않은 파일을 상태와 추가 대상에서 무시하도록 정하는 규칙입니다. 이미 추적한 파일의 과거 기록을 삭제하는 기능은 아닙니다.</a:t>
            </a:r>
          </a:p>
          <a:p xmlns:a="http://schemas.openxmlformats.org/drawingml/2006/main">
            <a:r>
              <a:t>필요성: 임시 실행 결과나 캐시를 코드·안내 변경과 섞지 않도록 관리 범위를 정합니다. 무시 규칙이 무엇을 포함하는지 직접 확인해야 합니다.</a:t>
            </a:r>
          </a:p>
          <a:p xmlns:a="http://schemas.openxmlformats.org/drawingml/2006/main">
            <a:r>
              <a:t>예: scratch.txt를 무시 목록에 적고 임시 메모를 만듭니다. status에서 그 파일이 빠지고 check-ignore로 적용된 규칙을 볼 수 있습니다. .gitignore 자체는 공유할 설정으로 커밋할 수 있습니다.</a:t>
            </a:r>
          </a:p>
          <a:p xmlns:a="http://schemas.openxmlformats.org/drawingml/2006/main">
            <a:r>
              <a:t>반례: 이미 커밋한 파일 이름을 .gitignore에 넣어도 이력에서 사라지지 않습니다. 공개 범위를 숨기기 위한 도구로 오해하지 않습니다.</a:t>
            </a:r>
          </a:p>
          <a:p xmlns:a="http://schemas.openxmlformats.org/drawingml/2006/main">
            <a:r>
              <a:t>질문: .gitignore가 과거 커밋의 파일을 지우나요?</a:t>
            </a:r>
          </a:p>
          <a:p xmlns:a="http://schemas.openxmlformats.org/drawingml/2006/main">
            <a:r>
              <a:t>풀이: 아닙니다. 이미 추적한 파일의 이력을 지우는 기능이 아닙니다.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.gitignore는 특정 경로의 추적되지 않은 파일을 상태와 추가 대상에서 무시하도록 정하는 규칙입니다. 이미 추적한 파일의 과거 기록을 삭제하는 기능은 아닙니다.</a:t>
            </a:r>
          </a:p>
          <a:p xmlns:a="http://schemas.openxmlformats.org/drawingml/2006/main">
            <a:r>
              <a:t>필요성: 임시 실행 결과나 캐시를 코드·안내 변경과 섞지 않도록 관리 범위를 정합니다. 무시 규칙이 무엇을 포함하는지 직접 확인해야 합니다.</a:t>
            </a:r>
          </a:p>
          <a:p xmlns:a="http://schemas.openxmlformats.org/drawingml/2006/main">
            <a:r>
              <a:t>예: scratch.txt를 무시 목록에 적고 임시 메모를 만듭니다. status에서 그 파일이 빠지고 check-ignore로 적용된 규칙을 볼 수 있습니다. .gitignore 자체는 공유할 설정으로 커밋할 수 있습니다.</a:t>
            </a:r>
          </a:p>
          <a:p xmlns:a="http://schemas.openxmlformats.org/drawingml/2006/main">
            <a:r>
              <a:t>반례: 이미 커밋한 파일 이름을 .gitignore에 넣어도 이력에서 사라지지 않습니다. 공개 범위를 숨기기 위한 도구로 오해하지 않습니다.</a:t>
            </a:r>
          </a:p>
          <a:p xmlns:a="http://schemas.openxmlformats.org/drawingml/2006/main">
            <a:r>
              <a:t>질문: .gitignore가 과거 커밋의 파일을 지우나요?</a:t>
            </a:r>
          </a:p>
          <a:p xmlns:a="http://schemas.openxmlformats.org/drawingml/2006/main">
            <a:r>
              <a:t>풀이: 아닙니다. 이미 추적한 파일의 이력을 지우는 기능이 아닙니다.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.gitignore는 특정 경로의 추적되지 않은 파일을 상태와 추가 대상에서 무시하도록 정하는 규칙입니다. 이미 추적한 파일의 과거 기록을 삭제하는 기능은 아닙니다.</a:t>
            </a:r>
          </a:p>
          <a:p xmlns:a="http://schemas.openxmlformats.org/drawingml/2006/main">
            <a:r>
              <a:t>필요성: 임시 실행 결과나 캐시를 코드·안내 변경과 섞지 않도록 관리 범위를 정합니다. 무시 규칙이 무엇을 포함하는지 직접 확인해야 합니다.</a:t>
            </a:r>
          </a:p>
          <a:p xmlns:a="http://schemas.openxmlformats.org/drawingml/2006/main">
            <a:r>
              <a:t>예: scratch.txt를 무시 목록에 적고 임시 메모를 만듭니다. status에서 그 파일이 빠지고 check-ignore로 적용된 규칙을 볼 수 있습니다. .gitignore 자체는 공유할 설정으로 커밋할 수 있습니다.</a:t>
            </a:r>
          </a:p>
          <a:p xmlns:a="http://schemas.openxmlformats.org/drawingml/2006/main">
            <a:r>
              <a:t>반례: 이미 커밋한 파일 이름을 .gitignore에 넣어도 이력에서 사라지지 않습니다. 공개 범위를 숨기기 위한 도구로 오해하지 않습니다.</a:t>
            </a:r>
          </a:p>
          <a:p xmlns:a="http://schemas.openxmlformats.org/drawingml/2006/main">
            <a:r>
              <a:t>질문: .gitignore가 과거 커밋의 파일을 지우나요?</a:t>
            </a:r>
          </a:p>
          <a:p xmlns:a="http://schemas.openxmlformats.org/drawingml/2006/main">
            <a:r>
              <a:t>풀이: 아닙니다. 이미 추적한 파일의 이력을 지우는 기능이 아닙니다.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 restore --staged는 선택한 파일의 스테이징 상태를 현재 커밋 기준으로 되돌립니다. 작업 파일의 편집 내용은 유지합니다. 기본 restore와 대상이 다릅니다.</a:t>
            </a:r>
          </a:p>
          <a:p xmlns:a="http://schemas.openxmlformats.org/drawingml/2006/main">
            <a:r>
              <a:t>필요성: 실수로 선택한 변경을 커밋 전에 빼되 작성한 내용은 계속 보관하고 싶은 경우가 있습니다. 취소 대상이 파일 내용인지 다음 기록의 선택인지 구별해야 합니다.</a:t>
            </a:r>
          </a:p>
          <a:p xmlns:a="http://schemas.openxmlformats.org/drawingml/2006/main">
            <a:r>
              <a:t>예: README에 Practice note.를 추가해 add한 뒤 --staged로 선택을 취소합니다. staged 비교는 비고 작업 diff에는 문장이 남습니다.</a:t>
            </a:r>
          </a:p>
          <a:p xmlns:a="http://schemas.openxmlformats.org/drawingml/2006/main">
            <a:r>
              <a:t>반례: git restore README.md는 작업 파일 내용을 바꾸는 명령입니다. --staged가 없는 명령과 같은 결과라고 가정하지 않습니다.</a:t>
            </a:r>
          </a:p>
          <a:p xmlns:a="http://schemas.openxmlformats.org/drawingml/2006/main">
            <a:r>
              <a:t>질문: 스테이징을 취소하면 편집한 문구가 사라지나요?</a:t>
            </a:r>
          </a:p>
          <a:p xmlns:a="http://schemas.openxmlformats.org/drawingml/2006/main">
            <a:r>
              <a:t>풀이: --staged만 사용한 경우 작업 내용은 유지됩니다.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 restore --staged는 선택한 파일의 스테이징 상태를 현재 커밋 기준으로 되돌립니다. 작업 파일의 편집 내용은 유지합니다. 기본 restore와 대상이 다릅니다.</a:t>
            </a:r>
          </a:p>
          <a:p xmlns:a="http://schemas.openxmlformats.org/drawingml/2006/main">
            <a:r>
              <a:t>필요성: 실수로 선택한 변경을 커밋 전에 빼되 작성한 내용은 계속 보관하고 싶은 경우가 있습니다. 취소 대상이 파일 내용인지 다음 기록의 선택인지 구별해야 합니다.</a:t>
            </a:r>
          </a:p>
          <a:p xmlns:a="http://schemas.openxmlformats.org/drawingml/2006/main">
            <a:r>
              <a:t>예: README에 Practice note.를 추가해 add한 뒤 --staged로 선택을 취소합니다. staged 비교는 비고 작업 diff에는 문장이 남습니다.</a:t>
            </a:r>
          </a:p>
          <a:p xmlns:a="http://schemas.openxmlformats.org/drawingml/2006/main">
            <a:r>
              <a:t>반례: git restore README.md는 작업 파일 내용을 바꾸는 명령입니다. --staged가 없는 명령과 같은 결과라고 가정하지 않습니다.</a:t>
            </a:r>
          </a:p>
          <a:p xmlns:a="http://schemas.openxmlformats.org/drawingml/2006/main">
            <a:r>
              <a:t>질문: 스테이징을 취소하면 편집한 문구가 사라지나요?</a:t>
            </a:r>
          </a:p>
          <a:p xmlns:a="http://schemas.openxmlformats.org/drawingml/2006/main">
            <a:r>
              <a:t>풀이: --staged만 사용한 경우 작업 내용은 유지됩니다.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 restore --staged는 선택한 파일의 스테이징 상태를 현재 커밋 기준으로 되돌립니다. 작업 파일의 편집 내용은 유지합니다. 기본 restore와 대상이 다릅니다.</a:t>
            </a:r>
          </a:p>
          <a:p xmlns:a="http://schemas.openxmlformats.org/drawingml/2006/main">
            <a:r>
              <a:t>필요성: 실수로 선택한 변경을 커밋 전에 빼되 작성한 내용은 계속 보관하고 싶은 경우가 있습니다. 취소 대상이 파일 내용인지 다음 기록의 선택인지 구별해야 합니다.</a:t>
            </a:r>
          </a:p>
          <a:p xmlns:a="http://schemas.openxmlformats.org/drawingml/2006/main">
            <a:r>
              <a:t>예: README에 Practice note.를 추가해 add한 뒤 --staged로 선택을 취소합니다. staged 비교는 비고 작업 diff에는 문장이 남습니다.</a:t>
            </a:r>
          </a:p>
          <a:p xmlns:a="http://schemas.openxmlformats.org/drawingml/2006/main">
            <a:r>
              <a:t>반례: git restore README.md는 작업 파일 내용을 바꾸는 명령입니다. --staged가 없는 명령과 같은 결과라고 가정하지 않습니다.</a:t>
            </a:r>
          </a:p>
          <a:p xmlns:a="http://schemas.openxmlformats.org/drawingml/2006/main">
            <a:r>
              <a:t>질문: 스테이징을 취소하면 편집한 문구가 사라지나요?</a:t>
            </a:r>
          </a:p>
          <a:p xmlns:a="http://schemas.openxmlformats.org/drawingml/2006/main">
            <a:r>
              <a:t>풀이: --staged만 사용한 경우 작업 내용은 유지됩니다.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 restore --staged는 선택한 파일의 스테이징 상태를 현재 커밋 기준으로 되돌립니다. 작업 파일의 편집 내용은 유지합니다. 기본 restore와 대상이 다릅니다.</a:t>
            </a:r>
          </a:p>
          <a:p xmlns:a="http://schemas.openxmlformats.org/drawingml/2006/main">
            <a:r>
              <a:t>필요성: 실수로 선택한 변경을 커밋 전에 빼되 작성한 내용은 계속 보관하고 싶은 경우가 있습니다. 취소 대상이 파일 내용인지 다음 기록의 선택인지 구별해야 합니다.</a:t>
            </a:r>
          </a:p>
          <a:p xmlns:a="http://schemas.openxmlformats.org/drawingml/2006/main">
            <a:r>
              <a:t>예: README에 Practice note.를 추가해 add한 뒤 --staged로 선택을 취소합니다. staged 비교는 비고 작업 diff에는 문장이 남습니다.</a:t>
            </a:r>
          </a:p>
          <a:p xmlns:a="http://schemas.openxmlformats.org/drawingml/2006/main">
            <a:r>
              <a:t>반례: git restore README.md는 작업 파일 내용을 바꾸는 명령입니다. --staged가 없는 명령과 같은 결과라고 가정하지 않습니다.</a:t>
            </a:r>
          </a:p>
          <a:p xmlns:a="http://schemas.openxmlformats.org/drawingml/2006/main">
            <a:r>
              <a:t>질문: 스테이징을 취소하면 편집한 문구가 사라지나요?</a:t>
            </a:r>
          </a:p>
          <a:p xmlns:a="http://schemas.openxmlformats.org/drawingml/2006/main">
            <a:r>
              <a:t>풀이: --staged만 사용한 경우 작업 내용은 유지됩니다.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 restore -- README.md는 기본적으로 스테이징 상태를 기준으로 작업 파일을 복구합니다. A10에서 선택을 취소한 현재 상황에서는 최근 커밋의 README 내용으로 돌아갑니다.</a:t>
            </a:r>
          </a:p>
          <a:p xmlns:a="http://schemas.openxmlformats.org/drawingml/2006/main">
            <a:r>
              <a:t>필요성: 연습 변경을 버릴 때 어느 내용을 잃고 어느 기록이 남는지 알고 수행해야 합니다. 전체 폴더가 아닌 한 파일로 범위를 한정하고 현재 내용을 따로 보관합니다.</a:t>
            </a:r>
          </a:p>
          <a:p xmlns:a="http://schemas.openxmlformats.org/drawingml/2006/main">
            <a:r>
              <a:t>예: Practice note.를 백업 텍스트에 복사한 뒤 README만 복구합니다. 문구는 작업 파일에서 사라지지만 이미 만든 커밋 이력은 유지됩니다.</a:t>
            </a:r>
          </a:p>
          <a:p xmlns:a="http://schemas.openxmlformats.org/drawingml/2006/main">
            <a:r>
              <a:t>반례: 복구 전에 따로 기록하지 않은 미커밋 작업은 Git 이력으로 되찾을 수 있다고 보장하지 않습니다. 모든 폴더를 강제로 되돌리는 명령으로 확장하지 않습니다.</a:t>
            </a:r>
          </a:p>
          <a:p xmlns:a="http://schemas.openxmlformats.org/drawingml/2006/main">
            <a:r>
              <a:t>질문: restore는 새 커밋을 만드는가요?</a:t>
            </a:r>
          </a:p>
          <a:p xmlns:a="http://schemas.openxmlformats.org/drawingml/2006/main">
            <a:r>
              <a:t>풀이: 여기서는 작업 파일만 바꾸며 새 커밋을 만들지 않습니다.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 restore -- README.md는 기본적으로 스테이징 상태를 기준으로 작업 파일을 복구합니다. A10에서 선택을 취소한 현재 상황에서는 최근 커밋의 README 내용으로 돌아갑니다.</a:t>
            </a:r>
          </a:p>
          <a:p xmlns:a="http://schemas.openxmlformats.org/drawingml/2006/main">
            <a:r>
              <a:t>필요성: 연습 변경을 버릴 때 어느 내용을 잃고 어느 기록이 남는지 알고 수행해야 합니다. 전체 폴더가 아닌 한 파일로 범위를 한정하고 현재 내용을 따로 보관합니다.</a:t>
            </a:r>
          </a:p>
          <a:p xmlns:a="http://schemas.openxmlformats.org/drawingml/2006/main">
            <a:r>
              <a:t>예: Practice note.를 백업 텍스트에 복사한 뒤 README만 복구합니다. 문구는 작업 파일에서 사라지지만 이미 만든 커밋 이력은 유지됩니다.</a:t>
            </a:r>
          </a:p>
          <a:p xmlns:a="http://schemas.openxmlformats.org/drawingml/2006/main">
            <a:r>
              <a:t>반례: 복구 전에 따로 기록하지 않은 미커밋 작업은 Git 이력으로 되찾을 수 있다고 보장하지 않습니다. 모든 폴더를 강제로 되돌리는 명령으로 확장하지 않습니다.</a:t>
            </a:r>
          </a:p>
          <a:p xmlns:a="http://schemas.openxmlformats.org/drawingml/2006/main">
            <a:r>
              <a:t>질문: restore는 새 커밋을 만드는가요?</a:t>
            </a:r>
          </a:p>
          <a:p xmlns:a="http://schemas.openxmlformats.org/drawingml/2006/main">
            <a:r>
              <a:t>풀이: 여기서는 작업 파일만 바꾸며 새 커밋을 만들지 않습니다.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 restore -- README.md는 기본적으로 스테이징 상태를 기준으로 작업 파일을 복구합니다. A10에서 선택을 취소한 현재 상황에서는 최근 커밋의 README 내용으로 돌아갑니다.</a:t>
            </a:r>
          </a:p>
          <a:p xmlns:a="http://schemas.openxmlformats.org/drawingml/2006/main">
            <a:r>
              <a:t>필요성: 연습 변경을 버릴 때 어느 내용을 잃고 어느 기록이 남는지 알고 수행해야 합니다. 전체 폴더가 아닌 한 파일로 범위를 한정하고 현재 내용을 따로 보관합니다.</a:t>
            </a:r>
          </a:p>
          <a:p xmlns:a="http://schemas.openxmlformats.org/drawingml/2006/main">
            <a:r>
              <a:t>예: Practice note.를 백업 텍스트에 복사한 뒤 README만 복구합니다. 문구는 작업 파일에서 사라지지만 이미 만든 커밋 이력은 유지됩니다.</a:t>
            </a:r>
          </a:p>
          <a:p xmlns:a="http://schemas.openxmlformats.org/drawingml/2006/main">
            <a:r>
              <a:t>반례: 복구 전에 따로 기록하지 않은 미커밋 작업은 Git 이력으로 되찾을 수 있다고 보장하지 않습니다. 모든 폴더를 강제로 되돌리는 명령으로 확장하지 않습니다.</a:t>
            </a:r>
          </a:p>
          <a:p xmlns:a="http://schemas.openxmlformats.org/drawingml/2006/main">
            <a:r>
              <a:t>질문: restore는 새 커밋을 만드는가요?</a:t>
            </a:r>
          </a:p>
          <a:p xmlns:a="http://schemas.openxmlformats.org/drawingml/2006/main">
            <a:r>
              <a:t>풀이: 여기서는 작업 파일만 바꾸며 새 커밋을 만들지 않습니다.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 restore -- README.md는 기본적으로 스테이징 상태를 기준으로 작업 파일을 복구합니다. A10에서 선택을 취소한 현재 상황에서는 최근 커밋의 README 내용으로 돌아갑니다.</a:t>
            </a:r>
          </a:p>
          <a:p xmlns:a="http://schemas.openxmlformats.org/drawingml/2006/main">
            <a:r>
              <a:t>필요성: 연습 변경을 버릴 때 어느 내용을 잃고 어느 기록이 남는지 알고 수행해야 합니다. 전체 폴더가 아닌 한 파일로 범위를 한정하고 현재 내용을 따로 보관합니다.</a:t>
            </a:r>
          </a:p>
          <a:p xmlns:a="http://schemas.openxmlformats.org/drawingml/2006/main">
            <a:r>
              <a:t>예: Practice note.를 백업 텍스트에 복사한 뒤 README만 복구합니다. 문구는 작업 파일에서 사라지지만 이미 만든 커밋 이력은 유지됩니다.</a:t>
            </a:r>
          </a:p>
          <a:p xmlns:a="http://schemas.openxmlformats.org/drawingml/2006/main">
            <a:r>
              <a:t>반례: 복구 전에 따로 기록하지 않은 미커밋 작업은 Git 이력으로 되찾을 수 있다고 보장하지 않습니다. 모든 폴더를 강제로 되돌리는 명령으로 확장하지 않습니다.</a:t>
            </a:r>
          </a:p>
          <a:p xmlns:a="http://schemas.openxmlformats.org/drawingml/2006/main">
            <a:r>
              <a:t>질문: restore는 새 커밋을 만드는가요?</a:t>
            </a:r>
          </a:p>
          <a:p xmlns:a="http://schemas.openxmlformats.org/drawingml/2006/main">
            <a:r>
              <a:t>풀이: 여기서는 작업 파일만 바꾸며 새 커밋을 만들지 않습니다.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브랜치는 일련의 커밋을 가리키는 이름입니다. 다른 이름에서 작업하면 기본 흐름과 구별하여 제안을 만들 수 있습니다. 병합은 분리된 변경을 이력에 반영하는 작업입니다.</a:t>
            </a:r>
          </a:p>
          <a:p xmlns:a="http://schemas.openxmlformats.org/drawingml/2006/main">
            <a:r>
              <a:t>필요성: 새 안내를 검토한 뒤 반영하는 협업 흐름을 이해합니다. 초심자 필수는 상태·비교·커밋이며 브랜치 명령은 강사 시연 또는 준비된 사람의 선택 실습으로 둡니다.</a:t>
            </a:r>
          </a:p>
          <a:p xmlns:a="http://schemas.openxmlformats.org/drawingml/2006/main">
            <a:r>
              <a:t>예: docs-example 브랜치에서 사용 예를 추가한 뒤 main으로 돌아와 비교합니다. 변경을 반영할지 결정한 뒤 병합합니다. 브랜치는 폴더 전체를 수동 복사한 것과는 다릅니다.</a:t>
            </a:r>
          </a:p>
          <a:p xmlns:a="http://schemas.openxmlformats.org/drawingml/2006/main">
            <a:r>
              <a:t>반례: 브랜치를 만들었다고 파일 변경이 자동 커밋되지는 않습니다. 깨끗한 작업 상태에서 시작하고 어디에 커밋했는지 확인합니다.</a:t>
            </a:r>
          </a:p>
          <a:p xmlns:a="http://schemas.openxmlformats.org/drawingml/2006/main">
            <a:r>
              <a:t>질문: 브랜치를 만들면 GitHub PR도 자동으로 생기나요?</a:t>
            </a:r>
          </a:p>
          <a:p xmlns:a="http://schemas.openxmlformats.org/drawingml/2006/main">
            <a:r>
              <a:t>풀이: 아닙니다. 로컬 브랜치와 GitHub의 리뷰 요청은 별도입니다.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브랜치는 일련의 커밋을 가리키는 이름입니다. 다른 이름에서 작업하면 기본 흐름과 구별하여 제안을 만들 수 있습니다. 병합은 분리된 변경을 이력에 반영하는 작업입니다.</a:t>
            </a:r>
          </a:p>
          <a:p xmlns:a="http://schemas.openxmlformats.org/drawingml/2006/main">
            <a:r>
              <a:t>필요성: 새 안내를 검토한 뒤 반영하는 협업 흐름을 이해합니다. 초심자 필수는 상태·비교·커밋이며 브랜치 명령은 강사 시연 또는 준비된 사람의 선택 실습으로 둡니다.</a:t>
            </a:r>
          </a:p>
          <a:p xmlns:a="http://schemas.openxmlformats.org/drawingml/2006/main">
            <a:r>
              <a:t>예: docs-example 브랜치에서 사용 예를 추가한 뒤 main으로 돌아와 비교합니다. 변경을 반영할지 결정한 뒤 병합합니다. 브랜치는 폴더 전체를 수동 복사한 것과는 다릅니다.</a:t>
            </a:r>
          </a:p>
          <a:p xmlns:a="http://schemas.openxmlformats.org/drawingml/2006/main">
            <a:r>
              <a:t>반례: 브랜치를 만들었다고 파일 변경이 자동 커밋되지는 않습니다. 깨끗한 작업 상태에서 시작하고 어디에 커밋했는지 확인합니다.</a:t>
            </a:r>
          </a:p>
          <a:p xmlns:a="http://schemas.openxmlformats.org/drawingml/2006/main">
            <a:r>
              <a:t>질문: 브랜치를 만들면 GitHub PR도 자동으로 생기나요?</a:t>
            </a:r>
          </a:p>
          <a:p xmlns:a="http://schemas.openxmlformats.org/drawingml/2006/main">
            <a:r>
              <a:t>풀이: 아닙니다. 로컬 브랜치와 GitHub의 리뷰 요청은 별도입니다.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브랜치는 일련의 커밋을 가리키는 이름입니다. 다른 이름에서 작업하면 기본 흐름과 구별하여 제안을 만들 수 있습니다. 병합은 분리된 변경을 이력에 반영하는 작업입니다.</a:t>
            </a:r>
          </a:p>
          <a:p xmlns:a="http://schemas.openxmlformats.org/drawingml/2006/main">
            <a:r>
              <a:t>필요성: 새 안내를 검토한 뒤 반영하는 협업 흐름을 이해합니다. 초심자 필수는 상태·비교·커밋이며 브랜치 명령은 강사 시연 또는 준비된 사람의 선택 실습으로 둡니다.</a:t>
            </a:r>
          </a:p>
          <a:p xmlns:a="http://schemas.openxmlformats.org/drawingml/2006/main">
            <a:r>
              <a:t>예: docs-example 브랜치에서 사용 예를 추가한 뒤 main으로 돌아와 비교합니다. 변경을 반영할지 결정한 뒤 병합합니다. 브랜치는 폴더 전체를 수동 복사한 것과는 다릅니다.</a:t>
            </a:r>
          </a:p>
          <a:p xmlns:a="http://schemas.openxmlformats.org/drawingml/2006/main">
            <a:r>
              <a:t>반례: 브랜치를 만들었다고 파일 변경이 자동 커밋되지는 않습니다. 깨끗한 작업 상태에서 시작하고 어디에 커밋했는지 확인합니다.</a:t>
            </a:r>
          </a:p>
          <a:p xmlns:a="http://schemas.openxmlformats.org/drawingml/2006/main">
            <a:r>
              <a:t>질문: 브랜치를 만들면 GitHub PR도 자동으로 생기나요?</a:t>
            </a:r>
          </a:p>
          <a:p xmlns:a="http://schemas.openxmlformats.org/drawingml/2006/main">
            <a:r>
              <a:t>풀이: 아닙니다. 로컬 브랜치와 GitHub의 리뷰 요청은 별도입니다.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브랜치는 일련의 커밋을 가리키는 이름입니다. 다른 이름에서 작업하면 기본 흐름과 구별하여 제안을 만들 수 있습니다. 병합은 분리된 변경을 이력에 반영하는 작업입니다.</a:t>
            </a:r>
          </a:p>
          <a:p xmlns:a="http://schemas.openxmlformats.org/drawingml/2006/main">
            <a:r>
              <a:t>필요성: 새 안내를 검토한 뒤 반영하는 협업 흐름을 이해합니다. 초심자 필수는 상태·비교·커밋이며 브랜치 명령은 강사 시연 또는 준비된 사람의 선택 실습으로 둡니다.</a:t>
            </a:r>
          </a:p>
          <a:p xmlns:a="http://schemas.openxmlformats.org/drawingml/2006/main">
            <a:r>
              <a:t>예: docs-example 브랜치에서 사용 예를 추가한 뒤 main으로 돌아와 비교합니다. 변경을 반영할지 결정한 뒤 병합합니다. 브랜치는 폴더 전체를 수동 복사한 것과는 다릅니다.</a:t>
            </a:r>
          </a:p>
          <a:p xmlns:a="http://schemas.openxmlformats.org/drawingml/2006/main">
            <a:r>
              <a:t>반례: 브랜치를 만들었다고 파일 변경이 자동 커밋되지는 않습니다. 깨끗한 작업 상태에서 시작하고 어디에 커밋했는지 확인합니다.</a:t>
            </a:r>
          </a:p>
          <a:p xmlns:a="http://schemas.openxmlformats.org/drawingml/2006/main">
            <a:r>
              <a:t>질문: 브랜치를 만들면 GitHub PR도 자동으로 생기나요?</a:t>
            </a:r>
          </a:p>
          <a:p xmlns:a="http://schemas.openxmlformats.org/drawingml/2006/main">
            <a:r>
              <a:t>풀이: 아닙니다. 로컬 브랜치와 GitHub의 리뷰 요청은 별도입니다.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remote는 가져오거나 보낼 다른 저장소의 경로에 붙인 이름입니다. origin은 흔한 이름이며 특별한 계정이나 암호가 아닙니다. 실습에서는 같은 컴퓨터의 다른 폴더를 공유 저장소로 사용합니다.</a:t>
            </a:r>
          </a:p>
          <a:p xmlns:a="http://schemas.openxmlformats.org/drawingml/2006/main">
            <a:r>
              <a:t>필요성: 인터넷 계정 없이 push의 역할을 확인하고 로컬 이력과 공유 대상의 차이를 볼 수 있습니다. 실제 GitHub에 게시한 것으로 보고하지 않습니다.</a:t>
            </a:r>
          </a:p>
          <a:p xmlns:a="http://schemas.openxmlformats.org/drawingml/2006/main">
            <a:r>
              <a:t>예: bare 저장소는 일반 작업 파일을 편집하는 폴더 없이 Git 기록을 받는 용도로 사용합니다. ../shared.git를 origin으로 연결하고 main을 보냅니다. 네트워크 주소가 아닌 로컬 상대 경로입니다.</a:t>
            </a:r>
          </a:p>
          <a:p xmlns:a="http://schemas.openxmlformats.org/drawingml/2006/main">
            <a:r>
              <a:t>반례: 원격이라는 말이 반드시 인터넷 서버만 뜻하지는 않습니다. 저장소 경로는 로컬일 수도 있습니다. GitHub는 별도의 웹 서비스이며 이번 shared.git와 동일한 서비스 기능이 생기는 것은 아닙니다.</a:t>
            </a:r>
          </a:p>
          <a:p xmlns:a="http://schemas.openxmlformats.org/drawingml/2006/main">
            <a:r>
              <a:t>질문: origin이라는 이름만 보면 GitHub 주소인지 알 수 있나요?</a:t>
            </a:r>
          </a:p>
          <a:p xmlns:a="http://schemas.openxmlformats.org/drawingml/2006/main">
            <a:r>
              <a:t>풀이: 이름만으로는 알 수 없습니다. 실제 URL 또는 경로를 확인합니다.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remote는 가져오거나 보낼 다른 저장소의 경로에 붙인 이름입니다. origin은 흔한 이름이며 특별한 계정이나 암호가 아닙니다. 실습에서는 같은 컴퓨터의 다른 폴더를 공유 저장소로 사용합니다.</a:t>
            </a:r>
          </a:p>
          <a:p xmlns:a="http://schemas.openxmlformats.org/drawingml/2006/main">
            <a:r>
              <a:t>필요성: 인터넷 계정 없이 push의 역할을 확인하고 로컬 이력과 공유 대상의 차이를 볼 수 있습니다. 실제 GitHub에 게시한 것으로 보고하지 않습니다.</a:t>
            </a:r>
          </a:p>
          <a:p xmlns:a="http://schemas.openxmlformats.org/drawingml/2006/main">
            <a:r>
              <a:t>예: bare 저장소는 일반 작업 파일을 편집하는 폴더 없이 Git 기록을 받는 용도로 사용합니다. ../shared.git를 origin으로 연결하고 main을 보냅니다. 네트워크 주소가 아닌 로컬 상대 경로입니다.</a:t>
            </a:r>
          </a:p>
          <a:p xmlns:a="http://schemas.openxmlformats.org/drawingml/2006/main">
            <a:r>
              <a:t>반례: 원격이라는 말이 반드시 인터넷 서버만 뜻하지는 않습니다. 저장소 경로는 로컬일 수도 있습니다. GitHub는 별도의 웹 서비스이며 이번 shared.git와 동일한 서비스 기능이 생기는 것은 아닙니다.</a:t>
            </a:r>
          </a:p>
          <a:p xmlns:a="http://schemas.openxmlformats.org/drawingml/2006/main">
            <a:r>
              <a:t>질문: origin이라는 이름만 보면 GitHub 주소인지 알 수 있나요?</a:t>
            </a:r>
          </a:p>
          <a:p xmlns:a="http://schemas.openxmlformats.org/drawingml/2006/main">
            <a:r>
              <a:t>풀이: 이름만으로는 알 수 없습니다. 실제 URL 또는 경로를 확인합니다.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remote는 가져오거나 보낼 다른 저장소의 경로에 붙인 이름입니다. origin은 흔한 이름이며 특별한 계정이나 암호가 아닙니다. 실습에서는 같은 컴퓨터의 다른 폴더를 공유 저장소로 사용합니다.</a:t>
            </a:r>
          </a:p>
          <a:p xmlns:a="http://schemas.openxmlformats.org/drawingml/2006/main">
            <a:r>
              <a:t>필요성: 인터넷 계정 없이 push의 역할을 확인하고 로컬 이력과 공유 대상의 차이를 볼 수 있습니다. 실제 GitHub에 게시한 것으로 보고하지 않습니다.</a:t>
            </a:r>
          </a:p>
          <a:p xmlns:a="http://schemas.openxmlformats.org/drawingml/2006/main">
            <a:r>
              <a:t>예: bare 저장소는 일반 작업 파일을 편집하는 폴더 없이 Git 기록을 받는 용도로 사용합니다. ../shared.git를 origin으로 연결하고 main을 보냅니다. 네트워크 주소가 아닌 로컬 상대 경로입니다.</a:t>
            </a:r>
          </a:p>
          <a:p xmlns:a="http://schemas.openxmlformats.org/drawingml/2006/main">
            <a:r>
              <a:t>반례: 원격이라는 말이 반드시 인터넷 서버만 뜻하지는 않습니다. 저장소 경로는 로컬일 수도 있습니다. GitHub는 별도의 웹 서비스이며 이번 shared.git와 동일한 서비스 기능이 생기는 것은 아닙니다.</a:t>
            </a:r>
          </a:p>
          <a:p xmlns:a="http://schemas.openxmlformats.org/drawingml/2006/main">
            <a:r>
              <a:t>질문: origin이라는 이름만 보면 GitHub 주소인지 알 수 있나요?</a:t>
            </a:r>
          </a:p>
          <a:p xmlns:a="http://schemas.openxmlformats.org/drawingml/2006/main">
            <a:r>
              <a:t>풀이: 이름만으로는 알 수 없습니다. 실제 URL 또는 경로를 확인합니다.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remote는 가져오거나 보낼 다른 저장소의 경로에 붙인 이름입니다. origin은 흔한 이름이며 특별한 계정이나 암호가 아닙니다. 실습에서는 같은 컴퓨터의 다른 폴더를 공유 저장소로 사용합니다.</a:t>
            </a:r>
          </a:p>
          <a:p xmlns:a="http://schemas.openxmlformats.org/drawingml/2006/main">
            <a:r>
              <a:t>필요성: 인터넷 계정 없이 push의 역할을 확인하고 로컬 이력과 공유 대상의 차이를 볼 수 있습니다. 실제 GitHub에 게시한 것으로 보고하지 않습니다.</a:t>
            </a:r>
          </a:p>
          <a:p xmlns:a="http://schemas.openxmlformats.org/drawingml/2006/main">
            <a:r>
              <a:t>예: bare 저장소는 일반 작업 파일을 편집하는 폴더 없이 Git 기록을 받는 용도로 사용합니다. ../shared.git를 origin으로 연결하고 main을 보냅니다. 네트워크 주소가 아닌 로컬 상대 경로입니다.</a:t>
            </a:r>
          </a:p>
          <a:p xmlns:a="http://schemas.openxmlformats.org/drawingml/2006/main">
            <a:r>
              <a:t>반례: 원격이라는 말이 반드시 인터넷 서버만 뜻하지는 않습니다. 저장소 경로는 로컬일 수도 있습니다. GitHub는 별도의 웹 서비스이며 이번 shared.git와 동일한 서비스 기능이 생기는 것은 아닙니다.</a:t>
            </a:r>
          </a:p>
          <a:p xmlns:a="http://schemas.openxmlformats.org/drawingml/2006/main">
            <a:r>
              <a:t>질문: origin이라는 이름만 보면 GitHub 주소인지 알 수 있나요?</a:t>
            </a:r>
          </a:p>
          <a:p xmlns:a="http://schemas.openxmlformats.org/drawingml/2006/main">
            <a:r>
              <a:t>풀이: 이름만으로는 알 수 없습니다. 실제 URL 또는 경로를 확인합니다.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clone은 저장소의 이력을 새 작업 폴더로 가져옵니다. fetch는 새 기록을 받아 확인하는 단계이며 pull은 보통 가져오기와 현재 브랜치에 통합하기를 연결합니다.</a:t>
            </a:r>
          </a:p>
          <a:p xmlns:a="http://schemas.openxmlformats.org/drawingml/2006/main">
            <a:r>
              <a:t>필요성: 팀원이 같은 자료를 다른 폴더에서 보는 상황을 재현합니다. 같은 파일을 복사하는 것과 이력을 함께 가져오는 것을 비교합니다. 실제 두 사람의 계정을 사용하지 않습니다.</a:t>
            </a:r>
          </a:p>
          <a:p xmlns:a="http://schemas.openxmlformats.org/drawingml/2006/main">
            <a:r>
              <a:t>예: shared.git를 peer 폴더로 clone하면 README와 이력을 확인할 수 있습니다. 새 기록이 있으면 fetch 뒤 비교하고 pull --ff-only로 선형으로 반영할 수 있을 때만 진행합니다.</a:t>
            </a:r>
          </a:p>
          <a:p xmlns:a="http://schemas.openxmlformats.org/drawingml/2006/main">
            <a:r>
              <a:t>반례: pull은 항상 모든 상황을 자동으로 해결하는 명령이 아닙니다. 로컬 변경이나 분기된 이력이 있으면 추가 판단이 필요합니다. 오류가 나면 force로 덮지 않습니다.</a:t>
            </a:r>
          </a:p>
          <a:p xmlns:a="http://schemas.openxmlformats.org/drawingml/2006/main">
            <a:r>
              <a:t>질문: peer에서 편집하면 git-lab 작업 파일도 즉시 바뀌나요?</a:t>
            </a:r>
          </a:p>
          <a:p xmlns:a="http://schemas.openxmlformats.org/drawingml/2006/main">
            <a:r>
              <a:t>풀이: 별도 사본이므로 즉시 바뀌지 않습니다. 기록과 공유·가져오기 과정이 필요합니다.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clone은 저장소의 이력을 새 작업 폴더로 가져옵니다. fetch는 새 기록을 받아 확인하는 단계이며 pull은 보통 가져오기와 현재 브랜치에 통합하기를 연결합니다.</a:t>
            </a:r>
          </a:p>
          <a:p xmlns:a="http://schemas.openxmlformats.org/drawingml/2006/main">
            <a:r>
              <a:t>필요성: 팀원이 같은 자료를 다른 폴더에서 보는 상황을 재현합니다. 같은 파일을 복사하는 것과 이력을 함께 가져오는 것을 비교합니다. 실제 두 사람의 계정을 사용하지 않습니다.</a:t>
            </a:r>
          </a:p>
          <a:p xmlns:a="http://schemas.openxmlformats.org/drawingml/2006/main">
            <a:r>
              <a:t>예: shared.git를 peer 폴더로 clone하면 README와 이력을 확인할 수 있습니다. 새 기록이 있으면 fetch 뒤 비교하고 pull --ff-only로 선형으로 반영할 수 있을 때만 진행합니다.</a:t>
            </a:r>
          </a:p>
          <a:p xmlns:a="http://schemas.openxmlformats.org/drawingml/2006/main">
            <a:r>
              <a:t>반례: pull은 항상 모든 상황을 자동으로 해결하는 명령이 아닙니다. 로컬 변경이나 분기된 이력이 있으면 추가 판단이 필요합니다. 오류가 나면 force로 덮지 않습니다.</a:t>
            </a:r>
          </a:p>
          <a:p xmlns:a="http://schemas.openxmlformats.org/drawingml/2006/main">
            <a:r>
              <a:t>질문: peer에서 편집하면 git-lab 작업 파일도 즉시 바뀌나요?</a:t>
            </a:r>
          </a:p>
          <a:p xmlns:a="http://schemas.openxmlformats.org/drawingml/2006/main">
            <a:r>
              <a:t>풀이: 별도 사본이므로 즉시 바뀌지 않습니다. 기록과 공유·가져오기 과정이 필요합니다.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clone은 저장소의 이력을 새 작업 폴더로 가져옵니다. fetch는 새 기록을 받아 확인하는 단계이며 pull은 보통 가져오기와 현재 브랜치에 통합하기를 연결합니다.</a:t>
            </a:r>
          </a:p>
          <a:p xmlns:a="http://schemas.openxmlformats.org/drawingml/2006/main">
            <a:r>
              <a:t>필요성: 팀원이 같은 자료를 다른 폴더에서 보는 상황을 재현합니다. 같은 파일을 복사하는 것과 이력을 함께 가져오는 것을 비교합니다. 실제 두 사람의 계정을 사용하지 않습니다.</a:t>
            </a:r>
          </a:p>
          <a:p xmlns:a="http://schemas.openxmlformats.org/drawingml/2006/main">
            <a:r>
              <a:t>예: shared.git를 peer 폴더로 clone하면 README와 이력을 확인할 수 있습니다. 새 기록이 있으면 fetch 뒤 비교하고 pull --ff-only로 선형으로 반영할 수 있을 때만 진행합니다.</a:t>
            </a:r>
          </a:p>
          <a:p xmlns:a="http://schemas.openxmlformats.org/drawingml/2006/main">
            <a:r>
              <a:t>반례: pull은 항상 모든 상황을 자동으로 해결하는 명령이 아닙니다. 로컬 변경이나 분기된 이력이 있으면 추가 판단이 필요합니다. 오류가 나면 force로 덮지 않습니다.</a:t>
            </a:r>
          </a:p>
          <a:p xmlns:a="http://schemas.openxmlformats.org/drawingml/2006/main">
            <a:r>
              <a:t>질문: peer에서 편집하면 git-lab 작업 파일도 즉시 바뀌나요?</a:t>
            </a:r>
          </a:p>
          <a:p xmlns:a="http://schemas.openxmlformats.org/drawingml/2006/main">
            <a:r>
              <a:t>풀이: 별도 사본이므로 즉시 바뀌지 않습니다. 기록과 공유·가져오기 과정이 필요합니다.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clone은 저장소의 이력을 새 작업 폴더로 가져옵니다. fetch는 새 기록을 받아 확인하는 단계이며 pull은 보통 가져오기와 현재 브랜치에 통합하기를 연결합니다.</a:t>
            </a:r>
          </a:p>
          <a:p xmlns:a="http://schemas.openxmlformats.org/drawingml/2006/main">
            <a:r>
              <a:t>필요성: 팀원이 같은 자료를 다른 폴더에서 보는 상황을 재현합니다. 같은 파일을 복사하는 것과 이력을 함께 가져오는 것을 비교합니다. 실제 두 사람의 계정을 사용하지 않습니다.</a:t>
            </a:r>
          </a:p>
          <a:p xmlns:a="http://schemas.openxmlformats.org/drawingml/2006/main">
            <a:r>
              <a:t>예: shared.git를 peer 폴더로 clone하면 README와 이력을 확인할 수 있습니다. 새 기록이 있으면 fetch 뒤 비교하고 pull --ff-only로 선형으로 반영할 수 있을 때만 진행합니다.</a:t>
            </a:r>
          </a:p>
          <a:p xmlns:a="http://schemas.openxmlformats.org/drawingml/2006/main">
            <a:r>
              <a:t>반례: pull은 항상 모든 상황을 자동으로 해결하는 명령이 아닙니다. 로컬 변경이나 분기된 이력이 있으면 추가 판단이 필요합니다. 오류가 나면 force로 덮지 않습니다.</a:t>
            </a:r>
          </a:p>
          <a:p xmlns:a="http://schemas.openxmlformats.org/drawingml/2006/main">
            <a:r>
              <a:t>질문: peer에서 편집하면 git-lab 작업 파일도 즉시 바뀌나요?</a:t>
            </a:r>
          </a:p>
          <a:p xmlns:a="http://schemas.openxmlformats.org/drawingml/2006/main">
            <a:r>
              <a:t>풀이: 별도 사본이므로 즉시 바뀌지 않습니다. 기록과 공유·가져오기 과정이 필요합니다.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Git은 로컬 이력 도구이고 GitHub는 저장소 호스팅과 협업 기능을 제공하는 웹 서비스입니다. Pull request는 변경을 합치기 전에 목적·차이·확인을 제안하고 검토하는 요청입니다.</a:t>
            </a:r>
          </a:p>
          <a:p xmlns:a="http://schemas.openxmlformats.org/drawingml/2006/main">
            <a:r>
              <a:t>필요성: 커밋과 전송만으로 협업 검토가 끝나는 것은 아닙니다. 다른 사람이 이해할 설명과 확인 범위를 함께 제시해야 합니다. 계정이 없어도 제공한 변경 제안 꾸러미로 리뷰를 연습할 수 있습니다.</a:t>
            </a:r>
          </a:p>
          <a:p xmlns:a="http://schemas.openxmlformats.org/drawingml/2006/main">
            <a:r>
              <a:t>예: data/pr_proposal.md와 pr_diff.txt에는 실행 폴더를 명확히 하는 제안이 있습니다. 학생은 목적·실제 변경·검증 근거를 읽고 review_response.md에 수락 또는 보완 이유를 씁니다.</a:t>
            </a:r>
          </a:p>
          <a:p xmlns:a="http://schemas.openxmlformats.org/drawingml/2006/main">
            <a:r>
              <a:t>반례: PR은 로컬 Git 명령의 커밋과 동일하지 않고, 요청을 만들었다고 자동으로 병합되었다는 뜻도 아닙니다. 이번 활동은 제공 카드의 모의 검토이며 GitHub에 실제 요청을 만들지 않습니다.</a:t>
            </a:r>
          </a:p>
          <a:p xmlns:a="http://schemas.openxmlformats.org/drawingml/2006/main">
            <a:r>
              <a:t>질문: PR 본문에 ‘모든 테스트 통과’라고 쓰면 그대로 믿어도 되나요?</a:t>
            </a:r>
          </a:p>
          <a:p xmlns:a="http://schemas.openxmlformats.org/drawingml/2006/main">
            <a:r>
              <a:t>풀이: 어떤 테스트를 어떤 상태에서 수행했는지 근거를 봅니다. 제공 제안은 문구 대조만 했습니다.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Git은 로컬 이력 도구이고 GitHub는 저장소 호스팅과 협업 기능을 제공하는 웹 서비스입니다. Pull request는 변경을 합치기 전에 목적·차이·확인을 제안하고 검토하는 요청입니다.</a:t>
            </a:r>
          </a:p>
          <a:p xmlns:a="http://schemas.openxmlformats.org/drawingml/2006/main">
            <a:r>
              <a:t>필요성: 커밋과 전송만으로 협업 검토가 끝나는 것은 아닙니다. 다른 사람이 이해할 설명과 확인 범위를 함께 제시해야 합니다. 계정이 없어도 제공한 변경 제안 꾸러미로 리뷰를 연습할 수 있습니다.</a:t>
            </a:r>
          </a:p>
          <a:p xmlns:a="http://schemas.openxmlformats.org/drawingml/2006/main">
            <a:r>
              <a:t>예: data/pr_proposal.md와 pr_diff.txt에는 실행 폴더를 명확히 하는 제안이 있습니다. 학생은 목적·실제 변경·검증 근거를 읽고 review_response.md에 수락 또는 보완 이유를 씁니다.</a:t>
            </a:r>
          </a:p>
          <a:p xmlns:a="http://schemas.openxmlformats.org/drawingml/2006/main">
            <a:r>
              <a:t>반례: PR은 로컬 Git 명령의 커밋과 동일하지 않고, 요청을 만들었다고 자동으로 병합되었다는 뜻도 아닙니다. 이번 활동은 제공 카드의 모의 검토이며 GitHub에 실제 요청을 만들지 않습니다.</a:t>
            </a:r>
          </a:p>
          <a:p xmlns:a="http://schemas.openxmlformats.org/drawingml/2006/main">
            <a:r>
              <a:t>질문: PR 본문에 ‘모든 테스트 통과’라고 쓰면 그대로 믿어도 되나요?</a:t>
            </a:r>
          </a:p>
          <a:p xmlns:a="http://schemas.openxmlformats.org/drawingml/2006/main">
            <a:r>
              <a:t>풀이: 어떤 테스트를 어떤 상태에서 수행했는지 근거를 봅니다. 제공 제안은 문구 대조만 했습니다.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Git은 로컬 이력 도구이고 GitHub는 저장소 호스팅과 협업 기능을 제공하는 웹 서비스입니다. Pull request는 변경을 합치기 전에 목적·차이·확인을 제안하고 검토하는 요청입니다.</a:t>
            </a:r>
          </a:p>
          <a:p xmlns:a="http://schemas.openxmlformats.org/drawingml/2006/main">
            <a:r>
              <a:t>필요성: 커밋과 전송만으로 협업 검토가 끝나는 것은 아닙니다. 다른 사람이 이해할 설명과 확인 범위를 함께 제시해야 합니다. 계정이 없어도 제공한 변경 제안 꾸러미로 리뷰를 연습할 수 있습니다.</a:t>
            </a:r>
          </a:p>
          <a:p xmlns:a="http://schemas.openxmlformats.org/drawingml/2006/main">
            <a:r>
              <a:t>예: data/pr_proposal.md와 pr_diff.txt에는 실행 폴더를 명확히 하는 제안이 있습니다. 학생은 목적·실제 변경·검증 근거를 읽고 review_response.md에 수락 또는 보완 이유를 씁니다.</a:t>
            </a:r>
          </a:p>
          <a:p xmlns:a="http://schemas.openxmlformats.org/drawingml/2006/main">
            <a:r>
              <a:t>반례: PR은 로컬 Git 명령의 커밋과 동일하지 않고, 요청을 만들었다고 자동으로 병합되었다는 뜻도 아닙니다. 이번 활동은 제공 카드의 모의 검토이며 GitHub에 실제 요청을 만들지 않습니다.</a:t>
            </a:r>
          </a:p>
          <a:p xmlns:a="http://schemas.openxmlformats.org/drawingml/2006/main">
            <a:r>
              <a:t>질문: PR 본문에 ‘모든 테스트 통과’라고 쓰면 그대로 믿어도 되나요?</a:t>
            </a:r>
          </a:p>
          <a:p xmlns:a="http://schemas.openxmlformats.org/drawingml/2006/main">
            <a:r>
              <a:t>풀이: 어떤 테스트를 어떤 상태에서 수행했는지 근거를 봅니다. 제공 제안은 문구 대조만 했습니다.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충돌은 두 변경을 Git이 자동으로 합치기 어려운 상태입니다. 표식은 양쪽 내용을 보여 주며 최종 뜻을 결정하는 일은 사람이 해야 합니다.</a:t>
            </a:r>
          </a:p>
          <a:p xmlns:a="http://schemas.openxmlformats.org/drawingml/2006/main">
            <a:r>
              <a:t>필요성: 같은 줄을 서로 다르게 바꾸면 한쪽을 무조건 지우는 것으로 업무 목적을 보존하기 어렵습니다. 어떤 요구를 남길지 먼저 정하고 최종 문장을 만듭니다.</a:t>
            </a:r>
          </a:p>
          <a:p xmlns:a="http://schemas.openxmlformats.org/drawingml/2006/main">
            <a:r>
              <a:t>예: 한쪽은 실행 폴더를, 다른 쪽은 결과 파일 확인을 안내했습니다. 최종 문장에 두 뜻을 담을 수 있는지 검토합니다. 제공 conflict_card.txt에서 표식을 제거하고 문장을 합쳐 씁니다.</a:t>
            </a:r>
          </a:p>
          <a:p xmlns:a="http://schemas.openxmlformats.org/drawingml/2006/main">
            <a:r>
              <a:t>반례: 표식만 없애면 충돌 처리의 의미 검토가 끝난 것은 아닙니다. 어느 쪽의 요구가 빠졌는지 확인해야 합니다. 실제 merge 실습은 강사의 새 임시 저장소 시연 또는 선택 경로입니다.</a:t>
            </a:r>
          </a:p>
          <a:p xmlns:a="http://schemas.openxmlformats.org/drawingml/2006/main">
            <a:r>
              <a:t>질문: 충돌이 난 것은 파일이 모두 망가졌다는 뜻인가요?</a:t>
            </a:r>
          </a:p>
          <a:p xmlns:a="http://schemas.openxmlformats.org/drawingml/2006/main">
            <a:r>
              <a:t>풀이: 자동 통합이 어려운 부분이 있다는 뜻입니다. 양쪽 내용과 목적을 보고 해결합니다.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충돌은 두 변경을 Git이 자동으로 합치기 어려운 상태입니다. 표식은 양쪽 내용을 보여 주며 최종 뜻을 결정하는 일은 사람이 해야 합니다.</a:t>
            </a:r>
          </a:p>
          <a:p xmlns:a="http://schemas.openxmlformats.org/drawingml/2006/main">
            <a:r>
              <a:t>필요성: 같은 줄을 서로 다르게 바꾸면 한쪽을 무조건 지우는 것으로 업무 목적을 보존하기 어렵습니다. 어떤 요구를 남길지 먼저 정하고 최종 문장을 만듭니다.</a:t>
            </a:r>
          </a:p>
          <a:p xmlns:a="http://schemas.openxmlformats.org/drawingml/2006/main">
            <a:r>
              <a:t>예: 한쪽은 실행 폴더를, 다른 쪽은 결과 파일 확인을 안내했습니다. 최종 문장에 두 뜻을 담을 수 있는지 검토합니다. 제공 conflict_card.txt에서 표식을 제거하고 문장을 합쳐 씁니다.</a:t>
            </a:r>
          </a:p>
          <a:p xmlns:a="http://schemas.openxmlformats.org/drawingml/2006/main">
            <a:r>
              <a:t>반례: 표식만 없애면 충돌 처리의 의미 검토가 끝난 것은 아닙니다. 어느 쪽의 요구가 빠졌는지 확인해야 합니다. 실제 merge 실습은 강사의 새 임시 저장소 시연 또는 선택 경로입니다.</a:t>
            </a:r>
          </a:p>
          <a:p xmlns:a="http://schemas.openxmlformats.org/drawingml/2006/main">
            <a:r>
              <a:t>질문: 충돌이 난 것은 파일이 모두 망가졌다는 뜻인가요?</a:t>
            </a:r>
          </a:p>
          <a:p xmlns:a="http://schemas.openxmlformats.org/drawingml/2006/main">
            <a:r>
              <a:t>풀이: 자동 통합이 어려운 부분이 있다는 뜻입니다. 양쪽 내용과 목적을 보고 해결합니다.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충돌은 두 변경을 Git이 자동으로 합치기 어려운 상태입니다. 표식은 양쪽 내용을 보여 주며 최종 뜻을 결정하는 일은 사람이 해야 합니다.</a:t>
            </a:r>
          </a:p>
          <a:p xmlns:a="http://schemas.openxmlformats.org/drawingml/2006/main">
            <a:r>
              <a:t>필요성: 같은 줄을 서로 다르게 바꾸면 한쪽을 무조건 지우는 것으로 업무 목적을 보존하기 어렵습니다. 어떤 요구를 남길지 먼저 정하고 최종 문장을 만듭니다.</a:t>
            </a:r>
          </a:p>
          <a:p xmlns:a="http://schemas.openxmlformats.org/drawingml/2006/main">
            <a:r>
              <a:t>예: 한쪽은 실행 폴더를, 다른 쪽은 결과 파일 확인을 안내했습니다. 최종 문장에 두 뜻을 담을 수 있는지 검토합니다. 제공 conflict_card.txt에서 표식을 제거하고 문장을 합쳐 씁니다.</a:t>
            </a:r>
          </a:p>
          <a:p xmlns:a="http://schemas.openxmlformats.org/drawingml/2006/main">
            <a:r>
              <a:t>반례: 표식만 없애면 충돌 처리의 의미 검토가 끝난 것은 아닙니다. 어느 쪽의 요구가 빠졌는지 확인해야 합니다. 실제 merge 실습은 강사의 새 임시 저장소 시연 또는 선택 경로입니다.</a:t>
            </a:r>
          </a:p>
          <a:p xmlns:a="http://schemas.openxmlformats.org/drawingml/2006/main">
            <a:r>
              <a:t>질문: 충돌이 난 것은 파일이 모두 망가졌다는 뜻인가요?</a:t>
            </a:r>
          </a:p>
          <a:p xmlns:a="http://schemas.openxmlformats.org/drawingml/2006/main">
            <a:r>
              <a:t>풀이: 자동 통합이 어려운 부분이 있다는 뜻입니다. 양쪽 내용과 목적을 보고 해결합니다.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종합 활동은 작은 새 요구를 받아 변경·비교·선택·기록을 이어 수행하는 일입니다. 이미 배운 명령을 재사용하며 목적과 근거를 설명합니다.</a:t>
            </a:r>
          </a:p>
          <a:p xmlns:a="http://schemas.openxmlformats.org/drawingml/2006/main">
            <a:r>
              <a:t>필요성: 이전 예제의 정답 명령을 따라 한 것과 새 문구를 올바른 범위에 반영하는 것을 구별합니다. 한 목적의 변경과 재현 가능한 증거를 남깁니다.</a:t>
            </a:r>
          </a:p>
          <a:p xmlns:a="http://schemas.openxmlformats.org/drawingml/2006/main">
            <a:r>
              <a:t>예: 새 요구는 README에 ‘Missing values stay unknown.’를 추가해 미측정을 추측하지 않는다는 안내를 보강하는 것입니다. 프로그램 코드의 실제 동작을 바꾸었다고 주장하지 않습니다.</a:t>
            </a:r>
          </a:p>
          <a:p xmlns:a="http://schemas.openxmlformats.org/drawingml/2006/main">
            <a:r>
              <a:t>반례: 문서 변경만 했는데 ‘검사기 버그를 고쳤다’라고 메시지를 쓰면 내용과 기록이 맞지 않습니다. 메시지는 실제 변경을 설명해야 합니다.</a:t>
            </a:r>
          </a:p>
          <a:p xmlns:a="http://schemas.openxmlformats.org/drawingml/2006/main">
            <a:r>
              <a:t>질문: 기록 뒤 공유 저장소에도 새 커밋이 있다고 말해도 되나요?</a:t>
            </a:r>
          </a:p>
          <a:p xmlns:a="http://schemas.openxmlformats.org/drawingml/2006/main">
            <a:r>
              <a:t>풀이: 전송 여부를 별도로 확인해야 합니다. 이번 단계는 로컬 커밋입니다.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종합 활동은 작은 새 요구를 받아 변경·비교·선택·기록을 이어 수행하는 일입니다. 이미 배운 명령을 재사용하며 목적과 근거를 설명합니다.</a:t>
            </a:r>
          </a:p>
          <a:p xmlns:a="http://schemas.openxmlformats.org/drawingml/2006/main">
            <a:r>
              <a:t>필요성: 이전 예제의 정답 명령을 따라 한 것과 새 문구를 올바른 범위에 반영하는 것을 구별합니다. 한 목적의 변경과 재현 가능한 증거를 남깁니다.</a:t>
            </a:r>
          </a:p>
          <a:p xmlns:a="http://schemas.openxmlformats.org/drawingml/2006/main">
            <a:r>
              <a:t>예: 새 요구는 README에 ‘Missing values stay unknown.’를 추가해 미측정을 추측하지 않는다는 안내를 보강하는 것입니다. 프로그램 코드의 실제 동작을 바꾸었다고 주장하지 않습니다.</a:t>
            </a:r>
          </a:p>
          <a:p xmlns:a="http://schemas.openxmlformats.org/drawingml/2006/main">
            <a:r>
              <a:t>반례: 문서 변경만 했는데 ‘검사기 버그를 고쳤다’라고 메시지를 쓰면 내용과 기록이 맞지 않습니다. 메시지는 실제 변경을 설명해야 합니다.</a:t>
            </a:r>
          </a:p>
          <a:p xmlns:a="http://schemas.openxmlformats.org/drawingml/2006/main">
            <a:r>
              <a:t>질문: 기록 뒤 공유 저장소에도 새 커밋이 있다고 말해도 되나요?</a:t>
            </a:r>
          </a:p>
          <a:p xmlns:a="http://schemas.openxmlformats.org/drawingml/2006/main">
            <a:r>
              <a:t>풀이: 전송 여부를 별도로 확인해야 합니다. 이번 단계는 로컬 커밋입니다.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종합 활동은 작은 새 요구를 받아 변경·비교·선택·기록을 이어 수행하는 일입니다. 이미 배운 명령을 재사용하며 목적과 근거를 설명합니다.</a:t>
            </a:r>
          </a:p>
          <a:p xmlns:a="http://schemas.openxmlformats.org/drawingml/2006/main">
            <a:r>
              <a:t>필요성: 이전 예제의 정답 명령을 따라 한 것과 새 문구를 올바른 범위에 반영하는 것을 구별합니다. 한 목적의 변경과 재현 가능한 증거를 남깁니다.</a:t>
            </a:r>
          </a:p>
          <a:p xmlns:a="http://schemas.openxmlformats.org/drawingml/2006/main">
            <a:r>
              <a:t>예: 새 요구는 README에 ‘Missing values stay unknown.’를 추가해 미측정을 추측하지 않는다는 안내를 보강하는 것입니다. 프로그램 코드의 실제 동작을 바꾸었다고 주장하지 않습니다.</a:t>
            </a:r>
          </a:p>
          <a:p xmlns:a="http://schemas.openxmlformats.org/drawingml/2006/main">
            <a:r>
              <a:t>반례: 문서 변경만 했는데 ‘검사기 버그를 고쳤다’라고 메시지를 쓰면 내용과 기록이 맞지 않습니다. 메시지는 실제 변경을 설명해야 합니다.</a:t>
            </a:r>
          </a:p>
          <a:p xmlns:a="http://schemas.openxmlformats.org/drawingml/2006/main">
            <a:r>
              <a:t>질문: 기록 뒤 공유 저장소에도 새 커밋이 있다고 말해도 되나요?</a:t>
            </a:r>
          </a:p>
          <a:p xmlns:a="http://schemas.openxmlformats.org/drawingml/2006/main">
            <a:r>
              <a:t>풀이: 전송 여부를 별도로 확인해야 합니다. 이번 단계는 로컬 커밋입니다.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종합 활동은 작은 새 요구를 받아 변경·비교·선택·기록을 이어 수행하는 일입니다. 이미 배운 명령을 재사용하며 목적과 근거를 설명합니다.</a:t>
            </a:r>
          </a:p>
          <a:p xmlns:a="http://schemas.openxmlformats.org/drawingml/2006/main">
            <a:r>
              <a:t>필요성: 이전 예제의 정답 명령을 따라 한 것과 새 문구를 올바른 범위에 반영하는 것을 구별합니다. 한 목적의 변경과 재현 가능한 증거를 남깁니다.</a:t>
            </a:r>
          </a:p>
          <a:p xmlns:a="http://schemas.openxmlformats.org/drawingml/2006/main">
            <a:r>
              <a:t>예: 새 요구는 README에 ‘Missing values stay unknown.’를 추가해 미측정을 추측하지 않는다는 안내를 보강하는 것입니다. 프로그램 코드의 실제 동작을 바꾸었다고 주장하지 않습니다.</a:t>
            </a:r>
          </a:p>
          <a:p xmlns:a="http://schemas.openxmlformats.org/drawingml/2006/main">
            <a:r>
              <a:t>반례: 문서 변경만 했는데 ‘검사기 버그를 고쳤다’라고 메시지를 쓰면 내용과 기록이 맞지 않습니다. 메시지는 실제 변경을 설명해야 합니다.</a:t>
            </a:r>
          </a:p>
          <a:p xmlns:a="http://schemas.openxmlformats.org/drawingml/2006/main">
            <a:r>
              <a:t>질문: 기록 뒤 공유 저장소에도 새 커밋이 있다고 말해도 되나요?</a:t>
            </a:r>
          </a:p>
          <a:p xmlns:a="http://schemas.openxmlformats.org/drawingml/2006/main">
            <a:r>
              <a:t>풀이: 전송 여부를 별도로 확인해야 합니다. 이번 단계는 로컬 커밋입니다.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인계는 다음 사람이 현재 상태와 변경 이유를 확인하도록 파일·브랜치·커밋·남은 변경·공유 여부를 설명하는 일입니다. 명령 실행 여부와 결과 해석을 함께 적습니다.</a:t>
            </a:r>
          </a:p>
          <a:p xmlns:a="http://schemas.openxmlformats.org/drawingml/2006/main">
            <a:r>
              <a:t>필요성: ‘완료’만 전달하면 저장만 했는지, 커밋했는지, 공유했는지 구별할 수 없습니다. 수신자가 어느 상태에서 시작할지 판단할 근거가 필요합니다.</a:t>
            </a:r>
          </a:p>
          <a:p xmlns:a="http://schemas.openxmlformats.org/drawingml/2006/main">
            <a:r>
              <a:t>예: change_report.md에 작업 저장소 경로, 최신 메시지와 해시, 수정 문장, 확인한 diff, 로컬 공유 여부, GitHub 미사용을 적습니다. 새 사람은 로그와 파일을 대조합니다.</a:t>
            </a:r>
          </a:p>
          <a:p xmlns:a="http://schemas.openxmlformats.org/drawingml/2006/main">
            <a:r>
              <a:t>반례: 작업 폴더를 ZIP으로 전달할 때 .git 포함 여부에 따라 이력 전달 여부가 달라집니다. 제출 정책에 맞춰 상태 보고를 작성하고 누락된 이력을 있다고 말하지 않습니다.</a:t>
            </a:r>
          </a:p>
          <a:p xmlns:a="http://schemas.openxmlformats.org/drawingml/2006/main">
            <a:r>
              <a:t>질문: clean 상태이면 원격도 최신이라고 단정할 수 있나요?</a:t>
            </a:r>
          </a:p>
          <a:p xmlns:a="http://schemas.openxmlformats.org/drawingml/2006/main">
            <a:r>
              <a:t>풀이: 작업 파일에 변경이 없다는 사실과 원격 동기화 여부는 다릅니다. 이력·대상·전송을 따로 확인합니다.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인계는 다음 사람이 현재 상태와 변경 이유를 확인하도록 파일·브랜치·커밋·남은 변경·공유 여부를 설명하는 일입니다. 명령 실행 여부와 결과 해석을 함께 적습니다.</a:t>
            </a:r>
          </a:p>
          <a:p xmlns:a="http://schemas.openxmlformats.org/drawingml/2006/main">
            <a:r>
              <a:t>필요성: ‘완료’만 전달하면 저장만 했는지, 커밋했는지, 공유했는지 구별할 수 없습니다. 수신자가 어느 상태에서 시작할지 판단할 근거가 필요합니다.</a:t>
            </a:r>
          </a:p>
          <a:p xmlns:a="http://schemas.openxmlformats.org/drawingml/2006/main">
            <a:r>
              <a:t>예: change_report.md에 작업 저장소 경로, 최신 메시지와 해시, 수정 문장, 확인한 diff, 로컬 공유 여부, GitHub 미사용을 적습니다. 새 사람은 로그와 파일을 대조합니다.</a:t>
            </a:r>
          </a:p>
          <a:p xmlns:a="http://schemas.openxmlformats.org/drawingml/2006/main">
            <a:r>
              <a:t>반례: 작업 폴더를 ZIP으로 전달할 때 .git 포함 여부에 따라 이력 전달 여부가 달라집니다. 제출 정책에 맞춰 상태 보고를 작성하고 누락된 이력을 있다고 말하지 않습니다.</a:t>
            </a:r>
          </a:p>
          <a:p xmlns:a="http://schemas.openxmlformats.org/drawingml/2006/main">
            <a:r>
              <a:t>질문: clean 상태이면 원격도 최신이라고 단정할 수 있나요?</a:t>
            </a:r>
          </a:p>
          <a:p xmlns:a="http://schemas.openxmlformats.org/drawingml/2006/main">
            <a:r>
              <a:t>풀이: 작업 파일에 변경이 없다는 사실과 원격 동기화 여부는 다릅니다. 이력·대상·전송을 따로 확인합니다.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인계는 다음 사람이 현재 상태와 변경 이유를 확인하도록 파일·브랜치·커밋·남은 변경·공유 여부를 설명하는 일입니다. 명령 실행 여부와 결과 해석을 함께 적습니다.</a:t>
            </a:r>
          </a:p>
          <a:p xmlns:a="http://schemas.openxmlformats.org/drawingml/2006/main">
            <a:r>
              <a:t>필요성: ‘완료’만 전달하면 저장만 했는지, 커밋했는지, 공유했는지 구별할 수 없습니다. 수신자가 어느 상태에서 시작할지 판단할 근거가 필요합니다.</a:t>
            </a:r>
          </a:p>
          <a:p xmlns:a="http://schemas.openxmlformats.org/drawingml/2006/main">
            <a:r>
              <a:t>예: change_report.md에 작업 저장소 경로, 최신 메시지와 해시, 수정 문장, 확인한 diff, 로컬 공유 여부, GitHub 미사용을 적습니다. 새 사람은 로그와 파일을 대조합니다.</a:t>
            </a:r>
          </a:p>
          <a:p xmlns:a="http://schemas.openxmlformats.org/drawingml/2006/main">
            <a:r>
              <a:t>반례: 작업 폴더를 ZIP으로 전달할 때 .git 포함 여부에 따라 이력 전달 여부가 달라집니다. 제출 정책에 맞춰 상태 보고를 작성하고 누락된 이력을 있다고 말하지 않습니다.</a:t>
            </a:r>
          </a:p>
          <a:p xmlns:a="http://schemas.openxmlformats.org/drawingml/2006/main">
            <a:r>
              <a:t>질문: clean 상태이면 원격도 최신이라고 단정할 수 있나요?</a:t>
            </a:r>
          </a:p>
          <a:p xmlns:a="http://schemas.openxmlformats.org/drawingml/2006/main">
            <a:r>
              <a:t>풀이: 작업 파일에 변경이 없다는 사실과 원격 동기화 여부는 다릅니다. 이력·대상·전송을 따로 확인합니다.</a:t>
            </a:r>
          </a:p>
          <a:p xmlns:a="http://schemas.openxmlformats.org/drawingml/2006/main">
            <a:r>
              <a:t>출처: https://git-scm.com/docs/git-status; https://git-scm.com/docs/git-diff; https://git-scm.com/docs/git-add; https://git-scm.com/docs/git-commit; https://git-scm.com/docs/git-restore; https://git-scm.com/docs/git-remote; https://git-scm.com/docs/git-push; https://git-scm.com/docs/git-pull; https://docs.github.com/en/get-started/using-github/hello-world; https://git-scm.com/docs/git-init; https://git-scm.com/docs/git-clone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30172785f4e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cebbea6d864ace" /><Relationship Type="http://schemas.openxmlformats.org/officeDocument/2006/relationships/slideLayout" Target="/ppt/slideLayouts/slideLayout1.xml" Id="R4c473b6b719748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473b6b719748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41250e77c4246" /><Relationship Type="http://schemas.openxmlformats.org/officeDocument/2006/relationships/notesSlide" Target="/ppt/notesSlides/notesSlide1.xml" Id="Re38e2045d52944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2f88aa29049c2" /><Relationship Type="http://schemas.openxmlformats.org/officeDocument/2006/relationships/notesSlide" Target="/ppt/notesSlides/notesSlide2.xml" Id="Rf3c87c478e7f44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42a4ed5224a00" /><Relationship Type="http://schemas.openxmlformats.org/officeDocument/2006/relationships/notesSlide" Target="/ppt/notesSlides/notesSlide3.xml" Id="Rd36ebb18ae094a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2d388776a4926" /><Relationship Type="http://schemas.openxmlformats.org/officeDocument/2006/relationships/notesSlide" Target="/ppt/notesSlides/notesSlide4.xml" Id="R90f74eb0f27f4d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769e6045643f2" /><Relationship Type="http://schemas.openxmlformats.org/officeDocument/2006/relationships/notesSlide" Target="/ppt/notesSlides/notesSlide5.xml" Id="Rbb79faaf9cb94b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86115b3cb4b46" /><Relationship Type="http://schemas.openxmlformats.org/officeDocument/2006/relationships/notesSlide" Target="/ppt/notesSlides/notesSlide6.xml" Id="Rb440d9c13df642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f7a8d4bc144ad" /><Relationship Type="http://schemas.openxmlformats.org/officeDocument/2006/relationships/notesSlide" Target="/ppt/notesSlides/notesSlide7.xml" Id="R7dd2e6e9f91f46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f1d41edc34c58" /><Relationship Type="http://schemas.openxmlformats.org/officeDocument/2006/relationships/notesSlide" Target="/ppt/notesSlides/notesSlide8.xml" Id="Rb2d26fa480604c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b8077b70943e4" /><Relationship Type="http://schemas.openxmlformats.org/officeDocument/2006/relationships/notesSlide" Target="/ppt/notesSlides/notesSlide9.xml" Id="R40da5415355b42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5a0a9fe3245ff" /><Relationship Type="http://schemas.openxmlformats.org/officeDocument/2006/relationships/notesSlide" Target="/ppt/notesSlides/notesSlide10.xml" Id="Rde09304268ab4b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44c5f36c74804" /><Relationship Type="http://schemas.openxmlformats.org/officeDocument/2006/relationships/notesSlide" Target="/ppt/notesSlides/notesSlide11.xml" Id="R95109f8b38b84e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4d14d4dee4b84" /><Relationship Type="http://schemas.openxmlformats.org/officeDocument/2006/relationships/notesSlide" Target="/ppt/notesSlides/notesSlide12.xml" Id="R9828a17fef3045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d524de5a54188" /><Relationship Type="http://schemas.openxmlformats.org/officeDocument/2006/relationships/notesSlide" Target="/ppt/notesSlides/notesSlide13.xml" Id="R8b07a10bf0044d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9658beece45b1" /><Relationship Type="http://schemas.openxmlformats.org/officeDocument/2006/relationships/notesSlide" Target="/ppt/notesSlides/notesSlide14.xml" Id="R4f9dfd70976944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23c259d004385" /><Relationship Type="http://schemas.openxmlformats.org/officeDocument/2006/relationships/notesSlide" Target="/ppt/notesSlides/notesSlide15.xml" Id="Rb5a650ee097948b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66778cac04034" /><Relationship Type="http://schemas.openxmlformats.org/officeDocument/2006/relationships/notesSlide" Target="/ppt/notesSlides/notesSlide16.xml" Id="R2d27ec6bc3534c6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a784648ea493b" /><Relationship Type="http://schemas.openxmlformats.org/officeDocument/2006/relationships/notesSlide" Target="/ppt/notesSlides/notesSlide17.xml" Id="R9f6bd0f2ec6348d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9df54470f4187" /><Relationship Type="http://schemas.openxmlformats.org/officeDocument/2006/relationships/notesSlide" Target="/ppt/notesSlides/notesSlide18.xml" Id="Rc46dd12fe437445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5aa461c184b8e" /><Relationship Type="http://schemas.openxmlformats.org/officeDocument/2006/relationships/notesSlide" Target="/ppt/notesSlides/notesSlide19.xml" Id="R4d21938613424cb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9a7e916014d27" /><Relationship Type="http://schemas.openxmlformats.org/officeDocument/2006/relationships/notesSlide" Target="/ppt/notesSlides/notesSlide20.xml" Id="R380b5deb3a4a49c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37f03b1364b61" /><Relationship Type="http://schemas.openxmlformats.org/officeDocument/2006/relationships/notesSlide" Target="/ppt/notesSlides/notesSlide21.xml" Id="R1ae7839bc65b46e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0f06a7a2f4326" /><Relationship Type="http://schemas.openxmlformats.org/officeDocument/2006/relationships/notesSlide" Target="/ppt/notesSlides/notesSlide22.xml" Id="Ra2c5cdeda4d3433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da7a39bf3485a" /><Relationship Type="http://schemas.openxmlformats.org/officeDocument/2006/relationships/notesSlide" Target="/ppt/notesSlides/notesSlide23.xml" Id="Ra1af8051a308475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6c1fbf52e4a2e" /><Relationship Type="http://schemas.openxmlformats.org/officeDocument/2006/relationships/notesSlide" Target="/ppt/notesSlides/notesSlide24.xml" Id="R8326b06b65804a9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4fca05c904429" /><Relationship Type="http://schemas.openxmlformats.org/officeDocument/2006/relationships/notesSlide" Target="/ppt/notesSlides/notesSlide25.xml" Id="Ra8fc15e691a84e9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ae6dde7f54432" /><Relationship Type="http://schemas.openxmlformats.org/officeDocument/2006/relationships/notesSlide" Target="/ppt/notesSlides/notesSlide26.xml" Id="Rf53276cad07144d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a13c97cc2481d" /><Relationship Type="http://schemas.openxmlformats.org/officeDocument/2006/relationships/notesSlide" Target="/ppt/notesSlides/notesSlide27.xml" Id="Rd52ff2f3425c457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331484d554e9a" /><Relationship Type="http://schemas.openxmlformats.org/officeDocument/2006/relationships/notesSlide" Target="/ppt/notesSlides/notesSlide28.xml" Id="Rc1a3463a6f094e5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14de1ef414d2d" /><Relationship Type="http://schemas.openxmlformats.org/officeDocument/2006/relationships/notesSlide" Target="/ppt/notesSlides/notesSlide29.xml" Id="R172f044d196d4dd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5629725e84143" /><Relationship Type="http://schemas.openxmlformats.org/officeDocument/2006/relationships/notesSlide" Target="/ppt/notesSlides/notesSlide30.xml" Id="Rb6f65e3e813f41e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26d3958114776" /><Relationship Type="http://schemas.openxmlformats.org/officeDocument/2006/relationships/notesSlide" Target="/ppt/notesSlides/notesSlide31.xml" Id="Rf498b6ad0671456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d8f019c2b472a" /><Relationship Type="http://schemas.openxmlformats.org/officeDocument/2006/relationships/notesSlide" Target="/ppt/notesSlides/notesSlide32.xml" Id="Rc6b29800acd84c1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04766a5eb483a" /><Relationship Type="http://schemas.openxmlformats.org/officeDocument/2006/relationships/notesSlide" Target="/ppt/notesSlides/notesSlide33.xml" Id="Rd206fecabe5d4f1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44133c8aa4d91" /><Relationship Type="http://schemas.openxmlformats.org/officeDocument/2006/relationships/notesSlide" Target="/ppt/notesSlides/notesSlide34.xml" Id="R232d0063819e4b1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c8c09610143e5" /><Relationship Type="http://schemas.openxmlformats.org/officeDocument/2006/relationships/notesSlide" Target="/ppt/notesSlides/notesSlide35.xml" Id="R2cfab076a893446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ec812eaf64e37" /><Relationship Type="http://schemas.openxmlformats.org/officeDocument/2006/relationships/notesSlide" Target="/ppt/notesSlides/notesSlide36.xml" Id="Rb7d5472031ea44f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cd259fdda4976" /><Relationship Type="http://schemas.openxmlformats.org/officeDocument/2006/relationships/notesSlide" Target="/ppt/notesSlides/notesSlide37.xml" Id="Re8eb48e31c1c406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7328c362c4360" /><Relationship Type="http://schemas.openxmlformats.org/officeDocument/2006/relationships/notesSlide" Target="/ppt/notesSlides/notesSlide38.xml" Id="R9a613964e50f4a3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eb1b23d2c4586" /><Relationship Type="http://schemas.openxmlformats.org/officeDocument/2006/relationships/notesSlide" Target="/ppt/notesSlides/notesSlide39.xml" Id="Rc2af8719aedc46b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485306da54c81" /><Relationship Type="http://schemas.openxmlformats.org/officeDocument/2006/relationships/notesSlide" Target="/ppt/notesSlides/notesSlide40.xml" Id="Rfb892f933f8f4b7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3f534ada7420a" /><Relationship Type="http://schemas.openxmlformats.org/officeDocument/2006/relationships/notesSlide" Target="/ppt/notesSlides/notesSlide41.xml" Id="Rf818987b7e1a4be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f94d3305449fd" /><Relationship Type="http://schemas.openxmlformats.org/officeDocument/2006/relationships/notesSlide" Target="/ppt/notesSlides/notesSlide42.xml" Id="R74be0a53d11b479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37a0ec80a4100" /><Relationship Type="http://schemas.openxmlformats.org/officeDocument/2006/relationships/notesSlide" Target="/ppt/notesSlides/notesSlide43.xml" Id="Rd1e115a97f9a44a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cba3317d54d0a" /><Relationship Type="http://schemas.openxmlformats.org/officeDocument/2006/relationships/notesSlide" Target="/ppt/notesSlides/notesSlide44.xml" Id="R2ca8ed75b16543c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8b7880f7d4649" /><Relationship Type="http://schemas.openxmlformats.org/officeDocument/2006/relationships/notesSlide" Target="/ppt/notesSlides/notesSlide45.xml" Id="Rebb1fa7f612143b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42eb204754993" /><Relationship Type="http://schemas.openxmlformats.org/officeDocument/2006/relationships/notesSlide" Target="/ppt/notesSlides/notesSlide46.xml" Id="R39ab647353544b7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0d447cf2e4cd0" /><Relationship Type="http://schemas.openxmlformats.org/officeDocument/2006/relationships/notesSlide" Target="/ppt/notesSlides/notesSlide47.xml" Id="R38261d50f45d453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2184040b04890" /><Relationship Type="http://schemas.openxmlformats.org/officeDocument/2006/relationships/notesSlide" Target="/ppt/notesSlides/notesSlide48.xml" Id="R79697e82dc00428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d80ba3a544018" /><Relationship Type="http://schemas.openxmlformats.org/officeDocument/2006/relationships/notesSlide" Target="/ppt/notesSlides/notesSlide49.xml" Id="R14161b70c7ba46c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5de4797ab4c19" /><Relationship Type="http://schemas.openxmlformats.org/officeDocument/2006/relationships/notesSlide" Target="/ppt/notesSlides/notesSlide50.xml" Id="R8be2d53d35e84db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7a42e6c3144a2" /><Relationship Type="http://schemas.openxmlformats.org/officeDocument/2006/relationships/notesSlide" Target="/ppt/notesSlides/notesSlide51.xml" Id="R3b0d42030c0846d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7807391fb4c9c" /><Relationship Type="http://schemas.openxmlformats.org/officeDocument/2006/relationships/notesSlide" Target="/ppt/notesSlides/notesSlide52.xml" Id="R83d4138d85074c58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7b878e9f94594" /><Relationship Type="http://schemas.openxmlformats.org/officeDocument/2006/relationships/notesSlide" Target="/ppt/notesSlides/notesSlide53.xml" Id="R4089789aeb164460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0bb793c934969" /><Relationship Type="http://schemas.openxmlformats.org/officeDocument/2006/relationships/notesSlide" Target="/ppt/notesSlides/notesSlide54.xml" Id="Rb2ef64ee64dc4623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dce8405fc49c5" /><Relationship Type="http://schemas.openxmlformats.org/officeDocument/2006/relationships/notesSlide" Target="/ppt/notesSlides/notesSlide55.xml" Id="Re3ed48a02d3840a1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9b3053a6441e4" /><Relationship Type="http://schemas.openxmlformats.org/officeDocument/2006/relationships/notesSlide" Target="/ppt/notesSlides/notesSlide56.xml" Id="Rac83f855ed7b46e9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eaf65e3494c43" /><Relationship Type="http://schemas.openxmlformats.org/officeDocument/2006/relationships/notesSlide" Target="/ppt/notesSlides/notesSlide57.xml" Id="Rcd26c56ea21c42ef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1ca373b2e4ad6" /><Relationship Type="http://schemas.openxmlformats.org/officeDocument/2006/relationships/notesSlide" Target="/ppt/notesSlides/notesSlide58.xml" Id="Re2a883fb5ead477c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223a235074c5c" /><Relationship Type="http://schemas.openxmlformats.org/officeDocument/2006/relationships/notesSlide" Target="/ppt/notesSlides/notesSlide59.xml" Id="Rc3924eff8c10450f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f2699800440af" /><Relationship Type="http://schemas.openxmlformats.org/officeDocument/2006/relationships/notesSlide" Target="/ppt/notesSlides/notesSlide60.xml" Id="Re37341cf63a14e09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74153bd784e9b" /><Relationship Type="http://schemas.openxmlformats.org/officeDocument/2006/relationships/notesSlide" Target="/ppt/notesSlides/notesSlide61.xml" Id="R45e3ed69178646b8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b1203b4574027" /><Relationship Type="http://schemas.openxmlformats.org/officeDocument/2006/relationships/notesSlide" Target="/ppt/notesSlides/notesSlide62.xml" Id="R4327bff8cc274e30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d25bc15254437" /><Relationship Type="http://schemas.openxmlformats.org/officeDocument/2006/relationships/notesSlide" Target="/ppt/notesSlides/notesSlide63.xml" Id="R5b0da4e4981d423b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54eaafbcb4e24" /><Relationship Type="http://schemas.openxmlformats.org/officeDocument/2006/relationships/notesSlide" Target="/ppt/notesSlides/notesSlide64.xml" Id="R72473ef156444d54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8693d886840d2" /><Relationship Type="http://schemas.openxmlformats.org/officeDocument/2006/relationships/notesSlide" Target="/ppt/notesSlides/notesSlide65.xml" Id="R2b701229a2c6478c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a50d9667541f3" /><Relationship Type="http://schemas.openxmlformats.org/officeDocument/2006/relationships/notesSlide" Target="/ppt/notesSlides/notesSlide66.xml" Id="R50dabda6c7d94fb4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dfc74a47549ae" /><Relationship Type="http://schemas.openxmlformats.org/officeDocument/2006/relationships/notesSlide" Target="/ppt/notesSlides/notesSlide67.xml" Id="Rb29daaa133be4e7d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dbbc4a04849a7" /><Relationship Type="http://schemas.openxmlformats.org/officeDocument/2006/relationships/notesSlide" Target="/ppt/notesSlides/notesSlide68.xml" Id="Rc835897a960445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5473C-0485-4F91-AC8B-DEC851A5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2026-10-16  Git/GitHub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0BE6C-085F-4BAE-B32C-23182B51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Git/GitHub · 변경을 비교하고 기록하기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4D4C6-E6E3-4B10-B3EF-0EC182EE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K-Digital 피지컬AI  /  2026-10-16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5EE9F-ACC6-4137-865F-BA4F700F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966AB-53AA-4BDE-AD3D-F0C00195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09728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Git/GitHub · 변경을 비교하고 기록하기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6A4C8-AC0F-49E3-8A84-F724FA99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rPr>
              <a:t>개념을 이해하고 예제에서 직접 확인합니다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19BDF-D876-4681-9D00-543AD21B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rPr>
              <a:t>6구간 수업 자료  ·  실교육 360분 운영안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BD860-F356-4F06-96DC-2831CCF1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Git/GitHub</a:t>
            </a:r>
          </a:p>
        </p:txBody>
      </p:sp>
    </p:spTree>
    <p:extLst>
      <p:ext uri="{BB962C8B-B14F-4D97-AF65-F5344CB8AC3E}">
        <p14:creationId xmlns:p14="http://schemas.microsoft.com/office/powerpoint/2010/main" val="1910454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DF8D3-CD9D-44AC-A442-0E851CE1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CFDC7-F154-4CBE-990F-6453E49E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파일 저장과 변경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25209-2570-4D15-865C-B6F629BB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C50B2-A6F8-4AC1-8F40-90BCAA80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저장은 현재 파일을 바꿉니다.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커밋은 선택한 상태를 기록합니다.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기록은 공유와 별도입니다.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4432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292E1-7AD2-449A-BEF3-949E66C8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B8745-F16B-4A6A-BC7D-644A15C0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A01 판단의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AD2EF-E96A-4477-B6AF-51105446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7CE2E-40B1-40CB-A427-AE0B754E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37905-C4C0-4D7E-9E70-1CA229DD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살펴볼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18A64-0FED-4BE2-B42B-3635FD33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커밋은 선택한 상태를 기록합니다.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0DCB0-0FBA-4873-82B7-85A7259D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설명할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092A2-0326-4119-8F65-CE83AB2D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로컬 기록은 공유와 별도입니다.</a:t>
            </a:r>
          </a:p>
        </p:txBody>
      </p:sp>
    </p:spTree>
    <p:extLst>
      <p:ext uri="{BB962C8B-B14F-4D97-AF65-F5344CB8AC3E}">
        <p14:creationId xmlns:p14="http://schemas.microsoft.com/office/powerpoint/2010/main" val="415177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E7095-2283-414B-A922-745D8797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01D4E-F83D-4557-8C0F-072F7CD1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A01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578CE-F103-413D-987B-411D0E58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886ED-FB7F-4B55-A93F-8961A03E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F76E5-1F5E-42E4-8B20-8A3C90F0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파일 저장과 변경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B1C27-FEAC-4773-A0EE-CED569A8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카드를 순서대로 놓고 각 행동의 결과를 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89D19-1DF3-44B4-B208-691F3921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저장만 한 경우와 커밋한 경우를 구별합니다.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7A033-AEA4-43B1-82FE-37633BF4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오늘 수정할 README의 목적을 읽습니다.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BF95F-D82B-4F8A-BDFE-9B61DC9B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현재 컴퓨터와 공유 저장소의 역할을 다른 칸에 적습니다.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A07A0-9A8B-4A34-9D98-06FC36B5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A01_notes.md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EBBBF-4B91-4102-BBE7-C6D3F4E5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인터넷이 끊겨도 로컬 커밋을 만들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8581937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C4C30-E8C0-4B55-8497-0D806971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FA893-2FC6-4BFC-AD3C-12DFA340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연습 저장소와 로컬 작성자 설정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E2230-B7D9-4DD2-A8B3-4CD6E772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11548-2262-453B-9689-DBDE5C52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 연습 폴더에서 시작합니다.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 설정은 이 저장소에만 적용합니다.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최상위 주소로 범위를 확인합니다.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762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35066-917A-4B6E-BFAB-182FFA5C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B8B63-E220-4E50-8F57-C21B61CC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A02 코드 1–6행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48AAB-A818-4B33-8149-CB260317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CBB8C-EAA5-4659-9CE8-FC226A1A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58E61-14B1-4350-980A-749AB082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FF542-C9C7-4A6A-BC28-05EF08A8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New-Item -ItemType Directory -Path work/git-lab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Set-Location work/git-lab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init -b main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config --local user.name "실습자"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config --local user.email "learner@example.invalid"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rev-parse --show-toplevel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A0059-92F9-4FCD-B057-31DE2256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code/A02_setup.txt</a:t>
            </a:r>
          </a:p>
        </p:txBody>
      </p:sp>
    </p:spTree>
    <p:extLst>
      <p:ext uri="{BB962C8B-B14F-4D97-AF65-F5344CB8AC3E}">
        <p14:creationId xmlns:p14="http://schemas.microsoft.com/office/powerpoint/2010/main" val="88909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83A54-10E2-4249-BE10-15D98822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DF902-E85A-47ED-852A-A085BA80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A02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C0651-038F-4523-8409-647035C8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08DA9-52DB-4D3E-995D-3F66C006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04B80-8EF0-4A29-B4A2-F6FE307F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FFE8A-1A3F-4F37-BCEB-92AFB975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Initialized empty Git repository in .../work/git-lab/.git/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.../work/git-lab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0D73C-EA57-4BC5-9A33-A11F371C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최상위 주소로 범위를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6532406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4838B-3DAA-438C-A3AC-ED700613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FEC46-5939-481A-82AB-89D846A3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A02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1C639-FD34-4A62-B0E7-7804C274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E541A-F9B0-4619-8C02-A38A29E1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20241-3B44-4BCC-A9DF-1FD8D5C6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연습 저장소와 로컬 작성자 설정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0A962-A965-4DA1-BCEF-8937554A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일반 폴더로 압축을 풉니다.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A3402-1025-41C7-BF30-CDAE66B5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PowerShell의 현재 위치가 course인지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F5EC9-BD51-45BE-8F08-35A2DA14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명령을 한 줄씩 실행하며 작성자 설정의 범위를 설명합니다.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6E834-DA45-4623-B434-E33C2296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최상위 주소 끝이 work/git-lab인지 기록합니다.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583D0-38DB-485C-9F1E-972C6898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A02_notes.md, A02_setup.txt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6E541-6383-465B-B885-445AFA92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이메일 설정은 GitHub 로그인인가요?</a:t>
            </a:r>
          </a:p>
        </p:txBody>
      </p:sp>
    </p:spTree>
    <p:extLst>
      <p:ext uri="{BB962C8B-B14F-4D97-AF65-F5344CB8AC3E}">
        <p14:creationId xmlns:p14="http://schemas.microsoft.com/office/powerpoint/2010/main" val="7731484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3C687-5DE4-4BE0-B43A-A2662F33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46BE9-F668-4412-BABA-0224B7D5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status로 현재 상태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CEB0F-7DCB-490E-8E3A-3FB2409C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2DD03-28DD-42C4-9976-F5610720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존재와 추적 상태를 나눕니다.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status는 상태를 조회합니다.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clean은 기능 검증 결과가 아닙니다.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9607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49D0D-1D0D-46B5-9357-F93A6857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D0A95-2909-4E04-9A71-1C17D1DD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A03 코드 1–2행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40C70-EA47-4CDA-BF1B-C7463EE1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A36CA-5D8F-4326-BC62-F28BC4B8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9EF2F-B2C1-4765-B445-9D7D034F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61CB0-5870-471A-ADEB-D6A8ED8D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status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status --short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9E338-FE7C-4269-BB3A-6B5F0916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code/A03_status.txt</a:t>
            </a:r>
          </a:p>
        </p:txBody>
      </p:sp>
    </p:spTree>
    <p:extLst>
      <p:ext uri="{BB962C8B-B14F-4D97-AF65-F5344CB8AC3E}">
        <p14:creationId xmlns:p14="http://schemas.microsoft.com/office/powerpoint/2010/main" val="1216919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5BA42-6613-471E-9DBE-FF364159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115DC-9C1B-4838-B545-6C5E5C66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A03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FBA4E-D3BF-4AE0-9FA6-2FB0B3B1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25198-EDA3-4DB6-BFA2-4E489933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8A6B0-07CB-4023-9428-4AFF0B8B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64259-854E-451D-A99D-66066E59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?? README.md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DE4B9-93CE-47CF-94D8-A28C41C1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clean은 기능 검증 결과가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3172725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3A596-174B-4697-A760-3976CB71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685D7-9A0C-4BBE-AB8D-DB1D58FF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A03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348C3-8FB8-4A3A-9D5C-04C7CAB3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2313B-B81F-4DB8-986B-1D952461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0FC9C-BDB6-4EF6-86E4-28466CA7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status로 현재 상태 읽기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94FC0-EE4D-4AD9-91BF-3736747F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initial_README.md를 새 README.md로 복사합니다.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90D47-EC3A-4F11-A19B-D5ADE21C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상태 명령 두 가지를 비교합니다.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D81B7-5529-41C2-A3E1-1C156132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??의 의미와 아직 하지 않은 행동을 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0F833-5255-46EA-B423-AD451859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파일 내용과 변경 상태가 별개임을 설명합니다.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525C0-44BB-4884-A3CD-2BC0EC93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A03_notes.md, A03_status.txt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279CE-09DA-4E05-9005-8DF9C167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status를 열 번 실행하면 커밋이 생기나요?</a:t>
            </a:r>
          </a:p>
        </p:txBody>
      </p:sp>
    </p:spTree>
    <p:extLst>
      <p:ext uri="{BB962C8B-B14F-4D97-AF65-F5344CB8AC3E}">
        <p14:creationId xmlns:p14="http://schemas.microsoft.com/office/powerpoint/2010/main" val="9308948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FF4A4-935E-4650-A800-A3CDB8FB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DE1E0-1656-44DF-B23E-DEF32190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작업 변경과 diff의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B6E8B-5576-46F7-9E6F-00D2FDDB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B4980-DB96-455D-A357-38AE8BFE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diff는 두 상태의 줄을 비교합니다.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+와-는 비교 표시입니다.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추적 상태와 비교 기준을 확인합니다.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82878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7F351-93F1-4E4C-9445-215E0546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217DA-C3DD-4AC8-8F9C-06805EBB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A04 판단의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B88B0-D90B-4F43-BD2F-6BD4E47B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EAB6D-6E92-420C-A2F3-319B5253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3C913-8F59-493B-885A-CE8F3A58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살펴볼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CE741-F8F5-4317-9312-9A9C7E9E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+와-는 비교 표시입니다.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5F930-4C74-40F4-9916-9887BA18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설명할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02FA6-002C-4603-9113-847DA0ED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추적 상태와 비교 기준을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5593253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C55CA-52DE-46EA-A672-A1E20279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FA6DB-6E22-4692-8C50-6B3BE8E1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A04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E13FC-E1D3-43CF-80CB-6E3E4011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85B91-2B67-4F16-B704-63939014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852D4-E98E-47B5-ADDC-81FB52F3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작업 변경과 diff의 기준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3281A-77DC-404D-9FAA-642190CC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각 카드의 비교 대상 두 상태를 적습니다.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B6B04-EAAA-4066-961D-DF6991E7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추적되지 않은 파일과 추적 파일을 구별합니다.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70DD4-4A17-42B0-8EE6-DC7DBB28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삭제·추가 기호를 최종 문장으로 재구성합니다.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3B8CB-11B0-494A-8CDA-B139E069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의도한 한 문장 변경만 있는지 검토합니다.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035ED-504E-4D2F-A071-216D7C7B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A04_notes.md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DC695-E006-44DF-93ED-D0330458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기본 diff는 항상 마지막 커밋과 비교하나요?</a:t>
            </a:r>
          </a:p>
        </p:txBody>
      </p:sp>
    </p:spTree>
    <p:extLst>
      <p:ext uri="{BB962C8B-B14F-4D97-AF65-F5344CB8AC3E}">
        <p14:creationId xmlns:p14="http://schemas.microsoft.com/office/powerpoint/2010/main" val="7511059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1038E-27B4-46D2-92DE-8DD5E4BD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19FC7-7702-4C7E-8936-CD435744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add는 현재 변경을 선택한다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C4E5D-936A-4679-B069-C0EFF9EC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48944-3248-4EEC-AD41-5F1770FD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add는 지금 상태를 선택합니다.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이후 편집은 별도 변경입니다.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선택한 내용을 다시 비교합니다.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10231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BB8A7-C5E5-4CD1-9746-2B13BFDB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1ADC1-FF59-4647-A82F-96F37E3D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A05 코드 1–3행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F603E-843A-4109-9DE8-DAD9B945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7A3B2-4B8F-41C2-A349-92B4C9A8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A8B08-6691-4EBD-8CB5-4A522C02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F8B18-7B7D-4D15-9F2B-A0D80EE3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add README.md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status --short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diff --staged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6DD65-9980-4786-8E42-D086C809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code/A05_stage.txt</a:t>
            </a:r>
          </a:p>
        </p:txBody>
      </p:sp>
    </p:spTree>
    <p:extLst>
      <p:ext uri="{BB962C8B-B14F-4D97-AF65-F5344CB8AC3E}">
        <p14:creationId xmlns:p14="http://schemas.microsoft.com/office/powerpoint/2010/main" val="4916260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1AFCA-C711-472C-AB82-F12859C3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92347-AC51-4F47-BC9F-673924B4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A05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2434D-8994-40D9-9CC3-6A440D66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9E7BB-99E5-4704-9BDC-A58D838F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6CA81-F482-48A0-8D3F-79951632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2FC21-B1BA-4148-996C-C6432DB3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  README.md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선택한 README 전체 내용이 추가 줄로 보입니다.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2A5D7-822C-4BDB-83E5-7DE95029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선택한 내용을 다시 비교합니다.</a:t>
            </a:r>
          </a:p>
        </p:txBody>
      </p:sp>
    </p:spTree>
    <p:extLst>
      <p:ext uri="{BB962C8B-B14F-4D97-AF65-F5344CB8AC3E}">
        <p14:creationId xmlns:p14="http://schemas.microsoft.com/office/powerpoint/2010/main" val="19186665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59A2C-9A44-4483-AD3C-C1A9EEDA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6947B-1894-430B-92E8-8B64630C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A05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93F6B-F015-427D-AA5D-D3AA3096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A451F-D224-44B7-B93F-256CD892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004EF-69B0-4B40-BAB5-4A24C50D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add는 현재 변경을 선택한다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F3590-5CC1-4FF7-9FB2-ED76E109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README 한 파일만 add합니다.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659E3-2AFE-4E01-AD8D-A5E8F978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상태 왼쪽 표시와 staged 차이를 읽습니다.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C41D8-7580-451A-A462-D5205CA7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지금 커밋하면 들어갈 문장을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01E1F-6645-4873-AC6A-A76A4EE9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add 뒤 편집한 가상 카드에서 스테이징과 작업 영역을 나눕니다.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75E1E-047F-4805-B248-DA7CF7A2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A05_notes.md, A05_stage.txt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01AB4-E944-4702-A408-A7933EEE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add 뒤 고친 내용까지 넣으려면 무엇을 확인해야 하나요?</a:t>
            </a:r>
          </a:p>
        </p:txBody>
      </p:sp>
    </p:spTree>
    <p:extLst>
      <p:ext uri="{BB962C8B-B14F-4D97-AF65-F5344CB8AC3E}">
        <p14:creationId xmlns:p14="http://schemas.microsoft.com/office/powerpoint/2010/main" val="32348876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2D83C-CE70-46E5-BE83-4574415D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3558B-C1F1-4491-AD32-9620706D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commit과 변경 이력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E8B17-7468-4E4D-9F66-66906671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E5BE8-C2DF-4FA0-BCC3-EAA85407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선택한 상태를 커밋합니다.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메시지로 변경 목적을 남깁니다.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기록과 전송은 별도입니다.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0173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95FA6-599C-4F32-A405-4704346F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B55B7-B13D-4BB6-8593-5B5A9C69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A06 코드 1–3행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5577C-A2CA-454D-BAEA-0BFAA05E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E9024-A501-47EA-9CED-F928DCE2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02C5A-02D5-49A3-9CC1-BE7A4FEF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0B607-3E6B-470D-BF56-F2577A92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commit -m "Add checker guide"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log --oneline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status --short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B1490-6518-465F-9A1C-DC74BA68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code/A06_commit.txt</a:t>
            </a:r>
          </a:p>
        </p:txBody>
      </p:sp>
    </p:spTree>
    <p:extLst>
      <p:ext uri="{BB962C8B-B14F-4D97-AF65-F5344CB8AC3E}">
        <p14:creationId xmlns:p14="http://schemas.microsoft.com/office/powerpoint/2010/main" val="6321724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AB5E9-9442-4D4E-A502-921C48A0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289C5-4B15-4004-A044-500B6AF8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A06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AE34A-1617-4635-B744-B08749D3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38F57-FD75-4D59-BF70-DAA5845F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1ED64-CB23-4E7D-B0A3-EBCF4E43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609CC-7779-4FE5-A059-6C50CE01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&lt;짧은해시&gt; Add checker guide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status --short는 남은 변경이 없으면 빈 출력입니다.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56AB8-2438-40EF-B725-6089D5EA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로컬 기록과 전송은 별도입니다.</a:t>
            </a:r>
          </a:p>
        </p:txBody>
      </p:sp>
    </p:spTree>
    <p:extLst>
      <p:ext uri="{BB962C8B-B14F-4D97-AF65-F5344CB8AC3E}">
        <p14:creationId xmlns:p14="http://schemas.microsoft.com/office/powerpoint/2010/main" val="437720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059E7-86DB-460D-8EB1-8A3AC447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57376-2AFA-47F2-8B1B-70C9B8C0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A06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37A2C-14DA-4898-BED8-95882A48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68E9E-C9FA-4CD1-A89A-F5E45CB4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ED0683-3491-4100-AEE3-986C5992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commit과 변경 이력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0F132-E9E2-4EFA-B793-1B29FDE0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선택한 내용을 마지막으로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7E769-0D71-4C9B-BF57-B0986DFD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첫 커밋을 만듭니다.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3CAB7-11E3-4839-97A2-15A20CAF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자신의 실제 해시와 메시지를 기록합니다.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A8173-BB60-4705-A035-322C0D1B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아직 수행하지 않은 공유 단계를 표시합니다.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B9413-BFD0-446F-A948-642AB057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A06_notes.md, A06_commit.txt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3CDD0-78E0-4C14-BDFA-5D172202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커밋 해시가 교안과 달라지면 실패인가요?</a:t>
            </a:r>
          </a:p>
        </p:txBody>
      </p:sp>
    </p:spTree>
    <p:extLst>
      <p:ext uri="{BB962C8B-B14F-4D97-AF65-F5344CB8AC3E}">
        <p14:creationId xmlns:p14="http://schemas.microsoft.com/office/powerpoint/2010/main" val="86370800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DE65E-2A22-4CD2-8F43-61EECFAB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09697-736E-4D1F-BC62-19D0A1F1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한 목적의 변경과 메시지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10686-E227-49C6-993B-9209BB34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95757-8C76-4F52-8995-FABAC23F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목적을 먼저 정합니다.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선택한 내용을 검토합니다.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메시지는 실제 변경을 설명합니다.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135463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ADAEB-E9A6-4BB4-A9A4-BE373469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867CC-1D6B-4BB6-BEE7-AF282EEF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A07 코드 1–5행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BD6F9-494C-40BD-8085-BD37050B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E9388-934D-46E9-900D-8D222B8B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C5E02-61EA-4AC8-BBB3-C2C42A41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F172D-E3F1-4EE6-B651-6F91D8B8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diff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add README.md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diff --staged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commit -m "Clarify run folder"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log --oneline -2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6A6ED-D0DF-4259-B045-D97D9465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code/A07_change.txt</a:t>
            </a:r>
          </a:p>
        </p:txBody>
      </p:sp>
    </p:spTree>
    <p:extLst>
      <p:ext uri="{BB962C8B-B14F-4D97-AF65-F5344CB8AC3E}">
        <p14:creationId xmlns:p14="http://schemas.microsoft.com/office/powerpoint/2010/main" val="4037722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5C977-98B9-4F9C-A44A-B544EC59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AD73A-3C71-40B0-B22C-DCCA8A2F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A07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37111-6FD1-4AB5-8CC5-A718CEA9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B565D-5B17-4F68-987D-0A35D879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5A608-B3E9-47F4-9F04-ED59D9F0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E19EB-F900-40B6-84FE-F468BEE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&lt;둘째해시&gt; Clarify run folder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&lt;첫째해시&gt; Add checker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AB6F8-C3EF-4D04-BBD4-67681476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메시지는 실제 변경을 설명합니다.</a:t>
            </a:r>
          </a:p>
        </p:txBody>
      </p:sp>
    </p:spTree>
    <p:extLst>
      <p:ext uri="{BB962C8B-B14F-4D97-AF65-F5344CB8AC3E}">
        <p14:creationId xmlns:p14="http://schemas.microsoft.com/office/powerpoint/2010/main" val="2216880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738B7-2C25-4D8F-A4AE-B9F3DDD3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AC2AE-4E56-40A4-8D86-55421081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A07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6782E-8CE9-46FA-A624-44C173FB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702A0-26D7-4858-A12A-F3A47992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7AD94-AEF6-46CD-AC9E-B930337C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한 목적의 변경과 메시지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E0FE4-5D53-46CF-A2E2-CB250EFB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바꿀 한 줄과 이유를 먼저 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35F18-0B60-4D39-BAE6-FCC2D73D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저장 후 차이를 검토합니다.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7859F-6192-47AF-B6EA-3708DFF9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선택·재검토·커밋을 수행합니다.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2285F-D24C-4218-8E2D-C0BF5F4E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실제 메시지와 바뀐 줄을 연결합니다.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FC513-2676-4A4D-A79F-3B1A034F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A07_notes.md, A07_change.txt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5B562-0016-49AE-8077-B692BDAC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한 커밋에 파일 두 개가 있으면 언제나 잘못인가요?</a:t>
            </a:r>
          </a:p>
        </p:txBody>
      </p:sp>
    </p:spTree>
    <p:extLst>
      <p:ext uri="{BB962C8B-B14F-4D97-AF65-F5344CB8AC3E}">
        <p14:creationId xmlns:p14="http://schemas.microsoft.com/office/powerpoint/2010/main" val="201920663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4D054-8911-4142-9033-34B9702A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0A783-A72C-46CD-B125-4B3EFCCF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현재 내용과 과거 커밋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14CD6-51E2-470F-AA50-8A2CCB95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E712C-6883-4A9F-8C07-DCF22847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커밋 기준으로 이전을 찾습니다.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조회와 복구는 다릅니다.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줄과 메시지를 함께 읽습니다.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888188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9C54E-9A15-46DE-B6B4-0A496721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A335E-35E9-4F82-B94D-A6CEDC2E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A08 코드 1–3행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5C3D7-2C4A-4695-A3E6-7664FE60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A5C20-59D1-4017-9AF1-DC6F3EDC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43DB3-DDFB-40F4-AD57-A9ACD12F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4271B-C7DF-449A-8E20-4B72F79B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show HEAD~1:README.md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diff HEAD~1 HEAD -- README.md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log --oneline -2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76557-D93B-4C8B-80AE-D2BCDA97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code/A08_history.txt</a:t>
            </a:r>
          </a:p>
        </p:txBody>
      </p:sp>
    </p:spTree>
    <p:extLst>
      <p:ext uri="{BB962C8B-B14F-4D97-AF65-F5344CB8AC3E}">
        <p14:creationId xmlns:p14="http://schemas.microsoft.com/office/powerpoint/2010/main" val="48993714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F513E-E749-40DD-B13B-48BBE451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309D0-94A8-4EA4-AE77-7A32BAA4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A08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62D75-C736-45D4-ABA2-98815A6B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1CB23-3FE8-49D2-89D4-4D1C08A6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33577-6677-42FB-99FE-00B55A0B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3F3D0-8CF8-4AF9-93FD-AE5D9590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이전 파일에는 Run checker.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비교에는 -Run checker. / +Run checker from course.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5CD22-177C-4A34-9DC3-3D1B1D78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변경 줄과 메시지를 함께 읽습니다.</a:t>
            </a:r>
          </a:p>
        </p:txBody>
      </p:sp>
    </p:spTree>
    <p:extLst>
      <p:ext uri="{BB962C8B-B14F-4D97-AF65-F5344CB8AC3E}">
        <p14:creationId xmlns:p14="http://schemas.microsoft.com/office/powerpoint/2010/main" val="183613128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86770-6E3A-4A63-ACB9-B6F83A0E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8026D-275F-4589-8470-6D2CE8B8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A08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657DA-2106-49DF-B688-571F04F5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14C32-92F1-493D-AFD4-E8805F10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99EDA-A5DE-4906-85AC-5906598A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현재 내용과 과거 커밋 비교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FBC30-5697-4C3D-B24F-E0362296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현재 파일을 열어 문구를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852CE-9AB8-4CC6-9DF1-0E195BB1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이전 내용을 조회하되 파일이 바뀌지 않았는지 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7714C-2A89-4BAC-8ACE-DC97B606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두 커밋의 차이를 자신의 말로 설명합니다.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BE405-5814-45FF-81BA-2B172032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HEAD와 이전 커밋의 관계를 그립니다.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69A2F-0053-4B54-8D6A-874360AB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A08_notes.md, A08_history.txt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501C1-B74C-46E3-AD84-DB5416EB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show로 과거 파일을 읽으면 작업 파일도 과거로 돌아가나요?</a:t>
            </a:r>
          </a:p>
        </p:txBody>
      </p:sp>
    </p:spTree>
    <p:extLst>
      <p:ext uri="{BB962C8B-B14F-4D97-AF65-F5344CB8AC3E}">
        <p14:creationId xmlns:p14="http://schemas.microsoft.com/office/powerpoint/2010/main" val="24189951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2D129-7788-4888-8D7B-31FA0EB8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E1F12-9C87-4546-A21E-A889C6BD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.gitignore와 관리 대상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E84BD-0134-4A48-AA34-0E1C25E4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975E3-1D77-4715-B1F9-76E0E7A9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임시 파일의 관리 범위를 정합니다.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 자체도 기록할 수 있습니다.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이력을 지우지는 않습니다.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145031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17C48-C0E9-4702-8CDC-DBAA6E35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6F3B5-969B-4452-A51F-2E71DF21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A09 코드 1–4행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62B94-4D42-45AD-9F3E-3FD2241A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93ACA-C192-4CD0-BE09-CF8A271B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16C70-4327-443D-85AC-33B07B5F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84B03-31BC-4C46-8BED-7D5ED731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status --short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check-ignore -v scratch.txt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add .gitignore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commit -m "Ignore scratch notes"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EBC8B-8794-4872-B36D-BE094E0F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code/A09_ignore.txt</a:t>
            </a:r>
          </a:p>
        </p:txBody>
      </p:sp>
    </p:spTree>
    <p:extLst>
      <p:ext uri="{BB962C8B-B14F-4D97-AF65-F5344CB8AC3E}">
        <p14:creationId xmlns:p14="http://schemas.microsoft.com/office/powerpoint/2010/main" val="114347497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D73C4-4CA1-47A7-A046-A265DC63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3902A-268C-4D01-9166-0EE8D46B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A09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09760-ED1C-4188-B17C-AF5E2D24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EB879-065C-4D48-9E48-CEAACC0D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FECEA-BC7B-41DA-8A3E-16FE6E25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BA6EC-F316-4B5B-80F0-E844F027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.gitignore:1:scratch.txt scratch.txt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scratch.txt는 일반 상태 목록에서 제외됩니다.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6B9A1-7956-4BC2-88EF-48AB371D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기존 이력을 지우지는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1842481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964B6-9FD6-489E-B086-60168A96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26668-A059-4298-98B7-B8836909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A09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A0E69-5AA6-42E4-8897-0F2DB56E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8B5B2-28AB-478F-A43E-BD027156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DC860-FCFD-44E2-AA4C-738726E3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.gitignore와 관리 대상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CD039-B728-418A-BF07-E2774220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무시할 임시 파일과 보존할 안내 파일을 고릅니다.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EF273-EBA0-4F98-938B-FE2E3A81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규칙과 임시 파일을 만듭니다.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B8A3F-AAD1-48EF-97F6-B4994914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status와 check-ignore를 비교합니다.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0FF53-8FC8-440D-A77A-6B40746E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이미 추적된 파일과의 차이를 설명합니다.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BD75F-83A6-4E28-BB19-A0674451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A09_notes.md, A09_ignore.txt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E27FA-0A03-4F35-A68F-0D86E365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.gitignore가 과거 커밋의 파일을 지우나요?</a:t>
            </a:r>
          </a:p>
        </p:txBody>
      </p:sp>
    </p:spTree>
    <p:extLst>
      <p:ext uri="{BB962C8B-B14F-4D97-AF65-F5344CB8AC3E}">
        <p14:creationId xmlns:p14="http://schemas.microsoft.com/office/powerpoint/2010/main" val="35914580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34FA7-F7DC-4654-B5E1-D18496A2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F1BEE-A39D-40B2-909B-83314EE9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스테이징 취소와 작업 내용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AE0F7-0E56-4265-BC40-D1AC4D71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32293-BFEF-4804-934D-150325DA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취소 대상은 스테이징입니다.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파일 내용은 유지합니다.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옵션에 따라 바뀌는 영역이 다릅니다.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237109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25EA8-3DBD-49C5-9666-E12EF46E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F2915-877C-4E09-B1E3-50B59846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A10 코드 1–5행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60BFD-BA32-4F37-B3B7-E6244339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0EA9B-9AB7-4E54-941F-D312FBD7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F1D0C-E5D8-4299-AA45-0080FC37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96579-1D0F-4756-A1A0-E5D2C542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add README.md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diff --staged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restore --staged README.md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diff --staged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diff -- README.md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B7C09-2FBC-4194-8CA3-DAE4FB23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code/A10_unstage.txt</a:t>
            </a:r>
          </a:p>
        </p:txBody>
      </p:sp>
    </p:spTree>
    <p:extLst>
      <p:ext uri="{BB962C8B-B14F-4D97-AF65-F5344CB8AC3E}">
        <p14:creationId xmlns:p14="http://schemas.microsoft.com/office/powerpoint/2010/main" val="116368061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2D44A-580A-4ED6-9AA3-7ADDA2EB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A6AAF-6EBF-4929-90E3-9B168557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A10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84CC1-A83C-437E-B634-D1A44995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AE5C4-C0D3-4BAA-B2B9-D686D4B7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524B6-7D2F-4B24-8BE5-009C783F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C462D-1805-496E-AFD7-9D3C33C3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staged 차이는 사라집니다.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작업 diff에는 +Practice note.가 남습니다.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A93CE-4926-4730-8D52-CA2835D9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옵션에 따라 바뀌는 영역이 다릅니다.</a:t>
            </a:r>
          </a:p>
        </p:txBody>
      </p:sp>
    </p:spTree>
    <p:extLst>
      <p:ext uri="{BB962C8B-B14F-4D97-AF65-F5344CB8AC3E}">
        <p14:creationId xmlns:p14="http://schemas.microsoft.com/office/powerpoint/2010/main" val="139388234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D1380-1C5C-43A0-9C96-DF0405C5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E3A64-D15A-4E99-928C-70B2D598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A10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BB2BF-A36B-44B9-831D-2CEC9631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4C224-9E6E-46B0-887F-3288B57E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24B05-B11B-4155-8EFE-21257EAC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스테이징 취소와 작업 내용 유지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33477-50AF-499A-A453-28056D53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취소 전에 작업과 staged 상태를 그립니다.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747C3-EE2E-4B20-BB95-4F43C759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README 한 파일만 선택 취소합니다.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25749-5D5C-4BC3-98B8-DB7B39FD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파일을 직접 열어 문구가 유지되는지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78DAB-F0F8-46C8-AE28-A80F370E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선택 취소와 내용 복구를 문장으로 구별합니다.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1DF7F-1C8F-42CD-8169-687A997E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A10_notes.md, A10_unstage.txt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044BE-97CB-463B-BF50-5B2D246B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스테이징을 취소하면 편집한 문구가 사라지나요?</a:t>
            </a:r>
          </a:p>
        </p:txBody>
      </p:sp>
    </p:spTree>
    <p:extLst>
      <p:ext uri="{BB962C8B-B14F-4D97-AF65-F5344CB8AC3E}">
        <p14:creationId xmlns:p14="http://schemas.microsoft.com/office/powerpoint/2010/main" val="158603892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00D3A-A16F-453F-9CCB-5AB96A93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1F31D-7014-44B2-8A9D-35A260AB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연습 파일 한 개의 작업 내용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1CDB2-BF5E-45E6-BD4D-F4744D97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AA0EA-8952-498B-BAD5-A78647C4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복구할 범위를 한 파일로 정합니다.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편집을 먼저 보관합니다.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내용과 커밋 이력은 다릅니다.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133955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F6868-8F91-4F89-A1F4-328F8086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EBEBA-DD66-45F5-9417-C9FF5546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A11 코드 1–4행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FBE2B-E7A1-4886-9FF1-4D133B82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44FEF-0E08-46D8-8BD5-33BCA91B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700CC-1786-453C-95F3-19742EFE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75CC5-4000-4591-BD93-40EB6F95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diff -- README.md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restore -- README.md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status --short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log --oneline -3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C0394-A990-4BB7-B2CF-07048D56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code/A11_restore.txt</a:t>
            </a:r>
          </a:p>
        </p:txBody>
      </p:sp>
    </p:spTree>
    <p:extLst>
      <p:ext uri="{BB962C8B-B14F-4D97-AF65-F5344CB8AC3E}">
        <p14:creationId xmlns:p14="http://schemas.microsoft.com/office/powerpoint/2010/main" val="164461817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035A6-F1EE-4658-8DFC-4386F456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AA5BF-EA09-4C52-BA6F-EFFEBB2F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A11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803EE-C3EB-4D87-9E02-EE5FD5CC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41268-82D0-4EE0-BCEA-2A8E127B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6E868-6B55-4F6C-876F-83958282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2C5C1-C54B-47E1-BDE4-119381D0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Practice note. 작업 변경이 사라집니다.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기존 커밋은 그대로 유지됩니다.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EBEC0-1A5F-4976-AFEB-5AD98D4A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작업 내용과 커밋 이력은 다릅니다.</a:t>
            </a:r>
          </a:p>
        </p:txBody>
      </p:sp>
    </p:spTree>
    <p:extLst>
      <p:ext uri="{BB962C8B-B14F-4D97-AF65-F5344CB8AC3E}">
        <p14:creationId xmlns:p14="http://schemas.microsoft.com/office/powerpoint/2010/main" val="200445403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D0777-D43A-44D0-8250-434425A4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5786C-AB61-4D70-885C-419A0831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A11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C9273-EC2D-4F45-AAD8-16F1B673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1602E-F4A4-4F86-9524-20BF03A7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12738-74BA-4B04-B4D0-26778FA5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연습 파일 한 개의 작업 내용 복구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5DBC8-7D5E-4B91-A9A0-EB411231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사라질 문구와 백업 위치를 먼저 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198AB-1FEC-496C-8AA2-B559C6C7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연습 저장소 주소를 다시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2AE0B-E13F-48BA-A1C9-20E64371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한 파일만 복구하고 직접 엽니다.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8F9E6-DE81-4B60-A055-61D06419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기록 이력과 작업 내용의 차이를 설명합니다.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D5679-9E8A-41F2-B779-2F2CB955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A11_notes.md, A11_restore.txt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ECD45-258A-427C-A4C9-59FC3A4B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restore는 새 커밋을 만드는가요?</a:t>
            </a:r>
          </a:p>
        </p:txBody>
      </p:sp>
    </p:spTree>
    <p:extLst>
      <p:ext uri="{BB962C8B-B14F-4D97-AF65-F5344CB8AC3E}">
        <p14:creationId xmlns:p14="http://schemas.microsoft.com/office/powerpoint/2010/main" val="137474471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F6A7A-8363-4D3A-8022-7014FA08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DFBDD-FA13-41D0-B204-0F401E46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브랜치와 병합의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CB367-3829-48BA-854C-ACAC35B4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03F67-3B2A-4494-9B56-F0A08B2B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브랜치는 이력의 이름입니다.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작성과 기록은 여전히 필요합니다.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뒤 반영 여부를 정합니다.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44761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1257D-FD44-4BF3-80E3-81DF3FB7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9C6BF-200C-439F-8053-3B996CEA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A12 코드 1–6행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28FB1-798F-4BCB-9362-7DA0C51A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15276-4CE8-4818-BB66-3B576A53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41820-0775-4C54-A781-7D854E2C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4BD17-CEA4-44AB-83D5-DF8FDC0F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switch -c docs-example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add README.md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commit -m "Add reading example"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switch main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diff main docs-example -- README.md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merge --no-ff docs-example -m "Merge reading example"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FDA69-B9D5-4144-8777-C85984AF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code/A12_branch_demo.txt</a:t>
            </a:r>
          </a:p>
        </p:txBody>
      </p:sp>
    </p:spTree>
    <p:extLst>
      <p:ext uri="{BB962C8B-B14F-4D97-AF65-F5344CB8AC3E}">
        <p14:creationId xmlns:p14="http://schemas.microsoft.com/office/powerpoint/2010/main" val="118587555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63C62-C940-4215-8C30-059672E2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61844-0A5D-480A-B823-11534AB3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A12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B0BFB-A831-4982-9B33-40687DC9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89E86-8ED3-40A2-91B6-36195212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40DE5-EEA3-4A59-93BA-B0DEF75A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30129-220C-460B-BAD3-3B73AC1B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main에 Example: S01 22.5.가 반영됩니다.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브랜치의 커밋과 병합 기록을 볼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7B247-6E05-4904-B25C-03CB6878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비교 뒤 반영 여부를 정합니다.</a:t>
            </a:r>
          </a:p>
        </p:txBody>
      </p:sp>
    </p:spTree>
    <p:extLst>
      <p:ext uri="{BB962C8B-B14F-4D97-AF65-F5344CB8AC3E}">
        <p14:creationId xmlns:p14="http://schemas.microsoft.com/office/powerpoint/2010/main" val="127852194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665F8-FFDA-4F7A-A5E8-C9D6D465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3D227-5A45-472A-9D2C-4A838E60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A12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ED880-9039-4FD6-954F-965D89A7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47005-06F5-4D62-AC23-AB32AB12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FFADA-B249-459C-B686-CE9D031A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브랜치와 병합의 흐름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62100-467B-434C-868D-269345F7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제공 이력 카드에서 main과 docs-example의 위치를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B3259-C0A5-4EEA-BD91-E46CCD97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시연을 보며 작성·커밋·병합을 구별합니다.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6EF3B-86BA-4483-AACE-9C68C946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두 브랜치 차이를 설명합니다.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837E2-2AED-4926-A63C-4FEF0A81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선택 실행 여부와 최종 결과를 기록합니다.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713CB-23A7-4FD4-BD73-FE3652F0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A12_notes.md, A12_branch_demo.txt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BFBCC-B799-4F99-BF19-AD0C1E47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브랜치를 만들면 GitHub PR도 자동으로 생기나요?</a:t>
            </a:r>
          </a:p>
        </p:txBody>
      </p:sp>
    </p:spTree>
    <p:extLst>
      <p:ext uri="{BB962C8B-B14F-4D97-AF65-F5344CB8AC3E}">
        <p14:creationId xmlns:p14="http://schemas.microsoft.com/office/powerpoint/2010/main" val="7584745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38CDD-59C4-4166-AC81-30DF97EE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55E4F-2570-4D09-9481-BFBB30D5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원격 이름과 로컬 공유 저장소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F0CC2-8632-47C4-96A4-44833434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AEEF2-FB78-4383-A3C8-9344C5FD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remote는 대상 경로의 이름입니다.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대상은 같은 컴퓨터의 폴더입니다.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GitHub 게시와 구별합니다.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72704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693A7-5E73-481B-8360-1F19E88E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A99E0-CFF1-4803-A044-D7F58B01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A13 코드 1–4행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56337-634C-4BA8-AA8A-CEAAA04A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F4083-945F-4201-9CCE-9CB5F1A0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FFF79-945B-4D36-9204-1D87C618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3C593-C5EC-4420-8E15-AFEB3526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init --bare -b main ../shared.git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remote add origin ../shared.git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remote -v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push -u origin 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49D92-957C-4892-AFDD-0AD12CED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code/A13_local_remote.txt</a:t>
            </a:r>
          </a:p>
        </p:txBody>
      </p:sp>
    </p:spTree>
    <p:extLst>
      <p:ext uri="{BB962C8B-B14F-4D97-AF65-F5344CB8AC3E}">
        <p14:creationId xmlns:p14="http://schemas.microsoft.com/office/powerpoint/2010/main" val="80702571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DB52E-D797-4BC6-83D4-FCADF794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4FD2C-7B90-4BF2-905E-D648FE30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A13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D88DE-4A26-449E-95DD-23430A37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2E49A-8384-42BF-A9C3-95383C44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3F55A-3904-484F-8072-9A66B098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68BF3-50FE-46C5-BC73-3C56598A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origin ../shared.git (fetch)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origin ../shared.git (push)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main 브랜치가 로컬 shared.git에 전달됩니다.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6979B-5B27-457C-8780-1867F90A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GitHub 게시와 구별합니다.</a:t>
            </a:r>
          </a:p>
        </p:txBody>
      </p:sp>
    </p:spTree>
    <p:extLst>
      <p:ext uri="{BB962C8B-B14F-4D97-AF65-F5344CB8AC3E}">
        <p14:creationId xmlns:p14="http://schemas.microsoft.com/office/powerpoint/2010/main" val="54035647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7C8DE-F04F-4F3F-9BEE-5EBC8F7A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A65A2-254B-465E-8876-D3F19A50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A13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54C92-C8CE-4089-A2E3-7FB39ED4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77A08-4BF8-43B4-BD8A-118AC229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69643-036B-48D1-8F6E-6993508E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원격 이름과 로컬 공유 저장소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D2AD7-F076-471D-B435-31A548DD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로컬 작업 폴더와 공유 폴더를 그림으로 구별합니다.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557C3-BEC9-48A3-BE2D-C6DBF7E9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remote -v의 주소가 로컬 경로인지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622FD-D835-4058-93CE-47F3F594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보내기 전후 공유 대상의 역할을 설명합니다.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7698B-C20E-4201-9493-C046D7E3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GitHub 게시를 수행하지 않았다고 기록합니다.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F427C-4615-4E13-B0A7-388778C6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A13_notes.md, A13_local_remote.txt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328C4-FF52-43B3-9CD6-C042630F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origin이라는 이름만 보면 GitHub 주소인지 알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10288567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6B2AA-0ACC-4934-94C2-8E795D9A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DD46A-849D-43EB-896E-D96C1F3E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clone과 새 기록 받아오기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5023E-8EB7-46F3-9481-CE40F54C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A533D-80A5-4CF4-8B2F-89C6BB90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clone은 이력을 새 사본으로 가져옵니다.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 작업 폴더는 별도입니다.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받기와 반영을 구별합니다.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91434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4D1A4-116C-4E0D-BDF2-F98E3511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A83D1-541D-426B-8E11-1B48B4CE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A14 코드 1–6행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E7BF2-EC57-44E6-980D-6485734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5751A-14C1-4101-A2AB-4EEBBD23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C353A-AC2B-4334-B438-F2D9D2B4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E7A61-EC20-4BB5-A080-435A3001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clone ../shared.git ../peer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Set-Location ../peer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log --oneline -3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remote -v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fetch origin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pull --ff-only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CDD90-21B0-47BE-91F9-2DA652E3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code/A14_clone.txt</a:t>
            </a:r>
          </a:p>
        </p:txBody>
      </p:sp>
    </p:spTree>
    <p:extLst>
      <p:ext uri="{BB962C8B-B14F-4D97-AF65-F5344CB8AC3E}">
        <p14:creationId xmlns:p14="http://schemas.microsoft.com/office/powerpoint/2010/main" val="144123635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39ABF-BECB-40C0-A864-2582DBCA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0A5D5-DB64-4680-A868-B03A7A70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A14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99C88-925B-43FC-9770-B570BFB1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8AFD2-82BC-4434-BCD2-F51D0B6A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F9F03-DF9A-41F8-BB02-25B00E35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BE51E-8CD4-4364-A11F-90BD5694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peer 폴더에서 같은 README와 이력을 확인합니다.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기록이 없으면 Already up to date.가 나올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094B9-A5EC-47DA-A880-B292471D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받기와 반영을 구별합니다.</a:t>
            </a:r>
          </a:p>
        </p:txBody>
      </p:sp>
    </p:spTree>
    <p:extLst>
      <p:ext uri="{BB962C8B-B14F-4D97-AF65-F5344CB8AC3E}">
        <p14:creationId xmlns:p14="http://schemas.microsoft.com/office/powerpoint/2010/main" val="22856616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241EA-2BDA-402E-81FF-DDA4C540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052CA-1526-4D75-9D0D-B6122A81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A14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E6043-8717-4533-B990-3C8BC2AE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709A5-EEA4-436D-82EA-15B54C25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F5AFF-AFE0-4806-AE6F-90739D93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clone과 새 기록 받아오기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E646A-8E0E-4EC4-B5A8-145DA18A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clone 전후 파일뿐 아니라 이력도 비교합니다.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B541E-5CE9-4C64-96E9-1FA1ED6E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현재 위치가 peer로 바뀌었음을 기록합니다.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29497-545C-4BA8-A469-A770CA3C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fetch와 반영의 역할을 나눠 설명합니다.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483BD-501C-4442-90CE-4F751509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새 기록이 없는 결과도 정상 상황인지 판단합니다.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4062D-985F-4C96-BCCA-45A51C41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A14_notes.md, A14_clone.txt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A4F0E-92BC-4AB3-9C59-2C6957DA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peer에서 편집하면 git-lab 작업 파일도 즉시 바뀌나요?</a:t>
            </a:r>
          </a:p>
        </p:txBody>
      </p:sp>
    </p:spTree>
    <p:extLst>
      <p:ext uri="{BB962C8B-B14F-4D97-AF65-F5344CB8AC3E}">
        <p14:creationId xmlns:p14="http://schemas.microsoft.com/office/powerpoint/2010/main" val="59141938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FCAB1-F27A-4B8C-A344-A86A05C3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2FCBD-0E54-4CA3-BC99-D4A29A34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GitHub와 PR의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1E895-4A1C-4864-9839-1B1A973A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F71E9-9C43-4488-BA37-8A20319A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GitHub는 협업 웹 서비스입니다.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PR은 변경 검토 요청입니다.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요청·승인·병합은 다른 상태입니다.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6845523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CB1D7-FFA3-46E2-9DF9-81A0C3AB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85E4F-91D9-4089-9ED1-9A55340F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A15 판단의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322BB-C38E-42EF-BFB5-ED9838A3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9116C-6E0C-42DB-B7C8-6D57500F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997C7-632D-4A57-997C-6D205F21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살펴볼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CB7E3-1742-4A41-AAAF-230BEC0B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PR은 변경 검토 요청입니다.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BDF97-075F-45A2-BBFA-0A4F8315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설명할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212B0-FAAE-4A68-848B-936B8553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요청·승인·병합은 다른 상태입니다.</a:t>
            </a:r>
          </a:p>
        </p:txBody>
      </p:sp>
    </p:spTree>
    <p:extLst>
      <p:ext uri="{BB962C8B-B14F-4D97-AF65-F5344CB8AC3E}">
        <p14:creationId xmlns:p14="http://schemas.microsoft.com/office/powerpoint/2010/main" val="1284251989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026C5-7CF5-4D6B-818A-A5835354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FD607-E14C-4DF2-88F1-F599B893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A15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AB0B6-AE5A-4FBF-9056-0661AA60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6FC94-401B-4BC6-B2EF-DEB40B82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2F4AF-FC92-4B0D-930F-BC82B901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GitHub와 PR의 역할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32C68-B6DB-4E69-95D5-34907E7A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제안의 문제와 바뀐 줄을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11EC7-5806-40E7-BCA3-9C929B21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검증했다는 문구가 실제 확인 범위와 맞는지 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49715-DDA8-4219-9FE5-29400C92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보완 질문 또는 수락 근거를 작성합니다.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D6779-D8F0-44FF-9148-D7805B5C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로컬 commit·push·PR·merge 역할을 네 칸으로 나눕니다.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386D7-6F73-4DCA-B277-3831E26A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A15_notes.md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759D7-F2A0-4E79-9B45-237A640A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PR 본문에 ‘모든 테스트 통과’라고 쓰면 그대로 믿어도 되나요?</a:t>
            </a:r>
          </a:p>
        </p:txBody>
      </p:sp>
    </p:spTree>
    <p:extLst>
      <p:ext uri="{BB962C8B-B14F-4D97-AF65-F5344CB8AC3E}">
        <p14:creationId xmlns:p14="http://schemas.microsoft.com/office/powerpoint/2010/main" val="158055748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23A98-297B-4A64-B940-F5275AEB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7330F-0DA2-41AE-9001-F4A2FFE9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충돌 표식과 내용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AB90C-B4A2-4EF7-AB50-81C2D8BC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03FD3-FEFC-4FC4-9C8D-2D48EB1C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충돌은 자동 통합이 어려운 상태입니다.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양쪽 요구를 먼저 읽습니다.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표식 제거 뒤 내용도 검수합니다.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416105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2DFFB-B796-483A-B9F8-89F7C978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6CC83-1DEB-4454-B0B9-0DE895A7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A16 판단의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78486-5DCA-49C3-A670-D6E4A360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7D24A-6751-4880-8DDD-5DBA60F5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08A62-E6AD-4C08-A3B2-525BF304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살펴볼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78A06-C072-4BA5-A630-316A67D2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양쪽 요구를 먼저 읽습니다.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E362A-1257-4556-A948-75568DFB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설명할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E45E9-0BAF-47C3-A7FE-D443A560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표식 제거 뒤 내용도 검수합니다.</a:t>
            </a:r>
          </a:p>
        </p:txBody>
      </p:sp>
    </p:spTree>
    <p:extLst>
      <p:ext uri="{BB962C8B-B14F-4D97-AF65-F5344CB8AC3E}">
        <p14:creationId xmlns:p14="http://schemas.microsoft.com/office/powerpoint/2010/main" val="158309319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5BB7C-4DBE-4FF0-B10E-DA86FB0D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3D819-E1F9-49B7-B9C4-C537D710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A16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CFEEE-231F-4F7D-9EB1-B65EFEB6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730E6-B552-414E-8962-05D908B8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E47AE-41D6-4690-9EED-B0728E52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충돌 표식과 내용 결정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AF372-13BA-4AFA-9456-828AA3BD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양쪽 문장이 요구하는 행동을 나눕니다.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5FE07-74D8-45EF-8F4D-D2A8CD23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두 뜻을 보존한 최종 문장을 작성합니다.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B812D-2768-42DF-A96A-F57B92DB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충돌 표식이 남지 않았는지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5EA88-5186-4868-9D43-65C6A5EA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시연 또는 수동 카드 해결 중 실제 수행한 방식을 기록합니다.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9E39B-3810-413B-8F05-42D6CED9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A16_notes.md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481C6-D7B1-4942-B142-92FA1CA4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충돌이 난 것은 파일이 모두 망가졌다는 뜻인가요?</a:t>
            </a:r>
          </a:p>
        </p:txBody>
      </p:sp>
    </p:spTree>
    <p:extLst>
      <p:ext uri="{BB962C8B-B14F-4D97-AF65-F5344CB8AC3E}">
        <p14:creationId xmlns:p14="http://schemas.microsoft.com/office/powerpoint/2010/main" val="925212188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8C33E-F85C-4BC4-B44E-B3ACADEE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582BB-1995-48B1-B9B2-E85536D7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안내 변경을 스스로 기록하기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171C8-D55A-4D75-9CF7-082F2B6D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234E8-3E2C-4566-8CC7-CAC97597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요구를 한 변경으로 표현합니다.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메시지는 실제 변경과 맞춥니다.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기록과 공유 여부를 따로 남깁니다.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1536230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E6CEB-42E3-413C-8DB5-F7ECC60E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A33A4-5DC1-4364-94BE-229965D7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A17 코드 1–6행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DF9E4-ACBD-4DE3-9A2C-EEDCDE62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45045-D7C2-45EB-BDB6-5E2B1E99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88F0A-3AE8-4DF8-9FFE-A12EE70B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AF12E-9760-44E4-8255-1E9F3A07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status --short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diff -- README.md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add README.md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diff --staged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commit -m "Explain missing-value policy"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 log --oneline -1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988E4-CA63-4D6E-9722-241136A2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code/A17_final_change.txt</a:t>
            </a:r>
          </a:p>
        </p:txBody>
      </p:sp>
    </p:spTree>
    <p:extLst>
      <p:ext uri="{BB962C8B-B14F-4D97-AF65-F5344CB8AC3E}">
        <p14:creationId xmlns:p14="http://schemas.microsoft.com/office/powerpoint/2010/main" val="67735962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0FDAB-0069-4B52-BCE8-68472617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9C211-3B55-4C08-82F5-14C19FEA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A17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89F60-9CD9-4455-A2D4-DEA1E566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1EF90-884A-489B-996B-EA7F6CBF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D165C-8E09-4C1C-8641-BD40A557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24296-2808-4C19-864C-663629E7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&lt;새해시&gt; Explain missing-value policy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README에 Missing values stay unknown.가 포함됩니다.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950CC-1F14-4830-83E4-AC46EB64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기록과 공유 여부를 따로 남깁니다.</a:t>
            </a:r>
          </a:p>
        </p:txBody>
      </p:sp>
    </p:spTree>
    <p:extLst>
      <p:ext uri="{BB962C8B-B14F-4D97-AF65-F5344CB8AC3E}">
        <p14:creationId xmlns:p14="http://schemas.microsoft.com/office/powerpoint/2010/main" val="168922736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1FEA4-6B3B-480C-BC8C-8750C233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50F31-07D3-4865-8152-C211B3D3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A17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79D4F-324B-42CF-A7AB-AAF5FD09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E7D50-88E9-429F-9B00-251AD810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E1C16-6FB6-4F1D-BB76-ED5C671D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새 안내 변경을 스스로 기록하기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BAC80-7222-4535-8F76-02697EF7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새 요구와 수정할 파일을 기록합니다.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B88E8-4672-411C-A9C8-CAAEC523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지정 한 문장만 추가합니다.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E8281-2813-46C4-90C0-51B10659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비교·선택·재검토·커밋을 수행합니다.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61A69-8CA5-45E9-A691-8B4F3F13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해시·메시지·실제 차이를 인계 노트에 남깁니다.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93CBB-DDD7-4797-88CF-E9960496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A17_notes.md, A17_final_change.txt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B656E-85CA-4B32-909C-4A0E43A2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기록 뒤 공유 저장소에도 새 커밋이 있다고 말해도 되나요?</a:t>
            </a:r>
          </a:p>
        </p:txBody>
      </p:sp>
    </p:spTree>
    <p:extLst>
      <p:ext uri="{BB962C8B-B14F-4D97-AF65-F5344CB8AC3E}">
        <p14:creationId xmlns:p14="http://schemas.microsoft.com/office/powerpoint/2010/main" val="2075801266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ED767-AF6A-4E6E-88EA-7F3620FB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D898A-8DF7-42F3-B493-65F5C6C7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변경 이력과 확인 범위 인계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35FF2-2F75-4F2B-884C-C98E68B0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C9667-6E54-41C2-819E-755FA63A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파일과 이력을 연결합니다.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남은 변경과 공유 상태를 나눕니다.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수행한 범위만 전달합니다.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360797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FEEC2-6C2D-4816-8A7D-E4279CE7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823F3-201B-4AC7-9E2C-6AF2F094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A18 판단의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6BD9F-E6C3-4FFB-A6AF-8AFEA5E1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32650-FA19-4237-9EE3-9BD2CB55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75082-DAC4-45DD-8183-1D2920F4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살펴볼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8CCCC-F7EA-4329-8543-57E1E8D2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남은 변경과 공유 상태를 나눕니다.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76ABE-3056-44F3-B226-92A928DE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설명할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E29BD-864E-4145-B34E-EA53418C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실제 수행한 범위만 전달합니다.</a:t>
            </a:r>
          </a:p>
        </p:txBody>
      </p:sp>
    </p:spTree>
    <p:extLst>
      <p:ext uri="{BB962C8B-B14F-4D97-AF65-F5344CB8AC3E}">
        <p14:creationId xmlns:p14="http://schemas.microsoft.com/office/powerpoint/2010/main" val="842242285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C8300-E0CF-42C0-B608-5A9A6313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52437-7871-43D0-BD17-8CA943A9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A18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AC074-2B58-4532-867D-DBC77FAE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3EA9A-F6EB-42BF-91B0-9EA1DA9C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7B351-7C73-4A32-86AE-70D3A3FF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변경 이력과 확인 범위 인계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0EDDA-E25D-4E94-AB77-F01523D7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status·log·remote 결과로 각 칸을 채웁니다.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BE27C-25D2-48C4-A60D-C69313CD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짝이 같은 커밋과 문장을 찾는지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F3E24-3FAB-47F0-8CEC-9FDF2BE6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로컬 공유와 GitHub 미사용을 구별합니다.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18D44-261D-46A7-83DA-79ABD3DE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제출물의 이력 포함 여부를 기록합니다.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9741F-5288-4F98-9EC9-DB198DD7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A18_notes.md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35FC3-CE57-4FDD-95A1-4B7E326F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clean 상태이면 원격도 최신이라고 단정할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1656112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2026-09-25T16:36:46.3140000Z</dcterms:created>
  <dcterms:modified xsi:type="dcterms:W3CDTF">2026-09-25T16:36:46.3140000Z</dcterms:modified>
</coreProperties>
</file>