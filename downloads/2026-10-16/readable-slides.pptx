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ce879a1fce4e51" /><Relationship Type="http://schemas.openxmlformats.org/officeDocument/2006/relationships/extended-properties" Target="/docProps/app.xml" Id="Rf435fd9a738e4b03" /><Relationship Type="http://schemas.openxmlformats.org/officeDocument/2006/relationships/officeDocument" Target="/ppt/presentation.xml" Id="Rab872d58bb9a46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fc0162b2514c87"/>
  </p:sldMasterIdLst>
  <p:notesMasterIdLst>
    <p:notesMasterId xmlns:r="http://schemas.openxmlformats.org/officeDocument/2006/relationships" r:id="Radc7cacd13b046e5"/>
  </p:notesMasterIdLst>
  <p:sldIdLst>
    <p:sldId xmlns:r="http://schemas.openxmlformats.org/officeDocument/2006/relationships" id="256" r:id="R0f2136db55784965"/>
    <p:sldId xmlns:r="http://schemas.openxmlformats.org/officeDocument/2006/relationships" id="257" r:id="Raebc4258716746ff"/>
    <p:sldId xmlns:r="http://schemas.openxmlformats.org/officeDocument/2006/relationships" id="258" r:id="R24fe49fe883c4a26"/>
    <p:sldId xmlns:r="http://schemas.openxmlformats.org/officeDocument/2006/relationships" id="259" r:id="R4830f58ada534a7a"/>
    <p:sldId xmlns:r="http://schemas.openxmlformats.org/officeDocument/2006/relationships" id="260" r:id="R8de24340b63d4f31"/>
    <p:sldId xmlns:r="http://schemas.openxmlformats.org/officeDocument/2006/relationships" id="261" r:id="R7678c0b30ff14051"/>
    <p:sldId xmlns:r="http://schemas.openxmlformats.org/officeDocument/2006/relationships" id="262" r:id="R9da583da343b40eb"/>
    <p:sldId xmlns:r="http://schemas.openxmlformats.org/officeDocument/2006/relationships" id="263" r:id="R8f0478fd38454917"/>
    <p:sldId xmlns:r="http://schemas.openxmlformats.org/officeDocument/2006/relationships" id="264" r:id="R641ec8a3d7db4dae"/>
    <p:sldId xmlns:r="http://schemas.openxmlformats.org/officeDocument/2006/relationships" id="265" r:id="Rae1fabcfadbd4491"/>
    <p:sldId xmlns:r="http://schemas.openxmlformats.org/officeDocument/2006/relationships" id="266" r:id="R4fcbcfa7e1494738"/>
    <p:sldId xmlns:r="http://schemas.openxmlformats.org/officeDocument/2006/relationships" id="267" r:id="R362f2251039d4d8d"/>
    <p:sldId xmlns:r="http://schemas.openxmlformats.org/officeDocument/2006/relationships" id="268" r:id="R87a09dbf94e64280"/>
    <p:sldId xmlns:r="http://schemas.openxmlformats.org/officeDocument/2006/relationships" id="269" r:id="R5cc0095ae4df4cbf"/>
    <p:sldId xmlns:r="http://schemas.openxmlformats.org/officeDocument/2006/relationships" id="270" r:id="Rb4388c04c6304195"/>
    <p:sldId xmlns:r="http://schemas.openxmlformats.org/officeDocument/2006/relationships" id="271" r:id="R62e88571a066476d"/>
    <p:sldId xmlns:r="http://schemas.openxmlformats.org/officeDocument/2006/relationships" id="272" r:id="Rcaffc70b01304a89"/>
    <p:sldId xmlns:r="http://schemas.openxmlformats.org/officeDocument/2006/relationships" id="273" r:id="R2f2641e931ef4547"/>
    <p:sldId xmlns:r="http://schemas.openxmlformats.org/officeDocument/2006/relationships" id="274" r:id="Rf3fa99157f2549de"/>
    <p:sldId xmlns:r="http://schemas.openxmlformats.org/officeDocument/2006/relationships" id="275" r:id="Re50d2147435040ab"/>
    <p:sldId xmlns:r="http://schemas.openxmlformats.org/officeDocument/2006/relationships" id="276" r:id="Rb583871176394811"/>
    <p:sldId xmlns:r="http://schemas.openxmlformats.org/officeDocument/2006/relationships" id="277" r:id="R514661ddc1ea43e8"/>
    <p:sldId xmlns:r="http://schemas.openxmlformats.org/officeDocument/2006/relationships" id="278" r:id="R5cbaefae046c4591"/>
    <p:sldId xmlns:r="http://schemas.openxmlformats.org/officeDocument/2006/relationships" id="279" r:id="R804d03aae6c54395"/>
    <p:sldId xmlns:r="http://schemas.openxmlformats.org/officeDocument/2006/relationships" id="280" r:id="R3f963948e6744e8d"/>
    <p:sldId xmlns:r="http://schemas.openxmlformats.org/officeDocument/2006/relationships" id="281" r:id="R56487fb0e21a459b"/>
    <p:sldId xmlns:r="http://schemas.openxmlformats.org/officeDocument/2006/relationships" id="282" r:id="R2a73839677a44877"/>
    <p:sldId xmlns:r="http://schemas.openxmlformats.org/officeDocument/2006/relationships" id="283" r:id="Rc70e31c1fd084aad"/>
    <p:sldId xmlns:r="http://schemas.openxmlformats.org/officeDocument/2006/relationships" id="284" r:id="R80477685f0f941c9"/>
    <p:sldId xmlns:r="http://schemas.openxmlformats.org/officeDocument/2006/relationships" id="285" r:id="R52816b4bd473415c"/>
    <p:sldId xmlns:r="http://schemas.openxmlformats.org/officeDocument/2006/relationships" id="286" r:id="R51cc138ce87648f6"/>
    <p:sldId xmlns:r="http://schemas.openxmlformats.org/officeDocument/2006/relationships" id="287" r:id="R3cf2714e63324fa6"/>
    <p:sldId xmlns:r="http://schemas.openxmlformats.org/officeDocument/2006/relationships" id="288" r:id="Rd271be7b66ae4452"/>
    <p:sldId xmlns:r="http://schemas.openxmlformats.org/officeDocument/2006/relationships" id="289" r:id="Rf0d3bf8649604966"/>
    <p:sldId xmlns:r="http://schemas.openxmlformats.org/officeDocument/2006/relationships" id="290" r:id="R7fd499f1f356409b"/>
    <p:sldId xmlns:r="http://schemas.openxmlformats.org/officeDocument/2006/relationships" id="291" r:id="R88b9fcbe1fdd47e2"/>
    <p:sldId xmlns:r="http://schemas.openxmlformats.org/officeDocument/2006/relationships" id="292" r:id="R00843c17ee0846bc"/>
    <p:sldId xmlns:r="http://schemas.openxmlformats.org/officeDocument/2006/relationships" id="293" r:id="Re470fa788b404503"/>
    <p:sldId xmlns:r="http://schemas.openxmlformats.org/officeDocument/2006/relationships" id="294" r:id="Rc3a1b4e031af4b39"/>
    <p:sldId xmlns:r="http://schemas.openxmlformats.org/officeDocument/2006/relationships" id="295" r:id="R91ad6761e9174507"/>
    <p:sldId xmlns:r="http://schemas.openxmlformats.org/officeDocument/2006/relationships" id="296" r:id="R31ab11d8d0404a09"/>
    <p:sldId xmlns:r="http://schemas.openxmlformats.org/officeDocument/2006/relationships" id="297" r:id="Rab10cd2546244112"/>
    <p:sldId xmlns:r="http://schemas.openxmlformats.org/officeDocument/2006/relationships" id="298" r:id="R97920a9f01974b2e"/>
    <p:sldId xmlns:r="http://schemas.openxmlformats.org/officeDocument/2006/relationships" id="299" r:id="Rb974adddf97e4792"/>
    <p:sldId xmlns:r="http://schemas.openxmlformats.org/officeDocument/2006/relationships" id="300" r:id="R24cb652a224a4504"/>
    <p:sldId xmlns:r="http://schemas.openxmlformats.org/officeDocument/2006/relationships" id="301" r:id="R330e5f7ca4604264"/>
    <p:sldId xmlns:r="http://schemas.openxmlformats.org/officeDocument/2006/relationships" id="302" r:id="Re1361880e4f747f8"/>
    <p:sldId xmlns:r="http://schemas.openxmlformats.org/officeDocument/2006/relationships" id="303" r:id="R0b9734bd81134c4b"/>
    <p:sldId xmlns:r="http://schemas.openxmlformats.org/officeDocument/2006/relationships" id="304" r:id="Re6d908bd91674569"/>
    <p:sldId xmlns:r="http://schemas.openxmlformats.org/officeDocument/2006/relationships" id="305" r:id="R60eabd507b5544a7"/>
    <p:sldId xmlns:r="http://schemas.openxmlformats.org/officeDocument/2006/relationships" id="306" r:id="Ra4211ab6f5fd484c"/>
    <p:sldId xmlns:r="http://schemas.openxmlformats.org/officeDocument/2006/relationships" id="307" r:id="Rcc4a64adf4474549"/>
    <p:sldId xmlns:r="http://schemas.openxmlformats.org/officeDocument/2006/relationships" id="308" r:id="Rc5dd7efa98d54ada"/>
    <p:sldId xmlns:r="http://schemas.openxmlformats.org/officeDocument/2006/relationships" id="309" r:id="R71b67918c0104445"/>
    <p:sldId xmlns:r="http://schemas.openxmlformats.org/officeDocument/2006/relationships" id="310" r:id="Rc93eb4cd64fd463e"/>
    <p:sldId xmlns:r="http://schemas.openxmlformats.org/officeDocument/2006/relationships" id="311" r:id="R60c2b7c7cd284265"/>
    <p:sldId xmlns:r="http://schemas.openxmlformats.org/officeDocument/2006/relationships" id="312" r:id="Rb2421fd68a29432c"/>
    <p:sldId xmlns:r="http://schemas.openxmlformats.org/officeDocument/2006/relationships" id="313" r:id="R6ae4e4e9d4884e02"/>
    <p:sldId xmlns:r="http://schemas.openxmlformats.org/officeDocument/2006/relationships" id="314" r:id="R5ed4a29a8ebd4a7f"/>
    <p:sldId xmlns:r="http://schemas.openxmlformats.org/officeDocument/2006/relationships" id="315" r:id="R7fa3ddfc4e8d41bb"/>
    <p:sldId xmlns:r="http://schemas.openxmlformats.org/officeDocument/2006/relationships" id="316" r:id="Rd0d76e27c75e486d"/>
    <p:sldId xmlns:r="http://schemas.openxmlformats.org/officeDocument/2006/relationships" id="317" r:id="R8842b44e9b2a4d3b"/>
    <p:sldId xmlns:r="http://schemas.openxmlformats.org/officeDocument/2006/relationships" id="318" r:id="R3cc1ed1687fd4c0f"/>
    <p:sldId xmlns:r="http://schemas.openxmlformats.org/officeDocument/2006/relationships" id="319" r:id="Rb78504e4f0064872"/>
    <p:sldId xmlns:r="http://schemas.openxmlformats.org/officeDocument/2006/relationships" id="320" r:id="Rda724bf0737b4b95"/>
    <p:sldId xmlns:r="http://schemas.openxmlformats.org/officeDocument/2006/relationships" id="321" r:id="Re2775ae1f1dc45f8"/>
    <p:sldId xmlns:r="http://schemas.openxmlformats.org/officeDocument/2006/relationships" id="322" r:id="R184e81d184f94139"/>
    <p:sldId xmlns:r="http://schemas.openxmlformats.org/officeDocument/2006/relationships" id="323" r:id="R13925355e2814a1f"/>
    <p:sldId xmlns:r="http://schemas.openxmlformats.org/officeDocument/2006/relationships" id="324" r:id="R36975bdea81b4800"/>
    <p:sldId xmlns:r="http://schemas.openxmlformats.org/officeDocument/2006/relationships" id="325" r:id="Re19aff423b744f96"/>
    <p:sldId xmlns:r="http://schemas.openxmlformats.org/officeDocument/2006/relationships" id="326" r:id="R9375d222fdc64b28"/>
    <p:sldId xmlns:r="http://schemas.openxmlformats.org/officeDocument/2006/relationships" id="327" r:id="R6e45d4c8012e4c39"/>
    <p:sldId xmlns:r="http://schemas.openxmlformats.org/officeDocument/2006/relationships" id="328" r:id="R4e7feb86e8dd4f7a"/>
    <p:sldId xmlns:r="http://schemas.openxmlformats.org/officeDocument/2006/relationships" id="329" r:id="R461751d8c4294a1d"/>
    <p:sldId xmlns:r="http://schemas.openxmlformats.org/officeDocument/2006/relationships" id="330" r:id="R074161a2066f4489"/>
    <p:sldId xmlns:r="http://schemas.openxmlformats.org/officeDocument/2006/relationships" id="331" r:id="R1f403d2e20f44cf5"/>
    <p:sldId xmlns:r="http://schemas.openxmlformats.org/officeDocument/2006/relationships" id="332" r:id="R61962fcba73542ea"/>
    <p:sldId xmlns:r="http://schemas.openxmlformats.org/officeDocument/2006/relationships" id="333" r:id="R603c07d1a45245c6"/>
    <p:sldId xmlns:r="http://schemas.openxmlformats.org/officeDocument/2006/relationships" id="334" r:id="Rabf0f551a11749e2"/>
    <p:sldId xmlns:r="http://schemas.openxmlformats.org/officeDocument/2006/relationships" id="335" r:id="Rc3b5a4b1e1464105"/>
    <p:sldId xmlns:r="http://schemas.openxmlformats.org/officeDocument/2006/relationships" id="336" r:id="R41c2708714374286"/>
    <p:sldId xmlns:r="http://schemas.openxmlformats.org/officeDocument/2006/relationships" id="337" r:id="Rbaeba495e4034b49"/>
    <p:sldId xmlns:r="http://schemas.openxmlformats.org/officeDocument/2006/relationships" id="338" r:id="R585de24887f641b0"/>
    <p:sldId xmlns:r="http://schemas.openxmlformats.org/officeDocument/2006/relationships" id="339" r:id="R9ab10865dcf94526"/>
    <p:sldId xmlns:r="http://schemas.openxmlformats.org/officeDocument/2006/relationships" id="340" r:id="R621a87fa9d554d95"/>
    <p:sldId xmlns:r="http://schemas.openxmlformats.org/officeDocument/2006/relationships" id="341" r:id="R95c52b3fbda94488"/>
    <p:sldId xmlns:r="http://schemas.openxmlformats.org/officeDocument/2006/relationships" id="342" r:id="Rde09e6a0b7f94f5e"/>
    <p:sldId xmlns:r="http://schemas.openxmlformats.org/officeDocument/2006/relationships" id="343" r:id="R2791614b34d9462f"/>
    <p:sldId xmlns:r="http://schemas.openxmlformats.org/officeDocument/2006/relationships" id="344" r:id="Ra355307456cf4001"/>
    <p:sldId xmlns:r="http://schemas.openxmlformats.org/officeDocument/2006/relationships" id="345" r:id="R299850212c914b1c"/>
    <p:sldId xmlns:r="http://schemas.openxmlformats.org/officeDocument/2006/relationships" id="346" r:id="Rc82f5ae64b374996"/>
    <p:sldId xmlns:r="http://schemas.openxmlformats.org/officeDocument/2006/relationships" id="347" r:id="R50c425caa9414515"/>
    <p:sldId xmlns:r="http://schemas.openxmlformats.org/officeDocument/2006/relationships" id="348" r:id="R052d48341bbe4f25"/>
    <p:sldId xmlns:r="http://schemas.openxmlformats.org/officeDocument/2006/relationships" id="349" r:id="Rf635fdf1954f4e68"/>
    <p:sldId xmlns:r="http://schemas.openxmlformats.org/officeDocument/2006/relationships" id="350" r:id="R02cf462f16c947b1"/>
    <p:sldId xmlns:r="http://schemas.openxmlformats.org/officeDocument/2006/relationships" id="351" r:id="Raf791b09367a44b5"/>
    <p:sldId xmlns:r="http://schemas.openxmlformats.org/officeDocument/2006/relationships" id="352" r:id="R4e91d64c245b428e"/>
    <p:sldId xmlns:r="http://schemas.openxmlformats.org/officeDocument/2006/relationships" id="353" r:id="R3b9cc5d0d7494d82"/>
    <p:sldId xmlns:r="http://schemas.openxmlformats.org/officeDocument/2006/relationships" id="354" r:id="Rdfebef88e92e4f88"/>
    <p:sldId xmlns:r="http://schemas.openxmlformats.org/officeDocument/2006/relationships" id="355" r:id="Rb258032fc34c479a"/>
    <p:sldId xmlns:r="http://schemas.openxmlformats.org/officeDocument/2006/relationships" id="356" r:id="R33e2fa93a5da454e"/>
    <p:sldId xmlns:r="http://schemas.openxmlformats.org/officeDocument/2006/relationships" id="357" r:id="Rcc6046ef00744214"/>
    <p:sldId xmlns:r="http://schemas.openxmlformats.org/officeDocument/2006/relationships" id="358" r:id="R312b1c9bfc94403a"/>
    <p:sldId xmlns:r="http://schemas.openxmlformats.org/officeDocument/2006/relationships" id="359" r:id="R29eba60ed06742ae"/>
    <p:sldId xmlns:r="http://schemas.openxmlformats.org/officeDocument/2006/relationships" id="360" r:id="R9bd8bb9af5a443d7"/>
    <p:sldId xmlns:r="http://schemas.openxmlformats.org/officeDocument/2006/relationships" id="361" r:id="R89e649a5efb3435a"/>
    <p:sldId xmlns:r="http://schemas.openxmlformats.org/officeDocument/2006/relationships" id="362" r:id="R043ec4fc3e724948"/>
    <p:sldId xmlns:r="http://schemas.openxmlformats.org/officeDocument/2006/relationships" id="363" r:id="R06bb332f27e04110"/>
    <p:sldId xmlns:r="http://schemas.openxmlformats.org/officeDocument/2006/relationships" id="364" r:id="R8dca45b46d11433d"/>
    <p:sldId xmlns:r="http://schemas.openxmlformats.org/officeDocument/2006/relationships" id="365" r:id="R29d1ca7d7aeb4384"/>
    <p:sldId xmlns:r="http://schemas.openxmlformats.org/officeDocument/2006/relationships" id="366" r:id="R8be36d150c0d4be6"/>
    <p:sldId xmlns:r="http://schemas.openxmlformats.org/officeDocument/2006/relationships" id="367" r:id="R1f7ee045c6864ae8"/>
    <p:sldId xmlns:r="http://schemas.openxmlformats.org/officeDocument/2006/relationships" id="368" r:id="R6cd2462027f1480c"/>
    <p:sldId xmlns:r="http://schemas.openxmlformats.org/officeDocument/2006/relationships" id="369" r:id="Rcbeb4b456704413d"/>
    <p:sldId xmlns:r="http://schemas.openxmlformats.org/officeDocument/2006/relationships" id="370" r:id="R6f472cd4a60e4548"/>
    <p:sldId xmlns:r="http://schemas.openxmlformats.org/officeDocument/2006/relationships" id="371" r:id="Rd61759d65247490d"/>
    <p:sldId xmlns:r="http://schemas.openxmlformats.org/officeDocument/2006/relationships" id="372" r:id="R6274be146223469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891d8ed11d4045" /><Relationship Type="http://schemas.openxmlformats.org/officeDocument/2006/relationships/slideMaster" Target="/ppt/slideMasters/slideMaster1.xml" Id="R86fc0162b2514c87" /><Relationship Type="http://schemas.openxmlformats.org/officeDocument/2006/relationships/notesMaster" Target="/ppt/notesMasters/notesMaster1.xml" Id="Radc7cacd13b046e5" /><Relationship Type="http://schemas.openxmlformats.org/officeDocument/2006/relationships/presProps" Target="/ppt/presProps.xml" Id="R9d097c3f0a6146ee" /><Relationship Type="http://schemas.openxmlformats.org/officeDocument/2006/relationships/tableStyles" Target="/ppt/tableStyles.xml" Id="Ra0e55e56a3ed411a" /><Relationship Type="http://schemas.openxmlformats.org/officeDocument/2006/relationships/slide" Target="/ppt/slides/slide1.xml" Id="R0f2136db55784965" /><Relationship Type="http://schemas.openxmlformats.org/officeDocument/2006/relationships/slide" Target="/ppt/slides/slide2.xml" Id="Raebc4258716746ff" /><Relationship Type="http://schemas.openxmlformats.org/officeDocument/2006/relationships/slide" Target="/ppt/slides/slide3.xml" Id="R24fe49fe883c4a26" /><Relationship Type="http://schemas.openxmlformats.org/officeDocument/2006/relationships/slide" Target="/ppt/slides/slide4.xml" Id="R4830f58ada534a7a" /><Relationship Type="http://schemas.openxmlformats.org/officeDocument/2006/relationships/slide" Target="/ppt/slides/slide5.xml" Id="R8de24340b63d4f31" /><Relationship Type="http://schemas.openxmlformats.org/officeDocument/2006/relationships/slide" Target="/ppt/slides/slide6.xml" Id="R7678c0b30ff14051" /><Relationship Type="http://schemas.openxmlformats.org/officeDocument/2006/relationships/slide" Target="/ppt/slides/slide7.xml" Id="R9da583da343b40eb" /><Relationship Type="http://schemas.openxmlformats.org/officeDocument/2006/relationships/slide" Target="/ppt/slides/slide8.xml" Id="R8f0478fd38454917" /><Relationship Type="http://schemas.openxmlformats.org/officeDocument/2006/relationships/slide" Target="/ppt/slides/slide9.xml" Id="R641ec8a3d7db4dae" /><Relationship Type="http://schemas.openxmlformats.org/officeDocument/2006/relationships/slide" Target="/ppt/slides/slide10.xml" Id="Rae1fabcfadbd4491" /><Relationship Type="http://schemas.openxmlformats.org/officeDocument/2006/relationships/slide" Target="/ppt/slides/slide11.xml" Id="R4fcbcfa7e1494738" /><Relationship Type="http://schemas.openxmlformats.org/officeDocument/2006/relationships/slide" Target="/ppt/slides/slide12.xml" Id="R362f2251039d4d8d" /><Relationship Type="http://schemas.openxmlformats.org/officeDocument/2006/relationships/slide" Target="/ppt/slides/slide13.xml" Id="R87a09dbf94e64280" /><Relationship Type="http://schemas.openxmlformats.org/officeDocument/2006/relationships/slide" Target="/ppt/slides/slide14.xml" Id="R5cc0095ae4df4cbf" /><Relationship Type="http://schemas.openxmlformats.org/officeDocument/2006/relationships/slide" Target="/ppt/slides/slide15.xml" Id="Rb4388c04c6304195" /><Relationship Type="http://schemas.openxmlformats.org/officeDocument/2006/relationships/slide" Target="/ppt/slides/slide16.xml" Id="R62e88571a066476d" /><Relationship Type="http://schemas.openxmlformats.org/officeDocument/2006/relationships/slide" Target="/ppt/slides/slide17.xml" Id="Rcaffc70b01304a89" /><Relationship Type="http://schemas.openxmlformats.org/officeDocument/2006/relationships/slide" Target="/ppt/slides/slide18.xml" Id="R2f2641e931ef4547" /><Relationship Type="http://schemas.openxmlformats.org/officeDocument/2006/relationships/slide" Target="/ppt/slides/slide19.xml" Id="Rf3fa99157f2549de" /><Relationship Type="http://schemas.openxmlformats.org/officeDocument/2006/relationships/slide" Target="/ppt/slides/slide20.xml" Id="Re50d2147435040ab" /><Relationship Type="http://schemas.openxmlformats.org/officeDocument/2006/relationships/slide" Target="/ppt/slides/slide21.xml" Id="Rb583871176394811" /><Relationship Type="http://schemas.openxmlformats.org/officeDocument/2006/relationships/slide" Target="/ppt/slides/slide22.xml" Id="R514661ddc1ea43e8" /><Relationship Type="http://schemas.openxmlformats.org/officeDocument/2006/relationships/slide" Target="/ppt/slides/slide23.xml" Id="R5cbaefae046c4591" /><Relationship Type="http://schemas.openxmlformats.org/officeDocument/2006/relationships/slide" Target="/ppt/slides/slide24.xml" Id="R804d03aae6c54395" /><Relationship Type="http://schemas.openxmlformats.org/officeDocument/2006/relationships/slide" Target="/ppt/slides/slide25.xml" Id="R3f963948e6744e8d" /><Relationship Type="http://schemas.openxmlformats.org/officeDocument/2006/relationships/slide" Target="/ppt/slides/slide26.xml" Id="R56487fb0e21a459b" /><Relationship Type="http://schemas.openxmlformats.org/officeDocument/2006/relationships/slide" Target="/ppt/slides/slide27.xml" Id="R2a73839677a44877" /><Relationship Type="http://schemas.openxmlformats.org/officeDocument/2006/relationships/slide" Target="/ppt/slides/slide28.xml" Id="Rc70e31c1fd084aad" /><Relationship Type="http://schemas.openxmlformats.org/officeDocument/2006/relationships/slide" Target="/ppt/slides/slide29.xml" Id="R80477685f0f941c9" /><Relationship Type="http://schemas.openxmlformats.org/officeDocument/2006/relationships/slide" Target="/ppt/slides/slide30.xml" Id="R52816b4bd473415c" /><Relationship Type="http://schemas.openxmlformats.org/officeDocument/2006/relationships/slide" Target="/ppt/slides/slide31.xml" Id="R51cc138ce87648f6" /><Relationship Type="http://schemas.openxmlformats.org/officeDocument/2006/relationships/slide" Target="/ppt/slides/slide32.xml" Id="R3cf2714e63324fa6" /><Relationship Type="http://schemas.openxmlformats.org/officeDocument/2006/relationships/slide" Target="/ppt/slides/slide33.xml" Id="Rd271be7b66ae4452" /><Relationship Type="http://schemas.openxmlformats.org/officeDocument/2006/relationships/slide" Target="/ppt/slides/slide34.xml" Id="Rf0d3bf8649604966" /><Relationship Type="http://schemas.openxmlformats.org/officeDocument/2006/relationships/slide" Target="/ppt/slides/slide35.xml" Id="R7fd499f1f356409b" /><Relationship Type="http://schemas.openxmlformats.org/officeDocument/2006/relationships/slide" Target="/ppt/slides/slide36.xml" Id="R88b9fcbe1fdd47e2" /><Relationship Type="http://schemas.openxmlformats.org/officeDocument/2006/relationships/slide" Target="/ppt/slides/slide37.xml" Id="R00843c17ee0846bc" /><Relationship Type="http://schemas.openxmlformats.org/officeDocument/2006/relationships/slide" Target="/ppt/slides/slide38.xml" Id="Re470fa788b404503" /><Relationship Type="http://schemas.openxmlformats.org/officeDocument/2006/relationships/slide" Target="/ppt/slides/slide39.xml" Id="Rc3a1b4e031af4b39" /><Relationship Type="http://schemas.openxmlformats.org/officeDocument/2006/relationships/slide" Target="/ppt/slides/slide40.xml" Id="R91ad6761e9174507" /><Relationship Type="http://schemas.openxmlformats.org/officeDocument/2006/relationships/slide" Target="/ppt/slides/slide41.xml" Id="R31ab11d8d0404a09" /><Relationship Type="http://schemas.openxmlformats.org/officeDocument/2006/relationships/slide" Target="/ppt/slides/slide42.xml" Id="Rab10cd2546244112" /><Relationship Type="http://schemas.openxmlformats.org/officeDocument/2006/relationships/slide" Target="/ppt/slides/slide43.xml" Id="R97920a9f01974b2e" /><Relationship Type="http://schemas.openxmlformats.org/officeDocument/2006/relationships/slide" Target="/ppt/slides/slide44.xml" Id="Rb974adddf97e4792" /><Relationship Type="http://schemas.openxmlformats.org/officeDocument/2006/relationships/slide" Target="/ppt/slides/slide45.xml" Id="R24cb652a224a4504" /><Relationship Type="http://schemas.openxmlformats.org/officeDocument/2006/relationships/slide" Target="/ppt/slides/slide46.xml" Id="R330e5f7ca4604264" /><Relationship Type="http://schemas.openxmlformats.org/officeDocument/2006/relationships/slide" Target="/ppt/slides/slide47.xml" Id="Re1361880e4f747f8" /><Relationship Type="http://schemas.openxmlformats.org/officeDocument/2006/relationships/slide" Target="/ppt/slides/slide48.xml" Id="R0b9734bd81134c4b" /><Relationship Type="http://schemas.openxmlformats.org/officeDocument/2006/relationships/slide" Target="/ppt/slides/slide49.xml" Id="Re6d908bd91674569" /><Relationship Type="http://schemas.openxmlformats.org/officeDocument/2006/relationships/slide" Target="/ppt/slides/slide50.xml" Id="R60eabd507b5544a7" /><Relationship Type="http://schemas.openxmlformats.org/officeDocument/2006/relationships/slide" Target="/ppt/slides/slide51.xml" Id="Ra4211ab6f5fd484c" /><Relationship Type="http://schemas.openxmlformats.org/officeDocument/2006/relationships/slide" Target="/ppt/slides/slide52.xml" Id="Rcc4a64adf4474549" /><Relationship Type="http://schemas.openxmlformats.org/officeDocument/2006/relationships/slide" Target="/ppt/slides/slide53.xml" Id="Rc5dd7efa98d54ada" /><Relationship Type="http://schemas.openxmlformats.org/officeDocument/2006/relationships/slide" Target="/ppt/slides/slide54.xml" Id="R71b67918c0104445" /><Relationship Type="http://schemas.openxmlformats.org/officeDocument/2006/relationships/slide" Target="/ppt/slides/slide55.xml" Id="Rc93eb4cd64fd463e" /><Relationship Type="http://schemas.openxmlformats.org/officeDocument/2006/relationships/slide" Target="/ppt/slides/slide56.xml" Id="R60c2b7c7cd284265" /><Relationship Type="http://schemas.openxmlformats.org/officeDocument/2006/relationships/slide" Target="/ppt/slides/slide57.xml" Id="Rb2421fd68a29432c" /><Relationship Type="http://schemas.openxmlformats.org/officeDocument/2006/relationships/slide" Target="/ppt/slides/slide58.xml" Id="R6ae4e4e9d4884e02" /><Relationship Type="http://schemas.openxmlformats.org/officeDocument/2006/relationships/slide" Target="/ppt/slides/slide59.xml" Id="R5ed4a29a8ebd4a7f" /><Relationship Type="http://schemas.openxmlformats.org/officeDocument/2006/relationships/slide" Target="/ppt/slides/slide60.xml" Id="R7fa3ddfc4e8d41bb" /><Relationship Type="http://schemas.openxmlformats.org/officeDocument/2006/relationships/slide" Target="/ppt/slides/slide61.xml" Id="Rd0d76e27c75e486d" /><Relationship Type="http://schemas.openxmlformats.org/officeDocument/2006/relationships/slide" Target="/ppt/slides/slide62.xml" Id="R8842b44e9b2a4d3b" /><Relationship Type="http://schemas.openxmlformats.org/officeDocument/2006/relationships/slide" Target="/ppt/slides/slide63.xml" Id="R3cc1ed1687fd4c0f" /><Relationship Type="http://schemas.openxmlformats.org/officeDocument/2006/relationships/slide" Target="/ppt/slides/slide64.xml" Id="Rb78504e4f0064872" /><Relationship Type="http://schemas.openxmlformats.org/officeDocument/2006/relationships/slide" Target="/ppt/slides/slide65.xml" Id="Rda724bf0737b4b95" /><Relationship Type="http://schemas.openxmlformats.org/officeDocument/2006/relationships/slide" Target="/ppt/slides/slide66.xml" Id="Re2775ae1f1dc45f8" /><Relationship Type="http://schemas.openxmlformats.org/officeDocument/2006/relationships/slide" Target="/ppt/slides/slide67.xml" Id="R184e81d184f94139" /><Relationship Type="http://schemas.openxmlformats.org/officeDocument/2006/relationships/slide" Target="/ppt/slides/slide68.xml" Id="R13925355e2814a1f" /><Relationship Type="http://schemas.openxmlformats.org/officeDocument/2006/relationships/slide" Target="/ppt/slides/slide69.xml" Id="R36975bdea81b4800" /><Relationship Type="http://schemas.openxmlformats.org/officeDocument/2006/relationships/slide" Target="/ppt/slides/slide70.xml" Id="Re19aff423b744f96" /><Relationship Type="http://schemas.openxmlformats.org/officeDocument/2006/relationships/slide" Target="/ppt/slides/slide71.xml" Id="R9375d222fdc64b28" /><Relationship Type="http://schemas.openxmlformats.org/officeDocument/2006/relationships/slide" Target="/ppt/slides/slide72.xml" Id="R6e45d4c8012e4c39" /><Relationship Type="http://schemas.openxmlformats.org/officeDocument/2006/relationships/slide" Target="/ppt/slides/slide73.xml" Id="R4e7feb86e8dd4f7a" /><Relationship Type="http://schemas.openxmlformats.org/officeDocument/2006/relationships/slide" Target="/ppt/slides/slide74.xml" Id="R461751d8c4294a1d" /><Relationship Type="http://schemas.openxmlformats.org/officeDocument/2006/relationships/slide" Target="/ppt/slides/slide75.xml" Id="R074161a2066f4489" /><Relationship Type="http://schemas.openxmlformats.org/officeDocument/2006/relationships/slide" Target="/ppt/slides/slide76.xml" Id="R1f403d2e20f44cf5" /><Relationship Type="http://schemas.openxmlformats.org/officeDocument/2006/relationships/slide" Target="/ppt/slides/slide77.xml" Id="R61962fcba73542ea" /><Relationship Type="http://schemas.openxmlformats.org/officeDocument/2006/relationships/slide" Target="/ppt/slides/slide78.xml" Id="R603c07d1a45245c6" /><Relationship Type="http://schemas.openxmlformats.org/officeDocument/2006/relationships/slide" Target="/ppt/slides/slide79.xml" Id="Rabf0f551a11749e2" /><Relationship Type="http://schemas.openxmlformats.org/officeDocument/2006/relationships/slide" Target="/ppt/slides/slide80.xml" Id="Rc3b5a4b1e1464105" /><Relationship Type="http://schemas.openxmlformats.org/officeDocument/2006/relationships/slide" Target="/ppt/slides/slide81.xml" Id="R41c2708714374286" /><Relationship Type="http://schemas.openxmlformats.org/officeDocument/2006/relationships/slide" Target="/ppt/slides/slide82.xml" Id="Rbaeba495e4034b49" /><Relationship Type="http://schemas.openxmlformats.org/officeDocument/2006/relationships/slide" Target="/ppt/slides/slide83.xml" Id="R585de24887f641b0" /><Relationship Type="http://schemas.openxmlformats.org/officeDocument/2006/relationships/slide" Target="/ppt/slides/slide84.xml" Id="R9ab10865dcf94526" /><Relationship Type="http://schemas.openxmlformats.org/officeDocument/2006/relationships/slide" Target="/ppt/slides/slide85.xml" Id="R621a87fa9d554d95" /><Relationship Type="http://schemas.openxmlformats.org/officeDocument/2006/relationships/slide" Target="/ppt/slides/slide86.xml" Id="R95c52b3fbda94488" /><Relationship Type="http://schemas.openxmlformats.org/officeDocument/2006/relationships/slide" Target="/ppt/slides/slide87.xml" Id="Rde09e6a0b7f94f5e" /><Relationship Type="http://schemas.openxmlformats.org/officeDocument/2006/relationships/slide" Target="/ppt/slides/slide88.xml" Id="R2791614b34d9462f" /><Relationship Type="http://schemas.openxmlformats.org/officeDocument/2006/relationships/slide" Target="/ppt/slides/slide89.xml" Id="Ra355307456cf4001" /><Relationship Type="http://schemas.openxmlformats.org/officeDocument/2006/relationships/slide" Target="/ppt/slides/slide90.xml" Id="R299850212c914b1c" /><Relationship Type="http://schemas.openxmlformats.org/officeDocument/2006/relationships/slide" Target="/ppt/slides/slide91.xml" Id="Rc82f5ae64b374996" /><Relationship Type="http://schemas.openxmlformats.org/officeDocument/2006/relationships/slide" Target="/ppt/slides/slide92.xml" Id="R50c425caa9414515" /><Relationship Type="http://schemas.openxmlformats.org/officeDocument/2006/relationships/slide" Target="/ppt/slides/slide93.xml" Id="R052d48341bbe4f25" /><Relationship Type="http://schemas.openxmlformats.org/officeDocument/2006/relationships/slide" Target="/ppt/slides/slide94.xml" Id="Rf635fdf1954f4e68" /><Relationship Type="http://schemas.openxmlformats.org/officeDocument/2006/relationships/slide" Target="/ppt/slides/slide95.xml" Id="R02cf462f16c947b1" /><Relationship Type="http://schemas.openxmlformats.org/officeDocument/2006/relationships/slide" Target="/ppt/slides/slide96.xml" Id="Raf791b09367a44b5" /><Relationship Type="http://schemas.openxmlformats.org/officeDocument/2006/relationships/slide" Target="/ppt/slides/slide97.xml" Id="R4e91d64c245b428e" /><Relationship Type="http://schemas.openxmlformats.org/officeDocument/2006/relationships/slide" Target="/ppt/slides/slide98.xml" Id="R3b9cc5d0d7494d82" /><Relationship Type="http://schemas.openxmlformats.org/officeDocument/2006/relationships/slide" Target="/ppt/slides/slide99.xml" Id="Rdfebef88e92e4f88" /><Relationship Type="http://schemas.openxmlformats.org/officeDocument/2006/relationships/slide" Target="/ppt/slides/slide100.xml" Id="Rb258032fc34c479a" /><Relationship Type="http://schemas.openxmlformats.org/officeDocument/2006/relationships/slide" Target="/ppt/slides/slide101.xml" Id="R33e2fa93a5da454e" /><Relationship Type="http://schemas.openxmlformats.org/officeDocument/2006/relationships/slide" Target="/ppt/slides/slide102.xml" Id="Rcc6046ef00744214" /><Relationship Type="http://schemas.openxmlformats.org/officeDocument/2006/relationships/slide" Target="/ppt/slides/slide103.xml" Id="R312b1c9bfc94403a" /><Relationship Type="http://schemas.openxmlformats.org/officeDocument/2006/relationships/slide" Target="/ppt/slides/slide104.xml" Id="R29eba60ed06742ae" /><Relationship Type="http://schemas.openxmlformats.org/officeDocument/2006/relationships/slide" Target="/ppt/slides/slide105.xml" Id="R9bd8bb9af5a443d7" /><Relationship Type="http://schemas.openxmlformats.org/officeDocument/2006/relationships/slide" Target="/ppt/slides/slide106.xml" Id="R89e649a5efb3435a" /><Relationship Type="http://schemas.openxmlformats.org/officeDocument/2006/relationships/slide" Target="/ppt/slides/slide107.xml" Id="R043ec4fc3e724948" /><Relationship Type="http://schemas.openxmlformats.org/officeDocument/2006/relationships/slide" Target="/ppt/slides/slide108.xml" Id="R06bb332f27e04110" /><Relationship Type="http://schemas.openxmlformats.org/officeDocument/2006/relationships/slide" Target="/ppt/slides/slide109.xml" Id="R8dca45b46d11433d" /><Relationship Type="http://schemas.openxmlformats.org/officeDocument/2006/relationships/slide" Target="/ppt/slides/slide110.xml" Id="R29d1ca7d7aeb4384" /><Relationship Type="http://schemas.openxmlformats.org/officeDocument/2006/relationships/slide" Target="/ppt/slides/slide111.xml" Id="R8be36d150c0d4be6" /><Relationship Type="http://schemas.openxmlformats.org/officeDocument/2006/relationships/slide" Target="/ppt/slides/slide112.xml" Id="R1f7ee045c6864ae8" /><Relationship Type="http://schemas.openxmlformats.org/officeDocument/2006/relationships/slide" Target="/ppt/slides/slide113.xml" Id="R6cd2462027f1480c" /><Relationship Type="http://schemas.openxmlformats.org/officeDocument/2006/relationships/slide" Target="/ppt/slides/slide114.xml" Id="Rcbeb4b456704413d" /><Relationship Type="http://schemas.openxmlformats.org/officeDocument/2006/relationships/slide" Target="/ppt/slides/slide115.xml" Id="R6f472cd4a60e4548" /><Relationship Type="http://schemas.openxmlformats.org/officeDocument/2006/relationships/slide" Target="/ppt/slides/slide116.xml" Id="Rd61759d65247490d" /><Relationship Type="http://schemas.openxmlformats.org/officeDocument/2006/relationships/slide" Target="/ppt/slides/slide117.xml" Id="R6274be14622346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0bd1b7dd0f43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f790283fef4043" /><Relationship Type="http://schemas.openxmlformats.org/officeDocument/2006/relationships/notesMaster" Target="/ppt/notesMasters/notesMaster1.xml" Id="R10ca331d46174a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e012e6a29448e8" /><Relationship Type="http://schemas.openxmlformats.org/officeDocument/2006/relationships/notesMaster" Target="/ppt/notesMasters/notesMaster1.xml" Id="Rc234279e07be46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5d34a6bad24fc1" /><Relationship Type="http://schemas.openxmlformats.org/officeDocument/2006/relationships/notesMaster" Target="/ppt/notesMasters/notesMaster1.xml" Id="R627290840cb349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2d5bfcb317b4e7e" /><Relationship Type="http://schemas.openxmlformats.org/officeDocument/2006/relationships/notesMaster" Target="/ppt/notesMasters/notesMaster1.xml" Id="R34d563028b5d4a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0b9a99f09a4585" /><Relationship Type="http://schemas.openxmlformats.org/officeDocument/2006/relationships/notesMaster" Target="/ppt/notesMasters/notesMaster1.xml" Id="Rf669bb9d06a4496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e12b1cd2e3d47cb" /><Relationship Type="http://schemas.openxmlformats.org/officeDocument/2006/relationships/notesMaster" Target="/ppt/notesMasters/notesMaster1.xml" Id="R4277507834534ba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9b7801e9254b15" /><Relationship Type="http://schemas.openxmlformats.org/officeDocument/2006/relationships/notesMaster" Target="/ppt/notesMasters/notesMaster1.xml" Id="R6080b4affe8e45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e64c23f7604aab" /><Relationship Type="http://schemas.openxmlformats.org/officeDocument/2006/relationships/notesMaster" Target="/ppt/notesMasters/notesMaster1.xml" Id="R83bbb96d485f4e0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62abfe428ee4f63" /><Relationship Type="http://schemas.openxmlformats.org/officeDocument/2006/relationships/notesMaster" Target="/ppt/notesMasters/notesMaster1.xml" Id="Rf710e36133984fc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97540e9f1b64da2" /><Relationship Type="http://schemas.openxmlformats.org/officeDocument/2006/relationships/notesMaster" Target="/ppt/notesMasters/notesMaster1.xml" Id="R98548b28c69a4f3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c047919d86e419b" /><Relationship Type="http://schemas.openxmlformats.org/officeDocument/2006/relationships/notesMaster" Target="/ppt/notesMasters/notesMaster1.xml" Id="R81c035a943bf428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3e5de2487a24e83" /><Relationship Type="http://schemas.openxmlformats.org/officeDocument/2006/relationships/notesMaster" Target="/ppt/notesMasters/notesMaster1.xml" Id="R1fa943270036450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15cd57bbc174c72" /><Relationship Type="http://schemas.openxmlformats.org/officeDocument/2006/relationships/notesMaster" Target="/ppt/notesMasters/notesMaster1.xml" Id="R0de3d33627bf424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d652bb5613f455a" /><Relationship Type="http://schemas.openxmlformats.org/officeDocument/2006/relationships/notesMaster" Target="/ppt/notesMasters/notesMaster1.xml" Id="R76931b9ae932442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4696c2a45e74d1c" /><Relationship Type="http://schemas.openxmlformats.org/officeDocument/2006/relationships/notesMaster" Target="/ppt/notesMasters/notesMaster1.xml" Id="Rc24b8d6f93e54bf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5821b4b819b4bd9" /><Relationship Type="http://schemas.openxmlformats.org/officeDocument/2006/relationships/notesMaster" Target="/ppt/notesMasters/notesMaster1.xml" Id="R5c248d67743a4f2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b4809172902408c" /><Relationship Type="http://schemas.openxmlformats.org/officeDocument/2006/relationships/notesMaster" Target="/ppt/notesMasters/notesMaster1.xml" Id="R962b3c842936421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0de0b93102e40be" /><Relationship Type="http://schemas.openxmlformats.org/officeDocument/2006/relationships/notesMaster" Target="/ppt/notesMasters/notesMaster1.xml" Id="Ra0589e8ede7b465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17a7b77f4a64a87" /><Relationship Type="http://schemas.openxmlformats.org/officeDocument/2006/relationships/notesMaster" Target="/ppt/notesMasters/notesMaster1.xml" Id="R90021dd7ce594e3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3febd2f2b2242ce" /><Relationship Type="http://schemas.openxmlformats.org/officeDocument/2006/relationships/notesMaster" Target="/ppt/notesMasters/notesMaster1.xml" Id="Rd4523678fefc445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5d1a9551e244724" /><Relationship Type="http://schemas.openxmlformats.org/officeDocument/2006/relationships/notesMaster" Target="/ppt/notesMasters/notesMaster1.xml" Id="R41983b43b5ec459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93a1aa7849641ce" /><Relationship Type="http://schemas.openxmlformats.org/officeDocument/2006/relationships/notesMaster" Target="/ppt/notesMasters/notesMaster1.xml" Id="R3f659e4693ab4ed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b72152800da47c1" /><Relationship Type="http://schemas.openxmlformats.org/officeDocument/2006/relationships/notesMaster" Target="/ppt/notesMasters/notesMaster1.xml" Id="R18d579cf58bf425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df91f9cb2714c2c" /><Relationship Type="http://schemas.openxmlformats.org/officeDocument/2006/relationships/notesMaster" Target="/ppt/notesMasters/notesMaster1.xml" Id="Ra7f779c4f685444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00be3cdbf2f44cf" /><Relationship Type="http://schemas.openxmlformats.org/officeDocument/2006/relationships/notesMaster" Target="/ppt/notesMasters/notesMaster1.xml" Id="R17dd78b9c8934db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dc061fa0d1f4998" /><Relationship Type="http://schemas.openxmlformats.org/officeDocument/2006/relationships/notesMaster" Target="/ppt/notesMasters/notesMaster1.xml" Id="Rb2691d3a0ff3484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bf48bd21edd4426" /><Relationship Type="http://schemas.openxmlformats.org/officeDocument/2006/relationships/notesMaster" Target="/ppt/notesMasters/notesMaster1.xml" Id="R61c91531f1bb44b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5da9991a7744b80" /><Relationship Type="http://schemas.openxmlformats.org/officeDocument/2006/relationships/notesMaster" Target="/ppt/notesMasters/notesMaster1.xml" Id="R58bc0e28a24a47b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8d56da4e69143bd" /><Relationship Type="http://schemas.openxmlformats.org/officeDocument/2006/relationships/notesMaster" Target="/ppt/notesMasters/notesMaster1.xml" Id="R30bd481576854fd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ea9d1e9720344e0" /><Relationship Type="http://schemas.openxmlformats.org/officeDocument/2006/relationships/notesMaster" Target="/ppt/notesMasters/notesMaster1.xml" Id="R70ecde4ff37241a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4bf6d92f96649c6" /><Relationship Type="http://schemas.openxmlformats.org/officeDocument/2006/relationships/notesMaster" Target="/ppt/notesMasters/notesMaster1.xml" Id="Rc5042e3519ef48b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9c8be7ecd3f4bf2" /><Relationship Type="http://schemas.openxmlformats.org/officeDocument/2006/relationships/notesMaster" Target="/ppt/notesMasters/notesMaster1.xml" Id="Reeb48f59b4634a3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536f831950d4b75" /><Relationship Type="http://schemas.openxmlformats.org/officeDocument/2006/relationships/notesMaster" Target="/ppt/notesMasters/notesMaster1.xml" Id="Rb665f9f9e5a0444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5216314f41249ce" /><Relationship Type="http://schemas.openxmlformats.org/officeDocument/2006/relationships/notesMaster" Target="/ppt/notesMasters/notesMaster1.xml" Id="R82e18a4b432f4da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d6cfa23659e4705" /><Relationship Type="http://schemas.openxmlformats.org/officeDocument/2006/relationships/notesMaster" Target="/ppt/notesMasters/notesMaster1.xml" Id="R2b0b4f6a41924f1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b1f091b86cf4122" /><Relationship Type="http://schemas.openxmlformats.org/officeDocument/2006/relationships/notesMaster" Target="/ppt/notesMasters/notesMaster1.xml" Id="R7218be6287d6440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6c1c233dff94543" /><Relationship Type="http://schemas.openxmlformats.org/officeDocument/2006/relationships/notesMaster" Target="/ppt/notesMasters/notesMaster1.xml" Id="R676a3861849d4115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0429cb7488a434c" /><Relationship Type="http://schemas.openxmlformats.org/officeDocument/2006/relationships/notesMaster" Target="/ppt/notesMasters/notesMaster1.xml" Id="R1928961c7d374ba1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115f56830124e11" /><Relationship Type="http://schemas.openxmlformats.org/officeDocument/2006/relationships/notesMaster" Target="/ppt/notesMasters/notesMaster1.xml" Id="R72defcef2f8a491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9bc980c425bd4582" /><Relationship Type="http://schemas.openxmlformats.org/officeDocument/2006/relationships/notesMaster" Target="/ppt/notesMasters/notesMaster1.xml" Id="R6d2f88930f8c46c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a4d4f821ffc04702" /><Relationship Type="http://schemas.openxmlformats.org/officeDocument/2006/relationships/notesMaster" Target="/ppt/notesMasters/notesMaster1.xml" Id="R70db395f94384391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c567e6284de4fe8" /><Relationship Type="http://schemas.openxmlformats.org/officeDocument/2006/relationships/notesMaster" Target="/ppt/notesMasters/notesMaster1.xml" Id="Rc416ebafe7e2463e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0b5e4d29b0b54b33" /><Relationship Type="http://schemas.openxmlformats.org/officeDocument/2006/relationships/notesMaster" Target="/ppt/notesMasters/notesMaster1.xml" Id="R85fde8a20b384b3d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21c1665362354058" /><Relationship Type="http://schemas.openxmlformats.org/officeDocument/2006/relationships/notesMaster" Target="/ppt/notesMasters/notesMaster1.xml" Id="R045310bf78234611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da35361fe1b4d5a" /><Relationship Type="http://schemas.openxmlformats.org/officeDocument/2006/relationships/notesMaster" Target="/ppt/notesMasters/notesMaster1.xml" Id="R28cb90ad2642471a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a92b7f3fd4aa4895" /><Relationship Type="http://schemas.openxmlformats.org/officeDocument/2006/relationships/notesMaster" Target="/ppt/notesMasters/notesMaster1.xml" Id="R8f7ae56e5e2043e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b58aa649f54e4c8d" /><Relationship Type="http://schemas.openxmlformats.org/officeDocument/2006/relationships/notesMaster" Target="/ppt/notesMasters/notesMaster1.xml" Id="R9aabe3a6f84b4b4c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a43f1d2732d94e78" /><Relationship Type="http://schemas.openxmlformats.org/officeDocument/2006/relationships/notesMaster" Target="/ppt/notesMasters/notesMaster1.xml" Id="R7c22bece168046ad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5b355e12da2b42a1" /><Relationship Type="http://schemas.openxmlformats.org/officeDocument/2006/relationships/notesMaster" Target="/ppt/notesMasters/notesMaster1.xml" Id="R66929913c91c482d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a0ecf4856d034d45" /><Relationship Type="http://schemas.openxmlformats.org/officeDocument/2006/relationships/notesMaster" Target="/ppt/notesMasters/notesMaster1.xml" Id="R90b4181548644342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42426b40b0fd4649" /><Relationship Type="http://schemas.openxmlformats.org/officeDocument/2006/relationships/notesMaster" Target="/ppt/notesMasters/notesMaster1.xml" Id="R6d3ce46080e64fbf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43996236096f410f" /><Relationship Type="http://schemas.openxmlformats.org/officeDocument/2006/relationships/notesMaster" Target="/ppt/notesMasters/notesMaster1.xml" Id="Rebd873c7047c49ac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e663e2de21e043fd" /><Relationship Type="http://schemas.openxmlformats.org/officeDocument/2006/relationships/notesMaster" Target="/ppt/notesMasters/notesMaster1.xml" Id="R918af662c5464651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c674e3ae2457436f" /><Relationship Type="http://schemas.openxmlformats.org/officeDocument/2006/relationships/notesMaster" Target="/ppt/notesMasters/notesMaster1.xml" Id="R95a62939619247f9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e811207331124653" /><Relationship Type="http://schemas.openxmlformats.org/officeDocument/2006/relationships/notesMaster" Target="/ppt/notesMasters/notesMaster1.xml" Id="R1647c1d5ae1f4d70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89f63176a57340ea" /><Relationship Type="http://schemas.openxmlformats.org/officeDocument/2006/relationships/notesMaster" Target="/ppt/notesMasters/notesMaster1.xml" Id="Ra7771d4b12ec414a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edb9b85febb0445d" /><Relationship Type="http://schemas.openxmlformats.org/officeDocument/2006/relationships/notesMaster" Target="/ppt/notesMasters/notesMaster1.xml" Id="R16e61cb9467d4777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45c484d383ca4540" /><Relationship Type="http://schemas.openxmlformats.org/officeDocument/2006/relationships/notesMaster" Target="/ppt/notesMasters/notesMaster1.xml" Id="Rffc3c1adccb0401a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bafaa54101794f65" /><Relationship Type="http://schemas.openxmlformats.org/officeDocument/2006/relationships/notesMaster" Target="/ppt/notesMasters/notesMaster1.xml" Id="R87d213a88bf7435c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c878a8e092254ba3" /><Relationship Type="http://schemas.openxmlformats.org/officeDocument/2006/relationships/notesMaster" Target="/ppt/notesMasters/notesMaster1.xml" Id="R7ddc267955ff49eb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865a8c3102294e13" /><Relationship Type="http://schemas.openxmlformats.org/officeDocument/2006/relationships/notesMaster" Target="/ppt/notesMasters/notesMaster1.xml" Id="R49a4c5c544864e4f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153b3c3b89524de3" /><Relationship Type="http://schemas.openxmlformats.org/officeDocument/2006/relationships/notesMaster" Target="/ppt/notesMasters/notesMaster1.xml" Id="R63d4d1ede8994079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6b339a74fee9457f" /><Relationship Type="http://schemas.openxmlformats.org/officeDocument/2006/relationships/notesMaster" Target="/ppt/notesMasters/notesMaster1.xml" Id="R94ca936049e3474a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8e116161b5aa44c6" /><Relationship Type="http://schemas.openxmlformats.org/officeDocument/2006/relationships/notesMaster" Target="/ppt/notesMasters/notesMaster1.xml" Id="R457e9098bdc14c69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c314577db68b4191" /><Relationship Type="http://schemas.openxmlformats.org/officeDocument/2006/relationships/notesMaster" Target="/ppt/notesMasters/notesMaster1.xml" Id="R71a9c0671f42495a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8103e38dbf6f4e7e" /><Relationship Type="http://schemas.openxmlformats.org/officeDocument/2006/relationships/notesMaster" Target="/ppt/notesMasters/notesMaster1.xml" Id="R892d7ac3cb8f4fcc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072501da627e44c7" /><Relationship Type="http://schemas.openxmlformats.org/officeDocument/2006/relationships/notesMaster" Target="/ppt/notesMasters/notesMaster1.xml" Id="Rd239fc0d3e8949bc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052c36bfa62e488e" /><Relationship Type="http://schemas.openxmlformats.org/officeDocument/2006/relationships/notesMaster" Target="/ppt/notesMasters/notesMaster1.xml" Id="R363870e563fb418e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cf5d194ae16247dd" /><Relationship Type="http://schemas.openxmlformats.org/officeDocument/2006/relationships/notesMaster" Target="/ppt/notesMasters/notesMaster1.xml" Id="R10541deefb434281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fabcef80eea14ab7" /><Relationship Type="http://schemas.openxmlformats.org/officeDocument/2006/relationships/notesMaster" Target="/ppt/notesMasters/notesMaster1.xml" Id="R4d782524da8d4308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adfa36b1e8ce441a" /><Relationship Type="http://schemas.openxmlformats.org/officeDocument/2006/relationships/notesMaster" Target="/ppt/notesMasters/notesMaster1.xml" Id="R81e0cc4316dc4a69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9bef073f7bde4cd7" /><Relationship Type="http://schemas.openxmlformats.org/officeDocument/2006/relationships/notesMaster" Target="/ppt/notesMasters/notesMaster1.xml" Id="R134eaff999c745e4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d23232e95ff94ebf" /><Relationship Type="http://schemas.openxmlformats.org/officeDocument/2006/relationships/notesMaster" Target="/ppt/notesMasters/notesMaster1.xml" Id="R64f183b246814c00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58b5c1a6af5e4cdd" /><Relationship Type="http://schemas.openxmlformats.org/officeDocument/2006/relationships/notesMaster" Target="/ppt/notesMasters/notesMaster1.xml" Id="R01e6291a436a4921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b83fdbba7f404b62" /><Relationship Type="http://schemas.openxmlformats.org/officeDocument/2006/relationships/notesMaster" Target="/ppt/notesMasters/notesMaster1.xml" Id="R15d27c92e2c542da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bd52c2dd7d394bd4" /><Relationship Type="http://schemas.openxmlformats.org/officeDocument/2006/relationships/notesMaster" Target="/ppt/notesMasters/notesMaster1.xml" Id="R7fd74daea8df406b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2a9dfd9f6c0c4604" /><Relationship Type="http://schemas.openxmlformats.org/officeDocument/2006/relationships/notesMaster" Target="/ppt/notesMasters/notesMaster1.xml" Id="Rf9896d7bae52438d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082b4114d4b446b7" /><Relationship Type="http://schemas.openxmlformats.org/officeDocument/2006/relationships/notesMaster" Target="/ppt/notesMasters/notesMaster1.xml" Id="R6717d31b3c444603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98629d258dca4c1b" /><Relationship Type="http://schemas.openxmlformats.org/officeDocument/2006/relationships/notesMaster" Target="/ppt/notesMasters/notesMaster1.xml" Id="R744bb779655547f9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08b18d49ebf444d0" /><Relationship Type="http://schemas.openxmlformats.org/officeDocument/2006/relationships/notesMaster" Target="/ppt/notesMasters/notesMaster1.xml" Id="Rad0d65f4d1874644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697d9bed85174292" /><Relationship Type="http://schemas.openxmlformats.org/officeDocument/2006/relationships/notesMaster" Target="/ppt/notesMasters/notesMaster1.xml" Id="R6856d473bf784df4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3fd895ebc4ce495d" /><Relationship Type="http://schemas.openxmlformats.org/officeDocument/2006/relationships/notesMaster" Target="/ppt/notesMasters/notesMaster1.xml" Id="R149d098c11134352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755ae74b5de24ecc" /><Relationship Type="http://schemas.openxmlformats.org/officeDocument/2006/relationships/notesMaster" Target="/ppt/notesMasters/notesMaster1.xml" Id="Rcf1ab881770b4a29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fd94c53034814118" /><Relationship Type="http://schemas.openxmlformats.org/officeDocument/2006/relationships/notesMaster" Target="/ppt/notesMasters/notesMaster1.xml" Id="Refc98ab303f14b0e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c5fabb2ba86c417f" /><Relationship Type="http://schemas.openxmlformats.org/officeDocument/2006/relationships/notesMaster" Target="/ppt/notesMasters/notesMaster1.xml" Id="Rf0f29e4134e049bf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37fe6a73d0734e0f" /><Relationship Type="http://schemas.openxmlformats.org/officeDocument/2006/relationships/notesMaster" Target="/ppt/notesMasters/notesMaster1.xml" Id="R9197f497cc574360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f7b4a1dd4c60421d" /><Relationship Type="http://schemas.openxmlformats.org/officeDocument/2006/relationships/notesMaster" Target="/ppt/notesMasters/notesMaster1.xml" Id="R956d1e81cc014d73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59dd571a2dea4acf" /><Relationship Type="http://schemas.openxmlformats.org/officeDocument/2006/relationships/notesMaster" Target="/ppt/notesMasters/notesMaster1.xml" Id="R0362d73190944bce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a0126b7eda784030" /><Relationship Type="http://schemas.openxmlformats.org/officeDocument/2006/relationships/notesMaster" Target="/ppt/notesMasters/notesMaster1.xml" Id="Rdf24a310b3094a80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ed1dcf7b9bec44d3" /><Relationship Type="http://schemas.openxmlformats.org/officeDocument/2006/relationships/notesMaster" Target="/ppt/notesMasters/notesMaster1.xml" Id="Rcca6e4c6f26941fc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712a30882cfc44d6" /><Relationship Type="http://schemas.openxmlformats.org/officeDocument/2006/relationships/notesMaster" Target="/ppt/notesMasters/notesMaster1.xml" Id="Rb63ad1b9c4714c8a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7c39348eb0b347a8" /><Relationship Type="http://schemas.openxmlformats.org/officeDocument/2006/relationships/notesMaster" Target="/ppt/notesMasters/notesMaster1.xml" Id="Reb8ed2e60fad4a0d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6c85249e068143d3" /><Relationship Type="http://schemas.openxmlformats.org/officeDocument/2006/relationships/notesMaster" Target="/ppt/notesMasters/notesMaster1.xml" Id="R394c0e4317ec41da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596144f32a4841b2" /><Relationship Type="http://schemas.openxmlformats.org/officeDocument/2006/relationships/notesMaster" Target="/ppt/notesMasters/notesMaster1.xml" Id="R739cab0f3a464336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875fe42113244b1b" /><Relationship Type="http://schemas.openxmlformats.org/officeDocument/2006/relationships/notesMaster" Target="/ppt/notesMasters/notesMaster1.xml" Id="Rcb4b6e68acab4163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0e3f6fee554b48ac" /><Relationship Type="http://schemas.openxmlformats.org/officeDocument/2006/relationships/notesMaster" Target="/ppt/notesMasters/notesMaster1.xml" Id="R3821d8fb31184d99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f0c7eb83f9bc4a20" /><Relationship Type="http://schemas.openxmlformats.org/officeDocument/2006/relationships/notesMaster" Target="/ppt/notesMasters/notesMaster1.xml" Id="R9e5271a01d174acc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7383bca0f1074508" /><Relationship Type="http://schemas.openxmlformats.org/officeDocument/2006/relationships/notesMaster" Target="/ppt/notesMasters/notesMaster1.xml" Id="R5d3fe11c94f5497e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04e4aa645b6840ad" /><Relationship Type="http://schemas.openxmlformats.org/officeDocument/2006/relationships/notesMaster" Target="/ppt/notesMasters/notesMaster1.xml" Id="R058a9d5bf2814b0f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4abd3d5a1258436f" /><Relationship Type="http://schemas.openxmlformats.org/officeDocument/2006/relationships/notesMaster" Target="/ppt/notesMasters/notesMaster1.xml" Id="Reb7c945ee55c475d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f5fc9a1a62b04a57" /><Relationship Type="http://schemas.openxmlformats.org/officeDocument/2006/relationships/notesMaster" Target="/ppt/notesMasters/notesMaster1.xml" Id="R46de6f70ef8441b3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53ca53b98ce6410c" /><Relationship Type="http://schemas.openxmlformats.org/officeDocument/2006/relationships/notesMaster" Target="/ppt/notesMasters/notesMaster1.xml" Id="Ree0b8cd8a29d4717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ecc8d96b03fb4e4c" /><Relationship Type="http://schemas.openxmlformats.org/officeDocument/2006/relationships/notesMaster" Target="/ppt/notesMasters/notesMaster1.xml" Id="Rc66137be4bf74e7e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2f20e422203e419b" /><Relationship Type="http://schemas.openxmlformats.org/officeDocument/2006/relationships/notesMaster" Target="/ppt/notesMasters/notesMaster1.xml" Id="R44ee7634e2474eeb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866cc3a4af6c4896" /><Relationship Type="http://schemas.openxmlformats.org/officeDocument/2006/relationships/notesMaster" Target="/ppt/notesMasters/notesMaster1.xml" Id="Rf627b551a3a3496f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c62522443b324e76" /><Relationship Type="http://schemas.openxmlformats.org/officeDocument/2006/relationships/notesMaster" Target="/ppt/notesMasters/notesMaster1.xml" Id="R24092155d3c34430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89d16f1ebca040a3" /><Relationship Type="http://schemas.openxmlformats.org/officeDocument/2006/relationships/notesMaster" Target="/ppt/notesMasters/notesMaster1.xml" Id="R0a224c2b1c0c4390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30f04da79d904425" /><Relationship Type="http://schemas.openxmlformats.org/officeDocument/2006/relationships/notesMaster" Target="/ppt/notesMasters/notesMaster1.xml" Id="R0d064196266f4561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ecdfd14dd9744fe7" /><Relationship Type="http://schemas.openxmlformats.org/officeDocument/2006/relationships/notesMaster" Target="/ppt/notesMasters/notesMaster1.xml" Id="R2a957426caa048ca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7857c92d3f6c4c6d" /><Relationship Type="http://schemas.openxmlformats.org/officeDocument/2006/relationships/notesMaster" Target="/ppt/notesMasters/notesMaster1.xml" Id="R692c36df09994ce3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81f56a9f9b13404d" /><Relationship Type="http://schemas.openxmlformats.org/officeDocument/2006/relationships/notesMaster" Target="/ppt/notesMasters/notesMaster1.xml" Id="R96419fbabd9a4abe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1f74da3c4c4e4f44" /><Relationship Type="http://schemas.openxmlformats.org/officeDocument/2006/relationships/notesMaster" Target="/ppt/notesMasters/notesMaster1.xml" Id="Rc174804e12b946ef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6fcf6e03d4e04479" /><Relationship Type="http://schemas.openxmlformats.org/officeDocument/2006/relationships/notesMaster" Target="/ppt/notesMasters/notesMaster1.xml" Id="R13ee7b604b1b424e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e782fdd1a132478d" /><Relationship Type="http://schemas.openxmlformats.org/officeDocument/2006/relationships/notesMaster" Target="/ppt/notesMasters/notesMaster1.xml" Id="R1853083f4bbe43a6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2ebbf845b81b43ec" /><Relationship Type="http://schemas.openxmlformats.org/officeDocument/2006/relationships/notesMaster" Target="/ppt/notesMasters/notesMaster1.xml" Id="R1dff9e5c1d414b31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f2f212ff9968404d" /><Relationship Type="http://schemas.openxmlformats.org/officeDocument/2006/relationships/notesMaster" Target="/ppt/notesMasters/notesMaster1.xml" Id="Rdd4a640e62f147bd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4eafc8944bf346cb" /><Relationship Type="http://schemas.openxmlformats.org/officeDocument/2006/relationships/notesMaster" Target="/ppt/notesMasters/notesMaster1.xml" Id="Rc3b758c8a59645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https://zeusk302-png.github.io/kdigital-physical-ai/#/sessions/2026-10-16/files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https://docs.github.com/en/account-and-profile/how-tos/account-management/creating-an-account-on-github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https://docs.github.com/en/account-and-profile/how-tos/account-management/creating-an-account-on-github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https://docs.github.com/en/account-and-profile/how-tos/account-management/creating-an-account-on-github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https://docs.github.com/en/account-and-profile/how-tos/account-management/creating-an-account-on-github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https://docs.github.com/en/account-and-profile/how-tos/profile-customization/managing-your-profile-readme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https://docs.github.com/en/account-and-profile/how-tos/profile-customization/managing-your-profile-readme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https://docs.github.com/en/account-and-profile/how-tos/profile-customization/managing-your-profile-readme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https://docs.github.com/en/account-and-profile/how-tos/profile-customization/managing-your-profile-readme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https://docs.github.com/en/account-and-profile/how-tos/profile-customization/managing-your-profile-readme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https://git-scm.com/install/windows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https://git-scm.com/install/windows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https://git-scm.com/install/windows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https://git-scm.com/install/windows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https://git-scm.com/install/windows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https://docs.github.com/en/desktop/installing-and-authenticating-to-github-desktop/authenticating-to-github-in-github-desktop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https://docs.github.com/en/desktop/installing-and-authenticating-to-github-desktop/authenticating-to-github-in-github-desktop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https://docs.github.com/en/desktop/installing-and-authenticating-to-github-desktop/authenticating-to-github-in-github-desktop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https://docs.github.com/en/desktop/installing-and-authenticating-to-github-desktop/authenticating-to-github-in-github-desktop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https://docs.github.com/en/desktop/installing-and-authenticating-to-github-desktop/authenticating-to-github-in-github-desktop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https://docs.github.com/en/desktop/adding-and-cloning-repositories/cloning-a-repository-from-github-to-github-desktop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https://docs.github.com/en/desktop/adding-and-cloning-repositories/cloning-a-repository-from-github-to-github-desktop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https://docs.github.com/en/desktop/adding-and-cloning-repositories/cloning-a-repository-from-github-to-github-desktop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https://docs.github.com/en/desktop/adding-and-cloning-repositories/cloning-a-repository-from-github-to-github-desktop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https://docs.github.com/en/desktop/adding-and-cloning-repositories/cloning-a-repository-from-github-to-github-desktop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https://docs.github.com/en/get-started/writing-on-github/getting-started-with-writing-and-formatting-on-github/basic-writing-and-formatting-syntax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https://docs.github.com/en/get-started/writing-on-github/getting-started-with-writing-and-formatting-on-github/basic-writing-and-formatting-syntax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https://docs.github.com/en/get-started/writing-on-github/getting-started-with-writing-and-formatting-on-github/basic-writing-and-formatting-syntax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https://docs.github.com/en/get-started/writing-on-github/getting-started-with-writing-and-formatting-on-github/basic-writing-and-formatting-syntax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https://docs.github.com/en/get-started/writing-on-github/getting-started-with-writing-and-formatting-on-github/basic-writing-and-formatting-syntax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https://docs.github.com/en/account-and-profile/how-tos/profile-customization/managing-your-profile-readme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https://docs.github.com/en/account-and-profile/how-tos/profile-customization/managing-your-profile-readme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https://docs.github.com/en/account-and-profile/how-tos/profile-customization/managing-your-profile-readme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https://docs.github.com/en/account-and-profile/how-tos/profile-customization/managing-your-profile-readme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https://docs.github.com/en/get-started/writing-on-github/getting-started-with-writing-and-formatting-on-github/basic-writing-and-formatting-syntax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https://docs.github.com/en/get-started/writing-on-github/getting-started-with-writing-and-formatting-on-github/basic-writing-and-formatting-syntax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https://docs.github.com/en/get-started/writing-on-github/getting-started-with-writing-and-formatting-on-github/basic-writing-and-formatting-syntax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https://docs.github.com/en/get-started/writing-on-github/getting-started-with-writing-and-formatting-on-github/basic-writing-and-formatting-syntax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https://zeusk302-png.github.io/kdigital-physical-ai/downloads/2026-10-16/examples/course/git-starter/assets/demo.gif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https://docs.github.com/en/get-started/writing-on-github/getting-started-with-writing-and-formatting-on-github/basic-writing-and-formatting-syntax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https://shields.io/badges/static-badge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https://shields.io/badges/static-badge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https://shields.io/badges/static-badge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https://shields.io/badges/static-badge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https://shields.io/badges/static-badge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https://shields.io/badges/static-badge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https://shields.io/badges/static-badge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https://docs.github.com/en/desktop/overview/creating-your-first-repository-using-github-desktop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https://docs.github.com/en/get-started/writing-on-github/getting-started-with-writing-and-formatting-on-github/basic-writing-and-formatting-syntax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https://docs.github.com/en/get-started/writing-on-github/getting-started-with-writing-and-formatting-on-github/basic-writing-and-formatting-syntax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https://docs.github.com/en/get-started/writing-on-github/getting-started-with-writing-and-formatting-on-github/basic-writing-and-formatting-syntax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https://docs.github.com/en/get-started/writing-on-github/getting-started-with-writing-and-formatting-on-github/basic-writing-and-formatting-syntax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https://docs.github.com/en/get-started/writing-on-github/getting-started-with-writing-and-formatting-on-github/basic-writing-and-formatting-syntax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https://docs.github.com/en/account-and-profile/how-tos/profile-customization/pinning-items-to-your-profile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https://docs.github.com/en/account-and-profile/how-tos/profile-customization/pinning-items-to-your-profile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https://docs.github.com/en/account-and-profile/how-tos/profile-customization/pinning-items-to-your-profile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https://docs.github.com/en/account-and-profile/how-tos/profile-customization/pinning-items-to-your-profile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https://docs.github.com/en/desktop/working-with-your-remote-repository-on-github-or-github-enterprise/creating-an-issue-or-pull-request-from-github-desktop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https://docs.github.com/en/desktop/working-with-your-remote-repository-on-github-or-github-enterprise/creating-an-issue-or-pull-request-from-github-desktop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https://docs.github.com/en/desktop/working-with-your-remote-repository-on-github-or-github-enterprise/creating-an-issue-or-pull-request-from-github-desktop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https://docs.github.com/en/desktop/working-with-your-remote-repository-on-github-or-github-enterprise/creating-an-issue-or-pull-request-from-github-desktop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https://docs.github.com/en/desktop/working-with-your-remote-repository-on-github-or-github-enterprise/creating-an-issue-or-pull-request-from-github-desktop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https://docs.github.com/en/desktop/working-with-your-remote-repository-on-github-or-github-enterprise/creating-an-issue-or-pull-request-from-github-desktop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https://docs.github.com/en/desktop/working-with-your-remote-repository-on-github-or-github-enterprise/creating-an-issue-or-pull-request-from-github-desktop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https://docs.github.com/en/desktop/working-with-your-remote-repository-on-github-or-github-enterprise/creating-an-issue-or-pull-request-from-github-desktop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https://docs.github.com/en/desktop/working-with-your-remote-repository-on-github-or-github-enterprise/creating-an-issue-or-pull-request-from-github-desktop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https://docs.github.com/en/desktop/working-with-your-remote-repository-on-github-or-github-enterprise/creating-an-issue-or-pull-request-from-github-desktop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https://docs.github.com/en/desktop/working-with-your-remote-repository-on-github-or-github-enterprise/creating-an-issue-or-pull-request-from-github-desktop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https://docs.github.com/en/desktop/adding-and-cloning-repositories/cloning-a-repository-from-github-to-github-desktop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https://docs.github.com/en/desktop/adding-and-cloning-repositories/cloning-a-repository-from-github-to-github-desktop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https://docs.github.com/en/desktop/adding-and-cloning-repositories/cloning-a-repository-from-github-to-github-desktop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https://docs.github.com/en/desktop/adding-and-cloning-repositories/cloning-a-repository-from-github-to-github-desktop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6136382b7c4ab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e38163d348471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7a59c494f04b1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4b1dfac8fe40a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e1dbee424c42a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19ed6f46ac48f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EA74A55-1E0F-4DEB-85F3-D731F11C08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04FFF25-BC3E-4F21-B2D5-54E469E347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EE7CB23-E328-4186-B783-C1AD64BAA4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5F2FB56-00B9-4B20-94B1-5CDA04EB92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C186789-2271-410B-AC8D-33E06A41D9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0769D7A-9824-4840-9C15-F33BF89DF4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015A045-AB5B-4E8A-BC37-56DB7AE0772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C855D7B-9EEB-4DFA-B3F7-9F22ECC878E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8E6EF8A-5C51-4F1B-889F-7D04A09D97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B079385-840F-4102-91C2-E0B528AB276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670fde8f484012" /><Relationship Type="http://schemas.openxmlformats.org/officeDocument/2006/relationships/slideLayout" Target="/ppt/slideLayouts/slideLayout1.xml" Id="R17bd3fad74714bce" /><Relationship Type="http://schemas.openxmlformats.org/officeDocument/2006/relationships/slideLayout" Target="/ppt/slideLayouts/slideLayout2.xml" Id="R10f09530a1cf43de" /><Relationship Type="http://schemas.openxmlformats.org/officeDocument/2006/relationships/slideLayout" Target="/ppt/slideLayouts/slideLayout3.xml" Id="R90322da091414016" /><Relationship Type="http://schemas.openxmlformats.org/officeDocument/2006/relationships/slideLayout" Target="/ppt/slideLayouts/slideLayout4.xml" Id="R42c3297774fb4b34" /><Relationship Type="http://schemas.openxmlformats.org/officeDocument/2006/relationships/slideLayout" Target="/ppt/slideLayouts/slideLayout5.xml" Id="R2875a5009ba3428a" /><Relationship Type="http://schemas.openxmlformats.org/officeDocument/2006/relationships/slideLayout" Target="/ppt/slideLayouts/slideLayout6.xml" Id="Rb60118b33a7843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bd3fad74714bce"/>
    <p:sldLayoutId xmlns:r="http://schemas.openxmlformats.org/officeDocument/2006/relationships" id="2147483650" r:id="R10f09530a1cf43de"/>
    <p:sldLayoutId xmlns:r="http://schemas.openxmlformats.org/officeDocument/2006/relationships" id="2147483651" r:id="R90322da091414016"/>
    <p:sldLayoutId xmlns:r="http://schemas.openxmlformats.org/officeDocument/2006/relationships" id="2147483652" r:id="R42c3297774fb4b34"/>
    <p:sldLayoutId xmlns:r="http://schemas.openxmlformats.org/officeDocument/2006/relationships" id="2147483653" r:id="R2875a5009ba3428a"/>
    <p:sldLayoutId xmlns:r="http://schemas.openxmlformats.org/officeDocument/2006/relationships" id="2147483654" r:id="Rb60118b33a7843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77e713b9b14e39" /><Relationship Type="http://schemas.openxmlformats.org/officeDocument/2006/relationships/notesSlide" Target="/ppt/notesSlides/notesSlide1.xml" Id="Rb6e87d26c6b748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82c1adc0c64c69" /><Relationship Type="http://schemas.openxmlformats.org/officeDocument/2006/relationships/notesSlide" Target="/ppt/notesSlides/notesSlide2.xml" Id="R007c751e170e42b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0908b480d14486" /><Relationship Type="http://schemas.openxmlformats.org/officeDocument/2006/relationships/notesSlide" Target="/ppt/notesSlides/notesSlide3.xml" Id="Rc5d1daca22c946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22d96d14b14c52" /><Relationship Type="http://schemas.openxmlformats.org/officeDocument/2006/relationships/hyperlink" Target="https://zeusk302-png.github.io/kdigital-physical-ai/#/sessions/2026-10-16/files" TargetMode="External" Id="Ra52662d21c714842" /><Relationship Type="http://schemas.openxmlformats.org/officeDocument/2006/relationships/notesSlide" Target="/ppt/notesSlides/notesSlide4.xml" Id="R3cfe06c6734841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47dd8352794a58" /><Relationship Type="http://schemas.openxmlformats.org/officeDocument/2006/relationships/notesSlide" Target="/ppt/notesSlides/notesSlide5.xml" Id="R4a29064ba87d4d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7068355b5845e4" /><Relationship Type="http://schemas.openxmlformats.org/officeDocument/2006/relationships/notesSlide" Target="/ppt/notesSlides/notesSlide6.xml" Id="R0a3aad24dfde4d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96535985234b58" /><Relationship Type="http://schemas.openxmlformats.org/officeDocument/2006/relationships/hyperlink" Target="https://docs.github.com/en/desktop/overview/creating-your-first-repository-using-github-desktop" TargetMode="External" Id="R6f080a2ad6054080" /><Relationship Type="http://schemas.openxmlformats.org/officeDocument/2006/relationships/notesSlide" Target="/ppt/notesSlides/notesSlide7.xml" Id="R7917cf124f6f45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db0b42ff8b4fac" /><Relationship Type="http://schemas.openxmlformats.org/officeDocument/2006/relationships/hyperlink" Target="https://docs.github.com/en/desktop/overview/creating-your-first-repository-using-github-desktop" TargetMode="External" Id="R07c8ef9b578c41f0" /><Relationship Type="http://schemas.openxmlformats.org/officeDocument/2006/relationships/notesSlide" Target="/ppt/notesSlides/notesSlide8.xml" Id="R4152ba7029ae4d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1ce10dd8944835" /><Relationship Type="http://schemas.openxmlformats.org/officeDocument/2006/relationships/hyperlink" Target="https://docs.github.com/en/desktop/overview/creating-your-first-repository-using-github-desktop" TargetMode="External" Id="R0844724f76ec4455" /><Relationship Type="http://schemas.openxmlformats.org/officeDocument/2006/relationships/notesSlide" Target="/ppt/notesSlides/notesSlide9.xml" Id="Rede6d9366085435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053ec010eb4701" /><Relationship Type="http://schemas.openxmlformats.org/officeDocument/2006/relationships/notesSlide" Target="/ppt/notesSlides/notesSlide10.xml" Id="R7632fa89544f4f5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9ad8a89d6346a6" /><Relationship Type="http://schemas.openxmlformats.org/officeDocument/2006/relationships/hyperlink" Target="https://docs.github.com/en/account-and-profile/how-tos/account-management/creating-an-account-on-github" TargetMode="External" Id="R0a68943b04cb4a1c" /><Relationship Type="http://schemas.openxmlformats.org/officeDocument/2006/relationships/notesSlide" Target="/ppt/notesSlides/notesSlide11.xml" Id="R8cc0ff7af9e4400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4ab05b1fec4b24" /><Relationship Type="http://schemas.openxmlformats.org/officeDocument/2006/relationships/hyperlink" Target="https://docs.github.com/en/account-and-profile/how-tos/account-management/creating-an-account-on-github" TargetMode="External" Id="R7f85c29a52194c8f" /><Relationship Type="http://schemas.openxmlformats.org/officeDocument/2006/relationships/notesSlide" Target="/ppt/notesSlides/notesSlide12.xml" Id="R57a1c08fc1ab42c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61ef665d11476b" /><Relationship Type="http://schemas.openxmlformats.org/officeDocument/2006/relationships/hyperlink" Target="https://docs.github.com/en/account-and-profile/how-tos/account-management/creating-an-account-on-github" TargetMode="External" Id="Rda2a7446fa50473d" /><Relationship Type="http://schemas.openxmlformats.org/officeDocument/2006/relationships/notesSlide" Target="/ppt/notesSlides/notesSlide13.xml" Id="Rf2bad140663743c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05b82e00eb43c6" /><Relationship Type="http://schemas.openxmlformats.org/officeDocument/2006/relationships/hyperlink" Target="https://docs.github.com/en/account-and-profile/how-tos/account-management/creating-an-account-on-github" TargetMode="External" Id="R01dd39c221af4f77" /><Relationship Type="http://schemas.openxmlformats.org/officeDocument/2006/relationships/notesSlide" Target="/ppt/notesSlides/notesSlide14.xml" Id="Re817723f69c74de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0ca02c87c14d5b" /><Relationship Type="http://schemas.openxmlformats.org/officeDocument/2006/relationships/notesSlide" Target="/ppt/notesSlides/notesSlide15.xml" Id="R01e25fddab184f8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22ce7f438d4912" /><Relationship Type="http://schemas.openxmlformats.org/officeDocument/2006/relationships/hyperlink" Target="https://docs.github.com/en/account-and-profile/how-tos/profile-customization/managing-your-profile-readme" TargetMode="External" Id="Reed603298c4f4cf2" /><Relationship Type="http://schemas.openxmlformats.org/officeDocument/2006/relationships/notesSlide" Target="/ppt/notesSlides/notesSlide16.xml" Id="R8178202c49d8486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b0e2c4c6904ccd" /><Relationship Type="http://schemas.openxmlformats.org/officeDocument/2006/relationships/hyperlink" Target="https://docs.github.com/en/account-and-profile/how-tos/profile-customization/managing-your-profile-readme" TargetMode="External" Id="R3db324e1d8e247c0" /><Relationship Type="http://schemas.openxmlformats.org/officeDocument/2006/relationships/notesSlide" Target="/ppt/notesSlides/notesSlide17.xml" Id="R1d50805b96f14f8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b6860a8c944204" /><Relationship Type="http://schemas.openxmlformats.org/officeDocument/2006/relationships/hyperlink" Target="https://docs.github.com/en/account-and-profile/how-tos/profile-customization/managing-your-profile-readme" TargetMode="External" Id="R48fea9a066414d87" /><Relationship Type="http://schemas.openxmlformats.org/officeDocument/2006/relationships/notesSlide" Target="/ppt/notesSlides/notesSlide18.xml" Id="R6bc9b5800639451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e9222dd3c540be" /><Relationship Type="http://schemas.openxmlformats.org/officeDocument/2006/relationships/image" Target="/ppt/media/image.png" Id="R89ca17663cf44cef" /><Relationship Type="http://schemas.openxmlformats.org/officeDocument/2006/relationships/hyperlink" Target="https://docs.github.com/en/account-and-profile/how-tos/profile-customization/managing-your-profile-readme" TargetMode="External" Id="R7c9c3b799f7f4959" /><Relationship Type="http://schemas.openxmlformats.org/officeDocument/2006/relationships/notesSlide" Target="/ppt/notesSlides/notesSlide19.xml" Id="R648c1ba56f3c4eb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5ccd58b5704d23" /><Relationship Type="http://schemas.openxmlformats.org/officeDocument/2006/relationships/hyperlink" Target="https://docs.github.com/en/account-and-profile/how-tos/profile-customization/managing-your-profile-readme" TargetMode="External" Id="Rd63a996cf8c140f4" /><Relationship Type="http://schemas.openxmlformats.org/officeDocument/2006/relationships/notesSlide" Target="/ppt/notesSlides/notesSlide20.xml" Id="Rca87f35e881b4d9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650ceaf41d4c02" /><Relationship Type="http://schemas.openxmlformats.org/officeDocument/2006/relationships/notesSlide" Target="/ppt/notesSlides/notesSlide21.xml" Id="Re428c80c7ba5435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759d26dcfb49ad" /><Relationship Type="http://schemas.openxmlformats.org/officeDocument/2006/relationships/notesSlide" Target="/ppt/notesSlides/notesSlide22.xml" Id="R670ba32ca94e467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249c0c812e4795" /><Relationship Type="http://schemas.openxmlformats.org/officeDocument/2006/relationships/hyperlink" Target="https://git-scm.com/install/windows" TargetMode="External" Id="Rb9c5e174e7d647fe" /><Relationship Type="http://schemas.openxmlformats.org/officeDocument/2006/relationships/notesSlide" Target="/ppt/notesSlides/notesSlide23.xml" Id="R152f53bd818f46b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957fc63df24481" /><Relationship Type="http://schemas.openxmlformats.org/officeDocument/2006/relationships/hyperlink" Target="https://git-scm.com/install/windows" TargetMode="External" Id="R78dddc5c46ac4073" /><Relationship Type="http://schemas.openxmlformats.org/officeDocument/2006/relationships/notesSlide" Target="/ppt/notesSlides/notesSlide24.xml" Id="R21ad0e48784847b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e83745678344d5" /><Relationship Type="http://schemas.openxmlformats.org/officeDocument/2006/relationships/hyperlink" Target="https://git-scm.com/install/windows" TargetMode="External" Id="R4a0609c95d2444da" /><Relationship Type="http://schemas.openxmlformats.org/officeDocument/2006/relationships/notesSlide" Target="/ppt/notesSlides/notesSlide25.xml" Id="R26b450f1bed04fe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8e84a99ddc4695" /><Relationship Type="http://schemas.openxmlformats.org/officeDocument/2006/relationships/hyperlink" Target="https://git-scm.com/install/windows" TargetMode="External" Id="R6291d551a2514f22" /><Relationship Type="http://schemas.openxmlformats.org/officeDocument/2006/relationships/notesSlide" Target="/ppt/notesSlides/notesSlide26.xml" Id="Rd46b344d0ce1477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38561806a94efb" /><Relationship Type="http://schemas.openxmlformats.org/officeDocument/2006/relationships/hyperlink" Target="https://git-scm.com/install/windows" TargetMode="External" Id="R1e0d1dd225f0481b" /><Relationship Type="http://schemas.openxmlformats.org/officeDocument/2006/relationships/notesSlide" Target="/ppt/notesSlides/notesSlide27.xml" Id="Ra714b0eee2d547a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8cb0416b004282" /><Relationship Type="http://schemas.openxmlformats.org/officeDocument/2006/relationships/notesSlide" Target="/ppt/notesSlides/notesSlide28.xml" Id="R655e22a6e0da41b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5fd2e559784832" /><Relationship Type="http://schemas.openxmlformats.org/officeDocument/2006/relationships/hyperlink" Target="https://docs.github.com/en/desktop/installing-and-authenticating-to-github-desktop/authenticating-to-github-in-github-desktop" TargetMode="External" Id="R84d1c1b8c32444be" /><Relationship Type="http://schemas.openxmlformats.org/officeDocument/2006/relationships/notesSlide" Target="/ppt/notesSlides/notesSlide29.xml" Id="Rd524b231501c4cb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a099814b8c4efb" /><Relationship Type="http://schemas.openxmlformats.org/officeDocument/2006/relationships/hyperlink" Target="https://docs.github.com/en/desktop/installing-and-authenticating-to-github-desktop/authenticating-to-github-in-github-desktop" TargetMode="External" Id="R42f80ad57070454d" /><Relationship Type="http://schemas.openxmlformats.org/officeDocument/2006/relationships/notesSlide" Target="/ppt/notesSlides/notesSlide30.xml" Id="Rbdee29a45fb84f5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97c11ec2ac453e" /><Relationship Type="http://schemas.openxmlformats.org/officeDocument/2006/relationships/hyperlink" Target="https://docs.github.com/en/desktop/installing-and-authenticating-to-github-desktop/authenticating-to-github-in-github-desktop" TargetMode="External" Id="Rf90ad824c241429c" /><Relationship Type="http://schemas.openxmlformats.org/officeDocument/2006/relationships/notesSlide" Target="/ppt/notesSlides/notesSlide31.xml" Id="Ra0d29dd38990469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a3a6c2ed894190" /><Relationship Type="http://schemas.openxmlformats.org/officeDocument/2006/relationships/image" Target="/ppt/media/image2.png" Id="R342fdf9b196c4245" /><Relationship Type="http://schemas.openxmlformats.org/officeDocument/2006/relationships/hyperlink" Target="https://docs.github.com/en/desktop/installing-and-authenticating-to-github-desktop/authenticating-to-github-in-github-desktop" TargetMode="External" Id="R1d11d10fa07744a4" /><Relationship Type="http://schemas.openxmlformats.org/officeDocument/2006/relationships/notesSlide" Target="/ppt/notesSlides/notesSlide32.xml" Id="R911bab1fc92f4b9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863edfaebb4fc6" /><Relationship Type="http://schemas.openxmlformats.org/officeDocument/2006/relationships/hyperlink" Target="https://docs.github.com/en/desktop/installing-and-authenticating-to-github-desktop/authenticating-to-github-in-github-desktop" TargetMode="External" Id="Rfe111d2cb95846d1" /><Relationship Type="http://schemas.openxmlformats.org/officeDocument/2006/relationships/notesSlide" Target="/ppt/notesSlides/notesSlide33.xml" Id="R5a62709c330446d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8b59373f77422d" /><Relationship Type="http://schemas.openxmlformats.org/officeDocument/2006/relationships/notesSlide" Target="/ppt/notesSlides/notesSlide34.xml" Id="Ra53b1250049c4b7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e79703acac430f" /><Relationship Type="http://schemas.openxmlformats.org/officeDocument/2006/relationships/hyperlink" Target="https://docs.github.com/en/desktop/adding-and-cloning-repositories/cloning-a-repository-from-github-to-github-desktop" TargetMode="External" Id="Rbd30ad1e469142ee" /><Relationship Type="http://schemas.openxmlformats.org/officeDocument/2006/relationships/notesSlide" Target="/ppt/notesSlides/notesSlide35.xml" Id="R79586933168c43d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11dbe35fae41e5" /><Relationship Type="http://schemas.openxmlformats.org/officeDocument/2006/relationships/hyperlink" Target="https://docs.github.com/en/desktop/adding-and-cloning-repositories/cloning-a-repository-from-github-to-github-desktop" TargetMode="External" Id="R0e45f9bc2ff0455c" /><Relationship Type="http://schemas.openxmlformats.org/officeDocument/2006/relationships/notesSlide" Target="/ppt/notesSlides/notesSlide36.xml" Id="R99097ca301bc478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2f173d671945e9" /><Relationship Type="http://schemas.openxmlformats.org/officeDocument/2006/relationships/hyperlink" Target="https://docs.github.com/en/desktop/adding-and-cloning-repositories/cloning-a-repository-from-github-to-github-desktop" TargetMode="External" Id="Rb754c4a5f7ac45a6" /><Relationship Type="http://schemas.openxmlformats.org/officeDocument/2006/relationships/notesSlide" Target="/ppt/notesSlides/notesSlide37.xml" Id="Rcb44ef994f9a45b4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e96231665c4dcd" /><Relationship Type="http://schemas.openxmlformats.org/officeDocument/2006/relationships/image" Target="/ppt/media/image3.png" Id="Rba8cbab7b3f24b54" /><Relationship Type="http://schemas.openxmlformats.org/officeDocument/2006/relationships/hyperlink" Target="https://docs.github.com/en/desktop/adding-and-cloning-repositories/cloning-a-repository-from-github-to-github-desktop" TargetMode="External" Id="Rfe27a6824d514605" /><Relationship Type="http://schemas.openxmlformats.org/officeDocument/2006/relationships/notesSlide" Target="/ppt/notesSlides/notesSlide38.xml" Id="R2e9dc07402ff44ea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74395cfc724be9" /><Relationship Type="http://schemas.openxmlformats.org/officeDocument/2006/relationships/hyperlink" Target="https://docs.github.com/en/desktop/adding-and-cloning-repositories/cloning-a-repository-from-github-to-github-desktop" TargetMode="External" Id="Rbff04121e49c4593" /><Relationship Type="http://schemas.openxmlformats.org/officeDocument/2006/relationships/notesSlide" Target="/ppt/notesSlides/notesSlide39.xml" Id="R12ac330207c844f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01dac04e3544d6" /><Relationship Type="http://schemas.openxmlformats.org/officeDocument/2006/relationships/notesSlide" Target="/ppt/notesSlides/notesSlide40.xml" Id="Rea1bcb1361ec4e0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ba5c69a7ca4b5a" /><Relationship Type="http://schemas.openxmlformats.org/officeDocument/2006/relationships/notesSlide" Target="/ppt/notesSlides/notesSlide41.xml" Id="R137576ee5400448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836a18f9104776" /><Relationship Type="http://schemas.openxmlformats.org/officeDocument/2006/relationships/hyperlink" Target="https://docs.github.com/en/get-started/writing-on-github/getting-started-with-writing-and-formatting-on-github/basic-writing-and-formatting-syntax" TargetMode="External" Id="Rcbd32d13addb48f0" /><Relationship Type="http://schemas.openxmlformats.org/officeDocument/2006/relationships/notesSlide" Target="/ppt/notesSlides/notesSlide42.xml" Id="Rccd698a0bda24b8c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0522b3627b4592" /><Relationship Type="http://schemas.openxmlformats.org/officeDocument/2006/relationships/hyperlink" Target="https://docs.github.com/en/get-started/writing-on-github/getting-started-with-writing-and-formatting-on-github/basic-writing-and-formatting-syntax" TargetMode="External" Id="Rc62030f0120f4ffd" /><Relationship Type="http://schemas.openxmlformats.org/officeDocument/2006/relationships/notesSlide" Target="/ppt/notesSlides/notesSlide43.xml" Id="R83fc6b3a6e5d496c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d9c08ed1d141ec" /><Relationship Type="http://schemas.openxmlformats.org/officeDocument/2006/relationships/hyperlink" Target="https://docs.github.com/en/get-started/writing-on-github/getting-started-with-writing-and-formatting-on-github/basic-writing-and-formatting-syntax" TargetMode="External" Id="R545e5d2e029a4709" /><Relationship Type="http://schemas.openxmlformats.org/officeDocument/2006/relationships/notesSlide" Target="/ppt/notesSlides/notesSlide44.xml" Id="R15a3dd102efd47bd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d93016a1a1490b" /><Relationship Type="http://schemas.openxmlformats.org/officeDocument/2006/relationships/hyperlink" Target="https://docs.github.com/en/get-started/writing-on-github/getting-started-with-writing-and-formatting-on-github/basic-writing-and-formatting-syntax" TargetMode="External" Id="Recf7a279c3cc498e" /><Relationship Type="http://schemas.openxmlformats.org/officeDocument/2006/relationships/notesSlide" Target="/ppt/notesSlides/notesSlide45.xml" Id="R6996cacc68b84c22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d7367bcded4f6a" /><Relationship Type="http://schemas.openxmlformats.org/officeDocument/2006/relationships/hyperlink" Target="https://docs.github.com/en/get-started/writing-on-github/getting-started-with-writing-and-formatting-on-github/basic-writing-and-formatting-syntax" TargetMode="External" Id="R38dee42716d54588" /><Relationship Type="http://schemas.openxmlformats.org/officeDocument/2006/relationships/notesSlide" Target="/ppt/notesSlides/notesSlide46.xml" Id="R310f227c92da4a5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d99c736f814ce7" /><Relationship Type="http://schemas.openxmlformats.org/officeDocument/2006/relationships/notesSlide" Target="/ppt/notesSlides/notesSlide47.xml" Id="R5813f68dd7f34f39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210e2fcc204142" /><Relationship Type="http://schemas.openxmlformats.org/officeDocument/2006/relationships/hyperlink" Target="https://docs.github.com/en/account-and-profile/how-tos/profile-customization/managing-your-profile-readme" TargetMode="External" Id="R3802bea42eb6418c" /><Relationship Type="http://schemas.openxmlformats.org/officeDocument/2006/relationships/notesSlide" Target="/ppt/notesSlides/notesSlide48.xml" Id="R0e15ac3edf114561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d0578fc56f42c3" /><Relationship Type="http://schemas.openxmlformats.org/officeDocument/2006/relationships/hyperlink" Target="https://docs.github.com/en/account-and-profile/how-tos/profile-customization/managing-your-profile-readme" TargetMode="External" Id="Rea815c6d3e284935" /><Relationship Type="http://schemas.openxmlformats.org/officeDocument/2006/relationships/notesSlide" Target="/ppt/notesSlides/notesSlide49.xml" Id="R76644f7b7e744b69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fcfbc20db74796" /><Relationship Type="http://schemas.openxmlformats.org/officeDocument/2006/relationships/hyperlink" Target="https://docs.github.com/en/account-and-profile/how-tos/profile-customization/managing-your-profile-readme" TargetMode="External" Id="Ra33dceaa63e846ca" /><Relationship Type="http://schemas.openxmlformats.org/officeDocument/2006/relationships/notesSlide" Target="/ppt/notesSlides/notesSlide50.xml" Id="R908f5b586ef24483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d95d1480a048b8" /><Relationship Type="http://schemas.openxmlformats.org/officeDocument/2006/relationships/hyperlink" Target="https://docs.github.com/en/account-and-profile/how-tos/profile-customization/managing-your-profile-readme" TargetMode="External" Id="R5b42af9805d34e6b" /><Relationship Type="http://schemas.openxmlformats.org/officeDocument/2006/relationships/notesSlide" Target="/ppt/notesSlides/notesSlide51.xml" Id="R0762a95ea2ec4692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8cd3758f4343c4" /><Relationship Type="http://schemas.openxmlformats.org/officeDocument/2006/relationships/notesSlide" Target="/ppt/notesSlides/notesSlide52.xml" Id="Rfa5946f008194f05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e96483e2bb451b" /><Relationship Type="http://schemas.openxmlformats.org/officeDocument/2006/relationships/hyperlink" Target="https://docs.github.com/en/get-started/writing-on-github/getting-started-with-writing-and-formatting-on-github/basic-writing-and-formatting-syntax" TargetMode="External" Id="Rce46e1480a934c0e" /><Relationship Type="http://schemas.openxmlformats.org/officeDocument/2006/relationships/notesSlide" Target="/ppt/notesSlides/notesSlide53.xml" Id="R49bdd40c87ee4faf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e84131eac44fb2" /><Relationship Type="http://schemas.openxmlformats.org/officeDocument/2006/relationships/hyperlink" Target="https://docs.github.com/en/get-started/writing-on-github/getting-started-with-writing-and-formatting-on-github/basic-writing-and-formatting-syntax" TargetMode="External" Id="R8a34f4e9a13a4e99" /><Relationship Type="http://schemas.openxmlformats.org/officeDocument/2006/relationships/notesSlide" Target="/ppt/notesSlides/notesSlide54.xml" Id="R1fd4e5a61ace4e14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8c6aa6ea3a4092" /><Relationship Type="http://schemas.openxmlformats.org/officeDocument/2006/relationships/hyperlink" Target="https://docs.github.com/en/get-started/writing-on-github/getting-started-with-writing-and-formatting-on-github/basic-writing-and-formatting-syntax" TargetMode="External" Id="R1d6c7418c6c84457" /><Relationship Type="http://schemas.openxmlformats.org/officeDocument/2006/relationships/notesSlide" Target="/ppt/notesSlides/notesSlide55.xml" Id="R48b7c335b8794e0c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eaeb828d424d0c" /><Relationship Type="http://schemas.openxmlformats.org/officeDocument/2006/relationships/hyperlink" Target="https://docs.github.com/en/get-started/writing-on-github/getting-started-with-writing-and-formatting-on-github/basic-writing-and-formatting-syntax" TargetMode="External" Id="R811030edb8af4597" /><Relationship Type="http://schemas.openxmlformats.org/officeDocument/2006/relationships/notesSlide" Target="/ppt/notesSlides/notesSlide56.xml" Id="Rab43889d433f4c62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a4b74d1bbf423f" /><Relationship Type="http://schemas.openxmlformats.org/officeDocument/2006/relationships/image" Target="/ppt/media/image4.png" Id="R537b61200ba44cc9" /><Relationship Type="http://schemas.openxmlformats.org/officeDocument/2006/relationships/hyperlink" Target="https://zeusk302-png.github.io/kdigital-physical-ai/downloads/2026-10-16/examples/course/git-starter/assets/demo.gif" TargetMode="External" Id="R8071371dea324648" /><Relationship Type="http://schemas.openxmlformats.org/officeDocument/2006/relationships/notesSlide" Target="/ppt/notesSlides/notesSlide57.xml" Id="Rd296ba2975dd4fdd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c07590ff2c48c1" /><Relationship Type="http://schemas.openxmlformats.org/officeDocument/2006/relationships/hyperlink" Target="https://docs.github.com/en/get-started/writing-on-github/getting-started-with-writing-and-formatting-on-github/basic-writing-and-formatting-syntax" TargetMode="External" Id="R9dabc89187184970" /><Relationship Type="http://schemas.openxmlformats.org/officeDocument/2006/relationships/notesSlide" Target="/ppt/notesSlides/notesSlide58.xml" Id="Rb16d96eb4d354397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bcbbcbd7c94d32" /><Relationship Type="http://schemas.openxmlformats.org/officeDocument/2006/relationships/notesSlide" Target="/ppt/notesSlides/notesSlide59.xml" Id="R89ef066e53db40ec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65d87b4fa845fd" /><Relationship Type="http://schemas.openxmlformats.org/officeDocument/2006/relationships/notesSlide" Target="/ppt/notesSlides/notesSlide60.xml" Id="R85ab415e205546b0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1ae5e5b70f4fd6" /><Relationship Type="http://schemas.openxmlformats.org/officeDocument/2006/relationships/hyperlink" Target="https://shields.io/badges/static-badge" TargetMode="External" Id="R948fcdcd3f134ed8" /><Relationship Type="http://schemas.openxmlformats.org/officeDocument/2006/relationships/notesSlide" Target="/ppt/notesSlides/notesSlide61.xml" Id="R68e9ae5b3afb42cc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5d4641f99a4e6e" /><Relationship Type="http://schemas.openxmlformats.org/officeDocument/2006/relationships/hyperlink" Target="https://shields.io/badges/static-badge" TargetMode="External" Id="Rbf0051333b6f4d16" /><Relationship Type="http://schemas.openxmlformats.org/officeDocument/2006/relationships/notesSlide" Target="/ppt/notesSlides/notesSlide62.xml" Id="R169b84e9f20d4010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7fadf73cbe48c7" /><Relationship Type="http://schemas.openxmlformats.org/officeDocument/2006/relationships/hyperlink" Target="https://shields.io/badges/static-badge" TargetMode="External" Id="Rb32a62cbc2ef4c0c" /><Relationship Type="http://schemas.openxmlformats.org/officeDocument/2006/relationships/notesSlide" Target="/ppt/notesSlides/notesSlide63.xml" Id="R7ac5cdd7f12746f3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910b7dafb742c4" /><Relationship Type="http://schemas.openxmlformats.org/officeDocument/2006/relationships/hyperlink" Target="https://shields.io/badges/static-badge" TargetMode="External" Id="Rb244eb3448a94a7e" /><Relationship Type="http://schemas.openxmlformats.org/officeDocument/2006/relationships/notesSlide" Target="/ppt/notesSlides/notesSlide64.xml" Id="Radde0970ed214a93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28566125c3473c" /><Relationship Type="http://schemas.openxmlformats.org/officeDocument/2006/relationships/hyperlink" Target="https://shields.io/badges/static-badge" TargetMode="External" Id="R5694f00ac8a7452e" /><Relationship Type="http://schemas.openxmlformats.org/officeDocument/2006/relationships/notesSlide" Target="/ppt/notesSlides/notesSlide65.xml" Id="Rb9616e29129e4b61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ee8f32de5048b7" /><Relationship Type="http://schemas.openxmlformats.org/officeDocument/2006/relationships/image" Target="/ppt/media/image5.png" Id="R4623ea0aaa974865" /><Relationship Type="http://schemas.openxmlformats.org/officeDocument/2006/relationships/hyperlink" Target="https://shields.io/badges/static-badge" TargetMode="External" Id="R4061d1c52dbd4e82" /><Relationship Type="http://schemas.openxmlformats.org/officeDocument/2006/relationships/notesSlide" Target="/ppt/notesSlides/notesSlide66.xml" Id="R72e339e67af146d7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04a3a4424a4863" /><Relationship Type="http://schemas.openxmlformats.org/officeDocument/2006/relationships/hyperlink" Target="https://shields.io/badges/static-badge" TargetMode="External" Id="R74a88dc4f1854a29" /><Relationship Type="http://schemas.openxmlformats.org/officeDocument/2006/relationships/notesSlide" Target="/ppt/notesSlides/notesSlide67.xml" Id="R6fef8d91f6c148e0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8ba7d2921949c3" /><Relationship Type="http://schemas.openxmlformats.org/officeDocument/2006/relationships/notesSlide" Target="/ppt/notesSlides/notesSlide68.xml" Id="R45c6cc0314ee4f58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921912c18d4ac9" /><Relationship Type="http://schemas.openxmlformats.org/officeDocument/2006/relationships/hyperlink" Target="https://docs.github.com/en/desktop/overview/creating-your-first-repository-using-github-desktop" TargetMode="External" Id="R05cc68aa85a64f23" /><Relationship Type="http://schemas.openxmlformats.org/officeDocument/2006/relationships/notesSlide" Target="/ppt/notesSlides/notesSlide69.xml" Id="R43826eb6b1be4320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a381ec08c044ac" /><Relationship Type="http://schemas.openxmlformats.org/officeDocument/2006/relationships/hyperlink" Target="https://docs.github.com/en/desktop/overview/creating-your-first-repository-using-github-desktop" TargetMode="External" Id="Rdbcad7b1cee54222" /><Relationship Type="http://schemas.openxmlformats.org/officeDocument/2006/relationships/notesSlide" Target="/ppt/notesSlides/notesSlide70.xml" Id="R162152df43064362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2cb82996fd40f7" /><Relationship Type="http://schemas.openxmlformats.org/officeDocument/2006/relationships/hyperlink" Target="https://docs.github.com/en/desktop/overview/creating-your-first-repository-using-github-desktop" TargetMode="External" Id="Rfa8af18599494e16" /><Relationship Type="http://schemas.openxmlformats.org/officeDocument/2006/relationships/notesSlide" Target="/ppt/notesSlides/notesSlide71.xml" Id="R704325e7f7704549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5f1f5ba95f464e" /><Relationship Type="http://schemas.openxmlformats.org/officeDocument/2006/relationships/image" Target="/ppt/media/image6.png" Id="Rf63a2f6c661e4aa4" /><Relationship Type="http://schemas.openxmlformats.org/officeDocument/2006/relationships/hyperlink" Target="https://docs.github.com/en/desktop/overview/creating-your-first-repository-using-github-desktop" TargetMode="External" Id="R373fcff561a548d6" /><Relationship Type="http://schemas.openxmlformats.org/officeDocument/2006/relationships/notesSlide" Target="/ppt/notesSlides/notesSlide72.xml" Id="R4f63b95d2dd942e7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c11509179243f0" /><Relationship Type="http://schemas.openxmlformats.org/officeDocument/2006/relationships/hyperlink" Target="https://docs.github.com/en/desktop/overview/creating-your-first-repository-using-github-desktop" TargetMode="External" Id="Rd425ab11889b4600" /><Relationship Type="http://schemas.openxmlformats.org/officeDocument/2006/relationships/notesSlide" Target="/ppt/notesSlides/notesSlide73.xml" Id="Rec84fa73721d449f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9937500d194a5f" /><Relationship Type="http://schemas.openxmlformats.org/officeDocument/2006/relationships/notesSlide" Target="/ppt/notesSlides/notesSlide74.xml" Id="Rcd935e6a9875448c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6b13cfe72f46ef" /><Relationship Type="http://schemas.openxmlformats.org/officeDocument/2006/relationships/hyperlink" Target="https://docs.github.com/en/desktop/overview/creating-your-first-repository-using-github-desktop" TargetMode="External" Id="R5bcf5d0bff414505" /><Relationship Type="http://schemas.openxmlformats.org/officeDocument/2006/relationships/notesSlide" Target="/ppt/notesSlides/notesSlide75.xml" Id="Re95e96a90c814926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1c6392c8c746ee" /><Relationship Type="http://schemas.openxmlformats.org/officeDocument/2006/relationships/hyperlink" Target="https://docs.github.com/en/desktop/overview/creating-your-first-repository-using-github-desktop" TargetMode="External" Id="R609705f3ece14d88" /><Relationship Type="http://schemas.openxmlformats.org/officeDocument/2006/relationships/notesSlide" Target="/ppt/notesSlides/notesSlide76.xml" Id="R0178b78f13a4465a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005adf8fe848de" /><Relationship Type="http://schemas.openxmlformats.org/officeDocument/2006/relationships/hyperlink" Target="https://docs.github.com/en/desktop/overview/creating-your-first-repository-using-github-desktop" TargetMode="External" Id="Rc2368f89671048ef" /><Relationship Type="http://schemas.openxmlformats.org/officeDocument/2006/relationships/notesSlide" Target="/ppt/notesSlides/notesSlide77.xml" Id="Ra03bb1936b2042d6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fe7b9adea54f05" /><Relationship Type="http://schemas.openxmlformats.org/officeDocument/2006/relationships/hyperlink" Target="https://docs.github.com/en/desktop/overview/creating-your-first-repository-using-github-desktop" TargetMode="External" Id="R0766ce3c9dbc47be" /><Relationship Type="http://schemas.openxmlformats.org/officeDocument/2006/relationships/notesSlide" Target="/ppt/notesSlides/notesSlide78.xml" Id="R766bdc3043a7460e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1e202dbcef44b1" /><Relationship Type="http://schemas.openxmlformats.org/officeDocument/2006/relationships/hyperlink" Target="https://docs.github.com/en/desktop/overview/creating-your-first-repository-using-github-desktop" TargetMode="External" Id="R97891134aa394ff8" /><Relationship Type="http://schemas.openxmlformats.org/officeDocument/2006/relationships/notesSlide" Target="/ppt/notesSlides/notesSlide79.xml" Id="R6d862a2ca1fe4450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03c169761647a5" /><Relationship Type="http://schemas.openxmlformats.org/officeDocument/2006/relationships/notesSlide" Target="/ppt/notesSlides/notesSlide80.xml" Id="R647d58b57ec84a33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77757dedc643d0" /><Relationship Type="http://schemas.openxmlformats.org/officeDocument/2006/relationships/notesSlide" Target="/ppt/notesSlides/notesSlide81.xml" Id="R74fadbe44f0547a3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0c4411a630475b" /><Relationship Type="http://schemas.openxmlformats.org/officeDocument/2006/relationships/hyperlink" Target="https://docs.github.com/en/desktop/overview/creating-your-first-repository-using-github-desktop" TargetMode="External" Id="R9cc5d943e85a428f" /><Relationship Type="http://schemas.openxmlformats.org/officeDocument/2006/relationships/notesSlide" Target="/ppt/notesSlides/notesSlide82.xml" Id="R49929e4d5c47437d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26bde31113459d" /><Relationship Type="http://schemas.openxmlformats.org/officeDocument/2006/relationships/hyperlink" Target="https://docs.github.com/en/desktop/overview/creating-your-first-repository-using-github-desktop" TargetMode="External" Id="R5082d5ed35214d1b" /><Relationship Type="http://schemas.openxmlformats.org/officeDocument/2006/relationships/notesSlide" Target="/ppt/notesSlides/notesSlide83.xml" Id="R950b90e9ef7f487c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baa0b3e54c4ae0" /><Relationship Type="http://schemas.openxmlformats.org/officeDocument/2006/relationships/hyperlink" Target="https://docs.github.com/en/desktop/overview/creating-your-first-repository-using-github-desktop" TargetMode="External" Id="R85ac0ffa60594623" /><Relationship Type="http://schemas.openxmlformats.org/officeDocument/2006/relationships/notesSlide" Target="/ppt/notesSlides/notesSlide84.xml" Id="R6dad14c2fc084b40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2c69c82f3143d3" /><Relationship Type="http://schemas.openxmlformats.org/officeDocument/2006/relationships/hyperlink" Target="https://docs.github.com/en/desktop/overview/creating-your-first-repository-using-github-desktop" TargetMode="External" Id="Rb9049ad6370b41eb" /><Relationship Type="http://schemas.openxmlformats.org/officeDocument/2006/relationships/notesSlide" Target="/ppt/notesSlides/notesSlide85.xml" Id="R2babc62adf45437e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4a6c44ea044961" /><Relationship Type="http://schemas.openxmlformats.org/officeDocument/2006/relationships/notesSlide" Target="/ppt/notesSlides/notesSlide86.xml" Id="Rf61cafc3766645fc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0d95c9f2bf496e" /><Relationship Type="http://schemas.openxmlformats.org/officeDocument/2006/relationships/hyperlink" Target="https://docs.github.com/en/get-started/writing-on-github/getting-started-with-writing-and-formatting-on-github/basic-writing-and-formatting-syntax" TargetMode="External" Id="R6eb94d8f82f146f2" /><Relationship Type="http://schemas.openxmlformats.org/officeDocument/2006/relationships/notesSlide" Target="/ppt/notesSlides/notesSlide87.xml" Id="R3a806d5a0e9f48ef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c4f7a6847941ba" /><Relationship Type="http://schemas.openxmlformats.org/officeDocument/2006/relationships/hyperlink" Target="https://docs.github.com/en/get-started/writing-on-github/getting-started-with-writing-and-formatting-on-github/basic-writing-and-formatting-syntax" TargetMode="External" Id="Rdd85e73072364c56" /><Relationship Type="http://schemas.openxmlformats.org/officeDocument/2006/relationships/notesSlide" Target="/ppt/notesSlides/notesSlide88.xml" Id="R12e9379874454b9e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2e54787b6e4019" /><Relationship Type="http://schemas.openxmlformats.org/officeDocument/2006/relationships/hyperlink" Target="https://docs.github.com/en/get-started/writing-on-github/getting-started-with-writing-and-formatting-on-github/basic-writing-and-formatting-syntax" TargetMode="External" Id="R422f39311cff4c65" /><Relationship Type="http://schemas.openxmlformats.org/officeDocument/2006/relationships/notesSlide" Target="/ppt/notesSlides/notesSlide89.xml" Id="R9fcbafb033244f9a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fd71d26d814efe" /><Relationship Type="http://schemas.openxmlformats.org/officeDocument/2006/relationships/hyperlink" Target="https://docs.github.com/en/get-started/writing-on-github/getting-started-with-writing-and-formatting-on-github/basic-writing-and-formatting-syntax" TargetMode="External" Id="R30e0cc477fa34f37" /><Relationship Type="http://schemas.openxmlformats.org/officeDocument/2006/relationships/notesSlide" Target="/ppt/notesSlides/notesSlide90.xml" Id="R3240d6bfb59f43a3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4017167d1d4171" /><Relationship Type="http://schemas.openxmlformats.org/officeDocument/2006/relationships/hyperlink" Target="https://docs.github.com/en/get-started/writing-on-github/getting-started-with-writing-and-formatting-on-github/basic-writing-and-formatting-syntax" TargetMode="External" Id="Rb5433039f54d4938" /><Relationship Type="http://schemas.openxmlformats.org/officeDocument/2006/relationships/notesSlide" Target="/ppt/notesSlides/notesSlide91.xml" Id="R40d739f2e0614640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fa34442c414493" /><Relationship Type="http://schemas.openxmlformats.org/officeDocument/2006/relationships/notesSlide" Target="/ppt/notesSlides/notesSlide92.xml" Id="R7821c7808fde48d2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bf93fda92149eb" /><Relationship Type="http://schemas.openxmlformats.org/officeDocument/2006/relationships/hyperlink" Target="https://docs.github.com/en/account-and-profile/how-tos/profile-customization/pinning-items-to-your-profile" TargetMode="External" Id="Rb57bf34065b14531" /><Relationship Type="http://schemas.openxmlformats.org/officeDocument/2006/relationships/notesSlide" Target="/ppt/notesSlides/notesSlide93.xml" Id="Rca2d9e60e9544652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4ec119a8c144ba" /><Relationship Type="http://schemas.openxmlformats.org/officeDocument/2006/relationships/hyperlink" Target="https://docs.github.com/en/account-and-profile/how-tos/profile-customization/pinning-items-to-your-profile" TargetMode="External" Id="R2fcf2b69ebb14deb" /><Relationship Type="http://schemas.openxmlformats.org/officeDocument/2006/relationships/notesSlide" Target="/ppt/notesSlides/notesSlide94.xml" Id="R4ce8d540de4947bf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2ae1f65a0049d3" /><Relationship Type="http://schemas.openxmlformats.org/officeDocument/2006/relationships/hyperlink" Target="https://docs.github.com/en/account-and-profile/how-tos/profile-customization/pinning-items-to-your-profile" TargetMode="External" Id="R99c6b0597d514e38" /><Relationship Type="http://schemas.openxmlformats.org/officeDocument/2006/relationships/notesSlide" Target="/ppt/notesSlides/notesSlide95.xml" Id="Rc45e3ccd831a439c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180b2b766f4cd7" /><Relationship Type="http://schemas.openxmlformats.org/officeDocument/2006/relationships/hyperlink" Target="https://docs.github.com/en/account-and-profile/how-tos/profile-customization/pinning-items-to-your-profile" TargetMode="External" Id="Re32ed5623aa94bbf" /><Relationship Type="http://schemas.openxmlformats.org/officeDocument/2006/relationships/notesSlide" Target="/ppt/notesSlides/notesSlide96.xml" Id="R997afd2d03174d6f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4fa7940a8c406b" /><Relationship Type="http://schemas.openxmlformats.org/officeDocument/2006/relationships/notesSlide" Target="/ppt/notesSlides/notesSlide97.xml" Id="R337ccf882d5d4963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18b9ccf3f84e3d" /><Relationship Type="http://schemas.openxmlformats.org/officeDocument/2006/relationships/notesSlide" Target="/ppt/notesSlides/notesSlide98.xml" Id="R6c9e83a93f224e79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39929b9ffe4393" /><Relationship Type="http://schemas.openxmlformats.org/officeDocument/2006/relationships/hyperlink" Target="https://docs.github.com/en/desktop/working-with-your-remote-repository-on-github-or-github-enterprise/creating-an-issue-or-pull-request-from-github-desktop" TargetMode="External" Id="Rc85f09619bdc462b" /><Relationship Type="http://schemas.openxmlformats.org/officeDocument/2006/relationships/notesSlide" Target="/ppt/notesSlides/notesSlide99.xml" Id="Rd0cd90774e334a74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e991532ebf422d" /><Relationship Type="http://schemas.openxmlformats.org/officeDocument/2006/relationships/hyperlink" Target="https://docs.github.com/en/desktop/working-with-your-remote-repository-on-github-or-github-enterprise/creating-an-issue-or-pull-request-from-github-desktop" TargetMode="External" Id="R7fe4b89c999641ad" /><Relationship Type="http://schemas.openxmlformats.org/officeDocument/2006/relationships/notesSlide" Target="/ppt/notesSlides/notesSlide100.xml" Id="Refb9a0c21bdb495d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ab025324744066" /><Relationship Type="http://schemas.openxmlformats.org/officeDocument/2006/relationships/hyperlink" Target="https://docs.github.com/en/desktop/working-with-your-remote-repository-on-github-or-github-enterprise/creating-an-issue-or-pull-request-from-github-desktop" TargetMode="External" Id="Rdb14528a990c4e29" /><Relationship Type="http://schemas.openxmlformats.org/officeDocument/2006/relationships/notesSlide" Target="/ppt/notesSlides/notesSlide101.xml" Id="Re1c2079c4ff14d93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e9fa85de494de4" /><Relationship Type="http://schemas.openxmlformats.org/officeDocument/2006/relationships/hyperlink" Target="https://docs.github.com/en/desktop/working-with-your-remote-repository-on-github-or-github-enterprise/creating-an-issue-or-pull-request-from-github-desktop" TargetMode="External" Id="Rbf44462612b44720" /><Relationship Type="http://schemas.openxmlformats.org/officeDocument/2006/relationships/notesSlide" Target="/ppt/notesSlides/notesSlide102.xml" Id="R685d1fc4f53a4981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dec7db97274390" /><Relationship Type="http://schemas.openxmlformats.org/officeDocument/2006/relationships/image" Target="/ppt/media/image7.png" Id="Rff4c230268a84c57" /><Relationship Type="http://schemas.openxmlformats.org/officeDocument/2006/relationships/hyperlink" Target="https://docs.github.com/en/desktop/working-with-your-remote-repository-on-github-or-github-enterprise/creating-an-issue-or-pull-request-from-github-desktop" TargetMode="External" Id="Rec3e46039fde4538" /><Relationship Type="http://schemas.openxmlformats.org/officeDocument/2006/relationships/notesSlide" Target="/ppt/notesSlides/notesSlide103.xml" Id="Rc37650643f1943f1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d48e0ef60e4078" /><Relationship Type="http://schemas.openxmlformats.org/officeDocument/2006/relationships/hyperlink" Target="https://docs.github.com/en/desktop/working-with-your-remote-repository-on-github-or-github-enterprise/creating-an-issue-or-pull-request-from-github-desktop" TargetMode="External" Id="R1ce520a644d84786" /><Relationship Type="http://schemas.openxmlformats.org/officeDocument/2006/relationships/notesSlide" Target="/ppt/notesSlides/notesSlide104.xml" Id="R8356cf01f3f44d85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6ea0fac2c74947" /><Relationship Type="http://schemas.openxmlformats.org/officeDocument/2006/relationships/notesSlide" Target="/ppt/notesSlides/notesSlide105.xml" Id="R8065f23468ee4098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497f4e059049c0" /><Relationship Type="http://schemas.openxmlformats.org/officeDocument/2006/relationships/hyperlink" Target="https://docs.github.com/en/desktop/working-with-your-remote-repository-on-github-or-github-enterprise/creating-an-issue-or-pull-request-from-github-desktop" TargetMode="External" Id="R5c8c14b4ce924ad9" /><Relationship Type="http://schemas.openxmlformats.org/officeDocument/2006/relationships/notesSlide" Target="/ppt/notesSlides/notesSlide106.xml" Id="R724f7c5e36c14717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c75d0d41cb48d3" /><Relationship Type="http://schemas.openxmlformats.org/officeDocument/2006/relationships/hyperlink" Target="https://docs.github.com/en/desktop/working-with-your-remote-repository-on-github-or-github-enterprise/creating-an-issue-or-pull-request-from-github-desktop" TargetMode="External" Id="R79ee1f45df2b4138" /><Relationship Type="http://schemas.openxmlformats.org/officeDocument/2006/relationships/notesSlide" Target="/ppt/notesSlides/notesSlide107.xml" Id="R88a0082c9da4473c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a984a95b994aa0" /><Relationship Type="http://schemas.openxmlformats.org/officeDocument/2006/relationships/hyperlink" Target="https://docs.github.com/en/desktop/working-with-your-remote-repository-on-github-or-github-enterprise/creating-an-issue-or-pull-request-from-github-desktop" TargetMode="External" Id="R7c8583a832964eed" /><Relationship Type="http://schemas.openxmlformats.org/officeDocument/2006/relationships/notesSlide" Target="/ppt/notesSlides/notesSlide108.xml" Id="R58ee1116c1ce45a6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3c03de53bb4c59" /><Relationship Type="http://schemas.openxmlformats.org/officeDocument/2006/relationships/hyperlink" Target="https://docs.github.com/en/desktop/working-with-your-remote-repository-on-github-or-github-enterprise/creating-an-issue-or-pull-request-from-github-desktop" TargetMode="External" Id="R0ff7331e0ef54a49" /><Relationship Type="http://schemas.openxmlformats.org/officeDocument/2006/relationships/notesSlide" Target="/ppt/notesSlides/notesSlide109.xml" Id="Re1f723dc771b445b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2d6207eda747f2" /><Relationship Type="http://schemas.openxmlformats.org/officeDocument/2006/relationships/hyperlink" Target="https://docs.github.com/en/desktop/working-with-your-remote-repository-on-github-or-github-enterprise/creating-an-issue-or-pull-request-from-github-desktop" TargetMode="External" Id="Rd376a7a6400647fc" /><Relationship Type="http://schemas.openxmlformats.org/officeDocument/2006/relationships/notesSlide" Target="/ppt/notesSlides/notesSlide110.xml" Id="R05bed04fe1774109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bde928aee0452a" /><Relationship Type="http://schemas.openxmlformats.org/officeDocument/2006/relationships/notesSlide" Target="/ppt/notesSlides/notesSlide111.xml" Id="Ra39aa519485748b5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ee53facf884541" /><Relationship Type="http://schemas.openxmlformats.org/officeDocument/2006/relationships/hyperlink" Target="https://docs.github.com/en/desktop/adding-and-cloning-repositories/cloning-a-repository-from-github-to-github-desktop" TargetMode="External" Id="Rdcd9487a43524022" /><Relationship Type="http://schemas.openxmlformats.org/officeDocument/2006/relationships/notesSlide" Target="/ppt/notesSlides/notesSlide112.xml" Id="Rcdfdb22ada0d4ba6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92145f897641a4" /><Relationship Type="http://schemas.openxmlformats.org/officeDocument/2006/relationships/hyperlink" Target="https://docs.github.com/en/desktop/adding-and-cloning-repositories/cloning-a-repository-from-github-to-github-desktop" TargetMode="External" Id="R4d0b5aa4028240be" /><Relationship Type="http://schemas.openxmlformats.org/officeDocument/2006/relationships/notesSlide" Target="/ppt/notesSlides/notesSlide113.xml" Id="R021ee611a8ee4e9d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d75e49694422d" /><Relationship Type="http://schemas.openxmlformats.org/officeDocument/2006/relationships/hyperlink" Target="https://docs.github.com/en/desktop/adding-and-cloning-repositories/cloning-a-repository-from-github-to-github-desktop" TargetMode="External" Id="R68a6c2b8fce24723" /><Relationship Type="http://schemas.openxmlformats.org/officeDocument/2006/relationships/notesSlide" Target="/ppt/notesSlides/notesSlide114.xml" Id="Ra27f02abcc3f471f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a461b3915246ab" /><Relationship Type="http://schemas.openxmlformats.org/officeDocument/2006/relationships/hyperlink" Target="https://docs.github.com/en/desktop/adding-and-cloning-repositories/cloning-a-repository-from-github-to-github-desktop" TargetMode="External" Id="R0c0544f2feaa4066" /><Relationship Type="http://schemas.openxmlformats.org/officeDocument/2006/relationships/notesSlide" Target="/ppt/notesSlides/notesSlide115.xml" Id="Rbcd1c6224ec84869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5e5e7f85fb48d6" /><Relationship Type="http://schemas.openxmlformats.org/officeDocument/2006/relationships/notesSlide" Target="/ppt/notesSlides/notesSlide116.xml" Id="R597f137556164724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0b47d8e7eb44e0" /><Relationship Type="http://schemas.openxmlformats.org/officeDocument/2006/relationships/notesSlide" Target="/ppt/notesSlides/notesSlide117.xml" Id="R21232a1e737841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37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C63DD8-3EBA-4BFE-A2D0-CB16E651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896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rPr>
              <a:t>GIT / 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576098-C320-40A8-992F-8CCB84FB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108966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4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내 GitHub와 파이썬 작품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DC9D6B-5892-49E9-A976-8677B113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0"/>
            <a:ext cx="10477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가입·설치부터 프로필 꾸미기와 공유까지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2026.10.16 · Git/GitHub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5601AE-0F8F-4557-9C8D-AAB624D57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001 / 117</a:t>
            </a:r>
          </a:p>
        </p:txBody>
      </p:sp>
    </p:spTree>
    <p:extLst>
      <p:ext uri="{BB962C8B-B14F-4D97-AF65-F5344CB8AC3E}">
        <p14:creationId xmlns:p14="http://schemas.microsoft.com/office/powerpoint/2010/main" val="1802190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86668D-AD21-4DDA-B391-87CC7992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Git/GitHub · 10월 16일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28EBF1-5477-47A0-AA1B-C5827EC7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오늘 남길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4500F9-82EE-4BBE-A852-E14412D2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소개·배지·GIF가 있는 프로필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ED69C-79F8-4848-8135-350F29808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실행 안내가 있는 Python 작품 저장소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75CB9A-6AA0-428F-86FE-A4AEB70C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변경 이력과 짝의 검토 의견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6882A1-B8D8-42DC-B9C7-43D29A02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002 / 117</a:t>
            </a:r>
          </a:p>
        </p:txBody>
      </p:sp>
    </p:spTree>
    <p:extLst>
      <p:ext uri="{BB962C8B-B14F-4D97-AF65-F5344CB8AC3E}">
        <p14:creationId xmlns:p14="http://schemas.microsoft.com/office/powerpoint/2010/main" val="520685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114D13-1E59-4246-A754-D3A07786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Git/GitHub · 10월 16일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DB1137-48CF-411B-9350-EF644B68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오늘 시간표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EA3B83-3978-4459-9A2D-86A32D50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  10:00–10:50  가입과 첫 저장소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FF807F-0F6B-4D45-9394-FE546D77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2316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  11:00–11:50  Git·Desktop 설치와 연결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80CE51-4AE2-4FB4-BDDE-AA831CADA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3657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  13:00–13:50  README·프로필·이미지와 GIF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5BDBC8-C3AD-4223-A1F5-842A2675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4998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  14:00–14:50  배지 꾸미기와 변경 기록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0BEFB8-F551-49FF-BADC-67FDA0E7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6339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  15:00–15:50  파이썬 작품과 포트폴리오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BDBB8A-4826-48DC-99E1-AD2552C95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7680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6  16:00–16:50  짝 검토·브랜치·PR·마무리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FF3974-0607-4B20-876C-77B3F1B6D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003 / 117</a:t>
            </a:r>
          </a:p>
        </p:txBody>
      </p:sp>
    </p:spTree>
    <p:extLst>
      <p:ext uri="{BB962C8B-B14F-4D97-AF65-F5344CB8AC3E}">
        <p14:creationId xmlns:p14="http://schemas.microsoft.com/office/powerpoint/2010/main" val="13336065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419E24-85D5-4792-9C7B-E817A749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Git/GitHub · 10월 16일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4B5496-0E5A-48B6-A256-665A4B65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실습 파일 준비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3F009C-8E06-42B4-A722-1B0B1F212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ZIP을 일반 폴더에 풀고 README를 엽니다.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40483D-5F66-4496-8E69-7F6E66D8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profile은 소개 문서, project는 공통 Python 예제입니다.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67558B-8B51-439C-949E-01C0DFFC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assets의 GIF·배지를 프로필 저장소에도 복사합니다.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99E316-622C-495F-9953-71CDD294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a52662d21c714842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1B4C38-3B3A-4737-B342-4267BE98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004 / 117</a:t>
            </a:r>
          </a:p>
        </p:txBody>
      </p:sp>
    </p:spTree>
    <p:extLst>
      <p:ext uri="{BB962C8B-B14F-4D97-AF65-F5344CB8AC3E}">
        <p14:creationId xmlns:p14="http://schemas.microsoft.com/office/powerpoint/2010/main" val="3196251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EC41C5-7ED1-4D2E-BFDB-CB4E68EC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Git/GitHub · 10월 16일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52637-3B7D-4D4D-9820-74708494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개인정보와 공개 범위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D601F1-2042-4510-926D-C3601FBC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README는 누구나 읽는 공개 문서입니다.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9BD5A1-0990-4595-A05B-898F9FCFA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비밀번호·인증코드·복구코드·개인 문서는 올리지 않습니다.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64A6DF-004D-4172-BBAB-F379746E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계정 인증과 약관 확인은 본인이 진행합니다.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CAAC9-D4BC-416C-909D-84B23B75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공개할 내용과 사용 허락이 있는 이미지만 고릅니다.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1ACE3D-ABF7-4B22-89D9-8145A5F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005 / 117</a:t>
            </a:r>
          </a:p>
        </p:txBody>
      </p:sp>
    </p:spTree>
    <p:extLst>
      <p:ext uri="{BB962C8B-B14F-4D97-AF65-F5344CB8AC3E}">
        <p14:creationId xmlns:p14="http://schemas.microsoft.com/office/powerpoint/2010/main" val="6973834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837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BBD341-4CB0-4112-A50F-307C4273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896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rPr>
              <a:t>GIT / GITHUB  · 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309233-48EC-4A5E-A465-DDED2574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108966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가입과 첫 저장소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15C0F4-3670-430F-AA93-7E3CE797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0"/>
            <a:ext cx="10477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10:00–10:50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완료한 뒤 먼저 끝난 활동을 확장해 보세요.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1F106D-FAC1-470D-89F5-3B635F4AA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006 / 117</a:t>
            </a:r>
          </a:p>
        </p:txBody>
      </p:sp>
    </p:spTree>
    <p:extLst>
      <p:ext uri="{BB962C8B-B14F-4D97-AF65-F5344CB8AC3E}">
        <p14:creationId xmlns:p14="http://schemas.microsoft.com/office/powerpoint/2010/main" val="5829921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35EF95-F53C-4B66-A220-8A66F5A6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1교시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7C8864-D515-49C3-A107-6D6DABE84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파일·Git·GitHub의 역할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4BC096-F1C9-4137-9B78-0266F2DA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폴더는 파일을 담는 곳입니다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6EBC8B-C940-4B14-AA41-83E3FACF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저장소(repository)는 파일과 변경 이력을 함께 관리하는 프로젝트 단위입니다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672138-823D-4B8E-AC00-142887DE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480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Git은 내 PC에서 이력을 기록하는 도구, GitHub는 저장소를 인터넷으로 공유하고 검토하는 서비스입니다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00DD0A-DA4A-400C-ABF2-8807826D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386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GitHub Desktop은 Git 작업을 버튼으로 하는 프로그램입니다.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CF052A-A5A9-4056-B51F-F07EA35B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6f080a2ad6054080"/>
              </a:rPr>
              <a:t>공식 안내 열기 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182891-2879-4869-B9B4-FFE0768A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007 / 117</a:t>
            </a:r>
          </a:p>
        </p:txBody>
      </p:sp>
    </p:spTree>
    <p:extLst>
      <p:ext uri="{BB962C8B-B14F-4D97-AF65-F5344CB8AC3E}">
        <p14:creationId xmlns:p14="http://schemas.microsoft.com/office/powerpoint/2010/main" val="13798437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315E35-CB4A-486C-98D5-E686771A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1교시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E64558-EA88-4ADF-85D3-A8C6F0B1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파일·Git·GitHub의 역할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348278-9843-4FCA-A688-CA2B1FE1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파일 탐색기에서 오늘 작업할 폴더를 만듭니다. 예: 문서 안의 GitPractice.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24CF08-78C2-40A0-9069-CF9DAEE3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2316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브라우저는 GitHub, Desktop은 PC의 저장소, 편집기는 README를 고치는 화면임을 구별합니다.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B4EAC6-36DE-429C-9A96-EA77124B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4518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메모장에 자기소개 한 줄을 저장합니다. 저장만으로 Git 이력이 생기지는 않습니다.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F8042B-5CF2-4D8D-A527-84E2F969D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07c8ef9b578c41f0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28C1E5-3581-4101-8BAF-49AEE1F3A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008 / 117</a:t>
            </a:r>
          </a:p>
        </p:txBody>
      </p:sp>
    </p:spTree>
    <p:extLst>
      <p:ext uri="{BB962C8B-B14F-4D97-AF65-F5344CB8AC3E}">
        <p14:creationId xmlns:p14="http://schemas.microsoft.com/office/powerpoint/2010/main" val="13808896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41FF0-0B29-4482-A62B-D22041CF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1교시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C5984E-832E-4400-814D-8A62BEE7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파일·Git·GitHub의 역할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3B6349-6A37-4FD9-9EF9-5385A7D8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PC의 작업 폴더와 웹의 공유 위치를 구별합니다.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379907-FDF7-47E6-850D-0964994E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폴더 주소와 웹 주소를 혼동하면 파일 탐색기와 브라우저를 나란히 열어 비교합니다.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D37E67-406B-4D86-BB9D-A7F4481C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0844724f76ec4455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AB135E-0AA8-4D8F-96F0-98F9EC6B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009 / 117</a:t>
            </a:r>
          </a:p>
        </p:txBody>
      </p:sp>
    </p:spTree>
    <p:extLst>
      <p:ext uri="{BB962C8B-B14F-4D97-AF65-F5344CB8AC3E}">
        <p14:creationId xmlns:p14="http://schemas.microsoft.com/office/powerpoint/2010/main" val="211979340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D7CBA6-8029-4FCA-A4A5-F7DACFB2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1교시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DF8E1-DB07-4205-92F4-A623DC9E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파일·Git·GitHub의 역할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971409-8EE9-4742-813E-5FBEDEC7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저장 버튼을 누르면 GitHub에도 바로 올라갈까요?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8EC162-9A69-4296-A054-414FFF78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아닙니다. 파일 저장, 커밋, push는 서로 다른 행동입니다.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4FC932-1C3D-4465-B2E7-98431F19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010 / 117</a:t>
            </a:r>
          </a:p>
        </p:txBody>
      </p:sp>
    </p:spTree>
    <p:extLst>
      <p:ext uri="{BB962C8B-B14F-4D97-AF65-F5344CB8AC3E}">
        <p14:creationId xmlns:p14="http://schemas.microsoft.com/office/powerpoint/2010/main" val="9688430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DD4605-7A06-4D96-AB3C-D6F4D33FF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1교시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5A77B9-7D22-49E9-A939-92AD1E10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GitHub 가입·메일 인증·로그인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9D5741-97D1-452D-8878-D14866B9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사용자 이름(username)은 github.com 뒤에 붙는 계정 주소입니다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D8D813-8CD7-4B29-8746-4F84DE23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표시 이름과 다를 수 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766AEE-8B14-4425-814A-AF3495AB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이메일 인증은 그 주소를 본인이 사용할 수 있다는 확인입니다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A83531-CDB6-41A3-85E3-B5A989C3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계정이 이미 있으면 새로 만들지 않고 로그인합니다.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56F458-31AC-4CE9-A116-6B7C21B0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0a68943b04cb4a1c"/>
              </a:rPr>
              <a:t>공식 안내 열기 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0BDC5F-32F9-4436-AB09-0A353F7E3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011 / 117</a:t>
            </a:r>
          </a:p>
        </p:txBody>
      </p:sp>
    </p:spTree>
    <p:extLst>
      <p:ext uri="{BB962C8B-B14F-4D97-AF65-F5344CB8AC3E}">
        <p14:creationId xmlns:p14="http://schemas.microsoft.com/office/powerpoint/2010/main" val="102862462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6A6582-8D0A-4E2F-BD8A-B5C757B4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1교시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EE6426-4CC6-48DD-BA33-6CC038B4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GitHub 가입·메일 인증·로그인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4C806C-04C8-4177-86A1-DA41CAB6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github.com에서 Sign up 또는 Sign in을 선택합니다. 본인이 확인할 수 있는 이메일을 사용합니다.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5AFD37-6EF5-4EA6-9A05-2108BA56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사용 가능한 사용자 이름과 비밀번호를 정하고 가입 화면의 안내를 따릅니다. 유료 요금제·Copilot 구독은 수업에 필요하지 않습니다.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6E66FC-1A31-4080-9C70-063951A0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379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메일함에서 인증 메일이나 코드를 확인하고 GitHub 안내에 따라 인증을 마칩니다.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714C4-E82C-4094-B4B8-A9FBC81F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7f85c29a52194c8f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835009-D601-4137-A750-9D38888E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012 / 117</a:t>
            </a:r>
          </a:p>
        </p:txBody>
      </p:sp>
    </p:spTree>
    <p:extLst>
      <p:ext uri="{BB962C8B-B14F-4D97-AF65-F5344CB8AC3E}">
        <p14:creationId xmlns:p14="http://schemas.microsoft.com/office/powerpoint/2010/main" val="142928400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A506AB-CF71-4C56-A573-67C9B66D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1교시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29DB22-E065-41AE-84C5-AC29D7D5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GitHub 가입·메일 인증·로그인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8392B-FF76-4F7D-88A3-62756581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오른쪽 위 프로필 메뉴의 Your profile을 열고 주소의 사용자 이름을 개인 메모에 적습니다.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C57EBF-8B50-4AF8-B3E3-4113745BE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5. 2단계 인증 설정이 요구되면 본인 인증 수단으로 진행하고 복구 코드는 개인적으로 보관합니다. 비밀번호·인증 코드를 실습지나 화면 공유에 적지 않습니다.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312935-835B-4475-B2E0-66740B06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da2a7446fa50473d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2181B3-4919-4E07-8942-DDB84554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013 / 117</a:t>
            </a:r>
          </a:p>
        </p:txBody>
      </p:sp>
    </p:spTree>
    <p:extLst>
      <p:ext uri="{BB962C8B-B14F-4D97-AF65-F5344CB8AC3E}">
        <p14:creationId xmlns:p14="http://schemas.microsoft.com/office/powerpoint/2010/main" val="183694234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43664A-2FAD-4DFB-AB05-06BD32F6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1교시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5E3D85-7D26-4A19-BE15-0F1E9DD8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GitHub 가입·메일 인증·로그인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FF44A2-16D4-44CD-872E-BC4F2CD2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계정으로 로그인하고 프로필 주소를 열 수 있습니다.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17CDEA-C6F1-4285-B936-DF59A10B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인증 메일이 없으면 스팸함·이메일 오타·재발송을 확인합니다. CAPTCHA·계정 잠금은 본인이 해결합니다. 빠르게 끝났다면 자기소개 세 문장을 준비합니다.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D398EB-1D5A-4720-8DD8-3D16E12C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01dd39c221af4f77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BE1731-FED6-4C5D-AB9D-77374092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014 / 117</a:t>
            </a:r>
          </a:p>
        </p:txBody>
      </p:sp>
    </p:spTree>
    <p:extLst>
      <p:ext uri="{BB962C8B-B14F-4D97-AF65-F5344CB8AC3E}">
        <p14:creationId xmlns:p14="http://schemas.microsoft.com/office/powerpoint/2010/main" val="47026285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84ED6D-99CA-4E7F-8CAF-E41BF8DD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1교시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7BFB7D-AA81-48D3-B2B8-06A1879F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GitHub 가입·메일 인증·로그인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B54453-DF1B-41CB-BA01-EC34346E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표시 이름을 바꾸면 프로필 저장소 이름도 바꿔야 할까요?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60C865-0601-4BD6-AACD-A1DB32CB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저장소는 표시 이름이 아니라 실제 username과 맞춥니다.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392F50-14AE-4174-A804-C7E79088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015 / 117</a:t>
            </a:r>
          </a:p>
        </p:txBody>
      </p:sp>
    </p:spTree>
    <p:extLst>
      <p:ext uri="{BB962C8B-B14F-4D97-AF65-F5344CB8AC3E}">
        <p14:creationId xmlns:p14="http://schemas.microsoft.com/office/powerpoint/2010/main" val="25873996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EF4D3C-B841-4F9E-B475-D8F5856B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1교시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DAA517-1DE4-45F2-86AA-56F623F3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프로필 저장소 만들기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1AA53A-39CD-4223-BADD-232A9634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README.md는 프로젝트를 처음 방문한 사람이 읽는 안내 파일입니다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B6B281-9CB5-4A88-A5C3-803561D8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.md는 Markdown 형식이라는 확장자입니다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AB3F51-E48C-4723-8DED-9410384E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username과 같은 이름의 공개 저장소에 내용 있는 README.md를 두면 프로필에 소개가 나타납니다.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2C07DD-316C-42E5-A140-9B27229CC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eed603298c4f4cf2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E2D16-0C94-47B4-BDCA-7F2D1D21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016 / 117</a:t>
            </a:r>
          </a:p>
        </p:txBody>
      </p:sp>
    </p:spTree>
    <p:extLst>
      <p:ext uri="{BB962C8B-B14F-4D97-AF65-F5344CB8AC3E}">
        <p14:creationId xmlns:p14="http://schemas.microsoft.com/office/powerpoint/2010/main" val="74123039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862C33-4A20-413B-9815-860D38484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1교시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AD28EB-67D5-4293-A02A-72269D10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프로필 저장소 만들기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875DB5-2D18-4BAA-A962-19077EAF9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GitHub 오른쪽 위 +에서 New repository를 선택합니다. Owner가 내 계정인지 확인합니다.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9DE509-8CC0-417B-8B50-E06723C0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Repository name에 내 username을 그대로 입력합니다. 예: username이 mina-lab이면 저장소 이름도 mina-lab입니다.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F519C5-2EFE-457A-9E41-4B815791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379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Public을 선택하고 Add README를 켭니다. 이 프로필 파일은 누구나 볼 수 있으니 개인정보는 적지 않습니다.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607AC-A0C8-41AF-8A9E-D493D7C2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3db324e1d8e247c0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15F1C7-512F-4DB7-9732-43178E442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017 / 117</a:t>
            </a:r>
          </a:p>
        </p:txBody>
      </p:sp>
    </p:spTree>
    <p:extLst>
      <p:ext uri="{BB962C8B-B14F-4D97-AF65-F5344CB8AC3E}">
        <p14:creationId xmlns:p14="http://schemas.microsoft.com/office/powerpoint/2010/main" val="190474370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6A89F0-1C8A-4CB4-85CF-EC3736A0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1교시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5B53AA-0962-47F2-A40A-D0FA4DFC7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프로필 저장소 만들기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FD194B-69F4-4102-88C5-77CAE3A5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Create repository를 누른 뒤 README 편집에서 자기소개 한 줄을 쓰고 Commit changes로 기록합니다.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4C0B41-528E-4F7C-A629-22069A57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5. 프로필 주소를 다시 열어 소개가 나타나는지 확인합니다. 이 저장소와 나중에 만들 작품 저장소는 별개입니다.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ED86CB-D475-4C09-AF7F-F69E0CFE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48fea9a066414d87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ABFA25-54DD-4C04-BE00-905900CF6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018 / 117</a:t>
            </a:r>
          </a:p>
        </p:txBody>
      </p:sp>
    </p:spTree>
    <p:extLst>
      <p:ext uri="{BB962C8B-B14F-4D97-AF65-F5344CB8AC3E}">
        <p14:creationId xmlns:p14="http://schemas.microsoft.com/office/powerpoint/2010/main" val="28723471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4AD697-4776-4F33-9DDD-F4BD6C82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1교시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1846EE-CBA1-433B-8412-189C5A00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프로필 저장소 만들기 · 공식 화면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85AA73-FC8F-4849-9DCA-E9461EB3E1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ca17663cf44cef"/>
          <a:stretch xmlns:a="http://schemas.openxmlformats.org/drawingml/2006/main"/>
        </p:blipFill>
        <p:spPr>
          <a:xfrm xmlns:a="http://schemas.openxmlformats.org/drawingml/2006/main">
            <a:off x="3515168" y="1762125"/>
            <a:ext cx="5161664" cy="36385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9E86EF-FEF1-4B3A-A2D5-47EBDA29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89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공식 안내 화면의 메뉴 이름을 내 화면에서 찾아보세요.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085802-BB4C-44CD-B97B-EF2BF19FD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7c9c3b799f7f4959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F10C2A-D4F1-40E2-B358-2E9A66C6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019 / 117</a:t>
            </a:r>
          </a:p>
        </p:txBody>
      </p:sp>
    </p:spTree>
    <p:extLst>
      <p:ext uri="{BB962C8B-B14F-4D97-AF65-F5344CB8AC3E}">
        <p14:creationId xmlns:p14="http://schemas.microsoft.com/office/powerpoint/2010/main" val="58769447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F4E126-6C22-4B58-880E-756CB76CB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1교시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D07BAD-62FE-4CBD-B37C-9D2003D8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프로필 저장소 만들기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25C74A-276D-4C84-99DF-1AB7BC0E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프로필에 자기소개 한 줄이 보입니다.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BF264-FA16-42C4-8B57-BDE09B63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소개가 없으면 username과 저장소 이름·Public·루트의 README.md·내용 유무를 확인합니다. 이미 같은 저장소가 있으면 새로 만들지 않고 사용합니다.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A97704-111F-4A7A-AD8A-F9E6C220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d63a996cf8c140f4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02EE44-EA1A-405E-ACBE-3AA8EAB9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020 / 117</a:t>
            </a:r>
          </a:p>
        </p:txBody>
      </p:sp>
    </p:spTree>
    <p:extLst>
      <p:ext uri="{BB962C8B-B14F-4D97-AF65-F5344CB8AC3E}">
        <p14:creationId xmlns:p14="http://schemas.microsoft.com/office/powerpoint/2010/main" val="212454927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4F5454-B0BB-4888-949E-7F06473F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1교시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AF256-41AA-4263-84BD-FB322BF9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프로필 저장소 만들기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41B386-A807-4DD5-9456-737238E6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private 저장소여도 프로필 소개로 보일까요?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028D39-0DD9-48E8-BC25-AAB92625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README 표시 조건은 public 저장소입니다.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1D5D47-89AB-4A9A-B568-58D5355C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021 / 117</a:t>
            </a:r>
          </a:p>
        </p:txBody>
      </p:sp>
    </p:spTree>
    <p:extLst>
      <p:ext uri="{BB962C8B-B14F-4D97-AF65-F5344CB8AC3E}">
        <p14:creationId xmlns:p14="http://schemas.microsoft.com/office/powerpoint/2010/main" val="205139310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837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B81FAD-F550-47CC-8220-D5673BE5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896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rPr>
              <a:t>GIT / GITHUB  · 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FC1DE3-47E1-42BF-8FCD-8C19831F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108966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Git·Desktop 설치와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798DCD-FD56-4B7E-A77C-22BC84B4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0"/>
            <a:ext cx="10477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11:00–11:50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완료한 뒤 먼저 끝난 활동을 확장해 보세요.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B2E2C8-5685-41D2-9452-72C1D830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022 / 117</a:t>
            </a:r>
          </a:p>
        </p:txBody>
      </p:sp>
    </p:spTree>
    <p:extLst>
      <p:ext uri="{BB962C8B-B14F-4D97-AF65-F5344CB8AC3E}">
        <p14:creationId xmlns:p14="http://schemas.microsoft.com/office/powerpoint/2010/main" val="124578754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66806-73DB-4178-9B11-C9BC4BE9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9174C-F210-413F-9D58-5B3C2126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 설치와 터미널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6FB44B-C5D5-4E87-A3AB-69FD5300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설치는 PC에 프로그램을 사용할 수 있게 준비하는 과정입니다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AF6F9C-6372-440C-956C-177B606A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터미널은 글자로 명령을 입력하는 창입니다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36B6C4-0BF3-418F-B4E8-B1886A67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오늘은 Windows 기준으로 설명합니다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BD666C-15C7-4DFE-B000-57E129BB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macOS는 Git 공식 설치 페이지에서 해당 운영체제를 선택합니다.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705C9A-20AC-4415-804A-9067CE9E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b9c5e174e7d647fe"/>
              </a:rPr>
              <a:t>공식 안내 열기 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B6607-01CF-4A94-95C2-04F496D4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023 / 117</a:t>
            </a:r>
          </a:p>
        </p:txBody>
      </p:sp>
    </p:spTree>
    <p:extLst>
      <p:ext uri="{BB962C8B-B14F-4D97-AF65-F5344CB8AC3E}">
        <p14:creationId xmlns:p14="http://schemas.microsoft.com/office/powerpoint/2010/main" val="41565524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FF398-0D06-4D61-93E1-1FD079D6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9BFF5A-79D2-4535-9D67-1E8B5DFB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 설치와 터미널 확인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28059F-87A3-4A4D-89B2-667A3CA05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Git 공식 Windows 설치 페이지에서 PC에 맞는 설치 파일을 받습니다. 학교 PC에서 권한이 막히면 강사에게 알립니다.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7927D3-2F88-40FF-B0BE-92F259C87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설치 화면에서 특별한 기관 설정이 없다면 기본값으로 진행합니다. 편집기 선택에서는 설치된 VS Code 또는 익숙한 편집기를 선택합니다.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14D515-8066-45B5-AD46-E4CF67A2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379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설치가 끝나면 열려 있던 터미널을 닫고 PowerShell을 새로 엽니다.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8C73C0-C105-420B-BD27-124AE469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78dddc5c46ac4073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FFCE1D-8AFD-49ED-A008-C2C71347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024 / 117</a:t>
            </a:r>
          </a:p>
        </p:txBody>
      </p:sp>
    </p:spTree>
    <p:extLst>
      <p:ext uri="{BB962C8B-B14F-4D97-AF65-F5344CB8AC3E}">
        <p14:creationId xmlns:p14="http://schemas.microsoft.com/office/powerpoint/2010/main" val="82595962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43B815-B1E6-470A-B60C-483326E0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5A5B30-4843-4E63-8AEE-50F8EC27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 설치와 터미널 확인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0022EA-523C-4A47-AA48-ACAD24ED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git --version을 입력하고 Enter를 누릅니다. 아래 예의 버전 숫자는 PC마다 다를 수 있습니다.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EBA274-D7C1-4588-8E9C-B692AF25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5. 버전 문장이 표시되면 설치 확인을 마칩니다. GitHub 로그인과 Git 설치는 별개입니다.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8083CF-B0B2-4056-8038-43D3624D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4a0609c95d2444da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AA55CD-DFED-4516-A5A1-5B228EDB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025 / 117</a:t>
            </a:r>
          </a:p>
        </p:txBody>
      </p:sp>
    </p:spTree>
    <p:extLst>
      <p:ext uri="{BB962C8B-B14F-4D97-AF65-F5344CB8AC3E}">
        <p14:creationId xmlns:p14="http://schemas.microsoft.com/office/powerpoint/2010/main" val="97871338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2FC713-84FB-4C8B-90AB-3BC9DD68B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2986BC-436C-452F-BD95-B3005D68F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 설치와 터미널 확인 · 예제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250FA1-E1F6-4D2A-9B7B-12153AD55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 --version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D3D151-EC07-41F9-B60C-2B285E344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6291d551a2514f22"/>
              </a:rPr>
              <a:t>공식 안내 열기 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7C1396-2533-4358-99E7-1EBB97A5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026 / 117</a:t>
            </a:r>
          </a:p>
        </p:txBody>
      </p:sp>
    </p:spTree>
    <p:extLst>
      <p:ext uri="{BB962C8B-B14F-4D97-AF65-F5344CB8AC3E}">
        <p14:creationId xmlns:p14="http://schemas.microsoft.com/office/powerpoint/2010/main" val="69620537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E00125-FC9D-4E43-9248-FB6C1723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1975E3-0F6C-431C-A69A-ED1AFFC0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 설치와 터미널 확인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E82DB7-14EC-4847-9E69-7B0C56DC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 version으로 시작하는 문장이 나옵니다.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6BABD3-B889-49B0-975D-DF7FC724C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git을 찾을 수 없으면 터미널 재시작 후 설치 완료와 PATH 설정을 확인합니다. 임의의 보안 설정을 끄지 않습니다. Desktop 작업은 별도로 계속할 수 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FB08AA-52AF-4656-B67F-D68CCC1E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1e0d1dd225f0481b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9186BD-4EA4-40A1-A477-3AD16D37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027 / 117</a:t>
            </a:r>
          </a:p>
        </p:txBody>
      </p:sp>
    </p:spTree>
    <p:extLst>
      <p:ext uri="{BB962C8B-B14F-4D97-AF65-F5344CB8AC3E}">
        <p14:creationId xmlns:p14="http://schemas.microsoft.com/office/powerpoint/2010/main" val="12178682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3B4D56-F275-4A79-BBA2-1CDE9630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3A420D-4083-47B6-A340-DBBA0E4B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 설치와 터미널 확인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0FCF1D-A094-457F-8B14-F83BECF9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git --version이 성공하면 GitHub 로그인도 된 건가요?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5E0618-CCEF-46EC-98B3-20B8461D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아닙니다. PC의 Git 설치만 확인한 것입니다.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311255-8904-49AA-8444-D81374CE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028 / 117</a:t>
            </a:r>
          </a:p>
        </p:txBody>
      </p:sp>
    </p:spTree>
    <p:extLst>
      <p:ext uri="{BB962C8B-B14F-4D97-AF65-F5344CB8AC3E}">
        <p14:creationId xmlns:p14="http://schemas.microsoft.com/office/powerpoint/2010/main" val="189382531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CDFCE8-6ABD-4B44-B033-62DA1541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520C6A-D8DF-45B9-8AD7-275883C0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GitHub Desktop 설치·브라우저 로그인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AE73E3-215D-45E6-9718-0EE584CC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Desktop은 변경된 줄과 이력을 눈으로 확인하는 프로그램입니다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012988-9295-40AF-A3AC-01ECBF2F9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Desktop에 연결할 계정과 브라우저에서 로그인한 계정이 같아야 내 저장소를 쉽게 찾을 수 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695980-F083-4C48-A010-A952BA42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480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 명령용 비밀번호를 새로 만드는 활동은 하지 않습니다.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6F952F-19D2-4D94-846A-4B2ADDB36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84d1c1b8c32444be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8994B-77BE-4912-8224-C8FA860A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029 / 117</a:t>
            </a:r>
          </a:p>
        </p:txBody>
      </p:sp>
    </p:spTree>
    <p:extLst>
      <p:ext uri="{BB962C8B-B14F-4D97-AF65-F5344CB8AC3E}">
        <p14:creationId xmlns:p14="http://schemas.microsoft.com/office/powerpoint/2010/main" val="57072338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014E39-0AE1-4B2A-AF48-8592DEAE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00175F-563A-41A0-9CE6-2CE56B5E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GitHub Desktop 설치·브라우저 로그인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7A25C0-5A83-4E7B-BFBB-4C3FDED3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desktop.github.com에서 운영체제에 맞는 설치 파일을 받아 실행합니다.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95FE11-F208-446B-8AD2-68CE9781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2316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Desktop의 Sign in to GitHub.com을 누릅니다. 브라우저가 열리면 오른쪽 위 계정이 내 계정인지 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56059E-30E6-4747-B01A-03462104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4518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브라우저에 표시된 GitHub Desktop 인증 내용을 확인하고 연결을 진행합니다. 브라우저가 앱을 열겠다고 물으면 GitHub Desktop으로 돌아갑니다.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C44FFE-96AA-446E-9B81-F60CDFF0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42f80ad57070454d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9F7278-96FE-46FC-9BC0-7E8835FE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030 / 117</a:t>
            </a:r>
          </a:p>
        </p:txBody>
      </p:sp>
    </p:spTree>
    <p:extLst>
      <p:ext uri="{BB962C8B-B14F-4D97-AF65-F5344CB8AC3E}">
        <p14:creationId xmlns:p14="http://schemas.microsoft.com/office/powerpoint/2010/main" val="181545074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F850E0-1F6A-44E3-916C-5B27C9DE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8F91B4-DAAC-468D-8EBE-4399C520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GitHub Desktop 설치·브라우저 로그인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1091B6-5B8B-4636-9B0D-0A45E5184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Git 설정의 이름과 이메일을 확인합니다. 이메일 공개를 원치 않으면 GitHub Settings → Emails에서 제공한 noreply 주소를 직접 확인해 사용합니다.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D4B88C-263E-4EE1-A226-9FAD4AA7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5. Desktop File → Options → Accounts에서 연결된 계정을 확인합니다. 먼저 끝나면 File → Options의 편집기 설정도 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C45DED-8E49-45E1-B27E-8F04B5604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f90ad824c241429c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A0E8B2-5816-42E7-8BAF-E7AD33AE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031 / 117</a:t>
            </a:r>
          </a:p>
        </p:txBody>
      </p:sp>
    </p:spTree>
    <p:extLst>
      <p:ext uri="{BB962C8B-B14F-4D97-AF65-F5344CB8AC3E}">
        <p14:creationId xmlns:p14="http://schemas.microsoft.com/office/powerpoint/2010/main" val="103492400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E8A54-02DB-4940-A47C-D7E83C5D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44DFB-3F83-4383-B7CB-DDAF6DA2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GitHub Desktop 설치·브라우저 로그인 · 공식 화면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28E05B-87E8-4A87-86FF-8A3BBDE269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2fdf9b196c4245"/>
          <a:stretch xmlns:a="http://schemas.openxmlformats.org/drawingml/2006/main"/>
        </p:blipFill>
        <p:spPr>
          <a:xfrm xmlns:a="http://schemas.openxmlformats.org/drawingml/2006/main">
            <a:off x="3749921" y="1762125"/>
            <a:ext cx="4692159" cy="36385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C2FF51-393B-4ABC-8E28-CBB8A1285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89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공식 안내 화면의 메뉴 이름을 내 화면에서 찾아보세요.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5BF21-F9E4-477A-AC17-37E23732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1d11d10fa07744a4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A0039E-C8F3-4E75-9989-38D3BAE9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032 / 117</a:t>
            </a:r>
          </a:p>
        </p:txBody>
      </p:sp>
    </p:spTree>
    <p:extLst>
      <p:ext uri="{BB962C8B-B14F-4D97-AF65-F5344CB8AC3E}">
        <p14:creationId xmlns:p14="http://schemas.microsoft.com/office/powerpoint/2010/main" val="110740535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59B89C-9629-4172-921C-B2994227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D42BB9-5272-4F98-80D1-0BDAC550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GitHub Desktop 설치·브라우저 로그인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383367-E4F6-455F-A8CF-B9480630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Desktop에 내 계정이 표시됩니다.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66F1D2-B678-4963-AA46-148C8CED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다른 계정이 연결됐으면 Desktop과 브라우저 계정을 각각 확인합니다. 인증 실패 시 브라우저 로그인과 기관 네트워크를 확인하고 반복 클릭으로 새 계정을 만들지 않습니다.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E5272E-DED5-4EBB-BA57-5A7B9351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fe111d2cb95846d1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F978E2-C976-4644-9072-E29BC494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033 / 117</a:t>
            </a:r>
          </a:p>
        </p:txBody>
      </p:sp>
    </p:spTree>
    <p:extLst>
      <p:ext uri="{BB962C8B-B14F-4D97-AF65-F5344CB8AC3E}">
        <p14:creationId xmlns:p14="http://schemas.microsoft.com/office/powerpoint/2010/main" val="117235083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6486B1-44C3-41D7-8197-5CA08813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6475D6-0F58-4157-B956-A8912D68D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GitHub Desktop 설치·브라우저 로그인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909967-9A37-4EC4-B169-7C539AB7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PC 사용자 이름과 GitHub username은 같아야 하나요?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B5ED26-50E4-46A9-B825-8B3520E0A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8877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같을 필요 없습니다. Desktop에 연결한 GitHub 계정을 확인하면 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B5772A-D31D-40F0-A5A4-DC2A984F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034 / 117</a:t>
            </a:r>
          </a:p>
        </p:txBody>
      </p:sp>
    </p:spTree>
    <p:extLst>
      <p:ext uri="{BB962C8B-B14F-4D97-AF65-F5344CB8AC3E}">
        <p14:creationId xmlns:p14="http://schemas.microsoft.com/office/powerpoint/2010/main" val="169896006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966990-C810-4AFF-B31B-D0F3A88B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21E62B-5A4B-4697-9F19-E6909DEB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저장소를 PC로 clone하기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2F245-1E64-42F1-811B-7545FBB5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clone은 파일뿐 아니라 저장소의 이력도 내 PC로 가져오는 작업입니다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49E0E1-F8F5-4377-9828-7C765E3B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ZIP 다운로드와 다릅니다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1A7C5-ABE4-4AB1-8D9F-84772C66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지금부터 README를 수정할 위치는 clone한 폴더입니다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150EF5-2227-4DF9-8A2F-5C38EDE4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다른 폴더의 복사본을 고치면 Desktop에서 변경이 보이지 않습니다.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1662D0-1C25-4F34-8E56-CBE0808FE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bd30ad1e469142ee"/>
              </a:rPr>
              <a:t>공식 안내 열기 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F58C4D-2DEC-46DB-815A-F41927B0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035 / 117</a:t>
            </a:r>
          </a:p>
        </p:txBody>
      </p:sp>
    </p:spTree>
    <p:extLst>
      <p:ext uri="{BB962C8B-B14F-4D97-AF65-F5344CB8AC3E}">
        <p14:creationId xmlns:p14="http://schemas.microsoft.com/office/powerpoint/2010/main" val="68888782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77EC95-8538-4762-A5F3-90779294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CE51AD-54D4-4819-BF7D-530C20F4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저장소를 PC로 clone하기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6C3F93-5BDA-449A-8392-0286B0B1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브라우저에서 내 프로필 저장소를 엽니다. 초록색 Code → Open with GitHub Desktop을 선택합니다.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839CFA-9D79-424E-9BAF-68DEF683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Desktop의 Local path에서 문서/GitPractice 같은 연습 위치를 고릅니다. 경로를 개인 메모에 적고 Clone을 누릅니다.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09E3E8-80A2-4A56-8BA9-D2D9A052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379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Current repository가 내 username 저장소인지 확인합니다.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4950C7-C7F3-455D-BC39-237B2906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0e45f9bc2ff0455c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356593-70A6-42CA-B5BB-254C9773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036 / 117</a:t>
            </a:r>
          </a:p>
        </p:txBody>
      </p:sp>
    </p:spTree>
    <p:extLst>
      <p:ext uri="{BB962C8B-B14F-4D97-AF65-F5344CB8AC3E}">
        <p14:creationId xmlns:p14="http://schemas.microsoft.com/office/powerpoint/2010/main" val="133901517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7E45B9-5444-4D03-8E23-814DC2E6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EEC766-1D92-451F-97D5-114DED4F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저장소를 PC로 clone하기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584EBE-E658-4B38-968F-15455B21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Repository → Show in Explorer로 폴더를 열고 README.md를 찾습니다.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0FF1A9-A554-4D62-A9AD-7056C724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2316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5. README.md를 편집기로 열어 봅니다. Desktop의 History에는 웹에서 만든 첫 기록이 보입니다.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A86162-7622-4DC2-BE57-A7CB7323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b754c4a5f7ac45a6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6519E3-6ABC-4A92-B964-9D3EF9B7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037 / 117</a:t>
            </a:r>
          </a:p>
        </p:txBody>
      </p:sp>
    </p:spTree>
    <p:extLst>
      <p:ext uri="{BB962C8B-B14F-4D97-AF65-F5344CB8AC3E}">
        <p14:creationId xmlns:p14="http://schemas.microsoft.com/office/powerpoint/2010/main" val="76975195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971672-0853-4C76-894F-A100EA6E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D00956-4F42-49AF-ABC1-4D77FA00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저장소를 PC로 clone하기 · 공식 화면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10AEB3-DBE5-4A98-BF2F-5B8200F571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8cbab7b3f24b54"/>
          <a:stretch xmlns:a="http://schemas.openxmlformats.org/drawingml/2006/main"/>
        </p:blipFill>
        <p:spPr>
          <a:xfrm xmlns:a="http://schemas.openxmlformats.org/drawingml/2006/main">
            <a:off x="4110473" y="1762125"/>
            <a:ext cx="3971055" cy="36385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0D63B3-2E64-454F-972B-3B222949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89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공식 안내 화면의 메뉴 이름을 내 화면에서 찾아보세요.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C3C2BF-0036-4136-BC70-2D84D499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fe27a6824d514605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019B79-2499-4288-8C07-C4AEB9C4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038 / 117</a:t>
            </a:r>
          </a:p>
        </p:txBody>
      </p:sp>
    </p:spTree>
    <p:extLst>
      <p:ext uri="{BB962C8B-B14F-4D97-AF65-F5344CB8AC3E}">
        <p14:creationId xmlns:p14="http://schemas.microsoft.com/office/powerpoint/2010/main" val="88294878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8647B-6A29-4ED9-893C-84A30004F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885FB7-77B9-4073-90DD-67E21335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저장소를 PC로 clone하기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1D0326-DE44-479F-8592-3EEFC2CC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PC에 README.md와 Git 이력이 있고 Desktop에서 저장소를 선택할 수 있습니다.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160902-77C3-43F1-BDD5-8D25A10E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003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Repository not found는 주소·계정·접근 권한을 확인합니다. 변경이 안 보이면 Show in Explorer로 연 폴더에서 편집했는지 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4E191-3FFF-46E7-9FDD-3B0CA642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bff04121e49c4593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523A6F-1BE3-4424-ADED-F3502C95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039 / 117</a:t>
            </a:r>
          </a:p>
        </p:txBody>
      </p:sp>
    </p:spTree>
    <p:extLst>
      <p:ext uri="{BB962C8B-B14F-4D97-AF65-F5344CB8AC3E}">
        <p14:creationId xmlns:p14="http://schemas.microsoft.com/office/powerpoint/2010/main" val="110863967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E219B-3DDA-41DA-BFEE-CD47B259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2교시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7864E7-6A70-4312-8389-35BAD18A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저장소를 PC로 clone하기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F6E48C-BDD2-453D-978A-527D4A97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ZIP을 받아 풀면 같은 Git 작업 폴더가 될까요?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C210C-72FF-4773-AEBF-E5475AFF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8877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일반 ZIP 다운로드에는 Git 이력이 포함되지 않으므로 같은 작업 방식이 아닙니다.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1E51AA-0C2C-4B3A-9E8F-3CD74A98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040 / 117</a:t>
            </a:r>
          </a:p>
        </p:txBody>
      </p:sp>
    </p:spTree>
    <p:extLst>
      <p:ext uri="{BB962C8B-B14F-4D97-AF65-F5344CB8AC3E}">
        <p14:creationId xmlns:p14="http://schemas.microsoft.com/office/powerpoint/2010/main" val="21748325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1837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68247F-9ABA-4D42-B9D2-90367186B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896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rPr>
              <a:t>GIT / GITHUB  · 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1891D-BC08-44F5-8F2B-132E79B0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108966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README·프로필·이미지와 GIF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9A6953-E0F7-4474-B094-058E2EC8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0"/>
            <a:ext cx="10477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13:00–13:50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완료한 뒤 먼저 끝난 활동을 확장해 보세요.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6E9295-7B77-4E85-87BC-53AE1A2C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041 / 117</a:t>
            </a:r>
          </a:p>
        </p:txBody>
      </p:sp>
    </p:spTree>
    <p:extLst>
      <p:ext uri="{BB962C8B-B14F-4D97-AF65-F5344CB8AC3E}">
        <p14:creationId xmlns:p14="http://schemas.microsoft.com/office/powerpoint/2010/main" val="169191227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41269C-8B85-4A77-9553-F8ECB24D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F5A87D-3A2D-4858-8A58-E422B88B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Markdown으로 자기소개 쓰기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A14B80-98DF-42C9-ADED-922EDB74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Markdown은 제목·목록·링크처럼 글의 구조를 표시하는 간단한 문법입니다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1B5112-915B-4EA0-875F-9E473A85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# 뒤에는 공백을 넣고 제목을 씁니다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B2068E-3766-4813-AA55-43B8DF9B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대괄호는 화면에 보일 글, 소괄호는 이동할 주소입니다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D7E44-1AD1-4A06-B21E-0D954577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README는 프로그램 코드가 아니라 설명 문서입니다.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FFAA7A-6356-4CC1-82F7-DC237E68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cbd32d13addb48f0"/>
              </a:rPr>
              <a:t>공식 안내 열기 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22C099-F98D-4B9C-940A-C10500193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042 / 117</a:t>
            </a:r>
          </a:p>
        </p:txBody>
      </p:sp>
    </p:spTree>
    <p:extLst>
      <p:ext uri="{BB962C8B-B14F-4D97-AF65-F5344CB8AC3E}">
        <p14:creationId xmlns:p14="http://schemas.microsoft.com/office/powerpoint/2010/main" val="2633313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6D1B36-8FCF-4640-94AA-D8209EC9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ADDFED-7FD9-4FA5-992E-557B585C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Markdown으로 자기소개 쓰기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6F9381-5D1B-4BDC-8626-729A134B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PC의 README.md를 열고 예제를 붙여넣습니다. 내 관심 분야와 배우는 내용으로 문장을 바꿉니다.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934F46-4E1A-47A1-B4E1-C9F426A52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제목의 #, 목록의 -, 굵은 글씨의 **를 한 종류씩 적용합니다.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212C18-F142-4259-8275-674FBC47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4518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링크 예시의 문구와 주소를 구별합니다. 예시 계정 주소는 그대로 제출하지 않고 본인 주소로 바꿉니다.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9BB243-2C0F-4C3D-9F2F-C30F5D0D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c62030f0120f4ffd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91EB47-85CE-4E73-AD91-C4EB9C0C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043 / 117</a:t>
            </a:r>
          </a:p>
        </p:txBody>
      </p:sp>
    </p:spTree>
    <p:extLst>
      <p:ext uri="{BB962C8B-B14F-4D97-AF65-F5344CB8AC3E}">
        <p14:creationId xmlns:p14="http://schemas.microsoft.com/office/powerpoint/2010/main" val="2146854708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17D148-CA6F-4415-AC36-2AD86C04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0636A5-13B1-43CE-AD61-DB34C8C9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Markdown으로 자기소개 쓰기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1A0088-CCD2-4613-96B3-3F52A97D7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Ctrl+S로 저장합니다. Markdown 미리보기가 있는 편집기라면 미리보기를 엽니다.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4E9550-0AD7-49E3-B77D-D852CAF0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2316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5. Desktop Changes에서 내가 바꾼 문장을 찾습니다. 이 단계는 아직 PC 변경이며 웹 반영은 뒤에서 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53B18-0695-4EF8-959E-D172B9FEE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545e5d2e029a4709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B03173-5F3E-4889-A8EC-2E3C9CB88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044 / 117</a:t>
            </a:r>
          </a:p>
        </p:txBody>
      </p:sp>
    </p:spTree>
    <p:extLst>
      <p:ext uri="{BB962C8B-B14F-4D97-AF65-F5344CB8AC3E}">
        <p14:creationId xmlns:p14="http://schemas.microsoft.com/office/powerpoint/2010/main" val="458903498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0924F8-9E71-4229-97A7-166E9F2A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95C10C-2551-4BD9-AB94-4E0540D18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Markdown으로 자기소개 쓰기 · 예제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9EAC0-53FD-4AE3-BE25-D8456728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# 안녕하세요!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Python을 배우며 생활 속 불편을 해결하고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## 배우는 중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- **Python**: 작은 프로그램 만들기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- **Git**: 변경 기록하기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[GitHub 공식 안내](https://docs.github.com/)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CE6B2C-4A78-4983-B8F4-01F000FF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ecf7a279c3cc498e"/>
              </a:rPr>
              <a:t>공식 안내 열기 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BC7B9C-FA08-4A2E-B948-2F0EA294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045 / 117</a:t>
            </a:r>
          </a:p>
        </p:txBody>
      </p:sp>
    </p:spTree>
    <p:extLst>
      <p:ext uri="{BB962C8B-B14F-4D97-AF65-F5344CB8AC3E}">
        <p14:creationId xmlns:p14="http://schemas.microsoft.com/office/powerpoint/2010/main" val="106308063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87A1EE-6DCD-45AB-8F77-483A13C6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570CF4-0617-42DA-810F-C7118EDB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Markdown으로 자기소개 쓰기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39E0DD-E62F-4A1D-9A5E-51887033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제목·목록·링크가 있는 자기소개 초안이 저장됩니다.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06FDE-6DF7-4A1C-B1D1-337A9B01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전체가 코드처럼 보이면 불필요한 ``` 줄을 지웁니다. README.md.txt라면 탐색기의 파일 확장명 표시를 켜고 이름을 바로잡습니다.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0A36EA-7732-4425-A9C7-51EEA5D8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38dee42716d54588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99A258-4E73-4249-A4E6-69CF4680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046 / 117</a:t>
            </a:r>
          </a:p>
        </p:txBody>
      </p:sp>
    </p:spTree>
    <p:extLst>
      <p:ext uri="{BB962C8B-B14F-4D97-AF65-F5344CB8AC3E}">
        <p14:creationId xmlns:p14="http://schemas.microsoft.com/office/powerpoint/2010/main" val="4378862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257598-8595-4BD1-9AC6-41C5F096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611B3D-B424-4235-9D1F-81489DE7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Markdown으로 자기소개 쓰기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AD8CCA-6C21-453C-857E-1026770A5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Markdown에서 #과 Python에서 #은 같은 뜻인가요?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AAA741-5074-4180-82D4-19EE718B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8877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파일 형식이 다르면 역할도 다릅니다. Markdown에서는 제목, Python에서는 주석입니다.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8F8A9-ABE6-454E-9B9C-BA8F447B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047 / 117</a:t>
            </a:r>
          </a:p>
        </p:txBody>
      </p:sp>
    </p:spTree>
    <p:extLst>
      <p:ext uri="{BB962C8B-B14F-4D97-AF65-F5344CB8AC3E}">
        <p14:creationId xmlns:p14="http://schemas.microsoft.com/office/powerpoint/2010/main" val="1849190567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D1760F-08B7-46F7-98B1-567DF334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4CB98-06C1-4EA4-9B45-24F39DF8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소개와 꾸미기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F3FE92-68EE-4DD5-9B2F-49D208FB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프로필은 다른 사람이 나와 작품을 이해하는 첫 화면입니다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1BBAC6-2A26-46CD-826B-19E4F5E5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소개는 실제로 배우거나 만든 내용으로 씁니다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783DDA-54A2-420D-84EA-D360F7C7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꾸밈은 제목·간격·이미지·배지 순서로 조금씩 추가하면 깨진 부분을 찾기 쉽습니다.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5E8475-6340-4DAA-9CA4-1711B090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3802bea42eb6418c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A007B6-10B5-437F-9167-17947977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048 / 117</a:t>
            </a:r>
          </a:p>
        </p:txBody>
      </p:sp>
    </p:spTree>
    <p:extLst>
      <p:ext uri="{BB962C8B-B14F-4D97-AF65-F5344CB8AC3E}">
        <p14:creationId xmlns:p14="http://schemas.microsoft.com/office/powerpoint/2010/main" val="43138916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FDEB80-CD4C-4539-888E-5B2EB6FD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D4591-8C7A-4767-8BA6-A20C1F73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소개와 꾸미기 순서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4CC054-DAB2-470C-9BE3-8498545A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자기소개를 한 문장으로 씁니다. 예: Python으로 작은 생활 도구를 만드는 연습을 하고 있습니다.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0C418A-0EAA-4D30-9BD8-A2901F3A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관심 분야·배우는 기술·만드는 프로젝트를 소제목으로 나눕니다. 연락처는 필수가 아닙니다.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AD5BAE-D40E-4375-B55E-32997F23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379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실습 ZIP의 profile/README-basic.md 또는 README-decorated.md를 출발점으로 사용합니다. 기존 README는 덮어쓰기 전에 따로 복사해 둡니다.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10E7E3-390C-4A78-9189-4A0A845A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ea815c6d3e284935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66A454-6170-4E67-8A80-99F3947A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049 / 117</a:t>
            </a:r>
          </a:p>
        </p:txBody>
      </p:sp>
    </p:spTree>
    <p:extLst>
      <p:ext uri="{BB962C8B-B14F-4D97-AF65-F5344CB8AC3E}">
        <p14:creationId xmlns:p14="http://schemas.microsoft.com/office/powerpoint/2010/main" val="108340977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CB846-F3E1-49A1-AC3A-13D55FBD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0E9652-55F7-4FC5-89D8-FAE07BB2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소개와 꾸미기 순서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2DD59-1CC7-4A06-BCDB-DE522999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내가 쓰지 않는 항목은 지웁니다. GitHub username, 작품 이름, 링크는 본인 내용으로 바꿉니다.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C112BB-9D41-4E4C-9D82-61754609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5. 자기소개만 먼저 완성하고 이미지와 배지는 다음 활동에서 추가합니다.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C3E481-5AA0-4A00-8677-5E4799C7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a33dceaa63e846ca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5ABD63-4A83-4812-944F-EE5B500F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050 / 117</a:t>
            </a:r>
          </a:p>
        </p:txBody>
      </p:sp>
    </p:spTree>
    <p:extLst>
      <p:ext uri="{BB962C8B-B14F-4D97-AF65-F5344CB8AC3E}">
        <p14:creationId xmlns:p14="http://schemas.microsoft.com/office/powerpoint/2010/main" val="5423122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F79FC2-0D90-4943-86CD-0C70FA92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96FED5-505A-48E2-ABD6-DCB014C6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소개와 꾸미기 순서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79616-BE68-43FB-8891-103654061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자기소개·관심 분야·학습 내용·작품 소개가 정리됩니다.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F8797D-B6CE-4E60-87B8-48ED13AF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한꺼번에 긴 템플릿을 넣어 깨지면 마지막 정상 문서로 돌아가 한 단락씩 추가합니다. 모르는 기술을 숙련한 것처럼 적지 않습니다.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C04019-8816-4627-9848-93D34031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5b42af9805d34e6b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C756D8-A825-4C62-87BF-96AFFC47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051 / 117</a:t>
            </a:r>
          </a:p>
        </p:txBody>
      </p:sp>
    </p:spTree>
    <p:extLst>
      <p:ext uri="{BB962C8B-B14F-4D97-AF65-F5344CB8AC3E}">
        <p14:creationId xmlns:p14="http://schemas.microsoft.com/office/powerpoint/2010/main" val="1020791038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5404C6-2733-4E62-B061-35BF54CD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B86FB2-F080-4DB5-9556-BBF831FE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소개와 꾸미기 순서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F68121-123A-4B2B-B1A1-6A721FA5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배지를 많이 붙이면 실력이 증명되나요?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0252A6-68D2-4B61-AA53-D5F70791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8877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배지는 표시용 이미지입니다. 실제 작품과 설명이 학습 내용을 보여 줍니다.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48080C-7139-43F7-95B1-E44F3CF8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052 / 117</a:t>
            </a:r>
          </a:p>
        </p:txBody>
      </p:sp>
    </p:spTree>
    <p:extLst>
      <p:ext uri="{BB962C8B-B14F-4D97-AF65-F5344CB8AC3E}">
        <p14:creationId xmlns:p14="http://schemas.microsoft.com/office/powerpoint/2010/main" val="1330849760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D5EB50-F166-4EA5-94BD-D6EB603F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54CAE1-AD11-4B9A-AA69-E56CCC1A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이미지·GIF·움짤 넣기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189FDE-8393-4705-B920-425A6978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GIF는 여러 그림을 순서대로 보여 주는 이미지 파일입니다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27C2B2-28F2-4B0B-AA46-94F6AEF5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README에도 넣을 수 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1AF6D4-712C-42E6-8605-D95C3C68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파일 이름만 .gif로 바꾼다고 영상이 GIF가 되지는 않습니다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9F9A96-C1CC-4DE0-9901-962E14A1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먼저 짧고 작은 예제 GIF를 넣고, 나중에 본인 프로그램 시연으로 바꿉니다.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F2D495-EE81-4948-8ABB-6235A566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ce46e1480a934c0e"/>
              </a:rPr>
              <a:t>공식 안내 열기 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DEAED-8D0A-479C-AAFF-979BEE0D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053 / 117</a:t>
            </a:r>
          </a:p>
        </p:txBody>
      </p:sp>
    </p:spTree>
    <p:extLst>
      <p:ext uri="{BB962C8B-B14F-4D97-AF65-F5344CB8AC3E}">
        <p14:creationId xmlns:p14="http://schemas.microsoft.com/office/powerpoint/2010/main" val="1924327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AC922-E11A-423A-9580-95AD5C19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273F90-0D40-4445-BCD8-4CE144D54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이미지·GIF·움짤 넣기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F619B1-3E66-4FDE-9BC0-2CF01ABE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실습 ZIP의 assets/demo.gif를 README가 있는 저장소의 assets 폴더로 복사합니다. assets 폴더가 없으면 직접 만듭니다.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100AAF-CB18-4306-9B7B-F270B638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README에 아래 이미지 문법을 넣습니다. assets/demo.gif는 README 기준 상대 경로입니다.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5EF122-00D2-481B-A52F-B0FAD233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379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폭 조절 예제는 HTML img 태그입니다. src는 파일 위치, alt는 그림 설명, width는 표시 너비입니다. 먼저 Markdown 한 줄을 성공시킨 뒤 시도합니다.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3A733-1A0E-4C3B-85DC-03D92763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8a34f4e9a13a4e99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1FAF76-6862-4DAC-BDCA-7A082D43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054 / 117</a:t>
            </a:r>
          </a:p>
        </p:txBody>
      </p:sp>
    </p:spTree>
    <p:extLst>
      <p:ext uri="{BB962C8B-B14F-4D97-AF65-F5344CB8AC3E}">
        <p14:creationId xmlns:p14="http://schemas.microsoft.com/office/powerpoint/2010/main" val="1086956830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8BDEA3-5B0E-45D0-823E-A1EE3EBC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2944BE-7E6F-487C-B314-AE9CAE2BE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이미지·GIF·움짤 넣기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91780F-354D-4CFF-9064-DB0AFE3F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Desktop에서 README와 GIF가 모두 변경 목록에 있는지 봅니다. GIF 파일도 커밋해야 다른 PC에서 보입니다.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BE14AE-2169-482F-B9CD-7E1DE95B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5. push 후 GitHub README에서 움직임을 확인합니다. 움직임이 꺼진 환경에서는 정지 이미지로 보일 수 있으므로 설명 문장도 함께 둡니다.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129EB5-7E0C-437B-B671-B7E6893E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379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6. 직접 만든 GIF나 사용 허락이 있는 자료만 올립니다. 수업 권장 크기는 3~5초·2MB 이하입니다. 이는 수업 권장값이며 GitHub 서비스 상한과는 다릅니다.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BC16B4-65E9-44F7-9AF2-1D14235C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1d6c7418c6c84457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5482AC-D737-42BF-BC93-D71373E1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055 / 117</a:t>
            </a:r>
          </a:p>
        </p:txBody>
      </p:sp>
    </p:spTree>
    <p:extLst>
      <p:ext uri="{BB962C8B-B14F-4D97-AF65-F5344CB8AC3E}">
        <p14:creationId xmlns:p14="http://schemas.microsoft.com/office/powerpoint/2010/main" val="1475329581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7AA4A-11FF-4B1B-A4C3-6DE0D786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F6B8C3-AB06-4586-8E68-091498E0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이미지·GIF·움짤 넣기 · 예제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67734A-A714-4AC9-B1B3-67371CF19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![프로그램 화면 예시](assets/demo.gif)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&lt;!-- 폭을 조절하려면 위 한 줄 대신 아래를 사용 --&gt;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&lt;img src="assets/demo.gif" alt="프로그램 화면 예시" width="480"&gt;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B70257-3767-4E36-AE72-470099E9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811030edb8af4597"/>
              </a:rPr>
              <a:t>공식 안내 열기 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BA4EE3-E2CC-4B87-9568-1FE563E3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056 / 117</a:t>
            </a:r>
          </a:p>
        </p:txBody>
      </p:sp>
    </p:spTree>
    <p:extLst>
      <p:ext uri="{BB962C8B-B14F-4D97-AF65-F5344CB8AC3E}">
        <p14:creationId xmlns:p14="http://schemas.microsoft.com/office/powerpoint/2010/main" val="1449473153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F00EB-E3F9-4F9F-A368-013080BA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E977CB-E8A9-4E08-930A-D6FC0B7B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GIF를 README에 넣은 예시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891FE3-D245-470B-99CB-EC7368C351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7b61200ba44cc9"/>
          <a:stretch xmlns:a="http://schemas.openxmlformats.org/drawingml/2006/main"/>
        </p:blipFill>
        <p:spPr>
          <a:xfrm xmlns:a="http://schemas.openxmlformats.org/drawingml/2006/main">
            <a:off x="4085222" y="1762125"/>
            <a:ext cx="4021555" cy="36385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5FFE4-4BC6-43EB-BE28-0B735E83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89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이 슬라이드는 정지 미리보기입니다. 링크에서 움직이는 GIF를 열어 보세요.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EAA8DC-693E-4F26-B759-286E498E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8071371dea324648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2B4C28-9A39-402D-A66B-0DCCBCBF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057 / 117</a:t>
            </a:r>
          </a:p>
        </p:txBody>
      </p:sp>
    </p:spTree>
    <p:extLst>
      <p:ext uri="{BB962C8B-B14F-4D97-AF65-F5344CB8AC3E}">
        <p14:creationId xmlns:p14="http://schemas.microsoft.com/office/powerpoint/2010/main" val="1051324541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D3438D-4DDB-445B-9096-0F16AE8D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CEE042-74B9-46F5-8D74-FF8E4A24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이미지·GIF·움짤 넣기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588EC1-AF9B-427D-85FB-46A06296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README에 예제 GIF가 표시되고, 이미지의 위치와 설명을 바꿀 수 있습니다.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21058F-73F1-4CEE-B64E-AF577D7BC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깨진 그림이면 실제 파일 존재·대소문자·경로·커밋/push 여부를 확인합니다. C:\Users 같은 내 PC 경로는 다른 사람이 볼 수 없습니다. 동영상은 링크로 안내할 수 있지만 GIF와 구분합니다.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CC7284-83CA-4188-8E43-A745CD79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9dabc89187184970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8ACC10-2FE9-4FA0-AE85-C2325080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058 / 117</a:t>
            </a:r>
          </a:p>
        </p:txBody>
      </p:sp>
    </p:spTree>
    <p:extLst>
      <p:ext uri="{BB962C8B-B14F-4D97-AF65-F5344CB8AC3E}">
        <p14:creationId xmlns:p14="http://schemas.microsoft.com/office/powerpoint/2010/main" val="474215912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17A71B-BE88-4DFA-B649-60EDADE08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3교시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EB804-ADB9-476A-B4A1-55B8B97D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이미지·GIF·움짤 넣기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B8A98A-ACAF-4ECE-B0C4-488FCFFF9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README만 올리고 demo.gif를 안 올리면 어떻게 될까요?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537C8-2A0C-46E8-A361-4F018A8F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8877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참조하는 파일이 없으므로 다른 사람이 보는 페이지에서 이미지가 깨집니다.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05D95A-A957-4751-97D3-D71511DB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059 / 117</a:t>
            </a:r>
          </a:p>
        </p:txBody>
      </p:sp>
    </p:spTree>
    <p:extLst>
      <p:ext uri="{BB962C8B-B14F-4D97-AF65-F5344CB8AC3E}">
        <p14:creationId xmlns:p14="http://schemas.microsoft.com/office/powerpoint/2010/main" val="430419062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1837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9392D6-2614-4BE2-B7B6-973414DE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896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rPr>
              <a:t>GIT / GITHUB  · 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42C393-C6DE-4F4F-8B5F-BA5D255B9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108966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배지 꾸미기와 변경 기록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AE6D1E-D804-49BF-9CAF-2A4D40FD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0"/>
            <a:ext cx="10477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14:00–14:50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완료한 뒤 먼저 끝난 활동을 확장해 보세요.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4B895-42E8-429B-87DE-52900DEA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060 / 117</a:t>
            </a:r>
          </a:p>
        </p:txBody>
      </p:sp>
    </p:spTree>
    <p:extLst>
      <p:ext uri="{BB962C8B-B14F-4D97-AF65-F5344CB8AC3E}">
        <p14:creationId xmlns:p14="http://schemas.microsoft.com/office/powerpoint/2010/main" val="2023950841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B70119-8094-4D80-91F3-CFCAEFAD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3D4628-0380-44F2-88A7-1F6DA6F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기술 배지와 학습 배지 꾸미기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E40519-3F45-4FD9-B37F-F55A3440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배지는 텍스트와 색을 가진 작은 이미지입니다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5358F1-31A8-4FEC-9172-1151EA5A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Shields.io 주소에서 라벨·내용·색을 정할 수 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B1D7BF-E07E-48C6-BA6D-B57B852B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정적 배지는 내용을 직접 적는 장식이며 자격증이나 실력 인증이 아닙니다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83715D-C00B-42E5-B529-9C5E9DB5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외부 이미지가 막히면 제공한 로컬 SVG를 사용할 수 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71F2C5-7FB7-48F7-999E-CC35C6910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948fcdcd3f134ed8"/>
              </a:rPr>
              <a:t>공식 안내 열기 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DD8269-BD25-48D3-AA58-110BC852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061 / 117</a:t>
            </a:r>
          </a:p>
        </p:txBody>
      </p:sp>
    </p:spTree>
    <p:extLst>
      <p:ext uri="{BB962C8B-B14F-4D97-AF65-F5344CB8AC3E}">
        <p14:creationId xmlns:p14="http://schemas.microsoft.com/office/powerpoint/2010/main" val="2033138223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36FF1A-808A-443D-82EE-F17849B4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80EB25-C8E5-4AE8-A786-068ED2EC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기술 배지와 학습 배지 꾸미기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3EE149-0A5E-44CF-95EE-7BCC6550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아래 Python 배지 한 줄을 README에 붙여넣습니다. !는 이미지, []는 설명, ()는 이미지 주소입니다.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983A23-D376-4CB5-903C-124080B7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Git 배지도 한 줄 추가합니다. 배지는 지금 배우는 기술만 2~3개 고릅니다.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315725-9B65-466E-B75B-8DBF60A5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4518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Learning을 Practice로, blue를 green으로 바꾸고 화면 차이를 비교합니다.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D35C92-629D-434B-85A1-41AB449B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bf0051333b6f4d16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B3B848-C924-4EE0-8AF5-DF80B154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062 / 117</a:t>
            </a:r>
          </a:p>
        </p:txBody>
      </p:sp>
    </p:spTree>
    <p:extLst>
      <p:ext uri="{BB962C8B-B14F-4D97-AF65-F5344CB8AC3E}">
        <p14:creationId xmlns:p14="http://schemas.microsoft.com/office/powerpoint/2010/main" val="571256134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927BD1-158B-404C-8A6B-909616A9B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91E9BA-066E-440A-80B4-649F6FA12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기술 배지와 학습 배지 꾸미기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499C56-DE28-4613-A9F7-38169DE8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style=for-the-badge와 style=flat을 각각 적용해 모양을 비교합니다. &amp;는 뒤에 다른 옵션을 이어 붙이는 기호입니다.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CF7BDC-6CFA-485B-92E4-6A7ABDDE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5. 외부 서비스가 응답하지 않으면 assets/python-learning.svg를 넣은 로컬 예제를 사용합니다. 기능 확인 없이 임의의 앱 권한이나 토큰을 제공하지 않습니다.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0E081-8756-475F-B310-1E01EC47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b32a62cbc2ef4c0c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F22013-EFA0-4308-8530-2F719A60E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063 / 117</a:t>
            </a:r>
          </a:p>
        </p:txBody>
      </p:sp>
    </p:spTree>
    <p:extLst>
      <p:ext uri="{BB962C8B-B14F-4D97-AF65-F5344CB8AC3E}">
        <p14:creationId xmlns:p14="http://schemas.microsoft.com/office/powerpoint/2010/main" val="59065777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E75DC9-1997-464A-96C6-2CA2BBA4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2862EB-7D5C-44A9-AC42-D518E6EA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배지 주소 읽기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6F035F-08B4-4102-85BC-37A8872A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Python은 왼쪽 라벨, Learning은 오른쪽 문구입니다.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E04CF-B5D9-4A23-9AB3-7533DD0E8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blue는 색, logo=python은 로고입니다.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08493C-E0EE-4803-A549-B39BBE38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README에는 다음 슬라이드의 주소를 이미지 문법으로 넣습니다.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0B7101-C9D3-44B1-82FB-EA000F4E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b244eb3448a94a7e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661195-97DA-4CD3-AA93-2D8ACABA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064 / 117</a:t>
            </a:r>
          </a:p>
        </p:txBody>
      </p:sp>
    </p:spTree>
    <p:extLst>
      <p:ext uri="{BB962C8B-B14F-4D97-AF65-F5344CB8AC3E}">
        <p14:creationId xmlns:p14="http://schemas.microsoft.com/office/powerpoint/2010/main" val="753081626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19EA4B-09EF-48D8-B417-4C1ECD207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2370C2-7574-4DF0-83C4-85662C75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Python 배지 예제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3B6D05-CD3F-42B1-8C97-A88AB006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![Python](https://img.shields.io/badge/Python-Learning-blue)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문구: Learning → Practice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색: blue → green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로컬 파일 사용: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![Python 학습 중](assets/python-learning.svg)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71DC6D-593E-418E-BC3A-073D5121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05500"/>
            <a:ext cx="10896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500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문구 Learning → Practice, 색 blue → green으로 바꿔 보세요.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A106D-2BCC-4967-89C2-D32F8649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5694f00ac8a7452e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7C9B81-9AC8-44D7-87CD-B88651F9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065 / 117</a:t>
            </a:r>
          </a:p>
        </p:txBody>
      </p:sp>
    </p:spTree>
    <p:extLst>
      <p:ext uri="{BB962C8B-B14F-4D97-AF65-F5344CB8AC3E}">
        <p14:creationId xmlns:p14="http://schemas.microsoft.com/office/powerpoint/2010/main" val="1007104550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9C5F2B-165C-4F36-BED4-ED1BAB4C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BD3751-105C-4CDA-AF75-02E208D7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학습 배지의 표시 결과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77712E-E2AD-4756-9C82-5B951B1BE1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23ea0aaa974865"/>
          <a:stretch xmlns:a="http://schemas.openxmlformats.org/drawingml/2006/main"/>
        </p:blipFill>
        <p:spPr>
          <a:xfrm xmlns:a="http://schemas.openxmlformats.org/drawingml/2006/main">
            <a:off x="647700" y="2554641"/>
            <a:ext cx="10896600" cy="2053519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636C9D-309A-4896-8016-6A1C816F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89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이 배지는 Learning 문구를 직접 지정한 이미지입니다. 실력 인증이 아닙니다.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CA0B39-BBB9-43D2-807E-A8ABF3DB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4061d1c52dbd4e82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863466-239F-4DA9-BDD6-5C762525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066 / 117</a:t>
            </a:r>
          </a:p>
        </p:txBody>
      </p:sp>
    </p:spTree>
    <p:extLst>
      <p:ext uri="{BB962C8B-B14F-4D97-AF65-F5344CB8AC3E}">
        <p14:creationId xmlns:p14="http://schemas.microsoft.com/office/powerpoint/2010/main" val="1010944344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D2C3B3-1FEB-4AC9-A0F9-F8ACC078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B44037-A879-471D-89DD-5F58678B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기술 배지와 학습 배지 꾸미기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F093DC-4378-4C64-9886-397F4042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Python·Git 학습 배지와 내 색 조합을 고른 README가 완성됩니다.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F3FB1D-3954-4BB2-B3E3-551E161E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배지에 한글·공백을 직접 넣어 주소가 깨지면 단순한 영문 값으로 시작합니다. 외부 주소는 인터넷이 필요합니다. 기본 문법부터 다시 붙여넣습니다.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1594CC-58C3-451D-A1C9-4CDD1244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74a88dc4f1854a29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961946-3B2D-4D6A-BD68-909A2641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067 / 117</a:t>
            </a:r>
          </a:p>
        </p:txBody>
      </p:sp>
    </p:spTree>
    <p:extLst>
      <p:ext uri="{BB962C8B-B14F-4D97-AF65-F5344CB8AC3E}">
        <p14:creationId xmlns:p14="http://schemas.microsoft.com/office/powerpoint/2010/main" val="1446643116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B88E35-8707-4981-B649-768D8990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A9ABFE-5D26-4F75-8EDD-49A6DE47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기술 배지와 학습 배지 꾸미기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2A0A84-1040-4059-A45C-A4E7FFC6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배지의 Learning을 Expert로 바꾸면 무엇이 검증되나요?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A99922-27FB-4C85-BA73-FBC73D02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아무것도 검증되지 않습니다. 이미지의 문구만 달라집니다.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8277F-3B10-4D5C-BE20-E3EC7C10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068 / 117</a:t>
            </a:r>
          </a:p>
        </p:txBody>
      </p:sp>
    </p:spTree>
    <p:extLst>
      <p:ext uri="{BB962C8B-B14F-4D97-AF65-F5344CB8AC3E}">
        <p14:creationId xmlns:p14="http://schemas.microsoft.com/office/powerpoint/2010/main" val="368336638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C2965F-1C9C-4A8C-97F5-8EEC75B5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1ED431-8C02-48CC-BE57-DC8EAC273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변경 비교·커밋·push로 공개하기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0FEB0C-F4AA-42F7-8597-2446C011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저장은 현재 파일을 바꾸는 행동입니다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B9D0C7-0912-4B9C-B288-8807F55D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커밋은 선택한 변경을 PC의 이력에 기록합니다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3438C2-63EF-4A99-A26A-2B984A72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push는 기록을 GitHub에 보냅니다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B11A4B-84CA-4DC5-AA61-91012904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diff는 이전 내용과 바뀐 줄의 비교입니다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CB2D47-B426-4420-9575-281BC1965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005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커밋 메시지는 바꾼 목적을 짧게 씁니다.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E0EF59-9A8F-48E7-9975-A062ADB8A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05cc68aa85a64f23"/>
              </a:rPr>
              <a:t>공식 안내 열기 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4FA27-858E-4FBA-93D0-0F5CE148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069 / 117</a:t>
            </a:r>
          </a:p>
        </p:txBody>
      </p:sp>
    </p:spTree>
    <p:extLst>
      <p:ext uri="{BB962C8B-B14F-4D97-AF65-F5344CB8AC3E}">
        <p14:creationId xmlns:p14="http://schemas.microsoft.com/office/powerpoint/2010/main" val="785540313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9B79F7-BE9D-4E97-B069-046858270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A33C0E-A1D7-4ECA-837C-E7CB4214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변경 비교·커밋·push로 공개하기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FB8ECE-A028-45EB-B7F5-9E518FC0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Desktop의 Current repository가 프로필 저장소인지 확인합니다. Changes에서 README와 추가한 이미지 파일을 하나씩 봅니다.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4F41B-7A1B-40B6-B945-7CA78F41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현재 목적에 필요한 파일만 체크합니다. 비밀번호·개인 문서·다른 프로젝트가 보이면 먼저 선택을 해제합니다.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C0C0A4-0E58-418C-A01B-21919FF0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379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Summary에 Add profile introduction처럼 목적을 적습니다. Commit to main을 누릅니다. 버튼의 브랜치 이름이 다르면 현재 브랜치를 확인합니다.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11723F-0DDA-4B52-8B40-66D48BD67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dbcad7b1cee54222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8C4A29-6136-4510-80DD-C5DF99B2B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070 / 117</a:t>
            </a:r>
          </a:p>
        </p:txBody>
      </p:sp>
    </p:spTree>
    <p:extLst>
      <p:ext uri="{BB962C8B-B14F-4D97-AF65-F5344CB8AC3E}">
        <p14:creationId xmlns:p14="http://schemas.microsoft.com/office/powerpoint/2010/main" val="1021574415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9DE767-AF58-491A-9CE4-EE0D5C0A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5BB28E-954F-4D54-B303-2B005242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변경 비교·커밋·push로 공개하기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242E2E-DF74-448A-BF96-5F34E8E2E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History에서 방금 기록과 수정한 줄을 확인합니다. 아직 웹에 안 보이는 것이 정상입니다.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E1ECF7-83DE-46EA-8333-685F1112F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5. Push origin을 누르고 완료를 기다린 뒤 브라우저 프로필을 새로고침합니다. 이제 소개·배지·GIF를 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3C739E-A497-4E3E-B8A6-26811604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379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6. 자기소개 한 문장만 다시 바꾸어 저장→비교→커밋→push를 두 번째로 수행합니다. 두 커밋의 목적을 다르게 적습니다.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598449-6E66-4EBB-A1C7-26EFDAA7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fa8af18599494e16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2BC5DB-185C-4C13-926B-E367110EE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071 / 117</a:t>
            </a:r>
          </a:p>
        </p:txBody>
      </p:sp>
    </p:spTree>
    <p:extLst>
      <p:ext uri="{BB962C8B-B14F-4D97-AF65-F5344CB8AC3E}">
        <p14:creationId xmlns:p14="http://schemas.microsoft.com/office/powerpoint/2010/main" val="121699114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FC0381-4709-4D37-8776-DD7106F17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33A113-CE4D-4096-B931-3650A2EB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변경 비교·커밋·push로 공개하기 · 공식 화면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C1AAD4-06F8-4060-B7AC-27CA08D5BD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3a2f6c661e4aa4"/>
          <a:stretch xmlns:a="http://schemas.openxmlformats.org/drawingml/2006/main"/>
        </p:blipFill>
        <p:spPr>
          <a:xfrm xmlns:a="http://schemas.openxmlformats.org/drawingml/2006/main">
            <a:off x="647700" y="1811993"/>
            <a:ext cx="10896600" cy="353881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62E0A8-6417-4907-A1E6-58FDD9BF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89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공식 안내 화면의 메뉴 이름을 내 화면에서 찾아보세요.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F88CB9-D6CF-45AB-B535-947EE677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373fcff561a548d6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28EB54-E1C4-4537-BE4F-AB022816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072 / 117</a:t>
            </a:r>
          </a:p>
        </p:txBody>
      </p:sp>
    </p:spTree>
    <p:extLst>
      <p:ext uri="{BB962C8B-B14F-4D97-AF65-F5344CB8AC3E}">
        <p14:creationId xmlns:p14="http://schemas.microsoft.com/office/powerpoint/2010/main" val="2018936966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8960D-EFAC-42CC-9790-CF1E333B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DBBF8A-2ED0-4E1A-A510-3554B485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변경 비교·커밋·push로 공개하기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AE2D7F-510F-45D0-AC61-90BFD1F9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프로필에 소개·배지·GIF가 보이고 목적이 다른 커밋 두 개가 남습니다.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523449-E880-47AD-ADFA-9D50A06D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Nothing to commit이면 파일 저장과 폴더 위치를 확인합니다. Push 거절이면 Fetch origin/Pull origin으로 원격 변경을 먼저 확인합니다. 강제 push로 덮지 않습니다.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64C24F-1941-430B-8B93-B39454D2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d425ab11889b4600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23569B-2BBD-42C2-9975-53E0E0AD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073 / 117</a:t>
            </a:r>
          </a:p>
        </p:txBody>
      </p:sp>
    </p:spTree>
    <p:extLst>
      <p:ext uri="{BB962C8B-B14F-4D97-AF65-F5344CB8AC3E}">
        <p14:creationId xmlns:p14="http://schemas.microsoft.com/office/powerpoint/2010/main" val="55384773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0C5DE1-4FC5-4252-9CBA-B3F45817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6F9E3F-C338-4EF2-8735-619BA6D2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변경 비교·커밋·push로 공개하기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3BCAC3-A137-46B0-BE48-D191A4CF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커밋 직후 Changes가 비었으면 GitHub에도 올라갔나요?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F3DFE3-BA42-4FE6-AF30-01AE09CF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로컬 기록은 끝났지만 push 여부는 별도로 확인해야 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0B2A88-8D40-4215-95C5-F87388E5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074 / 117</a:t>
            </a:r>
          </a:p>
        </p:txBody>
      </p:sp>
    </p:spTree>
    <p:extLst>
      <p:ext uri="{BB962C8B-B14F-4D97-AF65-F5344CB8AC3E}">
        <p14:creationId xmlns:p14="http://schemas.microsoft.com/office/powerpoint/2010/main" val="2140085324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42305D-7B6D-4CA3-A395-27E61EB3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FCDCD3-9ABE-4B5E-BC7A-F91F12B7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선택: 버튼과 Git 명령 연결하기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C30B2F-20A0-487F-BF39-989D4F45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Desktop에서 본 작업은 명령으로도 확인할 수 있습니다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FE1A51-BA54-4FEC-96B4-42E56408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status는 상태, diff는 바뀐 줄, add는 이번 기록에 넣을 내용 선택, commit은 이력, push는 공유입니다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49E4ED-4D58-432A-9254-FFF45094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480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명령은 터미널의 현재 폴더를 기준으로 실행합니다.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89ADD7-ED08-4290-A13B-B3C60EEA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5bcf5d0bff414505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2F4CA-529B-486E-9F8E-3179E0D3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075 / 117</a:t>
            </a:r>
          </a:p>
        </p:txBody>
      </p:sp>
    </p:spTree>
    <p:extLst>
      <p:ext uri="{BB962C8B-B14F-4D97-AF65-F5344CB8AC3E}">
        <p14:creationId xmlns:p14="http://schemas.microsoft.com/office/powerpoint/2010/main" val="1779541352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DE8855-DF5A-45FF-A5D0-5CB2CEE3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C618A1-B3F0-4CA0-8B99-27276376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선택: 버튼과 Git 명령 연결하기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873F1F-053C-4CFC-9795-65B5FCD6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Repository 메뉴에서 터미널 열기를 선택하거나 저장소 폴더에서 PowerShell을 엽니다. 터미널의 경로가 맞는지 확인합니다.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80C8F4-F5B1-40D0-AE21-DD4AD336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git status와 git log --oneline -3을 실행해 Desktop과 같은 상태·이력인지 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7EA85-A0F1-4C7D-B52E-35ED1EB70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379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README의 한 문장을 고쳐 저장한 뒤 git diff를 봅니다.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7CDD93-1177-4796-B938-C066C833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609705f3ece14d88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699BC3-915B-430F-8844-F0F196E0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076 / 117</a:t>
            </a:r>
          </a:p>
        </p:txBody>
      </p:sp>
    </p:spTree>
    <p:extLst>
      <p:ext uri="{BB962C8B-B14F-4D97-AF65-F5344CB8AC3E}">
        <p14:creationId xmlns:p14="http://schemas.microsoft.com/office/powerpoint/2010/main" val="453055773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F4C28-A68F-4364-8B99-21BC4CB6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1D05AF-CE4E-4E41-927F-0C602C64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선택: 버튼과 Git 명령 연결하기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6F7E44-3BBB-45FF-9FBE-0006E481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아래 add·diff --staged·commit·push 순서를 확인합니다. 작성자 오류가 나면 Desktop 설정과 저장소 로컬 설정을 확인합니다.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514F2C-882A-4E75-9A67-78D6980B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5. 두 도구는 같은 저장소를 다루므로 이미 끝낸 커밋을 다시 만들려고 하지 않습니다.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40AD88-463F-42B4-9E53-EDEB38F4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c2368f89671048ef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41245C-9EAC-4828-843B-5079472B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077 / 117</a:t>
            </a:r>
          </a:p>
        </p:txBody>
      </p:sp>
    </p:spTree>
    <p:extLst>
      <p:ext uri="{BB962C8B-B14F-4D97-AF65-F5344CB8AC3E}">
        <p14:creationId xmlns:p14="http://schemas.microsoft.com/office/powerpoint/2010/main" val="454127571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14C9AF-946E-442B-8B0C-FEC7C233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239996-636A-42CD-9247-73BC15FB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선택: 버튼과 Git 명령 연결하기 · 예제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7D9380-3957-458E-A0D1-FB56574BC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 status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 diff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 add README.md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 diff --staged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 commit -m "Update profile introduction"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 push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git log --oneline 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10DCF4-C7BB-468F-B2DE-FFAB3766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0766ce3c9dbc47be"/>
              </a:rPr>
              <a:t>공식 안내 열기 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7C10EB-09DB-4E5D-A167-ADAD1DF4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078 / 117</a:t>
            </a:r>
          </a:p>
        </p:txBody>
      </p:sp>
    </p:spTree>
    <p:extLst>
      <p:ext uri="{BB962C8B-B14F-4D97-AF65-F5344CB8AC3E}">
        <p14:creationId xmlns:p14="http://schemas.microsoft.com/office/powerpoint/2010/main" val="124937998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E789AA-DD4E-4F4D-906F-65406954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4AFD42-5D30-4001-8F34-C940B7DE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선택: 버튼과 Git 명령 연결하기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8F66CC-9CB0-4188-BD6F-D35375E5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Desktop 버튼과 명령어의 역할을 연결해 설명합니다.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F207DA-C6E8-4BAC-B6E5-D58E5DA2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not a git repository는 현재 폴더를 확인합니다. 작성자 설정이 필요하면 git config --local user.name과 user.email에 본인 정보를 넣습니다. 공개 이메일은 개인 noreply 주소를 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E18E43-45B0-48AD-B2EE-ACAC1D7A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97891134aa394ff8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7B1FDB-AF8A-4FCD-82B0-E1EEA182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079 / 117</a:t>
            </a:r>
          </a:p>
        </p:txBody>
      </p:sp>
    </p:spTree>
    <p:extLst>
      <p:ext uri="{BB962C8B-B14F-4D97-AF65-F5344CB8AC3E}">
        <p14:creationId xmlns:p14="http://schemas.microsoft.com/office/powerpoint/2010/main" val="956394058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C3A7D8-5D57-4BE2-BC32-8AA7E3137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4교시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89AF29-7496-4CE3-8426-82023120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선택: 버튼과 Git 명령 연결하기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21E191-92E0-4146-B364-BA4FB5E9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git add 뒤에 파일을 다시 고치면 새 내용까지 자동 선택되나요?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ED25EE-EFAD-4889-9EC4-37A86E0B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8877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아닙니다. add 시점의 내용이 선택됩니다. 새 변경은 다시 확인하고 add합니다.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9E363F-A973-4AAE-BFD5-46DB6ACF2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080 / 117</a:t>
            </a:r>
          </a:p>
        </p:txBody>
      </p:sp>
    </p:spTree>
    <p:extLst>
      <p:ext uri="{BB962C8B-B14F-4D97-AF65-F5344CB8AC3E}">
        <p14:creationId xmlns:p14="http://schemas.microsoft.com/office/powerpoint/2010/main" val="1106719152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1837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78BCC2-C86C-4DE7-827C-BB9B90FE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896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rPr>
              <a:t>GIT / GITHUB  · 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D57BF3-7817-4BC1-BE57-7A57F315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108966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파이썬 작품과 포트폴리오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0E77AB-AF55-467C-BD9A-405D2946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0"/>
            <a:ext cx="10477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15:00–15:50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완료한 뒤 먼저 끝난 활동을 확장해 보세요.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EA43F8-9177-4B10-8CA6-195BD05F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081 / 117</a:t>
            </a:r>
          </a:p>
        </p:txBody>
      </p:sp>
    </p:spTree>
    <p:extLst>
      <p:ext uri="{BB962C8B-B14F-4D97-AF65-F5344CB8AC3E}">
        <p14:creationId xmlns:p14="http://schemas.microsoft.com/office/powerpoint/2010/main" val="111986735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144E98-6F03-4959-AE9B-2EDBD127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5교시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999C1-8C73-4A27-9025-949451D7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파이썬 미니 프로젝트 올리기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C8F702-D7D4-428C-9458-91A3144B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작품 저장소는 코드·설명·예시 데이터를 함께 담는 별도 공간입니다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911F7-30C3-4272-AB48-CF195FF2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저장소에는 작품 링크를 두고, 실제 Python 파일은 작품 저장소에서 관리합니다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10CFF-9519-42AF-B06D-26CEA3D05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480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완성하지 못했어도 현재 동작하는 범위를 소개할 수 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0A49DA-196F-4941-A80B-DC54559A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9cc5d943e85a428f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CCDE25-3B66-4D57-B8C9-B491F4B46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082 / 117</a:t>
            </a:r>
          </a:p>
        </p:txBody>
      </p:sp>
    </p:spTree>
    <p:extLst>
      <p:ext uri="{BB962C8B-B14F-4D97-AF65-F5344CB8AC3E}">
        <p14:creationId xmlns:p14="http://schemas.microsoft.com/office/powerpoint/2010/main" val="1281026325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654EF6-969C-4358-9E1F-F90952AC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5교시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5BDEBD-F328-4A79-8EA9-C10433B7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파이썬 미니 프로젝트 올리기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268CC8-021A-4F3C-A076-787C18BC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Desktop File → New repository에서 python-mini-project 저장소를 만듭니다. 이름·Local path를 확인하고 README 초기화를 선택합니다.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92AFFF-2554-4B1B-A391-FAE1DAF4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1059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Show in Explorer로 새 폴더를 열고 오늘 만든 .py 파일을 복사합니다. 원래 프로젝트는 보존합니다. 미완성이라면 실습 ZIP의 project/main.py와 tracker.py를 사용합니다.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4ECD37-2AFD-483F-8CCA-1C2CD846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6240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venv·.venv·__pycache__·.env·개인정보 파일은 넣지 않습니다. 제공한 project/.gitignore를 참고합니다.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B78550-25E5-4066-BDAB-8DB3F0F6E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5082d5ed35214d1b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950895-D780-47EF-9B97-4EE2052B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083 / 117</a:t>
            </a:r>
          </a:p>
        </p:txBody>
      </p:sp>
    </p:spTree>
    <p:extLst>
      <p:ext uri="{BB962C8B-B14F-4D97-AF65-F5344CB8AC3E}">
        <p14:creationId xmlns:p14="http://schemas.microsoft.com/office/powerpoint/2010/main" val="1694956383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92D027-92F9-41C6-A521-AA7EAA72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5교시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6BC882-1363-4209-AE5D-E859D813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파이썬 미니 프로젝트 올리기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11B5B9-6A2B-4091-AB79-6DDF68DC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그 폴더에서 프로그램을 실행해 동작을 확인합니다. 다른 폴더의 파일을 실행하지 않습니다.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139286-6A28-4B25-83AA-A82C6CF2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1059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5. Desktop에서 파일을 비교하고 Add first working program으로 커밋합니다. Publish repository에서 공개 범위를 직접 확인해 게시합니다. 공개 전 파일 목록을 다시 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C9C0CC-C8C7-4BAF-8F7F-CE99D49E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85ac0ffa60594623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BCEB37-6E64-4A23-AA4A-86114BBD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084 / 117</a:t>
            </a:r>
          </a:p>
        </p:txBody>
      </p:sp>
    </p:spTree>
    <p:extLst>
      <p:ext uri="{BB962C8B-B14F-4D97-AF65-F5344CB8AC3E}">
        <p14:creationId xmlns:p14="http://schemas.microsoft.com/office/powerpoint/2010/main" val="577505814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DFFFCA-6956-4309-9F3C-306BCE744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5교시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2CAFF6-76E3-4BC9-96C9-17478273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파이썬 미니 프로젝트 올리기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C454CE-93E8-4A88-AC90-05FCADA8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작품 또는 공통 예제가 별도 저장소에 올라갑니다.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6EFE3F-5442-43DF-A9C2-ED915643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중첩된 .git 폴더나 다른 프로젝트를 통째로 복사하지 않습니다. 이미 저장소가 있으면 Add local repository를 사용하고 같은 이름의 원격을 중복 생성하지 않습니다.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D28C6D-C9A8-4ECB-B539-171B5F9D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b9049ad6370b41eb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A0FD47-F3B6-4986-9660-11E74DD4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085 / 117</a:t>
            </a:r>
          </a:p>
        </p:txBody>
      </p:sp>
    </p:spTree>
    <p:extLst>
      <p:ext uri="{BB962C8B-B14F-4D97-AF65-F5344CB8AC3E}">
        <p14:creationId xmlns:p14="http://schemas.microsoft.com/office/powerpoint/2010/main" val="1630977355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BF040D-D82E-49E4-8568-10C448D78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5교시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9789DB-384D-45C6-B368-640C4E11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파이썬 미니 프로젝트 올리기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68D3C0-2B51-4F73-AD0D-56E3FBA8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프로필 저장소에 프로그램을 전부 넣어야 하나요?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459B6F-DD73-4312-A3EB-9EC20809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8877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별도 작품 저장소에 코드를 두고 프로필에서 연결하면 소개와 코드 관리가 명확합니다.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FB6DED-DEF3-454A-8673-0608E960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086 / 117</a:t>
            </a:r>
          </a:p>
        </p:txBody>
      </p:sp>
    </p:spTree>
    <p:extLst>
      <p:ext uri="{BB962C8B-B14F-4D97-AF65-F5344CB8AC3E}">
        <p14:creationId xmlns:p14="http://schemas.microsoft.com/office/powerpoint/2010/main" val="867752417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FDA92C-AE68-45E7-B82C-DF163B24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5교시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B5C459-BB6E-432C-BAAA-93F68259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작품 README와 실행 방법 쓰기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913A18-4C5E-4EFE-AFDD-11D4AA90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작품 설명은 방문자가 프로그램의 목적과 사용 방법을 이해하게 합니다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9AC5B4-AE89-41CE-BD7D-4BC13EC1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실행 명령은 실제 파일명과 맞아야 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2DC88C-FD20-4ACC-ACEE-BCE2189A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아직 구현하지 않은 기능은 완성 기능과 나누어 씁니다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0AD35B-ECAE-45C5-A086-9AF19CA1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스크린샷이나 GIF는 설명을 돕는 자료입니다.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06497E-CD22-4456-A98E-C9F78BAB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6eb94d8f82f146f2"/>
              </a:rPr>
              <a:t>공식 안내 열기 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ADF5B1-6E1E-4743-AC8F-609617050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087 / 117</a:t>
            </a:r>
          </a:p>
        </p:txBody>
      </p:sp>
    </p:spTree>
    <p:extLst>
      <p:ext uri="{BB962C8B-B14F-4D97-AF65-F5344CB8AC3E}">
        <p14:creationId xmlns:p14="http://schemas.microsoft.com/office/powerpoint/2010/main" val="842018753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BD2B63-58B0-4994-B79D-3B426F22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5교시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74FFD1-DA2A-4D55-92DF-C64FECC4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작품 README와 실행 방법 쓰기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51D31E-3C63-4DB9-9794-671B003E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project/README-template.md를 작품 저장소의 README.md로 복사하고 제목과 목적을 바꿉니다.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6CC5AD-A0A7-480B-A443-5D871370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누가 어떤 상황에서 사용하는지 한 문장으로 쓰고 실제 동작하는 기능 3개를 적습니다.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CF1140-4143-4EDB-909A-D4EEAEC0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379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Python 버전 확인, 파일 받기, 폴더 열기, python main.py 실행 순서를 적습니다. 추가 라이브러리가 있으면 실제 설치 명령을 확인해 씁니다.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AB2B08-72E3-409E-BDA6-C46B2AC2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dd85e73072364c56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95331D-84FE-4EC9-99E8-9FA906E9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088 / 117</a:t>
            </a:r>
          </a:p>
        </p:txBody>
      </p:sp>
    </p:spTree>
    <p:extLst>
      <p:ext uri="{BB962C8B-B14F-4D97-AF65-F5344CB8AC3E}">
        <p14:creationId xmlns:p14="http://schemas.microsoft.com/office/powerpoint/2010/main" val="347431978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EED559-EC47-4F63-9D65-D479DDCD2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5교시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1B0162-B98F-4B3C-9452-27915BAC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작품 README와 실행 방법 쓰기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3099D4-96A1-4978-B344-8BDB62E6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프로그램 화면 PNG 또는 본인 시연 GIF를 assets에 넣고 README에서 연결합니다. 공통 demo.gif는 교안 화면 예시이며 본인 Python 실행 증거로 소개하지 않습니다.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FAAE8E-1535-47B2-929A-4AEB59A7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5. 서로 다른 입력 3개와 결과를 적습니다. 미니 프로젝트 조합과 돌발 상황 해결 내용도 본인 작품에 맞게 추가합니다.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5C3FF9-D9BD-409A-A578-98C388C5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379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6. 문서를 커밋하고 push한 뒤 웹에서 링크와 이미지가 열리는지 확인합니다.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07324-E37A-4E96-998D-EBD0F2B0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422f39311cff4c65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B6D315-EFCC-45B0-87FD-218D74F6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089 / 117</a:t>
            </a:r>
          </a:p>
        </p:txBody>
      </p:sp>
    </p:spTree>
    <p:extLst>
      <p:ext uri="{BB962C8B-B14F-4D97-AF65-F5344CB8AC3E}">
        <p14:creationId xmlns:p14="http://schemas.microsoft.com/office/powerpoint/2010/main" val="1346531308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5A9D1D-EB14-4537-9040-7AB7473B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5교시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E8CD7D-9997-44E0-984D-E6F1B4B7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작품 README와 실행 방법 쓰기 · 예제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479D99-0F76-41B2-8C90-538D0153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python --version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python main.py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FB2F45-6489-40B5-A086-DD99372C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30e0cc477fa34f37"/>
              </a:rPr>
              <a:t>공식 안내 열기 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C852B3-6039-4C0C-B5B5-B17FB6E5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090 / 117</a:t>
            </a:r>
          </a:p>
        </p:txBody>
      </p:sp>
    </p:spTree>
    <p:extLst>
      <p:ext uri="{BB962C8B-B14F-4D97-AF65-F5344CB8AC3E}">
        <p14:creationId xmlns:p14="http://schemas.microsoft.com/office/powerpoint/2010/main" val="564759498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5815BA-DA0B-48AF-9144-C52B8DD6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5교시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9C5B1-E4A4-4502-AF65-B3F52F320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작품 README와 실행 방법 쓰기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B3E33-2DDA-45E0-BD88-E5303676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다른 사람이 프로그램을 받아 실행할 수 있는 작품 설명이 생깁니다.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70DD45-7A05-43A4-8C25-2EE52E54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ModuleNotFoundError는 해당 환경의 설치 명령·실행 Python을 확인합니다. 파일이 없다면 README 명령과 실제 이름을 맞춥니다. 실행 결과를 보지 않고 성공이라고 적지 않습니다.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CE1425-9A11-4EE1-BA68-04F74770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b5433039f54d4938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D4449B-04CF-4E53-9705-67D10F48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091 / 117</a:t>
            </a:r>
          </a:p>
        </p:txBody>
      </p:sp>
    </p:spTree>
    <p:extLst>
      <p:ext uri="{BB962C8B-B14F-4D97-AF65-F5344CB8AC3E}">
        <p14:creationId xmlns:p14="http://schemas.microsoft.com/office/powerpoint/2010/main" val="1729973805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B56226-A4A8-4A12-81E4-5D8AC84C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5교시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0C6D91-EF3A-4AE6-A658-947DDF02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작품 README와 실행 방법 쓰기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05D5D1-5A2F-4926-9314-AF8DAC337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코드만 올리면 다른 사람도 실행법을 알까요?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F96378-3670-414B-B5AA-4FF15521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환경·파일명·명령·예상 결과를 README에 알려 줘야 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012E43-DCE3-4D45-83EB-CABCB533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092 / 117</a:t>
            </a:r>
          </a:p>
        </p:txBody>
      </p:sp>
    </p:spTree>
    <p:extLst>
      <p:ext uri="{BB962C8B-B14F-4D97-AF65-F5344CB8AC3E}">
        <p14:creationId xmlns:p14="http://schemas.microsoft.com/office/powerpoint/2010/main" val="543110861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E394E7-CB48-4690-8919-2954DCAF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5교시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FA0E81-CD34-4832-A212-959B5A725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프로필에 작품 연결하고 대표 저장소 고정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87BBE1-5BC8-4884-8FEC-EA7C0362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소개에 작품 링크를 넣으면 방문자가 코드를 찾기 쉽습니다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A18D97-57E2-46E5-B248-DDEC6D55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고정 저장소(Pinned)는 먼저 보여 줄 작품을 고르는 기능입니다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C3990E-458D-45B2-AF8F-C5EA4897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잔디는 GitHub가 집계하는 활동 기록이며 배지와 다릅니다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EE01B2-4A1A-4B4D-A05F-ECEFCCB7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즉시 녹색 칸이 안 보여도 파일과 커밋부터 확인합니다.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BC465-D818-47B7-90C3-E9567AA7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b57bf34065b14531"/>
              </a:rPr>
              <a:t>공식 안내 열기 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6E2B63-9720-4E7C-8D48-429C75D0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093 / 117</a:t>
            </a:r>
          </a:p>
        </p:txBody>
      </p:sp>
    </p:spTree>
    <p:extLst>
      <p:ext uri="{BB962C8B-B14F-4D97-AF65-F5344CB8AC3E}">
        <p14:creationId xmlns:p14="http://schemas.microsoft.com/office/powerpoint/2010/main" val="1614163278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FA143B-9137-43D7-BDA9-0508524AA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5교시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48BA53-15BB-4B1F-B4D1-C009315E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프로필에 작품 연결하고 대표 저장소 고정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FD497D-88AE-4E41-9B79-6DCAD710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작품 저장소 주소를 브라우저에서 복사합니다. 프로필 README의 [내 파이썬 작품](주소)에 붙여넣습니다.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77FF02-A65B-4A1C-8712-00BF35D2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작품 한 줄 설명에 기능과 현재 상태를 적습니다. 파일 이름만 나열하지 않습니다.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DB65E8-9D93-4CAB-BB17-77B4869D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379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프로필의 Customize your pins에서 작품 저장소를 선택하고 저장합니다. 계정 화면에 표시되는 안내를 따릅니다.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7E53C7-6D66-40B1-8A84-F7BB67E94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2fcf2b69ebb14deb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EC393A-B561-402C-BFB9-A3943636C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094 / 117</a:t>
            </a:r>
          </a:p>
        </p:txBody>
      </p:sp>
    </p:spTree>
    <p:extLst>
      <p:ext uri="{BB962C8B-B14F-4D97-AF65-F5344CB8AC3E}">
        <p14:creationId xmlns:p14="http://schemas.microsoft.com/office/powerpoint/2010/main" val="31445891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DE515F-C72E-4CB1-A336-F1404E7C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5교시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55B3A-BFEF-44E9-9E23-47360485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프로필에 작품 연결하고 대표 저장소 고정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845977-B937-468C-AF30-7F01F398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프로필 링크를 눌러 작품 README까지 이동해 봅니다. 로그아웃 창에서 공개 범위를 확인할 수도 있습니다.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224E50-6429-465E-934B-700516B78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5. 짝에게 프로필 주소만 알려 주고 작품과 실행 방법을 찾을 수 있는지 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C8FBFD-8951-4AD8-8467-B0CB4F36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99c6b0597d514e38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98C106-AE42-48DB-A43C-E587D753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095 / 117</a:t>
            </a:r>
          </a:p>
        </p:txBody>
      </p:sp>
    </p:spTree>
    <p:extLst>
      <p:ext uri="{BB962C8B-B14F-4D97-AF65-F5344CB8AC3E}">
        <p14:creationId xmlns:p14="http://schemas.microsoft.com/office/powerpoint/2010/main" val="1920599078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C7E9CF-56F6-4464-90CA-13A855CF1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5교시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7E4D07-2360-4D02-BE4B-44C7A528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프로필에 작품 연결하고 대표 저장소 고정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CF8EF1-23D2-4070-A340-FD0F71B7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프로필에서 작품 저장소와 실행 안내로 이동할 수 있습니다.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723C6C-4F7D-486C-B37B-2A2A4490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링크가 404면 username·저장소 이름·공개 범위를 확인합니다. private 작품은 권한 없는 방문자가 볼 수 없습니다.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3E4FD5-BC44-48D5-A801-85B86664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e32ed5623aa94bbf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363324-1B4B-4845-B189-104227F5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096 / 117</a:t>
            </a:r>
          </a:p>
        </p:txBody>
      </p:sp>
    </p:spTree>
    <p:extLst>
      <p:ext uri="{BB962C8B-B14F-4D97-AF65-F5344CB8AC3E}">
        <p14:creationId xmlns:p14="http://schemas.microsoft.com/office/powerpoint/2010/main" val="1505769044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5E51FF-DC9F-46F6-B065-88DA587F1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5교시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B75F36-C882-403F-A6CE-A2F27D80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프로필에 작품 연결하고 대표 저장소 고정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7877A4-4DC8-42E6-ACF6-32F3683F8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배지 이미지와 활동 잔디는 같은 정보인가요?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8368B6-05B5-4CB4-A12C-6C5C69B4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배지는 표시 이미지이고 잔디는 GitHub 활동 집계입니다.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760AA-AED6-4165-997C-489C73C3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097 / 117</a:t>
            </a:r>
          </a:p>
        </p:txBody>
      </p:sp>
    </p:spTree>
    <p:extLst>
      <p:ext uri="{BB962C8B-B14F-4D97-AF65-F5344CB8AC3E}">
        <p14:creationId xmlns:p14="http://schemas.microsoft.com/office/powerpoint/2010/main" val="321052017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1837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C64EC8-221F-4EBF-9740-525CEE50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896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C39B52"/>
                </a:solidFill>
                <a:latin typeface="Malgun Gothic"/>
                <a:ea typeface="Malgun Gothic"/>
                <a:cs typeface="Malgun Gothic"/>
              </a:rPr>
              <a:t>GIT / GITHUB  · 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42FC8C-0FB4-4A19-BA57-2857D643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108966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짝 검토·브랜치·PR·마무리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194FC6-6C6B-49D5-85B4-872FE8B1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0"/>
            <a:ext cx="10477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16:00–16:50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완료한 뒤 먼저 끝난 활동을 확장해 보세요.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47142A-C3AF-4366-8B68-B243272C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DCE9E1"/>
                </a:solidFill>
                <a:latin typeface="Malgun Gothic"/>
                <a:ea typeface="Malgun Gothic"/>
                <a:cs typeface="Malgun Gothic"/>
              </a:rPr>
              <a:t>098 / 117</a:t>
            </a:r>
          </a:p>
        </p:txBody>
      </p:sp>
    </p:spTree>
    <p:extLst>
      <p:ext uri="{BB962C8B-B14F-4D97-AF65-F5344CB8AC3E}">
        <p14:creationId xmlns:p14="http://schemas.microsoft.com/office/powerpoint/2010/main" val="1154171675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322938-CF0F-46DC-A798-CED002D3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A27E9E-2D81-43E1-AB60-49EB2C44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짝의 작품에 개선 제안 남기기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32BB3C-D8CA-4F0E-A584-72B2A200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Issue는 질문·오류·개선 제안을 기록하는 대화입니다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DEFC3C-D70E-47B7-88E5-7FA9D5AE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상대 코드를 직접 수정하지 않아도 남길 수 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47363C-CFC7-43C8-8938-510FFC13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상대방이 재현할 수 있도록 무엇을 했고 무엇이 보였는지 씁니다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8F2A51-F2B2-4D37-86A6-5A9AD0B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연락처·비밀번호·인증 화면은 올리지 않습니다.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83F9F1-3916-4D8A-9DE4-D525FCF6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c85f09619bdc462b"/>
              </a:rPr>
              <a:t>공식 안내 열기 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F41693-FBCE-4462-A16A-0824F643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099 / 117</a:t>
            </a:r>
          </a:p>
        </p:txBody>
      </p:sp>
    </p:spTree>
    <p:extLst>
      <p:ext uri="{BB962C8B-B14F-4D97-AF65-F5344CB8AC3E}">
        <p14:creationId xmlns:p14="http://schemas.microsoft.com/office/powerpoint/2010/main" val="1911220299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680CA4-C10A-43B0-A28A-ED112C7C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02942-AF38-4C38-9180-CC87FB0C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짝의 작품에 개선 제안 남기기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5AFA03-6995-4AFD-859B-5A30FD04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짝의 작품 저장소를 열고 README만 보고 실행 방법을 찾아봅니다. 환경이 되면 받아서 실행합니다. 실행하지 않았으면 문서 검토라고 적습니다.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F6C3B-F346-45DE-89B1-82B975B4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좋았던 기능 하나와 구체적으로 개선할 점 하나를 고릅니다.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3D90D-3894-4C25-8290-A03B313F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4518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Issues → New issue에서 제목과 본문을 작성합니다. Issues가 꺼져 있으면 짝에게 메모로 전달합니다.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88F3C1-CFBD-4FE4-9ADE-94B5C25A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7fe4b89c999641ad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CC3D71-D1C4-4A9F-A081-47963C54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100 / 117</a:t>
            </a:r>
          </a:p>
        </p:txBody>
      </p:sp>
    </p:spTree>
    <p:extLst>
      <p:ext uri="{BB962C8B-B14F-4D97-AF65-F5344CB8AC3E}">
        <p14:creationId xmlns:p14="http://schemas.microsoft.com/office/powerpoint/2010/main" val="86100831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D7F6D5-D35E-4260-BE9E-9827E369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0AC520-0C73-4087-A79F-CA3FF70F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짝의 작품에 개선 제안 남기기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EE69BD-DC9F-4A6F-9080-71B50CB9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기대한 결과·실제로 본 결과·재현 순서를 나누고 Create로 등록합니다. 실제로 확인한 것만 적습니다.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A6330-4D60-43C2-A5BD-E49D334E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db14528a990c4e29"/>
              </a:rPr>
              <a:t>공식 안내 열기 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3117B8-5043-45CC-A091-93E952F9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101 / 117</a:t>
            </a:r>
          </a:p>
        </p:txBody>
      </p:sp>
    </p:spTree>
    <p:extLst>
      <p:ext uri="{BB962C8B-B14F-4D97-AF65-F5344CB8AC3E}">
        <p14:creationId xmlns:p14="http://schemas.microsoft.com/office/powerpoint/2010/main" val="1120204139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9CCAF-72BC-462A-B008-9BB9675C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A35686-ED61-4CF5-A763-775771EC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짝의 작품에 개선 제안 남기기 · 예제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C2530A-D601-44FC-B6AB-B12205A44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제목: 실행 폴더 안내를 추가해 주세요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확인한 것: README를 읽었습니다.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기대한 결과: 명령을 입력할 폴더를 알 수 있음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현재 내용: python main.py만 적혀 있음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제안: main.py가 있는 폴더에서 실행한다고 안내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B722A4-0374-4B4B-B626-1ED8EA47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bf44462612b44720"/>
              </a:rPr>
              <a:t>공식 안내 열기 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BB9E1E-5BB6-44A0-80AE-5549E2AE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102 / 117</a:t>
            </a:r>
          </a:p>
        </p:txBody>
      </p:sp>
    </p:spTree>
    <p:extLst>
      <p:ext uri="{BB962C8B-B14F-4D97-AF65-F5344CB8AC3E}">
        <p14:creationId xmlns:p14="http://schemas.microsoft.com/office/powerpoint/2010/main" val="1849511506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63B4E5-914D-4BFD-B934-73081F65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17A219-BC6F-41F9-A916-27034577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짝의 작품에 개선 제안 남기기 · 공식 화면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262A93-52C2-49BE-AC25-6AC3B89143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4c230268a84c57"/>
          <a:stretch xmlns:a="http://schemas.openxmlformats.org/drawingml/2006/main"/>
        </p:blipFill>
        <p:spPr>
          <a:xfrm xmlns:a="http://schemas.openxmlformats.org/drawingml/2006/main">
            <a:off x="3381584" y="1762125"/>
            <a:ext cx="5428833" cy="36385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1C980A-748E-44D2-B06A-E7B7B8D7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89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공식 안내 화면의 메뉴 이름을 내 화면에서 찾아보세요.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CE150E-370E-439E-927F-62EF0FC8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ec3e46039fde4538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1D955D-E80D-406E-A230-B1CEBC74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103 / 117</a:t>
            </a:r>
          </a:p>
        </p:txBody>
      </p:sp>
    </p:spTree>
    <p:extLst>
      <p:ext uri="{BB962C8B-B14F-4D97-AF65-F5344CB8AC3E}">
        <p14:creationId xmlns:p14="http://schemas.microsoft.com/office/powerpoint/2010/main" val="936340789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3D6A51-245E-4055-B1C9-0683C083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748111-AF6A-4D79-A196-47F5CB59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짝의 작품에 개선 제안 남기기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17371-D663-498B-8E54-BD8587949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짝이 이해할 수 있는 개선 제안 한 개를 남깁니다.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9732C0-C7F2-43BA-BE16-4859F8E7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권한이나 Issues가 없으면 익명 우회 대신 짝에게 안내합니다. 원인 추정과 직접 확인한 사실을 구별합니다.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3CC8E0-5D87-4A9A-8A4E-51DD4CF1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1ce520a644d84786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443BA-013A-49DA-A007-D1D21DA2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104 / 117</a:t>
            </a:r>
          </a:p>
        </p:txBody>
      </p:sp>
    </p:spTree>
    <p:extLst>
      <p:ext uri="{BB962C8B-B14F-4D97-AF65-F5344CB8AC3E}">
        <p14:creationId xmlns:p14="http://schemas.microsoft.com/office/powerpoint/2010/main" val="245593518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094670-CA8E-4639-AC68-E5EC6F2D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E10902-F005-4993-9BE8-F03CE470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짝의 작품에 개선 제안 남기기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E4F204-48A0-4EED-9AF4-AC1B2789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“안 돼요”만 적으면 충분할까요?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068EF2-C57A-4373-8A08-5C245483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8877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어떤 입력과 순서에서 무엇이 보였는지 있어야 상대가 다시 확인할 수 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12F29B-E17F-4F1C-90CC-B2E9D0ECA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105 / 117</a:t>
            </a:r>
          </a:p>
        </p:txBody>
      </p:sp>
    </p:spTree>
    <p:extLst>
      <p:ext uri="{BB962C8B-B14F-4D97-AF65-F5344CB8AC3E}">
        <p14:creationId xmlns:p14="http://schemas.microsoft.com/office/powerpoint/2010/main" val="1896577935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075009-0B4F-401B-B2D4-957BE16D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8FCE74-C548-44D8-B0AA-062D5A88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브랜치에서 수정하고 PR·병합하기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917E3E-042F-4C15-9CFA-26737D15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브랜치는 기존 기록에서 갈라져 변경을 따로 작업하는 흐름입니다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AADF78-0EA3-4696-85ED-864965CB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PR(Pull Request)은 그 변경을 합치기 전에 비교하고 의견을 나누는 제안입니다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FD2F40-7565-47E8-8E74-A2E37750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480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오늘은 자기 저장소에서 브랜치를 만들고 짝이 검토합니다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DAB9CE-B662-483A-A930-7D3B3CAB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상대 저장소에 직접 쓸 권한은 필요하지 않습니다.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20E3B-0B86-47AE-A62C-6E7B5D9C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5c8c14b4ce924ad9"/>
              </a:rPr>
              <a:t>공식 안내 열기 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09A109-16D2-49B1-ADBC-DE2EF920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106 / 117</a:t>
            </a:r>
          </a:p>
        </p:txBody>
      </p:sp>
    </p:spTree>
    <p:extLst>
      <p:ext uri="{BB962C8B-B14F-4D97-AF65-F5344CB8AC3E}">
        <p14:creationId xmlns:p14="http://schemas.microsoft.com/office/powerpoint/2010/main" val="980043403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77350-294B-4B91-8F98-5876CB6C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780A5-86EF-4301-B4E6-D9273C69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브랜치에서 수정하고 PR·병합하기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3D0462-C307-4B37-AC92-B6FE246F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내 작품 저장소를 Desktop에서 선택하고 Current branch → New branch로 docs-improve를 만듭니다.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E03BC2-71D5-4598-99DD-CD6FDFF1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짝의 제안을 반영해 README 한 단락을 고칩니다. 저장하고 diff를 확인한 뒤 이 브랜치에 커밋합니다.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B73B7A-FE39-46E3-A52F-97E091F9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379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Publish branch 또는 Push origin으로 브랜치를 보냅니다. Create Pull Request/Preview Pull Request를 열어 GitHub 화면으로 이동합니다.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A6C81B-B283-4C9A-B85E-06A2B2A8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79ee1f45df2b4138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BEEDEF-74FD-466C-843F-3DC7535B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107 / 117</a:t>
            </a:r>
          </a:p>
        </p:txBody>
      </p:sp>
    </p:spTree>
    <p:extLst>
      <p:ext uri="{BB962C8B-B14F-4D97-AF65-F5344CB8AC3E}">
        <p14:creationId xmlns:p14="http://schemas.microsoft.com/office/powerpoint/2010/main" val="987869666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9681E4-35F3-4668-8F2F-DD192B53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6D6442-C8FB-4004-92A7-457FD161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브랜치에서 수정하고 PR·병합하기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5648B6-43EC-4AC2-910A-A6324B16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base가 main, compare가 docs-improve인지 확인합니다. 기본 브랜치 이름이 다르면 실제 이름을 선택합니다.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CCB1F-95BE-44FE-8BC9-A1BDE975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5. 제목에 바뀐 목적, 본문에 문제·변경·확인 내용을 적고 PR을 만듭니다. 짝은 Files changed를 읽고 댓글을 남깁니다.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614F20-8051-49F9-9EEA-8615D8D85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379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6. 내가 변경 내용을 확인하고 Merge pull request를 실행합니다. Desktop에서 main으로 돌아가 Fetch/Pull하여 병합된 README를 확인합니다.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08CC64-D65C-41C1-8A83-689F83A0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7c8583a832964eed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33A31D-5C8E-4163-9EA9-24E706CF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108 / 117</a:t>
            </a:r>
          </a:p>
        </p:txBody>
      </p:sp>
    </p:spTree>
    <p:extLst>
      <p:ext uri="{BB962C8B-B14F-4D97-AF65-F5344CB8AC3E}">
        <p14:creationId xmlns:p14="http://schemas.microsoft.com/office/powerpoint/2010/main" val="178515758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1782B7-E24B-4DA4-9E8A-B8CF87E3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AF07DD-FD4D-42A5-8681-AACB8E9F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브랜치에서 수정하고 PR·병합하기 · 예제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ECDF04-8AD6-4DC1-BBD4-6A8C26166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제목: 실행 위치와 예제 입력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문제: README에 실행 폴더가 없었습니다.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변경: 실행 위치와 예제 입력을 추가했습니다.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확인: 파일명과 명령을 대조했습니다.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프로그램 실행 여부는 직접 확인한 범위만 씁니다.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E9BDC-B112-440A-8C55-08E6846CE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0ff7331e0ef54a49"/>
              </a:rPr>
              <a:t>공식 안내 열기 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4E6E50-B01D-4CCF-B204-1870652D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109 / 117</a:t>
            </a:r>
          </a:p>
        </p:txBody>
      </p:sp>
    </p:spTree>
    <p:extLst>
      <p:ext uri="{BB962C8B-B14F-4D97-AF65-F5344CB8AC3E}">
        <p14:creationId xmlns:p14="http://schemas.microsoft.com/office/powerpoint/2010/main" val="649549548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AE3DD0-C916-4723-A528-E68BC4AE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7606E0-FF01-4711-8C51-93E6C970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브랜치에서 수정하고 PR·병합하기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F31F40-366B-453A-A943-793AE56B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브랜치 변경·PR·검토 의견·병합 결과를 연결해 볼 수 있습니다.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633419-7D87-4132-B097-BF7F7759D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변경 없음이면 브랜치 선택과 커밋·push를 확인합니다. 충돌이면 양쪽 의도를 비교하고 표식을 해결한 뒤 커밋합니다. 시간이 부족하면 PR까지 남기고 병합은 해설을 따라 마무리합니다.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4E9219-E523-48BD-942F-B78F6137B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d376a7a6400647fc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6FD65-F7E1-41F0-94E0-92220FCB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110 / 117</a:t>
            </a:r>
          </a:p>
        </p:txBody>
      </p:sp>
    </p:spTree>
    <p:extLst>
      <p:ext uri="{BB962C8B-B14F-4D97-AF65-F5344CB8AC3E}">
        <p14:creationId xmlns:p14="http://schemas.microsoft.com/office/powerpoint/2010/main" val="876102641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6C6D1D-FE84-4AFB-AF12-72A1DDC8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F1F98-FF0C-4575-A682-F6C5D1E0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브랜치에서 수정하고 PR·병합하기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8BC177-CE4C-488F-954A-10E42C62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브랜치를 만들면 PR도 자동으로 생기나요?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7F9A1B-F35D-449C-B701-ACE2056DA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아닙니다. 변경을 기록하고 공유한 뒤 PR을 따로 만듭니다.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58413D-24AD-405A-94A7-59385EF0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111 / 117</a:t>
            </a:r>
          </a:p>
        </p:txBody>
      </p:sp>
    </p:spTree>
    <p:extLst>
      <p:ext uri="{BB962C8B-B14F-4D97-AF65-F5344CB8AC3E}">
        <p14:creationId xmlns:p14="http://schemas.microsoft.com/office/powerpoint/2010/main" val="1966808526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7F0D10-E231-4878-BEC7-C356B261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4C336C-D836-4CE1-98AE-56155E34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다시 받아 실행하고 오늘 결과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A2DDC6-57BD-4AF1-B0A2-3C706528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 폴더에서는 우연히 다른 파일 덕분에 동작할 수 있습니다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CBF507-71CF-424D-BC6C-471E90B8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새 폴더로 받아 실행하면 필요한 파일과 안내가 빠졌는지 확인할 수 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8E1B60-786E-42CB-87E2-825C8889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새 폴더는 기존 작업 폴더를 덮어쓰지 않는 다른 위치로 정합니다.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17360C-0636-41DB-9EA7-FF34B921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dcd9487a43524022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DF0190-57FE-440A-8D9A-F27A9682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112 / 117</a:t>
            </a:r>
          </a:p>
        </p:txBody>
      </p:sp>
    </p:spTree>
    <p:extLst>
      <p:ext uri="{BB962C8B-B14F-4D97-AF65-F5344CB8AC3E}">
        <p14:creationId xmlns:p14="http://schemas.microsoft.com/office/powerpoint/2010/main" val="490557624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751FF7-C422-45A2-A83C-5C6175CD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5D7778-29FE-4421-AEA3-935D6026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다시 받아 실행하고 오늘 결과 확인 · 따라 하기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9EE085-8078-4AF5-BAF9-3F7E5F82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1. 작품을 별도 GitPractice-check 폴더에 clone합니다. Desktop에서 같은 이름이 헷갈리면 Local path를 확인합니다.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A5A59A-E3DB-4F4B-82DB-2740050B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2. README만 보고 파일 위치·실행 명령·필요한 자료를 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FA988B-0E8B-4EAF-B57E-DB2252FC2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4518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3. 프로그램을 실행하고 정상 입력·빈 입력·다른 입력을 각각 시험합니다. 필요한 파일이 없다면 원래 저장소에 추가하고 커밋/push합니다.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025A4D-6B0B-4977-96C4-1A9DD868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4d0b5aa4028240be"/>
              </a:rPr>
              <a:t>공식 안내 열기 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8E0589-9B1B-4045-9549-930C6A9F0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113 / 117</a:t>
            </a:r>
          </a:p>
        </p:txBody>
      </p:sp>
    </p:spTree>
    <p:extLst>
      <p:ext uri="{BB962C8B-B14F-4D97-AF65-F5344CB8AC3E}">
        <p14:creationId xmlns:p14="http://schemas.microsoft.com/office/powerpoint/2010/main" val="2012430398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7DDC2-F372-4838-9EF7-0BA8FABCB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BDB971-5B0A-4613-A2F1-B948A4A8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다시 받아 실행하고 오늘 결과 확인 · 따라 하기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F80FF2-E6FA-4C9A-A286-AB5AAA0F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4. 프로필 링크·배지·GIF, 작품 README, 커밋 두 개 이상, PR 주소를 자기 점검표에 적습니다. 비밀번호·이메일 인증 코드는 적지 않습니다.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4AA839-063F-493F-B510-F16DCCC6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1770"/>
            <a:ext cx="10896600" cy="750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5. 수업 종료 전 커밋과 push 여부를 확인합니다. 공용 PC에서는 계정 로그아웃과 기관의 파일 보관 지침을 따릅니다.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6627F7-0997-4710-B30B-80A96F0D2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68a6c2b8fce24723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58FC59-BBDD-4E80-B482-015DD2E0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114 / 117</a:t>
            </a:r>
          </a:p>
        </p:txBody>
      </p:sp>
    </p:spTree>
    <p:extLst>
      <p:ext uri="{BB962C8B-B14F-4D97-AF65-F5344CB8AC3E}">
        <p14:creationId xmlns:p14="http://schemas.microsoft.com/office/powerpoint/2010/main" val="332457458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37D704-5EEA-409E-A529-040A0D6A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823EFD-A5F5-4238-BF44-7D54D21BB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다시 받아 실행하고 오늘 결과 확인 · 확인과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4B2D0F-8A63-47F6-9586-76A61640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새 위치에서도 실행할 수 있는 작품과 프로필 주소가 남습니다.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194BDC-3BE4-4DC8-8DFC-12C4C939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clone 목적지가 비어 있지 않다는 오류면 다른 새 폴더를 고릅니다. 원래 폴더를 지워 해결하지 않습니다. 실행이 막히면 오류 메시지와 시도한 명령을 기록합니다.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0A1810-1940-45F8-B88C-39371223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hlinkClick xmlns:r="http://schemas.openxmlformats.org/officeDocument/2006/relationships" r:id="R0c0544f2feaa4066"/>
              </a:rPr>
              <a:t>공식 안내 열기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F196D8-F9FD-43AE-B96F-D912DAD7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115 / 117</a:t>
            </a:r>
          </a:p>
        </p:txBody>
      </p:sp>
    </p:spTree>
    <p:extLst>
      <p:ext uri="{BB962C8B-B14F-4D97-AF65-F5344CB8AC3E}">
        <p14:creationId xmlns:p14="http://schemas.microsoft.com/office/powerpoint/2010/main" val="1804895262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54E4CA-8760-4D19-AE05-FC03C4C9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6교시 · Git/GitHub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3FB8B7-17BC-441C-A03C-5959F127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다시 받아 실행하고 오늘 결과 확인 · 확인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BBDE26-D869-4925-B400-E14F5542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내 PC에서 실행됐다는 사실만으로 전달이 끝났을까요?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BE042D-1B14-49B8-AC75-B677558B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1740"/>
            <a:ext cx="10896600" cy="8877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받은 사람이 필요한 파일과 안내로 다시 실행할 수 있는지도 확인해야 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B09B9A-5664-4150-BB82-38D4F8B5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116 / 117</a:t>
            </a:r>
          </a:p>
        </p:txBody>
      </p:sp>
    </p:spTree>
    <p:extLst>
      <p:ext uri="{BB962C8B-B14F-4D97-AF65-F5344CB8AC3E}">
        <p14:creationId xmlns:p14="http://schemas.microsoft.com/office/powerpoint/2010/main" val="68340728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8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956432-185B-4265-8B9D-39746DDC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F75"/>
                </a:solidFill>
                <a:latin typeface="Malgun Gothic"/>
                <a:ea typeface="Malgun Gothic"/>
                <a:cs typeface="Malgun Gothic"/>
              </a:rPr>
              <a:t>Git/GitHub · 10월 16일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22A980-F6A2-40C0-AE54-1FF1103E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09625"/>
            <a:ext cx="10896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새 위치에서 작품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097590-5B59-41F8-9F67-ED130569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프로필 → 작품 링크 → README → 실행 순서로 확인합니다.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F75AD1-592C-4A7D-A81A-6D45DA56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내가 실제로 시험한 입력과 결과를 남깁니다.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BD34B8-4D29-4F07-83BD-15AD7839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89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8372F"/>
                </a:solidFill>
                <a:latin typeface="Malgun Gothic"/>
                <a:ea typeface="Malgun Gothic"/>
                <a:cs typeface="Malgun Gothic"/>
              </a:rPr>
              <a:t>저장·커밋·push 상태를 확인하고 수업을 마칩니다.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2FC6FA-F0E5-4B54-85FE-71641E6D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7065"/>
                </a:solidFill>
                <a:latin typeface="Malgun Gothic"/>
                <a:ea typeface="Malgun Gothic"/>
                <a:cs typeface="Malgun Gothic"/>
              </a:rPr>
              <a:t>117 / 117</a:t>
            </a:r>
          </a:p>
        </p:txBody>
      </p:sp>
    </p:spTree>
    <p:extLst>
      <p:ext uri="{BB962C8B-B14F-4D97-AF65-F5344CB8AC3E}">
        <p14:creationId xmlns:p14="http://schemas.microsoft.com/office/powerpoint/2010/main" val="1487456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2026-10-15T13:21:55.7370000Z</dcterms:created>
  <dcterms:modified xsi:type="dcterms:W3CDTF">2026-10-15T13:21:55.7370000Z</dcterms:modified>
</coreProperties>
</file>