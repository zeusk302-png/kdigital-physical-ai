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25c37005864f75" /><Relationship Type="http://schemas.openxmlformats.org/officeDocument/2006/relationships/extended-properties" Target="/docProps/app.xml" Id="R8bbc47625c5f4f29" /><Relationship Type="http://schemas.openxmlformats.org/officeDocument/2006/relationships/officeDocument" Target="/ppt/presentation.xml" Id="R4791ad5950f341ef" /></Relationships>
</file>

<file path=ppt/presentation.xml><?xml version="1.0" encoding="utf-8"?>
<p:presentation xmlns:p="http://schemas.openxmlformats.org/presentationml/2006/main">
  <p:sldMasterIdLst>
    <p:sldMasterId xmlns:r="http://schemas.openxmlformats.org/officeDocument/2006/relationships" id="2147483648" r:id="R560adaca889b4c1e"/>
  </p:sldMasterIdLst>
  <p:notesMasterIdLst>
    <p:notesMasterId xmlns:r="http://schemas.openxmlformats.org/officeDocument/2006/relationships" r:id="Ra6ef8f3af35c4a0f"/>
  </p:notesMasterIdLst>
  <p:sldIdLst>
    <p:sldId xmlns:r="http://schemas.openxmlformats.org/officeDocument/2006/relationships" id="256" r:id="R59e8b1f75100410e"/>
    <p:sldId xmlns:r="http://schemas.openxmlformats.org/officeDocument/2006/relationships" id="257" r:id="R21cce39a6a10413a"/>
    <p:sldId xmlns:r="http://schemas.openxmlformats.org/officeDocument/2006/relationships" id="258" r:id="Rd56c22feec6e49ea"/>
    <p:sldId xmlns:r="http://schemas.openxmlformats.org/officeDocument/2006/relationships" id="259" r:id="R3ff1afe7efa84137"/>
    <p:sldId xmlns:r="http://schemas.openxmlformats.org/officeDocument/2006/relationships" id="260" r:id="R0e279652ae324943"/>
    <p:sldId xmlns:r="http://schemas.openxmlformats.org/officeDocument/2006/relationships" id="261" r:id="R15162e051c324805"/>
    <p:sldId xmlns:r="http://schemas.openxmlformats.org/officeDocument/2006/relationships" id="262" r:id="R3af83ca8e2fc4425"/>
    <p:sldId xmlns:r="http://schemas.openxmlformats.org/officeDocument/2006/relationships" id="263" r:id="R31b4f0535fa24c7c"/>
    <p:sldId xmlns:r="http://schemas.openxmlformats.org/officeDocument/2006/relationships" id="264" r:id="R91aca1caf9cc4e38"/>
    <p:sldId xmlns:r="http://schemas.openxmlformats.org/officeDocument/2006/relationships" id="265" r:id="Rc1ea1f0d6a2c478c"/>
    <p:sldId xmlns:r="http://schemas.openxmlformats.org/officeDocument/2006/relationships" id="266" r:id="R64ca4d15a35d47ed"/>
    <p:sldId xmlns:r="http://schemas.openxmlformats.org/officeDocument/2006/relationships" id="267" r:id="Rf8f7eb2924fd4cd4"/>
    <p:sldId xmlns:r="http://schemas.openxmlformats.org/officeDocument/2006/relationships" id="268" r:id="R432798151d0f4502"/>
    <p:sldId xmlns:r="http://schemas.openxmlformats.org/officeDocument/2006/relationships" id="269" r:id="R4aa22d5112fc4126"/>
    <p:sldId xmlns:r="http://schemas.openxmlformats.org/officeDocument/2006/relationships" id="270" r:id="R1abb11c8bcfd41db"/>
    <p:sldId xmlns:r="http://schemas.openxmlformats.org/officeDocument/2006/relationships" id="271" r:id="Rca6c59359c0942be"/>
    <p:sldId xmlns:r="http://schemas.openxmlformats.org/officeDocument/2006/relationships" id="272" r:id="R3fb1f1a10fad4cee"/>
    <p:sldId xmlns:r="http://schemas.openxmlformats.org/officeDocument/2006/relationships" id="273" r:id="Ra8eb912a0a3e411d"/>
    <p:sldId xmlns:r="http://schemas.openxmlformats.org/officeDocument/2006/relationships" id="274" r:id="R1b1769118b454894"/>
    <p:sldId xmlns:r="http://schemas.openxmlformats.org/officeDocument/2006/relationships" id="275" r:id="R444429cdf0bf4b21"/>
    <p:sldId xmlns:r="http://schemas.openxmlformats.org/officeDocument/2006/relationships" id="276" r:id="R26a75ed998fd4851"/>
    <p:sldId xmlns:r="http://schemas.openxmlformats.org/officeDocument/2006/relationships" id="277" r:id="Rc536453a31994781"/>
    <p:sldId xmlns:r="http://schemas.openxmlformats.org/officeDocument/2006/relationships" id="278" r:id="R83fadae6bb674f19"/>
    <p:sldId xmlns:r="http://schemas.openxmlformats.org/officeDocument/2006/relationships" id="279" r:id="R5f5cb4704fa045e0"/>
    <p:sldId xmlns:r="http://schemas.openxmlformats.org/officeDocument/2006/relationships" id="280" r:id="Rf7de7e085689497c"/>
    <p:sldId xmlns:r="http://schemas.openxmlformats.org/officeDocument/2006/relationships" id="281" r:id="R3efb6015735e4a4e"/>
    <p:sldId xmlns:r="http://schemas.openxmlformats.org/officeDocument/2006/relationships" id="282" r:id="R238b3c3002da41a5"/>
    <p:sldId xmlns:r="http://schemas.openxmlformats.org/officeDocument/2006/relationships" id="283" r:id="Rb0e7cec2d0ac4389"/>
    <p:sldId xmlns:r="http://schemas.openxmlformats.org/officeDocument/2006/relationships" id="284" r:id="R0b58793aa1af42ff"/>
    <p:sldId xmlns:r="http://schemas.openxmlformats.org/officeDocument/2006/relationships" id="285" r:id="R3cf13765963a453f"/>
    <p:sldId xmlns:r="http://schemas.openxmlformats.org/officeDocument/2006/relationships" id="286" r:id="Re9acae07f3414892"/>
    <p:sldId xmlns:r="http://schemas.openxmlformats.org/officeDocument/2006/relationships" id="287" r:id="Rddabf348afa44222"/>
    <p:sldId xmlns:r="http://schemas.openxmlformats.org/officeDocument/2006/relationships" id="288" r:id="R412a643ec7fe418e"/>
    <p:sldId xmlns:r="http://schemas.openxmlformats.org/officeDocument/2006/relationships" id="289" r:id="R8e9cdb03d1b0430e"/>
    <p:sldId xmlns:r="http://schemas.openxmlformats.org/officeDocument/2006/relationships" id="290" r:id="R873f7a4ee91b46c2"/>
    <p:sldId xmlns:r="http://schemas.openxmlformats.org/officeDocument/2006/relationships" id="291" r:id="R22b5aed22877481c"/>
    <p:sldId xmlns:r="http://schemas.openxmlformats.org/officeDocument/2006/relationships" id="292" r:id="R67f236e52c39447f"/>
    <p:sldId xmlns:r="http://schemas.openxmlformats.org/officeDocument/2006/relationships" id="293" r:id="Rda452dbfe54b4a15"/>
    <p:sldId xmlns:r="http://schemas.openxmlformats.org/officeDocument/2006/relationships" id="294" r:id="Rd6fe7de6fddb4195"/>
    <p:sldId xmlns:r="http://schemas.openxmlformats.org/officeDocument/2006/relationships" id="295" r:id="Rf2a5c9e0a8bb485f"/>
    <p:sldId xmlns:r="http://schemas.openxmlformats.org/officeDocument/2006/relationships" id="296" r:id="R2e3683e4bc5348f0"/>
    <p:sldId xmlns:r="http://schemas.openxmlformats.org/officeDocument/2006/relationships" id="297" r:id="R983a12414b2c4cd4"/>
    <p:sldId xmlns:r="http://schemas.openxmlformats.org/officeDocument/2006/relationships" id="298" r:id="Rc9e5e419d1aa449b"/>
    <p:sldId xmlns:r="http://schemas.openxmlformats.org/officeDocument/2006/relationships" id="299" r:id="R486e623f10ae41a7"/>
    <p:sldId xmlns:r="http://schemas.openxmlformats.org/officeDocument/2006/relationships" id="300" r:id="Rcb9cc8fb68ca463e"/>
    <p:sldId xmlns:r="http://schemas.openxmlformats.org/officeDocument/2006/relationships" id="301" r:id="Raec5f90f72de44e3"/>
    <p:sldId xmlns:r="http://schemas.openxmlformats.org/officeDocument/2006/relationships" id="302" r:id="Rb447c2b170344d6d"/>
    <p:sldId xmlns:r="http://schemas.openxmlformats.org/officeDocument/2006/relationships" id="303" r:id="Rb7f16bf26e114670"/>
    <p:sldId xmlns:r="http://schemas.openxmlformats.org/officeDocument/2006/relationships" id="304" r:id="R64d9be3381a548b8"/>
    <p:sldId xmlns:r="http://schemas.openxmlformats.org/officeDocument/2006/relationships" id="305" r:id="R69f34fae27e24b65"/>
    <p:sldId xmlns:r="http://schemas.openxmlformats.org/officeDocument/2006/relationships" id="306" r:id="R20a75ec46e204562"/>
    <p:sldId xmlns:r="http://schemas.openxmlformats.org/officeDocument/2006/relationships" id="307" r:id="R30509313dffb4a81"/>
    <p:sldId xmlns:r="http://schemas.openxmlformats.org/officeDocument/2006/relationships" id="308" r:id="R084945b4404a44f5"/>
    <p:sldId xmlns:r="http://schemas.openxmlformats.org/officeDocument/2006/relationships" id="309" r:id="R30c32f29c1b04463"/>
    <p:sldId xmlns:r="http://schemas.openxmlformats.org/officeDocument/2006/relationships" id="310" r:id="R65e6cc7c035147b7"/>
    <p:sldId xmlns:r="http://schemas.openxmlformats.org/officeDocument/2006/relationships" id="311" r:id="R7589a1dc8921471a"/>
    <p:sldId xmlns:r="http://schemas.openxmlformats.org/officeDocument/2006/relationships" id="312" r:id="R8de0cb3b7fc44f71"/>
    <p:sldId xmlns:r="http://schemas.openxmlformats.org/officeDocument/2006/relationships" id="313" r:id="Rc9621863a1114174"/>
    <p:sldId xmlns:r="http://schemas.openxmlformats.org/officeDocument/2006/relationships" id="314" r:id="Rf5f7f6ed0a20406c"/>
    <p:sldId xmlns:r="http://schemas.openxmlformats.org/officeDocument/2006/relationships" id="315" r:id="Rcffa766479084886"/>
    <p:sldId xmlns:r="http://schemas.openxmlformats.org/officeDocument/2006/relationships" id="316" r:id="R966299406a0c467a"/>
    <p:sldId xmlns:r="http://schemas.openxmlformats.org/officeDocument/2006/relationships" id="317" r:id="R4dacc11238864928"/>
    <p:sldId xmlns:r="http://schemas.openxmlformats.org/officeDocument/2006/relationships" id="318" r:id="R69c4aa0c73f4477a"/>
    <p:sldId xmlns:r="http://schemas.openxmlformats.org/officeDocument/2006/relationships" id="319" r:id="Re28af9a6f6d04332"/>
    <p:sldId xmlns:r="http://schemas.openxmlformats.org/officeDocument/2006/relationships" id="320" r:id="R0b5c4bd7bda34782"/>
    <p:sldId xmlns:r="http://schemas.openxmlformats.org/officeDocument/2006/relationships" id="321" r:id="R366432a04ae74cc7"/>
    <p:sldId xmlns:r="http://schemas.openxmlformats.org/officeDocument/2006/relationships" id="322" r:id="R1f76f92a214f42d6"/>
    <p:sldId xmlns:r="http://schemas.openxmlformats.org/officeDocument/2006/relationships" id="323" r:id="Ree1e5d0389014460"/>
    <p:sldId xmlns:r="http://schemas.openxmlformats.org/officeDocument/2006/relationships" id="324" r:id="Reec7279aa11c4551"/>
    <p:sldId xmlns:r="http://schemas.openxmlformats.org/officeDocument/2006/relationships" id="325" r:id="Reaec6ac8f5bf4cf4"/>
    <p:sldId xmlns:r="http://schemas.openxmlformats.org/officeDocument/2006/relationships" id="326" r:id="R41660ddae2e8469d"/>
    <p:sldId xmlns:r="http://schemas.openxmlformats.org/officeDocument/2006/relationships" id="327" r:id="Rfe1eb17139bb4b7c"/>
    <p:sldId xmlns:r="http://schemas.openxmlformats.org/officeDocument/2006/relationships" id="328" r:id="R30e7e3c136d94744"/>
    <p:sldId xmlns:r="http://schemas.openxmlformats.org/officeDocument/2006/relationships" id="329" r:id="Rc5708778df9347fb"/>
    <p:sldId xmlns:r="http://schemas.openxmlformats.org/officeDocument/2006/relationships" id="330" r:id="Rb39f1849c6c9452d"/>
    <p:sldId xmlns:r="http://schemas.openxmlformats.org/officeDocument/2006/relationships" id="331" r:id="R7dafd6a69721429a"/>
    <p:sldId xmlns:r="http://schemas.openxmlformats.org/officeDocument/2006/relationships" id="332" r:id="R574879d795c94e58"/>
    <p:sldId xmlns:r="http://schemas.openxmlformats.org/officeDocument/2006/relationships" id="333" r:id="R71311b21917840c6"/>
    <p:sldId xmlns:r="http://schemas.openxmlformats.org/officeDocument/2006/relationships" id="334" r:id="R9b330a5127024fb1"/>
    <p:sldId xmlns:r="http://schemas.openxmlformats.org/officeDocument/2006/relationships" id="335" r:id="R6f6e245f178c4987"/>
    <p:sldId xmlns:r="http://schemas.openxmlformats.org/officeDocument/2006/relationships" id="336" r:id="R6736239560b34a26"/>
    <p:sldId xmlns:r="http://schemas.openxmlformats.org/officeDocument/2006/relationships" id="337" r:id="Rc61596244966488d"/>
    <p:sldId xmlns:r="http://schemas.openxmlformats.org/officeDocument/2006/relationships" id="338" r:id="R57fe83049ec241db"/>
    <p:sldId xmlns:r="http://schemas.openxmlformats.org/officeDocument/2006/relationships" id="339" r:id="R62d0159730d34dd6"/>
    <p:sldId xmlns:r="http://schemas.openxmlformats.org/officeDocument/2006/relationships" id="340" r:id="Rc0016a01e79441f7"/>
    <p:sldId xmlns:r="http://schemas.openxmlformats.org/officeDocument/2006/relationships" id="341" r:id="Rfb3e4aff642b4e8e"/>
    <p:sldId xmlns:r="http://schemas.openxmlformats.org/officeDocument/2006/relationships" id="342" r:id="Rabc983b65b1f4dc8"/>
    <p:sldId xmlns:r="http://schemas.openxmlformats.org/officeDocument/2006/relationships" id="343" r:id="R561d8ef5469040de"/>
    <p:sldId xmlns:r="http://schemas.openxmlformats.org/officeDocument/2006/relationships" id="344" r:id="Rd386a5cd10e84a4f"/>
    <p:sldId xmlns:r="http://schemas.openxmlformats.org/officeDocument/2006/relationships" id="345" r:id="R29f3f547cade4de2"/>
    <p:sldId xmlns:r="http://schemas.openxmlformats.org/officeDocument/2006/relationships" id="346" r:id="Rb49c2c9ec9a84884"/>
    <p:sldId xmlns:r="http://schemas.openxmlformats.org/officeDocument/2006/relationships" id="347" r:id="Re1b7ca78e61f436a"/>
    <p:sldId xmlns:r="http://schemas.openxmlformats.org/officeDocument/2006/relationships" id="348" r:id="Rbe1507f6922c4b05"/>
    <p:sldId xmlns:r="http://schemas.openxmlformats.org/officeDocument/2006/relationships" id="349" r:id="R821cc887616c4522"/>
    <p:sldId xmlns:r="http://schemas.openxmlformats.org/officeDocument/2006/relationships" id="350" r:id="Rb65e7f021c6c41e3"/>
    <p:sldId xmlns:r="http://schemas.openxmlformats.org/officeDocument/2006/relationships" id="351" r:id="R8550bd2645a84a85"/>
    <p:sldId xmlns:r="http://schemas.openxmlformats.org/officeDocument/2006/relationships" id="352" r:id="Rb87a4170b3d54664"/>
    <p:sldId xmlns:r="http://schemas.openxmlformats.org/officeDocument/2006/relationships" id="353" r:id="R23ed1d7644ec4e3d"/>
    <p:sldId xmlns:r="http://schemas.openxmlformats.org/officeDocument/2006/relationships" id="354" r:id="R19962d1aab954550"/>
    <p:sldId xmlns:r="http://schemas.openxmlformats.org/officeDocument/2006/relationships" id="355" r:id="Rdc6457cae4ed4a6e"/>
    <p:sldId xmlns:r="http://schemas.openxmlformats.org/officeDocument/2006/relationships" id="356" r:id="R2834f8eee5fa4fc1"/>
    <p:sldId xmlns:r="http://schemas.openxmlformats.org/officeDocument/2006/relationships" id="357" r:id="Rf9fd02bef86244f6"/>
    <p:sldId xmlns:r="http://schemas.openxmlformats.org/officeDocument/2006/relationships" id="358" r:id="R369bdb5499f34229"/>
    <p:sldId xmlns:r="http://schemas.openxmlformats.org/officeDocument/2006/relationships" id="359" r:id="Rf5fcd1e615bc4574"/>
    <p:sldId xmlns:r="http://schemas.openxmlformats.org/officeDocument/2006/relationships" id="360" r:id="R1e5eefabc52f42bd"/>
    <p:sldId xmlns:r="http://schemas.openxmlformats.org/officeDocument/2006/relationships" id="361" r:id="Re73d2bfd61e04fb5"/>
    <p:sldId xmlns:r="http://schemas.openxmlformats.org/officeDocument/2006/relationships" id="362" r:id="Re4d63d9622a641e1"/>
    <p:sldId xmlns:r="http://schemas.openxmlformats.org/officeDocument/2006/relationships" id="363" r:id="R5ada455b1cec4c80"/>
    <p:sldId xmlns:r="http://schemas.openxmlformats.org/officeDocument/2006/relationships" id="364" r:id="Rd190404506e9472e"/>
    <p:sldId xmlns:r="http://schemas.openxmlformats.org/officeDocument/2006/relationships" id="365" r:id="R801c9712206c4971"/>
    <p:sldId xmlns:r="http://schemas.openxmlformats.org/officeDocument/2006/relationships" id="366" r:id="R86a84dfa4e91460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3dc7af51664542" /><Relationship Type="http://schemas.openxmlformats.org/officeDocument/2006/relationships/slideMaster" Target="/ppt/slideMasters/slideMaster1.xml" Id="R560adaca889b4c1e" /><Relationship Type="http://schemas.openxmlformats.org/officeDocument/2006/relationships/notesMaster" Target="/ppt/notesMasters/notesMaster1.xml" Id="Ra6ef8f3af35c4a0f" /><Relationship Type="http://schemas.openxmlformats.org/officeDocument/2006/relationships/presProps" Target="/ppt/presProps.xml" Id="R19fa821ff84d4e65" /><Relationship Type="http://schemas.openxmlformats.org/officeDocument/2006/relationships/tableStyles" Target="/ppt/tableStyles.xml" Id="R81cf150b6e88456e" /><Relationship Type="http://schemas.openxmlformats.org/officeDocument/2006/relationships/slide" Target="/ppt/slides/slide1.xml" Id="R59e8b1f75100410e" /><Relationship Type="http://schemas.openxmlformats.org/officeDocument/2006/relationships/slide" Target="/ppt/slides/slide2.xml" Id="R21cce39a6a10413a" /><Relationship Type="http://schemas.openxmlformats.org/officeDocument/2006/relationships/slide" Target="/ppt/slides/slide3.xml" Id="Rd56c22feec6e49ea" /><Relationship Type="http://schemas.openxmlformats.org/officeDocument/2006/relationships/slide" Target="/ppt/slides/slide4.xml" Id="R3ff1afe7efa84137" /><Relationship Type="http://schemas.openxmlformats.org/officeDocument/2006/relationships/slide" Target="/ppt/slides/slide5.xml" Id="R0e279652ae324943" /><Relationship Type="http://schemas.openxmlformats.org/officeDocument/2006/relationships/slide" Target="/ppt/slides/slide6.xml" Id="R15162e051c324805" /><Relationship Type="http://schemas.openxmlformats.org/officeDocument/2006/relationships/slide" Target="/ppt/slides/slide7.xml" Id="R3af83ca8e2fc4425" /><Relationship Type="http://schemas.openxmlformats.org/officeDocument/2006/relationships/slide" Target="/ppt/slides/slide8.xml" Id="R31b4f0535fa24c7c" /><Relationship Type="http://schemas.openxmlformats.org/officeDocument/2006/relationships/slide" Target="/ppt/slides/slide9.xml" Id="R91aca1caf9cc4e38" /><Relationship Type="http://schemas.openxmlformats.org/officeDocument/2006/relationships/slide" Target="/ppt/slides/slide10.xml" Id="Rc1ea1f0d6a2c478c" /><Relationship Type="http://schemas.openxmlformats.org/officeDocument/2006/relationships/slide" Target="/ppt/slides/slide11.xml" Id="R64ca4d15a35d47ed" /><Relationship Type="http://schemas.openxmlformats.org/officeDocument/2006/relationships/slide" Target="/ppt/slides/slide12.xml" Id="Rf8f7eb2924fd4cd4" /><Relationship Type="http://schemas.openxmlformats.org/officeDocument/2006/relationships/slide" Target="/ppt/slides/slide13.xml" Id="R432798151d0f4502" /><Relationship Type="http://schemas.openxmlformats.org/officeDocument/2006/relationships/slide" Target="/ppt/slides/slide14.xml" Id="R4aa22d5112fc4126" /><Relationship Type="http://schemas.openxmlformats.org/officeDocument/2006/relationships/slide" Target="/ppt/slides/slide15.xml" Id="R1abb11c8bcfd41db" /><Relationship Type="http://schemas.openxmlformats.org/officeDocument/2006/relationships/slide" Target="/ppt/slides/slide16.xml" Id="Rca6c59359c0942be" /><Relationship Type="http://schemas.openxmlformats.org/officeDocument/2006/relationships/slide" Target="/ppt/slides/slide17.xml" Id="R3fb1f1a10fad4cee" /><Relationship Type="http://schemas.openxmlformats.org/officeDocument/2006/relationships/slide" Target="/ppt/slides/slide18.xml" Id="Ra8eb912a0a3e411d" /><Relationship Type="http://schemas.openxmlformats.org/officeDocument/2006/relationships/slide" Target="/ppt/slides/slide19.xml" Id="R1b1769118b454894" /><Relationship Type="http://schemas.openxmlformats.org/officeDocument/2006/relationships/slide" Target="/ppt/slides/slide20.xml" Id="R444429cdf0bf4b21" /><Relationship Type="http://schemas.openxmlformats.org/officeDocument/2006/relationships/slide" Target="/ppt/slides/slide21.xml" Id="R26a75ed998fd4851" /><Relationship Type="http://schemas.openxmlformats.org/officeDocument/2006/relationships/slide" Target="/ppt/slides/slide22.xml" Id="Rc536453a31994781" /><Relationship Type="http://schemas.openxmlformats.org/officeDocument/2006/relationships/slide" Target="/ppt/slides/slide23.xml" Id="R83fadae6bb674f19" /><Relationship Type="http://schemas.openxmlformats.org/officeDocument/2006/relationships/slide" Target="/ppt/slides/slide24.xml" Id="R5f5cb4704fa045e0" /><Relationship Type="http://schemas.openxmlformats.org/officeDocument/2006/relationships/slide" Target="/ppt/slides/slide25.xml" Id="Rf7de7e085689497c" /><Relationship Type="http://schemas.openxmlformats.org/officeDocument/2006/relationships/slide" Target="/ppt/slides/slide26.xml" Id="R3efb6015735e4a4e" /><Relationship Type="http://schemas.openxmlformats.org/officeDocument/2006/relationships/slide" Target="/ppt/slides/slide27.xml" Id="R238b3c3002da41a5" /><Relationship Type="http://schemas.openxmlformats.org/officeDocument/2006/relationships/slide" Target="/ppt/slides/slide28.xml" Id="Rb0e7cec2d0ac4389" /><Relationship Type="http://schemas.openxmlformats.org/officeDocument/2006/relationships/slide" Target="/ppt/slides/slide29.xml" Id="R0b58793aa1af42ff" /><Relationship Type="http://schemas.openxmlformats.org/officeDocument/2006/relationships/slide" Target="/ppt/slides/slide30.xml" Id="R3cf13765963a453f" /><Relationship Type="http://schemas.openxmlformats.org/officeDocument/2006/relationships/slide" Target="/ppt/slides/slide31.xml" Id="Re9acae07f3414892" /><Relationship Type="http://schemas.openxmlformats.org/officeDocument/2006/relationships/slide" Target="/ppt/slides/slide32.xml" Id="Rddabf348afa44222" /><Relationship Type="http://schemas.openxmlformats.org/officeDocument/2006/relationships/slide" Target="/ppt/slides/slide33.xml" Id="R412a643ec7fe418e" /><Relationship Type="http://schemas.openxmlformats.org/officeDocument/2006/relationships/slide" Target="/ppt/slides/slide34.xml" Id="R8e9cdb03d1b0430e" /><Relationship Type="http://schemas.openxmlformats.org/officeDocument/2006/relationships/slide" Target="/ppt/slides/slide35.xml" Id="R873f7a4ee91b46c2" /><Relationship Type="http://schemas.openxmlformats.org/officeDocument/2006/relationships/slide" Target="/ppt/slides/slide36.xml" Id="R22b5aed22877481c" /><Relationship Type="http://schemas.openxmlformats.org/officeDocument/2006/relationships/slide" Target="/ppt/slides/slide37.xml" Id="R67f236e52c39447f" /><Relationship Type="http://schemas.openxmlformats.org/officeDocument/2006/relationships/slide" Target="/ppt/slides/slide38.xml" Id="Rda452dbfe54b4a15" /><Relationship Type="http://schemas.openxmlformats.org/officeDocument/2006/relationships/slide" Target="/ppt/slides/slide39.xml" Id="Rd6fe7de6fddb4195" /><Relationship Type="http://schemas.openxmlformats.org/officeDocument/2006/relationships/slide" Target="/ppt/slides/slide40.xml" Id="Rf2a5c9e0a8bb485f" /><Relationship Type="http://schemas.openxmlformats.org/officeDocument/2006/relationships/slide" Target="/ppt/slides/slide41.xml" Id="R2e3683e4bc5348f0" /><Relationship Type="http://schemas.openxmlformats.org/officeDocument/2006/relationships/slide" Target="/ppt/slides/slide42.xml" Id="R983a12414b2c4cd4" /><Relationship Type="http://schemas.openxmlformats.org/officeDocument/2006/relationships/slide" Target="/ppt/slides/slide43.xml" Id="Rc9e5e419d1aa449b" /><Relationship Type="http://schemas.openxmlformats.org/officeDocument/2006/relationships/slide" Target="/ppt/slides/slide44.xml" Id="R486e623f10ae41a7" /><Relationship Type="http://schemas.openxmlformats.org/officeDocument/2006/relationships/slide" Target="/ppt/slides/slide45.xml" Id="Rcb9cc8fb68ca463e" /><Relationship Type="http://schemas.openxmlformats.org/officeDocument/2006/relationships/slide" Target="/ppt/slides/slide46.xml" Id="Raec5f90f72de44e3" /><Relationship Type="http://schemas.openxmlformats.org/officeDocument/2006/relationships/slide" Target="/ppt/slides/slide47.xml" Id="Rb447c2b170344d6d" /><Relationship Type="http://schemas.openxmlformats.org/officeDocument/2006/relationships/slide" Target="/ppt/slides/slide48.xml" Id="Rb7f16bf26e114670" /><Relationship Type="http://schemas.openxmlformats.org/officeDocument/2006/relationships/slide" Target="/ppt/slides/slide49.xml" Id="R64d9be3381a548b8" /><Relationship Type="http://schemas.openxmlformats.org/officeDocument/2006/relationships/slide" Target="/ppt/slides/slide50.xml" Id="R69f34fae27e24b65" /><Relationship Type="http://schemas.openxmlformats.org/officeDocument/2006/relationships/slide" Target="/ppt/slides/slide51.xml" Id="R20a75ec46e204562" /><Relationship Type="http://schemas.openxmlformats.org/officeDocument/2006/relationships/slide" Target="/ppt/slides/slide52.xml" Id="R30509313dffb4a81" /><Relationship Type="http://schemas.openxmlformats.org/officeDocument/2006/relationships/slide" Target="/ppt/slides/slide53.xml" Id="R084945b4404a44f5" /><Relationship Type="http://schemas.openxmlformats.org/officeDocument/2006/relationships/slide" Target="/ppt/slides/slide54.xml" Id="R30c32f29c1b04463" /><Relationship Type="http://schemas.openxmlformats.org/officeDocument/2006/relationships/slide" Target="/ppt/slides/slide55.xml" Id="R65e6cc7c035147b7" /><Relationship Type="http://schemas.openxmlformats.org/officeDocument/2006/relationships/slide" Target="/ppt/slides/slide56.xml" Id="R7589a1dc8921471a" /><Relationship Type="http://schemas.openxmlformats.org/officeDocument/2006/relationships/slide" Target="/ppt/slides/slide57.xml" Id="R8de0cb3b7fc44f71" /><Relationship Type="http://schemas.openxmlformats.org/officeDocument/2006/relationships/slide" Target="/ppt/slides/slide58.xml" Id="Rc9621863a1114174" /><Relationship Type="http://schemas.openxmlformats.org/officeDocument/2006/relationships/slide" Target="/ppt/slides/slide59.xml" Id="Rf5f7f6ed0a20406c" /><Relationship Type="http://schemas.openxmlformats.org/officeDocument/2006/relationships/slide" Target="/ppt/slides/slide60.xml" Id="Rcffa766479084886" /><Relationship Type="http://schemas.openxmlformats.org/officeDocument/2006/relationships/slide" Target="/ppt/slides/slide61.xml" Id="R966299406a0c467a" /><Relationship Type="http://schemas.openxmlformats.org/officeDocument/2006/relationships/slide" Target="/ppt/slides/slide62.xml" Id="R4dacc11238864928" /><Relationship Type="http://schemas.openxmlformats.org/officeDocument/2006/relationships/slide" Target="/ppt/slides/slide63.xml" Id="R69c4aa0c73f4477a" /><Relationship Type="http://schemas.openxmlformats.org/officeDocument/2006/relationships/slide" Target="/ppt/slides/slide64.xml" Id="Re28af9a6f6d04332" /><Relationship Type="http://schemas.openxmlformats.org/officeDocument/2006/relationships/slide" Target="/ppt/slides/slide65.xml" Id="R0b5c4bd7bda34782" /><Relationship Type="http://schemas.openxmlformats.org/officeDocument/2006/relationships/slide" Target="/ppt/slides/slide66.xml" Id="R366432a04ae74cc7" /><Relationship Type="http://schemas.openxmlformats.org/officeDocument/2006/relationships/slide" Target="/ppt/slides/slide67.xml" Id="R1f76f92a214f42d6" /><Relationship Type="http://schemas.openxmlformats.org/officeDocument/2006/relationships/slide" Target="/ppt/slides/slide68.xml" Id="Ree1e5d0389014460" /><Relationship Type="http://schemas.openxmlformats.org/officeDocument/2006/relationships/slide" Target="/ppt/slides/slide69.xml" Id="Reec7279aa11c4551" /><Relationship Type="http://schemas.openxmlformats.org/officeDocument/2006/relationships/slide" Target="/ppt/slides/slide70.xml" Id="Reaec6ac8f5bf4cf4" /><Relationship Type="http://schemas.openxmlformats.org/officeDocument/2006/relationships/slide" Target="/ppt/slides/slide71.xml" Id="R41660ddae2e8469d" /><Relationship Type="http://schemas.openxmlformats.org/officeDocument/2006/relationships/slide" Target="/ppt/slides/slide72.xml" Id="Rfe1eb17139bb4b7c" /><Relationship Type="http://schemas.openxmlformats.org/officeDocument/2006/relationships/slide" Target="/ppt/slides/slide73.xml" Id="R30e7e3c136d94744" /><Relationship Type="http://schemas.openxmlformats.org/officeDocument/2006/relationships/slide" Target="/ppt/slides/slide74.xml" Id="Rc5708778df9347fb" /><Relationship Type="http://schemas.openxmlformats.org/officeDocument/2006/relationships/slide" Target="/ppt/slides/slide75.xml" Id="Rb39f1849c6c9452d" /><Relationship Type="http://schemas.openxmlformats.org/officeDocument/2006/relationships/slide" Target="/ppt/slides/slide76.xml" Id="R7dafd6a69721429a" /><Relationship Type="http://schemas.openxmlformats.org/officeDocument/2006/relationships/slide" Target="/ppt/slides/slide77.xml" Id="R574879d795c94e58" /><Relationship Type="http://schemas.openxmlformats.org/officeDocument/2006/relationships/slide" Target="/ppt/slides/slide78.xml" Id="R71311b21917840c6" /><Relationship Type="http://schemas.openxmlformats.org/officeDocument/2006/relationships/slide" Target="/ppt/slides/slide79.xml" Id="R9b330a5127024fb1" /><Relationship Type="http://schemas.openxmlformats.org/officeDocument/2006/relationships/slide" Target="/ppt/slides/slide80.xml" Id="R6f6e245f178c4987" /><Relationship Type="http://schemas.openxmlformats.org/officeDocument/2006/relationships/slide" Target="/ppt/slides/slide81.xml" Id="R6736239560b34a26" /><Relationship Type="http://schemas.openxmlformats.org/officeDocument/2006/relationships/slide" Target="/ppt/slides/slide82.xml" Id="Rc61596244966488d" /><Relationship Type="http://schemas.openxmlformats.org/officeDocument/2006/relationships/slide" Target="/ppt/slides/slide83.xml" Id="R57fe83049ec241db" /><Relationship Type="http://schemas.openxmlformats.org/officeDocument/2006/relationships/slide" Target="/ppt/slides/slide84.xml" Id="R62d0159730d34dd6" /><Relationship Type="http://schemas.openxmlformats.org/officeDocument/2006/relationships/slide" Target="/ppt/slides/slide85.xml" Id="Rc0016a01e79441f7" /><Relationship Type="http://schemas.openxmlformats.org/officeDocument/2006/relationships/slide" Target="/ppt/slides/slide86.xml" Id="Rfb3e4aff642b4e8e" /><Relationship Type="http://schemas.openxmlformats.org/officeDocument/2006/relationships/slide" Target="/ppt/slides/slide87.xml" Id="Rabc983b65b1f4dc8" /><Relationship Type="http://schemas.openxmlformats.org/officeDocument/2006/relationships/slide" Target="/ppt/slides/slide88.xml" Id="R561d8ef5469040de" /><Relationship Type="http://schemas.openxmlformats.org/officeDocument/2006/relationships/slide" Target="/ppt/slides/slide89.xml" Id="Rd386a5cd10e84a4f" /><Relationship Type="http://schemas.openxmlformats.org/officeDocument/2006/relationships/slide" Target="/ppt/slides/slide90.xml" Id="R29f3f547cade4de2" /><Relationship Type="http://schemas.openxmlformats.org/officeDocument/2006/relationships/slide" Target="/ppt/slides/slide91.xml" Id="Rb49c2c9ec9a84884" /><Relationship Type="http://schemas.openxmlformats.org/officeDocument/2006/relationships/slide" Target="/ppt/slides/slide92.xml" Id="Re1b7ca78e61f436a" /><Relationship Type="http://schemas.openxmlformats.org/officeDocument/2006/relationships/slide" Target="/ppt/slides/slide93.xml" Id="Rbe1507f6922c4b05" /><Relationship Type="http://schemas.openxmlformats.org/officeDocument/2006/relationships/slide" Target="/ppt/slides/slide94.xml" Id="R821cc887616c4522" /><Relationship Type="http://schemas.openxmlformats.org/officeDocument/2006/relationships/slide" Target="/ppt/slides/slide95.xml" Id="Rb65e7f021c6c41e3" /><Relationship Type="http://schemas.openxmlformats.org/officeDocument/2006/relationships/slide" Target="/ppt/slides/slide96.xml" Id="R8550bd2645a84a85" /><Relationship Type="http://schemas.openxmlformats.org/officeDocument/2006/relationships/slide" Target="/ppt/slides/slide97.xml" Id="Rb87a4170b3d54664" /><Relationship Type="http://schemas.openxmlformats.org/officeDocument/2006/relationships/slide" Target="/ppt/slides/slide98.xml" Id="R23ed1d7644ec4e3d" /><Relationship Type="http://schemas.openxmlformats.org/officeDocument/2006/relationships/slide" Target="/ppt/slides/slide99.xml" Id="R19962d1aab954550" /><Relationship Type="http://schemas.openxmlformats.org/officeDocument/2006/relationships/slide" Target="/ppt/slides/slide100.xml" Id="Rdc6457cae4ed4a6e" /><Relationship Type="http://schemas.openxmlformats.org/officeDocument/2006/relationships/slide" Target="/ppt/slides/slide101.xml" Id="R2834f8eee5fa4fc1" /><Relationship Type="http://schemas.openxmlformats.org/officeDocument/2006/relationships/slide" Target="/ppt/slides/slide102.xml" Id="Rf9fd02bef86244f6" /><Relationship Type="http://schemas.openxmlformats.org/officeDocument/2006/relationships/slide" Target="/ppt/slides/slide103.xml" Id="R369bdb5499f34229" /><Relationship Type="http://schemas.openxmlformats.org/officeDocument/2006/relationships/slide" Target="/ppt/slides/slide104.xml" Id="Rf5fcd1e615bc4574" /><Relationship Type="http://schemas.openxmlformats.org/officeDocument/2006/relationships/slide" Target="/ppt/slides/slide105.xml" Id="R1e5eefabc52f42bd" /><Relationship Type="http://schemas.openxmlformats.org/officeDocument/2006/relationships/slide" Target="/ppt/slides/slide106.xml" Id="Re73d2bfd61e04fb5" /><Relationship Type="http://schemas.openxmlformats.org/officeDocument/2006/relationships/slide" Target="/ppt/slides/slide107.xml" Id="Re4d63d9622a641e1" /><Relationship Type="http://schemas.openxmlformats.org/officeDocument/2006/relationships/slide" Target="/ppt/slides/slide108.xml" Id="R5ada455b1cec4c80" /><Relationship Type="http://schemas.openxmlformats.org/officeDocument/2006/relationships/slide" Target="/ppt/slides/slide109.xml" Id="Rd190404506e9472e" /><Relationship Type="http://schemas.openxmlformats.org/officeDocument/2006/relationships/slide" Target="/ppt/slides/slide110.xml" Id="R801c9712206c4971" /><Relationship Type="http://schemas.openxmlformats.org/officeDocument/2006/relationships/slide" Target="/ppt/slides/slide111.xml" Id="R86a84dfa4e91460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a0e26af9bd5480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27618e738dc461e" /><Relationship Type="http://schemas.openxmlformats.org/officeDocument/2006/relationships/notesMaster" Target="/ppt/notesMasters/notesMaster1.xml" Id="R82799de0938640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41501a92e68e41ff" /><Relationship Type="http://schemas.openxmlformats.org/officeDocument/2006/relationships/notesMaster" Target="/ppt/notesMasters/notesMaster1.xml" Id="Rcf76ccf92c2442d3" /></Relationships>
</file>

<file path=ppt/notesSlides/_rels/notesSlide3.xml.rels>&#65279;<?xml version="1.0" encoding="utf-8"?><Relationships xmlns="http://schemas.openxmlformats.org/package/2006/relationships"><Relationship Type="http://schemas.openxmlformats.org/officeDocument/2006/relationships/slide" Target="/ppt/slides/slide3.xml" Id="R6251d7695e32467f" /><Relationship Type="http://schemas.openxmlformats.org/officeDocument/2006/relationships/notesMaster" Target="/ppt/notesMasters/notesMaster1.xml" Id="Rfa3091fea9ca420f"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1ae717902342d7" /><Relationship Type="http://schemas.openxmlformats.org/officeDocument/2006/relationships/notesMaster" Target="/ppt/notesMasters/notesMaster1.xml" Id="Rdee8f95e3e9c4c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7814a43d9094399" /><Relationship Type="http://schemas.openxmlformats.org/officeDocument/2006/relationships/notesMaster" Target="/ppt/notesMasters/notesMaster1.xml" Id="Rbb5348b02b70450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bc4fd8cdc1c4599" /><Relationship Type="http://schemas.openxmlformats.org/officeDocument/2006/relationships/notesMaster" Target="/ppt/notesMasters/notesMaster1.xml" Id="R72f9d03ee7d34f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97ea4c558171454c" /><Relationship Type="http://schemas.openxmlformats.org/officeDocument/2006/relationships/notesMaster" Target="/ppt/notesMasters/notesMaster1.xml" Id="R480ccfc5c4c64d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75705d6984f7474a" /><Relationship Type="http://schemas.openxmlformats.org/officeDocument/2006/relationships/notesMaster" Target="/ppt/notesMasters/notesMaster1.xml" Id="Rec7bfa12e661473a" /></Relationships>
</file>

<file path=ppt/notesSlides/_rels/notesSlide9.xml.rels>&#65279;<?xml version="1.0" encoding="utf-8"?><Relationships xmlns="http://schemas.openxmlformats.org/package/2006/relationships"><Relationship Type="http://schemas.openxmlformats.org/officeDocument/2006/relationships/slide" Target="/ppt/slides/slide9.xml" Id="Rddd8ee600920407c" /><Relationship Type="http://schemas.openxmlformats.org/officeDocument/2006/relationships/notesMaster" Target="/ppt/notesMasters/notesMaster1.xml" Id="R6e78154e198c4ab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863b255278b453d" /><Relationship Type="http://schemas.openxmlformats.org/officeDocument/2006/relationships/notesMaster" Target="/ppt/notesMasters/notesMaster1.xml" Id="Rc9a109b66e8740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24937624c6c4880" /><Relationship Type="http://schemas.openxmlformats.org/officeDocument/2006/relationships/notesMaster" Target="/ppt/notesMasters/notesMaster1.xml" Id="R87c83d03bada461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839ea2a8a184e3a" /><Relationship Type="http://schemas.openxmlformats.org/officeDocument/2006/relationships/notesMaster" Target="/ppt/notesMasters/notesMaster1.xml" Id="R2183f127b39b4e1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fa43f65703f4fb0" /><Relationship Type="http://schemas.openxmlformats.org/officeDocument/2006/relationships/notesMaster" Target="/ppt/notesMasters/notesMaster1.xml" Id="R54517d28ffef4ea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cd585d6ed664b6c" /><Relationship Type="http://schemas.openxmlformats.org/officeDocument/2006/relationships/notesMaster" Target="/ppt/notesMasters/notesMaster1.xml" Id="R1eaeb6c041f74b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405d68039ca423a" /><Relationship Type="http://schemas.openxmlformats.org/officeDocument/2006/relationships/notesMaster" Target="/ppt/notesMasters/notesMaster1.xml" Id="R58379584b845449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2b2c483b8a74835" /><Relationship Type="http://schemas.openxmlformats.org/officeDocument/2006/relationships/notesMaster" Target="/ppt/notesMasters/notesMaster1.xml" Id="R6c31df289ec246f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aa7091b16e24791" /><Relationship Type="http://schemas.openxmlformats.org/officeDocument/2006/relationships/notesMaster" Target="/ppt/notesMasters/notesMaster1.xml" Id="R049614d07e71466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0780fda6a3a44da" /><Relationship Type="http://schemas.openxmlformats.org/officeDocument/2006/relationships/notesMaster" Target="/ppt/notesMasters/notesMaster1.xml" Id="R0fedbe20cebe4e4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c283b016cfe4c8c" /><Relationship Type="http://schemas.openxmlformats.org/officeDocument/2006/relationships/notesMaster" Target="/ppt/notesMasters/notesMaster1.xml" Id="R6e08de7523f0444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1fb8a382d1f406d" /><Relationship Type="http://schemas.openxmlformats.org/officeDocument/2006/relationships/notesMaster" Target="/ppt/notesMasters/notesMaster1.xml" Id="R18e965be6bcb4fe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2eba182e7bd4cfa" /><Relationship Type="http://schemas.openxmlformats.org/officeDocument/2006/relationships/notesMaster" Target="/ppt/notesMasters/notesMaster1.xml" Id="R6eb8064cf7b8451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29d8931eac74687" /><Relationship Type="http://schemas.openxmlformats.org/officeDocument/2006/relationships/notesMaster" Target="/ppt/notesMasters/notesMaster1.xml" Id="R543ac234a9344b2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18efa1b0f8e4353" /><Relationship Type="http://schemas.openxmlformats.org/officeDocument/2006/relationships/notesMaster" Target="/ppt/notesMasters/notesMaster1.xml" Id="R36a35362a22a41c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cfcd234ae664e69" /><Relationship Type="http://schemas.openxmlformats.org/officeDocument/2006/relationships/notesMaster" Target="/ppt/notesMasters/notesMaster1.xml" Id="R6f28b397b4ef49a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399f770c7584253" /><Relationship Type="http://schemas.openxmlformats.org/officeDocument/2006/relationships/notesMaster" Target="/ppt/notesMasters/notesMaster1.xml" Id="R2598fa68d4084ed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1fe94767c4d40f9" /><Relationship Type="http://schemas.openxmlformats.org/officeDocument/2006/relationships/notesMaster" Target="/ppt/notesMasters/notesMaster1.xml" Id="Ra12adcd8795945a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1200cf8aef34e3a" /><Relationship Type="http://schemas.openxmlformats.org/officeDocument/2006/relationships/notesMaster" Target="/ppt/notesMasters/notesMaster1.xml" Id="Rbce8d231ec464f7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7762fbc2259454c" /><Relationship Type="http://schemas.openxmlformats.org/officeDocument/2006/relationships/notesMaster" Target="/ppt/notesMasters/notesMaster1.xml" Id="Rf2d451d4e9b54fc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27990b1d8294e9c" /><Relationship Type="http://schemas.openxmlformats.org/officeDocument/2006/relationships/notesMaster" Target="/ppt/notesMasters/notesMaster1.xml" Id="R8b477a48f9004f6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f032d33e69f4aef" /><Relationship Type="http://schemas.openxmlformats.org/officeDocument/2006/relationships/notesMaster" Target="/ppt/notesMasters/notesMaster1.xml" Id="Rfcfc84f1d3304f6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f4e466646b3420c" /><Relationship Type="http://schemas.openxmlformats.org/officeDocument/2006/relationships/notesMaster" Target="/ppt/notesMasters/notesMaster1.xml" Id="R15a43bd810144d4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324d987f8de4bdc" /><Relationship Type="http://schemas.openxmlformats.org/officeDocument/2006/relationships/notesMaster" Target="/ppt/notesMasters/notesMaster1.xml" Id="Rbc3001ebf50d4b2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8d63f7eab3840e9" /><Relationship Type="http://schemas.openxmlformats.org/officeDocument/2006/relationships/notesMaster" Target="/ppt/notesMasters/notesMaster1.xml" Id="R2c18b20067cb464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281b86a59934e3e" /><Relationship Type="http://schemas.openxmlformats.org/officeDocument/2006/relationships/notesMaster" Target="/ppt/notesMasters/notesMaster1.xml" Id="R7057bf732acb485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93a2082c1ca4080" /><Relationship Type="http://schemas.openxmlformats.org/officeDocument/2006/relationships/notesMaster" Target="/ppt/notesMasters/notesMaster1.xml" Id="R3c74ad5d437744e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1e09ab008ac4392" /><Relationship Type="http://schemas.openxmlformats.org/officeDocument/2006/relationships/notesMaster" Target="/ppt/notesMasters/notesMaster1.xml" Id="Rbcd7db426a0b46c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630837e437548e0" /><Relationship Type="http://schemas.openxmlformats.org/officeDocument/2006/relationships/notesMaster" Target="/ppt/notesMasters/notesMaster1.xml" Id="R2834348798094e2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b684b6ff90149fb" /><Relationship Type="http://schemas.openxmlformats.org/officeDocument/2006/relationships/notesMaster" Target="/ppt/notesMasters/notesMaster1.xml" Id="Rbf0b2bb16354451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47f51d542c0489b" /><Relationship Type="http://schemas.openxmlformats.org/officeDocument/2006/relationships/notesMaster" Target="/ppt/notesMasters/notesMaster1.xml" Id="R49351b5bbcd3469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165770af0ee4e32" /><Relationship Type="http://schemas.openxmlformats.org/officeDocument/2006/relationships/notesMaster" Target="/ppt/notesMasters/notesMaster1.xml" Id="R05044b78b4a1450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83c4eb036304878" /><Relationship Type="http://schemas.openxmlformats.org/officeDocument/2006/relationships/notesMaster" Target="/ppt/notesMasters/notesMaster1.xml" Id="R929ead7ead7f4b8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b1fc64e5066422c" /><Relationship Type="http://schemas.openxmlformats.org/officeDocument/2006/relationships/notesMaster" Target="/ppt/notesMasters/notesMaster1.xml" Id="Rf58ecf7f4a5e4c9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8d92992e8024330" /><Relationship Type="http://schemas.openxmlformats.org/officeDocument/2006/relationships/notesMaster" Target="/ppt/notesMasters/notesMaster1.xml" Id="R170ee55381344d6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e562f37131940b2" /><Relationship Type="http://schemas.openxmlformats.org/officeDocument/2006/relationships/notesMaster" Target="/ppt/notesMasters/notesMaster1.xml" Id="R1bbff4bd509a4f2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c6fba2ab87f4b8f" /><Relationship Type="http://schemas.openxmlformats.org/officeDocument/2006/relationships/notesMaster" Target="/ppt/notesMasters/notesMaster1.xml" Id="R923be63e9f234bb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8c557e930784409" /><Relationship Type="http://schemas.openxmlformats.org/officeDocument/2006/relationships/notesMaster" Target="/ppt/notesMasters/notesMaster1.xml" Id="Rcf125fab8672415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e2151b7c4654edb" /><Relationship Type="http://schemas.openxmlformats.org/officeDocument/2006/relationships/notesMaster" Target="/ppt/notesMasters/notesMaster1.xml" Id="R0e2a7abc3037427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9a64dc09b894b5c" /><Relationship Type="http://schemas.openxmlformats.org/officeDocument/2006/relationships/notesMaster" Target="/ppt/notesMasters/notesMaster1.xml" Id="Rba0b1720f5e147c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120663cf0de4f6c" /><Relationship Type="http://schemas.openxmlformats.org/officeDocument/2006/relationships/notesMaster" Target="/ppt/notesMasters/notesMaster1.xml" Id="R892ddb98cd4a41e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4555081cb794746" /><Relationship Type="http://schemas.openxmlformats.org/officeDocument/2006/relationships/notesMaster" Target="/ppt/notesMasters/notesMaster1.xml" Id="Rf039b2a8d53f412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7339fdc652d40a7" /><Relationship Type="http://schemas.openxmlformats.org/officeDocument/2006/relationships/notesMaster" Target="/ppt/notesMasters/notesMaster1.xml" Id="R70c0d9a450ba483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9294de374d845e9" /><Relationship Type="http://schemas.openxmlformats.org/officeDocument/2006/relationships/notesMaster" Target="/ppt/notesMasters/notesMaster1.xml" Id="Rfc91d6531d10400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bd7f0a4924e41b3" /><Relationship Type="http://schemas.openxmlformats.org/officeDocument/2006/relationships/notesMaster" Target="/ppt/notesMasters/notesMaster1.xml" Id="Ra1cb2ca6ac54499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8e4eebc8381462c" /><Relationship Type="http://schemas.openxmlformats.org/officeDocument/2006/relationships/notesMaster" Target="/ppt/notesMasters/notesMaster1.xml" Id="R9fb1e6616822439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3f5236e5a43441e" /><Relationship Type="http://schemas.openxmlformats.org/officeDocument/2006/relationships/notesMaster" Target="/ppt/notesMasters/notesMaster1.xml" Id="R9f07d56db7e346d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8f1a52ddbc340ea" /><Relationship Type="http://schemas.openxmlformats.org/officeDocument/2006/relationships/notesMaster" Target="/ppt/notesMasters/notesMaster1.xml" Id="R25674e0ef06d4d6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ba1fee7d6eb4ec4" /><Relationship Type="http://schemas.openxmlformats.org/officeDocument/2006/relationships/notesMaster" Target="/ppt/notesMasters/notesMaster1.xml" Id="Rc6189af664044fe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1d13c5883f9474c" /><Relationship Type="http://schemas.openxmlformats.org/officeDocument/2006/relationships/notesMaster" Target="/ppt/notesMasters/notesMaster1.xml" Id="R3a33553c3f2248c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7ce36b377674a07" /><Relationship Type="http://schemas.openxmlformats.org/officeDocument/2006/relationships/notesMaster" Target="/ppt/notesMasters/notesMaster1.xml" Id="R3ccd21a09a204fe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94f6e4c03624cd4" /><Relationship Type="http://schemas.openxmlformats.org/officeDocument/2006/relationships/notesMaster" Target="/ppt/notesMasters/notesMaster1.xml" Id="Rfbb9abe72c064f8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bc05948a8034f12" /><Relationship Type="http://schemas.openxmlformats.org/officeDocument/2006/relationships/notesMaster" Target="/ppt/notesMasters/notesMaster1.xml" Id="R1ec7ae69a291494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b424c6df74de4c06" /><Relationship Type="http://schemas.openxmlformats.org/officeDocument/2006/relationships/notesMaster" Target="/ppt/notesMasters/notesMaster1.xml" Id="Rcb8139c5af9a4a38"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3e817f60aff437b" /><Relationship Type="http://schemas.openxmlformats.org/officeDocument/2006/relationships/notesMaster" Target="/ppt/notesMasters/notesMaster1.xml" Id="R29f9bc7b6e38441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5fca7aaf75c4248" /><Relationship Type="http://schemas.openxmlformats.org/officeDocument/2006/relationships/notesMaster" Target="/ppt/notesMasters/notesMaster1.xml" Id="R12bd100a32d24da6"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8045dd355ef4c59" /><Relationship Type="http://schemas.openxmlformats.org/officeDocument/2006/relationships/notesMaster" Target="/ppt/notesMasters/notesMaster1.xml" Id="Rea6ebb4e12374ce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0d2549d76b5a4624" /><Relationship Type="http://schemas.openxmlformats.org/officeDocument/2006/relationships/notesMaster" Target="/ppt/notesMasters/notesMaster1.xml" Id="Ra5b9c89a2de7477a"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0f75f137e3b4a43" /><Relationship Type="http://schemas.openxmlformats.org/officeDocument/2006/relationships/notesMaster" Target="/ppt/notesMasters/notesMaster1.xml" Id="Rd354c2bddac343d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70b2c711ad634baa" /><Relationship Type="http://schemas.openxmlformats.org/officeDocument/2006/relationships/notesMaster" Target="/ppt/notesMasters/notesMaster1.xml" Id="R69c0e6c4f655415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7b12e44ab4404fee" /><Relationship Type="http://schemas.openxmlformats.org/officeDocument/2006/relationships/notesMaster" Target="/ppt/notesMasters/notesMaster1.xml" Id="R2612933b8ceb41b9"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1a8d082e44a433e" /><Relationship Type="http://schemas.openxmlformats.org/officeDocument/2006/relationships/notesMaster" Target="/ppt/notesMasters/notesMaster1.xml" Id="R81aaa123612745f9"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78616be1d6044088" /><Relationship Type="http://schemas.openxmlformats.org/officeDocument/2006/relationships/notesMaster" Target="/ppt/notesMasters/notesMaster1.xml" Id="R34658c2966ef4b4d"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36f80357da984ee9" /><Relationship Type="http://schemas.openxmlformats.org/officeDocument/2006/relationships/notesMaster" Target="/ppt/notesMasters/notesMaster1.xml" Id="Rbc8e5b6b52794d7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e0fe4bc61da477c" /><Relationship Type="http://schemas.openxmlformats.org/officeDocument/2006/relationships/notesMaster" Target="/ppt/notesMasters/notesMaster1.xml" Id="R604a6993972742e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7f0b677307c47fd" /><Relationship Type="http://schemas.openxmlformats.org/officeDocument/2006/relationships/notesMaster" Target="/ppt/notesMasters/notesMaster1.xml" Id="Rdbc7bd50bd6143b8"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67eb405fd93847fc" /><Relationship Type="http://schemas.openxmlformats.org/officeDocument/2006/relationships/notesMaster" Target="/ppt/notesMasters/notesMaster1.xml" Id="Re43afbe0a7d94cd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3ddee4225e104f6d" /><Relationship Type="http://schemas.openxmlformats.org/officeDocument/2006/relationships/notesMaster" Target="/ppt/notesMasters/notesMaster1.xml" Id="R2e48a9924a0b482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0e1a20a7c164080" /><Relationship Type="http://schemas.openxmlformats.org/officeDocument/2006/relationships/notesMaster" Target="/ppt/notesMasters/notesMaster1.xml" Id="R1582007b78f146f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86bce157de244f1" /><Relationship Type="http://schemas.openxmlformats.org/officeDocument/2006/relationships/notesMaster" Target="/ppt/notesMasters/notesMaster1.xml" Id="R279bf0cf5dea46ed"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a6f7fcbae184e96" /><Relationship Type="http://schemas.openxmlformats.org/officeDocument/2006/relationships/notesMaster" Target="/ppt/notesMasters/notesMaster1.xml" Id="R2e4ca1b3a52d4c6e"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e0078eb67f14db8" /><Relationship Type="http://schemas.openxmlformats.org/officeDocument/2006/relationships/notesMaster" Target="/ppt/notesMasters/notesMaster1.xml" Id="R2194a12873184d09"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c87edb296be4ab2" /><Relationship Type="http://schemas.openxmlformats.org/officeDocument/2006/relationships/notesMaster" Target="/ppt/notesMasters/notesMaster1.xml" Id="Rf32fb1ecdedf48ca"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b220a9141794250" /><Relationship Type="http://schemas.openxmlformats.org/officeDocument/2006/relationships/notesMaster" Target="/ppt/notesMasters/notesMaster1.xml" Id="Rfd95d0c82cf34d1e"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7fe19a5c038f46e4" /><Relationship Type="http://schemas.openxmlformats.org/officeDocument/2006/relationships/notesMaster" Target="/ppt/notesMasters/notesMaster1.xml" Id="R571bfde1dd4d4343"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26352456e2eb4c7d" /><Relationship Type="http://schemas.openxmlformats.org/officeDocument/2006/relationships/notesMaster" Target="/ppt/notesMasters/notesMaster1.xml" Id="R6542cd2095ae4da5"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47f370a5b3ef4af6" /><Relationship Type="http://schemas.openxmlformats.org/officeDocument/2006/relationships/notesMaster" Target="/ppt/notesMasters/notesMaster1.xml" Id="R79a7aa13f12f4ad4"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513659bbc935492f" /><Relationship Type="http://schemas.openxmlformats.org/officeDocument/2006/relationships/notesMaster" Target="/ppt/notesMasters/notesMaster1.xml" Id="Ra12d391ee4334857"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2751111c78ee499e" /><Relationship Type="http://schemas.openxmlformats.org/officeDocument/2006/relationships/notesMaster" Target="/ppt/notesMasters/notesMaster1.xml" Id="Rfb96d6c70f614ca6"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94fde44719f49e6" /><Relationship Type="http://schemas.openxmlformats.org/officeDocument/2006/relationships/notesMaster" Target="/ppt/notesMasters/notesMaster1.xml" Id="R2457045e1e7844f1"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0c509a1f94014aa2" /><Relationship Type="http://schemas.openxmlformats.org/officeDocument/2006/relationships/notesMaster" Target="/ppt/notesMasters/notesMaster1.xml" Id="R51de6fb4988d4ce0"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52b9b172b4264f32" /><Relationship Type="http://schemas.openxmlformats.org/officeDocument/2006/relationships/notesMaster" Target="/ppt/notesMasters/notesMaster1.xml" Id="Rc1f36cabbba44264"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c211d98212154899" /><Relationship Type="http://schemas.openxmlformats.org/officeDocument/2006/relationships/notesMaster" Target="/ppt/notesMasters/notesMaster1.xml" Id="R55986c77a6c948d6"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2775dd8151474f4b" /><Relationship Type="http://schemas.openxmlformats.org/officeDocument/2006/relationships/notesMaster" Target="/ppt/notesMasters/notesMaster1.xml" Id="R78e0be4d63f648d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6efb1f61e7ec40a3" /><Relationship Type="http://schemas.openxmlformats.org/officeDocument/2006/relationships/notesMaster" Target="/ppt/notesMasters/notesMaster1.xml" Id="R270b503ecdd747b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f48437759cdc4e3b" /><Relationship Type="http://schemas.openxmlformats.org/officeDocument/2006/relationships/notesMaster" Target="/ppt/notesMasters/notesMaster1.xml" Id="Rf0c349644fc04409"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f2c1d57bb0a3416e" /><Relationship Type="http://schemas.openxmlformats.org/officeDocument/2006/relationships/notesMaster" Target="/ppt/notesMasters/notesMaster1.xml" Id="R92fca47dd8a4479b"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585c24bc0caa45bd" /><Relationship Type="http://schemas.openxmlformats.org/officeDocument/2006/relationships/notesMaster" Target="/ppt/notesMasters/notesMaster1.xml" Id="R663a0e0fb64d4fb0"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943ef52a58fd4a2a" /><Relationship Type="http://schemas.openxmlformats.org/officeDocument/2006/relationships/notesMaster" Target="/ppt/notesMasters/notesMaster1.xml" Id="R0a1e622fdd7746b2"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37a47eead7594f80" /><Relationship Type="http://schemas.openxmlformats.org/officeDocument/2006/relationships/notesMaster" Target="/ppt/notesMasters/notesMaster1.xml" Id="Rdac48b24b69a4ddc"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9aef61cd95c645f7" /><Relationship Type="http://schemas.openxmlformats.org/officeDocument/2006/relationships/notesMaster" Target="/ppt/notesMasters/notesMaster1.xml" Id="R7ecfe578eca14b9f"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e1389886f4b74672" /><Relationship Type="http://schemas.openxmlformats.org/officeDocument/2006/relationships/notesMaster" Target="/ppt/notesMasters/notesMaster1.xml" Id="Rfec985d57a3849d7"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85330777783a43b4" /><Relationship Type="http://schemas.openxmlformats.org/officeDocument/2006/relationships/notesMaster" Target="/ppt/notesMasters/notesMaster1.xml" Id="Rccea6205bd414cd9"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74bcbf6525404b1c" /><Relationship Type="http://schemas.openxmlformats.org/officeDocument/2006/relationships/notesMaster" Target="/ppt/notesMasters/notesMaster1.xml" Id="R06b870c9a1ca48a7"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52f0775257cd481d" /><Relationship Type="http://schemas.openxmlformats.org/officeDocument/2006/relationships/notesMaster" Target="/ppt/notesMasters/notesMaster1.xml" Id="R6fb1587700444de4"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4ec4bed4cc3a4a67" /><Relationship Type="http://schemas.openxmlformats.org/officeDocument/2006/relationships/notesMaster" Target="/ppt/notesMasters/notesMaster1.xml" Id="Rfe4fc94f4b084dfb"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ff6c0f39cec340d0" /><Relationship Type="http://schemas.openxmlformats.org/officeDocument/2006/relationships/notesMaster" Target="/ppt/notesMasters/notesMaster1.xml" Id="R38ff0fd50d70494c"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996ac9c5056d4b8c" /><Relationship Type="http://schemas.openxmlformats.org/officeDocument/2006/relationships/notesMaster" Target="/ppt/notesMasters/notesMaster1.xml" Id="Rec21525eb7384585"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ce9e59a3c5ad4d0c" /><Relationship Type="http://schemas.openxmlformats.org/officeDocument/2006/relationships/notesMaster" Target="/ppt/notesMasters/notesMaster1.xml" Id="R3e29ec357990449b"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ec00840a025a4719" /><Relationship Type="http://schemas.openxmlformats.org/officeDocument/2006/relationships/notesMaster" Target="/ppt/notesMasters/notesMaster1.xml" Id="R5adc057436434c95"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cce30aa354ea4315" /><Relationship Type="http://schemas.openxmlformats.org/officeDocument/2006/relationships/notesMaster" Target="/ppt/notesMasters/notesMaster1.xml" Id="Rb930f7e05ce34066"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9710ea566f4242ac" /><Relationship Type="http://schemas.openxmlformats.org/officeDocument/2006/relationships/notesMaster" Target="/ppt/notesMasters/notesMaster1.xml" Id="Ra8a2dfbb7ea84e8f"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1a4471d15c8b4158" /><Relationship Type="http://schemas.openxmlformats.org/officeDocument/2006/relationships/notesMaster" Target="/ppt/notesMasters/notesMaster1.xml" Id="R18c3d1e956394a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 저장, 커밋, 공유를 차례로 보여 줍니다. GitHub 계정 없이 내 컴퓨터의 연습 저장소에서 진행할 수 있습니다.</a:t>
            </a:r>
          </a:p>
          <a:p xmlns:a="http://schemas.openxmlformats.org/drawingml/2006/main">
            <a:r>
              <a:t/>
            </a:r>
          </a:p>
          <a:p xmlns:a="http://schemas.openxmlformats.org/drawingml/2006/main">
            <a:r>
              <a:t>수업은 50분씩 6교시입니다. 추가 문제는 수업 활동 뒤에 풀거나 복습으로 안내합니다.</a:t>
            </a:r>
          </a:p>
          <a:p xmlns:a="http://schemas.openxmlformats.org/drawingml/2006/main">
            <a:r>
              <a:t>화면의 핵심: 2026-10-16 예제 파일을 고치고 결과를 확인합니다. 50분 수업 6교시로 진행합니다.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outputs/2026-10-16/beginner-start.md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https://zeusk302-png.github.io/kdigital-physical-ai/#/sessions/2026-10-16/activity-A01</a:t>
            </a:r>
          </a:p>
          <a:p xmlns:a="http://schemas.openxmlformats.org/drawingml/2006/main">
            <a:r>
              <a:t>공식 자료: https://docs.github.com/en/pull-requests/reference/pull-requests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ZIP을 일반 폴더에 풉니다. course의 code·data·work를 찾습니다. work만 수정하고 원본을 보존합니다. 저장과 실행을 구별합니다.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outputs/2026-10-16/beginner-start.md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https://zeusk302-png.github.io/kdigital-physical-ai/#/sessions/2026-10-16/activity-A01</a:t>
            </a:r>
          </a:p>
          <a:p xmlns:a="http://schemas.openxmlformats.org/drawingml/2006/main">
            <a:r>
              <a:t>공식 자료: https://docs.github.com/en/pull-requests/reference/pull-requests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실행했는지, 시연을 봤는지 적습니다. 실행 전에 넣을 값과 나올 결과를 적습니다. 실제 결과를 적고, 예상과 다른 곳을 찾습니다.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직접 실행, 강사 시연 관찰, 코드를 읽으며 계산한 결과를 따로 표시하게 합니다.</a:t>
            </a:r>
          </a:p>
          <a:p xmlns:a="http://schemas.openxmlformats.org/drawingml/2006/main">
            <a:r>
              <a:t/>
            </a:r>
          </a:p>
          <a:p xmlns:a="http://schemas.openxmlformats.org/drawingml/2006/main">
            <a:r>
              <a:t>화면 예의 출처: 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https://zeusk302-png.github.io/kdigital-physical-ai/#/sessions/2026-10-16/activity-A01</a:t>
            </a:r>
          </a:p>
          <a:p xmlns:a="http://schemas.openxmlformats.org/drawingml/2006/main">
            <a:r>
              <a:t>공식 자료: https://docs.github.com/en/pull-requests/reference/pull-requests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10:00~17:00에 수업과 휴식을 진행합니다. 중식은 11:50~13:00입니다. 수업 활동을 마치면 추가 문제를 풀어 봅니다. 추가 문제는 수업 뒤에도 이어서 풀 수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outputs/2026-10-16/beginner-start.md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https://zeusk302-png.github.io/kdigital-physical-ai/#/sessions/2026-10-16/activity-A01</a:t>
            </a:r>
          </a:p>
          <a:p xmlns:a="http://schemas.openxmlformats.org/drawingml/2006/main">
            <a:r>
              <a:t>공식 자료: https://docs.github.com/en/pull-requests/reference/pull-requests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1교시 주제는 작업 폴더와 저장소입니다.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outputs/2026-10-16/beginner-start.md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https://zeusk302-png.github.io/kdigital-physical-ai/#/sessions/2026-10-16/activity-A01</a:t>
            </a:r>
          </a:p>
          <a:p xmlns:a="http://schemas.openxmlformats.org/drawingml/2006/main">
            <a:r>
              <a:t>공식 자료: https://git-scm.com/docs/git-diff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작업은 현재 편집한 종이입니다. 스테이징은 기록할 사본입니다. 커밋은 설명을 붙인 보관 기록입니다.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outputs/2026-10-16/lesson.md#A01</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https://zeusk302-png.github.io/kdigital-physical-ai/#/sessions/2026-10-16/activity-A01</a:t>
            </a:r>
          </a:p>
          <a:p xmlns:a="http://schemas.openxmlformats.org/drawingml/2006/main">
            <a:r>
              <a:t>공식 자료: https://git-scm.com/docs/git-diff</a:t>
            </a:r>
          </a:p>
          <a:p xmlns:a="http://schemas.openxmlformats.org/drawingml/2006/main">
            <a:r>
              <a:t/>
            </a:r>
          </a:p>
          <a:p xmlns:a="http://schemas.openxmlformats.org/drawingml/2006/main">
            <a:r>
              <a:t>코드와 개념 해설: 작업은 현재 편집한 종이입니다.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A01의 개념과 원문 해설입니다.</a:t>
            </a:r>
          </a:p>
          <a:p xmlns:a="http://schemas.openxmlformats.org/drawingml/2006/main">
            <a:r>
              <a:t>## A01 · 파일 저장과 변경 기록</a:t>
            </a:r>
          </a:p>
          <a:p xmlns:a="http://schemas.openxmlformats.org/drawingml/2006/main">
            <a:r>
              <a:t/>
            </a:r>
          </a:p>
          <a:p xmlns:a="http://schemas.openxmlformats.org/drawingml/2006/main">
            <a:r>
              <a:t>### 사례로 이해하기 · 파일 저장에서 변경 이력까지</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안내 담당자가 센서 설명서의 실행 위치를 수정했습니다. 다음 날 동료가 “어제 안내와 무엇이 달라졌나요?”라고 묻습니다. 현재 파일만 있으면 기억에 의존하지만 변경 기록이 있으면 두 문장을 나란히 볼 수 있습니다. 파일 이름에 최종을 여러 번 붙이는 대신 같은 파일의 상태를 차례로 기록합니다.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작업 영역은 지금 편집하는 종이이고, 스테이징은 이번 회의에 제출할 종이를 골라 둔 봉투이며, 커밋은 제출한 봉투의 내용을 번호와 설명으로 보관한 기록입니다. 봉투를 고른 뒤 종이를 다시 고치면 봉투의 사본은 저절로 바뀌지 않습니다. 저장과 선택과 기록이 세 행동인 이유입니다. Git은 이 과정을 관리하는 도구이며 GitHub는 기록을 공유할 수 있는 서비스입니다.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README.md를 만든 뒤 저장하고 `git status --short`를 읽으면 처음에는 `?? README.md`입니다. `git add README.md` 뒤에는 `A  README.md`가 됩니다. `git commit -m "Add run instructions"`를 실행하면 첫 기록이 생깁니다. 상태 확인은 조회, add는 선택, commit은 기록입니다. 오늘 실습 저장소의 위치를 먼저 확인하고 이 순서를 A02~A06에서 실행합니다. 이 예에는 인터넷이나 GitHub 로그인이 필요하지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안내문과 개인 메모라는 두 파일이 있습니다. 안내문만 동료에게 인계할 때 각 파일을 어느 상태까지 진행할지 그림으로 작성하세요. 다음으로 저장만 한 안내문을 내일 다시 찾을 수는 있지만 어제 내용과 비교하기 어려운 이유를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안내문은 저장·선택·커밋으로 기록하고 개인 메모는 선택하지 않습니다. “파일이 저장됐으니 GitHub에도 있다”는 답은 공유 단계가 빠졌습니다. “status를 실행했으니 이력이 생겼다”도 조회와 변경을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인터넷이 없을 때 무엇이 가능한가요? 로컬 저장·선택·커밋이 가능합니다. ② add 뒤 새 문장을 저장하면 무엇을 다시 확인하나요? 작업 영역과 스테이징의 차이를 확인합니다. ③ 기록의 번호가 교안과 달라지면 실패인가요? 환경과 기록 내용에 따라 번호가 달라지므로 메시지와 파일 내용을 확인합니다.</a:t>
            </a:r>
          </a:p>
          <a:p xmlns:a="http://schemas.openxmlformats.org/drawingml/2006/main">
            <a:r>
              <a:t/>
            </a:r>
          </a:p>
          <a:p xmlns:a="http://schemas.openxmlformats.org/drawingml/2006/main">
            <a:r>
              <a:t>**개념.** 파일 저장은 현재 내용을 디스크에 쓰는 행동입니다. Git 커밋은 선택한 파일 상태에 설명을 붙여 변경 이력으로 남기는 행동입니다. 최신 파일만 보관하는 것과 과거 상태를 비교할 수 있는 기록은 다릅니다.</a:t>
            </a:r>
          </a:p>
          <a:p xmlns:a="http://schemas.openxmlformats.org/drawingml/2006/main">
            <a:r>
              <a:t/>
            </a:r>
          </a:p>
          <a:p xmlns:a="http://schemas.openxmlformats.org/drawingml/2006/main">
            <a:r>
              <a:t>**왜 필요한가.** 최종·진짜최종 같은 파일명을 계속 만들면 어떤 변경이 어느 목적이었는지 찾기 어렵습니다. 같은 파일의 변경을 기록하면 이전 내용과 현재 내용을 비교할 수 있습니다.</a:t>
            </a:r>
          </a:p>
          <a:p xmlns:a="http://schemas.openxmlformats.org/drawingml/2006/main">
            <a:r>
              <a:t/>
            </a:r>
          </a:p>
          <a:p xmlns:a="http://schemas.openxmlformats.org/drawingml/2006/main">
            <a:r>
              <a:t>**함께 보는 예.** README의 안내를 바꿔 저장한 직후에는 편집한 파일은 달라졌지만 새 커밋이 생기지는 않습니다. 나중에 선택·기록 단계를 거쳐야 그 변경이 이력에 남습니다.</a:t>
            </a:r>
          </a:p>
          <a:p xmlns:a="http://schemas.openxmlformats.org/drawingml/2006/main">
            <a:r>
              <a:t/>
            </a:r>
          </a:p>
          <a:p xmlns:a="http://schemas.openxmlformats.org/drawingml/2006/main">
            <a:r>
              <a:t>**헷갈리는 경우.** Git을 설치했다고 모든 폴더가 자동으로 추적되지는 않습니다. 저장소를 만들고 관리할 파일을 선택해야 합니다. GitHub 로그인도 로컬 변경 기록의 필수 조건은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카드: 파일편집 / 저장 / git add / git commit / GitHub에보내기.</a:t>
            </a:r>
          </a:p>
          <a:p xmlns:a="http://schemas.openxmlformats.org/drawingml/2006/main">
            <a:r>
              <a:t>답칸: 어떤 상태가 바뀌나 / 로컬에서 가능한가 / 새 커밋이 생기나.</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카드를 순서대로 놓고 각 행동의 결과를 씁니다.</a:t>
            </a:r>
          </a:p>
          <a:p xmlns:a="http://schemas.openxmlformats.org/drawingml/2006/main">
            <a:r>
              <a:t>2. 저장만 한 경우와 커밋한 경우를 구별합니다.</a:t>
            </a:r>
          </a:p>
          <a:p xmlns:a="http://schemas.openxmlformats.org/drawingml/2006/main">
            <a:r>
              <a:t>3. 오늘 수정할 README의 목적을 읽습니다.</a:t>
            </a:r>
          </a:p>
          <a:p xmlns:a="http://schemas.openxmlformats.org/drawingml/2006/main">
            <a:r>
              <a:t>4. 현재 컴퓨터와 공유 저장소의 역할을 다른 칸에 적습니다.</a:t>
            </a:r>
          </a:p>
          <a:p xmlns:a="http://schemas.openxmlformats.org/drawingml/2006/main">
            <a:r>
              <a:t/>
            </a:r>
          </a:p>
          <a:p xmlns:a="http://schemas.openxmlformats.org/drawingml/2006/main">
            <a:r>
              <a:t>예상 결과: 저장과 커밋, 로컬 기록과 공유를 구별합니다.</a:t>
            </a:r>
          </a:p>
          <a:p xmlns:a="http://schemas.openxmlformats.org/drawingml/2006/main">
            <a:r>
              <a:t/>
            </a:r>
          </a:p>
          <a:p xmlns:a="http://schemas.openxmlformats.org/drawingml/2006/main">
            <a:r>
              <a:t>확인 질문: 인터넷이 끊겨도 로컬 커밋을 만들 수 있나요?</a:t>
            </a:r>
          </a:p>
          <a:p xmlns:a="http://schemas.openxmlformats.org/drawingml/2006/main">
            <a:r>
              <a:t/>
            </a:r>
          </a:p>
          <a:p xmlns:a="http://schemas.openxmlformats.org/drawingml/2006/main">
            <a:r>
              <a:t>막혔을 때: Git과 GitHub가 섞이면 내 컴퓨터의 기록 도구와 웹 서비스라는 역할부터 나눕니다.</a:t>
            </a:r>
          </a:p>
          <a:p xmlns:a="http://schemas.openxmlformats.org/drawingml/2006/main">
            <a:r>
              <a:t/>
            </a:r>
          </a:p>
          <a:p xmlns:a="http://schemas.openxmlformats.org/drawingml/2006/main">
            <a:r>
              <a:t>[활동 자료와 작성칸](practice-guide.md#a01--파일-저장과-변경-기록)에서 A01를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outputs/2026-10-16/lesson.md#A01</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https://zeusk302-png.github.io/kdigital-physical-ai/#/sessions/2026-10-16/activity-A01</a:t>
            </a:r>
          </a:p>
          <a:p xmlns:a="http://schemas.openxmlformats.org/drawingml/2006/main">
            <a:r>
              <a:t>공식 자료: https://git-scm.com/docs/git-diff</a:t>
            </a:r>
          </a:p>
          <a:p xmlns:a="http://schemas.openxmlformats.org/drawingml/2006/main">
            <a:r>
              <a:t/>
            </a:r>
          </a:p>
          <a:p xmlns:a="http://schemas.openxmlformats.org/drawingml/2006/main">
            <a:r>
              <a:t>코드와 개념 해설: 저장은 현재 파일을 남깁니다.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세 행동이 서로 다릅니다.</a:t>
            </a:r>
          </a:p>
          <a:p xmlns:a="http://schemas.openxmlformats.org/drawingml/2006/main">
            <a:r>
              <a:t/>
            </a:r>
          </a:p>
          <a:p xmlns:a="http://schemas.openxmlformats.org/drawingml/2006/main">
            <a:r>
              <a:t>이 표에서 볼 것: 저장은 현재 파일을 남깁니다. 커밋은 선택한 상태를 이력에 남깁니다.</a:t>
            </a:r>
          </a:p>
          <a:p xmlns:a="http://schemas.openxmlformats.org/drawingml/2006/main">
            <a:r>
              <a:t>예상 결과: 파일은 남지만 새 커밋은 없습니다. GitHub 공유에는 별도 행동이 필요합니다.</a:t>
            </a:r>
          </a:p>
          <a:p xmlns:a="http://schemas.openxmlformats.org/drawingml/2006/main">
            <a:r>
              <a:t/>
            </a:r>
          </a:p>
          <a:p xmlns:a="http://schemas.openxmlformats.org/drawingml/2006/main">
            <a:r>
              <a:t>풀이: 로컬 저장·선택·커밋은 가능합니다. 인터넷 연결과 GitHub 로그인은 원격 공유를 할 때 별도 확인합니다.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https://zeusk302-png.github.io/kdigital-physical-ai/#/sessions/2026-10-16/activity-A01</a:t>
            </a:r>
          </a:p>
          <a:p xmlns:a="http://schemas.openxmlformats.org/drawingml/2006/main">
            <a:r>
              <a:t>공식 자료: https://git-scm.com/docs/git-diff</a:t>
            </a:r>
          </a:p>
          <a:p xmlns:a="http://schemas.openxmlformats.org/drawingml/2006/main">
            <a:r>
              <a:t/>
            </a:r>
          </a:p>
          <a:p xmlns:a="http://schemas.openxmlformats.org/drawingml/2006/main">
            <a:r>
              <a:t>코드와 개념 해설: 표의 항목과 값은 원문 그대로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파일은 남지만 새 커밋은 없습니다. GitHub 공유에는 별도 행동이 필요합니다.</a:t>
            </a:r>
          </a:p>
          <a:p xmlns:a="http://schemas.openxmlformats.org/drawingml/2006/main">
            <a:r>
              <a:t/>
            </a:r>
          </a:p>
          <a:p xmlns:a="http://schemas.openxmlformats.org/drawingml/2006/main">
            <a:r>
              <a:t>앞에서 배운 내용: 저장은 현재 파일을 남깁니다. 커밋은 선택한 상태를 이력에 남깁니다.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로컬 저장·선택·커밋은 가능합니다. 인터넷 연결과 GitHub 로그인은 원격 공유를 할 때 별도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outputs/2026-10-16/lesson.md#A01</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https://zeusk302-png.github.io/kdigital-physical-ai/#/sessions/2026-10-16/activity-A01</a:t>
            </a:r>
          </a:p>
          <a:p xmlns:a="http://schemas.openxmlformats.org/drawingml/2006/main">
            <a:r>
              <a:t>공식 자료: https://git-scm.com/docs/git-diff</a:t>
            </a:r>
          </a:p>
          <a:p xmlns:a="http://schemas.openxmlformats.org/drawingml/2006/main">
            <a:r>
              <a:t/>
            </a:r>
          </a:p>
          <a:p xmlns:a="http://schemas.openxmlformats.org/drawingml/2006/main">
            <a:r>
              <a:t>코드와 개념 해설: 파일은 남지만 새 커밋은 없습니다.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인터넷이 없어도 무엇을 할 수 있나요?</a:t>
            </a:r>
          </a:p>
          <a:p xmlns:a="http://schemas.openxmlformats.org/drawingml/2006/main">
            <a:r>
              <a:t/>
            </a:r>
          </a:p>
          <a:p xmlns:a="http://schemas.openxmlformats.org/drawingml/2006/main">
            <a:r>
              <a:t>정답과 풀이: 로컬 저장·선택·커밋은 가능합니다. 인터넷 연결과 GitHub 로그인은 원격 공유를 할 때 별도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https://zeusk302-png.github.io/kdigital-physical-ai/#/sessions/2026-10-16/activity-A01</a:t>
            </a:r>
          </a:p>
          <a:p xmlns:a="http://schemas.openxmlformats.org/drawingml/2006/main">
            <a:r>
              <a:t>공식 자료: https://git-scm.com/docs/git-diff</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A02의 개념과 원문 해설입니다.</a:t>
            </a:r>
          </a:p>
          <a:p xmlns:a="http://schemas.openxmlformats.org/drawingml/2006/main">
            <a:r>
              <a:t>## A02 · 연습 저장소와 로컬 작성자 설정</a:t>
            </a:r>
          </a:p>
          <a:p xmlns:a="http://schemas.openxmlformats.org/drawingml/2006/main">
            <a:r>
              <a:t/>
            </a:r>
          </a:p>
          <a:p xmlns:a="http://schemas.openxmlformats.org/drawingml/2006/main">
            <a:r>
              <a:t>**개념.** git init은 지정한 폴더를 Git 저장소로 시작합니다. .git에는 변경 기록과 설정이 들어 있습니다. 작성자 이름과 이메일은 커밋에 남는 정보이며 로그인 암호가 아닙니다.</a:t>
            </a:r>
          </a:p>
          <a:p xmlns:a="http://schemas.openxmlformats.org/drawingml/2006/main">
            <a:r>
              <a:t/>
            </a:r>
          </a:p>
          <a:p xmlns:a="http://schemas.openxmlformats.org/drawingml/2006/main">
            <a:r>
              <a:t>**왜 필요한가.** 실제 프로젝트와 분리한 연습 폴더를 사용해야 명령의 범위를 분명히 볼 수 있습니다. 설정은 --local로 이번 저장소에만 적용하며 컴퓨터 전체 설정을 바꾸지 않습니다.</a:t>
            </a:r>
          </a:p>
          <a:p xmlns:a="http://schemas.openxmlformats.org/drawingml/2006/main">
            <a:r>
              <a:t/>
            </a:r>
          </a:p>
          <a:p xmlns:a="http://schemas.openxmlformats.org/drawingml/2006/main">
            <a:r>
              <a:t>**함께 보는 예.** course의 work 아래 git-lab을 만들고 그 안에서 시작합니다. main은 첫 브랜치 이름입니다. user.email은 실습용 .invalid 주소를 쓰며 실제 GitHub 계정 인증을 수행하지 않습니다.</a:t>
            </a:r>
          </a:p>
          <a:p xmlns:a="http://schemas.openxmlformats.org/drawingml/2006/main">
            <a:r>
              <a:t/>
            </a:r>
          </a:p>
          <a:p xmlns:a="http://schemas.openxmlformats.org/drawingml/2006/main">
            <a:r>
              <a:t>**헷갈리는 경우.** 상위 KDigital_PhysicalAI 프로젝트에서 init·restore를 실행하지 않습니다. 매번 현재 위치와 git rev-parse 결과로 연습 저장소 경계를 확인합니다.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New-Item -ItemType Directory -Path work/git-lab</a:t>
            </a:r>
          </a:p>
          <a:p xmlns:a="http://schemas.openxmlformats.org/drawingml/2006/main">
            <a:r>
              <a:t>Set-Location work/git-lab</a:t>
            </a:r>
          </a:p>
          <a:p xmlns:a="http://schemas.openxmlformats.org/drawingml/2006/main">
            <a:r>
              <a:t>git init -b main</a:t>
            </a:r>
          </a:p>
          <a:p xmlns:a="http://schemas.openxmlformats.org/drawingml/2006/main">
            <a:r>
              <a:t>git config --local user.name "실습자"</a:t>
            </a:r>
          </a:p>
          <a:p xmlns:a="http://schemas.openxmlformats.org/drawingml/2006/main">
            <a:r>
              <a:t>git config --local user.email "learner@example.invalid"</a:t>
            </a:r>
          </a:p>
          <a:p xmlns:a="http://schemas.openxmlformats.org/drawingml/2006/main">
            <a:r>
              <a:t>git rev-parse --show-toplevel</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`New-Item -ItemType Directory -Path work/git-lab` | 연습 전용 폴더를 만듭니다. |</a:t>
            </a:r>
          </a:p>
          <a:p xmlns:a="http://schemas.openxmlformats.org/drawingml/2006/main">
            <a:r>
              <a:t>| 2 | `Set-Location work/git-lab` | 그 폴더로 현재 위치를 옮깁니다. |</a:t>
            </a:r>
          </a:p>
          <a:p xmlns:a="http://schemas.openxmlformats.org/drawingml/2006/main">
            <a:r>
              <a:t>| 3 | `git init -b main` | main으로 시작하는 로컬 저장소를 만듭니다. |</a:t>
            </a:r>
          </a:p>
          <a:p xmlns:a="http://schemas.openxmlformats.org/drawingml/2006/main">
            <a:r>
              <a:t>| 4 | `git config --local user.name "실습자"` | 이번 저장소의 작성자 이름을 정합니다. |</a:t>
            </a:r>
          </a:p>
          <a:p xmlns:a="http://schemas.openxmlformats.org/drawingml/2006/main">
            <a:r>
              <a:t>| 5 | `git config --local user.email "learner@example.invalid"` | 실습용 작성자 주소를 정합니다. |</a:t>
            </a:r>
          </a:p>
          <a:p xmlns:a="http://schemas.openxmlformats.org/drawingml/2006/main">
            <a:r>
              <a:t>| 6 | `git rev-parse --show-toplevel` | 저장소 최상위 주소가 git-lab인지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처음 위치는 압축을 푼 course 폴더입니다. Windows PowerShell 예시이며 다른 OS의 폴더 생성·이동은 강사 안내를 따릅니다. git-lab이 이미 있으면 새 복사본의 빈 폴더를 사용합니다.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Initialized empty Git repository in .../work/git-lab/.git/</a:t>
            </a:r>
          </a:p>
          <a:p xmlns:a="http://schemas.openxmlformats.org/drawingml/2006/main">
            <a:r>
              <a:t>.../work/git-lab</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일반 폴더로 압축을 풉니다.</a:t>
            </a:r>
          </a:p>
          <a:p xmlns:a="http://schemas.openxmlformats.org/drawingml/2006/main">
            <a:r>
              <a:t>2. PowerShell의 현재 위치가 course인지 확인합니다.</a:t>
            </a:r>
          </a:p>
          <a:p xmlns:a="http://schemas.openxmlformats.org/drawingml/2006/main">
            <a:r>
              <a:t>3. 명령을 한 줄씩 실행하며 작성자 설정의 범위를 설명합니다.</a:t>
            </a:r>
          </a:p>
          <a:p xmlns:a="http://schemas.openxmlformats.org/drawingml/2006/main">
            <a:r>
              <a:t>4. 최상위 주소 끝이 work/git-lab인지 기록합니다.</a:t>
            </a:r>
          </a:p>
          <a:p xmlns:a="http://schemas.openxmlformats.org/drawingml/2006/main">
            <a:r>
              <a:t/>
            </a:r>
          </a:p>
          <a:p xmlns:a="http://schemas.openxmlformats.org/drawingml/2006/main">
            <a:r>
              <a:t>예상 결과: 연습 폴더 안의 .git 생성과 로컬 설정. 아직 커밋은 없습니다.</a:t>
            </a:r>
          </a:p>
          <a:p xmlns:a="http://schemas.openxmlformats.org/drawingml/2006/main">
            <a:r>
              <a:t/>
            </a:r>
          </a:p>
          <a:p xmlns:a="http://schemas.openxmlformats.org/drawingml/2006/main">
            <a:r>
              <a:t>확인 질문: 이메일 설정은 GitHub 로그인인가요?</a:t>
            </a:r>
          </a:p>
          <a:p xmlns:a="http://schemas.openxmlformats.org/drawingml/2006/main">
            <a:r>
              <a:t/>
            </a:r>
          </a:p>
          <a:p xmlns:a="http://schemas.openxmlformats.org/drawingml/2006/main">
            <a:r>
              <a:t>막혔을 때: git 명령이 없으면 강사가 설치 상태를 확인합니다. 제공한 명령·상태 카드로 수동 추적하고 개인 실행은 미완료로 표시합니다.</a:t>
            </a:r>
          </a:p>
          <a:p xmlns:a="http://schemas.openxmlformats.org/drawingml/2006/main">
            <a:r>
              <a:t/>
            </a:r>
          </a:p>
          <a:p xmlns:a="http://schemas.openxmlformats.org/drawingml/2006/main">
            <a:r>
              <a:t>[활동 자료와 작성칸](practice-guide.md#a02--연습-저장소와-로컬-작성자-설정)에서 A02를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outputs/2026-10-16/lesson.md#A02</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https://zeusk302-png.github.io/kdigital-physical-ai/#/sessions/2026-10-16/activity-A02</a:t>
            </a:r>
          </a:p>
          <a:p xmlns:a="http://schemas.openxmlformats.org/drawingml/2006/main">
            <a:r>
              <a:t>공식 자료: https://git-scm.com/docs/git-diff</a:t>
            </a:r>
          </a:p>
          <a:p xmlns:a="http://schemas.openxmlformats.org/drawingml/2006/main">
            <a:r>
              <a:t/>
            </a:r>
          </a:p>
          <a:p xmlns:a="http://schemas.openxmlformats.org/drawingml/2006/main">
            <a:r>
              <a:t>코드와 개념 해설: course 안의 work/git-lab을 사용합니다.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연습 저장소의 예</a:t>
            </a:r>
          </a:p>
          <a:p xmlns:a="http://schemas.openxmlformats.org/drawingml/2006/main">
            <a:r>
              <a:t>실행 위치: work/git-lab</a:t>
            </a:r>
          </a:p>
          <a:p xmlns:a="http://schemas.openxmlformats.org/drawingml/2006/main">
            <a:r>
              <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rev-parse --show-toplevel</a:t>
            </a:r>
          </a:p>
          <a:p xmlns:a="http://schemas.openxmlformats.org/drawingml/2006/main">
            <a:r>
              <a:t>뜻: 이 저장소의 맨 위 폴더 경로를 출력합니다. 실습 폴더를 가리키는지 확인합니다.</a:t>
            </a:r>
          </a:p>
          <a:p xmlns:a="http://schemas.openxmlformats.org/drawingml/2006/main">
            <a:r>
              <a:t/>
            </a:r>
          </a:p>
          <a:p xmlns:a="http://schemas.openxmlformats.org/drawingml/2006/main">
            <a:r>
              <a:t>확인할 결과: 주소 끝이 work/git-lab인지 확인합니다. Git 명령이 없으면 설치 상태를 확인합니다.</a:t>
            </a:r>
          </a:p>
          <a:p xmlns:a="http://schemas.openxmlformats.org/drawingml/2006/main">
            <a:r>
              <a:t>풀이: 아닙니다. 커밋에 남길 작성자 정보입니다. 사용자 전역 설정은 변경하지 않습니다. code/A02_setup.txt와 원문 활동을 참고합니다.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12장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https://zeusk302-png.github.io/kdigital-physical-ai/#/sessions/2026-10-16/activity-A02</a:t>
            </a:r>
          </a:p>
          <a:p xmlns:a="http://schemas.openxmlformats.org/drawingml/2006/main">
            <a:r>
              <a:t>공식 자료: https://git-scm.com/docs/git-diff</a:t>
            </a:r>
          </a:p>
          <a:p xmlns:a="http://schemas.openxmlformats.org/drawingml/2006/main">
            <a:r>
              <a:t/>
            </a:r>
          </a:p>
          <a:p xmlns:a="http://schemas.openxmlformats.org/drawingml/2006/main">
            <a:r>
              <a:t>코드와 개념 해설: -b main은 기본 설정에 상관없이 시작 브랜치를 main으로 정합니다.</a:t>
            </a:r>
          </a:p>
          <a:p xmlns:a="http://schemas.openxmlformats.org/drawingml/2006/main">
            <a:r>
              <a:t>--local은 작성자 설정을 이 저장소에만 남깁니다.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rev-parse --show-toplevel</a:t>
            </a:r>
          </a:p>
          <a:p xmlns:a="http://schemas.openxmlformats.org/drawingml/2006/main">
            <a:r>
              <a:t>뜻: 이 저장소의 맨 위 폴더 경로를 출력합니다. 실습 폴더를 가리키는지 확인합니다.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D:\KDigital_PhysicalAI\.build\copyedited-ppt\spec-2026-10-16.json#slide-12</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https://zeusk302-png.github.io/kdigital-physical-ai/#/sessions/2026-10-16/activity-A02</a:t>
            </a:r>
          </a:p>
          <a:p xmlns:a="http://schemas.openxmlformats.org/drawingml/2006/main">
            <a:r>
              <a:t>공식 자료: https://git-scm.com/docs/git-diff</a:t>
            </a:r>
          </a:p>
          <a:p xmlns:a="http://schemas.openxmlformats.org/drawingml/2006/main">
            <a:r>
              <a:t/>
            </a:r>
          </a:p>
          <a:p xmlns:a="http://schemas.openxmlformats.org/drawingml/2006/main">
            <a:r>
              <a:t>코드와 개념 해설: init은 현재 폴더를 저장소로 만듭니다.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주소 끝이 work/git-lab인지 확인합니다. Git 명령이 없으면 설치 상태를 확인합니다.</a:t>
            </a:r>
          </a:p>
          <a:p xmlns:a="http://schemas.openxmlformats.org/drawingml/2006/main">
            <a:r>
              <a:t/>
            </a:r>
          </a:p>
          <a:p xmlns:a="http://schemas.openxmlformats.org/drawingml/2006/main">
            <a:r>
              <a:t>앞에서 배운 내용: course 안의 work/git-lab을 사용합니다. 작성자 설정은 이 저장소에만 적용합니다.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커밋에 남길 작성자 정보입니다. 사용자 전역 설정은 변경하지 않습니다. code/A02_setup.txt와 원문 활동을 참고합니다.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D:\KDigital_PhysicalAI\.build\copyedited-ppt\spec-2026-10-16.json#slide-12</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https://zeusk302-png.github.io/kdigital-physical-ai/#/sessions/2026-10-16/activity-A02</a:t>
            </a:r>
          </a:p>
          <a:p xmlns:a="http://schemas.openxmlformats.org/drawingml/2006/main">
            <a:r>
              <a:t>공식 자료: https://git-scm.com/docs/git-diff</a:t>
            </a:r>
          </a:p>
          <a:p xmlns:a="http://schemas.openxmlformats.org/drawingml/2006/main">
            <a:r>
              <a:t/>
            </a:r>
          </a:p>
          <a:p xmlns:a="http://schemas.openxmlformats.org/drawingml/2006/main">
            <a:r>
              <a:t>코드와 개념 해설: 주소 끝이 work/git-lab인지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user.email은 로그인 암호인가요?</a:t>
            </a:r>
          </a:p>
          <a:p xmlns:a="http://schemas.openxmlformats.org/drawingml/2006/main">
            <a:r>
              <a:t/>
            </a:r>
          </a:p>
          <a:p xmlns:a="http://schemas.openxmlformats.org/drawingml/2006/main">
            <a:r>
              <a:t>정답과 풀이: 아닙니다. 커밋에 남길 작성자 정보입니다. 사용자 전역 설정은 변경하지 않습니다. code/A02_setup.txt와 원문 활동을 참고합니다.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https://zeusk302-png.github.io/kdigital-physical-ai/#/sessions/2026-10-16/activity-A02</a:t>
            </a:r>
          </a:p>
          <a:p xmlns:a="http://schemas.openxmlformats.org/drawingml/2006/main">
            <a:r>
              <a:t>공식 자료: https://git-scm.com/docs/git-diff</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A03의 개념과 원문 해설입니다.</a:t>
            </a:r>
          </a:p>
          <a:p xmlns:a="http://schemas.openxmlformats.org/drawingml/2006/main">
            <a:r>
              <a:t>## A03 · status로 현재 상태 읽기</a:t>
            </a:r>
          </a:p>
          <a:p xmlns:a="http://schemas.openxmlformats.org/drawingml/2006/main">
            <a:r>
              <a:t/>
            </a:r>
          </a:p>
          <a:p xmlns:a="http://schemas.openxmlformats.org/drawingml/2006/main">
            <a:r>
              <a:t>**개념.** git status는 현재 작업 파일과 스테이징 상태를 보여 줍니다. 처음 만든 파일의 ??는 아직 Git이 추적하지 않는 파일이라는 짧은 표시입니다.</a:t>
            </a:r>
          </a:p>
          <a:p xmlns:a="http://schemas.openxmlformats.org/drawingml/2006/main">
            <a:r>
              <a:t/>
            </a:r>
          </a:p>
          <a:p xmlns:a="http://schemas.openxmlformats.org/drawingml/2006/main">
            <a:r>
              <a:t>**왜 필요한가.** 파일이 폴더에 존재한다는 사실과 이력에 들어갔다는 사실을 구별해야 합니다. 명령을 실행한 뒤 상태를 읽으면 어느 단계까지 했는지 확인할 수 있습니다.</a:t>
            </a:r>
          </a:p>
          <a:p xmlns:a="http://schemas.openxmlformats.org/drawingml/2006/main">
            <a:r>
              <a:t/>
            </a:r>
          </a:p>
          <a:p xmlns:a="http://schemas.openxmlformats.org/drawingml/2006/main">
            <a:r>
              <a:t>**함께 보는 예.** data/initial_README.md의 내용을 탐색기로 git-lab/README.md에 복사하면 아직 추적하지 않은 파일로 나타납니다. status만 보는 것은 기록을 만들거나 파일을 바꾸지 않습니다.</a:t>
            </a:r>
          </a:p>
          <a:p xmlns:a="http://schemas.openxmlformats.org/drawingml/2006/main">
            <a:r>
              <a:t/>
            </a:r>
          </a:p>
          <a:p xmlns:a="http://schemas.openxmlformats.org/drawingml/2006/main">
            <a:r>
              <a:t>**헷갈리는 경우.** working tree clean이라는 문구는 현재 비교할 변경이 없다는 뜻입니다. 코드가 기능적으로 올바르거나 GitHub에 올라갔다는 뜻은 아닙니다.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a:t>
            </a:r>
          </a:p>
          <a:p xmlns:a="http://schemas.openxmlformats.org/drawingml/2006/main">
            <a:r>
              <a:t>git status --short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 자세한 현재 상태를 읽습니다. |</a:t>
            </a:r>
          </a:p>
          <a:p xmlns:a="http://schemas.openxmlformats.org/drawingml/2006/main">
            <a:r>
              <a:t>| 2 | `git status --short` | 같은 상태를 짧은 기호로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먼저 원자료 initial_README.md를 README.md로 복사하여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 README.md</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initial_README.md를 새 README.md로 복사합니다.</a:t>
            </a:r>
          </a:p>
          <a:p xmlns:a="http://schemas.openxmlformats.org/drawingml/2006/main">
            <a:r>
              <a:t>2. 상태 명령 두 가지를 비교합니다.</a:t>
            </a:r>
          </a:p>
          <a:p xmlns:a="http://schemas.openxmlformats.org/drawingml/2006/main">
            <a:r>
              <a:t>3. ??의 의미와 아직 하지 않은 행동을 씁니다.</a:t>
            </a:r>
          </a:p>
          <a:p xmlns:a="http://schemas.openxmlformats.org/drawingml/2006/main">
            <a:r>
              <a:t>4. 파일 내용과 변경 상태가 별개임을 설명합니다.</a:t>
            </a:r>
          </a:p>
          <a:p xmlns:a="http://schemas.openxmlformats.org/drawingml/2006/main">
            <a:r>
              <a:t/>
            </a:r>
          </a:p>
          <a:p xmlns:a="http://schemas.openxmlformats.org/drawingml/2006/main">
            <a:r>
              <a:t>예상 결과: README가 untracked 또는??로 표시됩니다.</a:t>
            </a:r>
          </a:p>
          <a:p xmlns:a="http://schemas.openxmlformats.org/drawingml/2006/main">
            <a:r>
              <a:t/>
            </a:r>
          </a:p>
          <a:p xmlns:a="http://schemas.openxmlformats.org/drawingml/2006/main">
            <a:r>
              <a:t>확인 질문: status를 열 번 실행하면 커밋이 생기나요?</a:t>
            </a:r>
          </a:p>
          <a:p xmlns:a="http://schemas.openxmlformats.org/drawingml/2006/main">
            <a:r>
              <a:t/>
            </a:r>
          </a:p>
          <a:p xmlns:a="http://schemas.openxmlformats.org/drawingml/2006/main">
            <a:r>
              <a:t>막혔을 때: README가 안 보이면 저장한 경로와 파일 확장자를 확인합니다. 다른 폴더의 파일을 보고 있을 수 있습니다.</a:t>
            </a:r>
          </a:p>
          <a:p xmlns:a="http://schemas.openxmlformats.org/drawingml/2006/main">
            <a:r>
              <a:t/>
            </a:r>
          </a:p>
          <a:p xmlns:a="http://schemas.openxmlformats.org/drawingml/2006/main">
            <a:r>
              <a:t>[활동 자료와 작성칸](practice-guide.md#a03--status로-현재-상태-읽기)에서 A03를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outputs/2026-10-16/lesson.md#A03</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https://zeusk302-png.github.io/kdigital-physical-ai/#/sessions/2026-10-16/activity-A03</a:t>
            </a:r>
          </a:p>
          <a:p xmlns:a="http://schemas.openxmlformats.org/drawingml/2006/main">
            <a:r>
              <a:t>공식 자료: https://git-scm.com/docs/git-diff</a:t>
            </a:r>
          </a:p>
          <a:p xmlns:a="http://schemas.openxmlformats.org/drawingml/2006/main">
            <a:r>
              <a:t/>
            </a:r>
          </a:p>
          <a:p xmlns:a="http://schemas.openxmlformats.org/drawingml/2006/main">
            <a:r>
              <a:t>코드와 개념 해설: status는 현재 변경 상태를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현재 상태 읽기의 예</a:t>
            </a:r>
          </a:p>
          <a:p xmlns:a="http://schemas.openxmlformats.org/drawingml/2006/main">
            <a:r>
              <a:t>실행 위치: work/git-lab</a:t>
            </a:r>
          </a:p>
          <a:p xmlns:a="http://schemas.openxmlformats.org/drawingml/2006/main">
            <a:r>
              <a:t/>
            </a:r>
          </a:p>
          <a:p xmlns:a="http://schemas.openxmlformats.org/drawingml/2006/main">
            <a:r>
              <a:t>git status</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확인할 결과: ?? README.md는 아직 추적하지 않은 파일입니다. clean은 내용 정확성을 보장하지 않습니다.</a:t>
            </a:r>
          </a:p>
          <a:p xmlns:a="http://schemas.openxmlformats.org/drawingml/2006/main">
            <a:r>
              <a:t>풀이: 아닙니다. status는 조회입니다. 원본 initial_README.md를 README.md로 저장한 뒤 ?? 표시를 실제로 대조합니다.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17장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https://zeusk302-png.github.io/kdigital-physical-ai/#/sessions/2026-10-16/activity-A03</a:t>
            </a:r>
          </a:p>
          <a:p xmlns:a="http://schemas.openxmlformats.org/drawingml/2006/main">
            <a:r>
              <a:t>공식 자료: https://git-scm.com/docs/git-diff</a:t>
            </a:r>
          </a:p>
          <a:p xmlns:a="http://schemas.openxmlformats.org/drawingml/2006/main">
            <a:r>
              <a:t/>
            </a:r>
          </a:p>
          <a:p xmlns:a="http://schemas.openxmlformats.org/drawingml/2006/main">
            <a:r>
              <a:t>코드와 개념 해설: --short의 ??는 아직 추적하지 않는 새 파일을 뜻합니다.</a:t>
            </a:r>
          </a:p>
          <a:p xmlns:a="http://schemas.openxmlformats.org/drawingml/2006/main">
            <a:r>
              <a:t>status는 상태 조회이므로 반복해도 새 커밋이 생기지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 README.md는 아직 추적하지 않은 파일입니다. clean은 내용 정확성을 보장하지 않습니다.</a:t>
            </a:r>
          </a:p>
          <a:p xmlns:a="http://schemas.openxmlformats.org/drawingml/2006/main">
            <a:r>
              <a:t/>
            </a:r>
          </a:p>
          <a:p xmlns:a="http://schemas.openxmlformats.org/drawingml/2006/main">
            <a:r>
              <a:t>앞에서 배운 내용: status는 현재 변경 상태를 읽습니다. 새 파일과 추적한 파일을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status는 조회입니다. 원본 initial_README.md를 README.md로 저장한 뒤 ?? 표시를 실제로 대조합니다.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outputs/2026-10-16/lesson.md#A03</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https://zeusk302-png.github.io/kdigital-physical-ai/#/sessions/2026-10-16/activity-A03</a:t>
            </a:r>
          </a:p>
          <a:p xmlns:a="http://schemas.openxmlformats.org/drawingml/2006/main">
            <a:r>
              <a:t>공식 자료: https://git-scm.com/docs/git-diff</a:t>
            </a:r>
          </a:p>
          <a:p xmlns:a="http://schemas.openxmlformats.org/drawingml/2006/main">
            <a:r>
              <a:t/>
            </a:r>
          </a:p>
          <a:p xmlns:a="http://schemas.openxmlformats.org/drawingml/2006/main">
            <a:r>
              <a:t>코드와 개념 해설: ?? README.md는 아직 추적하지 않은 파일입니다.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status를 세 번 읽으면 커밋이 생기나요?</a:t>
            </a:r>
          </a:p>
          <a:p xmlns:a="http://schemas.openxmlformats.org/drawingml/2006/main">
            <a:r>
              <a:t/>
            </a:r>
          </a:p>
          <a:p xmlns:a="http://schemas.openxmlformats.org/drawingml/2006/main">
            <a:r>
              <a:t>정답과 풀이: 아닙니다. status는 조회입니다. 원본 initial_README.md를 README.md로 저장한 뒤 ?? 표시를 실제로 대조합니다.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https://zeusk302-png.github.io/kdigital-physical-ai/#/sessions/2026-10-16/activity-A03</a:t>
            </a:r>
          </a:p>
          <a:p xmlns:a="http://schemas.openxmlformats.org/drawingml/2006/main">
            <a:r>
              <a:t>공식 자료: https://git-scm.com/docs/git-diff</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2교시 주제는 선택한 변경 기록입니다.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outputs/2026-10-16/beginner-start.md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https://zeusk302-png.github.io/kdigital-physical-ai/#/sessions/2026-10-16/activity-A04</a:t>
            </a:r>
          </a:p>
          <a:p xmlns:a="http://schemas.openxmlformats.org/drawingml/2006/main">
            <a:r>
              <a:t>공식 자료: https://git-scm.com/docs/git-restore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첫 편집은 add로 스테이징에 담았습니다. 그 뒤의 편집은 아직 작업 파일에만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outputs/2026-10-16/lesson.md#A04</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https://zeusk302-png.github.io/kdigital-physical-ai/#/sessions/2026-10-16/activity-A04</a:t>
            </a:r>
          </a:p>
          <a:p xmlns:a="http://schemas.openxmlformats.org/drawingml/2006/main">
            <a:r>
              <a:t>공식 자료: https://git-scm.com/docs/git-restore</a:t>
            </a:r>
          </a:p>
          <a:p xmlns:a="http://schemas.openxmlformats.org/drawingml/2006/main">
            <a:r>
              <a:t/>
            </a:r>
          </a:p>
          <a:p xmlns:a="http://schemas.openxmlformats.org/drawingml/2006/main">
            <a:r>
              <a:t>코드와 개념 해설: 첫 편집은 add로 스테이징에 담았습니다.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A04의 개념과 원문 해설입니다.</a:t>
            </a:r>
          </a:p>
          <a:p xmlns:a="http://schemas.openxmlformats.org/drawingml/2006/main">
            <a:r>
              <a:t>## A04 · 작업 변경과 diff의 기준</a:t>
            </a:r>
          </a:p>
          <a:p xmlns:a="http://schemas.openxmlformats.org/drawingml/2006/main">
            <a:r>
              <a:t/>
            </a:r>
          </a:p>
          <a:p xmlns:a="http://schemas.openxmlformats.org/drawingml/2006/main">
            <a:r>
              <a:t>### 사례로 이해하기 · 세 비교 기준으로 커밋할 내용을 판단하기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README 안내를 “course에서 실행”으로 바꾸어 선택한 뒤, 담당자가 다시 “압축을 푼 course에서 실행”으로 수정했습니다. 지금 커밋하면 가장 최근 화면 문장이 들어갈까요? 작업 파일을 보고 답하지 말고 다음 기록에 선택된 사본을 확인해야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비교는 항상 두 대상을 필요로 합니다. 기본 `git diff`는 작업 영역과 스테이징을 비교하고 `git diff --staged`는 스테이징과 마지막 커밋을 비교합니다. `git diff HEAD`는 현재 작업 영역과 마지막 커밋을 비교합니다. HEAD는 지금 브랜치에서 가리키는 마지막 기록입니다. 초심자는 명령을 외우기 전에 “왼쪽 대상과 오른쪽 대상”을 말로 적습니다.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마지막 기록이 `Run from here.`라고 가정합니다. 작업본을 `Run from course.`로 저장하고 `git add README.md`를 합니다. 다시 `Run from extracted course.`로 저장합니다. `git status --short`의 `MM README.md`는 선택된 변경과 아직 선택되지 않은 변경이 둘 다 있다는 뜻입니다. 기본 diff에는 course와 extracted course의 차이가, staged diff에는 here와 course의 차이가 나옵니다. 지금 커밋하면 course 문장이 기록됩니다. 최신 문장을 넣으려면 내용을 읽고 다시 add하여 staged diff를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세 칸에 각각 “커밋: 온도 28”, “선택: 온도 30”, “작업: 온도 29”를 적습니다. 각 비교 명령에 나타날 이전 값과 새 값을 직접 작성하고 지금 커밋할 값도 결정하세요. 요구가 29라면 무엇을 추가로 해야 할지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기본 diff는 30→29, staged diff는 28→30, HEAD 비교는 28→29입니다. 현재 커밋할 값은 30이며 요구가 29면 다시 선택합니다. “MM은 파일이 두 개”는 오답입니다. 한 파일의 서로 다른 두 비교 관계를 표시합니다.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diff가 비면 변경이 없나요? 비교 기준 밖 변경이나 추적되지 않은 파일이 있을 수 있습니다. ② 추가 기호를 문장에 넣나요? 비교 표시이므로 최종 파일에는 넣지 않습니다. ③ 커밋 직전 가장 직접적인 확인은 무엇인가요? staged diff로 기록할 내용을 읽는 것입니다.</a:t>
            </a:r>
          </a:p>
          <a:p xmlns:a="http://schemas.openxmlformats.org/drawingml/2006/main">
            <a:r>
              <a:t/>
            </a:r>
          </a:p>
          <a:p xmlns:a="http://schemas.openxmlformats.org/drawingml/2006/main">
            <a:r>
              <a:t>**개념.** diff는 두 상태에서 추가·삭제된 줄을 보여 줍니다. 기본 git diff는 작업 영역과 스테이징을 비교합니다. +는 추가된 줄, -는 빠진 줄을 뜻하며 최종 파일에 이 기호를 직접 넣는 것은 아닙니다.</a:t>
            </a:r>
          </a:p>
          <a:p xmlns:a="http://schemas.openxmlformats.org/drawingml/2006/main">
            <a:r>
              <a:t/>
            </a:r>
          </a:p>
          <a:p xmlns:a="http://schemas.openxmlformats.org/drawingml/2006/main">
            <a:r>
              <a:t>**왜 필요한가.** 기록하기 전에 의도한 변경만 있는지 검토해야 합니다. 상태는 파일 수준을, diff는 줄 수준의 차이를 보여 줍니다.</a:t>
            </a:r>
          </a:p>
          <a:p xmlns:a="http://schemas.openxmlformats.org/drawingml/2006/main">
            <a:r>
              <a:t/>
            </a:r>
          </a:p>
          <a:p xmlns:a="http://schemas.openxmlformats.org/drawingml/2006/main">
            <a:r>
              <a:t>**함께 보는 예.** 아직 추적하지 않는 파일은 기본 diff에 나타나지 않을 수 있습니다. 첫 파일은 add 뒤 --staged로 비교합니다. 이후 추적된 README를 수정하면 기본 diff에서 바뀐 줄을 읽을 수 있습니다.</a:t>
            </a:r>
          </a:p>
          <a:p xmlns:a="http://schemas.openxmlformats.org/drawingml/2006/main">
            <a:r>
              <a:t/>
            </a:r>
          </a:p>
          <a:p xmlns:a="http://schemas.openxmlformats.org/drawingml/2006/main">
            <a:r>
              <a:t>**헷갈리는 경우.** diff가 비었다고 파일이 없거나 내용이 틀리지 않았다는 결론은 아닙니다. 비교 기준과 추적 상태를 함께 확인합니다.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비교 카드:</a:t>
            </a:r>
          </a:p>
          <a:p xmlns:a="http://schemas.openxmlformats.org/drawingml/2006/main">
            <a:r>
              <a:t>1 새 README는??이고 git diff가 비어 있음.</a:t>
            </a:r>
          </a:p>
          <a:p xmlns:a="http://schemas.openxmlformats.org/drawingml/2006/main">
            <a:r>
              <a:t>2 추적 README의 ‘Run checker.’를‘Run checker from course.’로 수정.</a:t>
            </a:r>
          </a:p>
          <a:p xmlns:a="http://schemas.openxmlformats.org/drawingml/2006/main">
            <a:r>
              <a:t>삭제줄 -Run checker.</a:t>
            </a:r>
          </a:p>
          <a:p xmlns:a="http://schemas.openxmlformats.org/drawingml/2006/main">
            <a:r>
              <a:t>추가줄 +Run checker from course.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카드의 비교 대상 두 상태를 적습니다.</a:t>
            </a:r>
          </a:p>
          <a:p xmlns:a="http://schemas.openxmlformats.org/drawingml/2006/main">
            <a:r>
              <a:t>2. 추적되지 않은 파일과 추적 파일을 구별합니다.</a:t>
            </a:r>
          </a:p>
          <a:p xmlns:a="http://schemas.openxmlformats.org/drawingml/2006/main">
            <a:r>
              <a:t>3. 삭제·추가 기호를 최종 문장으로 재구성합니다.</a:t>
            </a:r>
          </a:p>
          <a:p xmlns:a="http://schemas.openxmlformats.org/drawingml/2006/main">
            <a:r>
              <a:t>4. 의도한 한 문장 변경만 있는지 검토합니다.</a:t>
            </a:r>
          </a:p>
          <a:p xmlns:a="http://schemas.openxmlformats.org/drawingml/2006/main">
            <a:r>
              <a:t/>
            </a:r>
          </a:p>
          <a:p xmlns:a="http://schemas.openxmlformats.org/drawingml/2006/main">
            <a:r>
              <a:t>예상 결과: 상태와 diff를 함께 읽고 비교 기준을 설명합니다.</a:t>
            </a:r>
          </a:p>
          <a:p xmlns:a="http://schemas.openxmlformats.org/drawingml/2006/main">
            <a:r>
              <a:t/>
            </a:r>
          </a:p>
          <a:p xmlns:a="http://schemas.openxmlformats.org/drawingml/2006/main">
            <a:r>
              <a:t>확인 질문: 기본 diff는 항상 마지막 커밋과 비교하나요?</a:t>
            </a:r>
          </a:p>
          <a:p xmlns:a="http://schemas.openxmlformats.org/drawingml/2006/main">
            <a:r>
              <a:t/>
            </a:r>
          </a:p>
          <a:p xmlns:a="http://schemas.openxmlformats.org/drawingml/2006/main">
            <a:r>
              <a:t>막혔을 때: 변경이 안 보이면 status와 --staged 여부를 확인합니다. 같은 파일명의 다른 복사본을 고쳤는지도 봅니다.</a:t>
            </a:r>
          </a:p>
          <a:p xmlns:a="http://schemas.openxmlformats.org/drawingml/2006/main">
            <a:r>
              <a:t/>
            </a:r>
          </a:p>
          <a:p xmlns:a="http://schemas.openxmlformats.org/drawingml/2006/main">
            <a:r>
              <a:t>[활동 자료와 작성칸](practice-guide.md#a04--작업-변경과-diff의-기준)에서 A04를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outputs/2026-10-16/lesson.md#A04</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https://zeusk302-png.github.io/kdigital-physical-ai/#/sessions/2026-10-16/activity-A04</a:t>
            </a:r>
          </a:p>
          <a:p xmlns:a="http://schemas.openxmlformats.org/drawingml/2006/main">
            <a:r>
              <a:t>공식 자료: https://git-scm.com/docs/git-restore</a:t>
            </a:r>
          </a:p>
          <a:p xmlns:a="http://schemas.openxmlformats.org/drawingml/2006/main">
            <a:r>
              <a:t/>
            </a:r>
          </a:p>
          <a:p xmlns:a="http://schemas.openxmlformats.org/drawingml/2006/main">
            <a:r>
              <a:t>코드와 개념 해설: 비교에는 항상 두 대상이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두 상태의 차이의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diff HEAD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확인할 결과: diff: 작업과 스테이징의 차이입니다. --staged: 스테이징과 커밋의 차이입니다. HEAD 비교: 현재 작업과 마지막 기록입니다.</a:t>
            </a:r>
          </a:p>
          <a:p xmlns:a="http://schemas.openxmlformats.org/drawingml/2006/main">
            <a:r>
              <a:t>풀이: 지금 기록할 값은 선택한 30입니다. 기본 diff는30→29, staged는28→30, HEAD는28→29입니다. 29를 기록하려면 다시 add하고 staged diff를 읽습니다.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23장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https://zeusk302-png.github.io/kdigital-physical-ai/#/sessions/2026-10-16/activity-A04</a:t>
            </a:r>
          </a:p>
          <a:p xmlns:a="http://schemas.openxmlformats.org/drawingml/2006/main">
            <a:r>
              <a:t>공식 자료: https://git-scm.com/docs/git-restore</a:t>
            </a:r>
          </a:p>
          <a:p xmlns:a="http://schemas.openxmlformats.org/drawingml/2006/main">
            <a:r>
              <a:t/>
            </a:r>
          </a:p>
          <a:p xmlns:a="http://schemas.openxmlformats.org/drawingml/2006/main">
            <a:r>
              <a:t>코드와 개념 해설: 기본 diff는 작업 파일과 스테이징을 비교합니다.</a:t>
            </a:r>
          </a:p>
          <a:p xmlns:a="http://schemas.openxmlformats.org/drawingml/2006/main">
            <a:r>
              <a:t>--staged는 스테이징과 마지막 커밋을 비교하므로 기록할 줄을 볼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diff: 작업과 스테이징의 차이입니다. --staged: 스테이징과 커밋의 차이입니다. HEAD 비교: 현재 작업과 마지막 기록입니다.</a:t>
            </a:r>
          </a:p>
          <a:p xmlns:a="http://schemas.openxmlformats.org/drawingml/2006/main">
            <a:r>
              <a:t/>
            </a:r>
          </a:p>
          <a:p xmlns:a="http://schemas.openxmlformats.org/drawingml/2006/main">
            <a:r>
              <a:t>앞에서 배운 내용: 비교에는 항상 두 대상이 있습니다. 기본 diff는 작업과 선택 상태를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지금 기록할 값은 선택한 30입니다. 기본 diff는30→29, staged는28→30, HEAD는28→29입니다. 29를 기록하려면 다시 add하고 staged diff를 읽습니다.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D:\KDigital_PhysicalAI\.build\copyedited-ppt\spec-2026-10-16.json#slide-23</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https://zeusk302-png.github.io/kdigital-physical-ai/#/sessions/2026-10-16/activity-A04</a:t>
            </a:r>
          </a:p>
          <a:p xmlns:a="http://schemas.openxmlformats.org/drawingml/2006/main">
            <a:r>
              <a:t>공식 자료: https://git-scm.com/docs/git-restore</a:t>
            </a:r>
          </a:p>
          <a:p xmlns:a="http://schemas.openxmlformats.org/drawingml/2006/main">
            <a:r>
              <a:t/>
            </a:r>
          </a:p>
          <a:p xmlns:a="http://schemas.openxmlformats.org/drawingml/2006/main">
            <a:r>
              <a:t>코드와 개념 해설: diff: 작업과 스테이징의 차이입니다.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커밋 28, 선택 30, 작업 29라면? 지금 커밋할 값은 무엇인가요?</a:t>
            </a:r>
          </a:p>
          <a:p xmlns:a="http://schemas.openxmlformats.org/drawingml/2006/main">
            <a:r>
              <a:t/>
            </a:r>
          </a:p>
          <a:p xmlns:a="http://schemas.openxmlformats.org/drawingml/2006/main">
            <a:r>
              <a:t>정답과 풀이: 지금 기록할 값은 선택한 30입니다. 기본 diff는30→29, staged는28→30, HEAD는28→29입니다. 29를 기록하려면 다시 add하고 staged diff를 읽습니다.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https://zeusk302-png.github.io/kdigital-physical-ai/#/sessions/2026-10-16/activity-A04</a:t>
            </a:r>
          </a:p>
          <a:p xmlns:a="http://schemas.openxmlformats.org/drawingml/2006/main">
            <a:r>
              <a:t>공식 자료: https://git-scm.com/docs/git-restore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A05의 개념과 원문 해설입니다.</a:t>
            </a:r>
          </a:p>
          <a:p xmlns:a="http://schemas.openxmlformats.org/drawingml/2006/main">
            <a:r>
              <a:t>## A05 · add는 현재 변경을 선택한다</a:t>
            </a:r>
          </a:p>
          <a:p xmlns:a="http://schemas.openxmlformats.org/drawingml/2006/main">
            <a:r>
              <a:t/>
            </a:r>
          </a:p>
          <a:p xmlns:a="http://schemas.openxmlformats.org/drawingml/2006/main">
            <a:r>
              <a:t>**개념.** git add는 지금의 파일 내용을 다음 커밋에 넣을 상태로 선택합니다. add 뒤 파일을 다시 고쳐도 스테이징이 자동으로 최신 내용으로 바뀌지는 않습니다.</a:t>
            </a:r>
          </a:p>
          <a:p xmlns:a="http://schemas.openxmlformats.org/drawingml/2006/main">
            <a:r>
              <a:t/>
            </a:r>
          </a:p>
          <a:p xmlns:a="http://schemas.openxmlformats.org/drawingml/2006/main">
            <a:r>
              <a:t>**왜 필요한가.** 기록할 묶음을 고르고 검토해야 의도한 변경만 커밋할 수 있습니다. ‘add 했으니 이후 모든 저장도 기록된다’는 오해를 막습니다.</a:t>
            </a:r>
          </a:p>
          <a:p xmlns:a="http://schemas.openxmlformats.org/drawingml/2006/main">
            <a:r>
              <a:t/>
            </a:r>
          </a:p>
          <a:p xmlns:a="http://schemas.openxmlformats.org/drawingml/2006/main">
            <a:r>
              <a:t>**함께 보는 예.** 처음 README를 add하면 짧은 상태의 왼쪽 A가 추가 준비를 나타냅니다. --staged는 선택한 상태와 마지막 커밋을 비교합니다. 첫 커밋 전에는 선택한 전체 내용을 볼 수 있습니다.</a:t>
            </a:r>
          </a:p>
          <a:p xmlns:a="http://schemas.openxmlformats.org/drawingml/2006/main">
            <a:r>
              <a:t/>
            </a:r>
          </a:p>
          <a:p xmlns:a="http://schemas.openxmlformats.org/drawingml/2006/main">
            <a:r>
              <a:t>**헷갈리는 경우.** git add .는 여러 파일을 한꺼번에 고를 수 있습니다. 초반에는 README.md처럼 이름을 명시해 무엇을 선택했는지 이해합니다.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add README.md</a:t>
            </a:r>
          </a:p>
          <a:p xmlns:a="http://schemas.openxmlformats.org/drawingml/2006/main">
            <a:r>
              <a:t>git status --short</a:t>
            </a:r>
          </a:p>
          <a:p xmlns:a="http://schemas.openxmlformats.org/drawingml/2006/main">
            <a:r>
              <a:t>git diff --staged</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add README.md` | README의 현재 상태를 선택합니다. |</a:t>
            </a:r>
          </a:p>
          <a:p xmlns:a="http://schemas.openxmlformats.org/drawingml/2006/main">
            <a:r>
              <a:t>| 2 | `git status --short` | 선택 상태를 짧게 읽습니다. |</a:t>
            </a:r>
          </a:p>
          <a:p xmlns:a="http://schemas.openxmlformats.org/drawingml/2006/main">
            <a:r>
              <a:t>| 3 | `git diff --staged` | 이번 기록에 들어갈 내용을 비교합니다.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README가 저장되어 있고 첫 커밋 전 상태입니다.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A  README.md</a:t>
            </a:r>
          </a:p>
          <a:p xmlns:a="http://schemas.openxmlformats.org/drawingml/2006/main">
            <a:r>
              <a:t>선택한 README 전체 내용이 추가 줄로 보입니다.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README 한 파일만 add합니다.</a:t>
            </a:r>
          </a:p>
          <a:p xmlns:a="http://schemas.openxmlformats.org/drawingml/2006/main">
            <a:r>
              <a:t>2. 상태 왼쪽 표시와 staged 차이를 읽습니다.</a:t>
            </a:r>
          </a:p>
          <a:p xmlns:a="http://schemas.openxmlformats.org/drawingml/2006/main">
            <a:r>
              <a:t>3. 지금 커밋하면 들어갈 문장을 적습니다.</a:t>
            </a:r>
          </a:p>
          <a:p xmlns:a="http://schemas.openxmlformats.org/drawingml/2006/main">
            <a:r>
              <a:t>4. add 뒤 편집한 가상 카드에서 스테이징과 작업 영역을 나눕니다.</a:t>
            </a:r>
          </a:p>
          <a:p xmlns:a="http://schemas.openxmlformats.org/drawingml/2006/main">
            <a:r>
              <a:t/>
            </a:r>
          </a:p>
          <a:p xmlns:a="http://schemas.openxmlformats.org/drawingml/2006/main">
            <a:r>
              <a:t>예상 결과: 선택한 파일은A로 표시되고 staged 비교에 내용이 나타납니다.</a:t>
            </a:r>
          </a:p>
          <a:p xmlns:a="http://schemas.openxmlformats.org/drawingml/2006/main">
            <a:r>
              <a:t/>
            </a:r>
          </a:p>
          <a:p xmlns:a="http://schemas.openxmlformats.org/drawingml/2006/main">
            <a:r>
              <a:t>확인 질문: add 뒤 고친 내용까지 넣으려면 무엇을 확인해야 하나요?</a:t>
            </a:r>
          </a:p>
          <a:p xmlns:a="http://schemas.openxmlformats.org/drawingml/2006/main">
            <a:r>
              <a:t/>
            </a:r>
          </a:p>
          <a:p xmlns:a="http://schemas.openxmlformats.org/drawingml/2006/main">
            <a:r>
              <a:t>막혔을 때: staged에 예상 밖 내용이 있으면 커밋 전에 파일 경로와 비교를 확인합니다.</a:t>
            </a:r>
          </a:p>
          <a:p xmlns:a="http://schemas.openxmlformats.org/drawingml/2006/main">
            <a:r>
              <a:t/>
            </a:r>
          </a:p>
          <a:p xmlns:a="http://schemas.openxmlformats.org/drawingml/2006/main">
            <a:r>
              <a:t>[활동 자료와 작성칸](practice-guide.md#a05--add는-현재-변경을-선택한다)에서 A05를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outputs/2026-10-16/lesson.md#A05</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https://zeusk302-png.github.io/kdigital-physical-ai/#/sessions/2026-10-16/activity-A05</a:t>
            </a:r>
          </a:p>
          <a:p xmlns:a="http://schemas.openxmlformats.org/drawingml/2006/main">
            <a:r>
              <a:t>공식 자료: https://git-scm.com/docs/git-restore</a:t>
            </a:r>
          </a:p>
          <a:p xmlns:a="http://schemas.openxmlformats.org/drawingml/2006/main">
            <a:r>
              <a:t/>
            </a:r>
          </a:p>
          <a:p xmlns:a="http://schemas.openxmlformats.org/drawingml/2006/main">
            <a:r>
              <a:t>코드와 개념 해설: add는 지금의 파일 내용을 선택합니다.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변경 선택하기의 예</a:t>
            </a:r>
          </a:p>
          <a:p xmlns:a="http://schemas.openxmlformats.org/drawingml/2006/main">
            <a:r>
              <a:t>실행 위치: work/git-lab</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확인할 결과: 첫 선택 뒤 A README.md가 보입니다. staged diff에서 기록할 문장을 읽습니다.</a:t>
            </a:r>
          </a:p>
          <a:p xmlns:a="http://schemas.openxmlformats.org/drawingml/2006/main">
            <a:r>
              <a:t>풀이: 작업 내용과 선택한 사본이 달라집니다. 내용을 확인한 뒤 다시 add합니다. 두 단계에 변경이 있으면 status의 MM을 볼 수 있습니다.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27장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https://zeusk302-png.github.io/kdigital-physical-ai/#/sessions/2026-10-16/activity-A05</a:t>
            </a:r>
          </a:p>
          <a:p xmlns:a="http://schemas.openxmlformats.org/drawingml/2006/main">
            <a:r>
              <a:t>공식 자료: https://git-scm.com/docs/git-restore</a:t>
            </a:r>
          </a:p>
          <a:p xmlns:a="http://schemas.openxmlformats.org/drawingml/2006/main">
            <a:r>
              <a:t/>
            </a:r>
          </a:p>
          <a:p xmlns:a="http://schemas.openxmlformats.org/drawingml/2006/main">
            <a:r>
              <a:t>코드와 개념 해설: add는 이 순간 README.md의 내용을 선택합니다.</a:t>
            </a:r>
          </a:p>
          <a:p xmlns:a="http://schemas.openxmlformats.org/drawingml/2006/main">
            <a:r>
              <a:t>뒤에 고친 문장을 기록하려면 다시 add해야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D:\KDigital_PhysicalAI\.build\copyedited-ppt\spec-2026-10-16.json#slide-27</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https://zeusk302-png.github.io/kdigital-physical-ai/#/sessions/2026-10-16/activity-A05</a:t>
            </a:r>
          </a:p>
          <a:p xmlns:a="http://schemas.openxmlformats.org/drawingml/2006/main">
            <a:r>
              <a:t>공식 자료: https://git-scm.com/docs/git-restore</a:t>
            </a:r>
          </a:p>
          <a:p xmlns:a="http://schemas.openxmlformats.org/drawingml/2006/main">
            <a:r>
              <a:t/>
            </a:r>
          </a:p>
          <a:p xmlns:a="http://schemas.openxmlformats.org/drawingml/2006/main">
            <a:r>
              <a:t>코드와 개념 해설: README.md의 현재 내용을 선택합니다.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첫 선택 뒤 A README.md가 보입니다. staged diff에서 기록할 문장을 읽습니다.</a:t>
            </a:r>
          </a:p>
          <a:p xmlns:a="http://schemas.openxmlformats.org/drawingml/2006/main">
            <a:r>
              <a:t/>
            </a:r>
          </a:p>
          <a:p xmlns:a="http://schemas.openxmlformats.org/drawingml/2006/main">
            <a:r>
              <a:t>앞에서 배운 내용: add는 지금의 파일 내용을 선택합니다. add 뒤 새 편집은 다시 선택해야 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작업 내용과 선택한 사본이 달라집니다. 내용을 확인한 뒤 다시 add합니다. 두 단계에 변경이 있으면 status의 MM을 볼 수 있습니다.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D:\KDigital_PhysicalAI\.build\copyedited-ppt\spec-2026-10-16.json#slide-27</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https://zeusk302-png.github.io/kdigital-physical-ai/#/sessions/2026-10-16/activity-A05</a:t>
            </a:r>
          </a:p>
          <a:p xmlns:a="http://schemas.openxmlformats.org/drawingml/2006/main">
            <a:r>
              <a:t>공식 자료: https://git-scm.com/docs/git-restore</a:t>
            </a:r>
          </a:p>
          <a:p xmlns:a="http://schemas.openxmlformats.org/drawingml/2006/main">
            <a:r>
              <a:t/>
            </a:r>
          </a:p>
          <a:p xmlns:a="http://schemas.openxmlformats.org/drawingml/2006/main">
            <a:r>
              <a:t>코드와 개념 해설: 첫 선택 뒤 A README.md가 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add 뒤 문장을 다시 고치면? 새 문장을 기록할 다음 행동은 무엇인가요?</a:t>
            </a:r>
          </a:p>
          <a:p xmlns:a="http://schemas.openxmlformats.org/drawingml/2006/main">
            <a:r>
              <a:t/>
            </a:r>
          </a:p>
          <a:p xmlns:a="http://schemas.openxmlformats.org/drawingml/2006/main">
            <a:r>
              <a:t>정답과 풀이: 작업 내용과 선택한 사본이 달라집니다. 내용을 확인한 뒤 다시 add합니다. 두 단계에 변경이 있으면 status의 MM을 볼 수 있습니다.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https://zeusk302-png.github.io/kdigital-physical-ai/#/sessions/2026-10-16/activity-A05</a:t>
            </a:r>
          </a:p>
          <a:p xmlns:a="http://schemas.openxmlformats.org/drawingml/2006/main">
            <a:r>
              <a:t>공식 자료: https://git-scm.com/docs/git-restore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A06의 개념과 원문 해설입니다.</a:t>
            </a:r>
          </a:p>
          <a:p xmlns:a="http://schemas.openxmlformats.org/drawingml/2006/main">
            <a:r>
              <a:t>## A06 · commit과 변경 이력</a:t>
            </a:r>
          </a:p>
          <a:p xmlns:a="http://schemas.openxmlformats.org/drawingml/2006/main">
            <a:r>
              <a:t/>
            </a:r>
          </a:p>
          <a:p xmlns:a="http://schemas.openxmlformats.org/drawingml/2006/main">
            <a:r>
              <a:t>**개념.** 커밋은 스테이징한 상태를 메시지와 함께 이력에 남깁니다. 커밋에는 식별 해시와 작성자·메시지 등이 있으며 해시 값은 각 실습 환경에서 달라질 수 있습니다.</a:t>
            </a:r>
          </a:p>
          <a:p xmlns:a="http://schemas.openxmlformats.org/drawingml/2006/main">
            <a:r>
              <a:t/>
            </a:r>
          </a:p>
          <a:p xmlns:a="http://schemas.openxmlformats.org/drawingml/2006/main">
            <a:r>
              <a:t>**왜 필요한가.** 무엇을 왜 바꿨는지 나중에 확인할 수 있도록 기록합니다. 파일 저장→선택→기록의 세 단계를 직접 수행합니다.</a:t>
            </a:r>
          </a:p>
          <a:p xmlns:a="http://schemas.openxmlformats.org/drawingml/2006/main">
            <a:r>
              <a:t/>
            </a:r>
          </a:p>
          <a:p xmlns:a="http://schemas.openxmlformats.org/drawingml/2006/main">
            <a:r>
              <a:t>**함께 보는 예.** 첫 README를 ‘Add checker guide’라는 메시지로 기록합니다. 로그에서 짧은 해시와 메시지를 찾고 status에서 남은 변경을 확인합니다.</a:t>
            </a:r>
          </a:p>
          <a:p xmlns:a="http://schemas.openxmlformats.org/drawingml/2006/main">
            <a:r>
              <a:t/>
            </a:r>
          </a:p>
          <a:p xmlns:a="http://schemas.openxmlformats.org/drawingml/2006/main">
            <a:r>
              <a:t>**헷갈리는 경우.** commit은 GitHub로 보내는 명령이 아닙니다. 로컬 기록이 생겨도 공유 저장소에 전송하려면 별도 작업이 필요합니다.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commit -m "Add checker guide"</a:t>
            </a:r>
          </a:p>
          <a:p xmlns:a="http://schemas.openxmlformats.org/drawingml/2006/main">
            <a:r>
              <a:t>git log --oneline</a:t>
            </a:r>
          </a:p>
          <a:p xmlns:a="http://schemas.openxmlformats.org/drawingml/2006/main">
            <a:r>
              <a:t>git status --short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commit -m "Add checker guide"` | 선택한 상태를 메시지와 함께 기록합니다. |</a:t>
            </a:r>
          </a:p>
          <a:p xmlns:a="http://schemas.openxmlformats.org/drawingml/2006/main">
            <a:r>
              <a:t>| 2 | `git log --oneline` | 짧은 커밋 이력을 봅니다. |</a:t>
            </a:r>
          </a:p>
          <a:p xmlns:a="http://schemas.openxmlformats.org/drawingml/2006/main">
            <a:r>
              <a:t>| 3 | `git status --short` | 기록 뒤 남은 변경이 있는지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A05에서 README를 스테이징했습니다.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&lt;짧은해시&gt; Add checker guide</a:t>
            </a:r>
          </a:p>
          <a:p xmlns:a="http://schemas.openxmlformats.org/drawingml/2006/main">
            <a:r>
              <a:t>status --short는 남은 변경이 없으면 빈 출력입니다.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선택한 내용을 마지막으로 확인합니다.</a:t>
            </a:r>
          </a:p>
          <a:p xmlns:a="http://schemas.openxmlformats.org/drawingml/2006/main">
            <a:r>
              <a:t>2. 첫 커밋을 만듭니다.</a:t>
            </a:r>
          </a:p>
          <a:p xmlns:a="http://schemas.openxmlformats.org/drawingml/2006/main">
            <a:r>
              <a:t>3. 자신의 실제 해시와 메시지를 기록합니다.</a:t>
            </a:r>
          </a:p>
          <a:p xmlns:a="http://schemas.openxmlformats.org/drawingml/2006/main">
            <a:r>
              <a:t>4. 아직 수행하지 않은 공유 단계를 표시합니다.</a:t>
            </a:r>
          </a:p>
          <a:p xmlns:a="http://schemas.openxmlformats.org/drawingml/2006/main">
            <a:r>
              <a:t/>
            </a:r>
          </a:p>
          <a:p xmlns:a="http://schemas.openxmlformats.org/drawingml/2006/main">
            <a:r>
              <a:t>예상 결과: 첫 커밋 한 개. 남은 변경이 없으면 상태가 깨끗합니다.</a:t>
            </a:r>
          </a:p>
          <a:p xmlns:a="http://schemas.openxmlformats.org/drawingml/2006/main">
            <a:r>
              <a:t/>
            </a:r>
          </a:p>
          <a:p xmlns:a="http://schemas.openxmlformats.org/drawingml/2006/main">
            <a:r>
              <a:t>확인 질문: 커밋 해시가 교안과 달라지면 실패인가요?</a:t>
            </a:r>
          </a:p>
          <a:p xmlns:a="http://schemas.openxmlformats.org/drawingml/2006/main">
            <a:r>
              <a:t/>
            </a:r>
          </a:p>
          <a:p xmlns:a="http://schemas.openxmlformats.org/drawingml/2006/main">
            <a:r>
              <a:t>막혔을 때: 작성자 오류는 로컬 user.name과user.email 설정을 확인합니다. 글로벌 설정을 임의로 바꾸지 않습니다.</a:t>
            </a:r>
          </a:p>
          <a:p xmlns:a="http://schemas.openxmlformats.org/drawingml/2006/main">
            <a:r>
              <a:t/>
            </a:r>
          </a:p>
          <a:p xmlns:a="http://schemas.openxmlformats.org/drawingml/2006/main">
            <a:r>
              <a:t>[활동 자료와 작성칸](practice-guide.md#a06--commit과-변경-이력)에서 A06를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outputs/2026-10-16/lesson.md#A06</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https://zeusk302-png.github.io/kdigital-physical-ai/#/sessions/2026-10-16/activity-A06</a:t>
            </a:r>
          </a:p>
          <a:p xmlns:a="http://schemas.openxmlformats.org/drawingml/2006/main">
            <a:r>
              <a:t>공식 자료: https://git-scm.com/docs/git-restore</a:t>
            </a:r>
          </a:p>
          <a:p xmlns:a="http://schemas.openxmlformats.org/drawingml/2006/main">
            <a:r>
              <a:t/>
            </a:r>
          </a:p>
          <a:p xmlns:a="http://schemas.openxmlformats.org/drawingml/2006/main">
            <a:r>
              <a:t>코드와 개념 해설: 커밋은 선택한 상태를 기록합니다.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커밋과 이력의 예</a:t>
            </a:r>
          </a:p>
          <a:p xmlns:a="http://schemas.openxmlformats.org/drawingml/2006/main">
            <a:r>
              <a:t>실행 위치: work/git-lab</a:t>
            </a:r>
          </a:p>
          <a:p xmlns:a="http://schemas.openxmlformats.org/drawingml/2006/main">
            <a:r>
              <a:t/>
            </a:r>
          </a:p>
          <a:p xmlns:a="http://schemas.openxmlformats.org/drawingml/2006/main">
            <a:r>
              <a:t>git commit -m "Add run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git log --oneline -3</a:t>
            </a:r>
          </a:p>
          <a:p xmlns:a="http://schemas.openxmlformats.org/drawingml/2006/main">
            <a:r>
              <a:t>뜻: 최근 커밋 세 개를 해시와 메시지가 있는 짧은 줄로 보여 줍니다.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확인할 결과: 기록의 메시지와 파일 내용을 확인합니다. 커밋 해시는 환경마다 달라질 수 있습니다.</a:t>
            </a:r>
          </a:p>
          <a:p xmlns:a="http://schemas.openxmlformats.org/drawingml/2006/main">
            <a:r>
              <a:t>풀이: 예: Explain course run folder. 파일과 변경 목적이 드러나는 표현을 인정합니다. 커밋은 GitHub 게시와 다릅니다.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32장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https://zeusk302-png.github.io/kdigital-physical-ai/#/sessions/2026-10-16/activity-A06</a:t>
            </a:r>
          </a:p>
          <a:p xmlns:a="http://schemas.openxmlformats.org/drawingml/2006/main">
            <a:r>
              <a:t>공식 자료: https://git-scm.com/docs/git-restore</a:t>
            </a:r>
          </a:p>
          <a:p xmlns:a="http://schemas.openxmlformats.org/drawingml/2006/main">
            <a:r>
              <a:t/>
            </a:r>
          </a:p>
          <a:p xmlns:a="http://schemas.openxmlformats.org/drawingml/2006/main">
            <a:r>
              <a:t>코드와 개념 해설: -m 뒤 문장은 커밋의 목적입니다.</a:t>
            </a:r>
          </a:p>
          <a:p xmlns:a="http://schemas.openxmlformats.org/drawingml/2006/main">
            <a:r>
              <a:t>해시 값은 환경마다 달라도 메시지와 파일 내용은 확인할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기록의 메시지와 파일 내용을 확인합니다. 커밋 해시는 환경마다 달라질 수 있습니다.</a:t>
            </a:r>
          </a:p>
          <a:p xmlns:a="http://schemas.openxmlformats.org/drawingml/2006/main">
            <a:r>
              <a:t/>
            </a:r>
          </a:p>
          <a:p xmlns:a="http://schemas.openxmlformats.org/drawingml/2006/main">
            <a:r>
              <a:t>앞에서 배운 내용: 커밋은 선택한 상태를 기록합니다. 메시지는 변경의 목적을 설명합니다.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예: Explain course run folder. 파일과 변경 목적이 드러나는 표현을 인정합니다. 커밋은 GitHub 게시와 다릅니다.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D:\KDigital_PhysicalAI\.build\copyedited-ppt\spec-2026-10-16.json#slide-32</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https://zeusk302-png.github.io/kdigital-physical-ai/#/sessions/2026-10-16/activity-A06</a:t>
            </a:r>
          </a:p>
          <a:p xmlns:a="http://schemas.openxmlformats.org/drawingml/2006/main">
            <a:r>
              <a:t>공식 자료: https://git-scm.com/docs/git-restore</a:t>
            </a:r>
          </a:p>
          <a:p xmlns:a="http://schemas.openxmlformats.org/drawingml/2006/main">
            <a:r>
              <a:t/>
            </a:r>
          </a:p>
          <a:p xmlns:a="http://schemas.openxmlformats.org/drawingml/2006/main">
            <a:r>
              <a:t>코드와 개념 해설: 기록의 메시지와 파일 내용을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“수정”보다 목적을 쓴 메시지는 어떤가요?</a:t>
            </a:r>
          </a:p>
          <a:p xmlns:a="http://schemas.openxmlformats.org/drawingml/2006/main">
            <a:r>
              <a:t/>
            </a:r>
          </a:p>
          <a:p xmlns:a="http://schemas.openxmlformats.org/drawingml/2006/main">
            <a:r>
              <a:t>정답과 풀이: 예: Explain course run folder. 파일과 변경 목적이 드러나는 표현을 인정합니다. 커밋은 GitHub 게시와 다릅니다.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https://zeusk302-png.github.io/kdigital-physical-ai/#/sessions/2026-10-16/activity-A06</a:t>
            </a:r>
          </a:p>
          <a:p xmlns:a="http://schemas.openxmlformats.org/drawingml/2006/main">
            <a:r>
              <a:t>공식 자료: https://git-scm.com/docs/git-restore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3교시 주제는 이력과 관리 대상입니다.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outputs/2026-10-16/beginner-start.md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https://zeusk302-png.github.io/kdigital-physical-ai/#/sessions/2026-10-16/activity-A07</a:t>
            </a:r>
          </a:p>
          <a:p xmlns:a="http://schemas.openxmlformats.org/drawingml/2006/main">
            <a:r>
              <a:t>공식 자료: https://docs.github.com/en/pull-requests/reference/pull-requests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목적이 다른 변경은 따로 기록합니다. ignore로 과거에 남긴 비밀은 지울 수 없습니다.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outputs/2026-10-16/lesson.md#A07</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https://zeusk302-png.github.io/kdigital-physical-ai/#/sessions/2026-10-16/activity-A07</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목적이 다른 변경은 따로 기록합니다.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A07의 개념과 원문 해설입니다.</a:t>
            </a:r>
          </a:p>
          <a:p xmlns:a="http://schemas.openxmlformats.org/drawingml/2006/main">
            <a:r>
              <a:t>## A07 · 한 목적의 변경과 메시지</a:t>
            </a:r>
          </a:p>
          <a:p xmlns:a="http://schemas.openxmlformats.org/drawingml/2006/main">
            <a:r>
              <a:t/>
            </a:r>
          </a:p>
          <a:p xmlns:a="http://schemas.openxmlformats.org/drawingml/2006/main">
            <a:r>
              <a:t>### 사례로 이해하기 · 한 목적의 기록과 비밀 파일의 경계</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실행 안내 수정, 제목 오타 수정, 개인 접속 정보 추가가 같은 폴더에서 발생했습니다. 모두 한 번에 기록하면 동료는 어떤 변경을 검토해야 하는지 찾기 어렵습니다. 나중에 안내만 되돌리고 싶어도 다른 변경과 얽힙니다. 업무 목적이 같은 변경끼리 묶고 공유하면 안 되는 자료를 제외합니다.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커밋 메시지는 기록의 표제입니다. “수정”보다 “README에 실행 폴더 안내 추가”처럼 대상과 이유를 적으면 검색할 수 있습니다. .gitignore는 새 파일 가운데 보통 추적하지 않을 이름을 정하는 목록입니다. 과거 기록을 지우는 지우개가 아니며 이미 추적하는 파일에는 기대한 방식으로 적용되지 않습니다. 비밀을 이름만 숨겼다고 안전한 이력이 되는 것은 아닙니다.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README.md의 실행 안내를 수정하고 `git add README.md`, `git diff --staged`, `git commit -m "Explain course run folder"` 순서로 확인합니다. 연습의 빈 .gitignore에 `local-note.txt`를 적은 뒤 가짜 개인 메모를 같은 이름으로 만듭니다. `git check-ignore local-note.txt`는 적용되는 이름을 보여 줍니다. `git ls-files`는 이미 추적한 목록을 보여 줍니다. 두 결과의 질문이 다르므로 하나만 보고 비밀 파일의 공유 여부를 단정하지 않습니다. 실제 비밀번호는 실습에 쓰지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README 실행 위치와 센서 기준값을 동시에 바꾼 상황에서 커밋 메시지 두 개를 작성하고 변경을 나눌 이유를 설명하세요. 이미 커밋한 가짜 secret.txt를 나중에 ignore 목록에 넣으면 과거 이력이 어떻게 되는지도 예상하세요.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실행 안내와 센서 기준은 목적과 검증이 다르므로 따로 기록합니다. ignore를 추가해도 과거 커밋의 secret.txt 내용은 남습니다. “목록에 있으니 과거 내용도 삭제됐다”는 답은 틀립니다. 실제 비밀 노출은 담당자에게 알리고 자격 증명 교체와 이력 처리 절차를 확인해야 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메시지에 왜를 쓰는 이유는 무엇인가요? 다음 검토자가 변경 목적을 알 수 있습니다. ② 생성 파일과 비밀 파일은 같은가요? 둘 다 제외할 수 있지만 제외 이유와 위험은 다릅니다. ③ 작업 상태가 clean이면 요구가 맞나요? 기록 여부만 말하므로 요구와 테스트를 따로 확인합니다.</a:t>
            </a:r>
          </a:p>
          <a:p xmlns:a="http://schemas.openxmlformats.org/drawingml/2006/main">
            <a:r>
              <a:t/>
            </a:r>
          </a:p>
          <a:p xmlns:a="http://schemas.openxmlformats.org/drawingml/2006/main">
            <a:r>
              <a:t>**개념.** 한 커밋에는 설명할 수 있는 한 목적의 변경을 묶는 것이 좋습니다. 메시지는 나중에 기록을 읽는 사람에게 무엇을 바꿨는지 알려 주는 짧은 설명입니다.</a:t>
            </a:r>
          </a:p>
          <a:p xmlns:a="http://schemas.openxmlformats.org/drawingml/2006/main">
            <a:r>
              <a:t/>
            </a:r>
          </a:p>
          <a:p xmlns:a="http://schemas.openxmlformats.org/drawingml/2006/main">
            <a:r>
              <a:t>**왜 필요한가.** 안내 수정과 데이터 삭제를 한 기록에 섞으면 무엇을 검토하거나 되돌려야 하는지 어려워집니다. 파일 개수보다 변경 목적의 일관성을 봅니다.</a:t>
            </a:r>
          </a:p>
          <a:p xmlns:a="http://schemas.openxmlformats.org/drawingml/2006/main">
            <a:r>
              <a:t/>
            </a:r>
          </a:p>
          <a:p xmlns:a="http://schemas.openxmlformats.org/drawingml/2006/main">
            <a:r>
              <a:t>**함께 보는 예.** README의 Run checker.를 Run checker from course.로 바꾸고 ‘Clarify run folder’라고 기록합니다. 문구 변경의 이유가 실행 폴더를 명확히 하기 위함임을 설명할 수 있습니다.</a:t>
            </a:r>
          </a:p>
          <a:p xmlns:a="http://schemas.openxmlformats.org/drawingml/2006/main">
            <a:r>
              <a:t/>
            </a:r>
          </a:p>
          <a:p xmlns:a="http://schemas.openxmlformats.org/drawingml/2006/main">
            <a:r>
              <a:t>**헷갈리는 경우.** ‘수정’, ‘최종’만 적으면 어떤 내용인지 알기 어렵습니다. 반대로 메시지에 실제 하지 않은 검증을 썼다고 검증한 것이 되지는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diff</a:t>
            </a:r>
          </a:p>
          <a:p xmlns:a="http://schemas.openxmlformats.org/drawingml/2006/main">
            <a:r>
              <a:t>git add README.md</a:t>
            </a:r>
          </a:p>
          <a:p xmlns:a="http://schemas.openxmlformats.org/drawingml/2006/main">
            <a:r>
              <a:t>git diff --staged</a:t>
            </a:r>
          </a:p>
          <a:p xmlns:a="http://schemas.openxmlformats.org/drawingml/2006/main">
            <a:r>
              <a:t>git commit -m "Clarify run folder"</a:t>
            </a:r>
          </a:p>
          <a:p xmlns:a="http://schemas.openxmlformats.org/drawingml/2006/main">
            <a:r>
              <a:t>git log --oneline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diff` | 작업 변경을 확인합니다. |</a:t>
            </a:r>
          </a:p>
          <a:p xmlns:a="http://schemas.openxmlformats.org/drawingml/2006/main">
            <a:r>
              <a:t>| 2 | `git add README.md` | 의도한 파일을 선택합니다. |</a:t>
            </a:r>
          </a:p>
          <a:p xmlns:a="http://schemas.openxmlformats.org/drawingml/2006/main">
            <a:r>
              <a:t>| 3 | `git diff --staged` | 선택한 내용을 다시 봅니다. |</a:t>
            </a:r>
          </a:p>
          <a:p xmlns:a="http://schemas.openxmlformats.org/drawingml/2006/main">
            <a:r>
              <a:t>| 4 | `git commit -m "Clarify run folder"` | 목적이 드러나는 메시지로 기록합니다. |</a:t>
            </a:r>
          </a:p>
          <a:p xmlns:a="http://schemas.openxmlformats.org/drawingml/2006/main">
            <a:r>
              <a:t>| 5 | `git log --oneline -2` | 최근 두 기록을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편집기로 README의 Run checker. 한 줄을 Run checker from course.로 바꾸고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&lt;둘째해시&gt; Clarify run folder</a:t>
            </a:r>
          </a:p>
          <a:p xmlns:a="http://schemas.openxmlformats.org/drawingml/2006/main">
            <a:r>
              <a:t>&lt;첫째해시&gt; Add checker guide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바꿀 한 줄과 이유를 먼저 씁니다.</a:t>
            </a:r>
          </a:p>
          <a:p xmlns:a="http://schemas.openxmlformats.org/drawingml/2006/main">
            <a:r>
              <a:t>2. 저장 후 차이를 검토합니다.</a:t>
            </a:r>
          </a:p>
          <a:p xmlns:a="http://schemas.openxmlformats.org/drawingml/2006/main">
            <a:r>
              <a:t>3. 선택·재검토·커밋을 수행합니다.</a:t>
            </a:r>
          </a:p>
          <a:p xmlns:a="http://schemas.openxmlformats.org/drawingml/2006/main">
            <a:r>
              <a:t>4. 실제 메시지와 바뀐 줄을 연결합니다.</a:t>
            </a:r>
          </a:p>
          <a:p xmlns:a="http://schemas.openxmlformats.org/drawingml/2006/main">
            <a:r>
              <a:t/>
            </a:r>
          </a:p>
          <a:p xmlns:a="http://schemas.openxmlformats.org/drawingml/2006/main">
            <a:r>
              <a:t>예상 결과: 안내 한 줄이 바뀐 두 번째 커밋.</a:t>
            </a:r>
          </a:p>
          <a:p xmlns:a="http://schemas.openxmlformats.org/drawingml/2006/main">
            <a:r>
              <a:t/>
            </a:r>
          </a:p>
          <a:p xmlns:a="http://schemas.openxmlformats.org/drawingml/2006/main">
            <a:r>
              <a:t>확인 질문: 한 커밋에 파일 두 개가 있으면 언제나 잘못인가요?</a:t>
            </a:r>
          </a:p>
          <a:p xmlns:a="http://schemas.openxmlformats.org/drawingml/2006/main">
            <a:r>
              <a:t/>
            </a:r>
          </a:p>
          <a:p xmlns:a="http://schemas.openxmlformats.org/drawingml/2006/main">
            <a:r>
              <a:t>막혔을 때: 예상 밖 줄바꿈 변경이 많으면 편집기 저장 방식과 전체 diff를 확인하고 그 상태로 무작정 기록하지 않습니다.</a:t>
            </a:r>
          </a:p>
          <a:p xmlns:a="http://schemas.openxmlformats.org/drawingml/2006/main">
            <a:r>
              <a:t/>
            </a:r>
          </a:p>
          <a:p xmlns:a="http://schemas.openxmlformats.org/drawingml/2006/main">
            <a:r>
              <a:t>[활동 자료와 작성칸](practice-guide.md#a07--한-목적의-변경과-메시지)에서 A07를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outputs/2026-10-16/lesson.md#A07</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https://zeusk302-png.github.io/kdigital-physical-ai/#/sessions/2026-10-16/activity-A07</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실행 안내 수정과 기준값 수정은 다릅니다.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한 목적의 변경의 예</a:t>
            </a:r>
          </a:p>
          <a:p xmlns:a="http://schemas.openxmlformats.org/drawingml/2006/main">
            <a:r>
              <a:t>실행 위치: work/git-lab</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commit -m "Explain course run folder"</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확인할 결과: 안내 변경을 찾고 되돌리기 쉽습니다. 요청 밖 변경이 섞였는지 읽습니다.</a:t>
            </a:r>
          </a:p>
          <a:p xmlns:a="http://schemas.openxmlformats.org/drawingml/2006/main">
            <a:r>
              <a:t>풀이: 요구와 검증이 다르므로 한 목적씩 검토하고 기록합니다. 문장 수나 파일 수가 아니라 목적을 기준으로 판단합니다.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38장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https://zeusk302-png.github.io/kdigital-physical-ai/#/sessions/2026-10-16/activity-A07</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README.md만 선택해 안내 변경을 한 목적의 커밋으로 남깁니다.</a:t>
            </a:r>
          </a:p>
          <a:p xmlns:a="http://schemas.openxmlformats.org/drawingml/2006/main">
            <a:r>
              <a:t>커밋 전 --staged로 요청 밖 변경이 섞이지 않았는지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안내 변경을 찾고 되돌리기 쉽습니다. 요청 밖 변경이 섞였는지 읽습니다.</a:t>
            </a:r>
          </a:p>
          <a:p xmlns:a="http://schemas.openxmlformats.org/drawingml/2006/main">
            <a:r>
              <a:t/>
            </a:r>
          </a:p>
          <a:p xmlns:a="http://schemas.openxmlformats.org/drawingml/2006/main">
            <a:r>
              <a:t>앞에서 배운 내용: 실행 안내와 기준 변경은 목적이 다릅니다. 검토할 수 있는 묶음으로 기록합니다.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요구와 검증이 다르므로 한 목적씩 검토하고 기록합니다. 문장 수나 파일 수가 아니라 목적을 기준으로 판단합니다.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D:\KDigital_PhysicalAI\.build\copyedited-ppt\spec-2026-10-16.json#slide-38</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https://zeusk302-png.github.io/kdigital-physical-ai/#/sessions/2026-10-16/activity-A07</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안내 변경을 찾고 되돌리기 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실행 안내와 온도 기준을 함께 바꿨습니다. 기록을 나눌 이유를 설명해 보세요.</a:t>
            </a:r>
          </a:p>
          <a:p xmlns:a="http://schemas.openxmlformats.org/drawingml/2006/main">
            <a:r>
              <a:t/>
            </a:r>
          </a:p>
          <a:p xmlns:a="http://schemas.openxmlformats.org/drawingml/2006/main">
            <a:r>
              <a:t>정답과 풀이: 요구와 검증이 다르므로 한 목적씩 검토하고 기록합니다. 문장 수나 파일 수가 아니라 목적을 기준으로 판단합니다.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https://zeusk302-png.github.io/kdigital-physical-ai/#/sessions/2026-10-16/activity-A07</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A08의 개념과 원문 해설입니다.</a:t>
            </a:r>
          </a:p>
          <a:p xmlns:a="http://schemas.openxmlformats.org/drawingml/2006/main">
            <a:r>
              <a:t>## A08 · 현재 내용과 과거 커밋 비교</a:t>
            </a:r>
          </a:p>
          <a:p xmlns:a="http://schemas.openxmlformats.org/drawingml/2006/main">
            <a:r>
              <a:t/>
            </a:r>
          </a:p>
          <a:p xmlns:a="http://schemas.openxmlformats.org/drawingml/2006/main">
            <a:r>
              <a:t>**개념.** HEAD는 현재 체크아웃한 커밋을 가리키는 이름입니다. HEAD~1은 일반적인 한 부모 이력에서 한 단계 전 커밋을 뜻합니다. 특정 시점의 파일을 조회하고 두 커밋을 비교할 수 있습니다.</a:t>
            </a:r>
          </a:p>
          <a:p xmlns:a="http://schemas.openxmlformats.org/drawingml/2006/main">
            <a:r>
              <a:t/>
            </a:r>
          </a:p>
          <a:p xmlns:a="http://schemas.openxmlformats.org/drawingml/2006/main">
            <a:r>
              <a:t>**왜 필요한가.** 파일을 현재 상태로 복구하지 않고도 과거 내용을 읽을 수 있습니다. 조회와 변경을 구별하면 필요한 정보를 안전하게 확인할 수 있습니다.</a:t>
            </a:r>
          </a:p>
          <a:p xmlns:a="http://schemas.openxmlformats.org/drawingml/2006/main">
            <a:r>
              <a:t/>
            </a:r>
          </a:p>
          <a:p xmlns:a="http://schemas.openxmlformats.org/drawingml/2006/main">
            <a:r>
              <a:t>**함께 보는 예.** 첫 커밋에는 Run checker.가 있고 둘째에는 Run checker from course.가 있습니다. show는 이전 내용을 보여 주고 diff는 둘의 변경 줄을 보여 줍니다.</a:t>
            </a:r>
          </a:p>
          <a:p xmlns:a="http://schemas.openxmlformats.org/drawingml/2006/main">
            <a:r>
              <a:t/>
            </a:r>
          </a:p>
          <a:p xmlns:a="http://schemas.openxmlformats.org/drawingml/2006/main">
            <a:r>
              <a:t>**헷갈리는 경우.** HEAD~1을 ‘어제’라고 외우지 않습니다. 시간 단위가 아니라 이력의 부모 관계이며 첫 커밋만 있으면 이전 커밋이 없습니다.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show HEAD~1:README.md</a:t>
            </a:r>
          </a:p>
          <a:p xmlns:a="http://schemas.openxmlformats.org/drawingml/2006/main">
            <a:r>
              <a:t>git diff HEAD~1 HEAD -- README.md</a:t>
            </a:r>
          </a:p>
          <a:p xmlns:a="http://schemas.openxmlformats.org/drawingml/2006/main">
            <a:r>
              <a:t>git log --oneline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show HEAD~1:README.md` | 이전 커밋의 README 내용을 조회합니다. |</a:t>
            </a:r>
          </a:p>
          <a:p xmlns:a="http://schemas.openxmlformats.org/drawingml/2006/main">
            <a:r>
              <a:t>| 2 | `git diff HEAD~1 HEAD -- README.md` | 이전과 현재 커밋의 해당 파일을 비교합니다. |</a:t>
            </a:r>
          </a:p>
          <a:p xmlns:a="http://schemas.openxmlformats.org/drawingml/2006/main">
            <a:r>
              <a:t>| 3 | `git log --oneline -2` | 실제 비교한 기록 두 개를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A07까지 커밋 두 개가 있어야 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이전 파일에는 Run checker.</a:t>
            </a:r>
          </a:p>
          <a:p xmlns:a="http://schemas.openxmlformats.org/drawingml/2006/main">
            <a:r>
              <a:t>비교에는 -Run checker. / +Run checker from course.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현재 파일을 열어 문구를 확인합니다.</a:t>
            </a:r>
          </a:p>
          <a:p xmlns:a="http://schemas.openxmlformats.org/drawingml/2006/main">
            <a:r>
              <a:t>2. 이전 내용을 조회하되 파일이 바뀌지 않았는지 봅니다.</a:t>
            </a:r>
          </a:p>
          <a:p xmlns:a="http://schemas.openxmlformats.org/drawingml/2006/main">
            <a:r>
              <a:t>3. 두 커밋의 차이를 자신의 말로 설명합니다.</a:t>
            </a:r>
          </a:p>
          <a:p xmlns:a="http://schemas.openxmlformats.org/drawingml/2006/main">
            <a:r>
              <a:t>4. HEAD와 이전 커밋의 관계를 그립니다.</a:t>
            </a:r>
          </a:p>
          <a:p xmlns:a="http://schemas.openxmlformats.org/drawingml/2006/main">
            <a:r>
              <a:t/>
            </a:r>
          </a:p>
          <a:p xmlns:a="http://schemas.openxmlformats.org/drawingml/2006/main">
            <a:r>
              <a:t>예상 결과: 조회 후 작업 파일은 그대로이고 이전 문구를 읽을 수 있습니다.</a:t>
            </a:r>
          </a:p>
          <a:p xmlns:a="http://schemas.openxmlformats.org/drawingml/2006/main">
            <a:r>
              <a:t/>
            </a:r>
          </a:p>
          <a:p xmlns:a="http://schemas.openxmlformats.org/drawingml/2006/main">
            <a:r>
              <a:t>확인 질문: show로 과거 파일을 읽으면 작업 파일도 과거로 돌아가나요?</a:t>
            </a:r>
          </a:p>
          <a:p xmlns:a="http://schemas.openxmlformats.org/drawingml/2006/main">
            <a:r>
              <a:t/>
            </a:r>
          </a:p>
          <a:p xmlns:a="http://schemas.openxmlformats.org/drawingml/2006/main">
            <a:r>
              <a:t>막혔을 때: HEAD~1 오류는 커밋 개수를 먼저 봅니다. 이력의 시작에는 부모가 없습니다.</a:t>
            </a:r>
          </a:p>
          <a:p xmlns:a="http://schemas.openxmlformats.org/drawingml/2006/main">
            <a:r>
              <a:t/>
            </a:r>
          </a:p>
          <a:p xmlns:a="http://schemas.openxmlformats.org/drawingml/2006/main">
            <a:r>
              <a:t>[활동 자료와 작성칸](practice-guide.md#a08--현재-내용과-과거-커밋-비교)에서 A08를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outputs/2026-10-16/lesson.md#A08</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현재 파일과 예전 커밋의 내용을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과거와 현재 비교의 예</a:t>
            </a:r>
          </a:p>
          <a:p xmlns:a="http://schemas.openxmlformats.org/drawingml/2006/main">
            <a:r>
              <a:t>실행 위치: work/git-lab</a:t>
            </a:r>
          </a:p>
          <a:p xmlns:a="http://schemas.openxmlformats.org/drawingml/2006/main">
            <a:r>
              <a:t/>
            </a:r>
          </a:p>
          <a:p xmlns:a="http://schemas.openxmlformats.org/drawingml/2006/main">
            <a:r>
              <a:t>git log --oneline -3</a:t>
            </a:r>
          </a:p>
          <a:p xmlns:a="http://schemas.openxmlformats.org/drawingml/2006/main">
            <a:r>
              <a:t>뜻: 최근 커밋 세 개를 해시와 메시지가 있는 짧은 줄로 보여 줍니다.</a:t>
            </a:r>
          </a:p>
          <a:p xmlns:a="http://schemas.openxmlformats.org/drawingml/2006/main">
            <a:r>
              <a:t/>
            </a:r>
          </a:p>
          <a:p xmlns:a="http://schemas.openxmlformats.org/drawingml/2006/main">
            <a:r>
              <a:t>git show HEAD:README.md</a:t>
            </a:r>
          </a:p>
          <a:p xmlns:a="http://schemas.openxmlformats.org/drawingml/2006/main">
            <a:r>
              <a:t>뜻: 마지막 커밋 HEAD에 기록된 README.md 내용을 보여 줍니다. 작업 파일을 고치지는 않습니다.</a:t>
            </a:r>
          </a:p>
          <a:p xmlns:a="http://schemas.openxmlformats.org/drawingml/2006/main">
            <a:r>
              <a:t/>
            </a:r>
          </a:p>
          <a:p xmlns:a="http://schemas.openxmlformats.org/drawingml/2006/main">
            <a:r>
              <a:t>git diff HEAD -- README.md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확인할 결과: show는 기록에 남은 내용을 읽습니다. diff는 현재 작업과 기록의 차이를 보여 줍니다.</a:t>
            </a:r>
          </a:p>
          <a:p xmlns:a="http://schemas.openxmlformats.org/drawingml/2006/main">
            <a:r>
              <a:t>풀이: 아닙니다. 해당 비교 기준에서 변경이 없다는 뜻입니다. 요구 충족과 기능 검사는 따로 확인합니다.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42장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HEAD:README.md는 마지막 커밋에 남은 파일 내용입니다.</a:t>
            </a:r>
          </a:p>
          <a:p xmlns:a="http://schemas.openxmlformats.org/drawingml/2006/main">
            <a:r>
              <a:t>show로 읽는다고 현재 작업 파일이 바뀌지는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show는 기록에 남은 내용을 읽습니다. diff는 현재 작업과 기록의 차이를 보여 줍니다.</a:t>
            </a:r>
          </a:p>
          <a:p xmlns:a="http://schemas.openxmlformats.org/drawingml/2006/main">
            <a:r>
              <a:t/>
            </a:r>
          </a:p>
          <a:p xmlns:a="http://schemas.openxmlformats.org/drawingml/2006/main">
            <a:r>
              <a:t>앞에서 배운 내용: 지금 파일과 이전 기록을 함께 읽습니다. 기억 대신 변경 근거를 찾습니다.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해당 비교 기준에서 변경이 없다는 뜻입니다. 요구 충족과 기능 검사는 따로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outputs/2026-10-16/lesson.md#A08</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show는 기록에 남은 내용을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diff가 비면 프로그램도 정확한가요?</a:t>
            </a:r>
          </a:p>
          <a:p xmlns:a="http://schemas.openxmlformats.org/drawingml/2006/main">
            <a:r>
              <a:t/>
            </a:r>
          </a:p>
          <a:p xmlns:a="http://schemas.openxmlformats.org/drawingml/2006/main">
            <a:r>
              <a:t>정답과 풀이: 아닙니다. 해당 비교 기준에서 변경이 없다는 뜻입니다. 요구 충족과 기능 검사는 따로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A09의 개념과 원문 해설입니다.</a:t>
            </a:r>
          </a:p>
          <a:p xmlns:a="http://schemas.openxmlformats.org/drawingml/2006/main">
            <a:r>
              <a:t>## A09 · .gitignore와 관리 대상</a:t>
            </a:r>
          </a:p>
          <a:p xmlns:a="http://schemas.openxmlformats.org/drawingml/2006/main">
            <a:r>
              <a:t/>
            </a:r>
          </a:p>
          <a:p xmlns:a="http://schemas.openxmlformats.org/drawingml/2006/main">
            <a:r>
              <a:t>**개념.** .gitignore는 특정 경로의 추적되지 않은 파일을 상태와 추가 대상에서 무시하도록 정하는 규칙입니다. 이미 추적한 파일의 과거 기록을 삭제하는 기능은 아닙니다.</a:t>
            </a:r>
          </a:p>
          <a:p xmlns:a="http://schemas.openxmlformats.org/drawingml/2006/main">
            <a:r>
              <a:t/>
            </a:r>
          </a:p>
          <a:p xmlns:a="http://schemas.openxmlformats.org/drawingml/2006/main">
            <a:r>
              <a:t>**왜 필요한가.** 임시 실행 결과나 캐시를 코드·안내 변경과 섞지 않도록 관리 범위를 정합니다. 무시 규칙이 무엇을 포함하는지 직접 확인해야 합니다.</a:t>
            </a:r>
          </a:p>
          <a:p xmlns:a="http://schemas.openxmlformats.org/drawingml/2006/main">
            <a:r>
              <a:t/>
            </a:r>
          </a:p>
          <a:p xmlns:a="http://schemas.openxmlformats.org/drawingml/2006/main">
            <a:r>
              <a:t>**함께 보는 예.** scratch.txt를 무시 목록에 적고 임시 메모를 만듭니다. status에서 그 파일이 빠지고 check-ignore로 적용된 규칙을 볼 수 있습니다. .gitignore 자체는 공유할 설정으로 커밋할 수 있습니다.</a:t>
            </a:r>
          </a:p>
          <a:p xmlns:a="http://schemas.openxmlformats.org/drawingml/2006/main">
            <a:r>
              <a:t/>
            </a:r>
          </a:p>
          <a:p xmlns:a="http://schemas.openxmlformats.org/drawingml/2006/main">
            <a:r>
              <a:t>**헷갈리는 경우.** 이미 커밋한 파일 이름을 .gitignore에 넣어도 이력에서 사라지지 않습니다. 공개 범위를 숨기기 위한 도구로 오해하지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 --short</a:t>
            </a:r>
          </a:p>
          <a:p xmlns:a="http://schemas.openxmlformats.org/drawingml/2006/main">
            <a:r>
              <a:t>git check-ignore -v scratch.txt</a:t>
            </a:r>
          </a:p>
          <a:p xmlns:a="http://schemas.openxmlformats.org/drawingml/2006/main">
            <a:r>
              <a:t>git add .gitignore</a:t>
            </a:r>
          </a:p>
          <a:p xmlns:a="http://schemas.openxmlformats.org/drawingml/2006/main">
            <a:r>
              <a:t>git commit -m "Ignore scratch notes"</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--short` | 어떤 파일이 변경 대상으로 보이는지 확인합니다. |</a:t>
            </a:r>
          </a:p>
          <a:p xmlns:a="http://schemas.openxmlformats.org/drawingml/2006/main">
            <a:r>
              <a:t>| 2 | `git check-ignore -v scratch.txt` | 임시 파일을 무시한 규칙을 찾습니다. |</a:t>
            </a:r>
          </a:p>
          <a:p xmlns:a="http://schemas.openxmlformats.org/drawingml/2006/main">
            <a:r>
              <a:t>| 3 | `git add .gitignore` | 무시 규칙 파일만 선택합니다. |</a:t>
            </a:r>
          </a:p>
          <a:p xmlns:a="http://schemas.openxmlformats.org/drawingml/2006/main">
            <a:r>
              <a:t>| 4 | `git commit -m "Ignore scratch notes"` | 관리 대상 규칙을 기록합니다.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work/git-lab에 편집기로 .gitignore를 만들고 한 줄 scratch.txt를 씁니다. 임시 scratch.txt도 만듭니다.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.gitignore:1:scratch.txt scratch.txt</a:t>
            </a:r>
          </a:p>
          <a:p xmlns:a="http://schemas.openxmlformats.org/drawingml/2006/main">
            <a:r>
              <a:t>scratch.txt는 일반 상태 목록에서 제외됩니다.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무시할 임시 파일과 보존할 안내 파일을 고릅니다.</a:t>
            </a:r>
          </a:p>
          <a:p xmlns:a="http://schemas.openxmlformats.org/drawingml/2006/main">
            <a:r>
              <a:t>2. 규칙과 임시 파일을 만듭니다.</a:t>
            </a:r>
          </a:p>
          <a:p xmlns:a="http://schemas.openxmlformats.org/drawingml/2006/main">
            <a:r>
              <a:t>3. status와 check-ignore를 비교합니다.</a:t>
            </a:r>
          </a:p>
          <a:p xmlns:a="http://schemas.openxmlformats.org/drawingml/2006/main">
            <a:r>
              <a:t>4. 이미 추적된 파일과의 차이를 설명합니다.</a:t>
            </a:r>
          </a:p>
          <a:p xmlns:a="http://schemas.openxmlformats.org/drawingml/2006/main">
            <a:r>
              <a:t/>
            </a:r>
          </a:p>
          <a:p xmlns:a="http://schemas.openxmlformats.org/drawingml/2006/main">
            <a:r>
              <a:t>예상 결과: scratch는 무시되고 .gitignore 규칙이 기록됩니다.</a:t>
            </a:r>
          </a:p>
          <a:p xmlns:a="http://schemas.openxmlformats.org/drawingml/2006/main">
            <a:r>
              <a:t/>
            </a:r>
          </a:p>
          <a:p xmlns:a="http://schemas.openxmlformats.org/drawingml/2006/main">
            <a:r>
              <a:t>확인 질문: .gitignore가 과거 커밋의 파일을 지우나요?</a:t>
            </a:r>
          </a:p>
          <a:p xmlns:a="http://schemas.openxmlformats.org/drawingml/2006/main">
            <a:r>
              <a:t/>
            </a:r>
          </a:p>
          <a:p xmlns:a="http://schemas.openxmlformats.org/drawingml/2006/main">
            <a:r>
              <a:t>막혔을 때: .gitignore.txt로 저장되었는지 확인합니다. 정확한 파일명과 규칙 경로를 봅니다.</a:t>
            </a:r>
          </a:p>
          <a:p xmlns:a="http://schemas.openxmlformats.org/drawingml/2006/main">
            <a:r>
              <a:t/>
            </a:r>
          </a:p>
          <a:p xmlns:a="http://schemas.openxmlformats.org/drawingml/2006/main">
            <a:r>
              <a:t>[활동 자료와 작성칸](practice-guide.md#a09--gitignore와-관리-대상)에서 A09를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outputs/2026-10-16/lesson.md#A09</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https://zeusk302-png.github.io/kdigital-physical-ai/#/sessions/2026-10-16/activity-A09</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.gitignore는 추적하지 않을 이름을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관리할 파일 선택의 예</a:t>
            </a:r>
          </a:p>
          <a:p xmlns:a="http://schemas.openxmlformats.org/drawingml/2006/main">
            <a:r>
              <a:t>실행 위치: work/git-lab</a:t>
            </a:r>
          </a:p>
          <a:p xmlns:a="http://schemas.openxmlformats.org/drawingml/2006/main">
            <a:r>
              <a:t/>
            </a:r>
          </a:p>
          <a:p xmlns:a="http://schemas.openxmlformats.org/drawingml/2006/main">
            <a:r>
              <a:t>git check-ignore local-note.txt</a:t>
            </a:r>
          </a:p>
          <a:p xmlns:a="http://schemas.openxmlformats.org/drawingml/2006/main">
            <a:r>
              <a:t>뜻: local-note.txt가 무시 규칙에 해당하는지 확인합니다.</a:t>
            </a:r>
          </a:p>
          <a:p xmlns:a="http://schemas.openxmlformats.org/drawingml/2006/main">
            <a:r>
              <a:t/>
            </a:r>
          </a:p>
          <a:p xmlns:a="http://schemas.openxmlformats.org/drawingml/2006/main">
            <a:r>
              <a:t>git ls-files</a:t>
            </a:r>
          </a:p>
          <a:p xmlns:a="http://schemas.openxmlformats.org/drawingml/2006/main">
            <a:r>
              <a:t>뜻: Git이 이미 추적하는 파일 이름을 보여 줍니다.</a:t>
            </a:r>
          </a:p>
          <a:p xmlns:a="http://schemas.openxmlformats.org/drawingml/2006/main">
            <a:r>
              <a:t/>
            </a:r>
          </a:p>
          <a:p xmlns:a="http://schemas.openxmlformats.org/drawingml/2006/main">
            <a:r>
              <a:t>확인할 결과: 새 개인 메모와 추적 파일을 구별합니다. 실제 비밀번호는 연습 자료로 쓰지 않습니다.</a:t>
            </a:r>
          </a:p>
          <a:p xmlns:a="http://schemas.openxmlformats.org/drawingml/2006/main">
            <a:r>
              <a:t>풀이: 사라지지 않습니다. ls-files로 이미 추적한 대상을 확인합니다. 실제 비밀 노출은 담당 절차에 따라 자격 증명 교체와 이력 처리를 확인해야 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46장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https://zeusk302-png.github.io/kdigital-physical-ai/#/sessions/2026-10-16/activity-A09</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check-ignore는 지정한 파일이 무시 규칙에 걸리는지 확인합니다.</a:t>
            </a:r>
          </a:p>
          <a:p xmlns:a="http://schemas.openxmlformats.org/drawingml/2006/main">
            <a:r>
              <a:t>ls-files는 현재 추적하는 파일을 보여 줍니다.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새 개인 메모와 추적 파일을 구별합니다. 실제 비밀번호는 연습 자료로 쓰지 않습니다.</a:t>
            </a:r>
          </a:p>
          <a:p xmlns:a="http://schemas.openxmlformats.org/drawingml/2006/main">
            <a:r>
              <a:t/>
            </a:r>
          </a:p>
          <a:p xmlns:a="http://schemas.openxmlformats.org/drawingml/2006/main">
            <a:r>
              <a:t>앞에서 배운 내용: .gitignore는 추적하지 않을 이름을 적습니다. 이미 기록한 과거 내용을 지우지 않습니다.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사라지지 않습니다. ls-files로 이미 추적한 대상을 확인합니다. 실제 비밀 노출은 담당 절차에 따라 자격 증명 교체와 이력 처리를 확인해야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D:\KDigital_PhysicalAI\.build\copyedited-ppt\spec-2026-10-16.json#slide-46</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https://zeusk302-png.github.io/kdigital-physical-ai/#/sessions/2026-10-16/activity-A09</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새 개인 메모와 추적 파일을 구별합니다.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이미 커밋한 파일을 ignore에 적으면? 과거 내용도 사라질까요?</a:t>
            </a:r>
          </a:p>
          <a:p xmlns:a="http://schemas.openxmlformats.org/drawingml/2006/main">
            <a:r>
              <a:t/>
            </a:r>
          </a:p>
          <a:p xmlns:a="http://schemas.openxmlformats.org/drawingml/2006/main">
            <a:r>
              <a:t>정답과 풀이: 사라지지 않습니다. ls-files로 이미 추적한 대상을 확인합니다. 실제 비밀 노출은 담당 절차에 따라 자격 증명 교체와 이력 처리를 확인해야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https://zeusk302-png.github.io/kdigital-physical-ai/#/sessions/2026-10-16/activity-A09</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4교시 주제는 범위를 정한 복구입니다.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outputs/2026-10-16/beginner-start.md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https://zeusk302-png.github.io/kdigital-physical-ai/#/sessions/2026-10-16/activity-A10</a:t>
            </a:r>
          </a:p>
          <a:p xmlns:a="http://schemas.openxmlformats.org/drawingml/2006/main">
            <a:r>
              <a:t>공식 자료: https://git-scm.com/docs/git-diff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선택 취소는 작업 내용을 유지합니다. 작업 복구는 지정한 사본으로 바꿉니다.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outputs/2026-10-16/lesson.md#A10</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https://zeusk302-png.github.io/kdigital-physical-ai/#/sessions/2026-10-16/activity-A10</a:t>
            </a:r>
          </a:p>
          <a:p xmlns:a="http://schemas.openxmlformats.org/drawingml/2006/main">
            <a:r>
              <a:t>공식 자료: https://git-scm.com/docs/git-diff</a:t>
            </a:r>
          </a:p>
          <a:p xmlns:a="http://schemas.openxmlformats.org/drawingml/2006/main">
            <a:r>
              <a:t/>
            </a:r>
          </a:p>
          <a:p xmlns:a="http://schemas.openxmlformats.org/drawingml/2006/main">
            <a:r>
              <a:t>코드와 개념 해설: 선택 취소는 작업 내용을 유지합니다.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A10의 개념과 원문 해설입니다.</a:t>
            </a:r>
          </a:p>
          <a:p xmlns:a="http://schemas.openxmlformats.org/drawingml/2006/main">
            <a:r>
              <a:t>## A10 · 스테이징 취소와 작업 내용 유지</a:t>
            </a:r>
          </a:p>
          <a:p xmlns:a="http://schemas.openxmlformats.org/drawingml/2006/main">
            <a:r>
              <a:t/>
            </a:r>
          </a:p>
          <a:p xmlns:a="http://schemas.openxmlformats.org/drawingml/2006/main">
            <a:r>
              <a:t>### 사례로 이해하기 · 취소하려는 대상부터 정하는 복구</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동료가 README를 잘 고쳤지만 아직 검토하지 않아 이번 커밋에서 빼고 싶습니다. 다른 경우에는 연습 파일에 쓴 틀린 문장 자체를 버리고 마지막 기록으로 돌아가고 싶습니다. 둘은 취소 대상이 다르므로 같은 명령을 쓰면 필요한 내용을 잃을 수 있습니다.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스테이징 취소는 제출 봉투에서 사본을 빼는 일입니다. 작업 내용 복구는 책상 위 종이를 이전 사본으로 바꾸는 일입니다. `git restore --staged README.md`는 기본적으로 마지막 커밋을 기준으로 선택 상태를 돌립니다. 작업 파일의 문장은 유지합니다. `git restore --source=HEAD --worktree README.md`는 작업 파일을 마지막 커밋 내용으로 바꿉니다. 기록하지 않은 편집 내용은 사라질 수 있으므로 복사본을 남기고 대상 파일을 명시합니다.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마지막 기록 문장이 `Run from course.`인 연습 저장소에서 README를 `Run from wrong folder.`로 바꾸고 add합니다. 먼저 staged diff를 읽고 `git restore --staged README.md`를 실행합니다. status에는 아직 작업 변경이 남습니다. 탐색기나 편집기로 문장도 확인합니다. 잘못된 문장을 버리는 것이 확정되었을 때만 `git restore --source=HEAD --worktree README.md`를 실행합니다. 문장이 다시 course로 돌아오고 작업 차이도 사라집니다. 다른 파일에는 이 명령을 확장하지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“이번 제출에서만 빼기”와 “틀린 문장 폐기하기”에 각각 맞는 명령을 고르세요. 실행 전에 현재 파일 내용과 스테이징 상태를 적어 두세요. 아직 커밋하지 않은 새 파일도 같은 방식으로 과거 내용에 복구할 수 있는지 판단하세요.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제출 선택만 취소할 때는 staged 옵션을, 작업 내용을 이전 기록으로 바꿀 때는 source와 worktree를 선택합니다. 새 파일에 과거 기록이 없으면 돌아갈 사본도 없습니다. “restore는 언제나 파일을 안전하게 보관한다”는 오답입니다. 목적과 기준을 읽지 않은 복구는 편집 내용을 버릴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취소 뒤 문장이 남는 것은 실패인가요? 선택만 취소했다면 정상입니다. ② HEAD는 무엇인가요? 현재 마지막 커밋을 가리킵니다. ③ 복구 확인은 무엇으로 하나요? status만 보지 말고 파일 내용과 비교 결과를 함께 확인합니다.</a:t>
            </a:r>
          </a:p>
          <a:p xmlns:a="http://schemas.openxmlformats.org/drawingml/2006/main">
            <a:r>
              <a:t/>
            </a:r>
          </a:p>
          <a:p xmlns:a="http://schemas.openxmlformats.org/drawingml/2006/main">
            <a:r>
              <a:t>**개념.** git restore --staged는 선택한 파일의 스테이징 상태를 현재 커밋 기준으로 되돌립니다. 작업 파일의 편집 내용은 유지합니다. 기본 restore와 대상이 다릅니다.</a:t>
            </a:r>
          </a:p>
          <a:p xmlns:a="http://schemas.openxmlformats.org/drawingml/2006/main">
            <a:r>
              <a:t/>
            </a:r>
          </a:p>
          <a:p xmlns:a="http://schemas.openxmlformats.org/drawingml/2006/main">
            <a:r>
              <a:t>**왜 필요한가.** 실수로 선택한 변경을 커밋 전에 빼되 작성한 내용은 계속 보관하고 싶은 경우가 있습니다. 취소 대상이 파일 내용인지 다음 기록의 선택인지 구별해야 합니다.</a:t>
            </a:r>
          </a:p>
          <a:p xmlns:a="http://schemas.openxmlformats.org/drawingml/2006/main">
            <a:r>
              <a:t/>
            </a:r>
          </a:p>
          <a:p xmlns:a="http://schemas.openxmlformats.org/drawingml/2006/main">
            <a:r>
              <a:t>**함께 보는 예.** README에 Practice note.를 추가해 add한 뒤 --staged로 선택을 취소합니다. staged 비교는 비고 작업 diff에는 문장이 남습니다.</a:t>
            </a:r>
          </a:p>
          <a:p xmlns:a="http://schemas.openxmlformats.org/drawingml/2006/main">
            <a:r>
              <a:t/>
            </a:r>
          </a:p>
          <a:p xmlns:a="http://schemas.openxmlformats.org/drawingml/2006/main">
            <a:r>
              <a:t>**헷갈리는 경우.** git restore README.md는 작업 파일 내용을 바꾸는 명령입니다. --staged가 없는 명령과 같은 결과라고 가정하지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add README.md</a:t>
            </a:r>
          </a:p>
          <a:p xmlns:a="http://schemas.openxmlformats.org/drawingml/2006/main">
            <a:r>
              <a:t>git diff --staged</a:t>
            </a:r>
          </a:p>
          <a:p xmlns:a="http://schemas.openxmlformats.org/drawingml/2006/main">
            <a:r>
              <a:t>git restore --staged README.md</a:t>
            </a:r>
          </a:p>
          <a:p xmlns:a="http://schemas.openxmlformats.org/drawingml/2006/main">
            <a:r>
              <a:t>git diff --staged</a:t>
            </a:r>
          </a:p>
          <a:p xmlns:a="http://schemas.openxmlformats.org/drawingml/2006/main">
            <a:r>
              <a:t>git diff -- README.md</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add README.md` | 현재 변경을 선택합니다. |</a:t>
            </a:r>
          </a:p>
          <a:p xmlns:a="http://schemas.openxmlformats.org/drawingml/2006/main">
            <a:r>
              <a:t>| 2 | `git diff --staged` | 선택 내용을 확인합니다. |</a:t>
            </a:r>
          </a:p>
          <a:p xmlns:a="http://schemas.openxmlformats.org/drawingml/2006/main">
            <a:r>
              <a:t>| 3 | `git restore --staged README.md` | 다음 커밋의 선택만 취소합니다. |</a:t>
            </a:r>
          </a:p>
          <a:p xmlns:a="http://schemas.openxmlformats.org/drawingml/2006/main">
            <a:r>
              <a:t>| 4 | `git diff --staged` | 선택 취소 결과를 확인합니다. |</a:t>
            </a:r>
          </a:p>
          <a:p xmlns:a="http://schemas.openxmlformats.org/drawingml/2006/main">
            <a:r>
              <a:t>| 5 | `git diff -- README.md` | 작업 파일에 남은 편집을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work/git-lab의 README 끝에 Practice note.를 추가해 저장합니다. 현재 내용을 별도 노트에도 기록해 둡니다.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staged 차이는 사라집니다.</a:t>
            </a:r>
          </a:p>
          <a:p xmlns:a="http://schemas.openxmlformats.org/drawingml/2006/main">
            <a:r>
              <a:t>작업 diff에는 +Practice note.가 남습니다.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취소 전에 작업과 staged 상태를 그립니다.</a:t>
            </a:r>
          </a:p>
          <a:p xmlns:a="http://schemas.openxmlformats.org/drawingml/2006/main">
            <a:r>
              <a:t>2. README 한 파일만 선택 취소합니다.</a:t>
            </a:r>
          </a:p>
          <a:p xmlns:a="http://schemas.openxmlformats.org/drawingml/2006/main">
            <a:r>
              <a:t>3. 파일을 직접 열어 문구가 유지되는지 확인합니다.</a:t>
            </a:r>
          </a:p>
          <a:p xmlns:a="http://schemas.openxmlformats.org/drawingml/2006/main">
            <a:r>
              <a:t>4. 선택 취소와 내용 복구를 문장으로 구별합니다.</a:t>
            </a:r>
          </a:p>
          <a:p xmlns:a="http://schemas.openxmlformats.org/drawingml/2006/main">
            <a:r>
              <a:t/>
            </a:r>
          </a:p>
          <a:p xmlns:a="http://schemas.openxmlformats.org/drawingml/2006/main">
            <a:r>
              <a:t>예상 결과: 작업 문구 유지, staged 변경 없음.</a:t>
            </a:r>
          </a:p>
          <a:p xmlns:a="http://schemas.openxmlformats.org/drawingml/2006/main">
            <a:r>
              <a:t/>
            </a:r>
          </a:p>
          <a:p xmlns:a="http://schemas.openxmlformats.org/drawingml/2006/main">
            <a:r>
              <a:t>확인 질문: 스테이징을 취소하면 편집한 문구가 사라지나요?</a:t>
            </a:r>
          </a:p>
          <a:p xmlns:a="http://schemas.openxmlformats.org/drawingml/2006/main">
            <a:r>
              <a:t/>
            </a:r>
          </a:p>
          <a:p xmlns:a="http://schemas.openxmlformats.org/drawingml/2006/main">
            <a:r>
              <a:t>막혔을 때: 복구 명령을 외워 입력하기 전에 옵션과 대상 파일을 읽고 현재 상태를 기록합니다.</a:t>
            </a:r>
          </a:p>
          <a:p xmlns:a="http://schemas.openxmlformats.org/drawingml/2006/main">
            <a:r>
              <a:t/>
            </a:r>
          </a:p>
          <a:p xmlns:a="http://schemas.openxmlformats.org/drawingml/2006/main">
            <a:r>
              <a:t>[활동 자료와 작성칸](practice-guide.md#a10--스테이징-취소와-작업-내용-유지)에서 A10를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outputs/2026-10-16/lesson.md#A10</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https://zeusk302-png.github.io/kdigital-physical-ai/#/sessions/2026-10-16/activity-A10</a:t>
            </a:r>
          </a:p>
          <a:p xmlns:a="http://schemas.openxmlformats.org/drawingml/2006/main">
            <a:r>
              <a:t>공식 자료: https://git-scm.com/docs/git-diff</a:t>
            </a:r>
          </a:p>
          <a:p xmlns:a="http://schemas.openxmlformats.org/drawingml/2006/main">
            <a:r>
              <a:t/>
            </a:r>
          </a:p>
          <a:p xmlns:a="http://schemas.openxmlformats.org/drawingml/2006/main">
            <a:r>
              <a:t>코드와 개념 해설: 이번 커밋에서 파일을 빼려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선택만 취소하기의 예</a:t>
            </a:r>
          </a:p>
          <a:p xmlns:a="http://schemas.openxmlformats.org/drawingml/2006/main">
            <a:r>
              <a:t>실행 위치: work/git-lab</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--staged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확인할 결과: 선택이 취소되어도 작업 문장은 남습니다. 파일을 열어 내용까지 확인합니다.</a:t>
            </a:r>
          </a:p>
          <a:p xmlns:a="http://schemas.openxmlformats.org/drawingml/2006/main">
            <a:r>
              <a:t>풀이: --staged를 사용합니다. 제출 사본을 빼는 것과 작업 문장을 이전 내용으로 덮는 행동을 구별합니다.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52장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https://zeusk302-png.github.io/kdigital-physical-ai/#/sessions/2026-10-16/activity-A10</a:t>
            </a:r>
          </a:p>
          <a:p xmlns:a="http://schemas.openxmlformats.org/drawingml/2006/main">
            <a:r>
              <a:t>공식 자료: https://git-scm.com/docs/git-diff</a:t>
            </a:r>
          </a:p>
          <a:p xmlns:a="http://schemas.openxmlformats.org/drawingml/2006/main">
            <a:r>
              <a:t/>
            </a:r>
          </a:p>
          <a:p xmlns:a="http://schemas.openxmlformats.org/drawingml/2006/main">
            <a:r>
              <a:t>코드와 개념 해설: --staged는 작업 문장을 지우지 않고 선택 상태만 취소합니다.</a:t>
            </a:r>
          </a:p>
          <a:p xmlns:a="http://schemas.openxmlformats.org/drawingml/2006/main">
            <a:r>
              <a:t>대상 파일은 README.md 하나입니다.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--staged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D:\KDigital_PhysicalAI\.build\copyedited-ppt\spec-2026-10-16.json#slide-52</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https://zeusk302-png.github.io/kdigital-physical-ai/#/sessions/2026-10-16/activity-A10</a:t>
            </a:r>
          </a:p>
          <a:p xmlns:a="http://schemas.openxmlformats.org/drawingml/2006/main">
            <a:r>
              <a:t>공식 자료: https://git-scm.com/docs/git-diff</a:t>
            </a:r>
          </a:p>
          <a:p xmlns:a="http://schemas.openxmlformats.org/drawingml/2006/main">
            <a:r>
              <a:t/>
            </a:r>
          </a:p>
          <a:p xmlns:a="http://schemas.openxmlformats.org/drawingml/2006/main">
            <a:r>
              <a:t>코드와 개념 해설: --staged는 스테이징의 변경만 취소합니다.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선택이 취소되어도 작업 문장은 남습니다. 파일을 열어 내용까지 확인합니다.</a:t>
            </a:r>
          </a:p>
          <a:p xmlns:a="http://schemas.openxmlformats.org/drawingml/2006/main">
            <a:r>
              <a:t/>
            </a:r>
          </a:p>
          <a:p xmlns:a="http://schemas.openxmlformats.org/drawingml/2006/main">
            <a:r>
              <a:t>앞에서 배운 내용: 이번 커밋에서 파일을 빼려 합니다. 좋은 작업 문장은 그대로 유지합니다.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--staged를 사용합니다. 제출 사본을 빼는 것과 작업 문장을 이전 내용으로 덮는 행동을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D:\KDigital_PhysicalAI\.build\copyedited-ppt\spec-2026-10-16.json#slide-52</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https://zeusk302-png.github.io/kdigital-physical-ai/#/sessions/2026-10-16/activity-A10</a:t>
            </a:r>
          </a:p>
          <a:p xmlns:a="http://schemas.openxmlformats.org/drawingml/2006/main">
            <a:r>
              <a:t>공식 자료: https://git-scm.com/docs/git-diff</a:t>
            </a:r>
          </a:p>
          <a:p xmlns:a="http://schemas.openxmlformats.org/drawingml/2006/main">
            <a:r>
              <a:t/>
            </a:r>
          </a:p>
          <a:p xmlns:a="http://schemas.openxmlformats.org/drawingml/2006/main">
            <a:r>
              <a:t>코드와 개념 해설: 선택이 취소되어도 작업 문장은 남습니다.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좋은 문장을 버리지 않고 선택만 뺄 때? 어떤 옵션을 사용하나요?</a:t>
            </a:r>
          </a:p>
          <a:p xmlns:a="http://schemas.openxmlformats.org/drawingml/2006/main">
            <a:r>
              <a:t/>
            </a:r>
          </a:p>
          <a:p xmlns:a="http://schemas.openxmlformats.org/drawingml/2006/main">
            <a:r>
              <a:t>정답과 풀이: --staged를 사용합니다. 제출 사본을 빼는 것과 작업 문장을 이전 내용으로 덮는 행동을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https://zeusk302-png.github.io/kdigital-physical-ai/#/sessions/2026-10-16/activity-A10</a:t>
            </a:r>
          </a:p>
          <a:p xmlns:a="http://schemas.openxmlformats.org/drawingml/2006/main">
            <a:r>
              <a:t>공식 자료: https://git-scm.com/docs/git-diff</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A11의 개념과 원문 해설입니다.</a:t>
            </a:r>
          </a:p>
          <a:p xmlns:a="http://schemas.openxmlformats.org/drawingml/2006/main">
            <a:r>
              <a:t>## A11 · 연습 파일 한 개의 작업 내용 복구</a:t>
            </a:r>
          </a:p>
          <a:p xmlns:a="http://schemas.openxmlformats.org/drawingml/2006/main">
            <a:r>
              <a:t/>
            </a:r>
          </a:p>
          <a:p xmlns:a="http://schemas.openxmlformats.org/drawingml/2006/main">
            <a:r>
              <a:t>**개념.** git restore -- README.md는 기본적으로 스테이징 상태를 기준으로 작업 파일을 복구합니다. A10에서 선택을 취소한 현재 상황에서는 최근 커밋의 README 내용으로 돌아갑니다.</a:t>
            </a:r>
          </a:p>
          <a:p xmlns:a="http://schemas.openxmlformats.org/drawingml/2006/main">
            <a:r>
              <a:t/>
            </a:r>
          </a:p>
          <a:p xmlns:a="http://schemas.openxmlformats.org/drawingml/2006/main">
            <a:r>
              <a:t>**왜 필요한가.** 연습 변경을 버릴 때 어느 내용을 잃고 어느 기록이 남는지 알고 수행해야 합니다. 전체 폴더가 아닌 한 파일로 범위를 한정하고 현재 내용을 따로 보관합니다.</a:t>
            </a:r>
          </a:p>
          <a:p xmlns:a="http://schemas.openxmlformats.org/drawingml/2006/main">
            <a:r>
              <a:t/>
            </a:r>
          </a:p>
          <a:p xmlns:a="http://schemas.openxmlformats.org/drawingml/2006/main">
            <a:r>
              <a:t>**함께 보는 예.** Practice note.를 백업 텍스트에 복사한 뒤 README만 복구합니다. 문구는 작업 파일에서 사라지지만 이미 만든 커밋 이력은 유지됩니다.</a:t>
            </a:r>
          </a:p>
          <a:p xmlns:a="http://schemas.openxmlformats.org/drawingml/2006/main">
            <a:r>
              <a:t/>
            </a:r>
          </a:p>
          <a:p xmlns:a="http://schemas.openxmlformats.org/drawingml/2006/main">
            <a:r>
              <a:t>**헷갈리는 경우.** 복구 전에 따로 기록하지 않은 미커밋 작업은 Git 이력으로 되찾을 수 있다고 보장하지 않습니다. 모든 폴더를 강제로 되돌리는 명령으로 확장하지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diff -- README.md</a:t>
            </a:r>
          </a:p>
          <a:p xmlns:a="http://schemas.openxmlformats.org/drawingml/2006/main">
            <a:r>
              <a:t>git restore -- README.md</a:t>
            </a:r>
          </a:p>
          <a:p xmlns:a="http://schemas.openxmlformats.org/drawingml/2006/main">
            <a:r>
              <a:t>git status --short</a:t>
            </a:r>
          </a:p>
          <a:p xmlns:a="http://schemas.openxmlformats.org/drawingml/2006/main">
            <a:r>
              <a:t>git log --oneline -3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diff -- README.md` | 복구로 없어질 작업 차이를 확인합니다. |</a:t>
            </a:r>
          </a:p>
          <a:p xmlns:a="http://schemas.openxmlformats.org/drawingml/2006/main">
            <a:r>
              <a:t>| 2 | `git restore -- README.md` | 지정한 README 작업 내용만 복구합니다. |</a:t>
            </a:r>
          </a:p>
          <a:p xmlns:a="http://schemas.openxmlformats.org/drawingml/2006/main">
            <a:r>
              <a:t>| 3 | `git status --short` | 남은 변경을 확인합니다. |</a:t>
            </a:r>
          </a:p>
          <a:p xmlns:a="http://schemas.openxmlformats.org/drawingml/2006/main">
            <a:r>
              <a:t>| 4 | `git log --oneline -3` | 기존 커밋 이력이 유지되는지 봅니다.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work/git-lab이며 A10을 마친 상태입니다. Practice note.가 들어 있는 현재 README를 work/README_before_restore.txt로 복사해 보관한 뒤 진행합니다.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Practice note. 작업 변경이 사라집니다.</a:t>
            </a:r>
          </a:p>
          <a:p xmlns:a="http://schemas.openxmlformats.org/drawingml/2006/main">
            <a:r>
              <a:t>기존 커밋은 그대로 유지됩니다.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사라질 문구와 백업 위치를 먼저 씁니다.</a:t>
            </a:r>
          </a:p>
          <a:p xmlns:a="http://schemas.openxmlformats.org/drawingml/2006/main">
            <a:r>
              <a:t>2. 연습 저장소 주소를 다시 확인합니다.</a:t>
            </a:r>
          </a:p>
          <a:p xmlns:a="http://schemas.openxmlformats.org/drawingml/2006/main">
            <a:r>
              <a:t>3. 한 파일만 복구하고 직접 엽니다.</a:t>
            </a:r>
          </a:p>
          <a:p xmlns:a="http://schemas.openxmlformats.org/drawingml/2006/main">
            <a:r>
              <a:t>4. 기록 이력과 작업 내용의 차이를 설명합니다.</a:t>
            </a:r>
          </a:p>
          <a:p xmlns:a="http://schemas.openxmlformats.org/drawingml/2006/main">
            <a:r>
              <a:t/>
            </a:r>
          </a:p>
          <a:p xmlns:a="http://schemas.openxmlformats.org/drawingml/2006/main">
            <a:r>
              <a:t>예상 결과: README에서 임시 문구가 없어지고 과거 커밋은 유지됩니다.</a:t>
            </a:r>
          </a:p>
          <a:p xmlns:a="http://schemas.openxmlformats.org/drawingml/2006/main">
            <a:r>
              <a:t/>
            </a:r>
          </a:p>
          <a:p xmlns:a="http://schemas.openxmlformats.org/drawingml/2006/main">
            <a:r>
              <a:t>확인 질문: restore는 새 커밋을 만드는가요?</a:t>
            </a:r>
          </a:p>
          <a:p xmlns:a="http://schemas.openxmlformats.org/drawingml/2006/main">
            <a:r>
              <a:t/>
            </a:r>
          </a:p>
          <a:p xmlns:a="http://schemas.openxmlformats.org/drawingml/2006/main">
            <a:r>
              <a:t>막혔을 때: 주소가 실제 프로젝트라면 이 연습을 수행하지 말고 별도 git-lab로 이동합니다. 백업과 대상 파일명을 먼저 확인합니다.</a:t>
            </a:r>
          </a:p>
          <a:p xmlns:a="http://schemas.openxmlformats.org/drawingml/2006/main">
            <a:r>
              <a:t/>
            </a:r>
          </a:p>
          <a:p xmlns:a="http://schemas.openxmlformats.org/drawingml/2006/main">
            <a:r>
              <a:t>[활동 자료와 작성칸](practice-guide.md#a11--연습-파일-한-개의-작업-내용-복구)에서 A11를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outputs/2026-10-16/lesson.md#A11</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https://zeusk302-png.github.io/kdigital-physical-ai/#/sessions/2026-10-16/activity-A11</a:t>
            </a:r>
          </a:p>
          <a:p xmlns:a="http://schemas.openxmlformats.org/drawingml/2006/main">
            <a:r>
              <a:t>공식 자료: https://git-scm.com/docs/git-diff</a:t>
            </a:r>
          </a:p>
          <a:p xmlns:a="http://schemas.openxmlformats.org/drawingml/2006/main">
            <a:r>
              <a:t/>
            </a:r>
          </a:p>
          <a:p xmlns:a="http://schemas.openxmlformats.org/drawingml/2006/main">
            <a:r>
              <a:t>코드와 개념 해설: 틀린 연습 문장을 이전 기록으로 돌립니다.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작업 문장 복구의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--source=HEAD --worktree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확인할 결과: README 내용이 HEAD의 문장으로 돌아옵니다. 대상 파일 하나와 비교 기준을 확인합니다.</a:t>
            </a:r>
          </a:p>
          <a:p xmlns:a="http://schemas.openxmlformats.org/drawingml/2006/main">
            <a:r>
              <a:t>풀이: 과거 커밋 사본이 없으므로 같은 의미의 이전 내용 복구 기준이 없습니다. 저장 복사본과 이력 보존을 구별합니다.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57장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https://zeusk302-png.github.io/kdigital-physical-ai/#/sessions/2026-10-16/activity-A11</a:t>
            </a:r>
          </a:p>
          <a:p xmlns:a="http://schemas.openxmlformats.org/drawingml/2006/main">
            <a:r>
              <a:t>공식 자료: https://git-scm.com/docs/git-diff</a:t>
            </a:r>
          </a:p>
          <a:p xmlns:a="http://schemas.openxmlformats.org/drawingml/2006/main">
            <a:r>
              <a:t/>
            </a:r>
          </a:p>
          <a:p xmlns:a="http://schemas.openxmlformats.org/drawingml/2006/main">
            <a:r>
              <a:t>코드와 개념 해설: --source=HEAD가 복구 기준, --worktree가 바꿀 위치입니다.</a:t>
            </a:r>
          </a:p>
          <a:p xmlns:a="http://schemas.openxmlformats.org/drawingml/2006/main">
            <a:r>
              <a:t>작업 편집은 사라지므로 실행 전에 따로 보관합니다.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--source=HEAD --worktree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D:\KDigital_PhysicalAI\.build\copyedited-ppt\spec-2026-10-16.json#slide-57</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https://zeusk302-png.github.io/kdigital-physical-ai/#/sessions/2026-10-16/activity-A11</a:t>
            </a:r>
          </a:p>
          <a:p xmlns:a="http://schemas.openxmlformats.org/drawingml/2006/main">
            <a:r>
              <a:t>공식 자료: https://git-scm.com/docs/git-diff</a:t>
            </a:r>
          </a:p>
          <a:p xmlns:a="http://schemas.openxmlformats.org/drawingml/2006/main">
            <a:r>
              <a:t/>
            </a:r>
          </a:p>
          <a:p xmlns:a="http://schemas.openxmlformats.org/drawingml/2006/main">
            <a:r>
              <a:t>코드와 개념 해설: --source=HEAD는 마지막 커밋을 뜻합니다.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README 내용이 HEAD의 문장으로 돌아옵니다. 대상 파일 하나와 비교 기준을 확인합니다.</a:t>
            </a:r>
          </a:p>
          <a:p xmlns:a="http://schemas.openxmlformats.org/drawingml/2006/main">
            <a:r>
              <a:t/>
            </a:r>
          </a:p>
          <a:p xmlns:a="http://schemas.openxmlformats.org/drawingml/2006/main">
            <a:r>
              <a:t>앞에서 배운 내용: 틀린 연습 문장을 이전 기록으로 돌립니다. 버릴 편집 내용을 먼저 보관합니다.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과거 커밋 사본이 없으므로 같은 의미의 이전 내용 복구 기준이 없습니다. 저장 복사본과 이력 보존을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D:\KDigital_PhysicalAI\.build\copyedited-ppt\spec-2026-10-16.json#slide-57</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https://zeusk302-png.github.io/kdigital-physical-ai/#/sessions/2026-10-16/activity-A11</a:t>
            </a:r>
          </a:p>
          <a:p xmlns:a="http://schemas.openxmlformats.org/drawingml/2006/main">
            <a:r>
              <a:t>공식 자료: https://git-scm.com/docs/git-diff</a:t>
            </a:r>
          </a:p>
          <a:p xmlns:a="http://schemas.openxmlformats.org/drawingml/2006/main">
            <a:r>
              <a:t/>
            </a:r>
          </a:p>
          <a:p xmlns:a="http://schemas.openxmlformats.org/drawingml/2006/main">
            <a:r>
              <a:t>코드와 개념 해설: README 내용이 HEAD의 문장으로 돌아옵니다.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아직 한 번도 기록하지 않은 새 파일은? 어떤 과거 내용으로 돌아갈 수 있나요?</a:t>
            </a:r>
          </a:p>
          <a:p xmlns:a="http://schemas.openxmlformats.org/drawingml/2006/main">
            <a:r>
              <a:t/>
            </a:r>
          </a:p>
          <a:p xmlns:a="http://schemas.openxmlformats.org/drawingml/2006/main">
            <a:r>
              <a:t>정답과 풀이: 과거 커밋 사본이 없으므로 같은 의미의 이전 내용 복구 기준이 없습니다. 저장 복사본과 이력 보존을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https://zeusk302-png.github.io/kdigital-physical-ai/#/sessions/2026-10-16/activity-A11</a:t>
            </a:r>
          </a:p>
          <a:p xmlns:a="http://schemas.openxmlformats.org/drawingml/2006/main">
            <a:r>
              <a:t>공식 자료: https://git-scm.com/docs/git-diff</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A12의 개념과 원문 해설입니다.</a:t>
            </a:r>
          </a:p>
          <a:p xmlns:a="http://schemas.openxmlformats.org/drawingml/2006/main">
            <a:r>
              <a:t>## A12 · 브랜치와 병합의 흐름</a:t>
            </a:r>
          </a:p>
          <a:p xmlns:a="http://schemas.openxmlformats.org/drawingml/2006/main">
            <a:r>
              <a:t/>
            </a:r>
          </a:p>
          <a:p xmlns:a="http://schemas.openxmlformats.org/drawingml/2006/main">
            <a:r>
              <a:t>**개념.** 브랜치는 일련의 커밋을 가리키는 이름입니다. 다른 이름에서 작업하면 기본 흐름과 구별하여 제안을 만들 수 있습니다. 병합은 분리된 변경을 이력에 반영하는 작업입니다.</a:t>
            </a:r>
          </a:p>
          <a:p xmlns:a="http://schemas.openxmlformats.org/drawingml/2006/main">
            <a:r>
              <a:t/>
            </a:r>
          </a:p>
          <a:p xmlns:a="http://schemas.openxmlformats.org/drawingml/2006/main">
            <a:r>
              <a:t>**왜 필요한가.** 새 안내를 검토한 뒤 반영하는 협업 흐름을 이해합니다. 초심자 필수는 상태·비교·커밋이며 브랜치 명령은 강사 시연 또는 준비된 사람의 선택 실습으로 둡니다.</a:t>
            </a:r>
          </a:p>
          <a:p xmlns:a="http://schemas.openxmlformats.org/drawingml/2006/main">
            <a:r>
              <a:t/>
            </a:r>
          </a:p>
          <a:p xmlns:a="http://schemas.openxmlformats.org/drawingml/2006/main">
            <a:r>
              <a:t>**함께 보는 예.** docs-example 브랜치에서 사용 예를 추가한 뒤 main으로 돌아와 비교합니다. 변경을 반영할지 결정한 뒤 병합합니다. 브랜치는 폴더 전체를 수동 복사한 것과는 다릅니다.</a:t>
            </a:r>
          </a:p>
          <a:p xmlns:a="http://schemas.openxmlformats.org/drawingml/2006/main">
            <a:r>
              <a:t/>
            </a:r>
          </a:p>
          <a:p xmlns:a="http://schemas.openxmlformats.org/drawingml/2006/main">
            <a:r>
              <a:t>**헷갈리는 경우.** 브랜치를 만들었다고 파일 변경이 자동 커밋되지는 않습니다. 깨끗한 작업 상태에서 시작하고 어디에 커밋했는지 확인합니다.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switch -c docs-example</a:t>
            </a:r>
          </a:p>
          <a:p xmlns:a="http://schemas.openxmlformats.org/drawingml/2006/main">
            <a:r>
              <a:t>git add README.md</a:t>
            </a:r>
          </a:p>
          <a:p xmlns:a="http://schemas.openxmlformats.org/drawingml/2006/main">
            <a:r>
              <a:t>git commit -m "Add reading example"</a:t>
            </a:r>
          </a:p>
          <a:p xmlns:a="http://schemas.openxmlformats.org/drawingml/2006/main">
            <a:r>
              <a:t>git switch main</a:t>
            </a:r>
          </a:p>
          <a:p xmlns:a="http://schemas.openxmlformats.org/drawingml/2006/main">
            <a:r>
              <a:t>git diff main docs-example -- README.md</a:t>
            </a:r>
          </a:p>
          <a:p xmlns:a="http://schemas.openxmlformats.org/drawingml/2006/main">
            <a:r>
              <a:t>git merge --no-ff docs-example -m "Merge reading example"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switch -c docs-example` | 새 브랜치를 만들고 이동합니다. |</a:t>
            </a:r>
          </a:p>
          <a:p xmlns:a="http://schemas.openxmlformats.org/drawingml/2006/main">
            <a:r>
              <a:t>| 2 | `git add README.md` | 시연에서 추가한 문구를 선택합니다. |</a:t>
            </a:r>
          </a:p>
          <a:p xmlns:a="http://schemas.openxmlformats.org/drawingml/2006/main">
            <a:r>
              <a:t>| 3 | `git commit -m "Add reading example"` | 그 브랜치에 기록합니다. |</a:t>
            </a:r>
          </a:p>
          <a:p xmlns:a="http://schemas.openxmlformats.org/drawingml/2006/main">
            <a:r>
              <a:t>| 4 | `git switch main` | 기본 브랜치로 돌아갑니다. |</a:t>
            </a:r>
          </a:p>
          <a:p xmlns:a="http://schemas.openxmlformats.org/drawingml/2006/main">
            <a:r>
              <a:t>| 5 | `git diff main docs-example -- README.md` | 들어올 변경을 비교합니다. |</a:t>
            </a:r>
          </a:p>
          <a:p xmlns:a="http://schemas.openxmlformats.org/drawingml/2006/main">
            <a:r>
              <a:t>| 6 | `git merge --no-ff docs-example -m "Merge reading example"` | 검토한 브랜치를 병합 커밋으로 반영합니다.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강사 시연 또는 선택 실습. work/git-lab의 작업 상태가 깨끗한지 확인합니다. 브랜치 생성 뒤 README 끝에 Example: S01 22.5.를 넣고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main에 Example: S01 22.5.가 반영됩니다.</a:t>
            </a:r>
          </a:p>
          <a:p xmlns:a="http://schemas.openxmlformats.org/drawingml/2006/main">
            <a:r>
              <a:t>브랜치의 커밋과 병합 기록을 볼 수 있습니다.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제공 이력 카드에서 main과 docs-example의 위치를 표시합니다.</a:t>
            </a:r>
          </a:p>
          <a:p xmlns:a="http://schemas.openxmlformats.org/drawingml/2006/main">
            <a:r>
              <a:t>2. 시연을 보며 작성·커밋·병합을 구별합니다.</a:t>
            </a:r>
          </a:p>
          <a:p xmlns:a="http://schemas.openxmlformats.org/drawingml/2006/main">
            <a:r>
              <a:t>3. 두 브랜치 차이를 설명합니다.</a:t>
            </a:r>
          </a:p>
          <a:p xmlns:a="http://schemas.openxmlformats.org/drawingml/2006/main">
            <a:r>
              <a:t>4. 선택 실행 여부와 최종 결과를 기록합니다.</a:t>
            </a:r>
          </a:p>
          <a:p xmlns:a="http://schemas.openxmlformats.org/drawingml/2006/main">
            <a:r>
              <a:t/>
            </a:r>
          </a:p>
          <a:p xmlns:a="http://schemas.openxmlformats.org/drawingml/2006/main">
            <a:r>
              <a:t>예상 결과: 분리된 기록과 반영 결정을 구별합니다.</a:t>
            </a:r>
          </a:p>
          <a:p xmlns:a="http://schemas.openxmlformats.org/drawingml/2006/main">
            <a:r>
              <a:t/>
            </a:r>
          </a:p>
          <a:p xmlns:a="http://schemas.openxmlformats.org/drawingml/2006/main">
            <a:r>
              <a:t>확인 질문: 브랜치를 만들면 GitHub PR도 자동으로 생기나요?</a:t>
            </a:r>
          </a:p>
          <a:p xmlns:a="http://schemas.openxmlformats.org/drawingml/2006/main">
            <a:r>
              <a:t/>
            </a:r>
          </a:p>
          <a:p xmlns:a="http://schemas.openxmlformats.org/drawingml/2006/main">
            <a:r>
              <a:t>막혔을 때: 전환이 막히면 미커밋 변경 상태를 먼저 확인합니다. 강제 전환으로 밀어붙이지 않습니다.</a:t>
            </a:r>
          </a:p>
          <a:p xmlns:a="http://schemas.openxmlformats.org/drawingml/2006/main">
            <a:r>
              <a:t/>
            </a:r>
          </a:p>
          <a:p xmlns:a="http://schemas.openxmlformats.org/drawingml/2006/main">
            <a:r>
              <a:t>[활동 자료와 작성칸](practice-guide.md#a12--브랜치와-병합의-흐름)에서 A12를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outputs/2026-10-16/lesson.md#A12</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https://zeusk302-png.github.io/kdigital-physical-ai/#/sessions/2026-10-16/activity-A12</a:t>
            </a:r>
          </a:p>
          <a:p xmlns:a="http://schemas.openxmlformats.org/drawingml/2006/main">
            <a:r>
              <a:t>공식 자료: https://git-scm.com/docs/git-diff</a:t>
            </a:r>
          </a:p>
          <a:p xmlns:a="http://schemas.openxmlformats.org/drawingml/2006/main">
            <a:r>
              <a:t/>
            </a:r>
          </a:p>
          <a:p xmlns:a="http://schemas.openxmlformats.org/drawingml/2006/main">
            <a:r>
              <a:t>코드와 개념 해설: 추가·복습: 브랜치는 기록 흐름의 이름입니다.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예제: 브랜치와 병합의 예</a:t>
            </a:r>
          </a:p>
          <a:p xmlns:a="http://schemas.openxmlformats.org/drawingml/2006/main">
            <a:r>
              <a:t>추가·복습: 개념 명령 발췌: 변경·커밋은 별도입니다.</a:t>
            </a:r>
          </a:p>
          <a:p xmlns:a="http://schemas.openxmlformats.org/drawingml/2006/main">
            <a:r>
              <a:t/>
            </a:r>
          </a:p>
          <a:p xmlns:a="http://schemas.openxmlformats.org/drawingml/2006/main">
            <a:r>
              <a:t>git switch -c docs-example</a:t>
            </a:r>
          </a:p>
          <a:p xmlns:a="http://schemas.openxmlformats.org/drawingml/2006/main">
            <a:r>
              <a:t>뜻: switch는 현재 기록 흐름을 바꾼다. -c는 새 브랜치를 만들며 편집이나 커밋을 자동 수행하지 않는다.</a:t>
            </a:r>
          </a:p>
          <a:p xmlns:a="http://schemas.openxmlformats.org/drawingml/2006/main">
            <a:r>
              <a:t/>
            </a:r>
          </a:p>
          <a:p xmlns:a="http://schemas.openxmlformats.org/drawingml/2006/main">
            <a:r>
              <a:t>git switch main</a:t>
            </a:r>
          </a:p>
          <a:p xmlns:a="http://schemas.openxmlformats.org/drawingml/2006/main">
            <a:r>
              <a:t>뜻: switch는 현재 기록 흐름을 바꾼다. -c는 새 브랜치를 만들며 편집이나 커밋을 자동 수행하지 않는다.</a:t>
            </a:r>
          </a:p>
          <a:p xmlns:a="http://schemas.openxmlformats.org/drawingml/2006/main">
            <a:r>
              <a:t/>
            </a:r>
          </a:p>
          <a:p xmlns:a="http://schemas.openxmlformats.org/drawingml/2006/main">
            <a:r>
              <a:t>git diff main docs-example -- README.md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확인할 결과: 합칠 기록이 무엇을 바꿨는지 읽습니다. 로컬 브랜치 생성은 PR 생성과 다릅니다.</a:t>
            </a:r>
          </a:p>
          <a:p xmlns:a="http://schemas.openxmlformats.org/drawingml/2006/main">
            <a:r>
              <a:t>풀이: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62장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https://zeusk302-png.github.io/kdigital-physical-ai/#/sessions/2026-10-16/activity-A12</a:t>
            </a:r>
          </a:p>
          <a:p xmlns:a="http://schemas.openxmlformats.org/drawingml/2006/main">
            <a:r>
              <a:t>공식 자료: https://git-scm.com/docs/git-diff</a:t>
            </a:r>
          </a:p>
          <a:p xmlns:a="http://schemas.openxmlformats.org/drawingml/2006/main">
            <a:r>
              <a:t/>
            </a:r>
          </a:p>
          <a:p xmlns:a="http://schemas.openxmlformats.org/drawingml/2006/main">
            <a:r>
              <a:t>코드와 개념 해설: -c docs-example은 새 브랜치를 만들고 이동합니다.</a:t>
            </a:r>
          </a:p>
          <a:p xmlns:a="http://schemas.openxmlformats.org/drawingml/2006/main">
            <a:r>
              <a:t>이 발췌에는 파일 수정·커밋이 없으므로 별도 준비를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명령: 새 흐름에 변경 남기기</a:t>
            </a:r>
          </a:p>
          <a:p xmlns:a="http://schemas.openxmlformats.org/drawingml/2006/main">
            <a:r>
              <a:t>추가·복습: 실행 위치: work/git-lab 설명용 흐름입니다. 다음 충돌은 새 폴더입니다.</a:t>
            </a:r>
          </a:p>
          <a:p xmlns:a="http://schemas.openxmlformats.org/drawingml/2006/main">
            <a:r>
              <a:t/>
            </a:r>
          </a:p>
          <a:p xmlns:a="http://schemas.openxmlformats.org/drawingml/2006/main">
            <a:r>
              <a:t>git switch docs-example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"Document run folder"</a:t>
            </a:r>
          </a:p>
          <a:p xmlns:a="http://schemas.openxmlformats.org/drawingml/2006/main">
            <a:r>
              <a:t>git switch main</a:t>
            </a:r>
          </a:p>
          <a:p xmlns:a="http://schemas.openxmlformats.org/drawingml/2006/main">
            <a:r>
              <a:t>git merge docs-example</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63장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https://zeusk302-png.github.io/kdigital-physical-ai/#/sessions/2026-10-16/activity-A12</a:t>
            </a:r>
          </a:p>
          <a:p xmlns:a="http://schemas.openxmlformats.org/drawingml/2006/main">
            <a:r>
              <a:t>공식 자료: https://git-scm.com/docs/git-diff</a:t>
            </a:r>
          </a:p>
          <a:p xmlns:a="http://schemas.openxmlformats.org/drawingml/2006/main">
            <a:r>
              <a:t/>
            </a:r>
          </a:p>
          <a:p xmlns:a="http://schemas.openxmlformats.org/drawingml/2006/main">
            <a:r>
              <a:t>코드와 개념 해설: Run from work. 문장을 docs-example에 커밋합니다.</a:t>
            </a:r>
          </a:p>
          <a:p xmlns:a="http://schemas.openxmlformats.org/drawingml/2006/main">
            <a:r>
              <a:t>main으로 돌아온 뒤 merge로 그 기록을 합칩니다.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합칠 기록이 무엇을 바꿨는지 읽습니다. 로컬 브랜치 생성은 PR 생성과 다릅니다.</a:t>
            </a:r>
          </a:p>
          <a:p xmlns:a="http://schemas.openxmlformats.org/drawingml/2006/main">
            <a:r>
              <a:t/>
            </a:r>
          </a:p>
          <a:p xmlns:a="http://schemas.openxmlformats.org/drawingml/2006/main">
            <a:r>
              <a:t>앞에서 배운 내용: 브랜치는 기록 흐름의 이름입니다. 다른 흐름을 현재 흐름에 합칩니다.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D:\KDigital_PhysicalAI\.build\copyedited-ppt\spec-2026-10-16.json#slide-63</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https://zeusk302-png.github.io/kdigital-physical-ai/#/sessions/2026-10-16/activity-A12</a:t>
            </a:r>
          </a:p>
          <a:p xmlns:a="http://schemas.openxmlformats.org/drawingml/2006/main">
            <a:r>
              <a:t>공식 자료: https://git-scm.com/docs/git-diff</a:t>
            </a:r>
          </a:p>
          <a:p xmlns:a="http://schemas.openxmlformats.org/drawingml/2006/main">
            <a:r>
              <a:t/>
            </a:r>
          </a:p>
          <a:p xmlns:a="http://schemas.openxmlformats.org/drawingml/2006/main">
            <a:r>
              <a:t>코드와 개념 해설: 추가·복습: 합칠 기록이 무엇을 바꿨는지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브랜치를 만들면 GitHub PR도 생기나요?</a:t>
            </a:r>
          </a:p>
          <a:p xmlns:a="http://schemas.openxmlformats.org/drawingml/2006/main">
            <a:r>
              <a:t/>
            </a:r>
          </a:p>
          <a:p xmlns:a="http://schemas.openxmlformats.org/drawingml/2006/main">
            <a:r>
              <a:t>정답과 풀이: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https://zeusk302-png.github.io/kdigital-physical-ai/#/sessions/2026-10-16/activity-A12</a:t>
            </a:r>
          </a:p>
          <a:p xmlns:a="http://schemas.openxmlformats.org/drawingml/2006/main">
            <a:r>
              <a:t>공식 자료: https://git-scm.com/docs/git-diff</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5교시 주제는 공유 저장소와 리뷰입니다.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outputs/2026-10-16/beginner-start.md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https://zeusk302-png.github.io/kdigital-physical-ai/#/sessions/2026-10-16/activity-A13</a:t>
            </a:r>
          </a:p>
          <a:p xmlns:a="http://schemas.openxmlformats.org/drawingml/2006/main">
            <a:r>
              <a:t>공식 자료: https://git-scm.com/docs/git-restore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내 커밋이 공유 저장소에 없을 수 있습니다. 공유 저장소가 바뀌어도 동료 파일은 옛 상태일 수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outputs/2026-10-16/lesson.md#A13</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https://zeusk302-png.github.io/kdigital-physical-ai/#/sessions/2026-10-16/activity-A13</a:t>
            </a:r>
          </a:p>
          <a:p xmlns:a="http://schemas.openxmlformats.org/drawingml/2006/main">
            <a:r>
              <a:t>공식 자료: https://git-scm.com/docs/git-restore</a:t>
            </a:r>
          </a:p>
          <a:p xmlns:a="http://schemas.openxmlformats.org/drawingml/2006/main">
            <a:r>
              <a:t/>
            </a:r>
          </a:p>
          <a:p xmlns:a="http://schemas.openxmlformats.org/drawingml/2006/main">
            <a:r>
              <a:t>코드와 개념 해설: 내 커밋이 공유 저장소에 없을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A13의 개념과 원문 해설입니다.</a:t>
            </a:r>
          </a:p>
          <a:p xmlns:a="http://schemas.openxmlformats.org/drawingml/2006/main">
            <a:r>
              <a:t>## A13 · 원격 이름과 로컬 공유 저장소</a:t>
            </a:r>
          </a:p>
          <a:p xmlns:a="http://schemas.openxmlformats.org/drawingml/2006/main">
            <a:r>
              <a:t/>
            </a:r>
          </a:p>
          <a:p xmlns:a="http://schemas.openxmlformats.org/drawingml/2006/main">
            <a:r>
              <a:t>### 사례로 이해하기 · 로컬 기록과 공유 저장소의 시차</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한 사람이 안내를 커밋했는데 옆 사람의 폴더에는 옛 안내가 보입니다. 첫 사람의 status는 clean입니다. 오류일까요? 로컬 기록을 만들었어도 공유 장소로 보내지 않았거나 다른 사람이 새 기록을 받지 않았을 수 있습니다. 각 컴퓨터의 상태를 따로 설명해야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remote는 공유 저장소 주소에 붙이는 이름입니다. origin은 관례적인 별칭이며 인터넷을 뜻하지 않습니다. push는 내 기록을 공유 저장소로 보내고 fetch는 공유 저장소의 새 기록을 가져옵니다. fetch만으로 작업 파일이 반드시 바뀌지는 않습니다. clone은 새 작업 폴더와 기록을 처음 복사하는 행동입니다. 오늘은 같은 컴퓨터의 bare 저장소를 공유 장소로 사용합니다. bare는 작업 파일 없이 공유용 기록을 보관하는 저장소입니다.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별도 빈 연습 work 폴더에서 `git init --bare -b main shared.git`를 만들고 git-lab에서 `git remote add origin ../shared.git`를 실행합니다. `git remote -v`로 주소를 읽습니다. `git push -u origin main`은 로컬 경로에만 기록을 보냅니다. work로 이동하여 `git clone shared.git colleague`를 하면 동료 역할 폴더가 생깁니다. 이후 git-lab의 새 커밋을 push한 뒤 colleague에서 `git fetch origin`, `git log --oneline main..origin/main`을 읽습니다. 동료 저장소에 빠진 커밋을 확인한 뒤 `git merge --ff-only origin/main`으로 작업본을 갱신합니다. 갈라진 이력이면 자동 성공을 기대하지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“내 로컬에만 새 기록”, “공유 장소에 새 기록”, “동료가 fetch만 완료” 세 상태를 화살표로 그리세요. 각 상태에서 어느 README가 새 문장을 보일지 결정하고 빠진 행동을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로컬 커밋 뒤에는 내 파일만 최신이고 push 뒤에도 동료 파일은 옛 상태일 수 있습니다. 동료가 fetch만 했다면 비교용 원격 기록은 최신이지만 작업본은 이전일 수 있습니다. “clean이면 공유도 최신”은 근거 없는 답입니다.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origin은 반드시 GitHub인가요? 주소에 붙인 이름이므로 로컬도 가능합니다. ② push가 PR을 자동 생성하나요? 별도 서비스 작업입니다. ③ 받기 전 확인할 것은 무엇인가요? 내 변경, 공유 주소, 두 기록의 차이를 확인합니다.</a:t>
            </a:r>
          </a:p>
          <a:p xmlns:a="http://schemas.openxmlformats.org/drawingml/2006/main">
            <a:r>
              <a:t/>
            </a:r>
          </a:p>
          <a:p xmlns:a="http://schemas.openxmlformats.org/drawingml/2006/main">
            <a:r>
              <a:t>**개념.** remote는 가져오거나 보낼 다른 저장소의 경로에 붙인 이름입니다. origin은 흔한 이름이며 특별한 계정이나 암호가 아닙니다. 실습에서는 같은 컴퓨터의 다른 폴더를 공유 저장소로 사용합니다.</a:t>
            </a:r>
          </a:p>
          <a:p xmlns:a="http://schemas.openxmlformats.org/drawingml/2006/main">
            <a:r>
              <a:t/>
            </a:r>
          </a:p>
          <a:p xmlns:a="http://schemas.openxmlformats.org/drawingml/2006/main">
            <a:r>
              <a:t>**왜 필요한가.** 인터넷 계정 없이 push의 역할을 확인하고 로컬 이력과 공유 대상의 차이를 볼 수 있습니다. 실제 GitHub에 게시한 것으로 보고하지 않습니다.</a:t>
            </a:r>
          </a:p>
          <a:p xmlns:a="http://schemas.openxmlformats.org/drawingml/2006/main">
            <a:r>
              <a:t/>
            </a:r>
          </a:p>
          <a:p xmlns:a="http://schemas.openxmlformats.org/drawingml/2006/main">
            <a:r>
              <a:t>**함께 보는 예.** bare 저장소는 일반 작업 파일을 편집하는 폴더 없이 Git 기록을 받는 용도로 사용합니다. ../shared.git를 origin으로 연결하고 main을 보냅니다. 네트워크 주소가 아닌 로컬 상대 경로입니다.</a:t>
            </a:r>
          </a:p>
          <a:p xmlns:a="http://schemas.openxmlformats.org/drawingml/2006/main">
            <a:r>
              <a:t/>
            </a:r>
          </a:p>
          <a:p xmlns:a="http://schemas.openxmlformats.org/drawingml/2006/main">
            <a:r>
              <a:t>**헷갈리는 경우.** 원격이라는 말이 반드시 인터넷 서버만 뜻하지는 않습니다. 저장소 경로는 로컬일 수도 있습니다. GitHub는 별도의 웹 서비스이며 이번 shared.git와 동일한 서비스 기능이 생기는 것은 아닙니다.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init --bare -b main ../shared.git</a:t>
            </a:r>
          </a:p>
          <a:p xmlns:a="http://schemas.openxmlformats.org/drawingml/2006/main">
            <a:r>
              <a:t>git remote add origin ../shared.git</a:t>
            </a:r>
          </a:p>
          <a:p xmlns:a="http://schemas.openxmlformats.org/drawingml/2006/main">
            <a:r>
              <a:t>git remote -v</a:t>
            </a:r>
          </a:p>
          <a:p xmlns:a="http://schemas.openxmlformats.org/drawingml/2006/main">
            <a:r>
              <a:t>git push -u origin main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init --bare -b main ../shared.git` | main을 기본 브랜치로 둔 로컬 공유 저장소를 만듭니다. |</a:t>
            </a:r>
          </a:p>
          <a:p xmlns:a="http://schemas.openxmlformats.org/drawingml/2006/main">
            <a:r>
              <a:t>| 2 | `git remote add origin ../shared.git` | 그 로컬 경로에 origin이라는 이름을 붙입니다. |</a:t>
            </a:r>
          </a:p>
          <a:p xmlns:a="http://schemas.openxmlformats.org/drawingml/2006/main">
            <a:r>
              <a:t>| 3 | `git remote -v` | 보낼 대상 경로를 확인합니다. |</a:t>
            </a:r>
          </a:p>
          <a:p xmlns:a="http://schemas.openxmlformats.org/drawingml/2006/main">
            <a:r>
              <a:t>| 4 | `git push -u origin main` | main 기록을 로컬 공유 저장소로 보냅니다.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강사가 로컬 경로 ../shared.git인지 확인합니다. 이 활동은 GitHub 접속이나 인터넷 push를 하지 않습니다.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origin ../shared.git (fetch)</a:t>
            </a:r>
          </a:p>
          <a:p xmlns:a="http://schemas.openxmlformats.org/drawingml/2006/main">
            <a:r>
              <a:t>origin ../shared.git (push)</a:t>
            </a:r>
          </a:p>
          <a:p xmlns:a="http://schemas.openxmlformats.org/drawingml/2006/main">
            <a:r>
              <a:t>main 브랜치가 로컬 shared.git에 전달됩니다.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로컬 작업 폴더와 공유 폴더를 그림으로 구별합니다.</a:t>
            </a:r>
          </a:p>
          <a:p xmlns:a="http://schemas.openxmlformats.org/drawingml/2006/main">
            <a:r>
              <a:t>2. remote -v의 주소가 로컬 경로인지 확인합니다.</a:t>
            </a:r>
          </a:p>
          <a:p xmlns:a="http://schemas.openxmlformats.org/drawingml/2006/main">
            <a:r>
              <a:t>3. 보내기 전후 공유 대상의 역할을 설명합니다.</a:t>
            </a:r>
          </a:p>
          <a:p xmlns:a="http://schemas.openxmlformats.org/drawingml/2006/main">
            <a:r>
              <a:t>4. GitHub 게시를 수행하지 않았다고 기록합니다.</a:t>
            </a:r>
          </a:p>
          <a:p xmlns:a="http://schemas.openxmlformats.org/drawingml/2006/main">
            <a:r>
              <a:t/>
            </a:r>
          </a:p>
          <a:p xmlns:a="http://schemas.openxmlformats.org/drawingml/2006/main">
            <a:r>
              <a:t>예상 결과: 로컬 bare 저장소에 main 이력 전달.</a:t>
            </a:r>
          </a:p>
          <a:p xmlns:a="http://schemas.openxmlformats.org/drawingml/2006/main">
            <a:r>
              <a:t/>
            </a:r>
          </a:p>
          <a:p xmlns:a="http://schemas.openxmlformats.org/drawingml/2006/main">
            <a:r>
              <a:t>확인 질문: origin이라는 이름만 보면 GitHub 주소인지 알 수 있나요?</a:t>
            </a:r>
          </a:p>
          <a:p xmlns:a="http://schemas.openxmlformats.org/drawingml/2006/main">
            <a:r>
              <a:t/>
            </a:r>
          </a:p>
          <a:p xmlns:a="http://schemas.openxmlformats.org/drawingml/2006/main">
            <a:r>
              <a:t>막혔을 때: origin이 이미 있으면 기존 주소를 먼저 확인합니다. 확인 없이 다른 대상 주소로 덮어쓰지 않습니다.</a:t>
            </a:r>
          </a:p>
          <a:p xmlns:a="http://schemas.openxmlformats.org/drawingml/2006/main">
            <a:r>
              <a:t/>
            </a:r>
          </a:p>
          <a:p xmlns:a="http://schemas.openxmlformats.org/drawingml/2006/main">
            <a:r>
              <a:t>[활동 자료와 작성칸](practice-guide.md#a13--원격-이름과-로컬-공유-저장소)에서 A13를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outputs/2026-10-16/lesson.md#A13</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https://zeusk302-png.github.io/kdigital-physical-ai/#/sessions/2026-10-16/activity-A13</a:t>
            </a:r>
          </a:p>
          <a:p xmlns:a="http://schemas.openxmlformats.org/drawingml/2006/main">
            <a:r>
              <a:t>공식 자료: https://git-scm.com/docs/git-restore</a:t>
            </a:r>
          </a:p>
          <a:p xmlns:a="http://schemas.openxmlformats.org/drawingml/2006/main">
            <a:r>
              <a:t/>
            </a:r>
          </a:p>
          <a:p xmlns:a="http://schemas.openxmlformats.org/drawingml/2006/main">
            <a:r>
              <a:t>코드와 개념 해설: origin은 주소에 붙이는 별칭입니다.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공유 장소의 이름의 예</a:t>
            </a:r>
          </a:p>
          <a:p xmlns:a="http://schemas.openxmlformats.org/drawingml/2006/main">
            <a:r>
              <a:t>실행 위치: 별도 빈 work 폴더</a:t>
            </a:r>
          </a:p>
          <a:p xmlns:a="http://schemas.openxmlformats.org/drawingml/2006/main">
            <a:r>
              <a:t/>
            </a:r>
          </a:p>
          <a:p xmlns:a="http://schemas.openxmlformats.org/drawingml/2006/main">
            <a:r>
              <a:t>git init --bare -b main shared.git</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확인할 결과: git-lab에서 공유 주소를 등록합니다. 로컬 커밋 뒤에도 보내기는 별도입니다.</a:t>
            </a:r>
          </a:p>
          <a:p xmlns:a="http://schemas.openxmlformats.org/drawingml/2006/main">
            <a:r>
              <a:t>풀이: 아닙니다. 이번 예는 ../shared.git입니다. bare 저장소의 기본 브랜치를 -b main으로 고정하여 master 기본 환경에서도 clone이 main을 체크아웃하도록 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69장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https://zeusk302-png.github.io/kdigital-physical-ai/#/sessions/2026-10-16/activity-A13</a:t>
            </a:r>
          </a:p>
          <a:p xmlns:a="http://schemas.openxmlformats.org/drawingml/2006/main">
            <a:r>
              <a:t>공식 자료: https://git-scm.com/docs/git-restore</a:t>
            </a:r>
          </a:p>
          <a:p xmlns:a="http://schemas.openxmlformats.org/drawingml/2006/main">
            <a:r>
              <a:t/>
            </a:r>
          </a:p>
          <a:p xmlns:a="http://schemas.openxmlformats.org/drawingml/2006/main">
            <a:r>
              <a:t>코드와 개념 해설: --bare는 작업 파일 없이 이력만 담는 공유 저장소입니다.</a:t>
            </a:r>
          </a:p>
          <a:p xmlns:a="http://schemas.openxmlformats.org/drawingml/2006/main">
            <a:r>
              <a:t>-b main을 명시해야 clone의 시작 브랜치도 맞습니다.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--bare -b main shared.git</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D:\KDigital_PhysicalAI\.build\copyedited-ppt\spec-2026-10-16.json#slide-69</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https://zeusk302-png.github.io/kdigital-physical-ai/#/sessions/2026-10-16/activity-A13</a:t>
            </a:r>
          </a:p>
          <a:p xmlns:a="http://schemas.openxmlformats.org/drawingml/2006/main">
            <a:r>
              <a:t>공식 자료: https://git-scm.com/docs/git-restore</a:t>
            </a:r>
          </a:p>
          <a:p xmlns:a="http://schemas.openxmlformats.org/drawingml/2006/main">
            <a:r>
              <a:t/>
            </a:r>
          </a:p>
          <a:p xmlns:a="http://schemas.openxmlformats.org/drawingml/2006/main">
            <a:r>
              <a:t>코드와 개념 해설: --bare는 작업 파일 없이 기록을 보관합니다.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공유 주소로 보내기</a:t>
            </a:r>
          </a:p>
          <a:p xmlns:a="http://schemas.openxmlformats.org/drawingml/2006/main">
            <a:r>
              <a:t>실행 위치: work/git-lab origin이 이미 있으면 remote -v로 먼저 확인합니다.</a:t>
            </a:r>
          </a:p>
          <a:p xmlns:a="http://schemas.openxmlformats.org/drawingml/2006/main">
            <a:r>
              <a:t/>
            </a:r>
          </a:p>
          <a:p xmlns:a="http://schemas.openxmlformats.org/drawingml/2006/main">
            <a:r>
              <a:t>git remote add origin ../shared.git</a:t>
            </a:r>
          </a:p>
          <a:p xmlns:a="http://schemas.openxmlformats.org/drawingml/2006/main">
            <a:r>
              <a:t>git remote -v</a:t>
            </a:r>
          </a:p>
          <a:p xmlns:a="http://schemas.openxmlformats.org/drawingml/2006/main">
            <a:r>
              <a:t>git push -u origin main</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71장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https://zeusk302-png.github.io/kdigital-physical-ai/#/sessions/2026-10-16/activity-A13</a:t>
            </a:r>
          </a:p>
          <a:p xmlns:a="http://schemas.openxmlformats.org/drawingml/2006/main">
            <a:r>
              <a:t>공식 자료: https://git-scm.com/docs/git-restore</a:t>
            </a:r>
          </a:p>
          <a:p xmlns:a="http://schemas.openxmlformats.org/drawingml/2006/main">
            <a:r>
              <a:t/>
            </a:r>
          </a:p>
          <a:p xmlns:a="http://schemas.openxmlformats.org/drawingml/2006/main">
            <a:r>
              <a:t>코드와 개념 해설: origin은 ../shared.git 주소의 별칭입니다.</a:t>
            </a:r>
          </a:p>
          <a:p xmlns:a="http://schemas.openxmlformats.org/drawingml/2006/main">
            <a:r>
              <a:t>push는 로컬 커밋을 공유 장소에 보내는 별도 행동입니다.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git-lab에서 공유 주소를 등록합니다. 로컬 커밋 뒤에도 보내기는 별도입니다.</a:t>
            </a:r>
          </a:p>
          <a:p xmlns:a="http://schemas.openxmlformats.org/drawingml/2006/main">
            <a:r>
              <a:t/>
            </a:r>
          </a:p>
          <a:p xmlns:a="http://schemas.openxmlformats.org/drawingml/2006/main">
            <a:r>
              <a:t>앞에서 배운 내용: origin은 주소에 붙이는 별칭입니다. 오늘 공유 장소는 같은 PC의 로컬 경로입니다.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이번 예는 ../shared.git입니다. bare 저장소의 기본 브랜치를 -b main으로 고정하여 master 기본 환경에서도 clone이 main을 체크아웃하도록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D:\KDigital_PhysicalAI\.build\copyedited-ppt\spec-2026-10-16.json#slide-71</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https://zeusk302-png.github.io/kdigital-physical-ai/#/sessions/2026-10-16/activity-A13</a:t>
            </a:r>
          </a:p>
          <a:p xmlns:a="http://schemas.openxmlformats.org/drawingml/2006/main">
            <a:r>
              <a:t>공식 자료: https://git-scm.com/docs/git-restore</a:t>
            </a:r>
          </a:p>
          <a:p xmlns:a="http://schemas.openxmlformats.org/drawingml/2006/main">
            <a:r>
              <a:t/>
            </a:r>
          </a:p>
          <a:p xmlns:a="http://schemas.openxmlformats.org/drawingml/2006/main">
            <a:r>
              <a:t>코드와 개념 해설: git-lab에서 공유 주소를 등록합니다.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origin은 반드시 GitHub 주소인가요?</a:t>
            </a:r>
          </a:p>
          <a:p xmlns:a="http://schemas.openxmlformats.org/drawingml/2006/main">
            <a:r>
              <a:t/>
            </a:r>
          </a:p>
          <a:p xmlns:a="http://schemas.openxmlformats.org/drawingml/2006/main">
            <a:r>
              <a:t>정답과 풀이: 아닙니다. 이번 예는 ../shared.git입니다. bare 저장소의 기본 브랜치를 -b main으로 고정하여 master 기본 환경에서도 clone이 main을 체크아웃하도록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https://zeusk302-png.github.io/kdigital-physical-ai/#/sessions/2026-10-16/activity-A13</a:t>
            </a:r>
          </a:p>
          <a:p xmlns:a="http://schemas.openxmlformats.org/drawingml/2006/main">
            <a:r>
              <a:t>공식 자료: https://git-scm.com/docs/git-restore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A14의 개념과 원문 해설입니다.</a:t>
            </a:r>
          </a:p>
          <a:p xmlns:a="http://schemas.openxmlformats.org/drawingml/2006/main">
            <a:r>
              <a:t>## A14 · clone과 새 기록 받아오기</a:t>
            </a:r>
          </a:p>
          <a:p xmlns:a="http://schemas.openxmlformats.org/drawingml/2006/main">
            <a:r>
              <a:t/>
            </a:r>
          </a:p>
          <a:p xmlns:a="http://schemas.openxmlformats.org/drawingml/2006/main">
            <a:r>
              <a:t>**개념.** clone은 저장소의 이력을 새 작업 폴더로 가져옵니다. fetch는 새 기록을 받아 확인하는 단계이며 pull은 보통 가져오기와 현재 브랜치에 통합하기를 연결합니다.</a:t>
            </a:r>
          </a:p>
          <a:p xmlns:a="http://schemas.openxmlformats.org/drawingml/2006/main">
            <a:r>
              <a:t/>
            </a:r>
          </a:p>
          <a:p xmlns:a="http://schemas.openxmlformats.org/drawingml/2006/main">
            <a:r>
              <a:t>**왜 필요한가.** 팀원이 같은 자료를 다른 폴더에서 보는 상황을 재현합니다. 같은 파일을 복사하는 것과 이력을 함께 가져오는 것을 비교합니다. 실제 두 사람의 계정을 사용하지 않습니다.</a:t>
            </a:r>
          </a:p>
          <a:p xmlns:a="http://schemas.openxmlformats.org/drawingml/2006/main">
            <a:r>
              <a:t/>
            </a:r>
          </a:p>
          <a:p xmlns:a="http://schemas.openxmlformats.org/drawingml/2006/main">
            <a:r>
              <a:t>**함께 보는 예.** shared.git를 peer 폴더로 clone하면 README와 이력을 확인할 수 있습니다. 새 기록이 있으면 fetch 뒤 비교하고 pull --ff-only로 선형으로 반영할 수 있을 때만 진행합니다.</a:t>
            </a:r>
          </a:p>
          <a:p xmlns:a="http://schemas.openxmlformats.org/drawingml/2006/main">
            <a:r>
              <a:t/>
            </a:r>
          </a:p>
          <a:p xmlns:a="http://schemas.openxmlformats.org/drawingml/2006/main">
            <a:r>
              <a:t>**헷갈리는 경우.** pull은 항상 모든 상황을 자동으로 해결하는 명령이 아닙니다. 로컬 변경이나 분기된 이력이 있으면 추가 판단이 필요합니다. 오류가 나면 force로 덮지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clone ../shared.git ../peer</a:t>
            </a:r>
          </a:p>
          <a:p xmlns:a="http://schemas.openxmlformats.org/drawingml/2006/main">
            <a:r>
              <a:t>Set-Location ../peer</a:t>
            </a:r>
          </a:p>
          <a:p xmlns:a="http://schemas.openxmlformats.org/drawingml/2006/main">
            <a:r>
              <a:t>git log --oneline -3</a:t>
            </a:r>
          </a:p>
          <a:p xmlns:a="http://schemas.openxmlformats.org/drawingml/2006/main">
            <a:r>
              <a:t>git remote -v</a:t>
            </a:r>
          </a:p>
          <a:p xmlns:a="http://schemas.openxmlformats.org/drawingml/2006/main">
            <a:r>
              <a:t>git fetch origin</a:t>
            </a:r>
          </a:p>
          <a:p xmlns:a="http://schemas.openxmlformats.org/drawingml/2006/main">
            <a:r>
              <a:t>git pull --ff-only</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clone ../shared.git ../peer` | 로컬 공유 저장소를 새 peer 폴더로 복제합니다. |</a:t>
            </a:r>
          </a:p>
          <a:p xmlns:a="http://schemas.openxmlformats.org/drawingml/2006/main">
            <a:r>
              <a:t>| 2 | `Set-Location ../peer` | 다른 작업 사본으로 이동합니다. |</a:t>
            </a:r>
          </a:p>
          <a:p xmlns:a="http://schemas.openxmlformats.org/drawingml/2006/main">
            <a:r>
              <a:t>| 3 | `git log --oneline -3` | 가져온 이력을 확인합니다. |</a:t>
            </a:r>
          </a:p>
          <a:p xmlns:a="http://schemas.openxmlformats.org/drawingml/2006/main">
            <a:r>
              <a:t>| 4 | `git remote -v` | 이 사본의 공유 대상 주소를 봅니다. |</a:t>
            </a:r>
          </a:p>
          <a:p xmlns:a="http://schemas.openxmlformats.org/drawingml/2006/main">
            <a:r>
              <a:t>| 5 | `git fetch origin` | 새 기록을 받습니다. |</a:t>
            </a:r>
          </a:p>
          <a:p xmlns:a="http://schemas.openxmlformats.org/drawingml/2006/main">
            <a:r>
              <a:t>| 6 | `git pull --ff-only` | 단순 전진이 가능할 때만 현재 브랜치에 반영합니다.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시작 위치 work/git-lab. ../peer는 새로 만들 폴더입니다. 네트워크 주소를 사용하지 않습니다.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peer 폴더에서 같은 README와 이력을 확인합니다.</a:t>
            </a:r>
          </a:p>
          <a:p xmlns:a="http://schemas.openxmlformats.org/drawingml/2006/main">
            <a:r>
              <a:t>새 기록이 없으면 Already up to date.가 나올 수 있습니다.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clone 전후 파일뿐 아니라 이력도 비교합니다.</a:t>
            </a:r>
          </a:p>
          <a:p xmlns:a="http://schemas.openxmlformats.org/drawingml/2006/main">
            <a:r>
              <a:t>2. 현재 위치가 peer로 바뀌었음을 기록합니다.</a:t>
            </a:r>
          </a:p>
          <a:p xmlns:a="http://schemas.openxmlformats.org/drawingml/2006/main">
            <a:r>
              <a:t>3. fetch와 반영의 역할을 나눠 설명합니다.</a:t>
            </a:r>
          </a:p>
          <a:p xmlns:a="http://schemas.openxmlformats.org/drawingml/2006/main">
            <a:r>
              <a:t>4. 새 기록이 없는 결과도 정상 상황인지 판단합니다.</a:t>
            </a:r>
          </a:p>
          <a:p xmlns:a="http://schemas.openxmlformats.org/drawingml/2006/main">
            <a:r>
              <a:t/>
            </a:r>
          </a:p>
          <a:p xmlns:a="http://schemas.openxmlformats.org/drawingml/2006/main">
            <a:r>
              <a:t>예상 결과: 별도 작업 사본에 같은 이력. 새 변경이 없으면 최신 상태.</a:t>
            </a:r>
          </a:p>
          <a:p xmlns:a="http://schemas.openxmlformats.org/drawingml/2006/main">
            <a:r>
              <a:t/>
            </a:r>
          </a:p>
          <a:p xmlns:a="http://schemas.openxmlformats.org/drawingml/2006/main">
            <a:r>
              <a:t>확인 질문: peer에서 편집하면 git-lab 작업 파일도 즉시 바뀌나요?</a:t>
            </a:r>
          </a:p>
          <a:p xmlns:a="http://schemas.openxmlformats.org/drawingml/2006/main">
            <a:r>
              <a:t/>
            </a:r>
          </a:p>
          <a:p xmlns:a="http://schemas.openxmlformats.org/drawingml/2006/main">
            <a:r>
              <a:t>막혔을 때: bare의 기본 브랜치가 맞지 않아 비어 보이면 강사가 shared.git의 HEAD가 main인지 확인합니다. 명령 실패를 성공으로 적지 않습니다.</a:t>
            </a:r>
          </a:p>
          <a:p xmlns:a="http://schemas.openxmlformats.org/drawingml/2006/main">
            <a:r>
              <a:t/>
            </a:r>
          </a:p>
          <a:p xmlns:a="http://schemas.openxmlformats.org/drawingml/2006/main">
            <a:r>
              <a:t>[활동 자료와 작성칸](practice-guide.md#a14--clone과-새-기록-받아오기)에서 A14를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outputs/2026-10-16/lesson.md#A14</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https://zeusk302-png.github.io/kdigital-physical-ai/#/sessions/2026-10-16/activity-A14</a:t>
            </a:r>
          </a:p>
          <a:p xmlns:a="http://schemas.openxmlformats.org/drawingml/2006/main">
            <a:r>
              <a:t>공식 자료: https://git-scm.com/docs/git-restore</a:t>
            </a:r>
          </a:p>
          <a:p xmlns:a="http://schemas.openxmlformats.org/drawingml/2006/main">
            <a:r>
              <a:t/>
            </a:r>
          </a:p>
          <a:p xmlns:a="http://schemas.openxmlformats.org/drawingml/2006/main">
            <a:r>
              <a:t>코드와 개념 해설: 추가·복습: clone은 처음 기록을 복사합니다.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명령: 동료 작업본 처음 만들기</a:t>
            </a:r>
          </a:p>
          <a:p xmlns:a="http://schemas.openxmlformats.org/drawingml/2006/main">
            <a:r>
              <a:t>추가·복습: 실행 위치: work 다음 fetch 예는 이 colleague 폴더에서 실행합니다.</a:t>
            </a:r>
          </a:p>
          <a:p xmlns:a="http://schemas.openxmlformats.org/drawingml/2006/main">
            <a:r>
              <a:t/>
            </a:r>
          </a:p>
          <a:p xmlns:a="http://schemas.openxmlformats.org/drawingml/2006/main">
            <a:r>
              <a:t>git clone shared.git colleague</a:t>
            </a:r>
          </a:p>
          <a:p xmlns:a="http://schemas.openxmlformats.org/drawingml/2006/main">
            <a:r>
              <a:t>cd colleague</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75장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https://zeusk302-png.github.io/kdigital-physical-ai/#/sessions/2026-10-16/activity-A14</a:t>
            </a:r>
          </a:p>
          <a:p xmlns:a="http://schemas.openxmlformats.org/drawingml/2006/main">
            <a:r>
              <a:t>공식 자료: https://git-scm.com/docs/git-restore</a:t>
            </a:r>
          </a:p>
          <a:p xmlns:a="http://schemas.openxmlformats.org/drawingml/2006/main">
            <a:r>
              <a:t/>
            </a:r>
          </a:p>
          <a:p xmlns:a="http://schemas.openxmlformats.org/drawingml/2006/main">
            <a:r>
              <a:t>코드와 개념 해설: work에서 colleague를 처음 만들고 그 폴더로 들어갑니다.</a:t>
            </a:r>
          </a:p>
          <a:p xmlns:a="http://schemas.openxmlformats.org/drawingml/2006/main">
            <a:r>
              <a:t>다음 fetch 예제는 colleague 안에서 실행합니다.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예제: 동료가 기록 받기의 예</a:t>
            </a:r>
          </a:p>
          <a:p xmlns:a="http://schemas.openxmlformats.org/drawingml/2006/main">
            <a:r>
              <a:t>추가·복습: 실행 위치: 이미 clone한 colleague</a:t>
            </a:r>
          </a:p>
          <a:p xmlns:a="http://schemas.openxmlformats.org/drawingml/2006/main">
            <a:r>
              <a:t/>
            </a:r>
          </a:p>
          <a:p xmlns:a="http://schemas.openxmlformats.org/drawingml/2006/main">
            <a:r>
              <a:t>git fetch origin</a:t>
            </a:r>
          </a:p>
          <a:p xmlns:a="http://schemas.openxmlformats.org/drawingml/2006/main">
            <a:r>
              <a:t>뜻: fetch는 공유 기록을 받는다. 작업 파일의 즉시 갱신과 구별한다.</a:t>
            </a:r>
          </a:p>
          <a:p xmlns:a="http://schemas.openxmlformats.org/drawingml/2006/main">
            <a:r>
              <a:t/>
            </a:r>
          </a:p>
          <a:p xmlns:a="http://schemas.openxmlformats.org/drawingml/2006/main">
            <a:r>
              <a:t>git log --oneline main..origin/main</a:t>
            </a:r>
          </a:p>
          <a:p xmlns:a="http://schemas.openxmlformats.org/drawingml/2006/main">
            <a:r>
              <a:t>뜻: main에는 없고 가져온 origin/main에는 있는 커밋을 보여 줍니다.</a:t>
            </a:r>
          </a:p>
          <a:p xmlns:a="http://schemas.openxmlformats.org/drawingml/2006/main">
            <a:r>
              <a:t/>
            </a:r>
          </a:p>
          <a:p xmlns:a="http://schemas.openxmlformats.org/drawingml/2006/main">
            <a:r>
              <a:t>git merge --ff-only origin/main</a:t>
            </a:r>
          </a:p>
          <a:p xmlns:a="http://schemas.openxmlformats.org/drawingml/2006/main">
            <a:r>
              <a:t>뜻: merge는 받은 흐름을 현재 흐름에 적용한다. ff-only는 갈라지지 않은 이력만 앞으로 이동시킨다.</a:t>
            </a:r>
          </a:p>
          <a:p xmlns:a="http://schemas.openxmlformats.org/drawingml/2006/main">
            <a:r>
              <a:t/>
            </a:r>
          </a:p>
          <a:p xmlns:a="http://schemas.openxmlformats.org/drawingml/2006/main">
            <a:r>
              <a:t>확인할 결과: fetch만으로 현재 문장이 바뀌지 않을 수 있습니다. 갈라진 이력이면 자동 성공을 기대하지 않습니다.</a:t>
            </a:r>
          </a:p>
          <a:p xmlns:a="http://schemas.openxmlformats.org/drawingml/2006/main">
            <a:r>
              <a:t>풀이: push 전이거나 동료의 fetch와 적용이 빠졌을 수 있습니다. 로컬 상태만으로 원격과 동료 작업본이 최신이라고 판단하지 않습니다.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76장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https://zeusk302-png.github.io/kdigital-physical-ai/#/sessions/2026-10-16/activity-A14</a:t>
            </a:r>
          </a:p>
          <a:p xmlns:a="http://schemas.openxmlformats.org/drawingml/2006/main">
            <a:r>
              <a:t>공식 자료: https://git-scm.com/docs/git-restore</a:t>
            </a:r>
          </a:p>
          <a:p xmlns:a="http://schemas.openxmlformats.org/drawingml/2006/main">
            <a:r>
              <a:t/>
            </a:r>
          </a:p>
          <a:p xmlns:a="http://schemas.openxmlformats.org/drawingml/2006/main">
            <a:r>
              <a:t>코드와 개념 해설: fetch 뒤 main..origin/main으로 새로 받은 기록을 읽습니다.</a:t>
            </a:r>
          </a:p>
          <a:p xmlns:a="http://schemas.openxmlformats.org/drawingml/2006/main">
            <a:r>
              <a:t>--ff-only는 이력이 갈라지면 임의 병합하지 않고 실패합니다.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fetch만으로 현재 문장이 바뀌지 않을 수 있습니다. 갈라진 이력이면 자동 성공을 기대하지 않습니다.</a:t>
            </a:r>
          </a:p>
          <a:p xmlns:a="http://schemas.openxmlformats.org/drawingml/2006/main">
            <a:r>
              <a:t/>
            </a:r>
          </a:p>
          <a:p xmlns:a="http://schemas.openxmlformats.org/drawingml/2006/main">
            <a:r>
              <a:t>앞에서 배운 내용: clone은 처음 기록을 복사합니다. fetch 뒤 적용할 변경을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push 전이거나 동료의 fetch와 적용이 빠졌을 수 있습니다. 로컬 상태만으로 원격과 동료 작업본이 최신이라고 판단하지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outputs/2026-10-16/lesson.md#A14</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https://zeusk302-png.github.io/kdigital-physical-ai/#/sessions/2026-10-16/activity-A14</a:t>
            </a:r>
          </a:p>
          <a:p xmlns:a="http://schemas.openxmlformats.org/drawingml/2006/main">
            <a:r>
              <a:t>공식 자료: https://git-scm.com/docs/git-restore</a:t>
            </a:r>
          </a:p>
          <a:p xmlns:a="http://schemas.openxmlformats.org/drawingml/2006/main">
            <a:r>
              <a:t/>
            </a:r>
          </a:p>
          <a:p xmlns:a="http://schemas.openxmlformats.org/drawingml/2006/main">
            <a:r>
              <a:t>코드와 개념 해설: 추가·복습: fetch만으로 현재 문장이 바뀌지 않을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내 상태는 clean인데 동료 파일은 옛 문장입니다. 빠졌을 수 있는 행동 두 개를 쓰세요.</a:t>
            </a:r>
          </a:p>
          <a:p xmlns:a="http://schemas.openxmlformats.org/drawingml/2006/main">
            <a:r>
              <a:t/>
            </a:r>
          </a:p>
          <a:p xmlns:a="http://schemas.openxmlformats.org/drawingml/2006/main">
            <a:r>
              <a:t>정답과 풀이: push 전이거나 동료의 fetch와 적용이 빠졌을 수 있습니다. 로컬 상태만으로 원격과 동료 작업본이 최신이라고 판단하지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https://zeusk302-png.github.io/kdigital-physical-ai/#/sessions/2026-10-16/activity-A14</a:t>
            </a:r>
          </a:p>
          <a:p xmlns:a="http://schemas.openxmlformats.org/drawingml/2006/main">
            <a:r>
              <a:t>공식 자료: https://git-scm.com/docs/git-restore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A15의 개념과 원문 해설입니다.</a:t>
            </a:r>
          </a:p>
          <a:p xmlns:a="http://schemas.openxmlformats.org/drawingml/2006/main">
            <a:r>
              <a:t>## A15 · GitHub와 PR의 역할</a:t>
            </a:r>
          </a:p>
          <a:p xmlns:a="http://schemas.openxmlformats.org/drawingml/2006/main">
            <a:r>
              <a:t/>
            </a:r>
          </a:p>
          <a:p xmlns:a="http://schemas.openxmlformats.org/drawingml/2006/main">
            <a:r>
              <a:t>**개념.** Git은 로컬 이력 도구이고 GitHub는 저장소 호스팅과 협업 기능을 제공하는 웹 서비스입니다. Pull request는 변경을 합치기 전에 목적·차이·확인을 제안하고 검토하는 요청입니다.</a:t>
            </a:r>
          </a:p>
          <a:p xmlns:a="http://schemas.openxmlformats.org/drawingml/2006/main">
            <a:r>
              <a:t/>
            </a:r>
          </a:p>
          <a:p xmlns:a="http://schemas.openxmlformats.org/drawingml/2006/main">
            <a:r>
              <a:t>**왜 필요한가.** 커밋과 전송만으로 협업 검토가 끝나는 것은 아닙니다. 다른 사람이 이해할 설명과 확인 범위를 함께 제시해야 합니다. 계정이 없어도 제공한 변경 제안 꾸러미로 리뷰를 연습할 수 있습니다.</a:t>
            </a:r>
          </a:p>
          <a:p xmlns:a="http://schemas.openxmlformats.org/drawingml/2006/main">
            <a:r>
              <a:t/>
            </a:r>
          </a:p>
          <a:p xmlns:a="http://schemas.openxmlformats.org/drawingml/2006/main">
            <a:r>
              <a:t>**함께 보는 예.** data/pr_proposal.md와 pr_diff.txt에는 실행 폴더를 명확히 하는 제안이 있습니다. 학생은 목적·실제 변경·검증 근거를 읽고 review_response.md에 수락 또는 보완 이유를 씁니다.</a:t>
            </a:r>
          </a:p>
          <a:p xmlns:a="http://schemas.openxmlformats.org/drawingml/2006/main">
            <a:r>
              <a:t/>
            </a:r>
          </a:p>
          <a:p xmlns:a="http://schemas.openxmlformats.org/drawingml/2006/main">
            <a:r>
              <a:t>**헷갈리는 경우.** PR은 로컬 Git 명령의 커밋과 동일하지 않고, 요청을 만들었다고 자동으로 병합되었다는 뜻도 아닙니다. 이번 활동은 제공 카드의 모의 검토이며 GitHub에 실제 요청을 만들지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PR 제안: README 실행폴더 안내 추가.</a:t>
            </a:r>
          </a:p>
          <a:p xmlns:a="http://schemas.openxmlformats.org/drawingml/2006/main">
            <a:r>
              <a:t>변경: Run checker. → Run checker from course.</a:t>
            </a:r>
          </a:p>
          <a:p xmlns:a="http://schemas.openxmlformats.org/drawingml/2006/main">
            <a:r>
              <a:t>확인: 안내문구 대조만 수행, 프로그램 새 실행은 미수행.</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제안의 문제와 바뀐 줄을 연결합니다.</a:t>
            </a:r>
          </a:p>
          <a:p xmlns:a="http://schemas.openxmlformats.org/drawingml/2006/main">
            <a:r>
              <a:t>2. 검증했다는 문구가 실제 확인 범위와 맞는지 봅니다.</a:t>
            </a:r>
          </a:p>
          <a:p xmlns:a="http://schemas.openxmlformats.org/drawingml/2006/main">
            <a:r>
              <a:t>3. 보완 질문 또는 수락 근거를 작성합니다.</a:t>
            </a:r>
          </a:p>
          <a:p xmlns:a="http://schemas.openxmlformats.org/drawingml/2006/main">
            <a:r>
              <a:t>4. 로컬 commit·push·PR·merge 역할을 네 칸으로 나눕니다.</a:t>
            </a:r>
          </a:p>
          <a:p xmlns:a="http://schemas.openxmlformats.org/drawingml/2006/main">
            <a:r>
              <a:t/>
            </a:r>
          </a:p>
          <a:p xmlns:a="http://schemas.openxmlformats.org/drawingml/2006/main">
            <a:r>
              <a:t>예상 결과: 계정 없는 모의 리뷰와 실제 GitHub 작업을 구별한 검토 기록.</a:t>
            </a:r>
          </a:p>
          <a:p xmlns:a="http://schemas.openxmlformats.org/drawingml/2006/main">
            <a:r>
              <a:t/>
            </a:r>
          </a:p>
          <a:p xmlns:a="http://schemas.openxmlformats.org/drawingml/2006/main">
            <a:r>
              <a:t>확인 질문: PR 본문에 ‘모든 테스트 통과’라고 쓰면 그대로 믿어도 되나요?</a:t>
            </a:r>
          </a:p>
          <a:p xmlns:a="http://schemas.openxmlformats.org/drawingml/2006/main">
            <a:r>
              <a:t/>
            </a:r>
          </a:p>
          <a:p xmlns:a="http://schemas.openxmlformats.org/drawingml/2006/main">
            <a:r>
              <a:t>막혔을 때: 화면이 없어서 막히면 자료의 제안·diff·검토 응답을 순서대로 읽습니다. 실제 UI 사용 경험이라고 기록하지 않습니다.</a:t>
            </a:r>
          </a:p>
          <a:p xmlns:a="http://schemas.openxmlformats.org/drawingml/2006/main">
            <a:r>
              <a:t/>
            </a:r>
          </a:p>
          <a:p xmlns:a="http://schemas.openxmlformats.org/drawingml/2006/main">
            <a:r>
              <a:t>[활동 자료와 작성칸](practice-guide.md#a15--github와-pr의-역할)에서 A15를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outputs/2026-10-16/lesson.md#A15</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https://zeusk302-png.github.io/kdigital-physical-ai/#/sessions/2026-10-16/activity-A15</a:t>
            </a:r>
          </a:p>
          <a:p xmlns:a="http://schemas.openxmlformats.org/drawingml/2006/main">
            <a:r>
              <a:t>공식 자료: https://git-scm.com/docs/git-restore</a:t>
            </a:r>
          </a:p>
          <a:p xmlns:a="http://schemas.openxmlformats.org/drawingml/2006/main">
            <a:r>
              <a:t/>
            </a:r>
          </a:p>
          <a:p xmlns:a="http://schemas.openxmlformats.org/drawingml/2006/main">
            <a:r>
              <a:t>코드와 개념 해설: PR은 변경을 검토해 달라는 요청입니다.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오늘은 계정 없는 제공 자료를 읽습니다.</a:t>
            </a:r>
          </a:p>
          <a:p xmlns:a="http://schemas.openxmlformats.org/drawingml/2006/main">
            <a:r>
              <a:t/>
            </a:r>
          </a:p>
          <a:p xmlns:a="http://schemas.openxmlformats.org/drawingml/2006/main">
            <a:r>
              <a:t>이 표에서 볼 것: PR은 변경을 검토해 달라는 요청입니다. 요구·변경·검사 근거를 연결해 읽습니다.</a:t>
            </a:r>
          </a:p>
          <a:p xmlns:a="http://schemas.openxmlformats.org/drawingml/2006/main">
            <a:r>
              <a:t>예상 결과: “모든 테스트 통과”만으로 승인하지 않습니다. 대상 파일과 입력·출력을 확인합니다.</a:t>
            </a:r>
          </a:p>
          <a:p xmlns:a="http://schemas.openxmlformats.org/drawingml/2006/main">
            <a:r>
              <a:t/>
            </a:r>
          </a:p>
          <a:p xmlns:a="http://schemas.openxmlformats.org/drawingml/2006/main">
            <a:r>
              <a:t>풀이: 대상 파일, 실행 위치, 명령, 검사 입력, 기대와 실제 결과, 아직 확인하지 않은 범위를 요청합니다. 실제 PR 생성·게시를 수업 필수로 요구하지 않습니다.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https://zeusk302-png.github.io/kdigital-physical-ai/#/sessions/2026-10-16/activity-A15</a:t>
            </a:r>
          </a:p>
          <a:p xmlns:a="http://schemas.openxmlformats.org/drawingml/2006/main">
            <a:r>
              <a:t>공식 자료: https://git-scm.com/docs/git-restore</a:t>
            </a:r>
          </a:p>
          <a:p xmlns:a="http://schemas.openxmlformats.org/drawingml/2006/main">
            <a:r>
              <a:t/>
            </a:r>
          </a:p>
          <a:p xmlns:a="http://schemas.openxmlformats.org/drawingml/2006/main">
            <a:r>
              <a:t>코드와 개념 해설: 표의 항목과 값은 원문 그대로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“모든 테스트 통과”만으로 승인하지 않습니다. 어느 파일에 어떤 값을 넣어 시험했는지 묻습니다.</a:t>
            </a:r>
          </a:p>
          <a:p xmlns:a="http://schemas.openxmlformats.org/drawingml/2006/main">
            <a:r>
              <a:t/>
            </a:r>
          </a:p>
          <a:p xmlns:a="http://schemas.openxmlformats.org/drawingml/2006/main">
            <a:r>
              <a:t>앞에서 배운 내용: PR은 변경을 검토해 달라는 요청입니다. 요구·변경·검사 근거를 연결해 읽습니다.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대상 파일, 실행 위치, 명령, 검사 입력, 기대와 실제 결과, 아직 확인하지 않은 범위를 요청합니다. 실제 PR 생성·게시를 수업 필수로 요구하지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outputs/2026-10-16/lesson.md#A15</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https://zeusk302-png.github.io/kdigital-physical-ai/#/sessions/2026-10-16/activity-A15</a:t>
            </a:r>
          </a:p>
          <a:p xmlns:a="http://schemas.openxmlformats.org/drawingml/2006/main">
            <a:r>
              <a:t>공식 자료: https://git-scm.com/docs/git-restore</a:t>
            </a:r>
          </a:p>
          <a:p xmlns:a="http://schemas.openxmlformats.org/drawingml/2006/main">
            <a:r>
              <a:t/>
            </a:r>
          </a:p>
          <a:p xmlns:a="http://schemas.openxmlformats.org/drawingml/2006/main">
            <a:r>
              <a:t>코드와 개념 해설: “모든 테스트 통과”만으로 승인하지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검사했다고 했지만 명령이 없습니다. 동료에게 어떤 정보를 요청하나요?</a:t>
            </a:r>
          </a:p>
          <a:p xmlns:a="http://schemas.openxmlformats.org/drawingml/2006/main">
            <a:r>
              <a:t/>
            </a:r>
          </a:p>
          <a:p xmlns:a="http://schemas.openxmlformats.org/drawingml/2006/main">
            <a:r>
              <a:t>정답과 풀이: 대상 파일, 실행 위치, 명령, 검사 입력, 기대와 실제 결과, 아직 확인하지 않은 범위를 요청합니다. 실제 PR 생성·게시를 수업 필수로 요구하지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https://zeusk302-png.github.io/kdigital-physical-ai/#/sessions/2026-10-16/activity-A15</a:t>
            </a:r>
          </a:p>
          <a:p xmlns:a="http://schemas.openxmlformats.org/drawingml/2006/main">
            <a:r>
              <a:t>공식 자료: https://git-scm.com/docs/git-restore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주제는 충돌과 인수인계입니다.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outputs/2026-10-16/beginner-start.md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28과 30의 평균을 쓰면 요청과 달라집니다. 정한 기준과 재검사 결과를 함께 적습니다.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outputs/2026-10-16/lesson.md#A16</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28과 30의 평균을 쓰면 요청과 달라집니다.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A16의 개념과 원문 해설입니다.</a:t>
            </a:r>
          </a:p>
          <a:p xmlns:a="http://schemas.openxmlformats.org/drawingml/2006/main">
            <a:r>
              <a:t>## A16 · 충돌 표식과 내용 결정</a:t>
            </a:r>
          </a:p>
          <a:p xmlns:a="http://schemas.openxmlformats.org/drawingml/2006/main">
            <a:r>
              <a:t/>
            </a:r>
          </a:p>
          <a:p xmlns:a="http://schemas.openxmlformats.org/drawingml/2006/main">
            <a:r>
              <a:t>### 사례로 이해하기 · 충돌을 업무 결정으로 해결하기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두 담당자가 같은 안내 줄을 다르게 수정했습니다. Git은 업무상 맞는 문장을 판단하지 못하므로 충돌을 표시합니다. 사람이 요구를 대조하여 결정합니다.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브랜치는 기록 흐름의 이름이고 병합은 흐름을 합치는 일입니다. 같은 위치를 다르게 고치면 자동 결정이 멈춥니다. 일반 merge 충돌의 `&lt;&lt;&lt;&lt;&lt;&lt;&lt; HEAD` 아래는 현재 쪽, `=======` 다음은 합치려는 쪽, `&gt;&gt;&gt;&gt;&gt;&gt;&gt; guide`는 끝 표시입니다. 표식을 제거하고 업무 요구에 맞는 최종 문장을 작성합니다.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P4의 저장소를 이어 쓰지 않습니다. 압축을 푼 course 폴더에서 아래 명령으로 새 work/git-conflict-demo를 만듭니다. 이미 같은 이름이 있으면 새 빈 폴더 이름을 사용합니다.</a:t>
            </a:r>
          </a:p>
          <a:p xmlns:a="http://schemas.openxmlformats.org/drawingml/2006/main">
            <a:r>
              <a:t/>
            </a:r>
          </a:p>
          <a:p xmlns:a="http://schemas.openxmlformats.org/drawingml/2006/main">
            <a:r>
              <a:t>```powershell</a:t>
            </a:r>
          </a:p>
          <a:p xmlns:a="http://schemas.openxmlformats.org/drawingml/2006/main">
            <a:r>
              <a:t>New-Item -ItemType Directory -Path work/git-conflict-demo</a:t>
            </a:r>
          </a:p>
          <a:p xmlns:a="http://schemas.openxmlformats.org/drawingml/2006/main">
            <a:r>
              <a:t>Set-Location work/git-conflict-demo</a:t>
            </a:r>
          </a:p>
          <a:p xmlns:a="http://schemas.openxmlformats.org/drawingml/2006/main">
            <a:r>
              <a:t>git init -b main</a:t>
            </a:r>
          </a:p>
          <a:p xmlns:a="http://schemas.openxmlformats.org/drawingml/2006/main">
            <a:r>
              <a:t>git config --local user.name "Classroom Demo"</a:t>
            </a:r>
          </a:p>
          <a:p xmlns:a="http://schemas.openxmlformats.org/drawingml/2006/main">
            <a:r>
              <a:t>git config --local user.email "learner@example.invalid"</a:t>
            </a:r>
          </a:p>
          <a:p xmlns:a="http://schemas.openxmlformats.org/drawingml/2006/main">
            <a:r>
              <a:t>Set-Content -Path README.md -Value "Run from here." -Encoding utf8</a:t>
            </a:r>
          </a:p>
          <a:p xmlns:a="http://schemas.openxmlformats.org/drawingml/2006/main">
            <a:r>
              <a:t>git add README.md</a:t>
            </a:r>
          </a:p>
          <a:p xmlns:a="http://schemas.openxmlformats.org/drawingml/2006/main">
            <a:r>
              <a:t>git commit -m "Initial common instructions"</a:t>
            </a:r>
          </a:p>
          <a:p xmlns:a="http://schemas.openxmlformats.org/drawingml/2006/main">
            <a:r>
              <a:t>```</a:t>
            </a:r>
          </a:p>
          <a:p xmlns:a="http://schemas.openxmlformats.org/drawingml/2006/main">
            <a:r>
              <a:t/>
            </a:r>
          </a:p>
          <a:p xmlns:a="http://schemas.openxmlformats.org/drawingml/2006/main">
            <a:r>
              <a:t>명령은 새 폴더 생성·이동·main 저장소 시작·로컬 작성자 설정·공통 문장 저장·선택·기록 순서입니다. 이후 실행 위치는 계속 work/git-conflict-demo입니다. `git status --short`가 비었는지 확인합니다. `git switch -c guide`로 갈라 README 첫 줄을 `Run from work.`로 저장하고 add·commit합니다. `git switch main`으로 돌아가 첫 줄을 `Run from course.`로 저장하고 add·commit합니다. `git merge guide`가 충돌하면 `git status --short`에 `UU README.md`가 보입니다. 최종 요구가 “압축을 푼 course 안의 work에서 실행”이면 README 첫 줄을 `Run from extracted course/work.`로 작성하고 세 표식도 제거합니다. `git add README.md` 후 staged diff를 검토하고 `git commit -m "Resolve run folder instructions"`를 합니다. status와 실제 문장을 함께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양쪽이 센서 경계값을 28과 30으로 바꿨는데 승인된 규칙이 28 이상 주의입니다. 어떤 문장을 남길지 결정하고 확인할 경계 입력 세 개를 작성하세요. 결정을 할 수 없다면 누구에게 무엇을 물어볼지도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승인된 28을 유지하고 27.9·28·28.1을 대조합니다. 양쪽 숫자를 평균한 29는 승인 근거가 없습니다. 상위 문장을 무조건 고르는 것도 업무 판단을 대신하지 못합니다. 중단하려면 변경을 보관하고 merge 시작 전 상태가 clean인지 확인한 연습에서 `git merge --abort`를 사용할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UU는 두 파일인가요? 한 파일의 미해결 충돌입니다. ② add가 의미를 검증하나요? 해결한 내용을 선택할 뿐입니다. ③ 해결 후 무엇을 남기나요? 최종 문장, 선택 근거, 재검사 결과를 기록합니다.</a:t>
            </a:r>
          </a:p>
          <a:p xmlns:a="http://schemas.openxmlformats.org/drawingml/2006/main">
            <a:r>
              <a:t/>
            </a:r>
          </a:p>
          <a:p xmlns:a="http://schemas.openxmlformats.org/drawingml/2006/main">
            <a:r>
              <a:t>**개념.** 충돌은 두 변경을 Git이 자동으로 합치기 어려운 상태입니다. 표식은 양쪽 내용을 보여 주며 최종 뜻을 결정하는 일은 사람이 해야 합니다.</a:t>
            </a:r>
          </a:p>
          <a:p xmlns:a="http://schemas.openxmlformats.org/drawingml/2006/main">
            <a:r>
              <a:t/>
            </a:r>
          </a:p>
          <a:p xmlns:a="http://schemas.openxmlformats.org/drawingml/2006/main">
            <a:r>
              <a:t>**왜 필요한가.** 같은 줄을 서로 다르게 바꾸면 한쪽을 무조건 지우는 것으로 업무 목적을 보존하기 어렵습니다. 어떤 요구를 남길지 먼저 정하고 최종 문장을 만듭니다.</a:t>
            </a:r>
          </a:p>
          <a:p xmlns:a="http://schemas.openxmlformats.org/drawingml/2006/main">
            <a:r>
              <a:t/>
            </a:r>
          </a:p>
          <a:p xmlns:a="http://schemas.openxmlformats.org/drawingml/2006/main">
            <a:r>
              <a:t>**함께 보는 예.** 한쪽은 실행 폴더를, 다른 쪽은 결과 파일 확인을 안내했습니다. 최종 문장에 두 뜻을 담을 수 있는지 검토합니다. 제공 conflict_card.txt에서 표식을 제거하고 문장을 합쳐 씁니다.</a:t>
            </a:r>
          </a:p>
          <a:p xmlns:a="http://schemas.openxmlformats.org/drawingml/2006/main">
            <a:r>
              <a:t/>
            </a:r>
          </a:p>
          <a:p xmlns:a="http://schemas.openxmlformats.org/drawingml/2006/main">
            <a:r>
              <a:t>**헷갈리는 경우.** 표식만 없애면 충돌 처리의 의미 검토가 끝난 것은 아닙니다. 어느 쪽의 요구가 빠졌는지 확인해야 합니다. 실제 merge 실습은 강사의 새 임시 저장소 시연 또는 선택 경로입니다.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&lt;&lt;&lt;&lt;&lt;&lt;&lt; HEAD</a:t>
            </a:r>
          </a:p>
          <a:p xmlns:a="http://schemas.openxmlformats.org/drawingml/2006/main">
            <a:r>
              <a:t>Run from course.</a:t>
            </a:r>
          </a:p>
          <a:p xmlns:a="http://schemas.openxmlformats.org/drawingml/2006/main">
            <a:r>
              <a:t>=======</a:t>
            </a:r>
          </a:p>
          <a:p xmlns:a="http://schemas.openxmlformats.org/drawingml/2006/main">
            <a:r>
              <a:t>Check output JSON after running.</a:t>
            </a:r>
          </a:p>
          <a:p xmlns:a="http://schemas.openxmlformats.org/drawingml/2006/main">
            <a:r>
              <a:t>&gt;&gt;&gt;&gt;&gt;&gt;&gt; docs-output</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양쪽 문장이 요구하는 행동을 나눕니다.</a:t>
            </a:r>
          </a:p>
          <a:p xmlns:a="http://schemas.openxmlformats.org/drawingml/2006/main">
            <a:r>
              <a:t>2. 두 뜻을 보존한 최종 문장을 작성합니다.</a:t>
            </a:r>
          </a:p>
          <a:p xmlns:a="http://schemas.openxmlformats.org/drawingml/2006/main">
            <a:r>
              <a:t>3. 충돌 표식이 남지 않았는지 확인합니다.</a:t>
            </a:r>
          </a:p>
          <a:p xmlns:a="http://schemas.openxmlformats.org/drawingml/2006/main">
            <a:r>
              <a:t>4. 시연 또는 수동 카드 해결 중 실제 수행한 방식을 기록합니다.</a:t>
            </a:r>
          </a:p>
          <a:p xmlns:a="http://schemas.openxmlformats.org/drawingml/2006/main">
            <a:r>
              <a:t/>
            </a:r>
          </a:p>
          <a:p xmlns:a="http://schemas.openxmlformats.org/drawingml/2006/main">
            <a:r>
              <a:t>예상 결과: Run from course and check output JSON after running. 같은 뜻을 보존한 문장.</a:t>
            </a:r>
          </a:p>
          <a:p xmlns:a="http://schemas.openxmlformats.org/drawingml/2006/main">
            <a:r>
              <a:t/>
            </a:r>
          </a:p>
          <a:p xmlns:a="http://schemas.openxmlformats.org/drawingml/2006/main">
            <a:r>
              <a:t>확인 질문: 충돌이 난 것은 파일이 모두 망가졌다는 뜻인가요?</a:t>
            </a:r>
          </a:p>
          <a:p xmlns:a="http://schemas.openxmlformats.org/drawingml/2006/main">
            <a:r>
              <a:t/>
            </a:r>
          </a:p>
          <a:p xmlns:a="http://schemas.openxmlformats.org/drawingml/2006/main">
            <a:r>
              <a:t>막혔을 때: 원래 요구를 모르면 작성자에게 확인할 질문을 남깁니다. 이름만 보고 어느 쪽이 맞다고 정하지 않습니다.</a:t>
            </a:r>
          </a:p>
          <a:p xmlns:a="http://schemas.openxmlformats.org/drawingml/2006/main">
            <a:r>
              <a:t/>
            </a:r>
          </a:p>
          <a:p xmlns:a="http://schemas.openxmlformats.org/drawingml/2006/main">
            <a:r>
              <a:t>[활동 자료와 작성칸](practice-guide.md#a16--충돌-표식과-내용-결정)에서 A16를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outputs/2026-10-16/lesson.md#A16</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앞 활동의 저장소를 이어 쓰지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충돌의 공통 시작의 예</a:t>
            </a:r>
          </a:p>
          <a:p xmlns:a="http://schemas.openxmlformats.org/drawingml/2006/main">
            <a:r>
              <a:t>실행 위치: 새 work/git-conflict-demo</a:t>
            </a:r>
          </a:p>
          <a:p xmlns:a="http://schemas.openxmlformats.org/drawingml/2006/main">
            <a:r>
              <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Set-Content README.md "Run from here." -Encoding utf8</a:t>
            </a:r>
          </a:p>
          <a:p xmlns:a="http://schemas.openxmlformats.org/drawingml/2006/main">
            <a:r>
              <a:t>뜻: README.md에 공통 시작 문장을 UTF-8로 저장합니다. 기존 내용이 있으면 덮어쓰므로 새 실습 폴더에서 실행합니다.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commit -m "Initial common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확인할 결과: guide는 Run from work.로 기록합니다. main은 Run from course.로 기록합니다. 같은 공통 기록에서 두 변경이 갈라집니다.</a:t>
            </a:r>
          </a:p>
          <a:p xmlns:a="http://schemas.openxmlformats.org/drawingml/2006/main">
            <a:r>
              <a:t>풀이: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86장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독립 git-conflict-demo에서 Run from here.를 공통 커밋으로 만듭니다.</a:t>
            </a:r>
          </a:p>
          <a:p xmlns:a="http://schemas.openxmlformats.org/drawingml/2006/main">
            <a:r>
              <a:t>이 공통 시작이 있어야 뒤의 두 브랜치 변경이 충돌합니다.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Set-Content README.md "Run from here." -Encoding utf8</a:t>
            </a:r>
          </a:p>
          <a:p xmlns:a="http://schemas.openxmlformats.org/drawingml/2006/main">
            <a:r>
              <a:t>뜻: README.md에 공통 시작 문장을 UTF-8로 저장합니다. 기존 내용이 있으면 덮어쓰므로 새 실습 폴더에서 실행합니다.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commit -m "Initial common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D:\KDigital_PhysicalAI\.build\copyedited-ppt\spec-2026-10-16.json#slide-86</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새 폴더에서 main 저장소를 만듭니다.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guide의 새 문장 기록</a:t>
            </a:r>
          </a:p>
          <a:p xmlns:a="http://schemas.openxmlformats.org/drawingml/2006/main">
            <a:r>
              <a:t>실행 위치: work/git-conflict-demo 공통 시작 커밋 뒤에 실행합니다.</a:t>
            </a:r>
          </a:p>
          <a:p xmlns:a="http://schemas.openxmlformats.org/drawingml/2006/main">
            <a:r>
              <a:t/>
            </a:r>
          </a:p>
          <a:p xmlns:a="http://schemas.openxmlformats.org/drawingml/2006/main">
            <a:r>
              <a:t>git switch -c guide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"Use work folder"</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88장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guide에서 같은 README 줄을 Run from work.로 바꿉니다.</a:t>
            </a:r>
          </a:p>
          <a:p xmlns:a="http://schemas.openxmlformats.org/drawingml/2006/main">
            <a:r>
              <a:t>변경을 커밋한 뒤 main의 다른 변경을 만듭니다.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main의 다른 문장 기록</a:t>
            </a:r>
          </a:p>
          <a:p xmlns:a="http://schemas.openxmlformats.org/drawingml/2006/main">
            <a:r>
              <a:t>같은 폴더에서 main으로 돌아옵니다. guide와 같은 줄을 다른 내용으로 기록합니다.</a:t>
            </a:r>
          </a:p>
          <a:p xmlns:a="http://schemas.openxmlformats.org/drawingml/2006/main">
            <a:r>
              <a:t/>
            </a:r>
          </a:p>
          <a:p xmlns:a="http://schemas.openxmlformats.org/drawingml/2006/main">
            <a:r>
              <a:t>git switch main</a:t>
            </a:r>
          </a:p>
          <a:p xmlns:a="http://schemas.openxmlformats.org/drawingml/2006/main">
            <a:r>
              <a:t>Set-Content README.md "Run from course." -Encoding utf8</a:t>
            </a:r>
          </a:p>
          <a:p xmlns:a="http://schemas.openxmlformats.org/drawingml/2006/main">
            <a:r>
              <a:t>git add README.md</a:t>
            </a:r>
          </a:p>
          <a:p xmlns:a="http://schemas.openxmlformats.org/drawingml/2006/main">
            <a:r>
              <a:t>git commit -m "Use course folder"</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89장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main에서 공통 시작의 같은 줄을 Run from course.로 바꿉니다.</a:t>
            </a:r>
          </a:p>
          <a:p xmlns:a="http://schemas.openxmlformats.org/drawingml/2006/main">
            <a:r>
              <a:t>guide의 문장을 그대로 이어 쓰지 않아야 충돌을 재현할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충돌을 보고 취소하기</a:t>
            </a:r>
          </a:p>
          <a:p xmlns:a="http://schemas.openxmlformats.org/drawingml/2006/main">
            <a:r>
              <a:t>충돌 표시를 먼저 관찰합니다. abort 뒤 main의 문장이 남는지 확인합니다.</a:t>
            </a:r>
          </a:p>
          <a:p xmlns:a="http://schemas.openxmlformats.org/drawingml/2006/main">
            <a:r>
              <a:t/>
            </a:r>
          </a:p>
          <a:p xmlns:a="http://schemas.openxmlformats.org/drawingml/2006/main">
            <a:r>
              <a:t>git merge guide</a:t>
            </a:r>
          </a:p>
          <a:p xmlns:a="http://schemas.openxmlformats.org/drawingml/2006/main">
            <a:r>
              <a:t>git status</a:t>
            </a:r>
          </a:p>
          <a:p xmlns:a="http://schemas.openxmlformats.org/drawingml/2006/main">
            <a:r>
              <a:t>git merge --abort</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90장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merge guide에서 충돌을 본 뒤 --abort로 병합만 취소합니다.</a:t>
            </a:r>
          </a:p>
          <a:p xmlns:a="http://schemas.openxmlformats.org/drawingml/2006/main">
            <a:r>
              <a:t>취소 뒤에는 main의 Run from course. 문장을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합의한 문장으로 완료</a:t>
            </a:r>
          </a:p>
          <a:p xmlns:a="http://schemas.openxmlformats.org/drawingml/2006/main">
            <a:r>
              <a:t>다시 충돌을 만들고 문장을 합의합니다. 충돌 표시 없이 문장과 clean 상태를 확인합니다.</a:t>
            </a:r>
          </a:p>
          <a:p xmlns:a="http://schemas.openxmlformats.org/drawingml/2006/main">
            <a:r>
              <a:t/>
            </a:r>
          </a:p>
          <a:p xmlns:a="http://schemas.openxmlformats.org/drawingml/2006/main">
            <a:r>
              <a:t>git merge guide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"Resolve run folder"</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91장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다시 병합한 뒤 합의한 Run from work.로 충돌 표식을 제거합니다.</a:t>
            </a:r>
          </a:p>
          <a:p xmlns:a="http://schemas.openxmlformats.org/drawingml/2006/main">
            <a:r>
              <a:t>add·commit 뒤 문장과 clean 상태를 함께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guide는 Run from work.로 기록합니다. main은 Run from course.로 기록합니다. 같은 공통 기록에서 두 변경이 갈라집니다.</a:t>
            </a:r>
          </a:p>
          <a:p xmlns:a="http://schemas.openxmlformats.org/drawingml/2006/main">
            <a:r>
              <a:t/>
            </a:r>
          </a:p>
          <a:p xmlns:a="http://schemas.openxmlformats.org/drawingml/2006/main">
            <a:r>
              <a:t>앞에서 배운 내용: 앞 활동의 저장소를 이어 쓰지 않습니다. 새 저장소는 Run from here.로 시작합니다.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outputs/2026-10-16/lesson.md#A16</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guide는 Run from work.로 기록합니다.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승인된 기준이 28인데 양쪽은 28과 30입니다. 최종 기준과 검사 입력을 결정해 보세요.</a:t>
            </a:r>
          </a:p>
          <a:p xmlns:a="http://schemas.openxmlformats.org/drawingml/2006/main">
            <a:r>
              <a:t/>
            </a:r>
          </a:p>
          <a:p xmlns:a="http://schemas.openxmlformats.org/drawingml/2006/main">
            <a:r>
              <a:t>정답과 풀이: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https://zeusk302-png.github.io/kdigital-physical-ai/#/sessions/2026-10-16/activity-A16</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A17의 개념과 원문 해설입니다.</a:t>
            </a:r>
          </a:p>
          <a:p xmlns:a="http://schemas.openxmlformats.org/drawingml/2006/main">
            <a:r>
              <a:t>## A17 · 새 안내 변경을 스스로 기록하기</a:t>
            </a:r>
          </a:p>
          <a:p xmlns:a="http://schemas.openxmlformats.org/drawingml/2006/main">
            <a:r>
              <a:t/>
            </a:r>
          </a:p>
          <a:p xmlns:a="http://schemas.openxmlformats.org/drawingml/2006/main">
            <a:r>
              <a:t>**개념.** 종합 활동은 작은 새 요구를 받아 변경·비교·선택·기록을 이어 수행하는 일입니다. 이미 배운 명령을 재사용하며 목적과 근거를 설명합니다.</a:t>
            </a:r>
          </a:p>
          <a:p xmlns:a="http://schemas.openxmlformats.org/drawingml/2006/main">
            <a:r>
              <a:t/>
            </a:r>
          </a:p>
          <a:p xmlns:a="http://schemas.openxmlformats.org/drawingml/2006/main">
            <a:r>
              <a:t>**왜 필요한가.** 이전 예제의 정답 명령을 따라 한 것과 새 문구를 올바른 범위에 반영하는 것을 구별합니다. 한 가지 목적에 맞춰 수정하고, 바뀐 줄과 실행 결과를 적습니다.</a:t>
            </a:r>
          </a:p>
          <a:p xmlns:a="http://schemas.openxmlformats.org/drawingml/2006/main">
            <a:r>
              <a:t/>
            </a:r>
          </a:p>
          <a:p xmlns:a="http://schemas.openxmlformats.org/drawingml/2006/main">
            <a:r>
              <a:t>**함께 보는 예.** 새 요구는 README에 ‘Missing values stay unknown.’를 추가해 미측정을 추측하지 않는다는 안내를 보강하는 것입니다. 프로그램 코드의 실제 동작을 바꾸었다고 주장하지 않습니다.</a:t>
            </a:r>
          </a:p>
          <a:p xmlns:a="http://schemas.openxmlformats.org/drawingml/2006/main">
            <a:r>
              <a:t/>
            </a:r>
          </a:p>
          <a:p xmlns:a="http://schemas.openxmlformats.org/drawingml/2006/main">
            <a:r>
              <a:t>**헷갈리는 경우.** 문서 변경만 했는데 ‘검사기 버그를 고쳤다’라고 메시지를 쓰면 내용과 기록이 맞지 않습니다. 메시지는 실제 변경을 설명해야 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 --short</a:t>
            </a:r>
          </a:p>
          <a:p xmlns:a="http://schemas.openxmlformats.org/drawingml/2006/main">
            <a:r>
              <a:t>git diff -- README.md</a:t>
            </a:r>
          </a:p>
          <a:p xmlns:a="http://schemas.openxmlformats.org/drawingml/2006/main">
            <a:r>
              <a:t>git add README.md</a:t>
            </a:r>
          </a:p>
          <a:p xmlns:a="http://schemas.openxmlformats.org/drawingml/2006/main">
            <a:r>
              <a:t>git diff --staged</a:t>
            </a:r>
          </a:p>
          <a:p xmlns:a="http://schemas.openxmlformats.org/drawingml/2006/main">
            <a:r>
              <a:t>git commit -m "Explain missing-value policy"</a:t>
            </a:r>
          </a:p>
          <a:p xmlns:a="http://schemas.openxmlformats.org/drawingml/2006/main">
            <a:r>
              <a:t>git log --oneline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--short` | 기존 변경이 있는지 봅니다. |</a:t>
            </a:r>
          </a:p>
          <a:p xmlns:a="http://schemas.openxmlformats.org/drawingml/2006/main">
            <a:r>
              <a:t>| 2 | `git diff -- README.md` | 새 안내 한 줄을 비교합니다. |</a:t>
            </a:r>
          </a:p>
          <a:p xmlns:a="http://schemas.openxmlformats.org/drawingml/2006/main">
            <a:r>
              <a:t>| 3 | `git add README.md` | 그 파일을 선택합니다. |</a:t>
            </a:r>
          </a:p>
          <a:p xmlns:a="http://schemas.openxmlformats.org/drawingml/2006/main">
            <a:r>
              <a:t>| 4 | `git diff --staged` | 기록할 최종 차이를 봅니다. |</a:t>
            </a:r>
          </a:p>
          <a:p xmlns:a="http://schemas.openxmlformats.org/drawingml/2006/main">
            <a:r>
              <a:t>| 5 | `git commit -m "Explain missing-value policy"` | 실제 문서 목적을 메시지로 남깁니다. |</a:t>
            </a:r>
          </a:p>
          <a:p xmlns:a="http://schemas.openxmlformats.org/drawingml/2006/main">
            <a:r>
              <a:t>| 6 | `git log --oneline -1` | 생긴 기록을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work/git-lab로 돌아와 상태를 확인합니다. README에 지정 문장을 추가하고 저장합니다. peer에서 작업하지 않도록 경로를 확인합니다.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&lt;새해시&gt; Explain missing-value policy</a:t>
            </a:r>
          </a:p>
          <a:p xmlns:a="http://schemas.openxmlformats.org/drawingml/2006/main">
            <a:r>
              <a:t>README에 Missing values stay unknown.가 포함됩니다.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요구와 수정할 파일을 기록합니다.</a:t>
            </a:r>
          </a:p>
          <a:p xmlns:a="http://schemas.openxmlformats.org/drawingml/2006/main">
            <a:r>
              <a:t>2. 지정 한 문장만 추가합니다.</a:t>
            </a:r>
          </a:p>
          <a:p xmlns:a="http://schemas.openxmlformats.org/drawingml/2006/main">
            <a:r>
              <a:t>3. 비교·선택·재검토·커밋을 수행합니다.</a:t>
            </a:r>
          </a:p>
          <a:p xmlns:a="http://schemas.openxmlformats.org/drawingml/2006/main">
            <a:r>
              <a:t>4. 해시·메시지·실제 차이를 인계 노트에 남깁니다.</a:t>
            </a:r>
          </a:p>
          <a:p xmlns:a="http://schemas.openxmlformats.org/drawingml/2006/main">
            <a:r>
              <a:t/>
            </a:r>
          </a:p>
          <a:p xmlns:a="http://schemas.openxmlformats.org/drawingml/2006/main">
            <a:r>
              <a:t>예상 결과: 새 안내를 담은 목적이 분명한 커밋.</a:t>
            </a:r>
          </a:p>
          <a:p xmlns:a="http://schemas.openxmlformats.org/drawingml/2006/main">
            <a:r>
              <a:t/>
            </a:r>
          </a:p>
          <a:p xmlns:a="http://schemas.openxmlformats.org/drawingml/2006/main">
            <a:r>
              <a:t>확인 질문: 기록 뒤 공유 저장소에도 새 커밋이 있다고 말해도 되나요?</a:t>
            </a:r>
          </a:p>
          <a:p xmlns:a="http://schemas.openxmlformats.org/drawingml/2006/main">
            <a:r>
              <a:t/>
            </a:r>
          </a:p>
          <a:p xmlns:a="http://schemas.openxmlformats.org/drawingml/2006/main">
            <a:r>
              <a:t>막혔을 때: 다른 변경이 섞여 있으면 그 목적을 먼저 확인하고 한 파일만 선택했다고 모든 내용이 맞다고 가정하지 않습니다.</a:t>
            </a:r>
          </a:p>
          <a:p xmlns:a="http://schemas.openxmlformats.org/drawingml/2006/main">
            <a:r>
              <a:t/>
            </a:r>
          </a:p>
          <a:p xmlns:a="http://schemas.openxmlformats.org/drawingml/2006/main">
            <a:r>
              <a:t>[활동 자료와 작성칸](practice-guide.md#a17--새-안내-변경을-스스로-기록하기)에서 A17를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outputs/2026-10-16/lesson.md#A17</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https://zeusk302-png.github.io/kdigital-physical-ai/#/sessions/2026-10-16/activity-A17</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새 요구를 한 문장으로 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새 안내 기록하기의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commit -m "Clarify output check"</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git log --oneline -2</a:t>
            </a:r>
          </a:p>
          <a:p xmlns:a="http://schemas.openxmlformats.org/drawingml/2006/main">
            <a:r>
              <a:t>뜻: 최근 커밋 두 개를 해시와 메시지가 있는 짧은 줄로 보여 줍니다.</a:t>
            </a:r>
          </a:p>
          <a:p xmlns:a="http://schemas.openxmlformats.org/drawingml/2006/main">
            <a:r>
              <a:t/>
            </a:r>
          </a:p>
          <a:p xmlns:a="http://schemas.openxmlformats.org/drawingml/2006/main">
            <a:r>
              <a:t>확인할 결과: 수정 전후 문장과 기록 메시지를 연결합니다. 기대 내용이 staged diff에 있는지 읽습니다.</a:t>
            </a:r>
          </a:p>
          <a:p xmlns:a="http://schemas.openxmlformats.org/drawingml/2006/main">
            <a:r>
              <a:t>풀이: 기존 README의 목적과 일치하는 실행 후 결과 확인 문장을 작성합니다. 어느 위치에서 수정하고 저장했는지와 커밋할 선택 내용이 같은지 확인합니다.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 / 원고 95장</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https://zeusk302-png.github.io/kdigital-physical-ai/#/sessions/2026-10-16/activity-A17</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--staged에서 추가한 안내가 들어갔는지 읽습니다.</a:t>
            </a:r>
          </a:p>
          <a:p xmlns:a="http://schemas.openxmlformats.org/drawingml/2006/main">
            <a:r>
              <a:t>Clarify output check 메시지와 새 이력을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바꾸기 전후의 문장과 커밋 메시지를 적습니다. --staged에서 새 안내가 들어갔는지 확인합니다.</a:t>
            </a:r>
          </a:p>
          <a:p xmlns:a="http://schemas.openxmlformats.org/drawingml/2006/main">
            <a:r>
              <a:t/>
            </a:r>
          </a:p>
          <a:p xmlns:a="http://schemas.openxmlformats.org/drawingml/2006/main">
            <a:r>
              <a:t>앞에서 배운 내용: 새 요구를 한 문장으로 정합니다. 목적에 맞는 파일 한 곳을 수정합니다.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기존 README의 목적과 일치하는 실행 후 결과 확인 문장을 작성합니다. 어느 위치에서 수정하고 저장했는지와 커밋할 선택 내용이 같은지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D:\KDigital_PhysicalAI\.build\copyedited-ppt\spec-2026-10-16.json#slide-95</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https://zeusk302-png.github.io/kdigital-physical-ai/#/sessions/2026-10-16/activity-A17</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바꾸기 전후의 문장과 커밋 메시지를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결과 JSON을 확인하라는 안내를 추가하세요. 바뀐 줄과 기록할 메시지를 설명하세요.</a:t>
            </a:r>
          </a:p>
          <a:p xmlns:a="http://schemas.openxmlformats.org/drawingml/2006/main">
            <a:r>
              <a:t/>
            </a:r>
          </a:p>
          <a:p xmlns:a="http://schemas.openxmlformats.org/drawingml/2006/main">
            <a:r>
              <a:t>정답과 풀이: 기존 README의 목적과 일치하는 실행 후 결과 확인 문장을 작성합니다. 어느 위치에서 수정하고 저장했는지와 커밋할 선택 내용이 같은지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https://zeusk302-png.github.io/kdigital-physical-ai/#/sessions/2026-10-16/activity-A17</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A18의 개념과 원문 해설입니다.</a:t>
            </a:r>
          </a:p>
          <a:p xmlns:a="http://schemas.openxmlformats.org/drawingml/2006/main">
            <a:r>
              <a:t>## A18 · 변경 이력과 확인 범위 인계</a:t>
            </a:r>
          </a:p>
          <a:p xmlns:a="http://schemas.openxmlformats.org/drawingml/2006/main">
            <a:r>
              <a:t/>
            </a:r>
          </a:p>
          <a:p xmlns:a="http://schemas.openxmlformats.org/drawingml/2006/main">
            <a:r>
              <a:t>**개념.** 인계는 다음 사람이 현재 상태와 변경 이유를 확인하도록 파일·브랜치·커밋·남은 변경·공유 여부를 설명하는 일입니다. 명령 실행 여부와 결과 해석을 함께 적습니다.</a:t>
            </a:r>
          </a:p>
          <a:p xmlns:a="http://schemas.openxmlformats.org/drawingml/2006/main">
            <a:r>
              <a:t/>
            </a:r>
          </a:p>
          <a:p xmlns:a="http://schemas.openxmlformats.org/drawingml/2006/main">
            <a:r>
              <a:t>**왜 필요한가.** ‘완료’만 전달하면 저장만 했는지, 커밋했는지, 공유했는지 구별할 수 없습니다. 수신자가 어느 상태에서 시작할지 판단할 근거가 필요합니다.</a:t>
            </a:r>
          </a:p>
          <a:p xmlns:a="http://schemas.openxmlformats.org/drawingml/2006/main">
            <a:r>
              <a:t/>
            </a:r>
          </a:p>
          <a:p xmlns:a="http://schemas.openxmlformats.org/drawingml/2006/main">
            <a:r>
              <a:t>**함께 보는 예.** change_report.md에 작업 저장소 경로, 최신 메시지와 해시, 수정 문장, 확인한 diff, 로컬 공유 여부, GitHub 미사용을 적습니다. 새 사람은 로그와 파일을 대조합니다.</a:t>
            </a:r>
          </a:p>
          <a:p xmlns:a="http://schemas.openxmlformats.org/drawingml/2006/main">
            <a:r>
              <a:t/>
            </a:r>
          </a:p>
          <a:p xmlns:a="http://schemas.openxmlformats.org/drawingml/2006/main">
            <a:r>
              <a:t>**헷갈리는 경우.** 작업 폴더를 ZIP으로 전달할 때 .git 포함 여부에 따라 이력 전달 여부가 달라집니다. 제출 정책에 맞춰 상태 보고를 작성하고 누락된 이력을 있다고 말하지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인계 칸: 저장소 경로 / 브랜치 / 최신커밋 / 변경 목적 / diff 근거 / 남은 변경 / 공유 대상·상태 / GitHub 수행 여부.</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status·log·remote 결과로 각 칸을 채웁니다.</a:t>
            </a:r>
          </a:p>
          <a:p xmlns:a="http://schemas.openxmlformats.org/drawingml/2006/main">
            <a:r>
              <a:t>2. 짝이 같은 커밋과 문장을 찾는지 확인합니다.</a:t>
            </a:r>
          </a:p>
          <a:p xmlns:a="http://schemas.openxmlformats.org/drawingml/2006/main">
            <a:r>
              <a:t>3. 로컬 공유와 GitHub 미사용을 구별합니다.</a:t>
            </a:r>
          </a:p>
          <a:p xmlns:a="http://schemas.openxmlformats.org/drawingml/2006/main">
            <a:r>
              <a:t>4. 제출물의 이력 포함 여부를 기록합니다.</a:t>
            </a:r>
          </a:p>
          <a:p xmlns:a="http://schemas.openxmlformats.org/drawingml/2006/main">
            <a:r>
              <a:t/>
            </a:r>
          </a:p>
          <a:p xmlns:a="http://schemas.openxmlformats.org/drawingml/2006/main">
            <a:r>
              <a:t>예상 결과: 저장·기록·공유를 구별한 재현 가능한 인계.</a:t>
            </a:r>
          </a:p>
          <a:p xmlns:a="http://schemas.openxmlformats.org/drawingml/2006/main">
            <a:r>
              <a:t/>
            </a:r>
          </a:p>
          <a:p xmlns:a="http://schemas.openxmlformats.org/drawingml/2006/main">
            <a:r>
              <a:t>확인 질문: clean 상태이면 원격도 최신이라고 단정할 수 있나요?</a:t>
            </a:r>
          </a:p>
          <a:p xmlns:a="http://schemas.openxmlformats.org/drawingml/2006/main">
            <a:r>
              <a:t/>
            </a:r>
          </a:p>
          <a:p xmlns:a="http://schemas.openxmlformats.org/drawingml/2006/main">
            <a:r>
              <a:t>막혔을 때: 결과가 불명확하면 추정하지 말고 실제 명령과 출력을 남겨 다음 확인을 요청합니다.</a:t>
            </a:r>
          </a:p>
          <a:p xmlns:a="http://schemas.openxmlformats.org/drawingml/2006/main">
            <a:r>
              <a:t/>
            </a:r>
          </a:p>
          <a:p xmlns:a="http://schemas.openxmlformats.org/drawingml/2006/main">
            <a:r>
              <a:t>[활동 자료와 작성칸](practice-guide.md#a18--변경-이력과-확인-범위-인계)에서 A18를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outputs/2026-10-16/lesson.md#A18</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파일 위치, 실행 명령, 결과를 적어 전달합니다.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직접 실행과 시연 관찰도 구별합니다.</a:t>
            </a:r>
          </a:p>
          <a:p xmlns:a="http://schemas.openxmlformats.org/drawingml/2006/main">
            <a:r>
              <a:t/>
            </a:r>
          </a:p>
          <a:p xmlns:a="http://schemas.openxmlformats.org/drawingml/2006/main">
            <a:r>
              <a:t>이 표에서 볼 것: 파일·명령·결과를 묶어 전달합니다. 로컬 검증과 원격 공유를 구별합니다.</a:t>
            </a:r>
          </a:p>
          <a:p xmlns:a="http://schemas.openxmlformats.org/drawingml/2006/main">
            <a:r>
              <a:t>예상 결과: 로컬 커밋과 로컬 공유 실습을 기록합니다. 실제 GitHub 게시 여부를 따로 표시합니다.</a:t>
            </a:r>
          </a:p>
          <a:p xmlns:a="http://schemas.openxmlformats.org/drawingml/2006/main">
            <a:r>
              <a:t/>
            </a:r>
          </a:p>
          <a:p xmlns:a="http://schemas.openxmlformats.org/drawingml/2006/main">
            <a:r>
              <a:t>풀이: 파일 내용, 변경 목적, 실행한 명령과 결과, 기록과 공유 상태, 남은 확인을 구체적으로 적습니다. 실제 계정과 원격 게시를 했다고 추정하지 않습니다.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표의 항목과 값은 원문 그대로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로컬 커밋과 로컬 공유 실습을 기록합니다. 실제 GitHub 게시 여부를 따로 표시합니다.</a:t>
            </a:r>
          </a:p>
          <a:p xmlns:a="http://schemas.openxmlformats.org/drawingml/2006/main">
            <a:r>
              <a:t/>
            </a:r>
          </a:p>
          <a:p xmlns:a="http://schemas.openxmlformats.org/drawingml/2006/main">
            <a:r>
              <a:t>앞에서 배운 내용: 파일·명령·결과를 묶어 전달합니다. 로컬 검증과 원격 공유를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파일 내용, 변경 목적, 실행한 명령과 결과, 기록과 공유 상태, 남은 확인을 구체적으로 적습니다. 실제 계정과 원격 게시를 했다고 추정하지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outputs/2026-10-16/lesson.md#A18</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로컬 커밋과 로컬 공유 실습을 기록합니다.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clean만 적은 인계에 무엇을 보완하나요?</a:t>
            </a:r>
          </a:p>
          <a:p xmlns:a="http://schemas.openxmlformats.org/drawingml/2006/main">
            <a:r>
              <a:t/>
            </a:r>
          </a:p>
          <a:p xmlns:a="http://schemas.openxmlformats.org/drawingml/2006/main">
            <a:r>
              <a:t>정답과 풀이: 파일 내용, 변경 목적, 실행한 명령과 결과, 기록과 공유 상태, 남은 확인을 구체적으로 적습니다. 실제 계정과 원격 게시를 했다고 추정하지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D:\KDigital_PhysicalAI\outputs\2026-10-16\lesson.md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1 · 저장과 기록의 구별</a:t>
            </a:r>
          </a:p>
          <a:p xmlns:a="http://schemas.openxmlformats.org/drawingml/2006/main">
            <a:r>
              <a:t/>
            </a:r>
          </a:p>
          <a:p xmlns:a="http://schemas.openxmlformats.org/drawingml/2006/main">
            <a:r>
              <a:t>**문제:** 새 안내.md를 저장하고 status만 세 번 실행했습니다. 파일은 어느 상태이며 다음 이력에 남기려면 어떤 행동이 필요한가요? 인터넷이 없는 경우도 판단하세요.</a:t>
            </a:r>
          </a:p>
          <a:p xmlns:a="http://schemas.openxmlformats.org/drawingml/2006/main">
            <a:r>
              <a:t/>
            </a:r>
          </a:p>
          <a:p xmlns:a="http://schemas.openxmlformats.org/drawingml/2006/main">
            <a:r>
              <a:t>**해설·확인 기준:** 새 파일은 아직 추적되지 않은 상태이며 add로 내용을 선택하고 commit으로 기록합니다. status는 조회입니다. 인터넷 없이도 가능합니다. 저장과 이력과 공유를 셋으로 구별하면 충족입니다.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D:\KDigital_PhysicalAI\outputs\2026-10-16\assessment.md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https://git-scm.com/docs/git-diff</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2 · 세 상태의 값</a:t>
            </a:r>
          </a:p>
          <a:p xmlns:a="http://schemas.openxmlformats.org/drawingml/2006/main">
            <a:r>
              <a:t/>
            </a:r>
          </a:p>
          <a:p xmlns:a="http://schemas.openxmlformats.org/drawingml/2006/main">
            <a:r>
              <a:t>**문제:** 커밋=28, 스테이징=30, 작업 파일=29입니다. 기본 diff와 staged diff의 변화 및 지금 커밋할 값을 쓰세요. 업무 요구 29를 기록할 다음 행동은 무엇인가요?</a:t>
            </a:r>
          </a:p>
          <a:p xmlns:a="http://schemas.openxmlformats.org/drawingml/2006/main">
            <a:r>
              <a:t/>
            </a:r>
          </a:p>
          <a:p xmlns:a="http://schemas.openxmlformats.org/drawingml/2006/main">
            <a:r>
              <a:t>**해설·확인 기준:** 기본 diff는 30→29, staged diff는 28→30이며 커밋에는 30이 들어갑니다. 29를 다시 add하고 staged diff를 읽습니다. 마지막 저장값이 무조건 커밋된다는 답은 재학습입니다.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D:\KDigital_PhysicalAI\outputs\2026-10-16\assessment.md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https://git-scm.com/docs/git-restore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3 · ignore의 시간 범위</a:t>
            </a:r>
          </a:p>
          <a:p xmlns:a="http://schemas.openxmlformats.org/drawingml/2006/main">
            <a:r>
              <a:t/>
            </a:r>
          </a:p>
          <a:p xmlns:a="http://schemas.openxmlformats.org/drawingml/2006/main">
            <a:r>
              <a:t>**문제:** 이미 기록한 가짜 secret.txt를 .gitignore에 적었습니다. 과거 커밋과 추적 여부가 어떻게 되나요? 앞으로 실제 비밀을 다룰 때 보고에 무엇을 남기나요?</a:t>
            </a:r>
          </a:p>
          <a:p xmlns:a="http://schemas.openxmlformats.org/drawingml/2006/main">
            <a:r>
              <a:t/>
            </a:r>
          </a:p>
          <a:p xmlns:a="http://schemas.openxmlformats.org/drawingml/2006/main">
            <a:r>
              <a:t>**해설·확인 기준:** 과거 내용과 이미 추적한 상태는 자동 삭제되지 않습니다. 실제 비밀을 연습 자료로 쓰지 않고 노출 발견 시 담당 절차와 자격 증명 교체를 확인합니다. ignore를 이력 삭제라고 말하면 오답입니다.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D:\KDigital_PhysicalAI\outputs\2026-10-16\assessment.md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4 · 복구 대상 선택</a:t>
            </a:r>
          </a:p>
          <a:p xmlns:a="http://schemas.openxmlformats.org/drawingml/2006/main">
            <a:r>
              <a:t/>
            </a:r>
          </a:p>
          <a:p xmlns:a="http://schemas.openxmlformats.org/drawingml/2006/main">
            <a:r>
              <a:t>**문제:** README의 좋은 새 문장을 유지하면서 이번 커밋에서만 빼려 합니다. 어떤 restore 옵션을 쓰나요? 마지막 기록 문장으로 작업 파일까지 돌리는 요청과 어떻게 다르나요?</a:t>
            </a:r>
          </a:p>
          <a:p xmlns:a="http://schemas.openxmlformats.org/drawingml/2006/main">
            <a:r>
              <a:t/>
            </a:r>
          </a:p>
          <a:p xmlns:a="http://schemas.openxmlformats.org/drawingml/2006/main">
            <a:r>
              <a:t>**해설·확인 기준:** git restore --staged README.md는 선택을 취소하고 작업 문장을 유지합니다. git restore --source=HEAD --worktree README.md는 작업 문장을 이전 기록으로 바꾸므로 편집 내용을 보관하고 사용합니다. 대상·기준·사라지는 내용 설명이 필요합니다.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D:\KDigital_PhysicalAI\outputs\2026-10-16\assessment.md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https://git-scm.com/docs/git-diff</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5 · 공유 시차</a:t>
            </a:r>
          </a:p>
          <a:p xmlns:a="http://schemas.openxmlformats.org/drawingml/2006/main">
            <a:r>
              <a:t/>
            </a:r>
          </a:p>
          <a:p xmlns:a="http://schemas.openxmlformats.org/drawingml/2006/main">
            <a:r>
              <a:t>**문제:** 내 로컬은 clean이고 새 커밋도 있습니다. 동료 README는 옛 문장입니다. 공유 장소에 보내기와 동료가 받아 적용하기를 구분하여 가능한 원인 두 개와 확인 방법을 쓰세요.</a:t>
            </a:r>
          </a:p>
          <a:p xmlns:a="http://schemas.openxmlformats.org/drawingml/2006/main">
            <a:r>
              <a:t/>
            </a:r>
          </a:p>
          <a:p xmlns:a="http://schemas.openxmlformats.org/drawingml/2006/main">
            <a:r>
              <a:t>**해설·확인 기준:** push 전이거나 동료가 아직 fetch/적용하지 않았을 수 있습니다. remote 주소, 로컬/원격 기록 차이, 동료 작업 상태를 확인합니다. fetch는 곧바로 작업 파일 변경을 보장하지 않습니다. clean으로 공유 상태를 단정하지 않으면 충족입니다.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D:\KDigital_PhysicalAI\outputs\2026-10-16\assessment.md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https://git-scm.com/docs/git-restore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6 · 충돌의 업무 판단</a:t>
            </a:r>
          </a:p>
          <a:p xmlns:a="http://schemas.openxmlformats.org/drawingml/2006/main">
            <a:r>
              <a:t/>
            </a:r>
          </a:p>
          <a:p xmlns:a="http://schemas.openxmlformats.org/drawingml/2006/main">
            <a:r>
              <a:t>**문제:** 양쪽 브랜치가 경계값을 28과 30으로 수정했고 승인된 요구는 28 이상 주의입니다. 최종 값과 검사 세 개, 해결 절차를 쓰세요.</a:t>
            </a:r>
          </a:p>
          <a:p xmlns:a="http://schemas.openxmlformats.org/drawingml/2006/main">
            <a:r>
              <a:t/>
            </a:r>
          </a:p>
          <a:p xmlns:a="http://schemas.openxmlformats.org/drawingml/2006/main">
            <a:r>
              <a:t>**해설·확인 기준:** 28을 유지하고 27.9→정상,28→주의,28.1→주의를 확인합니다. 표식을 제거해 최종 문장을 작성하고 add→staged diff 검토→commit으로 기록합니다. 양쪽 평균이나 위쪽 자동 선택은 요구 근거가 없습니다.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D:\KDigital_PhysicalAI\outputs\2026-10-16\assessment.md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변경한 파일과 목적을 적습니다. 넣은 값과 예상한 결과, 실제 결과를 적습니다. 직접 실행한 것과 시연에서 본 것을 구분합니다.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outputs/2026-10-16/lesson.md#A18</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변경한 파일과 목적을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아직 시험해 보지 못한 조건을 두 개 쓰세요. 동료가 다시 실행할 순서를 적어 보세요.</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화면 예의 출처: D:\KDigital_PhysicalAI\outputs\2026-10-16\assessment.md</a:t>
            </a:r>
          </a:p>
          <a:p xmlns:a="http://schemas.openxmlformats.org/drawingml/2006/main">
            <a:r>
              <a:t/>
            </a:r>
          </a:p>
          <a:p xmlns:a="http://schemas.openxmlformats.org/drawingml/2006/main">
            <a:r>
              <a:t>학생 교안: https://zeusk302-png.github.io/kdigital-physical-ai/#/sessions/2026-10-16/lesson</a:t>
            </a:r>
          </a:p>
          <a:p xmlns:a="http://schemas.openxmlformats.org/drawingml/2006/main">
            <a:r>
              <a:t>실습: https://zeusk302-png.github.io/kdigital-physical-ai/#/sessions/2026-10-16/activity-A18</a:t>
            </a:r>
          </a:p>
          <a:p xmlns:a="http://schemas.openxmlformats.org/drawingml/2006/main">
            <a:r>
              <a:t>공식 자료: https://docs.github.com/en/pull-requests/reference/pull-requests</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 시작 안내</a:t>
            </a:r>
          </a:p>
          <a:p xmlns:a="http://schemas.openxmlformats.org/drawingml/2006/main">
            <a:r>
              <a:t>https://zeusk302-png.github.io/kdigital-physical-ai/#/sessions/2026-10-16/start</a:t>
            </a:r>
          </a:p>
          <a:p xmlns:a="http://schemas.openxmlformats.org/drawingml/2006/main">
            <a:r>
              <a:t/>
            </a:r>
          </a:p>
          <a:p xmlns:a="http://schemas.openxmlformats.org/drawingml/2006/main">
            <a:r>
              <a:t>학생 교안</a:t>
            </a:r>
          </a:p>
          <a:p xmlns:a="http://schemas.openxmlformats.org/drawingml/2006/main">
            <a:r>
              <a:t>https://zeusk302-png.github.io/kdigital-physical-ai/#/sessions/2026-10-16/lesson</a:t>
            </a:r>
          </a:p>
          <a:p xmlns:a="http://schemas.openxmlformats.org/drawingml/2006/main">
            <a:r>
              <a:t/>
            </a:r>
          </a:p>
          <a:p xmlns:a="http://schemas.openxmlformats.org/drawingml/2006/main">
            <a:r>
              <a:t>실습 활동</a:t>
            </a:r>
          </a:p>
          <a:p xmlns:a="http://schemas.openxmlformats.org/drawingml/2006/main">
            <a:r>
              <a:t>https://zeusk302-png.github.io/kdigital-physical-ai/#/sessions/2026-10-16/workbook</a:t>
            </a:r>
          </a:p>
          <a:p xmlns:a="http://schemas.openxmlformats.org/drawingml/2006/main">
            <a:r>
              <a:t/>
            </a:r>
          </a:p>
          <a:p xmlns:a="http://schemas.openxmlformats.org/drawingml/2006/main">
            <a:r>
              <a:t>예제 코드와 데이터 ZIP</a:t>
            </a:r>
          </a:p>
          <a:p xmlns:a="http://schemas.openxmlformats.org/drawingml/2006/main">
            <a:r>
              <a:t>https://zeusk302-png.github.io/kdigital-physical-ai/downloads/2026-10-16/student-examples.zip</a:t>
            </a:r>
          </a:p>
          <a:p xmlns:a="http://schemas.openxmlformats.org/drawingml/2006/main">
            <a:r>
              <a:t/>
            </a:r>
          </a:p>
          <a:p xmlns:a="http://schemas.openxmlformats.org/drawingml/2006/main">
            <a:r>
              <a:t>날짜별 자료 다운로드</a:t>
            </a:r>
          </a:p>
          <a:p xmlns:a="http://schemas.openxmlformats.org/drawingml/2006/main">
            <a:r>
              <a:t>https://zeusk302-png.github.io/kdigital-physical-ai/#/sessions/2026-10-16/files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 변경 비교</a:t>
            </a:r>
          </a:p>
          <a:p xmlns:a="http://schemas.openxmlformats.org/drawingml/2006/main">
            <a:r>
              <a:t>https://git-scm.com/docs/git-diff</a:t>
            </a:r>
          </a:p>
          <a:p xmlns:a="http://schemas.openxmlformats.org/drawingml/2006/main">
            <a:r>
              <a:t/>
            </a:r>
          </a:p>
          <a:p xmlns:a="http://schemas.openxmlformats.org/drawingml/2006/main">
            <a:r>
              <a:t>Git 선택·파일 복구</a:t>
            </a:r>
          </a:p>
          <a:p xmlns:a="http://schemas.openxmlformats.org/drawingml/2006/main">
            <a:r>
              <a:t>https://git-scm.com/docs/git-restore</a:t>
            </a:r>
          </a:p>
          <a:p xmlns:a="http://schemas.openxmlformats.org/drawingml/2006/main">
            <a:r>
              <a:t/>
            </a:r>
          </a:p>
          <a:p xmlns:a="http://schemas.openxmlformats.org/drawingml/2006/main">
            <a:r>
              <a:t>GitHub Pull Request</a:t>
            </a:r>
          </a:p>
          <a:p xmlns:a="http://schemas.openxmlformats.org/drawingml/2006/main">
            <a:r>
              <a:t>https://docs.github.com/en/pull-requests/reference/pull-requests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90f080f49f9425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ae4425865249c2" /><Relationship Type="http://schemas.openxmlformats.org/officeDocument/2006/relationships/slideLayout" Target="/ppt/slideLayouts/slideLayout1.xml" Id="R4db6d45f3cf049d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db6d45f3cf049d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22914c8f82614c26" /><ns0:Relationship Type="http://schemas.openxmlformats.org/officeDocument/2006/relationships/image" Target="/ppt/media/image.png" Id="Ra7c94509e5604126" /><ns0:Relationship Type="http://schemas.openxmlformats.org/officeDocument/2006/relationships/notesSlide" Target="/ppt/notesSlides/notesSlide1.xml" Id="R8cd5d806253248b0"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1" TargetMode="External" /><ns0:Relationship Id="rIdLink3" Type="http://schemas.openxmlformats.org/officeDocument/2006/relationships/hyperlink" Target="https://docs.github.com/en/pull-requests/reference/pull-requests"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1.xml" Id="R322f79489ee0447d" /><ns0:Relationship Type="http://schemas.openxmlformats.org/officeDocument/2006/relationships/notesSlide" Target="/ppt/notesSlides/notesSlide2.xml" Id="R8305bc1e35bb44df"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1" TargetMode="External" /><ns0:Relationship Id="rIdLink3" Type="http://schemas.openxmlformats.org/officeDocument/2006/relationships/hyperlink" Target="https://docs.github.com/en/pull-requests/reference/pull-requests"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1.xml" Id="R5ff40f321b3b4610" /><ns0:Relationship Type="http://schemas.openxmlformats.org/officeDocument/2006/relationships/notesSlide" Target="/ppt/notesSlides/notesSlide3.xml" Id="Re7a6c76d188a4418"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1" TargetMode="External" /><ns0:Relationship Id="rIdLink3" Type="http://schemas.openxmlformats.org/officeDocument/2006/relationships/hyperlink" Target="https://docs.github.com/en/pull-requests/reference/pull-requests"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1.xml" Id="R1430ad64a77247c3" /><ns0:Relationship Type="http://schemas.openxmlformats.org/officeDocument/2006/relationships/notesSlide" Target="/ppt/notesSlides/notesSlide4.xml" Id="R1ddb9121393145c1"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1" TargetMode="External" /><ns0:Relationship Id="rIdLink3" Type="http://schemas.openxmlformats.org/officeDocument/2006/relationships/hyperlink" Target="https://docs.github.com/en/pull-requests/reference/pull-requests"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1.xml" Id="R6529768f194442d8" /><ns0:Relationship Type="http://schemas.openxmlformats.org/officeDocument/2006/relationships/notesSlide" Target="/ppt/notesSlides/notesSlide5.xml" Id="R57f910faa0fa47e6"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1" TargetMode="External" /><ns0:Relationship Id="rIdLink3" Type="http://schemas.openxmlformats.org/officeDocument/2006/relationships/hyperlink" Target="https://git-scm.com/docs/git-diff" TargetMode="External"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1.xml" Id="R8dd52ee8ad2a420c" /><ns0:Relationship Type="http://schemas.openxmlformats.org/officeDocument/2006/relationships/notesSlide" Target="/ppt/notesSlides/notesSlide6.xml" Id="R34209538dab540c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1" TargetMode="External" /><ns0:Relationship Id="rIdLink3" Type="http://schemas.openxmlformats.org/officeDocument/2006/relationships/hyperlink" Target="https://git-scm.com/docs/git-diff" TargetMode="External"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1.xml" Id="R4faae60ba8754b0f" /><ns0:Relationship Type="http://schemas.openxmlformats.org/officeDocument/2006/relationships/notesSlide" Target="/ppt/notesSlides/notesSlide7.xml" Id="Re5691dc3520a489c"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1" TargetMode="External" /><ns0:Relationship Id="rIdLink3" Type="http://schemas.openxmlformats.org/officeDocument/2006/relationships/hyperlink" Target="https://git-scm.com/docs/git-diff" TargetMode="External"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1.xml" Id="R7e1956f8a51c4bcd" /><ns0:Relationship Type="http://schemas.openxmlformats.org/officeDocument/2006/relationships/notesSlide" Target="/ppt/notesSlides/notesSlide8.xml" Id="R66a0a16b0eb6474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1" TargetMode="External" /><ns0:Relationship Id="rIdLink3" Type="http://schemas.openxmlformats.org/officeDocument/2006/relationships/hyperlink" Target="https://git-scm.com/docs/git-diff" TargetMode="External"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1.xml" Id="Rd5780da33bf14fc8" /><ns0:Relationship Type="http://schemas.openxmlformats.org/officeDocument/2006/relationships/notesSlide" Target="/ppt/notesSlides/notesSlide9.xml" Id="Rc9d8338ef81742f6"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1" TargetMode="External" /><ns0:Relationship Id="rIdLink3" Type="http://schemas.openxmlformats.org/officeDocument/2006/relationships/hyperlink" Target="https://git-scm.com/docs/git-diff" TargetMode="External"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1.xml" Id="R09c2e4fde50f4cf6" /><ns0:Relationship Type="http://schemas.openxmlformats.org/officeDocument/2006/relationships/notesSlide" Target="/ppt/notesSlides/notesSlide10.xml" Id="R34669b2c10ac436f"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1" TargetMode="External" /><ns0:Relationship Id="rIdLink3" Type="http://schemas.openxmlformats.org/officeDocument/2006/relationships/hyperlink" Target="https://git-scm.com/docs/git-diff"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1.xml" Id="R1b53a06fd5f34c2f" /><ns0:Relationship Type="http://schemas.openxmlformats.org/officeDocument/2006/relationships/notesSlide" Target="/ppt/notesSlides/notesSlide11.xml" Id="Ra82c8234f2b84c9a"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2" TargetMode="External" /><ns0:Relationship Id="rIdLink3" Type="http://schemas.openxmlformats.org/officeDocument/2006/relationships/hyperlink" Target="https://git-scm.com/docs/git-diff"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1.xml" Id="R12010ab7bb9142cb" /><ns0:Relationship Type="http://schemas.openxmlformats.org/officeDocument/2006/relationships/notesSlide" Target="/ppt/notesSlides/notesSlide12.xml" Id="R1a66fc6793af457b"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2" TargetMode="External" /><ns0:Relationship Id="rIdLink3" Type="http://schemas.openxmlformats.org/officeDocument/2006/relationships/hyperlink" Target="https://git-scm.com/docs/git-diff"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1.xml" Id="R09a7b371665648ba" /><ns0:Relationship Type="http://schemas.openxmlformats.org/officeDocument/2006/relationships/notesSlide" Target="/ppt/notesSlides/notesSlide13.xml" Id="Re06b5a674e8b4bb0"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2" TargetMode="External" /><ns0:Relationship Id="rIdLink3" Type="http://schemas.openxmlformats.org/officeDocument/2006/relationships/hyperlink" Target="https://git-scm.com/docs/git-diff" TargetMode="External"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1.xml" Id="Rec9c3b0e160d40fe" /><ns0:Relationship Type="http://schemas.openxmlformats.org/officeDocument/2006/relationships/notesSlide" Target="/ppt/notesSlides/notesSlide14.xml" Id="R1e672292e3b749f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2" TargetMode="External" /><ns0:Relationship Id="rIdLink3" Type="http://schemas.openxmlformats.org/officeDocument/2006/relationships/hyperlink" Target="https://git-scm.com/docs/git-diff" TargetMode="External"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1.xml" Id="R29afa612586b48ea" /><ns0:Relationship Type="http://schemas.openxmlformats.org/officeDocument/2006/relationships/notesSlide" Target="/ppt/notesSlides/notesSlide15.xml" Id="R7905a063113f4dd3"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2" TargetMode="External" /><ns0:Relationship Id="rIdLink3" Type="http://schemas.openxmlformats.org/officeDocument/2006/relationships/hyperlink" Target="https://git-scm.com/docs/git-diff"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1.xml" Id="R02987875ea2e4f24" /><ns0:Relationship Type="http://schemas.openxmlformats.org/officeDocument/2006/relationships/notesSlide" Target="/ppt/notesSlides/notesSlide16.xml" Id="R865a429b9c1d4bfa"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3" TargetMode="External" /><ns0:Relationship Id="rIdLink3" Type="http://schemas.openxmlformats.org/officeDocument/2006/relationships/hyperlink" Target="https://git-scm.com/docs/git-diff"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1.xml" Id="Racb92ff2e59d41ec" /><ns0:Relationship Type="http://schemas.openxmlformats.org/officeDocument/2006/relationships/notesSlide" Target="/ppt/notesSlides/notesSlide17.xml" Id="Re0b148169e794970"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3" TargetMode="External" /><ns0:Relationship Id="rIdLink3" Type="http://schemas.openxmlformats.org/officeDocument/2006/relationships/hyperlink" Target="https://git-scm.com/docs/git-diff"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1.xml" Id="R04bbe0844f8f4e0b" /><ns0:Relationship Type="http://schemas.openxmlformats.org/officeDocument/2006/relationships/notesSlide" Target="/ppt/notesSlides/notesSlide18.xml" Id="R363e4237d1ee46e9"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3" TargetMode="External" /><ns0:Relationship Id="rIdLink3" Type="http://schemas.openxmlformats.org/officeDocument/2006/relationships/hyperlink" Target="https://git-scm.com/docs/git-diff"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1.xml" Id="Re545facf436e4686" /><ns0:Relationship Type="http://schemas.openxmlformats.org/officeDocument/2006/relationships/notesSlide" Target="/ppt/notesSlides/notesSlide19.xml" Id="R9135eb70042c4ac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3" TargetMode="External" /><ns0:Relationship Id="rIdLink3" Type="http://schemas.openxmlformats.org/officeDocument/2006/relationships/hyperlink" Target="https://git-scm.com/docs/git-diff"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1.xml" Id="Re2ff9be36a11406e" /><ns0:Relationship Type="http://schemas.openxmlformats.org/officeDocument/2006/relationships/notesSlide" Target="/ppt/notesSlides/notesSlide20.xml" Id="R3ef329ea428b4a20"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4" TargetMode="External" /><ns0:Relationship Id="rIdLink3" Type="http://schemas.openxmlformats.org/officeDocument/2006/relationships/hyperlink" Target="https://git-scm.com/docs/git-restore"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1.xml" Id="Ra8214d8cbc674804" /><ns0:Relationship Type="http://schemas.openxmlformats.org/officeDocument/2006/relationships/notesSlide" Target="/ppt/notesSlides/notesSlide21.xml" Id="R25e779931b0143f2"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4" TargetMode="External" /><ns0:Relationship Id="rIdLink3" Type="http://schemas.openxmlformats.org/officeDocument/2006/relationships/hyperlink" Target="https://git-scm.com/docs/git-restore"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1.xml" Id="R6c0e8588efe340cb" /><ns0:Relationship Type="http://schemas.openxmlformats.org/officeDocument/2006/relationships/notesSlide" Target="/ppt/notesSlides/notesSlide22.xml" Id="R82403433ad86489c"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4" TargetMode="External" /><ns0:Relationship Id="rIdLink3" Type="http://schemas.openxmlformats.org/officeDocument/2006/relationships/hyperlink" Target="https://git-scm.com/docs/git-restore"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1.xml" Id="Rb49c3d539eb54417" /><ns0:Relationship Type="http://schemas.openxmlformats.org/officeDocument/2006/relationships/notesSlide" Target="/ppt/notesSlides/notesSlide23.xml" Id="R74d8315f4694448c"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4" TargetMode="External" /><ns0:Relationship Id="rIdLink3" Type="http://schemas.openxmlformats.org/officeDocument/2006/relationships/hyperlink" Target="https://git-scm.com/docs/git-restore"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1.xml" Id="Ra0c2c82068654aaa" /><ns0:Relationship Type="http://schemas.openxmlformats.org/officeDocument/2006/relationships/notesSlide" Target="/ppt/notesSlides/notesSlide24.xml" Id="R8623ea199ad7463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4" TargetMode="External" /><ns0:Relationship Id="rIdLink3" Type="http://schemas.openxmlformats.org/officeDocument/2006/relationships/hyperlink" Target="https://git-scm.com/docs/git-restore" TargetMode="External"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1.xml" Id="Ref18ec287c24474f" /><ns0:Relationship Type="http://schemas.openxmlformats.org/officeDocument/2006/relationships/notesSlide" Target="/ppt/notesSlides/notesSlide25.xml" Id="R87ae7738ab794277"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4" TargetMode="External" /><ns0:Relationship Id="rIdLink3" Type="http://schemas.openxmlformats.org/officeDocument/2006/relationships/hyperlink" Target="https://git-scm.com/docs/git-restore"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1.xml" Id="R270acdb12c234cab" /><ns0:Relationship Type="http://schemas.openxmlformats.org/officeDocument/2006/relationships/notesSlide" Target="/ppt/notesSlides/notesSlide26.xml" Id="R36a2e7e1b73c4613"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5" TargetMode="External" /><ns0:Relationship Id="rIdLink3" Type="http://schemas.openxmlformats.org/officeDocument/2006/relationships/hyperlink" Target="https://git-scm.com/docs/git-restore"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1.xml" Id="Rb09ac50fd54b45eb" /><ns0:Relationship Type="http://schemas.openxmlformats.org/officeDocument/2006/relationships/notesSlide" Target="/ppt/notesSlides/notesSlide27.xml" Id="R48051c70b62e4c84"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5" TargetMode="External" /><ns0:Relationship Id="rIdLink3" Type="http://schemas.openxmlformats.org/officeDocument/2006/relationships/hyperlink" Target="https://git-scm.com/docs/git-restore"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1.xml" Id="Ra1d16363e50d4856" /><ns0:Relationship Type="http://schemas.openxmlformats.org/officeDocument/2006/relationships/notesSlide" Target="/ppt/notesSlides/notesSlide28.xml" Id="Rd8477a5bc9964790"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5" TargetMode="External" /><ns0:Relationship Id="rIdLink3" Type="http://schemas.openxmlformats.org/officeDocument/2006/relationships/hyperlink" Target="https://git-scm.com/docs/git-restore"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1.xml" Id="R212d78231c004b57" /><ns0:Relationship Type="http://schemas.openxmlformats.org/officeDocument/2006/relationships/notesSlide" Target="/ppt/notesSlides/notesSlide29.xml" Id="Rdc8812aa9264472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5" TargetMode="External" /><ns0:Relationship Id="rIdLink3" Type="http://schemas.openxmlformats.org/officeDocument/2006/relationships/hyperlink" Target="https://git-scm.com/docs/git-restore"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1.xml" Id="Rbd430494b8394599" /><ns0:Relationship Type="http://schemas.openxmlformats.org/officeDocument/2006/relationships/notesSlide" Target="/ppt/notesSlides/notesSlide30.xml" Id="R3813b31023f04d92"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5" TargetMode="External" /><ns0:Relationship Id="rIdLink3" Type="http://schemas.openxmlformats.org/officeDocument/2006/relationships/hyperlink" Target="https://git-scm.com/docs/git-restore"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1.xml" Id="R48173085adb04172" /><ns0:Relationship Type="http://schemas.openxmlformats.org/officeDocument/2006/relationships/notesSlide" Target="/ppt/notesSlides/notesSlide31.xml" Id="R876a62a952274b08"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6" TargetMode="External" /><ns0:Relationship Id="rIdLink3" Type="http://schemas.openxmlformats.org/officeDocument/2006/relationships/hyperlink" Target="https://git-scm.com/docs/git-restore" TargetMode="External"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1.xml" Id="Rfec8f648bb8a4f56" /><ns0:Relationship Type="http://schemas.openxmlformats.org/officeDocument/2006/relationships/notesSlide" Target="/ppt/notesSlides/notesSlide32.xml" Id="R1b8de829417e44f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6" TargetMode="External" /><ns0:Relationship Id="rIdLink3" Type="http://schemas.openxmlformats.org/officeDocument/2006/relationships/hyperlink" Target="https://git-scm.com/docs/git-restore"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1.xml" Id="Re4352df0beff4a46" /><ns0:Relationship Type="http://schemas.openxmlformats.org/officeDocument/2006/relationships/notesSlide" Target="/ppt/notesSlides/notesSlide33.xml" Id="R325bef9d707b480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6" TargetMode="External" /><ns0:Relationship Id="rIdLink3" Type="http://schemas.openxmlformats.org/officeDocument/2006/relationships/hyperlink" Target="https://git-scm.com/docs/git-restore"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1.xml" Id="Ra9bebdda71704fa6" /><ns0:Relationship Type="http://schemas.openxmlformats.org/officeDocument/2006/relationships/notesSlide" Target="/ppt/notesSlides/notesSlide34.xml" Id="R3598586544c84acf"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6" TargetMode="External" /><ns0:Relationship Id="rIdLink3" Type="http://schemas.openxmlformats.org/officeDocument/2006/relationships/hyperlink" Target="https://git-scm.com/docs/git-restore"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1.xml" Id="R832f81b9a0e04f1a" /><ns0:Relationship Type="http://schemas.openxmlformats.org/officeDocument/2006/relationships/notesSlide" Target="/ppt/notesSlides/notesSlide35.xml" Id="R73077e3fd6324308"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7" TargetMode="External" /><ns0:Relationship Id="rIdLink3" Type="http://schemas.openxmlformats.org/officeDocument/2006/relationships/hyperlink" Target="https://docs.github.com/en/pull-requests/reference/pull-requests" TargetMode="External"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1.xml" Id="Re45d802e048345b2" /><ns0:Relationship Type="http://schemas.openxmlformats.org/officeDocument/2006/relationships/notesSlide" Target="/ppt/notesSlides/notesSlide36.xml" Id="Red27c2fd57234bd4"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7" TargetMode="External" /><ns0:Relationship Id="rIdLink3" Type="http://schemas.openxmlformats.org/officeDocument/2006/relationships/hyperlink" Target="https://docs.github.com/en/pull-requests/reference/pull-requests" TargetMode="External"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1.xml" Id="R8a15703259924d2c" /><ns0:Relationship Type="http://schemas.openxmlformats.org/officeDocument/2006/relationships/notesSlide" Target="/ppt/notesSlides/notesSlide37.xml" Id="R67a6aa3ef8924914"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7" TargetMode="External" /><ns0:Relationship Id="rIdLink3" Type="http://schemas.openxmlformats.org/officeDocument/2006/relationships/hyperlink" Target="https://docs.github.com/en/pull-requests/reference/pull-requests"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1.xml" Id="R57d67f90335b425b" /><ns0:Relationship Type="http://schemas.openxmlformats.org/officeDocument/2006/relationships/notesSlide" Target="/ppt/notesSlides/notesSlide38.xml" Id="Rb51f4ec8e00444b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7" TargetMode="External" /><ns0:Relationship Id="rIdLink3" Type="http://schemas.openxmlformats.org/officeDocument/2006/relationships/hyperlink" Target="https://docs.github.com/en/pull-requests/reference/pull-requests"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1.xml" Id="R400af0d95fea4bcf" /><ns0:Relationship Type="http://schemas.openxmlformats.org/officeDocument/2006/relationships/notesSlide" Target="/ppt/notesSlides/notesSlide39.xml" Id="R7240933a8e0b4f2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7" TargetMode="External" /><ns0:Relationship Id="rIdLink3" Type="http://schemas.openxmlformats.org/officeDocument/2006/relationships/hyperlink" Target="https://docs.github.com/en/pull-requests/reference/pull-requests"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1.xml" Id="R81eb07f51ea143b1" /><ns0:Relationship Type="http://schemas.openxmlformats.org/officeDocument/2006/relationships/notesSlide" Target="/ppt/notesSlides/notesSlide40.xml" Id="Rff8d5012cb4f4a02"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7" TargetMode="External" /><ns0:Relationship Id="rIdLink3" Type="http://schemas.openxmlformats.org/officeDocument/2006/relationships/hyperlink" Target="https://docs.github.com/en/pull-requests/reference/pull-requests"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1.xml" Id="R3b13e5e0c2d646ce" /><ns0:Relationship Type="http://schemas.openxmlformats.org/officeDocument/2006/relationships/notesSlide" Target="/ppt/notesSlides/notesSlide41.xml" Id="R77ca3cb52f154f9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8" TargetMode="External" /><ns0:Relationship Id="rIdLink3" Type="http://schemas.openxmlformats.org/officeDocument/2006/relationships/hyperlink" Target="https://docs.github.com/en/pull-requests/reference/pull-requests" TargetMode="External"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1.xml" Id="Rc74df502558b44c8" /><ns0:Relationship Type="http://schemas.openxmlformats.org/officeDocument/2006/relationships/notesSlide" Target="/ppt/notesSlides/notesSlide42.xml" Id="Rf8f84f271aea460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8" TargetMode="External" /><ns0:Relationship Id="rIdLink3" Type="http://schemas.openxmlformats.org/officeDocument/2006/relationships/hyperlink" Target="https://docs.github.com/en/pull-requests/reference/pull-requests"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1.xml" Id="Rda3997b550ec4d43" /><ns0:Relationship Type="http://schemas.openxmlformats.org/officeDocument/2006/relationships/notesSlide" Target="/ppt/notesSlides/notesSlide43.xml" Id="Rc9202a7f867a4ac3"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8" TargetMode="External" /><ns0:Relationship Id="rIdLink3" Type="http://schemas.openxmlformats.org/officeDocument/2006/relationships/hyperlink" Target="https://docs.github.com/en/pull-requests/reference/pull-requests"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1.xml" Id="Rbef0118ac4524ba2" /><ns0:Relationship Type="http://schemas.openxmlformats.org/officeDocument/2006/relationships/notesSlide" Target="/ppt/notesSlides/notesSlide44.xml" Id="R65abfd361b724c57"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8" TargetMode="External" /><ns0:Relationship Id="rIdLink3" Type="http://schemas.openxmlformats.org/officeDocument/2006/relationships/hyperlink" Target="https://docs.github.com/en/pull-requests/reference/pull-requests" TargetMode="External"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1.xml" Id="Rdcdc3f0334134a92" /><ns0:Relationship Type="http://schemas.openxmlformats.org/officeDocument/2006/relationships/notesSlide" Target="/ppt/notesSlides/notesSlide45.xml" Id="R08b7d2809c264fcb"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9" TargetMode="External" /><ns0:Relationship Id="rIdLink3" Type="http://schemas.openxmlformats.org/officeDocument/2006/relationships/hyperlink" Target="https://docs.github.com/en/pull-requests/reference/pull-requests"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1.xml" Id="R93f506fdcfab4d88" /><ns0:Relationship Type="http://schemas.openxmlformats.org/officeDocument/2006/relationships/notesSlide" Target="/ppt/notesSlides/notesSlide46.xml" Id="R5129c9bf1f1e4988"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9" TargetMode="External" /><ns0:Relationship Id="rIdLink3" Type="http://schemas.openxmlformats.org/officeDocument/2006/relationships/hyperlink" Target="https://docs.github.com/en/pull-requests/reference/pull-requests"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1.xml" Id="R8ac1134fda134c3b" /><ns0:Relationship Type="http://schemas.openxmlformats.org/officeDocument/2006/relationships/notesSlide" Target="/ppt/notesSlides/notesSlide47.xml" Id="R2ce7c9e52ab04b5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9" TargetMode="External" /><ns0:Relationship Id="rIdLink3" Type="http://schemas.openxmlformats.org/officeDocument/2006/relationships/hyperlink" Target="https://docs.github.com/en/pull-requests/reference/pull-requests"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1.xml" Id="R64b79cd2540e4a31" /><ns0:Relationship Type="http://schemas.openxmlformats.org/officeDocument/2006/relationships/notesSlide" Target="/ppt/notesSlides/notesSlide48.xml" Id="Rc0de751dbf96418c"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09" TargetMode="External" /><ns0:Relationship Id="rIdLink3" Type="http://schemas.openxmlformats.org/officeDocument/2006/relationships/hyperlink" Target="https://docs.github.com/en/pull-requests/reference/pull-requests"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1.xml" Id="R698f8c8106864151" /><ns0:Relationship Type="http://schemas.openxmlformats.org/officeDocument/2006/relationships/notesSlide" Target="/ppt/notesSlides/notesSlide49.xml" Id="R562dd13285ac4ee0"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0" TargetMode="External" /><ns0:Relationship Id="rIdLink3" Type="http://schemas.openxmlformats.org/officeDocument/2006/relationships/hyperlink" Target="https://git-scm.com/docs/git-diff"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1.xml" Id="R5a1c1564a6e1434c" /><ns0:Relationship Type="http://schemas.openxmlformats.org/officeDocument/2006/relationships/notesSlide" Target="/ppt/notesSlides/notesSlide50.xml" Id="R09a240b674cd4cd9"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0" TargetMode="External" /><ns0:Relationship Id="rIdLink3" Type="http://schemas.openxmlformats.org/officeDocument/2006/relationships/hyperlink" Target="https://git-scm.com/docs/git-diff"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1.xml" Id="R6d57b33ee3574d56" /><ns0:Relationship Type="http://schemas.openxmlformats.org/officeDocument/2006/relationships/notesSlide" Target="/ppt/notesSlides/notesSlide51.xml" Id="Rd500a46a5ed8473d"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0" TargetMode="External" /><ns0:Relationship Id="rIdLink3" Type="http://schemas.openxmlformats.org/officeDocument/2006/relationships/hyperlink" Target="https://git-scm.com/docs/git-diff" TargetMode="External" /></ns0:Relationships>
</file>

<file path=ppt/slides/_rels/slide52.xml.rels><?xml version='1.0' encoding='utf-8'?>
<ns0:Relationships xmlns:ns0="http://schemas.openxmlformats.org/package/2006/relationships"><ns0:Relationship Type="http://schemas.openxmlformats.org/officeDocument/2006/relationships/slideLayout" Target="/ppt/slideLayouts/slideLayout1.xml" Id="R9c388a94bf02459d" /><ns0:Relationship Type="http://schemas.openxmlformats.org/officeDocument/2006/relationships/notesSlide" Target="/ppt/notesSlides/notesSlide52.xml" Id="Rea76edaabbc74b81"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0" TargetMode="External" /><ns0:Relationship Id="rIdLink3" Type="http://schemas.openxmlformats.org/officeDocument/2006/relationships/hyperlink" Target="https://git-scm.com/docs/git-diff" TargetMode="External" /></ns0:Relationships>
</file>

<file path=ppt/slides/_rels/slide53.xml.rels><?xml version='1.0' encoding='utf-8'?>
<ns0:Relationships xmlns:ns0="http://schemas.openxmlformats.org/package/2006/relationships"><ns0:Relationship Type="http://schemas.openxmlformats.org/officeDocument/2006/relationships/slideLayout" Target="/ppt/slideLayouts/slideLayout1.xml" Id="Rd45bead2bea44d14" /><ns0:Relationship Type="http://schemas.openxmlformats.org/officeDocument/2006/relationships/notesSlide" Target="/ppt/notesSlides/notesSlide53.xml" Id="R0a44a604747147e2"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0" TargetMode="External" /><ns0:Relationship Id="rIdLink3" Type="http://schemas.openxmlformats.org/officeDocument/2006/relationships/hyperlink" Target="https://git-scm.com/docs/git-diff" TargetMode="External" /></ns0:Relationships>
</file>

<file path=ppt/slides/_rels/slide54.xml.rels><?xml version='1.0' encoding='utf-8'?>
<ns0:Relationships xmlns:ns0="http://schemas.openxmlformats.org/package/2006/relationships"><ns0:Relationship Type="http://schemas.openxmlformats.org/officeDocument/2006/relationships/slideLayout" Target="/ppt/slideLayouts/slideLayout1.xml" Id="Rccece7337c60437e" /><ns0:Relationship Type="http://schemas.openxmlformats.org/officeDocument/2006/relationships/notesSlide" Target="/ppt/notesSlides/notesSlide54.xml" Id="R88059a82650b4a08"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0" TargetMode="External" /><ns0:Relationship Id="rIdLink3" Type="http://schemas.openxmlformats.org/officeDocument/2006/relationships/hyperlink" Target="https://git-scm.com/docs/git-diff" TargetMode="External" /></ns0:Relationships>
</file>

<file path=ppt/slides/_rels/slide55.xml.rels><?xml version='1.0' encoding='utf-8'?>
<ns0:Relationships xmlns:ns0="http://schemas.openxmlformats.org/package/2006/relationships"><ns0:Relationship Type="http://schemas.openxmlformats.org/officeDocument/2006/relationships/slideLayout" Target="/ppt/slideLayouts/slideLayout1.xml" Id="R8c302d34725146a3" /><ns0:Relationship Type="http://schemas.openxmlformats.org/officeDocument/2006/relationships/notesSlide" Target="/ppt/notesSlides/notesSlide55.xml" Id="Re95602f254f94f4b"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0" TargetMode="External" /><ns0:Relationship Id="rIdLink3" Type="http://schemas.openxmlformats.org/officeDocument/2006/relationships/hyperlink" Target="https://git-scm.com/docs/git-diff" TargetMode="External" /></ns0:Relationships>
</file>

<file path=ppt/slides/_rels/slide56.xml.rels><?xml version='1.0' encoding='utf-8'?>
<ns0:Relationships xmlns:ns0="http://schemas.openxmlformats.org/package/2006/relationships"><ns0:Relationship Type="http://schemas.openxmlformats.org/officeDocument/2006/relationships/slideLayout" Target="/ppt/slideLayouts/slideLayout1.xml" Id="R5dd19717e01b41fd" /><ns0:Relationship Type="http://schemas.openxmlformats.org/officeDocument/2006/relationships/notesSlide" Target="/ppt/notesSlides/notesSlide56.xml" Id="R40e2a8bdd77c4b1c"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1" TargetMode="External" /><ns0:Relationship Id="rIdLink3" Type="http://schemas.openxmlformats.org/officeDocument/2006/relationships/hyperlink" Target="https://git-scm.com/docs/git-diff" TargetMode="External" /></ns0:Relationships>
</file>

<file path=ppt/slides/_rels/slide57.xml.rels><?xml version='1.0' encoding='utf-8'?>
<ns0:Relationships xmlns:ns0="http://schemas.openxmlformats.org/package/2006/relationships"><ns0:Relationship Type="http://schemas.openxmlformats.org/officeDocument/2006/relationships/slideLayout" Target="/ppt/slideLayouts/slideLayout1.xml" Id="R61a6bdb385a04f94" /><ns0:Relationship Type="http://schemas.openxmlformats.org/officeDocument/2006/relationships/notesSlide" Target="/ppt/notesSlides/notesSlide57.xml" Id="R43594a48f11348d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1" TargetMode="External" /><ns0:Relationship Id="rIdLink3" Type="http://schemas.openxmlformats.org/officeDocument/2006/relationships/hyperlink" Target="https://git-scm.com/docs/git-diff" TargetMode="External" /></ns0:Relationships>
</file>

<file path=ppt/slides/_rels/slide58.xml.rels><?xml version='1.0' encoding='utf-8'?>
<ns0:Relationships xmlns:ns0="http://schemas.openxmlformats.org/package/2006/relationships"><ns0:Relationship Type="http://schemas.openxmlformats.org/officeDocument/2006/relationships/slideLayout" Target="/ppt/slideLayouts/slideLayout1.xml" Id="R9dbd2c256ebd4bb0" /><ns0:Relationship Type="http://schemas.openxmlformats.org/officeDocument/2006/relationships/notesSlide" Target="/ppt/notesSlides/notesSlide58.xml" Id="R15ca958940c7459f"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1" TargetMode="External" /><ns0:Relationship Id="rIdLink3" Type="http://schemas.openxmlformats.org/officeDocument/2006/relationships/hyperlink" Target="https://git-scm.com/docs/git-diff" TargetMode="External" /></ns0:Relationships>
</file>

<file path=ppt/slides/_rels/slide59.xml.rels><?xml version='1.0' encoding='utf-8'?>
<ns0:Relationships xmlns:ns0="http://schemas.openxmlformats.org/package/2006/relationships"><ns0:Relationship Type="http://schemas.openxmlformats.org/officeDocument/2006/relationships/slideLayout" Target="/ppt/slideLayouts/slideLayout1.xml" Id="R2c2e21c744994bf0" /><ns0:Relationship Type="http://schemas.openxmlformats.org/officeDocument/2006/relationships/notesSlide" Target="/ppt/notesSlides/notesSlide59.xml" Id="R03b451da49034d67"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1" TargetMode="External" /><ns0:Relationship Id="rIdLink3" Type="http://schemas.openxmlformats.org/officeDocument/2006/relationships/hyperlink" Target="https://git-scm.com/docs/git-diff" TargetMode="External" /></ns0:Relationships>
</file>

<file path=ppt/slides/_rels/slide60.xml.rels><?xml version='1.0' encoding='utf-8'?>
<ns0:Relationships xmlns:ns0="http://schemas.openxmlformats.org/package/2006/relationships"><ns0:Relationship Type="http://schemas.openxmlformats.org/officeDocument/2006/relationships/slideLayout" Target="/ppt/slideLayouts/slideLayout1.xml" Id="Re9cb13378a234f97" /><ns0:Relationship Type="http://schemas.openxmlformats.org/officeDocument/2006/relationships/notesSlide" Target="/ppt/notesSlides/notesSlide60.xml" Id="R30e5cdded8c44efc"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1" TargetMode="External" /><ns0:Relationship Id="rIdLink3" Type="http://schemas.openxmlformats.org/officeDocument/2006/relationships/hyperlink" Target="https://git-scm.com/docs/git-diff" TargetMode="External" /></ns0:Relationships>
</file>

<file path=ppt/slides/_rels/slide61.xml.rels><?xml version='1.0' encoding='utf-8'?>
<ns0:Relationships xmlns:ns0="http://schemas.openxmlformats.org/package/2006/relationships"><ns0:Relationship Type="http://schemas.openxmlformats.org/officeDocument/2006/relationships/slideLayout" Target="/ppt/slideLayouts/slideLayout1.xml" Id="R1d9c47260d8e4153" /><ns0:Relationship Type="http://schemas.openxmlformats.org/officeDocument/2006/relationships/notesSlide" Target="/ppt/notesSlides/notesSlide61.xml" Id="R226b509990de44c8"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2" TargetMode="External" /><ns0:Relationship Id="rIdLink3" Type="http://schemas.openxmlformats.org/officeDocument/2006/relationships/hyperlink" Target="https://git-scm.com/docs/git-diff" TargetMode="External" /></ns0:Relationships>
</file>

<file path=ppt/slides/_rels/slide62.xml.rels><?xml version='1.0' encoding='utf-8'?>
<ns0:Relationships xmlns:ns0="http://schemas.openxmlformats.org/package/2006/relationships"><ns0:Relationship Type="http://schemas.openxmlformats.org/officeDocument/2006/relationships/slideLayout" Target="/ppt/slideLayouts/slideLayout1.xml" Id="Rb587a42fe02a477d" /><ns0:Relationship Type="http://schemas.openxmlformats.org/officeDocument/2006/relationships/notesSlide" Target="/ppt/notesSlides/notesSlide62.xml" Id="Re233878817494a16"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2" TargetMode="External" /><ns0:Relationship Id="rIdLink3" Type="http://schemas.openxmlformats.org/officeDocument/2006/relationships/hyperlink" Target="https://git-scm.com/docs/git-diff" TargetMode="External" /></ns0:Relationships>
</file>

<file path=ppt/slides/_rels/slide63.xml.rels><?xml version='1.0' encoding='utf-8'?>
<ns0:Relationships xmlns:ns0="http://schemas.openxmlformats.org/package/2006/relationships"><ns0:Relationship Type="http://schemas.openxmlformats.org/officeDocument/2006/relationships/slideLayout" Target="/ppt/slideLayouts/slideLayout1.xml" Id="R20ed3ded20f24fee" /><ns0:Relationship Type="http://schemas.openxmlformats.org/officeDocument/2006/relationships/notesSlide" Target="/ppt/notesSlides/notesSlide63.xml" Id="Rd1e45f199844444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2" TargetMode="External" /><ns0:Relationship Id="rIdLink3" Type="http://schemas.openxmlformats.org/officeDocument/2006/relationships/hyperlink" Target="https://git-scm.com/docs/git-diff" TargetMode="External" /></ns0:Relationships>
</file>

<file path=ppt/slides/_rels/slide64.xml.rels><?xml version='1.0' encoding='utf-8'?>
<ns0:Relationships xmlns:ns0="http://schemas.openxmlformats.org/package/2006/relationships"><ns0:Relationship Type="http://schemas.openxmlformats.org/officeDocument/2006/relationships/slideLayout" Target="/ppt/slideLayouts/slideLayout1.xml" Id="R06bef3538f6b49cf" /><ns0:Relationship Type="http://schemas.openxmlformats.org/officeDocument/2006/relationships/notesSlide" Target="/ppt/notesSlides/notesSlide64.xml" Id="R2002f0e6f8704e5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2" TargetMode="External" /><ns0:Relationship Id="rIdLink3" Type="http://schemas.openxmlformats.org/officeDocument/2006/relationships/hyperlink" Target="https://git-scm.com/docs/git-diff" TargetMode="External" /></ns0:Relationships>
</file>

<file path=ppt/slides/_rels/slide65.xml.rels><?xml version='1.0' encoding='utf-8'?>
<ns0:Relationships xmlns:ns0="http://schemas.openxmlformats.org/package/2006/relationships"><ns0:Relationship Type="http://schemas.openxmlformats.org/officeDocument/2006/relationships/slideLayout" Target="/ppt/slideLayouts/slideLayout1.xml" Id="R97f57c397b3b48e6" /><ns0:Relationship Type="http://schemas.openxmlformats.org/officeDocument/2006/relationships/notesSlide" Target="/ppt/notesSlides/notesSlide65.xml" Id="R14df69297bbc4a81"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2" TargetMode="External" /><ns0:Relationship Id="rIdLink3" Type="http://schemas.openxmlformats.org/officeDocument/2006/relationships/hyperlink" Target="https://git-scm.com/docs/git-diff" TargetMode="External" /></ns0:Relationships>
</file>

<file path=ppt/slides/_rels/slide66.xml.rels><?xml version='1.0' encoding='utf-8'?>
<ns0:Relationships xmlns:ns0="http://schemas.openxmlformats.org/package/2006/relationships"><ns0:Relationship Type="http://schemas.openxmlformats.org/officeDocument/2006/relationships/slideLayout" Target="/ppt/slideLayouts/slideLayout1.xml" Id="Rbd3d16f6fc6742b9" /><ns0:Relationship Type="http://schemas.openxmlformats.org/officeDocument/2006/relationships/notesSlide" Target="/ppt/notesSlides/notesSlide66.xml" Id="R67eb06fd5a834742"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3" TargetMode="External" /><ns0:Relationship Id="rIdLink3" Type="http://schemas.openxmlformats.org/officeDocument/2006/relationships/hyperlink" Target="https://git-scm.com/docs/git-restore" TargetMode="External" /></ns0:Relationships>
</file>

<file path=ppt/slides/_rels/slide67.xml.rels><?xml version='1.0' encoding='utf-8'?>
<ns0:Relationships xmlns:ns0="http://schemas.openxmlformats.org/package/2006/relationships"><ns0:Relationship Type="http://schemas.openxmlformats.org/officeDocument/2006/relationships/slideLayout" Target="/ppt/slideLayouts/slideLayout1.xml" Id="Rd5abf5cfc47f4811" /><ns0:Relationship Type="http://schemas.openxmlformats.org/officeDocument/2006/relationships/notesSlide" Target="/ppt/notesSlides/notesSlide67.xml" Id="Ra0bb756644c9434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3" TargetMode="External" /><ns0:Relationship Id="rIdLink3" Type="http://schemas.openxmlformats.org/officeDocument/2006/relationships/hyperlink" Target="https://git-scm.com/docs/git-restore" TargetMode="External" /></ns0:Relationships>
</file>

<file path=ppt/slides/_rels/slide68.xml.rels><?xml version='1.0' encoding='utf-8'?>
<ns0:Relationships xmlns:ns0="http://schemas.openxmlformats.org/package/2006/relationships"><ns0:Relationship Type="http://schemas.openxmlformats.org/officeDocument/2006/relationships/slideLayout" Target="/ppt/slideLayouts/slideLayout1.xml" Id="Rd4aa2e009fec4aac" /><ns0:Relationship Type="http://schemas.openxmlformats.org/officeDocument/2006/relationships/notesSlide" Target="/ppt/notesSlides/notesSlide68.xml" Id="R332558e735eb48c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3" TargetMode="External" /><ns0:Relationship Id="rIdLink3" Type="http://schemas.openxmlformats.org/officeDocument/2006/relationships/hyperlink" Target="https://git-scm.com/docs/git-restore" TargetMode="External" /></ns0:Relationships>
</file>

<file path=ppt/slides/_rels/slide69.xml.rels><?xml version='1.0' encoding='utf-8'?>
<ns0:Relationships xmlns:ns0="http://schemas.openxmlformats.org/package/2006/relationships"><ns0:Relationship Type="http://schemas.openxmlformats.org/officeDocument/2006/relationships/slideLayout" Target="/ppt/slideLayouts/slideLayout1.xml" Id="Rde79f93144ca4bb0" /><ns0:Relationship Type="http://schemas.openxmlformats.org/officeDocument/2006/relationships/notesSlide" Target="/ppt/notesSlides/notesSlide69.xml" Id="Rd298c4d83f2e49e7"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3" TargetMode="External" /><ns0:Relationship Id="rIdLink3" Type="http://schemas.openxmlformats.org/officeDocument/2006/relationships/hyperlink" Target="https://git-scm.com/docs/git-restore" TargetMode="External" /></ns0:Relationships>
</file>

<file path=ppt/slides/_rels/slide70.xml.rels><?xml version='1.0' encoding='utf-8'?>
<ns0:Relationships xmlns:ns0="http://schemas.openxmlformats.org/package/2006/relationships"><ns0:Relationship Type="http://schemas.openxmlformats.org/officeDocument/2006/relationships/slideLayout" Target="/ppt/slideLayouts/slideLayout1.xml" Id="Rf2b299448bf74402" /><ns0:Relationship Type="http://schemas.openxmlformats.org/officeDocument/2006/relationships/notesSlide" Target="/ppt/notesSlides/notesSlide70.xml" Id="Rae160b38822a413b"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3" TargetMode="External" /><ns0:Relationship Id="rIdLink3" Type="http://schemas.openxmlformats.org/officeDocument/2006/relationships/hyperlink" Target="https://git-scm.com/docs/git-restore" TargetMode="External" /></ns0:Relationships>
</file>

<file path=ppt/slides/_rels/slide71.xml.rels><?xml version='1.0' encoding='utf-8'?>
<ns0:Relationships xmlns:ns0="http://schemas.openxmlformats.org/package/2006/relationships"><ns0:Relationship Type="http://schemas.openxmlformats.org/officeDocument/2006/relationships/slideLayout" Target="/ppt/slideLayouts/slideLayout1.xml" Id="R62581e96afe04f20" /><ns0:Relationship Type="http://schemas.openxmlformats.org/officeDocument/2006/relationships/notesSlide" Target="/ppt/notesSlides/notesSlide71.xml" Id="R660286adb2fa40f6"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3" TargetMode="External" /><ns0:Relationship Id="rIdLink3" Type="http://schemas.openxmlformats.org/officeDocument/2006/relationships/hyperlink" Target="https://git-scm.com/docs/git-restore" TargetMode="External" /></ns0:Relationships>
</file>

<file path=ppt/slides/_rels/slide72.xml.rels><?xml version='1.0' encoding='utf-8'?>
<ns0:Relationships xmlns:ns0="http://schemas.openxmlformats.org/package/2006/relationships"><ns0:Relationship Type="http://schemas.openxmlformats.org/officeDocument/2006/relationships/slideLayout" Target="/ppt/slideLayouts/slideLayout1.xml" Id="R491ec448d3b242b3" /><ns0:Relationship Type="http://schemas.openxmlformats.org/officeDocument/2006/relationships/notesSlide" Target="/ppt/notesSlides/notesSlide72.xml" Id="R2a5f984513b0451c"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3" TargetMode="External" /><ns0:Relationship Id="rIdLink3" Type="http://schemas.openxmlformats.org/officeDocument/2006/relationships/hyperlink" Target="https://git-scm.com/docs/git-restore" TargetMode="External" /></ns0:Relationships>
</file>

<file path=ppt/slides/_rels/slide73.xml.rels><?xml version='1.0' encoding='utf-8'?>
<ns0:Relationships xmlns:ns0="http://schemas.openxmlformats.org/package/2006/relationships"><ns0:Relationship Type="http://schemas.openxmlformats.org/officeDocument/2006/relationships/slideLayout" Target="/ppt/slideLayouts/slideLayout1.xml" Id="Rab2b0c70a08f4065" /><ns0:Relationship Type="http://schemas.openxmlformats.org/officeDocument/2006/relationships/notesSlide" Target="/ppt/notesSlides/notesSlide73.xml" Id="Re27c5bcfd0d74206"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3" TargetMode="External" /><ns0:Relationship Id="rIdLink3" Type="http://schemas.openxmlformats.org/officeDocument/2006/relationships/hyperlink" Target="https://git-scm.com/docs/git-restore" TargetMode="External" /></ns0:Relationships>
</file>

<file path=ppt/slides/_rels/slide74.xml.rels><?xml version='1.0' encoding='utf-8'?>
<ns0:Relationships xmlns:ns0="http://schemas.openxmlformats.org/package/2006/relationships"><ns0:Relationship Type="http://schemas.openxmlformats.org/officeDocument/2006/relationships/slideLayout" Target="/ppt/slideLayouts/slideLayout1.xml" Id="R07c351f51df740ec" /><ns0:Relationship Type="http://schemas.openxmlformats.org/officeDocument/2006/relationships/notesSlide" Target="/ppt/notesSlides/notesSlide74.xml" Id="R3e212169ee6c4791"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4" TargetMode="External" /><ns0:Relationship Id="rIdLink3" Type="http://schemas.openxmlformats.org/officeDocument/2006/relationships/hyperlink" Target="https://git-scm.com/docs/git-restore" TargetMode="External" /></ns0:Relationships>
</file>

<file path=ppt/slides/_rels/slide75.xml.rels><?xml version='1.0' encoding='utf-8'?>
<ns0:Relationships xmlns:ns0="http://schemas.openxmlformats.org/package/2006/relationships"><ns0:Relationship Type="http://schemas.openxmlformats.org/officeDocument/2006/relationships/slideLayout" Target="/ppt/slideLayouts/slideLayout1.xml" Id="Re3d4d54158d44696" /><ns0:Relationship Type="http://schemas.openxmlformats.org/officeDocument/2006/relationships/notesSlide" Target="/ppt/notesSlides/notesSlide75.xml" Id="R7032ed5257b54051"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4" TargetMode="External" /><ns0:Relationship Id="rIdLink3" Type="http://schemas.openxmlformats.org/officeDocument/2006/relationships/hyperlink" Target="https://git-scm.com/docs/git-restore" TargetMode="External" /></ns0:Relationships>
</file>

<file path=ppt/slides/_rels/slide76.xml.rels><?xml version='1.0' encoding='utf-8'?>
<ns0:Relationships xmlns:ns0="http://schemas.openxmlformats.org/package/2006/relationships"><ns0:Relationship Type="http://schemas.openxmlformats.org/officeDocument/2006/relationships/slideLayout" Target="/ppt/slideLayouts/slideLayout1.xml" Id="Re935bc46e55348aa" /><ns0:Relationship Type="http://schemas.openxmlformats.org/officeDocument/2006/relationships/notesSlide" Target="/ppt/notesSlides/notesSlide76.xml" Id="Rd9e0a1a331414d7b"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4" TargetMode="External" /><ns0:Relationship Id="rIdLink3" Type="http://schemas.openxmlformats.org/officeDocument/2006/relationships/hyperlink" Target="https://git-scm.com/docs/git-restore" TargetMode="External" /></ns0:Relationships>
</file>

<file path=ppt/slides/_rels/slide77.xml.rels><?xml version='1.0' encoding='utf-8'?>
<ns0:Relationships xmlns:ns0="http://schemas.openxmlformats.org/package/2006/relationships"><ns0:Relationship Type="http://schemas.openxmlformats.org/officeDocument/2006/relationships/slideLayout" Target="/ppt/slideLayouts/slideLayout1.xml" Id="Rb464a4af7d3e455c" /><ns0:Relationship Type="http://schemas.openxmlformats.org/officeDocument/2006/relationships/notesSlide" Target="/ppt/notesSlides/notesSlide77.xml" Id="R637ce991a7eb4ea0"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4" TargetMode="External" /><ns0:Relationship Id="rIdLink3" Type="http://schemas.openxmlformats.org/officeDocument/2006/relationships/hyperlink" Target="https://git-scm.com/docs/git-restore" TargetMode="External" /></ns0:Relationships>
</file>

<file path=ppt/slides/_rels/slide78.xml.rels><?xml version='1.0' encoding='utf-8'?>
<ns0:Relationships xmlns:ns0="http://schemas.openxmlformats.org/package/2006/relationships"><ns0:Relationship Type="http://schemas.openxmlformats.org/officeDocument/2006/relationships/slideLayout" Target="/ppt/slideLayouts/slideLayout1.xml" Id="R88c1128919e84b12" /><ns0:Relationship Type="http://schemas.openxmlformats.org/officeDocument/2006/relationships/notesSlide" Target="/ppt/notesSlides/notesSlide78.xml" Id="R4bd9f4caa0314c6c"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4" TargetMode="External" /><ns0:Relationship Id="rIdLink3" Type="http://schemas.openxmlformats.org/officeDocument/2006/relationships/hyperlink" Target="https://git-scm.com/docs/git-restore" TargetMode="External" /></ns0:Relationships>
</file>

<file path=ppt/slides/_rels/slide79.xml.rels><?xml version='1.0' encoding='utf-8'?>
<ns0:Relationships xmlns:ns0="http://schemas.openxmlformats.org/package/2006/relationships"><ns0:Relationship Type="http://schemas.openxmlformats.org/officeDocument/2006/relationships/slideLayout" Target="/ppt/slideLayouts/slideLayout1.xml" Id="Rae78d7ab2b2544a5" /><ns0:Relationship Type="http://schemas.openxmlformats.org/officeDocument/2006/relationships/notesSlide" Target="/ppt/notesSlides/notesSlide79.xml" Id="R6d6ddeab70614b6f"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5" TargetMode="External" /><ns0:Relationship Id="rIdLink3" Type="http://schemas.openxmlformats.org/officeDocument/2006/relationships/hyperlink" Target="https://git-scm.com/docs/git-restore" TargetMode="External" /></ns0:Relationships>
</file>

<file path=ppt/slides/_rels/slide80.xml.rels><?xml version='1.0' encoding='utf-8'?>
<ns0:Relationships xmlns:ns0="http://schemas.openxmlformats.org/package/2006/relationships"><ns0:Relationship Type="http://schemas.openxmlformats.org/officeDocument/2006/relationships/slideLayout" Target="/ppt/slideLayouts/slideLayout1.xml" Id="Rcaef28514d034408" /><ns0:Relationship Type="http://schemas.openxmlformats.org/officeDocument/2006/relationships/notesSlide" Target="/ppt/notesSlides/notesSlide80.xml" Id="R1235b7e9caf64c8a"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5" TargetMode="External" /><ns0:Relationship Id="rIdLink3" Type="http://schemas.openxmlformats.org/officeDocument/2006/relationships/hyperlink" Target="https://git-scm.com/docs/git-restore" TargetMode="External" /></ns0:Relationships>
</file>

<file path=ppt/slides/_rels/slide81.xml.rels><?xml version='1.0' encoding='utf-8'?>
<ns0:Relationships xmlns:ns0="http://schemas.openxmlformats.org/package/2006/relationships"><ns0:Relationship Type="http://schemas.openxmlformats.org/officeDocument/2006/relationships/slideLayout" Target="/ppt/slideLayouts/slideLayout1.xml" Id="Rff3330888ea54507" /><ns0:Relationship Type="http://schemas.openxmlformats.org/officeDocument/2006/relationships/notesSlide" Target="/ppt/notesSlides/notesSlide81.xml" Id="R36da7d23d6dc491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5" TargetMode="External" /><ns0:Relationship Id="rIdLink3" Type="http://schemas.openxmlformats.org/officeDocument/2006/relationships/hyperlink" Target="https://git-scm.com/docs/git-restore" TargetMode="External" /></ns0:Relationships>
</file>

<file path=ppt/slides/_rels/slide82.xml.rels><?xml version='1.0' encoding='utf-8'?>
<ns0:Relationships xmlns:ns0="http://schemas.openxmlformats.org/package/2006/relationships"><ns0:Relationship Type="http://schemas.openxmlformats.org/officeDocument/2006/relationships/slideLayout" Target="/ppt/slideLayouts/slideLayout1.xml" Id="Rc5d99ca4165e417f" /><ns0:Relationship Type="http://schemas.openxmlformats.org/officeDocument/2006/relationships/notesSlide" Target="/ppt/notesSlides/notesSlide82.xml" Id="R8d79e0a8d17d481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5" TargetMode="External" /><ns0:Relationship Id="rIdLink3" Type="http://schemas.openxmlformats.org/officeDocument/2006/relationships/hyperlink" Target="https://git-scm.com/docs/git-restore" TargetMode="External" /></ns0:Relationships>
</file>

<file path=ppt/slides/_rels/slide83.xml.rels><?xml version='1.0' encoding='utf-8'?>
<ns0:Relationships xmlns:ns0="http://schemas.openxmlformats.org/package/2006/relationships"><ns0:Relationship Type="http://schemas.openxmlformats.org/officeDocument/2006/relationships/slideLayout" Target="/ppt/slideLayouts/slideLayout1.xml" Id="Reeb3eeb3c8484acf" /><ns0:Relationship Type="http://schemas.openxmlformats.org/officeDocument/2006/relationships/notesSlide" Target="/ppt/notesSlides/notesSlide83.xml" Id="Rd1abac0c34fc4b40"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84.xml.rels><?xml version='1.0' encoding='utf-8'?>
<ns0:Relationships xmlns:ns0="http://schemas.openxmlformats.org/package/2006/relationships"><ns0:Relationship Type="http://schemas.openxmlformats.org/officeDocument/2006/relationships/slideLayout" Target="/ppt/slideLayouts/slideLayout1.xml" Id="Rebb4fcd7f1364171" /><ns0:Relationship Type="http://schemas.openxmlformats.org/officeDocument/2006/relationships/notesSlide" Target="/ppt/notesSlides/notesSlide84.xml" Id="R995b043ee8b54274"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85.xml.rels><?xml version='1.0' encoding='utf-8'?>
<ns0:Relationships xmlns:ns0="http://schemas.openxmlformats.org/package/2006/relationships"><ns0:Relationship Type="http://schemas.openxmlformats.org/officeDocument/2006/relationships/slideLayout" Target="/ppt/slideLayouts/slideLayout1.xml" Id="R3c2f3ac78013483e" /><ns0:Relationship Type="http://schemas.openxmlformats.org/officeDocument/2006/relationships/notesSlide" Target="/ppt/notesSlides/notesSlide85.xml" Id="R2b49ce2b15934108"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86.xml.rels><?xml version='1.0' encoding='utf-8'?>
<ns0:Relationships xmlns:ns0="http://schemas.openxmlformats.org/package/2006/relationships"><ns0:Relationship Type="http://schemas.openxmlformats.org/officeDocument/2006/relationships/slideLayout" Target="/ppt/slideLayouts/slideLayout1.xml" Id="R1e2485d8cc9045ee" /><ns0:Relationship Type="http://schemas.openxmlformats.org/officeDocument/2006/relationships/notesSlide" Target="/ppt/notesSlides/notesSlide86.xml" Id="R308a21a424ed4172"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87.xml.rels><?xml version='1.0' encoding='utf-8'?>
<ns0:Relationships xmlns:ns0="http://schemas.openxmlformats.org/package/2006/relationships"><ns0:Relationship Type="http://schemas.openxmlformats.org/officeDocument/2006/relationships/slideLayout" Target="/ppt/slideLayouts/slideLayout1.xml" Id="R2ed6dfc04f814fab" /><ns0:Relationship Type="http://schemas.openxmlformats.org/officeDocument/2006/relationships/notesSlide" Target="/ppt/notesSlides/notesSlide87.xml" Id="R85128519a69549f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88.xml.rels><?xml version='1.0' encoding='utf-8'?>
<ns0:Relationships xmlns:ns0="http://schemas.openxmlformats.org/package/2006/relationships"><ns0:Relationship Type="http://schemas.openxmlformats.org/officeDocument/2006/relationships/slideLayout" Target="/ppt/slideLayouts/slideLayout1.xml" Id="R1b31199a06a34d3c" /><ns0:Relationship Type="http://schemas.openxmlformats.org/officeDocument/2006/relationships/notesSlide" Target="/ppt/notesSlides/notesSlide88.xml" Id="R4146569f23ef4320"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89.xml.rels><?xml version='1.0' encoding='utf-8'?>
<ns0:Relationships xmlns:ns0="http://schemas.openxmlformats.org/package/2006/relationships"><ns0:Relationship Type="http://schemas.openxmlformats.org/officeDocument/2006/relationships/slideLayout" Target="/ppt/slideLayouts/slideLayout1.xml" Id="R558632fd0ac64735" /><ns0:Relationship Type="http://schemas.openxmlformats.org/officeDocument/2006/relationships/notesSlide" Target="/ppt/notesSlides/notesSlide89.xml" Id="R1bec026870e3449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90.xml.rels><?xml version='1.0' encoding='utf-8'?>
<ns0:Relationships xmlns:ns0="http://schemas.openxmlformats.org/package/2006/relationships"><ns0:Relationship Type="http://schemas.openxmlformats.org/officeDocument/2006/relationships/slideLayout" Target="/ppt/slideLayouts/slideLayout1.xml" Id="Rdfd48c750caf4abe" /><ns0:Relationship Type="http://schemas.openxmlformats.org/officeDocument/2006/relationships/notesSlide" Target="/ppt/notesSlides/notesSlide90.xml" Id="R847a7ce663d84edb"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91.xml.rels><?xml version='1.0' encoding='utf-8'?>
<ns0:Relationships xmlns:ns0="http://schemas.openxmlformats.org/package/2006/relationships"><ns0:Relationship Type="http://schemas.openxmlformats.org/officeDocument/2006/relationships/slideLayout" Target="/ppt/slideLayouts/slideLayout1.xml" Id="R917ceaa7c52f4ef3" /><ns0:Relationship Type="http://schemas.openxmlformats.org/officeDocument/2006/relationships/notesSlide" Target="/ppt/notesSlides/notesSlide91.xml" Id="Rc8c2ac60341f4c9c"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92.xml.rels><?xml version='1.0' encoding='utf-8'?>
<ns0:Relationships xmlns:ns0="http://schemas.openxmlformats.org/package/2006/relationships"><ns0:Relationship Type="http://schemas.openxmlformats.org/officeDocument/2006/relationships/slideLayout" Target="/ppt/slideLayouts/slideLayout1.xml" Id="R9c1de4435f9c4d40" /><ns0:Relationship Type="http://schemas.openxmlformats.org/officeDocument/2006/relationships/notesSlide" Target="/ppt/notesSlides/notesSlide92.xml" Id="Rb2dcbe76122c4fb8"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93.xml.rels><?xml version='1.0' encoding='utf-8'?>
<ns0:Relationships xmlns:ns0="http://schemas.openxmlformats.org/package/2006/relationships"><ns0:Relationship Type="http://schemas.openxmlformats.org/officeDocument/2006/relationships/slideLayout" Target="/ppt/slideLayouts/slideLayout1.xml" Id="Ra88b7dfa39994ac7" /><ns0:Relationship Type="http://schemas.openxmlformats.org/officeDocument/2006/relationships/notesSlide" Target="/ppt/notesSlides/notesSlide93.xml" Id="R7d11543bf1224432"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6" TargetMode="External" /><ns0:Relationship Id="rIdLink3" Type="http://schemas.openxmlformats.org/officeDocument/2006/relationships/hyperlink" Target="https://docs.github.com/en/pull-requests/reference/pull-requests" TargetMode="External" /></ns0:Relationships>
</file>

<file path=ppt/slides/_rels/slide94.xml.rels><?xml version='1.0' encoding='utf-8'?>
<ns0:Relationships xmlns:ns0="http://schemas.openxmlformats.org/package/2006/relationships"><ns0:Relationship Type="http://schemas.openxmlformats.org/officeDocument/2006/relationships/slideLayout" Target="/ppt/slideLayouts/slideLayout1.xml" Id="R7f72dd97fce14e9a" /><ns0:Relationship Type="http://schemas.openxmlformats.org/officeDocument/2006/relationships/notesSlide" Target="/ppt/notesSlides/notesSlide94.xml" Id="Rb61de86da0b24f62"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7" TargetMode="External" /><ns0:Relationship Id="rIdLink3" Type="http://schemas.openxmlformats.org/officeDocument/2006/relationships/hyperlink" Target="https://docs.github.com/en/pull-requests/reference/pull-requests" TargetMode="External" /></ns0:Relationships>
</file>

<file path=ppt/slides/_rels/slide95.xml.rels><?xml version='1.0' encoding='utf-8'?>
<ns0:Relationships xmlns:ns0="http://schemas.openxmlformats.org/package/2006/relationships"><ns0:Relationship Type="http://schemas.openxmlformats.org/officeDocument/2006/relationships/slideLayout" Target="/ppt/slideLayouts/slideLayout1.xml" Id="R3cedfbb1e8324f04" /><ns0:Relationship Type="http://schemas.openxmlformats.org/officeDocument/2006/relationships/notesSlide" Target="/ppt/notesSlides/notesSlide95.xml" Id="R970c4dc58525434d"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7" TargetMode="External" /><ns0:Relationship Id="rIdLink3" Type="http://schemas.openxmlformats.org/officeDocument/2006/relationships/hyperlink" Target="https://docs.github.com/en/pull-requests/reference/pull-requests" TargetMode="External" /></ns0:Relationships>
</file>

<file path=ppt/slides/_rels/slide96.xml.rels><?xml version='1.0' encoding='utf-8'?>
<ns0:Relationships xmlns:ns0="http://schemas.openxmlformats.org/package/2006/relationships"><ns0:Relationship Type="http://schemas.openxmlformats.org/officeDocument/2006/relationships/slideLayout" Target="/ppt/slideLayouts/slideLayout1.xml" Id="Rbf57a7c4a7994fc9" /><ns0:Relationship Type="http://schemas.openxmlformats.org/officeDocument/2006/relationships/notesSlide" Target="/ppt/notesSlides/notesSlide96.xml" Id="Re19fa17011ad462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7" TargetMode="External" /><ns0:Relationship Id="rIdLink3" Type="http://schemas.openxmlformats.org/officeDocument/2006/relationships/hyperlink" Target="https://docs.github.com/en/pull-requests/reference/pull-requests" TargetMode="External" /></ns0:Relationships>
</file>

<file path=ppt/slides/_rels/slide97.xml.rels><?xml version='1.0' encoding='utf-8'?>
<ns0:Relationships xmlns:ns0="http://schemas.openxmlformats.org/package/2006/relationships"><ns0:Relationship Type="http://schemas.openxmlformats.org/officeDocument/2006/relationships/slideLayout" Target="/ppt/slideLayouts/slideLayout1.xml" Id="R6cedbf0d444e447b" /><ns0:Relationship Type="http://schemas.openxmlformats.org/officeDocument/2006/relationships/notesSlide" Target="/ppt/notesSlides/notesSlide97.xml" Id="R9a919ca748694fb0"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7" TargetMode="External" /><ns0:Relationship Id="rIdLink3" Type="http://schemas.openxmlformats.org/officeDocument/2006/relationships/hyperlink" Target="https://docs.github.com/en/pull-requests/reference/pull-requests" TargetMode="External" /></ns0:Relationships>
</file>

<file path=ppt/slides/_rels/slide98.xml.rels><?xml version='1.0' encoding='utf-8'?>
<ns0:Relationships xmlns:ns0="http://schemas.openxmlformats.org/package/2006/relationships"><ns0:Relationship Type="http://schemas.openxmlformats.org/officeDocument/2006/relationships/slideLayout" Target="/ppt/slideLayouts/slideLayout1.xml" Id="R431af2d82a4b4085" /><ns0:Relationship Type="http://schemas.openxmlformats.org/officeDocument/2006/relationships/notesSlide" Target="/ppt/notesSlides/notesSlide98.xml" Id="R676d824c42c84814"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docs.github.com/en/pull-requests/reference/pull-requests" TargetMode="External" /></ns0:Relationships>
</file>

<file path=ppt/slides/_rels/slide99.xml.rels><?xml version='1.0' encoding='utf-8'?>
<ns0:Relationships xmlns:ns0="http://schemas.openxmlformats.org/package/2006/relationships"><ns0:Relationship Type="http://schemas.openxmlformats.org/officeDocument/2006/relationships/slideLayout" Target="/ppt/slideLayouts/slideLayout1.xml" Id="R1140043b3f7e4d99" /><ns0:Relationship Type="http://schemas.openxmlformats.org/officeDocument/2006/relationships/notesSlide" Target="/ppt/notesSlides/notesSlide99.xml" Id="R78549612344a4aef"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docs.github.com/en/pull-requests/reference/pull-requests" TargetMode="External" /></ns0:Relationships>
</file>

<file path=ppt/slides/_rels/slide100.xml.rels><?xml version='1.0' encoding='utf-8'?>
<ns0:Relationships xmlns:ns0="http://schemas.openxmlformats.org/package/2006/relationships"><ns0:Relationship Type="http://schemas.openxmlformats.org/officeDocument/2006/relationships/slideLayout" Target="/ppt/slideLayouts/slideLayout1.xml" Id="R28affd5ae55f4949" /><ns0:Relationship Type="http://schemas.openxmlformats.org/officeDocument/2006/relationships/notesSlide" Target="/ppt/notesSlides/notesSlide100.xml" Id="R2ac4b4796dd64285"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docs.github.com/en/pull-requests/reference/pull-requests" TargetMode="External" /></ns0:Relationships>
</file>

<file path=ppt/slides/_rels/slide101.xml.rels><?xml version='1.0' encoding='utf-8'?>
<ns0:Relationships xmlns:ns0="http://schemas.openxmlformats.org/package/2006/relationships"><ns0:Relationship Type="http://schemas.openxmlformats.org/officeDocument/2006/relationships/slideLayout" Target="/ppt/slideLayouts/slideLayout1.xml" Id="R4ec1e175a4774a7d" /><ns0:Relationship Type="http://schemas.openxmlformats.org/officeDocument/2006/relationships/notesSlide" Target="/ppt/notesSlides/notesSlide101.xml" Id="R8231ed7f39ec4cc1"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docs.github.com/en/pull-requests/reference/pull-requests" TargetMode="External" /></ns0:Relationships>
</file>

<file path=ppt/slides/_rels/slide102.xml.rels><?xml version='1.0' encoding='utf-8'?>
<ns0:Relationships xmlns:ns0="http://schemas.openxmlformats.org/package/2006/relationships"><ns0:Relationship Type="http://schemas.openxmlformats.org/officeDocument/2006/relationships/slideLayout" Target="/ppt/slideLayouts/slideLayout1.xml" Id="Rbde0d0bd7ab94a02" /><ns0:Relationship Type="http://schemas.openxmlformats.org/officeDocument/2006/relationships/notesSlide" Target="/ppt/notesSlides/notesSlide102.xml" Id="Re80bb7a0fb624d83"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git-scm.com/docs/git-diff" TargetMode="External" /></ns0:Relationships>
</file>

<file path=ppt/slides/_rels/slide103.xml.rels><?xml version='1.0' encoding='utf-8'?>
<ns0:Relationships xmlns:ns0="http://schemas.openxmlformats.org/package/2006/relationships"><ns0:Relationship Type="http://schemas.openxmlformats.org/officeDocument/2006/relationships/slideLayout" Target="/ppt/slideLayouts/slideLayout1.xml" Id="Re7300e1ace1a447d" /><ns0:Relationship Type="http://schemas.openxmlformats.org/officeDocument/2006/relationships/notesSlide" Target="/ppt/notesSlides/notesSlide103.xml" Id="R789a6682f8ad442a"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git-scm.com/docs/git-restore" TargetMode="External" /></ns0:Relationships>
</file>

<file path=ppt/slides/_rels/slide104.xml.rels><?xml version='1.0' encoding='utf-8'?>
<ns0:Relationships xmlns:ns0="http://schemas.openxmlformats.org/package/2006/relationships"><ns0:Relationship Type="http://schemas.openxmlformats.org/officeDocument/2006/relationships/slideLayout" Target="/ppt/slideLayouts/slideLayout1.xml" Id="R92007dc385934323" /><ns0:Relationship Type="http://schemas.openxmlformats.org/officeDocument/2006/relationships/notesSlide" Target="/ppt/notesSlides/notesSlide104.xml" Id="Raf1316fbb0194f81"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docs.github.com/en/pull-requests/reference/pull-requests" TargetMode="External" /></ns0:Relationships>
</file>

<file path=ppt/slides/_rels/slide105.xml.rels><?xml version='1.0' encoding='utf-8'?>
<ns0:Relationships xmlns:ns0="http://schemas.openxmlformats.org/package/2006/relationships"><ns0:Relationship Type="http://schemas.openxmlformats.org/officeDocument/2006/relationships/slideLayout" Target="/ppt/slideLayouts/slideLayout1.xml" Id="R16ad10d00b6b42f7" /><ns0:Relationship Type="http://schemas.openxmlformats.org/officeDocument/2006/relationships/notesSlide" Target="/ppt/notesSlides/notesSlide105.xml" Id="R4f099443bc76483b"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git-scm.com/docs/git-diff" TargetMode="External" /></ns0:Relationships>
</file>

<file path=ppt/slides/_rels/slide106.xml.rels><?xml version='1.0' encoding='utf-8'?>
<ns0:Relationships xmlns:ns0="http://schemas.openxmlformats.org/package/2006/relationships"><ns0:Relationship Type="http://schemas.openxmlformats.org/officeDocument/2006/relationships/slideLayout" Target="/ppt/slideLayouts/slideLayout1.xml" Id="R81cfdb050631408d" /><ns0:Relationship Type="http://schemas.openxmlformats.org/officeDocument/2006/relationships/notesSlide" Target="/ppt/notesSlides/notesSlide106.xml" Id="R5e61918f663244d7"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git-scm.com/docs/git-restore" TargetMode="External" /></ns0:Relationships>
</file>

<file path=ppt/slides/_rels/slide107.xml.rels><?xml version='1.0' encoding='utf-8'?>
<ns0:Relationships xmlns:ns0="http://schemas.openxmlformats.org/package/2006/relationships"><ns0:Relationship Type="http://schemas.openxmlformats.org/officeDocument/2006/relationships/slideLayout" Target="/ppt/slideLayouts/slideLayout1.xml" Id="R3e355ffb84ba43af" /><ns0:Relationship Type="http://schemas.openxmlformats.org/officeDocument/2006/relationships/notesSlide" Target="/ppt/notesSlides/notesSlide107.xml" Id="Ra34ff57fcad24764"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docs.github.com/en/pull-requests/reference/pull-requests" TargetMode="External" /></ns0:Relationships>
</file>

<file path=ppt/slides/_rels/slide108.xml.rels><?xml version='1.0' encoding='utf-8'?>
<ns0:Relationships xmlns:ns0="http://schemas.openxmlformats.org/package/2006/relationships"><ns0:Relationship Type="http://schemas.openxmlformats.org/officeDocument/2006/relationships/slideLayout" Target="/ppt/slideLayouts/slideLayout1.xml" Id="R91bffd58d3b7451c" /><ns0:Relationship Type="http://schemas.openxmlformats.org/officeDocument/2006/relationships/notesSlide" Target="/ppt/notesSlides/notesSlide108.xml" Id="R138524e6d63b486f"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docs.github.com/en/pull-requests/reference/pull-requests" TargetMode="External" /></ns0:Relationships>
</file>

<file path=ppt/slides/_rels/slide109.xml.rels><?xml version='1.0' encoding='utf-8'?>
<ns0:Relationships xmlns:ns0="http://schemas.openxmlformats.org/package/2006/relationships"><ns0:Relationship Type="http://schemas.openxmlformats.org/officeDocument/2006/relationships/slideLayout" Target="/ppt/slideLayouts/slideLayout1.xml" Id="R73b81d69238a4246" /><ns0:Relationship Type="http://schemas.openxmlformats.org/officeDocument/2006/relationships/notesSlide" Target="/ppt/notesSlides/notesSlide109.xml" Id="R11babcdecb4548f6"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activity-A18" TargetMode="External" /><ns0:Relationship Id="rIdLink3" Type="http://schemas.openxmlformats.org/officeDocument/2006/relationships/hyperlink" Target="https://docs.github.com/en/pull-requests/reference/pull-requests" TargetMode="External" /></ns0:Relationships>
</file>

<file path=ppt/slides/_rels/slide110.xml.rels><?xml version='1.0' encoding='utf-8'?>
<ns0:Relationships xmlns:ns0="http://schemas.openxmlformats.org/package/2006/relationships"><ns0:Relationship Type="http://schemas.openxmlformats.org/officeDocument/2006/relationships/slideLayout" Target="/ppt/slideLayouts/slideLayout1.xml" Id="Rfe0d1fa7a7304692" /><ns0:Relationship Type="http://schemas.openxmlformats.org/officeDocument/2006/relationships/notesSlide" Target="/ppt/notesSlides/notesSlide110.xml" Id="R5307b556fcca4df1"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practice" TargetMode="External" /><ns0:Relationship Id="rIdLink3" Type="http://schemas.openxmlformats.org/officeDocument/2006/relationships/hyperlink" Target="https://git-scm.com/docs/git-diff" TargetMode="External" /><ns0:Relationship Id="rIdLink4" Type="http://schemas.openxmlformats.org/officeDocument/2006/relationships/hyperlink" Target="https://zeusk302-png.github.io/kdigital-physical-ai/#/sessions/2026-10-16/start" TargetMode="External" /><ns0:Relationship Id="rIdLink5" Type="http://schemas.openxmlformats.org/officeDocument/2006/relationships/hyperlink" Target="https://zeusk302-png.github.io/kdigital-physical-ai/#/sessions/2026-10-16/lesson" TargetMode="External" /><ns0:Relationship Id="rIdLink6" Type="http://schemas.openxmlformats.org/officeDocument/2006/relationships/hyperlink" Target="https://zeusk302-png.github.io/kdigital-physical-ai/#/sessions/2026-10-16/workbook" TargetMode="External" /><ns0:Relationship Id="rIdLink7" Type="http://schemas.openxmlformats.org/officeDocument/2006/relationships/hyperlink" Target="https://zeusk302-png.github.io/kdigital-physical-ai/downloads/2026-10-16/student-examples.zip" TargetMode="External" /><ns0:Relationship Id="rIdLink8" Type="http://schemas.openxmlformats.org/officeDocument/2006/relationships/hyperlink" Target="https://zeusk302-png.github.io/kdigital-physical-ai/#/sessions/2026-10-16/files" TargetMode="External" /></ns0:Relationships>
</file>

<file path=ppt/slides/_rels/slide111.xml.rels><?xml version='1.0' encoding='utf-8'?>
<ns0:Relationships xmlns:ns0="http://schemas.openxmlformats.org/package/2006/relationships"><ns0:Relationship Type="http://schemas.openxmlformats.org/officeDocument/2006/relationships/slideLayout" Target="/ppt/slideLayouts/slideLayout1.xml" Id="Re1699ac950964f36" /><ns0:Relationship Type="http://schemas.openxmlformats.org/officeDocument/2006/relationships/notesSlide" Target="/ppt/notesSlides/notesSlide111.xml" Id="R53ddd84f8f924f2e" /><ns0:Relationship Id="rIdLink1" Type="http://schemas.openxmlformats.org/officeDocument/2006/relationships/hyperlink" Target="https://zeusk302-png.github.io/kdigital-physical-ai/#/sessions/2026-10-16/lesson" TargetMode="External" /><ns0:Relationship Id="rIdLink2" Type="http://schemas.openxmlformats.org/officeDocument/2006/relationships/hyperlink" Target="https://zeusk302-png.github.io/kdigital-physical-ai/#/sessions/2026-10-16/practice" TargetMode="External" /><ns0:Relationship Id="rIdLink3" Type="http://schemas.openxmlformats.org/officeDocument/2006/relationships/hyperlink" Target="https://git-scm.com/docs/git-diff" TargetMode="External" /><ns0:Relationship Id="rIdLink4" Type="http://schemas.openxmlformats.org/officeDocument/2006/relationships/hyperlink" Target="https://git-scm.com/docs/git-diff" TargetMode="External" /><ns0:Relationship Id="rIdLink5" Type="http://schemas.openxmlformats.org/officeDocument/2006/relationships/hyperlink" Target="https://git-scm.com/docs/git-restore" TargetMode="External" /><ns0:Relationship Id="rIdLink6" Type="http://schemas.openxmlformats.org/officeDocument/2006/relationships/hyperlink" Target="https://docs.github.com/en/pull-requests/reference/pull-requests" TargetMode="External" /></ns0:Relationships>
</file>

<file path=ppt/slides/slide1.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pic>
        <p:nvPicPr>
          <p:cNvPr id="12" name=""/>
          <p:cNvPicPr>
            <a:picLocks noChangeAspect="1"/>
          </p:cNvPicPr>
          <p:nvPr/>
        </p:nvPicPr>
        <p:blipFill>
          <a:blip r:embed="Ra7c94509e5604126"/>
          <a:srcRect l="0" t="27" r="0" b="27"/>
          <a:stretch>
            <a:fillRect l="0" t="0" r="0" b="0"/>
          </a:stretch>
        </p:blipFill>
        <p:spPr>
          <a:xfrm>
            <a:off x="0" y="0"/>
            <a:ext cx="12192000" cy="6858000"/>
          </a:xfrm>
          <a:prstGeom prst="rect">
            <a:avLst/>
          </a:prstGeom>
        </p:spPr>
      </p:pic>
      <p:sp>
        <p:nvSpPr>
          <p:cNvPr id="2" name="">
            <a:extLst>
              <a:ext uri="{FF2B5EF4-FFF2-40B4-BE49-F238E27FC236}">
                <ns3:creationId id="{AE81D3EE-20C9-49B1-A0F8-A5DC1BE3252A}"/>
              </a:ext>
            </a:extLst>
          </p:cNvPr>
          <p:cNvSpPr>
            <a:spLocks noGrp="1"/>
          </p:cNvSpPr>
          <p:nvPr/>
        </p:nvSpPr>
        <p:spPr>
          <a:xfrm>
            <a:off x="685800" y="733425"/>
            <a:ext cx="5715000" cy="428625"/>
          </a:xfrm>
          <a:prstGeom prst="rect">
            <a:avLst/>
          </a:prstGeom>
          <a:noFill/>
          <a:ln w="0">
            <a:noFill/>
          </a:ln>
        </p:spPr>
        <p:txBody>
          <a:bodyPr wrap="square" lIns="0" tIns="0" rIns="0" bIns="0">
            <a:noAutofit/>
          </a:bodyPr>
          <a:lstStyle/>
          <a:p>
            <a:pPr>
              <a:defRPr sz="1800" b="1">
                <a:solidFill>
                  <a:srgbClr val="08786F"/>
                </a:solidFill>
                <a:latin typeface="Noto Sans KR"/>
                <a:ea typeface="Noto Sans KR"/>
                <a:cs typeface="Noto Sans KR"/>
              </a:defRPr>
            </a:pPr>
            <a:r>
              <a:t>피지컬AI 직무훈련</a:t>
            </a:r>
          </a:p>
        </p:txBody>
      </p:sp>
      <p:sp>
        <p:nvSpPr>
          <p:cNvPr id="3" name="">
            <a:extLst>
              <a:ext uri="{FF2B5EF4-FFF2-40B4-BE49-F238E27FC236}">
                <ns3:creationId id="{5682AEED-FA1A-4A49-95AB-919722C29E53}"/>
              </a:ext>
            </a:extLst>
          </p:cNvPr>
          <p:cNvSpPr>
            <a:spLocks noGrp="1"/>
          </p:cNvSpPr>
          <p:nvPr/>
        </p:nvSpPr>
        <p:spPr>
          <a:xfrm>
            <a:off x="685800" y="1562100"/>
            <a:ext cx="5667375" cy="2571750"/>
          </a:xfrm>
          <a:prstGeom prst="rect">
            <a:avLst/>
          </a:prstGeom>
          <a:noFill/>
          <a:ln w="0">
            <a:noFill/>
          </a:ln>
        </p:spPr>
        <p:txBody>
          <a:bodyPr wrap="square" lIns="0" tIns="0" rIns="0" bIns="0">
            <a:noAutofit/>
          </a:bodyPr>
          <a:lstStyle/>
          <a:p>
            <a:pPr>
              <a:defRPr sz="4650" b="1">
                <a:solidFill>
                  <a:srgbClr val="172F39"/>
                </a:solidFill>
                <a:latin typeface="Noto Sans KR"/>
                <a:ea typeface="Noto Sans KR"/>
                <a:cs typeface="Noto Sans KR"/>
              </a:defRPr>
            </a:pPr>
            <a:r>
              <a:t>Git과 GitHub</a:t>
            </a:r>
          </a:p>
        </p:txBody>
      </p:sp>
      <p:sp>
        <p:nvSpPr>
          <p:cNvPr id="4" name="">
            <a:extLst>
              <a:ext uri="{FF2B5EF4-FFF2-40B4-BE49-F238E27FC236}">
                <ns3:creationId id="{07670348-C67C-47BB-A5A3-2EF0451FDA6A}"/>
              </a:ext>
            </a:extLst>
          </p:cNvPr>
          <p:cNvSpPr>
            <a:spLocks noGrp="1"/>
          </p:cNvSpPr>
          <p:nvPr/>
        </p:nvSpPr>
        <p:spPr>
          <a:xfrm>
            <a:off x="685800" y="4267200"/>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2026-10-16</a:t>
            </a:r>
          </a:p>
        </p:txBody>
      </p:sp>
      <p:sp>
        <p:nvSpPr>
          <p:cNvPr id="5" name="">
            <a:extLst>
              <a:ext uri="{FF2B5EF4-FFF2-40B4-BE49-F238E27FC236}">
                <ns3:creationId id="{8B0011DE-9468-4832-8F6D-9533D5F4D8DD}"/>
              </a:ext>
            </a:extLst>
          </p:cNvPr>
          <p:cNvSpPr>
            <a:spLocks noGrp="1"/>
          </p:cNvSpPr>
          <p:nvPr/>
        </p:nvSpPr>
        <p:spPr>
          <a:xfrm>
            <a:off x="685800" y="4710113"/>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예제 파일을 고치고 결과를 확인합니다.</a:t>
            </a:r>
          </a:p>
        </p:txBody>
      </p:sp>
      <p:sp>
        <p:nvSpPr>
          <p:cNvPr id="6" name="">
            <a:extLst>
              <a:ext uri="{FF2B5EF4-FFF2-40B4-BE49-F238E27FC236}">
                <ns3:creationId id="{F5D69CAF-5259-496C-AA1D-FDD7AD3F66F5}"/>
              </a:ext>
            </a:extLst>
          </p:cNvPr>
          <p:cNvSpPr>
            <a:spLocks noGrp="1"/>
          </p:cNvSpPr>
          <p:nvPr/>
        </p:nvSpPr>
        <p:spPr>
          <a:xfrm>
            <a:off x="685800" y="5153025"/>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50분 수업 6교시로 진행합니다.</a:t>
            </a:r>
          </a:p>
        </p:txBody>
      </p:sp>
      <p:sp>
        <p:nvSpPr>
          <p:cNvPr id="7" name="">
            <a:extLst>
              <a:ext uri="{FF2B5EF4-FFF2-40B4-BE49-F238E27FC236}">
                <ns3:creationId id="{54AF9B15-B813-4EB2-9D6A-69D65584A3C9}"/>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3:creationId id="{FD8281B2-4137-4103-A89F-944CAF882E9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3:creationId id="{36D24F9E-297A-480D-9EFD-6DC79E444F1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3:creationId id="{B5B60021-20B5-4ACF-BB2E-32AE05A05D7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3:creationId id="{5322463A-6A9D-4E97-A849-DB8BEA8E6E6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001</a:t>
            </a:r>
          </a:p>
        </p:txBody>
      </p:sp>
    </p:spTree>
    <p:extLst>
      <p:ext uri="{BB962C8B-B14F-4D97-AF65-F5344CB8AC3E}">
        <ns4:creationId val="453753068"/>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5" name="">
            <a:extLst>
              <a:ext uri="{FF2B5EF4-FFF2-40B4-BE49-F238E27FC236}">
                <ns2:creationId id="{5173FF74-27A7-4E08-A5B2-98A516CEB35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10/16 수업</a:t>
            </a:r>
          </a:p>
        </p:txBody>
      </p:sp>
      <p:sp>
        <p:nvSpPr>
          <p:cNvPr id="2" name="">
            <a:extLst>
              <a:ext uri="{FF2B5EF4-FFF2-40B4-BE49-F238E27FC236}">
                <ns2:creationId id="{2007EB09-0339-4EAB-9A1D-52BF955DD1E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실습 파일부터 열어 봅시다</a:t>
            </a:r>
          </a:p>
        </p:txBody>
      </p:sp>
      <p:sp>
        <p:nvSpPr>
          <p:cNvPr id="3" name="">
            <a:extLst>
              <a:ext uri="{FF2B5EF4-FFF2-40B4-BE49-F238E27FC236}">
                <ns2:creationId id="{11AF42FA-BDAE-4F12-9EA2-DE44D14A70DF}"/>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A6421D11-C4B8-4604-BB79-D0CEF2E80FE4}"/>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ZIP을 일반 폴더에 풉니다.</a:t>
            </a:r>
          </a:p>
        </p:txBody>
      </p:sp>
      <p:sp>
        <p:nvSpPr>
          <p:cNvPr id="5" name="">
            <a:extLst>
              <a:ext uri="{FF2B5EF4-FFF2-40B4-BE49-F238E27FC236}">
                <ns2:creationId id="{DB717101-4F68-449D-B7C2-9DDB78ED53A8}"/>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course의 code·data·work를 찾습니다.</a:t>
            </a:r>
          </a:p>
        </p:txBody>
      </p:sp>
      <p:sp>
        <p:nvSpPr>
          <p:cNvPr id="6" name="">
            <a:extLst>
              <a:ext uri="{FF2B5EF4-FFF2-40B4-BE49-F238E27FC236}">
                <ns2:creationId id="{C0596C15-13D3-4DA4-BCBF-1EA35F798F06}"/>
              </a:ext>
            </a:extLst>
          </p:cNvPr>
          <p:cNvSpPr>
            <a:spLocks noGrp="1"/>
          </p:cNvSpPr>
          <p:nvPr/>
        </p:nvSpPr>
        <p:spPr>
          <a:xfrm>
            <a:off x="685800" y="369760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work만 수정하고 원본을 보존합니다.</a:t>
            </a:r>
          </a:p>
        </p:txBody>
      </p:sp>
      <p:sp>
        <p:nvSpPr>
          <p:cNvPr id="7" name="">
            <a:extLst>
              <a:ext uri="{FF2B5EF4-FFF2-40B4-BE49-F238E27FC236}">
                <ns2:creationId id="{7A0D8F31-A151-4345-8794-2657FAEA7D1C}"/>
              </a:ext>
            </a:extLst>
          </p:cNvPr>
          <p:cNvSpPr>
            <a:spLocks noGrp="1"/>
          </p:cNvSpPr>
          <p:nvPr/>
        </p:nvSpPr>
        <p:spPr>
          <a:xfrm>
            <a:off x="685800" y="419671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저장과 실행을 구별합니다.</a:t>
            </a:r>
          </a:p>
        </p:txBody>
      </p:sp>
      <p:sp>
        <p:nvSpPr>
          <p:cNvPr id="8" name="">
            <a:extLst>
              <a:ext uri="{FF2B5EF4-FFF2-40B4-BE49-F238E27FC236}">
                <ns2:creationId id="{F737BA42-0A23-4C2B-9AF0-7A9D90076F57}"/>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실제 파일을 고르는 위치</a:t>
            </a:r>
          </a:p>
        </p:txBody>
      </p:sp>
      <p:graphicFrame>
        <p:nvGraphicFramePr>
          <p:cNvPr id="23" name=""/>
          <p:cNvGraphicFramePr/>
          <p:nvPr/>
        </p:nvGraphicFramePr>
        <p:xfrm>
          <a:off x="6267450" y="2628900"/>
          <a:ext cx="5238750" cy="2057400"/>
        </p:xfrm>
        <a:graphic>
          <a:graphicData uri="http://schemas.openxmlformats.org/drawingml/2006/table">
            <a:tbl>
              <a:tblPr firstRow="1" bandRow="0"/>
              <a:tblGrid>
                <a:gridCol w="2036863"/>
                <a:gridCol w="3201887"/>
              </a:tblGrid>
              <a:tr h="514350">
                <a:tc>
                  <a:txBody>
                    <a:bodyPr wrap="square"/>
                    <a:lstStyle/>
                    <a:p>
                      <a:pPr>
                        <a:lnSpc>
                          <a:spcPct val="102000"/>
                        </a:lnSpc>
                        <a:buNone/>
                      </a:pPr>
                      <a:r>
                        <a:rPr sz="1875" b="1">
                          <a:solidFill>
                            <a:srgbClr val="172F39"/>
                          </a:solidFill>
                          <a:latin typeface="Noto Sans KR"/>
                          <a:ea typeface="Noto Sans KR"/>
                          <a:cs typeface="Noto Sans KR"/>
                        </a:rPr>
                        <a:t>폴더</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역할</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code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제공 원본</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data</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제공 입력</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work</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학생 수정본</a:t>
                      </a:r>
                    </a:p>
                  </a:txBody>
                  <a:tcPr marL="114300" marR="114300" marT="76200" marB="76200" anchor="ctr">
                    <a:solidFill>
                      <a:srgbClr val="FFFFFF"/>
                    </a:solidFill>
                  </a:tcPr>
                </a:tc>
              </a:tr>
            </a:tbl>
          </a:graphicData>
        </a:graphic>
      </p:graphicFrame>
      <p:sp>
        <p:nvSpPr>
          <p:cNvPr id="10" name="">
            <a:extLst>
              <a:ext uri="{FF2B5EF4-FFF2-40B4-BE49-F238E27FC236}">
                <ns2:creationId id="{05A3B95C-DF92-4BAD-ACC6-2AB4C929F78F}"/>
              </a:ext>
            </a:extLst>
          </p:cNvPr>
          <p:cNvSpPr>
            <a:spLocks noGrp="1"/>
          </p:cNvSpPr>
          <p:nvPr/>
        </p:nvSpPr>
        <p:spPr>
          <a:xfrm>
            <a:off x="685800" y="6172200"/>
            <a:ext cx="10820400" cy="9525"/>
          </a:xfrm>
          <a:prstGeom prst="rect">
            <a:avLst/>
          </a:prstGeom>
          <a:solidFill>
            <a:srgbClr val="D5DEDD"/>
          </a:solidFill>
          <a:ln w="0">
            <a:noFill/>
          </a:ln>
        </p:spPr>
      </p:sp>
      <p:sp>
        <p:nvSpPr>
          <p:cNvPr id="11" name="">
            <a:extLst>
              <a:ext uri="{FF2B5EF4-FFF2-40B4-BE49-F238E27FC236}">
                <ns2:creationId id="{B056F635-E339-45B0-9D62-3C3A214EDC4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2" name="">
            <a:extLst>
              <a:ext uri="{FF2B5EF4-FFF2-40B4-BE49-F238E27FC236}">
                <ns2:creationId id="{5129466B-9E9A-4DD0-BD45-9B17CD1EA6D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3" name="">
            <a:extLst>
              <a:ext uri="{FF2B5EF4-FFF2-40B4-BE49-F238E27FC236}">
                <ns2:creationId id="{9B38624D-9FAC-4ACE-82AB-F1A9F49F33D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4" name="">
            <a:extLst>
              <a:ext uri="{FF2B5EF4-FFF2-40B4-BE49-F238E27FC236}">
                <ns2:creationId id="{54F2173F-B870-42C8-A0B1-9549453FECF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002</a:t>
            </a:r>
          </a:p>
        </p:txBody>
      </p:sp>
    </p:spTree>
    <p:extLst>
      <p:ext uri="{BB962C8B-B14F-4D97-AF65-F5344CB8AC3E}">
        <ns4:creationId val="1231036267"/>
      </p:ext>
    </p:extLst>
  </p:cSld>
</p:sld>
</file>

<file path=ppt/slides/slide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C3261DEC-A836-41E1-9137-BC2DC3C3AE7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10/16 수업</a:t>
            </a:r>
          </a:p>
        </p:txBody>
      </p:sp>
      <p:sp>
        <p:nvSpPr>
          <p:cNvPr id="2" name="">
            <a:extLst>
              <a:ext uri="{FF2B5EF4-FFF2-40B4-BE49-F238E27FC236}">
                <ns2:creationId id="{74341ECD-9061-4ACB-94FE-5C4E88C167C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결과를 어떻게 확인했나요?</a:t>
            </a:r>
          </a:p>
        </p:txBody>
      </p:sp>
      <p:sp>
        <p:nvSpPr>
          <p:cNvPr id="3" name="">
            <a:extLst>
              <a:ext uri="{FF2B5EF4-FFF2-40B4-BE49-F238E27FC236}">
                <ns2:creationId id="{C33A1309-5FEB-43A7-8DC4-B687FFBD5B0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C68B0599-1E04-4A90-BF4E-6EF7510A6DD4}"/>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직접 실행했는지, 시연을 봤는지 적습니다.</a:t>
            </a:r>
          </a:p>
        </p:txBody>
      </p:sp>
      <p:sp>
        <p:nvSpPr>
          <p:cNvPr id="5" name="">
            <a:extLst>
              <a:ext uri="{FF2B5EF4-FFF2-40B4-BE49-F238E27FC236}">
                <ns2:creationId id="{E628B98C-1B89-48B6-B664-1582C93121C0}"/>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실행 전에 넣을 값과 나올 결과를 적습니다.</a:t>
            </a:r>
          </a:p>
        </p:txBody>
      </p:sp>
      <p:sp>
        <p:nvSpPr>
          <p:cNvPr id="6" name="">
            <a:extLst>
              <a:ext uri="{FF2B5EF4-FFF2-40B4-BE49-F238E27FC236}">
                <ns2:creationId id="{958EB9E7-4283-4F33-8918-A9E379AD74E6}"/>
              </a:ext>
            </a:extLst>
          </p:cNvPr>
          <p:cNvSpPr>
            <a:spLocks noGrp="1"/>
          </p:cNvSpPr>
          <p:nvPr/>
        </p:nvSpPr>
        <p:spPr>
          <a:xfrm>
            <a:off x="685800" y="403479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실제 결과를 적고, 예상과 다른 곳을 찾습니다.</a:t>
            </a:r>
          </a:p>
        </p:txBody>
      </p:sp>
      <p:sp>
        <p:nvSpPr>
          <p:cNvPr id="7" name="">
            <a:extLst>
              <a:ext uri="{FF2B5EF4-FFF2-40B4-BE49-F238E27FC236}">
                <ns2:creationId id="{A1C5CCBA-9CFD-4709-A26B-C3992AF65845}"/>
              </a:ext>
            </a:extLst>
          </p:cNvPr>
          <p:cNvSpPr>
            <a:spLocks noGrp="1"/>
          </p:cNvSpPr>
          <p:nvPr/>
        </p:nvSpPr>
        <p:spPr>
          <a:xfrm>
            <a:off x="685800" y="487108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코드를 읽고 계산했다면 그 방법도 적습니다.</a:t>
            </a:r>
          </a:p>
        </p:txBody>
      </p:sp>
      <p:sp>
        <p:nvSpPr>
          <p:cNvPr id="8" name="">
            <a:extLst>
              <a:ext uri="{FF2B5EF4-FFF2-40B4-BE49-F238E27FC236}">
                <ns2:creationId id="{80B184FC-F960-402A-9C17-0477F6D2432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이번 자료에서 확인하는 결과</a:t>
            </a:r>
          </a:p>
        </p:txBody>
      </p:sp>
      <p:sp>
        <p:nvSpPr>
          <p:cNvPr id="9" name="">
            <a:extLst>
              <a:ext uri="{FF2B5EF4-FFF2-40B4-BE49-F238E27FC236}">
                <ns2:creationId id="{843139B5-69A9-4105-ABF5-6D216821EF55}"/>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git status --short → ?? README.md</a:t>
            </a:r>
          </a:p>
        </p:txBody>
      </p:sp>
      <p:sp>
        <p:nvSpPr>
          <p:cNvPr id="10" name="">
            <a:extLst>
              <a:ext uri="{FF2B5EF4-FFF2-40B4-BE49-F238E27FC236}">
                <ns2:creationId id="{28721F10-237B-4D3F-BCC1-AEEBAEDD896F}"/>
              </a:ext>
            </a:extLst>
          </p:cNvPr>
          <p:cNvSpPr>
            <a:spLocks noGrp="1"/>
          </p:cNvSpPr>
          <p:nvPr/>
        </p:nvSpPr>
        <p:spPr>
          <a:xfrm>
            <a:off x="6267450" y="3116771"/>
            <a:ext cx="5238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수행 방법: 직접 실행 / 시연 관찰 / 수동 추적</a:t>
            </a:r>
          </a:p>
        </p:txBody>
      </p:sp>
      <p:sp>
        <p:nvSpPr>
          <p:cNvPr id="11" name="">
            <a:extLst>
              <a:ext uri="{FF2B5EF4-FFF2-40B4-BE49-F238E27FC236}">
                <ns2:creationId id="{0AD494F4-2AF4-4C9F-A159-C1EF89D3345A}"/>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35FCE93D-C143-4532-9001-D99F17A7686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9103F342-622B-45E0-AEC9-8ABFA613723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FDAAB29C-5B99-4919-A2B4-CCF7BF3FD0A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053EA442-4D8C-461B-B834-5E8CDCC240E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003</a:t>
            </a:r>
          </a:p>
        </p:txBody>
      </p:sp>
    </p:spTree>
    <p:extLst>
      <p:ext uri="{BB962C8B-B14F-4D97-AF65-F5344CB8AC3E}">
        <ns4:creationId val="1958150988"/>
      </p:ext>
    </p:extLst>
  </p:cSld>
</p:sld>
</file>

<file path=ppt/slides/slide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4BF5CED6-53C9-4C50-BC76-11EB1D073C4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10/16 수업</a:t>
            </a:r>
          </a:p>
        </p:txBody>
      </p:sp>
      <p:sp>
        <p:nvSpPr>
          <p:cNvPr id="2" name="">
            <a:extLst>
              <a:ext uri="{FF2B5EF4-FFF2-40B4-BE49-F238E27FC236}">
                <ns2:creationId id="{EF437335-B61F-4CED-AE97-3B4E071D282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오늘의 수업과 추가 복습</a:t>
            </a:r>
          </a:p>
        </p:txBody>
      </p:sp>
      <p:sp>
        <p:nvSpPr>
          <p:cNvPr id="3" name="">
            <a:extLst>
              <a:ext uri="{FF2B5EF4-FFF2-40B4-BE49-F238E27FC236}">
                <ns2:creationId id="{99A96E6E-B4F6-49B1-8BCF-5D839E59BDA6}"/>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8418B6F1-6A8D-4E5D-BE88-4479DCAE834A}"/>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10:00~17:00에 수업과 휴식을 진행합니다.</a:t>
            </a:r>
          </a:p>
        </p:txBody>
      </p:sp>
      <p:sp>
        <p:nvSpPr>
          <p:cNvPr id="5" name="">
            <a:extLst>
              <a:ext uri="{FF2B5EF4-FFF2-40B4-BE49-F238E27FC236}">
                <ns2:creationId id="{1E000EFD-6C2B-4E94-A902-342977F0A5F4}"/>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중식은 11:50~13:00입니다.</a:t>
            </a:r>
          </a:p>
        </p:txBody>
      </p:sp>
      <p:sp>
        <p:nvSpPr>
          <p:cNvPr id="6" name="">
            <a:extLst>
              <a:ext uri="{FF2B5EF4-FFF2-40B4-BE49-F238E27FC236}">
                <ns2:creationId id="{DEABD544-108D-417A-ACA3-6A48F76DF21D}"/>
              </a:ext>
            </a:extLst>
          </p:cNvPr>
          <p:cNvSpPr>
            <a:spLocks noGrp="1"/>
          </p:cNvSpPr>
          <p:nvPr/>
        </p:nvSpPr>
        <p:spPr>
          <a:xfrm>
            <a:off x="685800" y="369760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수업 활동을 마치면 추가 문제를 풀어 봅니다.</a:t>
            </a:r>
          </a:p>
        </p:txBody>
      </p:sp>
      <p:sp>
        <p:nvSpPr>
          <p:cNvPr id="7" name="">
            <a:extLst>
              <a:ext uri="{FF2B5EF4-FFF2-40B4-BE49-F238E27FC236}">
                <ns2:creationId id="{72372677-C1B1-4246-885C-92655A29C4CD}"/>
              </a:ext>
            </a:extLst>
          </p:cNvPr>
          <p:cNvSpPr>
            <a:spLocks noGrp="1"/>
          </p:cNvSpPr>
          <p:nvPr/>
        </p:nvSpPr>
        <p:spPr>
          <a:xfrm>
            <a:off x="685800" y="45339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추가 문제는 수업 뒤에도 이어서 풀 수 있습니다.</a:t>
            </a:r>
          </a:p>
        </p:txBody>
      </p:sp>
      <p:sp>
        <p:nvSpPr>
          <p:cNvPr id="8" name="">
            <a:extLst>
              <a:ext uri="{FF2B5EF4-FFF2-40B4-BE49-F238E27FC236}">
                <ns2:creationId id="{DA203167-8C30-44BC-A190-D5F783171DE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오늘 다룰 실제 자료</a:t>
            </a:r>
          </a:p>
        </p:txBody>
      </p:sp>
      <p:sp>
        <p:nvSpPr>
          <p:cNvPr id="9" name="">
            <a:extLst>
              <a:ext uri="{FF2B5EF4-FFF2-40B4-BE49-F238E27FC236}">
                <ns2:creationId id="{6953BD62-1C75-496F-9EA1-6753D75155F9}"/>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50분 × 6교시</a:t>
            </a:r>
          </a:p>
        </p:txBody>
      </p:sp>
      <p:sp>
        <p:nvSpPr>
          <p:cNvPr id="10" name="">
            <a:extLst>
              <a:ext uri="{FF2B5EF4-FFF2-40B4-BE49-F238E27FC236}">
                <ns2:creationId id="{FDA4E639-CF6F-427A-9886-F5597B287DBB}"/>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중식 11:50~13:00</a:t>
            </a:r>
          </a:p>
        </p:txBody>
      </p:sp>
      <p:sp>
        <p:nvSpPr>
          <p:cNvPr id="11" name="">
            <a:extLst>
              <a:ext uri="{FF2B5EF4-FFF2-40B4-BE49-F238E27FC236}">
                <ns2:creationId id="{68E71AF2-2E4E-47B8-A9E5-1BBCD0C00FA4}"/>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EFBA3C4D-E6D2-42E7-9BC0-0B183E5C740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3CB12118-3953-45F6-B13F-1AB3D73B1F6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ED57863E-B03C-444A-8214-3A87EF7B2AE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1F5A6387-3CA0-496A-B425-77268DD4FBC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004</a:t>
            </a:r>
          </a:p>
        </p:txBody>
      </p:sp>
    </p:spTree>
    <p:extLst>
      <p:ext uri="{BB962C8B-B14F-4D97-AF65-F5344CB8AC3E}">
        <ns4:creationId val="105327223"/>
      </p:ext>
    </p:extLst>
  </p:cSld>
</p:sld>
</file>

<file path=ppt/slides/slide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203DF8A4-BF48-440C-9752-D4EF0C38E142}"/>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1교시</a:t>
            </a:r>
          </a:p>
        </p:txBody>
      </p:sp>
      <p:sp>
        <p:nvSpPr>
          <p:cNvPr id="2" name="">
            <a:extLst>
              <a:ext uri="{FF2B5EF4-FFF2-40B4-BE49-F238E27FC236}">
                <ns2:creationId id="{7F92149C-CF4F-4B32-9534-224AB1C0A8F8}"/>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작업 폴더와 저장소</a:t>
            </a:r>
          </a:p>
        </p:txBody>
      </p:sp>
      <p:sp>
        <p:nvSpPr>
          <p:cNvPr id="3" name="">
            <a:extLst>
              <a:ext uri="{FF2B5EF4-FFF2-40B4-BE49-F238E27FC236}">
                <ns2:creationId id="{22BFFADB-4AE5-45F3-9249-7A2E24AD4866}"/>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C369FE89-ECE5-484F-8A02-CF779BF8A67D}"/>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B9540822-097E-455C-B710-009072B67B2A}"/>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7AAAA251-E3B0-409A-914F-F4C1FC7E34E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6ECD166D-7B57-4B9F-8014-FED913E275C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78D4E1E1-A87E-4530-ADD8-4E39D20B8AC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3BB8C61A-35B5-41B3-A720-43C6316B2AD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CD70B1B-4293-4707-835E-6811E59AAF7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005</a:t>
            </a:r>
          </a:p>
        </p:txBody>
      </p:sp>
    </p:spTree>
    <p:extLst>
      <p:ext uri="{BB962C8B-B14F-4D97-AF65-F5344CB8AC3E}">
        <ns4:creationId val="824623239"/>
      </p:ext>
    </p:extLst>
  </p:cSld>
</p:sld>
</file>

<file path=ppt/slides/slide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A97DAEF4-E740-439F-993E-9D80F1E442C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C1270550-3BBD-4477-9BB3-92803EFD803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변경의 세 자리</a:t>
            </a:r>
          </a:p>
        </p:txBody>
      </p:sp>
      <p:sp>
        <p:nvSpPr>
          <p:cNvPr id="3" name="">
            <a:extLst>
              <a:ext uri="{FF2B5EF4-FFF2-40B4-BE49-F238E27FC236}">
                <ns2:creationId id="{E7C6E08A-0BF1-4EB3-979A-901CF15A90B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작업 파일</a:t>
            </a:r>
          </a:p>
        </p:txBody>
      </p:sp>
      <p:sp>
        <p:nvSpPr>
          <p:cNvPr id="4" name="">
            <a:extLst>
              <a:ext uri="{FF2B5EF4-FFF2-40B4-BE49-F238E27FC236}">
                <ns2:creationId id="{18214299-CC61-4E99-AA1C-AE51651A4E08}"/>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작업은 현재 편집한 종이입니다.</a:t>
            </a:r>
          </a:p>
        </p:txBody>
      </p:sp>
      <p:sp>
        <p:nvSpPr>
          <p:cNvPr id="5" name="">
            <a:extLst>
              <a:ext uri="{FF2B5EF4-FFF2-40B4-BE49-F238E27FC236}">
                <ns2:creationId id="{F74AF9C5-C662-487D-AC8C-D6A8DA987EBC}"/>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스테이징은 기록할 사본입니다.</a:t>
            </a:r>
          </a:p>
        </p:txBody>
      </p:sp>
      <p:sp>
        <p:nvSpPr>
          <p:cNvPr id="6" name="">
            <a:extLst>
              <a:ext uri="{FF2B5EF4-FFF2-40B4-BE49-F238E27FC236}">
                <ns2:creationId id="{B7DFB0EF-EF85-4879-A23D-41B18E19C1BE}"/>
              </a:ext>
            </a:extLst>
          </p:cNvPr>
          <p:cNvSpPr>
            <a:spLocks noGrp="1"/>
          </p:cNvSpPr>
          <p:nvPr/>
        </p:nvSpPr>
        <p:spPr>
          <a:xfrm>
            <a:off x="685800" y="336042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커밋은 설명을 붙인 보관 기록입니다.</a:t>
            </a:r>
          </a:p>
        </p:txBody>
      </p:sp>
      <p:sp>
        <p:nvSpPr>
          <p:cNvPr id="7" name="">
            <a:extLst>
              <a:ext uri="{FF2B5EF4-FFF2-40B4-BE49-F238E27FC236}">
                <ns2:creationId id="{15136503-05C2-473E-A09C-14E5A7FB69D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저장와 기록</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2395414"/>
                <a:gridCol w="2843336"/>
              </a:tblGrid>
              <a:tr h="514350">
                <a:tc>
                  <a:txBody>
                    <a:bodyPr wrap="square"/>
                    <a:lstStyle/>
                    <a:p>
                      <a:pPr>
                        <a:lnSpc>
                          <a:spcPct val="102000"/>
                        </a:lnSpc>
                        <a:buNone/>
                      </a:pPr>
                      <a:r>
                        <a:rPr sz="1875" b="1">
                          <a:solidFill>
                            <a:srgbClr val="172F39"/>
                          </a:solidFill>
                          <a:latin typeface="Noto Sans KR"/>
                          <a:ea typeface="Noto Sans KR"/>
                          <a:cs typeface="Noto Sans KR"/>
                        </a:rPr>
                        <a:t>행동</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바뀌는 곳</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저장</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작업 파일</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add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스테이징</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commit</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커밋 이력</a:t>
                      </a:r>
                    </a:p>
                  </a:txBody>
                  <a:tcPr marL="114300" marR="114300" marT="76200" marB="76200" anchor="ctr">
                    <a:solidFill>
                      <a:srgbClr val="FFFFFF"/>
                    </a:solidFill>
                  </a:tcPr>
                </a:tc>
              </a:tr>
            </a:tbl>
          </a:graphicData>
        </a:graphic>
      </p:graphicFrame>
      <p:sp>
        <p:nvSpPr>
          <p:cNvPr id="9" name="">
            <a:extLst>
              <a:ext uri="{FF2B5EF4-FFF2-40B4-BE49-F238E27FC236}">
                <ns2:creationId id="{EA34F948-0A8E-4CB6-A9C4-D441ADFB080A}"/>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BD7A9596-0B14-4F23-B8E2-352C10457C2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741294EB-3FFC-43E6-B0EE-D24D3064FE8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37583912-4E70-4C21-94F0-42B4902F14C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ECCC7315-801C-4ECF-9101-17CC16DB387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006</a:t>
            </a:r>
          </a:p>
        </p:txBody>
      </p:sp>
    </p:spTree>
    <p:extLst>
      <p:ext uri="{BB962C8B-B14F-4D97-AF65-F5344CB8AC3E}">
        <ns4:creationId val="753517110"/>
      </p:ext>
    </p:extLst>
  </p:cSld>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5BAD41CC-8A53-4FB3-93B1-0FE57A53623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80E8E0FF-8653-4A65-8240-E009A11FE07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A01  저장과 변경 기록</a:t>
            </a:r>
          </a:p>
        </p:txBody>
      </p:sp>
      <p:sp>
        <p:nvSpPr>
          <p:cNvPr id="3" name="">
            <a:extLst>
              <a:ext uri="{FF2B5EF4-FFF2-40B4-BE49-F238E27FC236}">
                <ns2:creationId id="{12B745C1-99E9-4A93-A1A1-0A5EF76F5B08}"/>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파일 저장</a:t>
            </a:r>
          </a:p>
        </p:txBody>
      </p:sp>
      <p:sp>
        <p:nvSpPr>
          <p:cNvPr id="4" name="">
            <a:extLst>
              <a:ext uri="{FF2B5EF4-FFF2-40B4-BE49-F238E27FC236}">
                <ns2:creationId id="{379D0508-A714-41BC-87D8-80DA6BBD71A1}"/>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저장은 현재 파일을 남깁니다.</a:t>
            </a:r>
          </a:p>
        </p:txBody>
      </p:sp>
      <p:sp>
        <p:nvSpPr>
          <p:cNvPr id="5" name="">
            <a:extLst>
              <a:ext uri="{FF2B5EF4-FFF2-40B4-BE49-F238E27FC236}">
                <ns2:creationId id="{36464A38-318C-499B-B722-8FD47BABF9B4}"/>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커밋 기록</a:t>
            </a:r>
          </a:p>
        </p:txBody>
      </p:sp>
      <p:sp>
        <p:nvSpPr>
          <p:cNvPr id="6" name="">
            <a:extLst>
              <a:ext uri="{FF2B5EF4-FFF2-40B4-BE49-F238E27FC236}">
                <ns2:creationId id="{E7CB06AA-5FB8-4F9B-9DA5-EA3B9F628347}"/>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커밋은 선택한 상태를 이력에 남깁니다.</a:t>
            </a:r>
          </a:p>
        </p:txBody>
      </p:sp>
      <p:sp>
        <p:nvSpPr>
          <p:cNvPr id="7" name="">
            <a:extLst>
              <a:ext uri="{FF2B5EF4-FFF2-40B4-BE49-F238E27FC236}">
                <ns2:creationId id="{1243B277-9D1C-417E-9363-68CD2B9B0CC7}"/>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B3C349E2-012D-4B2C-BDE4-00CB835EE93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EBBC82B2-BAB6-443A-9A6F-8AF4F81109F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7E1B3619-5750-48D2-B447-7F8B36C9E14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CCCEDE1B-79F1-42A4-8E69-246A58681F9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007</a:t>
            </a:r>
          </a:p>
        </p:txBody>
      </p:sp>
    </p:spTree>
    <p:extLst>
      <p:ext uri="{BB962C8B-B14F-4D97-AF65-F5344CB8AC3E}">
        <ns4:creationId val="1330454692"/>
      </p:ext>
    </p:extLst>
  </p:cSld>
</p:sld>
</file>

<file path=ppt/slides/slide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90264764-92BD-44E4-86C2-ECEC7B9B2CE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A2FB86CB-3F56-4188-900B-317F5C12359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저장과 변경 기록의 예</a:t>
            </a:r>
          </a:p>
        </p:txBody>
      </p:sp>
      <p:graphicFrame>
        <p:nvGraphicFramePr>
          <p:cNvPr id="12" name=""/>
          <p:cNvGraphicFramePr/>
          <p:nvPr/>
        </p:nvGraphicFramePr>
        <p:xfrm>
          <a:off x="685800" y="1809750"/>
          <a:ext cx="10820400" cy="2145792"/>
        </p:xfrm>
        <a:graphic>
          <a:graphicData uri="http://schemas.openxmlformats.org/drawingml/2006/table">
            <a:tbl>
              <a:tblPr firstRow="1" bandRow="0"/>
              <a:tblGrid>
                <a:gridCol w="4605222"/>
                <a:gridCol w="6215178"/>
              </a:tblGrid>
              <a:tr h="536448">
                <a:tc>
                  <a:txBody>
                    <a:bodyPr wrap="square"/>
                    <a:lstStyle/>
                    <a:p>
                      <a:pPr>
                        <a:lnSpc>
                          <a:spcPct val="102000"/>
                        </a:lnSpc>
                        <a:buNone/>
                      </a:pPr>
                      <a:r>
                        <a:rPr sz="2025" b="1">
                          <a:solidFill>
                            <a:srgbClr val="172F39"/>
                          </a:solidFill>
                          <a:latin typeface="Noto Sans KR"/>
                          <a:ea typeface="Noto Sans KR"/>
                          <a:cs typeface="Noto Sans KR"/>
                        </a:rPr>
                        <a:t>행동</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달라지는 것</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저장</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작업 파일</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add</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선택한 사본</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commit</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변경 이력</a:t>
                      </a:r>
                    </a:p>
                  </a:txBody>
                  <a:tcPr marL="114300" marR="114300" marT="76200" marB="76200" anchor="ctr">
                    <a:solidFill>
                      <a:srgbClr val="FFFFFF"/>
                    </a:solidFill>
                  </a:tcPr>
                </a:tc>
              </a:tr>
            </a:tbl>
          </a:graphicData>
        </a:graphic>
      </p:graphicFrame>
      <p:sp>
        <p:nvSpPr>
          <p:cNvPr id="4" name="">
            <a:extLst>
              <a:ext uri="{FF2B5EF4-FFF2-40B4-BE49-F238E27FC236}">
                <ns2:creationId id="{49455221-F52A-423D-9496-76402355186F}"/>
              </a:ext>
            </a:extLst>
          </p:cNvPr>
          <p:cNvSpPr>
            <a:spLocks noGrp="1"/>
          </p:cNvSpPr>
          <p:nvPr/>
        </p:nvSpPr>
        <p:spPr>
          <a:xfrm>
            <a:off x="685800" y="4184142"/>
            <a:ext cx="10820400" cy="395288"/>
          </a:xfrm>
          <a:prstGeom prst="rect">
            <a:avLst/>
          </a:prstGeom>
          <a:noFill/>
          <a:ln w="0">
            <a:noFill/>
          </a:ln>
        </p:spPr>
        <p:txBody>
          <a:bodyPr wrap="square" lIns="0" tIns="0" rIns="0" bIns="0">
            <a:noAutofit/>
          </a:bodyPr>
          <a:lstStyle/>
          <a:p>
            <a:pPr>
              <a:defRPr sz="1875" b="1">
                <a:solidFill>
                  <a:srgbClr val="08786F"/>
                </a:solidFill>
                <a:latin typeface="Noto Sans KR"/>
                <a:ea typeface="Noto Sans KR"/>
                <a:cs typeface="Noto Sans KR"/>
              </a:defRPr>
            </a:pPr>
            <a:r>
              <a:t>세 행동이 서로 다릅니다.</a:t>
            </a:r>
          </a:p>
        </p:txBody>
      </p:sp>
      <p:sp>
        <p:nvSpPr>
          <p:cNvPr id="5" name="">
            <a:extLst>
              <a:ext uri="{FF2B5EF4-FFF2-40B4-BE49-F238E27FC236}">
                <ns2:creationId id="{3D6168BC-95E7-45C5-9FAD-A1D8D4DE8D1E}"/>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0CEF7F44-EAAC-41DB-A9A0-E38423F54A3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AF97CAEB-55B5-4A84-92B7-D284F8683EF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B8D9BCD3-F4C1-47A5-A400-01CF7A27821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714EBCF8-6E78-49E2-B935-8BDBCA39B1D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008</a:t>
            </a:r>
          </a:p>
        </p:txBody>
      </p:sp>
    </p:spTree>
    <p:extLst>
      <p:ext uri="{BB962C8B-B14F-4D97-AF65-F5344CB8AC3E}">
        <ns4:creationId val="1961663533"/>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81C5A366-8997-4D78-B520-2060D68F09B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AACAD750-C7F8-4AB5-95E8-BE5D289BC71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저장만 한 README</a:t>
            </a:r>
          </a:p>
        </p:txBody>
      </p:sp>
      <p:sp>
        <p:nvSpPr>
          <p:cNvPr id="3" name="">
            <a:extLst>
              <a:ext uri="{FF2B5EF4-FFF2-40B4-BE49-F238E27FC236}">
                <ns2:creationId id="{36B97928-4BFD-4F6F-9707-AC71561E009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2257347A-464A-4D05-A90D-9CD80B955FCF}"/>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파일은 남지만 새 커밋은 없습니다.</a:t>
            </a:r>
          </a:p>
        </p:txBody>
      </p:sp>
      <p:sp>
        <p:nvSpPr>
          <p:cNvPr id="5" name="">
            <a:extLst>
              <a:ext uri="{FF2B5EF4-FFF2-40B4-BE49-F238E27FC236}">
                <ns2:creationId id="{BDB7A333-277F-479D-BC49-EE9077789E01}"/>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GitHub 공유에는 별도 행동이 필요합니다.</a:t>
            </a:r>
          </a:p>
        </p:txBody>
      </p:sp>
      <p:sp>
        <p:nvSpPr>
          <p:cNvPr id="6" name="">
            <a:extLst>
              <a:ext uri="{FF2B5EF4-FFF2-40B4-BE49-F238E27FC236}">
                <ns2:creationId id="{B904D650-6234-4523-B49C-F3BA928CA47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저장와 기록</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395414"/>
                <a:gridCol w="2843336"/>
              </a:tblGrid>
              <a:tr h="514350">
                <a:tc>
                  <a:txBody>
                    <a:bodyPr wrap="square"/>
                    <a:lstStyle/>
                    <a:p>
                      <a:pPr>
                        <a:lnSpc>
                          <a:spcPct val="102000"/>
                        </a:lnSpc>
                        <a:buNone/>
                      </a:pPr>
                      <a:r>
                        <a:rPr sz="1875" b="1">
                          <a:solidFill>
                            <a:srgbClr val="172F39"/>
                          </a:solidFill>
                          <a:latin typeface="Noto Sans KR"/>
                          <a:ea typeface="Noto Sans KR"/>
                          <a:cs typeface="Noto Sans KR"/>
                        </a:rPr>
                        <a:t>행동</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바뀌는 곳</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저장</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작업 파일</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add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스테이징</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commit</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커밋 이력</a:t>
                      </a:r>
                    </a:p>
                  </a:txBody>
                  <a:tcPr marL="114300" marR="114300" marT="76200" marB="76200" anchor="ctr">
                    <a:solidFill>
                      <a:srgbClr val="FFFFFF"/>
                    </a:solidFill>
                  </a:tcPr>
                </a:tc>
              </a:tr>
            </a:tbl>
          </a:graphicData>
        </a:graphic>
      </p:graphicFrame>
      <p:sp>
        <p:nvSpPr>
          <p:cNvPr id="8" name="">
            <a:extLst>
              <a:ext uri="{FF2B5EF4-FFF2-40B4-BE49-F238E27FC236}">
                <ns2:creationId id="{196DFC50-3CFD-45C1-9B14-67655CB6681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84231661-0404-46E2-ADCF-2C9C94BED15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E4B7026E-B001-437F-B988-9AAD8E93F70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A34BDC1E-3E60-4069-BC82-275739CC638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9CA35BBD-CA0B-4970-910D-ADCD404E6D0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009</a:t>
            </a:r>
          </a:p>
        </p:txBody>
      </p:sp>
    </p:spTree>
    <p:extLst>
      <p:ext uri="{BB962C8B-B14F-4D97-AF65-F5344CB8AC3E}">
        <ns4:creationId val="1468178647"/>
      </p:ext>
    </p:extLst>
  </p:cSld>
</p:sld>
</file>

<file path=ppt/slides/slide1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D138C71A-E8CB-40CE-A1EC-63A9C80F578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4AA0D58F-DA6C-43A4-A056-783B44074BC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저장과 커밋</a:t>
            </a:r>
          </a:p>
        </p:txBody>
      </p:sp>
      <p:sp>
        <p:nvSpPr>
          <p:cNvPr id="3" name="">
            <a:extLst>
              <a:ext uri="{FF2B5EF4-FFF2-40B4-BE49-F238E27FC236}">
                <ns2:creationId id="{BCB9DDC8-5E1E-4DCB-8EAC-B3B4CE406FFD}"/>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인터넷이 없어도 무엇을 할 수 있나요?</a:t>
            </a:r>
          </a:p>
        </p:txBody>
      </p:sp>
      <p:sp>
        <p:nvSpPr>
          <p:cNvPr id="4" name="">
            <a:extLst>
              <a:ext uri="{FF2B5EF4-FFF2-40B4-BE49-F238E27FC236}">
                <ns2:creationId id="{B5A9FDAE-4C28-45FF-8B6F-EEE9D4D36F89}"/>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1155035D-FBAF-4428-B17F-917CCBD1CD04}"/>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6EE78C60-3773-4E86-B0FB-3097EECEF85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CFC20D43-99CC-4D88-B3E9-227F669B179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E226BEA8-18BE-4C35-8FD2-DBE47F1F739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E051CF4D-C86A-4505-A20A-176DBCC4823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010</a:t>
            </a:r>
          </a:p>
        </p:txBody>
      </p:sp>
    </p:spTree>
    <p:extLst>
      <p:ext uri="{BB962C8B-B14F-4D97-AF65-F5344CB8AC3E}">
        <ns4:creationId val="1902797475"/>
      </p:ext>
    </p:extLst>
  </p:cSld>
</p:sld>
</file>

<file path=ppt/slides/slide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E45A8040-018F-45FC-AB17-B2B404BCE24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ED842308-8D0A-4C54-9527-6656D8F0235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A02  연습 저장소</a:t>
            </a:r>
          </a:p>
        </p:txBody>
      </p:sp>
      <p:sp>
        <p:nvSpPr>
          <p:cNvPr id="3" name="">
            <a:extLst>
              <a:ext uri="{FF2B5EF4-FFF2-40B4-BE49-F238E27FC236}">
                <ns2:creationId id="{5EEA6CA8-9FF0-4C30-A715-A455CFCDFEC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F208A284-BFF3-4A2F-9772-9150F6BDEB2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course 안의 work/git-lab을 사용합니다.</a:t>
            </a:r>
          </a:p>
        </p:txBody>
      </p:sp>
      <p:sp>
        <p:nvSpPr>
          <p:cNvPr id="5" name="">
            <a:extLst>
              <a:ext uri="{FF2B5EF4-FFF2-40B4-BE49-F238E27FC236}">
                <ns2:creationId id="{64CBD6AC-E463-4935-8AFB-0251005FC275}"/>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작성자 설정은 이 저장소에만 적용합니다.</a:t>
            </a:r>
          </a:p>
        </p:txBody>
      </p:sp>
      <p:sp>
        <p:nvSpPr>
          <p:cNvPr id="6" name="">
            <a:extLst>
              <a:ext uri="{FF2B5EF4-FFF2-40B4-BE49-F238E27FC236}">
                <ns2:creationId id="{97A6D7A3-025E-49D6-A582-E7B4760D92A2}"/>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이번 저장소의 설정</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1846905"/>
                <a:gridCol w="3391845"/>
              </a:tblGrid>
              <a:tr h="514350">
                <a:tc>
                  <a:txBody>
                    <a:bodyPr wrap="square"/>
                    <a:lstStyle/>
                    <a:p>
                      <a:pPr>
                        <a:lnSpc>
                          <a:spcPct val="102000"/>
                        </a:lnSpc>
                        <a:buNone/>
                      </a:pPr>
                      <a:r>
                        <a:rPr sz="1875" b="1">
                          <a:solidFill>
                            <a:srgbClr val="172F39"/>
                          </a:solidFill>
                          <a:latin typeface="Noto Sans KR"/>
                          <a:ea typeface="Noto Sans KR"/>
                          <a:cs typeface="Noto Sans KR"/>
                        </a:rPr>
                        <a:t>설정</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브랜치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main</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user.name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Learner</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user.email</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learner@example.invalid</a:t>
                      </a:r>
                    </a:p>
                  </a:txBody>
                  <a:tcPr marL="114300" marR="114300" marT="76200" marB="76200" anchor="ctr">
                    <a:solidFill>
                      <a:srgbClr val="FFFFFF"/>
                    </a:solidFill>
                  </a:tcPr>
                </a:tc>
              </a:tr>
            </a:tbl>
          </a:graphicData>
        </a:graphic>
      </p:graphicFrame>
      <p:sp>
        <p:nvSpPr>
          <p:cNvPr id="8" name="">
            <a:extLst>
              <a:ext uri="{FF2B5EF4-FFF2-40B4-BE49-F238E27FC236}">
                <ns2:creationId id="{A0419AC7-E84D-44CA-80C5-F971FD59CBB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CCC14C7B-23EB-4644-8A9B-A797627BEFB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FE357127-1B22-45B9-9406-8DC7DE33C60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4C78EA3A-0E77-4E07-BDF1-6E55229ADE1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42930567-FF4D-49B8-9F39-1E4C6384302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011</a:t>
            </a:r>
          </a:p>
        </p:txBody>
      </p:sp>
    </p:spTree>
    <p:extLst>
      <p:ext uri="{BB962C8B-B14F-4D97-AF65-F5344CB8AC3E}">
        <ns4:creationId val="1041200689"/>
      </p:ext>
    </p:extLst>
  </p:cSld>
</p:sld>
</file>

<file path=ppt/slides/slide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7A824316-7211-4764-974A-AD725CDD450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46126195-01D6-4163-91E0-04E8F30B719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저장소의 예</a:t>
            </a:r>
          </a:p>
        </p:txBody>
      </p:sp>
      <p:sp>
        <p:nvSpPr>
          <p:cNvPr id="3" name="">
            <a:extLst>
              <a:ext uri="{FF2B5EF4-FFF2-40B4-BE49-F238E27FC236}">
                <ns2:creationId id="{EC3EC5FF-2952-4CC6-B9F5-A19F705F7C49}"/>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B30CD486-AC4A-4404-994B-573E9453D3D0}"/>
              </a:ext>
            </a:extLst>
          </p:cNvPr>
          <p:cNvSpPr>
            <a:spLocks noGrp="1"/>
          </p:cNvSpPr>
          <p:nvPr/>
        </p:nvSpPr>
        <p:spPr>
          <a:xfrm>
            <a:off x="685800" y="2262188"/>
            <a:ext cx="10820400" cy="1591818"/>
          </a:xfrm>
          <a:prstGeom prst="rect">
            <a:avLst/>
          </a:prstGeom>
          <a:solidFill>
            <a:srgbClr val="F1F6F5"/>
          </a:solidFill>
          <a:ln w="0">
            <a:noFill/>
          </a:ln>
        </p:spPr>
      </p:sp>
      <p:sp>
        <p:nvSpPr>
          <p:cNvPr id="5" name="">
            <a:extLst>
              <a:ext uri="{FF2B5EF4-FFF2-40B4-BE49-F238E27FC236}">
                <ns2:creationId id="{4A1E60BB-2D70-4D0F-9532-A115359C21F0}"/>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DD8ED843-DE93-43C9-A70B-7181CE804EF2}"/>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init -b main</a:t>
            </a:r>
          </a:p>
        </p:txBody>
      </p:sp>
      <p:sp>
        <p:nvSpPr>
          <p:cNvPr id="7" name="">
            <a:extLst>
              <a:ext uri="{FF2B5EF4-FFF2-40B4-BE49-F238E27FC236}">
                <ns2:creationId id="{173EB2BC-A9B1-4A4A-845C-908112F24A01}"/>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44465CC0-1649-44AA-8372-83BCDEB67004}"/>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config --local user.name "Learner"</a:t>
            </a:r>
          </a:p>
        </p:txBody>
      </p:sp>
      <p:sp>
        <p:nvSpPr>
          <p:cNvPr id="9" name="">
            <a:extLst>
              <a:ext uri="{FF2B5EF4-FFF2-40B4-BE49-F238E27FC236}">
                <ns2:creationId id="{4736E080-888A-4BCD-82E0-80D49060AB4A}"/>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6B4EEECE-7441-4796-A1DF-3C88C04772FE}"/>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config --local user.email "learner@example.invalid"</a:t>
            </a:r>
          </a:p>
        </p:txBody>
      </p:sp>
      <p:sp>
        <p:nvSpPr>
          <p:cNvPr id="11" name="">
            <a:extLst>
              <a:ext uri="{FF2B5EF4-FFF2-40B4-BE49-F238E27FC236}">
                <ns2:creationId id="{30BF483C-7DA6-467B-BC10-50BC4F9D47F8}"/>
              </a:ext>
            </a:extLst>
          </p:cNvPr>
          <p:cNvSpPr>
            <a:spLocks noGrp="1"/>
          </p:cNvSpPr>
          <p:nvPr/>
        </p:nvSpPr>
        <p:spPr>
          <a:xfrm>
            <a:off x="828675" y="337508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2" name="">
            <a:extLst>
              <a:ext uri="{FF2B5EF4-FFF2-40B4-BE49-F238E27FC236}">
                <ns2:creationId id="{0632644E-94DF-4702-85F8-5A9D9EE5B690}"/>
              </a:ext>
            </a:extLst>
          </p:cNvPr>
          <p:cNvSpPr>
            <a:spLocks noGrp="1"/>
          </p:cNvSpPr>
          <p:nvPr/>
        </p:nvSpPr>
        <p:spPr>
          <a:xfrm>
            <a:off x="1276350" y="333698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rev-parse --show-toplevel</a:t>
            </a:r>
          </a:p>
        </p:txBody>
      </p:sp>
      <p:sp>
        <p:nvSpPr>
          <p:cNvPr id="13" name="">
            <a:extLst>
              <a:ext uri="{FF2B5EF4-FFF2-40B4-BE49-F238E27FC236}">
                <ns2:creationId id="{CBAD0D94-40A3-4E70-8D77-413958F311C9}"/>
              </a:ext>
            </a:extLst>
          </p:cNvPr>
          <p:cNvSpPr>
            <a:spLocks noGrp="1"/>
          </p:cNvSpPr>
          <p:nvPr/>
        </p:nvSpPr>
        <p:spPr>
          <a:xfrm>
            <a:off x="685800" y="6172200"/>
            <a:ext cx="10820400" cy="9525"/>
          </a:xfrm>
          <a:prstGeom prst="rect">
            <a:avLst/>
          </a:prstGeom>
          <a:solidFill>
            <a:srgbClr val="D5DEDD"/>
          </a:solidFill>
          <a:ln w="0">
            <a:noFill/>
          </a:ln>
        </p:spPr>
      </p:sp>
      <p:sp>
        <p:nvSpPr>
          <p:cNvPr id="14" name="">
            <a:extLst>
              <a:ext uri="{FF2B5EF4-FFF2-40B4-BE49-F238E27FC236}">
                <ns2:creationId id="{29A13354-8BCB-4787-96AE-EACD4F584FA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5" name="">
            <a:extLst>
              <a:ext uri="{FF2B5EF4-FFF2-40B4-BE49-F238E27FC236}">
                <ns2:creationId id="{5C890868-8021-4121-A7DC-A23283BD0CD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6" name="">
            <a:extLst>
              <a:ext uri="{FF2B5EF4-FFF2-40B4-BE49-F238E27FC236}">
                <ns2:creationId id="{3259C9EF-4280-4B1D-9EAC-E0B9C86302A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7" name="">
            <a:extLst>
              <a:ext uri="{FF2B5EF4-FFF2-40B4-BE49-F238E27FC236}">
                <ns2:creationId id="{91254435-603E-402F-891A-1A212AFF1E4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012</a:t>
            </a:r>
          </a:p>
        </p:txBody>
      </p:sp>
    </p:spTree>
    <p:extLst>
      <p:ext uri="{BB962C8B-B14F-4D97-AF65-F5344CB8AC3E}">
        <ns4:creationId val="1231683339"/>
      </p:ext>
    </p:extLst>
  </p:cSld>
</p:sld>
</file>

<file path=ppt/slides/slide1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3A927E24-F4E9-4983-9CDB-4ACC3CBC4E1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DDBF6C0B-4797-4EAA-8C5A-6B8F15B67F7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명령을 한 줄씩 읽어 봅시다</a:t>
            </a:r>
          </a:p>
        </p:txBody>
      </p:sp>
      <p:sp>
        <p:nvSpPr>
          <p:cNvPr id="3" name="">
            <a:extLst>
              <a:ext uri="{FF2B5EF4-FFF2-40B4-BE49-F238E27FC236}">
                <ns2:creationId id="{B9B01250-B60E-4895-B7FF-24BD357B4DCF}"/>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4234692B-5362-4E28-9F9C-E65DD9B4B273}"/>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init은 현재 폴더를 저장소로 만듭니다.</a:t>
            </a:r>
          </a:p>
        </p:txBody>
      </p:sp>
      <p:sp>
        <p:nvSpPr>
          <p:cNvPr id="5" name="">
            <a:extLst>
              <a:ext uri="{FF2B5EF4-FFF2-40B4-BE49-F238E27FC236}">
                <ns2:creationId id="{E36997FD-E307-4871-8D05-892BAC82916E}"/>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--local 설정은 이 저장소에만 적용됩니다.</a:t>
            </a:r>
          </a:p>
        </p:txBody>
      </p:sp>
      <p:sp>
        <p:nvSpPr>
          <p:cNvPr id="6" name="">
            <a:extLst>
              <a:ext uri="{FF2B5EF4-FFF2-40B4-BE49-F238E27FC236}">
                <ns2:creationId id="{90254F0C-7BC2-4E74-924F-7B535985D004}"/>
              </a:ext>
            </a:extLst>
          </p:cNvPr>
          <p:cNvSpPr>
            <a:spLocks noGrp="1"/>
          </p:cNvSpPr>
          <p:nvPr/>
        </p:nvSpPr>
        <p:spPr>
          <a:xfrm>
            <a:off x="685800" y="403479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rev-parse로 저장소의 위치를 확인합니다.</a:t>
            </a:r>
          </a:p>
        </p:txBody>
      </p:sp>
      <p:sp>
        <p:nvSpPr>
          <p:cNvPr id="7" name="">
            <a:extLst>
              <a:ext uri="{FF2B5EF4-FFF2-40B4-BE49-F238E27FC236}">
                <ns2:creationId id="{016C3880-F0CA-4C6B-8446-3420CABBD46A}"/>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연습 저장소의 설정</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2047935"/>
                <a:gridCol w="3190815"/>
              </a:tblGrid>
              <a:tr h="514350">
                <a:tc>
                  <a:txBody>
                    <a:bodyPr wrap="square"/>
                    <a:lstStyle/>
                    <a:p>
                      <a:pPr>
                        <a:lnSpc>
                          <a:spcPct val="102000"/>
                        </a:lnSpc>
                        <a:buNone/>
                      </a:pPr>
                      <a:r>
                        <a:rPr sz="187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현재 예의 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시작 브랜치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main</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작성자 이름</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Learner</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작성자 이메일</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learner@example.invalid</a:t>
                      </a:r>
                    </a:p>
                  </a:txBody>
                  <a:tcPr marL="114300" marR="114300" marT="76200" marB="76200" anchor="ctr">
                    <a:solidFill>
                      <a:srgbClr val="FFFFFF"/>
                    </a:solidFill>
                  </a:tcPr>
                </a:tc>
              </a:tr>
            </a:tbl>
          </a:graphicData>
        </a:graphic>
      </p:graphicFrame>
      <p:sp>
        <p:nvSpPr>
          <p:cNvPr id="9" name="">
            <a:extLst>
              <a:ext uri="{FF2B5EF4-FFF2-40B4-BE49-F238E27FC236}">
                <ns2:creationId id="{B4659DDA-424C-4EB9-B105-82BA4DEE9746}"/>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9A046D1B-4A64-48EF-BC41-E9E6B60506F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7A1BFCD8-8FB0-4E0C-92D6-F38C5CA6922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D85ACF6A-D088-434D-ABFC-4AA7A4D114E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79A75B86-E934-4676-9853-F27A6E345B3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013</a:t>
            </a:r>
          </a:p>
        </p:txBody>
      </p:sp>
    </p:spTree>
    <p:extLst>
      <p:ext uri="{BB962C8B-B14F-4D97-AF65-F5344CB8AC3E}">
        <ns4:creationId val="1405796680"/>
      </p:ext>
    </p:extLst>
  </p:cSld>
</p:sld>
</file>

<file path=ppt/slides/slide1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7F41B79E-7F6F-4008-B4E4-990E3E472C3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B31F1688-47F1-4AE0-8DBD-1F90C21A21C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저장소 위치 확인</a:t>
            </a:r>
          </a:p>
        </p:txBody>
      </p:sp>
      <p:sp>
        <p:nvSpPr>
          <p:cNvPr id="3" name="">
            <a:extLst>
              <a:ext uri="{FF2B5EF4-FFF2-40B4-BE49-F238E27FC236}">
                <ns2:creationId id="{729FD256-52E6-4BE9-85F8-56C95389FFCD}"/>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FCAD4C52-0AEB-4B2C-9E99-77CD1566D6CD}"/>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주소 끝이 work/git-lab인지 확인합니다.</a:t>
            </a:r>
          </a:p>
        </p:txBody>
      </p:sp>
      <p:sp>
        <p:nvSpPr>
          <p:cNvPr id="5" name="">
            <a:extLst>
              <a:ext uri="{FF2B5EF4-FFF2-40B4-BE49-F238E27FC236}">
                <ns2:creationId id="{7140D0E5-2FEF-4838-A92A-C3F34E2D663A}"/>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Git 명령이 없으면 설치 상태를 확인합니다.</a:t>
            </a:r>
          </a:p>
        </p:txBody>
      </p:sp>
      <p:sp>
        <p:nvSpPr>
          <p:cNvPr id="6" name="">
            <a:extLst>
              <a:ext uri="{FF2B5EF4-FFF2-40B4-BE49-F238E27FC236}">
                <ns2:creationId id="{974209E0-76C2-4E2A-A9F1-F1EEBC731B2A}"/>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연습 저장소의 설정</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047935"/>
                <a:gridCol w="3190815"/>
              </a:tblGrid>
              <a:tr h="514350">
                <a:tc>
                  <a:txBody>
                    <a:bodyPr wrap="square"/>
                    <a:lstStyle/>
                    <a:p>
                      <a:pPr>
                        <a:lnSpc>
                          <a:spcPct val="102000"/>
                        </a:lnSpc>
                        <a:buNone/>
                      </a:pPr>
                      <a:r>
                        <a:rPr sz="187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현재 예의 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시작 브랜치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main</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작성자 이름</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Learner</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작성자 이메일</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learner@example.invalid</a:t>
                      </a:r>
                    </a:p>
                  </a:txBody>
                  <a:tcPr marL="114300" marR="114300" marT="76200" marB="76200" anchor="ctr">
                    <a:solidFill>
                      <a:srgbClr val="FFFFFF"/>
                    </a:solidFill>
                  </a:tcPr>
                </a:tc>
              </a:tr>
            </a:tbl>
          </a:graphicData>
        </a:graphic>
      </p:graphicFrame>
      <p:sp>
        <p:nvSpPr>
          <p:cNvPr id="8" name="">
            <a:extLst>
              <a:ext uri="{FF2B5EF4-FFF2-40B4-BE49-F238E27FC236}">
                <ns2:creationId id="{FDB4AD27-8AFE-4963-BD0D-5E6E0C178CC3}"/>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1A7B446F-584E-4FA7-AF3F-B8EA314F168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1C5DEEE-7849-46D6-AB48-B98A384BD63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F9C84DEB-5466-4C03-8096-B28730EA535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E5FC8DE-DD25-484E-B872-EF699FFAB6E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014</a:t>
            </a:r>
          </a:p>
        </p:txBody>
      </p:sp>
    </p:spTree>
    <p:extLst>
      <p:ext uri="{BB962C8B-B14F-4D97-AF65-F5344CB8AC3E}">
        <ns4:creationId val="194294292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A9E28A97-99DB-40EF-9091-4742C28D234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DA994EFD-5493-4329-9850-C96B9EFC2A4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설정의 의미</a:t>
            </a:r>
          </a:p>
        </p:txBody>
      </p:sp>
      <p:sp>
        <p:nvSpPr>
          <p:cNvPr id="3" name="">
            <a:extLst>
              <a:ext uri="{FF2B5EF4-FFF2-40B4-BE49-F238E27FC236}">
                <ns2:creationId id="{BB74D0F2-BE89-4104-9243-2A7F02C5D5A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user.email은 로그인 암호인가요?</a:t>
            </a:r>
          </a:p>
        </p:txBody>
      </p:sp>
      <p:sp>
        <p:nvSpPr>
          <p:cNvPr id="4" name="">
            <a:extLst>
              <a:ext uri="{FF2B5EF4-FFF2-40B4-BE49-F238E27FC236}">
                <ns2:creationId id="{FCAB5798-6744-4376-B4DE-515AB67E0A6C}"/>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6933BADF-8BC2-4D5E-9133-B9EAF463BBAA}"/>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A789AA0C-11AC-4943-8129-5B8BE028D34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51DBDF65-7A05-4C21-A198-B8EC901EE61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0510B74D-025F-43C2-A815-E204FE8929D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2421FED0-2FF4-41F4-BC4F-300C694F78A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015</a:t>
            </a:r>
          </a:p>
        </p:txBody>
      </p:sp>
    </p:spTree>
    <p:extLst>
      <p:ext uri="{BB962C8B-B14F-4D97-AF65-F5344CB8AC3E}">
        <ns4:creationId val="6557248"/>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96F40B1-0C87-4BF5-8272-3B89A017311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FEA77089-F33C-467F-ADD5-B6830500826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A03  현재 상태 읽기</a:t>
            </a:r>
          </a:p>
        </p:txBody>
      </p:sp>
      <p:sp>
        <p:nvSpPr>
          <p:cNvPr id="3" name="">
            <a:extLst>
              <a:ext uri="{FF2B5EF4-FFF2-40B4-BE49-F238E27FC236}">
                <ns2:creationId id="{46F3D495-7E5E-4D82-80B8-F003B264E44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AC21ED32-5347-4707-9291-1D959F17FF02}"/>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status는 현재 변경 상태를 읽습니다.</a:t>
            </a:r>
          </a:p>
        </p:txBody>
      </p:sp>
      <p:sp>
        <p:nvSpPr>
          <p:cNvPr id="5" name="">
            <a:extLst>
              <a:ext uri="{FF2B5EF4-FFF2-40B4-BE49-F238E27FC236}">
                <ns2:creationId id="{F81DAAD1-E5E0-49E2-A6F7-1DC6F88E6246}"/>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새 파일과 추적한 파일을 구별합니다.</a:t>
            </a:r>
          </a:p>
        </p:txBody>
      </p:sp>
      <p:sp>
        <p:nvSpPr>
          <p:cNvPr id="6" name="">
            <a:extLst>
              <a:ext uri="{FF2B5EF4-FFF2-40B4-BE49-F238E27FC236}">
                <ns2:creationId id="{7D9FE00C-FB25-43BA-B84D-91ED4E7BC20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새 파일의 상태</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998733"/>
                <a:gridCol w="2240017"/>
              </a:tblGrid>
              <a:tr h="514350">
                <a:tc>
                  <a:txBody>
                    <a:bodyPr wrap="square"/>
                    <a:lstStyle/>
                    <a:p>
                      <a:pPr>
                        <a:lnSpc>
                          <a:spcPct val="102000"/>
                        </a:lnSpc>
                        <a:buNone/>
                      </a:pPr>
                      <a:r>
                        <a:rPr sz="1875" b="1">
                          <a:solidFill>
                            <a:srgbClr val="172F39"/>
                          </a:solidFill>
                          <a:latin typeface="Noto Sans KR"/>
                          <a:ea typeface="Noto Sans KR"/>
                          <a:cs typeface="Noto Sans KR"/>
                        </a:rPr>
                        <a:t>조회</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표시</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git status --short</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 README.md</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status 반복</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새 커밋 없음</a:t>
                      </a:r>
                    </a:p>
                  </a:txBody>
                  <a:tcPr marL="114300" marR="114300" marT="76200" marB="76200" anchor="ctr">
                    <a:solidFill>
                      <a:srgbClr val="FFFFFF"/>
                    </a:solidFill>
                  </a:tcPr>
                </a:tc>
              </a:tr>
            </a:tbl>
          </a:graphicData>
        </a:graphic>
      </p:graphicFrame>
      <p:sp>
        <p:nvSpPr>
          <p:cNvPr id="8" name="">
            <a:extLst>
              <a:ext uri="{FF2B5EF4-FFF2-40B4-BE49-F238E27FC236}">
                <ns2:creationId id="{E19767CC-FDDC-4942-9126-57E2037C8DF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BF7EB376-2992-4C14-8B20-E91B448ABF7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54835DD8-958B-4772-8326-E425B6FDF85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3997506F-69D8-41FD-A781-7253A98685C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3E84569-A9C1-4DCA-8B36-C8771EEC113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016</a:t>
            </a:r>
          </a:p>
        </p:txBody>
      </p:sp>
    </p:spTree>
    <p:extLst>
      <p:ext uri="{BB962C8B-B14F-4D97-AF65-F5344CB8AC3E}">
        <ns4:creationId val="1487225282"/>
      </p:ext>
    </p:extLst>
  </p:cSld>
</p:sld>
</file>

<file path=ppt/slides/slide1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3A671A46-E41C-49B1-A4BA-ECD027265EE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F4003E62-D087-4CCE-A2AA-BF98CF9E2D5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현재 상태 읽기의 예</a:t>
            </a:r>
          </a:p>
        </p:txBody>
      </p:sp>
      <p:sp>
        <p:nvSpPr>
          <p:cNvPr id="3" name="">
            <a:extLst>
              <a:ext uri="{FF2B5EF4-FFF2-40B4-BE49-F238E27FC236}">
                <ns2:creationId id="{341BBF4E-3C2A-427E-B1DE-94EE940B76DA}"/>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53FC56DD-6122-4104-9C1B-3AD62D6391A6}"/>
              </a:ext>
            </a:extLst>
          </p:cNvPr>
          <p:cNvSpPr>
            <a:spLocks noGrp="1"/>
          </p:cNvSpPr>
          <p:nvPr/>
        </p:nvSpPr>
        <p:spPr>
          <a:xfrm>
            <a:off x="685800" y="2262188"/>
            <a:ext cx="10820400" cy="957834"/>
          </a:xfrm>
          <a:prstGeom prst="rect">
            <a:avLst/>
          </a:prstGeom>
          <a:solidFill>
            <a:srgbClr val="F1F6F5"/>
          </a:solidFill>
          <a:ln w="0">
            <a:noFill/>
          </a:ln>
        </p:spPr>
      </p:sp>
      <p:sp>
        <p:nvSpPr>
          <p:cNvPr id="5" name="">
            <a:extLst>
              <a:ext uri="{FF2B5EF4-FFF2-40B4-BE49-F238E27FC236}">
                <ns2:creationId id="{2BE1B36D-C818-4936-B6AE-3CDE8067BCE4}"/>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EC9109D2-61B8-45C7-B921-C68539DA4732}"/>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status</a:t>
            </a:r>
          </a:p>
        </p:txBody>
      </p:sp>
      <p:sp>
        <p:nvSpPr>
          <p:cNvPr id="7" name="">
            <a:extLst>
              <a:ext uri="{FF2B5EF4-FFF2-40B4-BE49-F238E27FC236}">
                <ns2:creationId id="{A989971D-6E0A-4800-AA4C-C27D37C98491}"/>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D2B19AC5-BD41-4D63-916E-080637B6578A}"/>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status --short</a:t>
            </a:r>
          </a:p>
        </p:txBody>
      </p:sp>
      <p:sp>
        <p:nvSpPr>
          <p:cNvPr id="9" name="">
            <a:extLst>
              <a:ext uri="{FF2B5EF4-FFF2-40B4-BE49-F238E27FC236}">
                <ns2:creationId id="{A2CAAF27-5B72-49B5-8DC0-45C68E32D089}"/>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CA1F965A-0A38-4044-8A3D-0B1A7240C1A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2D67D59C-9FB4-4E0B-93E0-142DB75E38A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C373AE1F-1C8B-46D1-974B-18A279762E8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73BB8BFF-E9EA-4254-9DBE-417E875A949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017</a:t>
            </a:r>
          </a:p>
        </p:txBody>
      </p:sp>
    </p:spTree>
    <p:extLst>
      <p:ext uri="{BB962C8B-B14F-4D97-AF65-F5344CB8AC3E}">
        <ns4:creationId val="1964575991"/>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BAAD9683-62A5-45EC-8E43-76DE6828F15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4F05A86D-DEE7-419A-9A04-364081AEBEE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새 README의 표시</a:t>
            </a:r>
          </a:p>
        </p:txBody>
      </p:sp>
      <p:sp>
        <p:nvSpPr>
          <p:cNvPr id="3" name="">
            <a:extLst>
              <a:ext uri="{FF2B5EF4-FFF2-40B4-BE49-F238E27FC236}">
                <ns2:creationId id="{A05233F0-6091-487E-8251-257EB8802126}"/>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새 파일 표시 ??</a:t>
            </a:r>
          </a:p>
        </p:txBody>
      </p:sp>
      <p:sp>
        <p:nvSpPr>
          <p:cNvPr id="4" name="">
            <a:extLst>
              <a:ext uri="{FF2B5EF4-FFF2-40B4-BE49-F238E27FC236}">
                <ns2:creationId id="{FF136308-A2F2-4DED-9CAD-499BC19104C6}"/>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 README.md는 아직 추적하지 않은 파일입니다.</a:t>
            </a:r>
          </a:p>
        </p:txBody>
      </p:sp>
      <p:sp>
        <p:nvSpPr>
          <p:cNvPr id="5" name="">
            <a:extLst>
              <a:ext uri="{FF2B5EF4-FFF2-40B4-BE49-F238E27FC236}">
                <ns2:creationId id="{FD84F1F4-6F3D-40A4-B440-B7769B8E6210}"/>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clean의 뜻</a:t>
            </a:r>
          </a:p>
        </p:txBody>
      </p:sp>
      <p:sp>
        <p:nvSpPr>
          <p:cNvPr id="6" name="">
            <a:extLst>
              <a:ext uri="{FF2B5EF4-FFF2-40B4-BE49-F238E27FC236}">
                <ns2:creationId id="{514366F9-3B8F-4B18-946F-94320C7E8DA2}"/>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clean은 내용 정확성을 보장하지 않습니다.</a:t>
            </a:r>
          </a:p>
        </p:txBody>
      </p:sp>
      <p:sp>
        <p:nvSpPr>
          <p:cNvPr id="7" name="">
            <a:extLst>
              <a:ext uri="{FF2B5EF4-FFF2-40B4-BE49-F238E27FC236}">
                <ns2:creationId id="{10995A94-B978-4315-BC1E-B6C0A6394CCF}"/>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07FBE626-5F08-469B-9F44-3D06974A414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9237F194-E8E6-40C7-95B8-368DFC3DAFE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BC169921-D4AA-43E6-93B0-6CDA87BE88D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5F5721CF-B55E-4B22-84D7-35CCED73AAF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018</a:t>
            </a:r>
          </a:p>
        </p:txBody>
      </p:sp>
    </p:spTree>
    <p:extLst>
      <p:ext uri="{BB962C8B-B14F-4D97-AF65-F5344CB8AC3E}">
        <ns4:creationId val="1903057592"/>
      </p:ext>
    </p:extLst>
  </p:cSld>
</p:sld>
</file>

<file path=ppt/slides/slide1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15A0E3DF-1509-4188-9D6A-E92EB4799D9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B2741C90-37A2-429F-BCE0-5F1A42D84E1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상태 조회와 기록</a:t>
            </a:r>
          </a:p>
        </p:txBody>
      </p:sp>
      <p:sp>
        <p:nvSpPr>
          <p:cNvPr id="3" name="">
            <a:extLst>
              <a:ext uri="{FF2B5EF4-FFF2-40B4-BE49-F238E27FC236}">
                <ns2:creationId id="{03A1DEA2-900D-44C1-811A-ADEC01DEA663}"/>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status를 세 번 읽으면 커밋이 생기나요?</a:t>
            </a:r>
          </a:p>
        </p:txBody>
      </p:sp>
      <p:sp>
        <p:nvSpPr>
          <p:cNvPr id="4" name="">
            <a:extLst>
              <a:ext uri="{FF2B5EF4-FFF2-40B4-BE49-F238E27FC236}">
                <ns2:creationId id="{A914870A-B44E-42C0-9638-196CC5A5FFDF}"/>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92E49D46-9C25-4532-9FDE-F3553EC819A6}"/>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5B7321B6-4BC3-4DF6-8A51-0D1D052AD0E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1904FD66-5E24-419C-B5B4-3ED3410168C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2F117125-FB89-4F18-9461-1F4597D2705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264BB509-273D-4771-A584-3D544B752DA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019</a:t>
            </a:r>
          </a:p>
        </p:txBody>
      </p:sp>
    </p:spTree>
    <p:extLst>
      <p:ext uri="{BB962C8B-B14F-4D97-AF65-F5344CB8AC3E}">
        <ns4:creationId val="1265132189"/>
      </p:ext>
    </p:extLst>
  </p:cSld>
</p:sld>
</file>

<file path=ppt/slides/slide2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911BCD73-FB49-4B67-B2D3-C90B12116A24}"/>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2교시</a:t>
            </a:r>
          </a:p>
        </p:txBody>
      </p:sp>
      <p:sp>
        <p:nvSpPr>
          <p:cNvPr id="2" name="">
            <a:extLst>
              <a:ext uri="{FF2B5EF4-FFF2-40B4-BE49-F238E27FC236}">
                <ns2:creationId id="{DB2A8AB0-5ED7-483E-8174-12C9FE37AC10}"/>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선택한 변경 기록</a:t>
            </a:r>
          </a:p>
        </p:txBody>
      </p:sp>
      <p:sp>
        <p:nvSpPr>
          <p:cNvPr id="3" name="">
            <a:extLst>
              <a:ext uri="{FF2B5EF4-FFF2-40B4-BE49-F238E27FC236}">
                <ns2:creationId id="{DED7872D-84F7-4035-98C3-8C7792DEBD64}"/>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614702A4-D477-4F70-9B3E-AFE6FC4C7744}"/>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BEB55802-F05D-4F1A-9D13-F7735029F0EA}"/>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BE9DDC4B-0FAB-4EED-A798-5A5DF210DD84}"/>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88BA095C-1EF7-4825-81D8-75678361BCE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19B7CE36-30E2-4D1A-AB13-CE83A7C7DB7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D2F9E026-8CB4-424B-B5B6-1CAC568EA06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3DE06862-4A7C-4D8C-825C-5E26FB5580E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020</a:t>
            </a:r>
          </a:p>
        </p:txBody>
      </p:sp>
    </p:spTree>
    <p:extLst>
      <p:ext uri="{BB962C8B-B14F-4D97-AF65-F5344CB8AC3E}">
        <ns4:creationId val="508318536"/>
      </p:ext>
    </p:extLst>
  </p:cSld>
</p:sld>
</file>

<file path=ppt/slides/slide2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16EEFE11-6155-4D5D-89BD-1DE065D04BB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3BF5A571-3024-4175-9A2A-C74FFD0911B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MM: 두 번 고친 README</a:t>
            </a:r>
          </a:p>
        </p:txBody>
      </p:sp>
      <p:sp>
        <p:nvSpPr>
          <p:cNvPr id="3" name="">
            <a:extLst>
              <a:ext uri="{FF2B5EF4-FFF2-40B4-BE49-F238E27FC236}">
                <ns2:creationId id="{DF20157A-5D56-4CCA-B447-A3415A6E0EE9}"/>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add 때의 문장</a:t>
            </a:r>
          </a:p>
        </p:txBody>
      </p:sp>
      <p:sp>
        <p:nvSpPr>
          <p:cNvPr id="4" name="">
            <a:extLst>
              <a:ext uri="{FF2B5EF4-FFF2-40B4-BE49-F238E27FC236}">
                <ns2:creationId id="{D36906DF-600B-40BC-A917-80F3856F9635}"/>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첫 편집은 add로 스테이징에 담았습니다.</a:t>
            </a:r>
          </a:p>
        </p:txBody>
      </p:sp>
      <p:sp>
        <p:nvSpPr>
          <p:cNvPr id="5" name="">
            <a:extLst>
              <a:ext uri="{FF2B5EF4-FFF2-40B4-BE49-F238E27FC236}">
                <ns2:creationId id="{CB4E4E3D-CF6F-4FDF-A1A7-3353356BC20E}"/>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그 뒤의 편집은 아직 작업 파일에만 있습니다.</a:t>
            </a:r>
          </a:p>
        </p:txBody>
      </p:sp>
      <p:sp>
        <p:nvSpPr>
          <p:cNvPr id="6" name="">
            <a:extLst>
              <a:ext uri="{FF2B5EF4-FFF2-40B4-BE49-F238E27FC236}">
                <ns2:creationId id="{458C31EF-59D9-434D-B84D-7AA03829953A}"/>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같은 파일의 세 값</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3495307"/>
                <a:gridCol w="1743443"/>
              </a:tblGrid>
              <a:tr h="514350">
                <a:tc>
                  <a:txBody>
                    <a:bodyPr wrap="square"/>
                    <a:lstStyle/>
                    <a:p>
                      <a:pPr>
                        <a:lnSpc>
                          <a:spcPct val="102000"/>
                        </a:lnSpc>
                        <a:buNone/>
                      </a:pPr>
                      <a:r>
                        <a:rPr sz="1875" b="1">
                          <a:solidFill>
                            <a:srgbClr val="172F39"/>
                          </a:solidFill>
                          <a:latin typeface="Noto Sans KR"/>
                          <a:ea typeface="Noto Sans KR"/>
                          <a:cs typeface="Noto Sans KR"/>
                        </a:rPr>
                        <a:t>위치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마지막 커밋</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28</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스테이징</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작업 파일</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29</a:t>
                      </a:r>
                    </a:p>
                  </a:txBody>
                  <a:tcPr marL="114300" marR="114300" marT="76200" marB="76200" anchor="ctr">
                    <a:solidFill>
                      <a:srgbClr val="FFFFFF"/>
                    </a:solidFill>
                  </a:tcPr>
                </a:tc>
              </a:tr>
            </a:tbl>
          </a:graphicData>
        </a:graphic>
      </p:graphicFrame>
      <p:sp>
        <p:nvSpPr>
          <p:cNvPr id="8" name="">
            <a:extLst>
              <a:ext uri="{FF2B5EF4-FFF2-40B4-BE49-F238E27FC236}">
                <ns2:creationId id="{90F2D7D0-36D3-4BB2-879A-3C9DB651293B}"/>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228CC527-94D2-4357-9F9E-224084B5348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DD52C726-3429-4B64-B6E1-E74D2FCDCBA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D61DC333-844C-4C40-B54B-3258D482AC1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AF212672-34E7-4C7F-97D1-3A8BE96281A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021</a:t>
            </a:r>
          </a:p>
        </p:txBody>
      </p:sp>
    </p:spTree>
    <p:extLst>
      <p:ext uri="{BB962C8B-B14F-4D97-AF65-F5344CB8AC3E}">
        <ns4:creationId val="1710473568"/>
      </p:ext>
    </p:extLst>
  </p:cSld>
</p:sld>
</file>

<file path=ppt/slides/slide2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C6D26A13-6C81-4382-8163-31A4F4C8703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4E67AAFD-F749-4893-AFE2-4676DAD7FC1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A04  두 상태의 차이</a:t>
            </a:r>
          </a:p>
        </p:txBody>
      </p:sp>
      <p:sp>
        <p:nvSpPr>
          <p:cNvPr id="3" name="">
            <a:extLst>
              <a:ext uri="{FF2B5EF4-FFF2-40B4-BE49-F238E27FC236}">
                <ns2:creationId id="{FD7CF8BC-8125-4F75-B503-951D669B105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FD30D10C-1E28-40D0-8247-74EED69784DB}"/>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비교에는 항상 두 대상이 있습니다.</a:t>
            </a:r>
          </a:p>
        </p:txBody>
      </p:sp>
      <p:sp>
        <p:nvSpPr>
          <p:cNvPr id="5" name="">
            <a:extLst>
              <a:ext uri="{FF2B5EF4-FFF2-40B4-BE49-F238E27FC236}">
                <ns2:creationId id="{90AF63F0-7440-4423-9A05-A64E9CED5221}"/>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기본 diff는 작업과 선택 상태를 비교합니다.</a:t>
            </a:r>
          </a:p>
        </p:txBody>
      </p:sp>
      <p:sp>
        <p:nvSpPr>
          <p:cNvPr id="6" name="">
            <a:extLst>
              <a:ext uri="{FF2B5EF4-FFF2-40B4-BE49-F238E27FC236}">
                <ns2:creationId id="{0DB45A44-959C-4B35-9B86-A08EF223BF1C}"/>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같은 파일의 세 값</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3495307"/>
                <a:gridCol w="1743443"/>
              </a:tblGrid>
              <a:tr h="514350">
                <a:tc>
                  <a:txBody>
                    <a:bodyPr wrap="square"/>
                    <a:lstStyle/>
                    <a:p>
                      <a:pPr>
                        <a:lnSpc>
                          <a:spcPct val="102000"/>
                        </a:lnSpc>
                        <a:buNone/>
                      </a:pPr>
                      <a:r>
                        <a:rPr sz="1875" b="1">
                          <a:solidFill>
                            <a:srgbClr val="172F39"/>
                          </a:solidFill>
                          <a:latin typeface="Noto Sans KR"/>
                          <a:ea typeface="Noto Sans KR"/>
                          <a:cs typeface="Noto Sans KR"/>
                        </a:rPr>
                        <a:t>위치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마지막 커밋</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28</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스테이징</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작업 파일</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29</a:t>
                      </a:r>
                    </a:p>
                  </a:txBody>
                  <a:tcPr marL="114300" marR="114300" marT="76200" marB="76200" anchor="ctr">
                    <a:solidFill>
                      <a:srgbClr val="FFFFFF"/>
                    </a:solidFill>
                  </a:tcPr>
                </a:tc>
              </a:tr>
            </a:tbl>
          </a:graphicData>
        </a:graphic>
      </p:graphicFrame>
      <p:sp>
        <p:nvSpPr>
          <p:cNvPr id="8" name="">
            <a:extLst>
              <a:ext uri="{FF2B5EF4-FFF2-40B4-BE49-F238E27FC236}">
                <ns2:creationId id="{0256F0DF-1EB4-4E06-B341-48A64C1B5C5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A7495F86-9D97-45B0-9299-1F1854AE701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6DEF5FDB-3463-4912-891B-FF11DDBEBF1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F0C394B3-B6CA-45D3-98E4-8E4D469539C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A4E5BFF1-0B48-4AEF-83CF-5EAEA529408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022</a:t>
            </a:r>
          </a:p>
        </p:txBody>
      </p:sp>
    </p:spTree>
    <p:extLst>
      <p:ext uri="{BB962C8B-B14F-4D97-AF65-F5344CB8AC3E}">
        <ns4:creationId val="1179140219"/>
      </p:ext>
    </p:extLst>
  </p:cSld>
</p:sld>
</file>

<file path=ppt/slides/slide2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843D6D9D-C08A-4C8F-B0EC-3652D2C8316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8941D63F-839C-414E-8EF5-57DDED13AC7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두 상태의 차이의 예</a:t>
            </a:r>
          </a:p>
        </p:txBody>
      </p:sp>
      <p:sp>
        <p:nvSpPr>
          <p:cNvPr id="3" name="">
            <a:extLst>
              <a:ext uri="{FF2B5EF4-FFF2-40B4-BE49-F238E27FC236}">
                <ns2:creationId id="{708633BA-D0DD-453D-A5D8-9A4FD4EA717F}"/>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22379C37-FB0E-4EEE-9769-3B5CD18DA61A}"/>
              </a:ext>
            </a:extLst>
          </p:cNvPr>
          <p:cNvSpPr>
            <a:spLocks noGrp="1"/>
          </p:cNvSpPr>
          <p:nvPr/>
        </p:nvSpPr>
        <p:spPr>
          <a:xfrm>
            <a:off x="685800" y="2262188"/>
            <a:ext cx="10820400" cy="1274826"/>
          </a:xfrm>
          <a:prstGeom prst="rect">
            <a:avLst/>
          </a:prstGeom>
          <a:solidFill>
            <a:srgbClr val="F1F6F5"/>
          </a:solidFill>
          <a:ln w="0">
            <a:noFill/>
          </a:ln>
        </p:spPr>
      </p:sp>
      <p:sp>
        <p:nvSpPr>
          <p:cNvPr id="5" name="">
            <a:extLst>
              <a:ext uri="{FF2B5EF4-FFF2-40B4-BE49-F238E27FC236}">
                <ns2:creationId id="{1DDC5E18-8222-4490-BA7D-5A4D8E4D4D01}"/>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49079057-8439-46A5-BD42-8D7DC77D4215}"/>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a:t>
            </a:r>
          </a:p>
        </p:txBody>
      </p:sp>
      <p:sp>
        <p:nvSpPr>
          <p:cNvPr id="7" name="">
            <a:extLst>
              <a:ext uri="{FF2B5EF4-FFF2-40B4-BE49-F238E27FC236}">
                <ns2:creationId id="{BB7E9012-A4F1-4F8D-84EF-E12D257E74BF}"/>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C07D3B6A-F5F5-4C4C-AD8D-F0C0C30902B8}"/>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 --staged</a:t>
            </a:r>
          </a:p>
        </p:txBody>
      </p:sp>
      <p:sp>
        <p:nvSpPr>
          <p:cNvPr id="9" name="">
            <a:extLst>
              <a:ext uri="{FF2B5EF4-FFF2-40B4-BE49-F238E27FC236}">
                <ns2:creationId id="{A243F6DD-2DA2-4FD8-864A-9EA9072A1616}"/>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98C1E9C9-F43E-4288-9B9B-60FA6DD31EA4}"/>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 HEAD</a:t>
            </a:r>
          </a:p>
        </p:txBody>
      </p:sp>
      <p:sp>
        <p:nvSpPr>
          <p:cNvPr id="11" name="">
            <a:extLst>
              <a:ext uri="{FF2B5EF4-FFF2-40B4-BE49-F238E27FC236}">
                <ns2:creationId id="{7DDE8597-25DB-4F83-85D2-4368DF5EE1E7}"/>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373CF164-B4DB-4236-BAA2-1181541AC55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FB3B4794-4E17-4E40-9567-FA9C68C0F5A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4AE28ECF-A161-4417-AA84-AA3E9317E9E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81D571F4-ED8D-431B-A6DD-DBDF10AD882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023</a:t>
            </a:r>
          </a:p>
        </p:txBody>
      </p:sp>
    </p:spTree>
    <p:extLst>
      <p:ext uri="{BB962C8B-B14F-4D97-AF65-F5344CB8AC3E}">
        <ns4:creationId val="1463318760"/>
      </p:ext>
    </p:extLst>
  </p:cSld>
</p:sld>
</file>

<file path=ppt/slides/slide2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0" name="">
            <a:extLst>
              <a:ext uri="{FF2B5EF4-FFF2-40B4-BE49-F238E27FC236}">
                <ns2:creationId id="{9CDC81B4-CED9-443E-AC0A-69A148520D0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81F2F8D7-1F64-4FCE-ADBA-943E46C3327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세 비교 기준</a:t>
            </a:r>
          </a:p>
        </p:txBody>
      </p:sp>
      <p:sp>
        <p:nvSpPr>
          <p:cNvPr id="3" name="">
            <a:extLst>
              <a:ext uri="{FF2B5EF4-FFF2-40B4-BE49-F238E27FC236}">
                <ns2:creationId id="{C01E3235-D7B4-43BB-9190-A15E2FE7325D}"/>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비교 명령</a:t>
            </a:r>
          </a:p>
        </p:txBody>
      </p:sp>
      <p:sp>
        <p:nvSpPr>
          <p:cNvPr id="4" name="">
            <a:extLst>
              <a:ext uri="{FF2B5EF4-FFF2-40B4-BE49-F238E27FC236}">
                <ns2:creationId id="{E89E60AE-B667-4487-9511-BCA413B5242A}"/>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diff: 작업과 스테이징의 차이입니다.</a:t>
            </a:r>
          </a:p>
        </p:txBody>
      </p:sp>
      <p:sp>
        <p:nvSpPr>
          <p:cNvPr id="5" name="">
            <a:extLst>
              <a:ext uri="{FF2B5EF4-FFF2-40B4-BE49-F238E27FC236}">
                <ns2:creationId id="{97045759-6299-4A59-9C31-818CD00FE897}"/>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--staged: 스테이징과 커밋의 차이입니다.</a:t>
            </a:r>
          </a:p>
        </p:txBody>
      </p:sp>
      <p:sp>
        <p:nvSpPr>
          <p:cNvPr id="6" name="">
            <a:extLst>
              <a:ext uri="{FF2B5EF4-FFF2-40B4-BE49-F238E27FC236}">
                <ns2:creationId id="{F5049257-BF64-4B0B-A8E7-A921400FDE83}"/>
              </a:ext>
            </a:extLst>
          </p:cNvPr>
          <p:cNvSpPr>
            <a:spLocks noGrp="1"/>
          </p:cNvSpPr>
          <p:nvPr/>
        </p:nvSpPr>
        <p:spPr>
          <a:xfrm>
            <a:off x="685800" y="369760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HEAD 비교: 현재 작업과 마지막 기록입니다.</a:t>
            </a:r>
          </a:p>
        </p:txBody>
      </p:sp>
      <p:sp>
        <p:nvSpPr>
          <p:cNvPr id="7" name="">
            <a:extLst>
              <a:ext uri="{FF2B5EF4-FFF2-40B4-BE49-F238E27FC236}">
                <ns2:creationId id="{1ADC7787-61B9-46C1-97C0-638A1644A9B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23장의 실제 예제 다시 읽기</a:t>
            </a:r>
          </a:p>
        </p:txBody>
      </p:sp>
      <p:sp>
        <p:nvSpPr>
          <p:cNvPr id="8" name="">
            <a:extLst>
              <a:ext uri="{FF2B5EF4-FFF2-40B4-BE49-F238E27FC236}">
                <ns2:creationId id="{45DC1CCE-4857-4885-A501-DB1EFC2025BF}"/>
              </a:ext>
            </a:extLst>
          </p:cNvPr>
          <p:cNvSpPr>
            <a:spLocks noGrp="1"/>
          </p:cNvSpPr>
          <p:nvPr/>
        </p:nvSpPr>
        <p:spPr>
          <a:xfrm>
            <a:off x="6267450" y="2628900"/>
            <a:ext cx="5238750" cy="1201674"/>
          </a:xfrm>
          <a:prstGeom prst="rect">
            <a:avLst/>
          </a:prstGeom>
          <a:solidFill>
            <a:srgbClr val="F1F6F5"/>
          </a:solidFill>
          <a:ln w="0">
            <a:noFill/>
          </a:ln>
        </p:spPr>
      </p:sp>
      <p:sp>
        <p:nvSpPr>
          <p:cNvPr id="9" name="">
            <a:extLst>
              <a:ext uri="{FF2B5EF4-FFF2-40B4-BE49-F238E27FC236}">
                <ns2:creationId id="{3FBBF7FA-5B82-42AC-AE4D-09148CD1065A}"/>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10" name="">
            <a:extLst>
              <a:ext uri="{FF2B5EF4-FFF2-40B4-BE49-F238E27FC236}">
                <ns2:creationId id="{6B040306-2C40-491B-8DD4-836717BAA01F}"/>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diff</a:t>
            </a:r>
          </a:p>
        </p:txBody>
      </p:sp>
      <p:sp>
        <p:nvSpPr>
          <p:cNvPr id="11" name="">
            <a:extLst>
              <a:ext uri="{FF2B5EF4-FFF2-40B4-BE49-F238E27FC236}">
                <ns2:creationId id="{8E25E7E9-0CCD-4ED8-871A-E273E4414619}"/>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2" name="">
            <a:extLst>
              <a:ext uri="{FF2B5EF4-FFF2-40B4-BE49-F238E27FC236}">
                <ns2:creationId id="{1BB29FF7-D90C-4E42-A10F-868DA94E966F}"/>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diff --staged</a:t>
            </a:r>
          </a:p>
        </p:txBody>
      </p:sp>
      <p:sp>
        <p:nvSpPr>
          <p:cNvPr id="13" name="">
            <a:extLst>
              <a:ext uri="{FF2B5EF4-FFF2-40B4-BE49-F238E27FC236}">
                <ns2:creationId id="{4EDD5E36-5932-42DD-B3CE-436281CD1BDC}"/>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4" name="">
            <a:extLst>
              <a:ext uri="{FF2B5EF4-FFF2-40B4-BE49-F238E27FC236}">
                <ns2:creationId id="{314E8635-E4FA-4450-A8F6-EADF3C8E27BD}"/>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diff HEAD</a:t>
            </a:r>
          </a:p>
        </p:txBody>
      </p:sp>
      <p:sp>
        <p:nvSpPr>
          <p:cNvPr id="15" name="">
            <a:extLst>
              <a:ext uri="{FF2B5EF4-FFF2-40B4-BE49-F238E27FC236}">
                <ns2:creationId id="{4EC20D67-3549-443A-ABD5-B35F862D9FC1}"/>
              </a:ext>
            </a:extLst>
          </p:cNvPr>
          <p:cNvSpPr>
            <a:spLocks noGrp="1"/>
          </p:cNvSpPr>
          <p:nvPr/>
        </p:nvSpPr>
        <p:spPr>
          <a:xfrm>
            <a:off x="685800" y="6172200"/>
            <a:ext cx="10820400" cy="9525"/>
          </a:xfrm>
          <a:prstGeom prst="rect">
            <a:avLst/>
          </a:prstGeom>
          <a:solidFill>
            <a:srgbClr val="D5DEDD"/>
          </a:solidFill>
          <a:ln w="0">
            <a:noFill/>
          </a:ln>
        </p:spPr>
      </p:sp>
      <p:sp>
        <p:nvSpPr>
          <p:cNvPr id="16" name="">
            <a:extLst>
              <a:ext uri="{FF2B5EF4-FFF2-40B4-BE49-F238E27FC236}">
                <ns2:creationId id="{1F3EDE30-3578-4058-AE76-EFB17AA3922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7" name="">
            <a:extLst>
              <a:ext uri="{FF2B5EF4-FFF2-40B4-BE49-F238E27FC236}">
                <ns2:creationId id="{D4BD731B-3C2A-48DF-A048-7D2C460168D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8" name="">
            <a:extLst>
              <a:ext uri="{FF2B5EF4-FFF2-40B4-BE49-F238E27FC236}">
                <ns2:creationId id="{66C70C4C-9C70-4AE3-BB08-E541FCB997E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9" name="">
            <a:extLst>
              <a:ext uri="{FF2B5EF4-FFF2-40B4-BE49-F238E27FC236}">
                <ns2:creationId id="{75F1BA15-A383-4F7E-A3A8-AB7851D56A8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024</a:t>
            </a:r>
          </a:p>
        </p:txBody>
      </p:sp>
    </p:spTree>
    <p:extLst>
      <p:ext uri="{BB962C8B-B14F-4D97-AF65-F5344CB8AC3E}">
        <ns4:creationId val="839890758"/>
      </p:ext>
    </p:extLst>
  </p:cSld>
</p:sld>
</file>

<file path=ppt/slides/slide2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2429B27-F014-40D9-BF97-0A3DDD8A509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AC534FCB-22C2-489C-9F18-044E7D30CBF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커밋할 값 판단</a:t>
            </a:r>
          </a:p>
        </p:txBody>
      </p:sp>
      <p:sp>
        <p:nvSpPr>
          <p:cNvPr id="3" name="">
            <a:extLst>
              <a:ext uri="{FF2B5EF4-FFF2-40B4-BE49-F238E27FC236}">
                <ns2:creationId id="{48DD8497-4DE8-4F35-AD4E-263FBE01F790}"/>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커밋 28, 선택 30, 작업 29라면?</a:t>
            </a:r>
          </a:p>
        </p:txBody>
      </p:sp>
      <p:sp>
        <p:nvSpPr>
          <p:cNvPr id="4" name="">
            <a:extLst>
              <a:ext uri="{FF2B5EF4-FFF2-40B4-BE49-F238E27FC236}">
                <ns2:creationId id="{A675556C-DCD0-4D93-9A63-D5D0DABBD038}"/>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지금 커밋할 값은 무엇인가요?</a:t>
            </a:r>
          </a:p>
        </p:txBody>
      </p:sp>
      <p:sp>
        <p:nvSpPr>
          <p:cNvPr id="5" name="">
            <a:extLst>
              <a:ext uri="{FF2B5EF4-FFF2-40B4-BE49-F238E27FC236}">
                <ns2:creationId id="{F2CD881B-4750-4EE7-BBD2-7AA78E0FEE83}"/>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DACEC91A-8A49-47A1-9951-917D5D7F9160}"/>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89F13E9-7718-4112-B4DB-D0143687BBD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0ADE49F1-8335-4D30-AD31-034E548CC04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D7ED9590-6301-4E3F-819A-6D5D35B5928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7D51E296-214A-4994-8E6E-C4260E078D3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025</a:t>
            </a:r>
          </a:p>
        </p:txBody>
      </p:sp>
    </p:spTree>
    <p:extLst>
      <p:ext uri="{BB962C8B-B14F-4D97-AF65-F5344CB8AC3E}">
        <ns4:creationId val="1052854967"/>
      </p:ext>
    </p:extLst>
  </p:cSld>
</p:sld>
</file>

<file path=ppt/slides/slide2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373551EB-9B75-4496-AFA1-9A6D683204A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A9066810-4533-4FAD-AD2A-BB144F5F8C2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A05  변경 선택하기</a:t>
            </a:r>
          </a:p>
        </p:txBody>
      </p:sp>
      <p:sp>
        <p:nvSpPr>
          <p:cNvPr id="3" name="">
            <a:extLst>
              <a:ext uri="{FF2B5EF4-FFF2-40B4-BE49-F238E27FC236}">
                <ns2:creationId id="{EBD9896B-4F53-4430-B622-84FBA05F9035}"/>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05D55083-B9DE-4C43-B334-5568D5AED19A}"/>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add는 지금의 파일 내용을 선택합니다.</a:t>
            </a:r>
          </a:p>
        </p:txBody>
      </p:sp>
      <p:sp>
        <p:nvSpPr>
          <p:cNvPr id="5" name="">
            <a:extLst>
              <a:ext uri="{FF2B5EF4-FFF2-40B4-BE49-F238E27FC236}">
                <ns2:creationId id="{BCB1F5BD-D0A3-46A7-B675-5905CB176955}"/>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add 뒤 새 편집은 다시 선택해야 합니다.</a:t>
            </a:r>
          </a:p>
        </p:txBody>
      </p:sp>
      <p:sp>
        <p:nvSpPr>
          <p:cNvPr id="6" name="">
            <a:extLst>
              <a:ext uri="{FF2B5EF4-FFF2-40B4-BE49-F238E27FC236}">
                <ns2:creationId id="{1191E054-F43B-4B3B-A760-202F5D4D473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선택한 뒤 다시 편집</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3250163"/>
                <a:gridCol w="1988587"/>
              </a:tblGrid>
              <a:tr h="514350">
                <a:tc>
                  <a:txBody>
                    <a:bodyPr wrap="square"/>
                    <a:lstStyle/>
                    <a:p>
                      <a:pPr>
                        <a:lnSpc>
                          <a:spcPct val="102000"/>
                        </a:lnSpc>
                        <a:buNone/>
                      </a:pPr>
                      <a:r>
                        <a:rPr sz="1875" b="1">
                          <a:solidFill>
                            <a:srgbClr val="172F39"/>
                          </a:solidFill>
                          <a:latin typeface="Noto Sans KR"/>
                          <a:ea typeface="Noto Sans KR"/>
                          <a:cs typeface="Noto Sans KR"/>
                        </a:rPr>
                        <a:t>시점</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상태</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add 뒤 첫 선택</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A README.md</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이미 추적한 파일의 두 변경</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MM README.md</a:t>
                      </a:r>
                    </a:p>
                  </a:txBody>
                  <a:tcPr marL="114300" marR="114300" marT="76200" marB="76200" anchor="ctr">
                    <a:solidFill>
                      <a:srgbClr val="FFFFFF"/>
                    </a:solidFill>
                  </a:tcPr>
                </a:tc>
              </a:tr>
            </a:tbl>
          </a:graphicData>
        </a:graphic>
      </p:graphicFrame>
      <p:sp>
        <p:nvSpPr>
          <p:cNvPr id="8" name="">
            <a:extLst>
              <a:ext uri="{FF2B5EF4-FFF2-40B4-BE49-F238E27FC236}">
                <ns2:creationId id="{E950A66D-7CA6-4823-B222-249EF7613F45}"/>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0C6137D0-D09B-459E-9B7F-7342D8F055A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F55239A8-89E1-462A-90ED-E05978440F0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5861BED-A7D2-42CD-87A1-CF2A2E9A018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D279D95-4233-48EA-A310-AADCD8BF9E5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026</a:t>
            </a:r>
          </a:p>
        </p:txBody>
      </p:sp>
    </p:spTree>
    <p:extLst>
      <p:ext uri="{BB962C8B-B14F-4D97-AF65-F5344CB8AC3E}">
        <ns4:creationId val="737461326"/>
      </p:ext>
    </p:extLst>
  </p:cSld>
</p:sld>
</file>

<file path=ppt/slides/slide2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59247BBA-BB57-40AB-BEA3-5CB5593BBBC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420E98B8-C018-403B-83EB-59BEB8CDFD2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변경 선택하기의 예</a:t>
            </a:r>
          </a:p>
        </p:txBody>
      </p:sp>
      <p:sp>
        <p:nvSpPr>
          <p:cNvPr id="3" name="">
            <a:extLst>
              <a:ext uri="{FF2B5EF4-FFF2-40B4-BE49-F238E27FC236}">
                <ns2:creationId id="{314D3D2B-7B18-486A-B987-247A39029EF6}"/>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4CA6DEC6-4A4A-423F-BA95-2909297AF07C}"/>
              </a:ext>
            </a:extLst>
          </p:cNvPr>
          <p:cNvSpPr>
            <a:spLocks noGrp="1"/>
          </p:cNvSpPr>
          <p:nvPr/>
        </p:nvSpPr>
        <p:spPr>
          <a:xfrm>
            <a:off x="685800" y="2262188"/>
            <a:ext cx="10820400" cy="1274826"/>
          </a:xfrm>
          <a:prstGeom prst="rect">
            <a:avLst/>
          </a:prstGeom>
          <a:solidFill>
            <a:srgbClr val="F1F6F5"/>
          </a:solidFill>
          <a:ln w="0">
            <a:noFill/>
          </a:ln>
        </p:spPr>
      </p:sp>
      <p:sp>
        <p:nvSpPr>
          <p:cNvPr id="5" name="">
            <a:extLst>
              <a:ext uri="{FF2B5EF4-FFF2-40B4-BE49-F238E27FC236}">
                <ns2:creationId id="{99D4A89A-4483-4B1B-9C14-1212616CE7F1}"/>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AA4EE0A4-E346-4538-B637-B196A905766E}"/>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add README.md</a:t>
            </a:r>
          </a:p>
        </p:txBody>
      </p:sp>
      <p:sp>
        <p:nvSpPr>
          <p:cNvPr id="7" name="">
            <a:extLst>
              <a:ext uri="{FF2B5EF4-FFF2-40B4-BE49-F238E27FC236}">
                <ns2:creationId id="{A86EB430-D783-4E4D-84C1-D352166A405C}"/>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C7F4BBDE-D132-4EAE-B171-1D01C4498D5E}"/>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status --short</a:t>
            </a:r>
          </a:p>
        </p:txBody>
      </p:sp>
      <p:sp>
        <p:nvSpPr>
          <p:cNvPr id="9" name="">
            <a:extLst>
              <a:ext uri="{FF2B5EF4-FFF2-40B4-BE49-F238E27FC236}">
                <ns2:creationId id="{5D72006B-4429-49E6-85C9-EA48EA8073C6}"/>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B62F86DC-7391-4410-A816-EAEAE1A875FD}"/>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 --staged</a:t>
            </a:r>
          </a:p>
        </p:txBody>
      </p:sp>
      <p:sp>
        <p:nvSpPr>
          <p:cNvPr id="11" name="">
            <a:extLst>
              <a:ext uri="{FF2B5EF4-FFF2-40B4-BE49-F238E27FC236}">
                <ns2:creationId id="{4442209E-0AD9-4E26-A2FF-3EF1B6B0C16D}"/>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5F571DEC-B2A8-4F21-82DF-B31C8E5187A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B0C8B66C-1BE9-4E61-A484-73F1A2FD4CB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E838A0DF-6867-4D66-98DF-CECA38882AE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B1B90F0F-8384-4E98-93EE-AF9E28977C8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027</a:t>
            </a:r>
          </a:p>
        </p:txBody>
      </p:sp>
    </p:spTree>
    <p:extLst>
      <p:ext uri="{BB962C8B-B14F-4D97-AF65-F5344CB8AC3E}">
        <ns4:creationId val="2107821776"/>
      </p:ext>
    </p:extLst>
  </p:cSld>
</p:sld>
</file>

<file path=ppt/slides/slide2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0" name="">
            <a:extLst>
              <a:ext uri="{FF2B5EF4-FFF2-40B4-BE49-F238E27FC236}">
                <ns2:creationId id="{60D8012B-8419-4F17-A342-68A368D2167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51AFA068-114F-45AC-BC21-ECA4E267913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add 명령을 읽어 봅시다</a:t>
            </a:r>
          </a:p>
        </p:txBody>
      </p:sp>
      <p:sp>
        <p:nvSpPr>
          <p:cNvPr id="3" name="">
            <a:extLst>
              <a:ext uri="{FF2B5EF4-FFF2-40B4-BE49-F238E27FC236}">
                <ns2:creationId id="{5E4F8989-FA40-4794-BFF2-0D7D61E05F0A}"/>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2F148B6B-6B63-4D63-A371-7500E8C8BBBC}"/>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README.md의 현재 내용을 선택합니다.</a:t>
            </a:r>
          </a:p>
        </p:txBody>
      </p:sp>
      <p:sp>
        <p:nvSpPr>
          <p:cNvPr id="5" name="">
            <a:extLst>
              <a:ext uri="{FF2B5EF4-FFF2-40B4-BE49-F238E27FC236}">
                <ns2:creationId id="{049D191C-C16E-402E-A471-1ACCF95C8EBA}"/>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status로 선택 상태를 확인합니다.</a:t>
            </a:r>
          </a:p>
        </p:txBody>
      </p:sp>
      <p:sp>
        <p:nvSpPr>
          <p:cNvPr id="6" name="">
            <a:extLst>
              <a:ext uri="{FF2B5EF4-FFF2-40B4-BE49-F238E27FC236}">
                <ns2:creationId id="{99378C48-8E31-4A04-9CC1-0491EA231EE2}"/>
              </a:ext>
            </a:extLst>
          </p:cNvPr>
          <p:cNvSpPr>
            <a:spLocks noGrp="1"/>
          </p:cNvSpPr>
          <p:nvPr/>
        </p:nvSpPr>
        <p:spPr>
          <a:xfrm>
            <a:off x="685800" y="369760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--staged로 커밋에 넣을 줄을 읽습니다.</a:t>
            </a:r>
          </a:p>
        </p:txBody>
      </p:sp>
      <p:sp>
        <p:nvSpPr>
          <p:cNvPr id="7" name="">
            <a:extLst>
              <a:ext uri="{FF2B5EF4-FFF2-40B4-BE49-F238E27FC236}">
                <ns2:creationId id="{FFCB1C42-25C5-4D7E-97A6-DA0CA950F7F2}"/>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27장의 실제 예제 다시 읽기</a:t>
            </a:r>
          </a:p>
        </p:txBody>
      </p:sp>
      <p:sp>
        <p:nvSpPr>
          <p:cNvPr id="8" name="">
            <a:extLst>
              <a:ext uri="{FF2B5EF4-FFF2-40B4-BE49-F238E27FC236}">
                <ns2:creationId id="{8458E508-56DE-4D8C-A821-A8B14ACBF5DE}"/>
              </a:ext>
            </a:extLst>
          </p:cNvPr>
          <p:cNvSpPr>
            <a:spLocks noGrp="1"/>
          </p:cNvSpPr>
          <p:nvPr/>
        </p:nvSpPr>
        <p:spPr>
          <a:xfrm>
            <a:off x="6267450" y="2628900"/>
            <a:ext cx="5238750" cy="1201674"/>
          </a:xfrm>
          <a:prstGeom prst="rect">
            <a:avLst/>
          </a:prstGeom>
          <a:solidFill>
            <a:srgbClr val="F1F6F5"/>
          </a:solidFill>
          <a:ln w="0">
            <a:noFill/>
          </a:ln>
        </p:spPr>
      </p:sp>
      <p:sp>
        <p:nvSpPr>
          <p:cNvPr id="9" name="">
            <a:extLst>
              <a:ext uri="{FF2B5EF4-FFF2-40B4-BE49-F238E27FC236}">
                <ns2:creationId id="{76FB97AD-115D-4B81-904C-93CF2BB63955}"/>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10" name="">
            <a:extLst>
              <a:ext uri="{FF2B5EF4-FFF2-40B4-BE49-F238E27FC236}">
                <ns2:creationId id="{EE2970B5-AF8E-42A5-B3B1-A1E4F93DAE2D}"/>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add README.md</a:t>
            </a:r>
          </a:p>
        </p:txBody>
      </p:sp>
      <p:sp>
        <p:nvSpPr>
          <p:cNvPr id="11" name="">
            <a:extLst>
              <a:ext uri="{FF2B5EF4-FFF2-40B4-BE49-F238E27FC236}">
                <ns2:creationId id="{C994A76F-586D-442B-BAC3-C2529C2FE400}"/>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2" name="">
            <a:extLst>
              <a:ext uri="{FF2B5EF4-FFF2-40B4-BE49-F238E27FC236}">
                <ns2:creationId id="{BCEA60C6-FCF9-4ABB-89B1-4CB368FB8A33}"/>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status --short</a:t>
            </a:r>
          </a:p>
        </p:txBody>
      </p:sp>
      <p:sp>
        <p:nvSpPr>
          <p:cNvPr id="13" name="">
            <a:extLst>
              <a:ext uri="{FF2B5EF4-FFF2-40B4-BE49-F238E27FC236}">
                <ns2:creationId id="{3C919DC0-E65B-44CE-B480-DEA642C380BC}"/>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4" name="">
            <a:extLst>
              <a:ext uri="{FF2B5EF4-FFF2-40B4-BE49-F238E27FC236}">
                <ns2:creationId id="{1362DD8D-364F-47A8-9E12-9A4D2EB534CD}"/>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diff --staged</a:t>
            </a:r>
          </a:p>
        </p:txBody>
      </p:sp>
      <p:sp>
        <p:nvSpPr>
          <p:cNvPr id="15" name="">
            <a:extLst>
              <a:ext uri="{FF2B5EF4-FFF2-40B4-BE49-F238E27FC236}">
                <ns2:creationId id="{F381970D-6A6B-4D91-8C9D-A25E23DA43D3}"/>
              </a:ext>
            </a:extLst>
          </p:cNvPr>
          <p:cNvSpPr>
            <a:spLocks noGrp="1"/>
          </p:cNvSpPr>
          <p:nvPr/>
        </p:nvSpPr>
        <p:spPr>
          <a:xfrm>
            <a:off x="685800" y="6172200"/>
            <a:ext cx="10820400" cy="9525"/>
          </a:xfrm>
          <a:prstGeom prst="rect">
            <a:avLst/>
          </a:prstGeom>
          <a:solidFill>
            <a:srgbClr val="D5DEDD"/>
          </a:solidFill>
          <a:ln w="0">
            <a:noFill/>
          </a:ln>
        </p:spPr>
      </p:sp>
      <p:sp>
        <p:nvSpPr>
          <p:cNvPr id="16" name="">
            <a:extLst>
              <a:ext uri="{FF2B5EF4-FFF2-40B4-BE49-F238E27FC236}">
                <ns2:creationId id="{AF340356-8B42-421F-BB44-51606E36F72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7" name="">
            <a:extLst>
              <a:ext uri="{FF2B5EF4-FFF2-40B4-BE49-F238E27FC236}">
                <ns2:creationId id="{D5EE2F37-D52B-44FF-A167-E230A2E80A8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8" name="">
            <a:extLst>
              <a:ext uri="{FF2B5EF4-FFF2-40B4-BE49-F238E27FC236}">
                <ns2:creationId id="{25AB694B-9F0F-4362-956D-D381C0B9589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9" name="">
            <a:extLst>
              <a:ext uri="{FF2B5EF4-FFF2-40B4-BE49-F238E27FC236}">
                <ns2:creationId id="{D0F571FA-CE09-4901-B611-592F5F1770A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028</a:t>
            </a:r>
          </a:p>
        </p:txBody>
      </p:sp>
    </p:spTree>
    <p:extLst>
      <p:ext uri="{BB962C8B-B14F-4D97-AF65-F5344CB8AC3E}">
        <ns4:creationId val="1024821206"/>
      </p:ext>
    </p:extLst>
  </p:cSld>
</p:sld>
</file>

<file path=ppt/slides/slide2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7F5AF067-52B3-4245-886E-A33B3AA9740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7B904000-75DA-42AF-A475-0468A8E8A18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선택한 내용 확인</a:t>
            </a:r>
          </a:p>
        </p:txBody>
      </p:sp>
      <p:sp>
        <p:nvSpPr>
          <p:cNvPr id="3" name="">
            <a:extLst>
              <a:ext uri="{FF2B5EF4-FFF2-40B4-BE49-F238E27FC236}">
                <ns2:creationId id="{F160D966-E39D-44BA-B32A-471FA5346568}"/>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CF31883C-CA09-4446-AF1C-7177A269F04D}"/>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첫 선택 뒤 A README.md가 보입니다.</a:t>
            </a:r>
          </a:p>
        </p:txBody>
      </p:sp>
      <p:sp>
        <p:nvSpPr>
          <p:cNvPr id="5" name="">
            <a:extLst>
              <a:ext uri="{FF2B5EF4-FFF2-40B4-BE49-F238E27FC236}">
                <ns2:creationId id="{6E854E3B-1246-4FA2-A3E6-257F99C7E956}"/>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staged diff에서 기록할 문장을 읽습니다.</a:t>
            </a:r>
          </a:p>
        </p:txBody>
      </p:sp>
      <p:sp>
        <p:nvSpPr>
          <p:cNvPr id="6" name="">
            <a:extLst>
              <a:ext uri="{FF2B5EF4-FFF2-40B4-BE49-F238E27FC236}">
                <ns2:creationId id="{4A886B81-8DB3-4649-B015-4FED3C3F480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27장의 실제 예제 다시 읽기</a:t>
            </a:r>
          </a:p>
        </p:txBody>
      </p:sp>
      <p:sp>
        <p:nvSpPr>
          <p:cNvPr id="7" name="">
            <a:extLst>
              <a:ext uri="{FF2B5EF4-FFF2-40B4-BE49-F238E27FC236}">
                <ns2:creationId id="{E4A29358-8DCD-4B76-9A97-31DB823E6247}"/>
              </a:ext>
            </a:extLst>
          </p:cNvPr>
          <p:cNvSpPr>
            <a:spLocks noGrp="1"/>
          </p:cNvSpPr>
          <p:nvPr/>
        </p:nvSpPr>
        <p:spPr>
          <a:xfrm>
            <a:off x="6267450" y="2628900"/>
            <a:ext cx="5238750" cy="1201674"/>
          </a:xfrm>
          <a:prstGeom prst="rect">
            <a:avLst/>
          </a:prstGeom>
          <a:solidFill>
            <a:srgbClr val="F1F6F5"/>
          </a:solidFill>
          <a:ln w="0">
            <a:noFill/>
          </a:ln>
        </p:spPr>
      </p:sp>
      <p:sp>
        <p:nvSpPr>
          <p:cNvPr id="8" name="">
            <a:extLst>
              <a:ext uri="{FF2B5EF4-FFF2-40B4-BE49-F238E27FC236}">
                <ns2:creationId id="{F3CF23EC-8388-45BE-BB89-7B339589E85E}"/>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F5D1D3F5-0074-43CD-B3C6-216A62820F8E}"/>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add README.md</a:t>
            </a:r>
          </a:p>
        </p:txBody>
      </p:sp>
      <p:sp>
        <p:nvSpPr>
          <p:cNvPr id="10" name="">
            <a:extLst>
              <a:ext uri="{FF2B5EF4-FFF2-40B4-BE49-F238E27FC236}">
                <ns2:creationId id="{1A379467-4D1B-4740-AF29-AB9D671E5D94}"/>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4F0E1615-D396-4ECC-940F-316D66D8A541}"/>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status --short</a:t>
            </a:r>
          </a:p>
        </p:txBody>
      </p:sp>
      <p:sp>
        <p:nvSpPr>
          <p:cNvPr id="12" name="">
            <a:extLst>
              <a:ext uri="{FF2B5EF4-FFF2-40B4-BE49-F238E27FC236}">
                <ns2:creationId id="{AE7B3E8A-08E4-483F-A634-ECE27E281DD9}"/>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E2C37C7A-293F-4FEA-849E-2F0324093FBA}"/>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diff --staged</a:t>
            </a:r>
          </a:p>
        </p:txBody>
      </p:sp>
      <p:sp>
        <p:nvSpPr>
          <p:cNvPr id="14" name="">
            <a:extLst>
              <a:ext uri="{FF2B5EF4-FFF2-40B4-BE49-F238E27FC236}">
                <ns2:creationId id="{AFAEC251-AA62-4B59-8037-097F5DDFE382}"/>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2B973544-9179-4B14-BDAD-37FC44485EF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9F791808-3B03-45DE-959E-B21E1A21E36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A7F7CC30-AF9A-4E17-A6AA-D06930DFEAC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943656EC-A31D-4281-A0D1-38C98724849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029</a:t>
            </a:r>
          </a:p>
        </p:txBody>
      </p:sp>
    </p:spTree>
    <p:extLst>
      <p:ext uri="{BB962C8B-B14F-4D97-AF65-F5344CB8AC3E}">
        <ns4:creationId val="501711290"/>
      </p:ext>
    </p:extLst>
  </p:cSld>
</p:sld>
</file>

<file path=ppt/slides/slide3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CDAE2FC-0A39-441F-A4B0-D8D0F67C009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A1EC24BD-1A52-4473-8635-63D7A482298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두 번 고친 파일</a:t>
            </a:r>
          </a:p>
        </p:txBody>
      </p:sp>
      <p:sp>
        <p:nvSpPr>
          <p:cNvPr id="3" name="">
            <a:extLst>
              <a:ext uri="{FF2B5EF4-FFF2-40B4-BE49-F238E27FC236}">
                <ns2:creationId id="{04A60A04-7D20-4A8F-91F2-B986DDC64454}"/>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add 뒤 문장을 다시 고치면?</a:t>
            </a:r>
          </a:p>
        </p:txBody>
      </p:sp>
      <p:sp>
        <p:nvSpPr>
          <p:cNvPr id="4" name="">
            <a:extLst>
              <a:ext uri="{FF2B5EF4-FFF2-40B4-BE49-F238E27FC236}">
                <ns2:creationId id="{2DB75ECD-FEB5-40A2-909F-CD3FC7B20C22}"/>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새 문장을 기록할 다음 행동은 무엇인가요?</a:t>
            </a:r>
          </a:p>
        </p:txBody>
      </p:sp>
      <p:sp>
        <p:nvSpPr>
          <p:cNvPr id="5" name="">
            <a:extLst>
              <a:ext uri="{FF2B5EF4-FFF2-40B4-BE49-F238E27FC236}">
                <ns2:creationId id="{29272192-8AFE-4E14-A378-31BDEA0966A0}"/>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7C66F1DF-EDA8-42F5-A325-CC941BF7A8B2}"/>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812FD1DE-04F4-407B-8BB7-F3404F983B8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F884C8F-1C3B-4556-8551-D9B0666835B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5E42C247-108E-4B4A-869C-A752CE3A760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FE3580BD-E266-4E34-8117-4AC04C995AE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030</a:t>
            </a:r>
          </a:p>
        </p:txBody>
      </p:sp>
    </p:spTree>
    <p:extLst>
      <p:ext uri="{BB962C8B-B14F-4D97-AF65-F5344CB8AC3E}">
        <ns4:creationId val="852667427"/>
      </p:ext>
    </p:extLst>
  </p:cSld>
</p:sld>
</file>

<file path=ppt/slides/slide3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1065C3B0-77D6-40E0-9938-53444918930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0654F92C-55C1-4858-8A20-3264C246376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A06  커밋과 이력</a:t>
            </a:r>
          </a:p>
        </p:txBody>
      </p:sp>
      <p:sp>
        <p:nvSpPr>
          <p:cNvPr id="3" name="">
            <a:extLst>
              <a:ext uri="{FF2B5EF4-FFF2-40B4-BE49-F238E27FC236}">
                <ns2:creationId id="{B8E12E37-D001-4640-A2D5-5A2B66C17B7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10206F24-DAFF-482E-9689-43560F51F508}"/>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커밋은 선택한 상태를 기록합니다.</a:t>
            </a:r>
          </a:p>
        </p:txBody>
      </p:sp>
      <p:sp>
        <p:nvSpPr>
          <p:cNvPr id="5" name="">
            <a:extLst>
              <a:ext uri="{FF2B5EF4-FFF2-40B4-BE49-F238E27FC236}">
                <ns2:creationId id="{B97571EC-756D-4D70-AAAC-CC650A3FB23E}"/>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메시지는 변경의 목적을 설명합니다.</a:t>
            </a:r>
          </a:p>
        </p:txBody>
      </p:sp>
      <p:sp>
        <p:nvSpPr>
          <p:cNvPr id="6" name="">
            <a:extLst>
              <a:ext uri="{FF2B5EF4-FFF2-40B4-BE49-F238E27FC236}">
                <ns2:creationId id="{0C91BA62-E2B4-46DE-B1A1-57A6996DA925}"/>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커밋 메시지 읽기</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157949"/>
                <a:gridCol w="3080801"/>
              </a:tblGrid>
              <a:tr h="514350">
                <a:tc>
                  <a:txBody>
                    <a:bodyPr wrap="square"/>
                    <a:lstStyle/>
                    <a:p>
                      <a:pPr>
                        <a:lnSpc>
                          <a:spcPct val="102000"/>
                        </a:lnSpc>
                        <a:buNone/>
                      </a:pPr>
                      <a:r>
                        <a:rPr sz="1875" b="1">
                          <a:solidFill>
                            <a:srgbClr val="172F39"/>
                          </a:solidFill>
                          <a:latin typeface="Noto Sans KR"/>
                          <a:ea typeface="Noto Sans KR"/>
                          <a:cs typeface="Noto Sans KR"/>
                        </a:rPr>
                        <a:t>명령</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확인할 것</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commit -m</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Add run instructions</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log --oneline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메시지와 해시</a:t>
                      </a:r>
                    </a:p>
                  </a:txBody>
                  <a:tcPr marL="114300" marR="114300" marT="76200" marB="76200" anchor="ctr">
                    <a:solidFill>
                      <a:srgbClr val="FFFFFF"/>
                    </a:solidFill>
                  </a:tcPr>
                </a:tc>
              </a:tr>
            </a:tbl>
          </a:graphicData>
        </a:graphic>
      </p:graphicFrame>
      <p:sp>
        <p:nvSpPr>
          <p:cNvPr id="8" name="">
            <a:extLst>
              <a:ext uri="{FF2B5EF4-FFF2-40B4-BE49-F238E27FC236}">
                <ns2:creationId id="{DB823C84-9E1C-4F64-ADBD-977B7580A185}"/>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BD68D402-629E-4F7F-91CC-72BE01E9460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E66BD19A-7A02-4527-9A3F-73CD73FA597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13016B29-0AB8-463A-AF0D-F39F89AEA91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1585DE96-3F32-4806-9EDC-5CCD4964824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031</a:t>
            </a:r>
          </a:p>
        </p:txBody>
      </p:sp>
    </p:spTree>
    <p:extLst>
      <p:ext uri="{BB962C8B-B14F-4D97-AF65-F5344CB8AC3E}">
        <ns4:creationId val="532848481"/>
      </p:ext>
    </p:extLst>
  </p:cSld>
</p:sld>
</file>

<file path=ppt/slides/slide3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4D55ADD9-23E7-4C4B-9ABF-77F115FFB1E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D68EEC20-0844-415F-A019-CFFEED619AA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커밋과 이력의 예</a:t>
            </a:r>
          </a:p>
        </p:txBody>
      </p:sp>
      <p:sp>
        <p:nvSpPr>
          <p:cNvPr id="3" name="">
            <a:extLst>
              <a:ext uri="{FF2B5EF4-FFF2-40B4-BE49-F238E27FC236}">
                <ns2:creationId id="{281B8DEF-1D26-4520-A3A9-E77F601F5C05}"/>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73539EC2-50F0-4912-B5D6-9762C55E4263}"/>
              </a:ext>
            </a:extLst>
          </p:cNvPr>
          <p:cNvSpPr>
            <a:spLocks noGrp="1"/>
          </p:cNvSpPr>
          <p:nvPr/>
        </p:nvSpPr>
        <p:spPr>
          <a:xfrm>
            <a:off x="685800" y="2262188"/>
            <a:ext cx="10820400" cy="1274826"/>
          </a:xfrm>
          <a:prstGeom prst="rect">
            <a:avLst/>
          </a:prstGeom>
          <a:solidFill>
            <a:srgbClr val="F1F6F5"/>
          </a:solidFill>
          <a:ln w="0">
            <a:noFill/>
          </a:ln>
        </p:spPr>
      </p:sp>
      <p:sp>
        <p:nvSpPr>
          <p:cNvPr id="5" name="">
            <a:extLst>
              <a:ext uri="{FF2B5EF4-FFF2-40B4-BE49-F238E27FC236}">
                <ns2:creationId id="{152BE490-23D7-4F99-9C79-371E3137DFAF}"/>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5F708DA7-FFD1-4A4A-90C4-1DFCE5EBE4F3}"/>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commit -m "Add run instructions"</a:t>
            </a:r>
          </a:p>
        </p:txBody>
      </p:sp>
      <p:sp>
        <p:nvSpPr>
          <p:cNvPr id="7" name="">
            <a:extLst>
              <a:ext uri="{FF2B5EF4-FFF2-40B4-BE49-F238E27FC236}">
                <ns2:creationId id="{0994C61D-5BB2-4B42-AC1B-C74518BF00AF}"/>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A9D1CE3F-F155-4AD8-A6B8-6A925839F30C}"/>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log --oneline -3</a:t>
            </a:r>
          </a:p>
        </p:txBody>
      </p:sp>
      <p:sp>
        <p:nvSpPr>
          <p:cNvPr id="9" name="">
            <a:extLst>
              <a:ext uri="{FF2B5EF4-FFF2-40B4-BE49-F238E27FC236}">
                <ns2:creationId id="{81EF223B-BEA8-4E63-A5F4-FEA0A62119AA}"/>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BC07094F-3A52-471A-8FDF-05F2FEFB7711}"/>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status --short</a:t>
            </a:r>
          </a:p>
        </p:txBody>
      </p:sp>
      <p:sp>
        <p:nvSpPr>
          <p:cNvPr id="11" name="">
            <a:extLst>
              <a:ext uri="{FF2B5EF4-FFF2-40B4-BE49-F238E27FC236}">
                <ns2:creationId id="{0B5EC214-EEFA-490F-9EFD-57CCE440ED3E}"/>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91930C9D-E9C4-418E-B01E-9B86685AFAB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9B2F98A2-98D2-426C-B9F2-FC49EA59852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760B6293-48AC-49A6-81DD-A0F07573306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85F50C37-7B8E-415C-A1B5-0EAC37EC366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032</a:t>
            </a:r>
          </a:p>
        </p:txBody>
      </p:sp>
    </p:spTree>
    <p:extLst>
      <p:ext uri="{BB962C8B-B14F-4D97-AF65-F5344CB8AC3E}">
        <ns4:creationId val="1480514537"/>
      </p:ext>
    </p:extLst>
  </p:cSld>
</p:sld>
</file>

<file path=ppt/slides/slide3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800FC463-C8AF-4BC4-BDD5-2FF3E3F6572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072C3A70-9091-439D-8F79-0586613E4F6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이력 확인</a:t>
            </a:r>
          </a:p>
        </p:txBody>
      </p:sp>
      <p:sp>
        <p:nvSpPr>
          <p:cNvPr id="3" name="">
            <a:extLst>
              <a:ext uri="{FF2B5EF4-FFF2-40B4-BE49-F238E27FC236}">
                <ns2:creationId id="{C1EE59E0-EC95-48D7-9D65-F1DF72776F6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0D301514-3D92-456D-A0BA-D05C74F1EFD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기록의 메시지와 파일 내용을 확인합니다.</a:t>
            </a:r>
          </a:p>
        </p:txBody>
      </p:sp>
      <p:sp>
        <p:nvSpPr>
          <p:cNvPr id="5" name="">
            <a:extLst>
              <a:ext uri="{FF2B5EF4-FFF2-40B4-BE49-F238E27FC236}">
                <ns2:creationId id="{2E5A5915-5DE9-4F43-8CE8-2A65217DFFCD}"/>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커밋 해시는 환경마다 달라질 수 있습니다.</a:t>
            </a:r>
          </a:p>
        </p:txBody>
      </p:sp>
      <p:sp>
        <p:nvSpPr>
          <p:cNvPr id="6" name="">
            <a:extLst>
              <a:ext uri="{FF2B5EF4-FFF2-40B4-BE49-F238E27FC236}">
                <ns2:creationId id="{4932EE98-86C0-4CF8-8043-85955A1D25BC}"/>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32장의 실제 예제 다시 읽기</a:t>
            </a:r>
          </a:p>
        </p:txBody>
      </p:sp>
      <p:sp>
        <p:nvSpPr>
          <p:cNvPr id="7" name="">
            <a:extLst>
              <a:ext uri="{FF2B5EF4-FFF2-40B4-BE49-F238E27FC236}">
                <ns2:creationId id="{B784AED5-3BF2-4401-9A85-E26170A9A781}"/>
              </a:ext>
            </a:extLst>
          </p:cNvPr>
          <p:cNvSpPr>
            <a:spLocks noGrp="1"/>
          </p:cNvSpPr>
          <p:nvPr/>
        </p:nvSpPr>
        <p:spPr>
          <a:xfrm>
            <a:off x="6267450" y="2628900"/>
            <a:ext cx="5238750" cy="1201674"/>
          </a:xfrm>
          <a:prstGeom prst="rect">
            <a:avLst/>
          </a:prstGeom>
          <a:solidFill>
            <a:srgbClr val="F1F6F5"/>
          </a:solidFill>
          <a:ln w="0">
            <a:noFill/>
          </a:ln>
        </p:spPr>
      </p:sp>
      <p:sp>
        <p:nvSpPr>
          <p:cNvPr id="8" name="">
            <a:extLst>
              <a:ext uri="{FF2B5EF4-FFF2-40B4-BE49-F238E27FC236}">
                <ns2:creationId id="{3FB651DA-0EE8-428C-A5A5-93C98E844436}"/>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28631EDB-C295-40C2-9A4F-81338594EA64}"/>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commit -m "Add run instructions"</a:t>
            </a:r>
          </a:p>
        </p:txBody>
      </p:sp>
      <p:sp>
        <p:nvSpPr>
          <p:cNvPr id="10" name="">
            <a:extLst>
              <a:ext uri="{FF2B5EF4-FFF2-40B4-BE49-F238E27FC236}">
                <ns2:creationId id="{F9B0A493-B499-4BC6-821B-E732C0C72C2C}"/>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466B9447-2A73-42D8-904F-7F14FAF0D30E}"/>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log --oneline -3</a:t>
            </a:r>
          </a:p>
        </p:txBody>
      </p:sp>
      <p:sp>
        <p:nvSpPr>
          <p:cNvPr id="12" name="">
            <a:extLst>
              <a:ext uri="{FF2B5EF4-FFF2-40B4-BE49-F238E27FC236}">
                <ns2:creationId id="{AA884938-55F3-409C-A15E-D2638E8B7188}"/>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4E18F4E2-6BDF-4A7A-AB2E-E4BCAD45055B}"/>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status --short</a:t>
            </a:r>
          </a:p>
        </p:txBody>
      </p:sp>
      <p:sp>
        <p:nvSpPr>
          <p:cNvPr id="14" name="">
            <a:extLst>
              <a:ext uri="{FF2B5EF4-FFF2-40B4-BE49-F238E27FC236}">
                <ns2:creationId id="{9AAF602F-9429-4F02-8DD3-76405BC01E66}"/>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DE6DD3FD-A3FB-4516-BFFA-E7056F52668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BAB64FCF-4EA6-4414-A93D-410F3F9B007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0035B26A-18B8-4161-83A4-3D1E9EF1AD8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C44FBF22-0E84-40AB-A999-5DD9FC84F8F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033</a:t>
            </a:r>
          </a:p>
        </p:txBody>
      </p:sp>
    </p:spTree>
    <p:extLst>
      <p:ext uri="{BB962C8B-B14F-4D97-AF65-F5344CB8AC3E}">
        <ns4:creationId val="500383668"/>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F1005AC9-373C-43F5-AF61-3A2B98C151E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B9272367-46F5-411C-BB9E-657D83D36CD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기록 메시지</a:t>
            </a:r>
          </a:p>
        </p:txBody>
      </p:sp>
      <p:sp>
        <p:nvSpPr>
          <p:cNvPr id="3" name="">
            <a:extLst>
              <a:ext uri="{FF2B5EF4-FFF2-40B4-BE49-F238E27FC236}">
                <ns2:creationId id="{666FAA60-DE15-46BA-A5F6-B00449638B90}"/>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“수정”보다 목적을 쓴 메시지는 어떤가요?</a:t>
            </a:r>
          </a:p>
        </p:txBody>
      </p:sp>
      <p:sp>
        <p:nvSpPr>
          <p:cNvPr id="4" name="">
            <a:extLst>
              <a:ext uri="{FF2B5EF4-FFF2-40B4-BE49-F238E27FC236}">
                <ns2:creationId id="{13BBD76D-35B9-4AF1-BBCC-42469C63D913}"/>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57AF3E78-437C-4F93-85D8-52659632E6FF}"/>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53E7C1AE-2B70-4845-A389-EAB474B1CB8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07957A73-DB91-4332-AFCA-9ADB5B1EEF0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50C36A6E-3353-4F10-B1D9-DFA3D0FCE71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EA33A45D-17EC-4EEA-974A-1B3A7681173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034</a:t>
            </a:r>
          </a:p>
        </p:txBody>
      </p:sp>
    </p:spTree>
    <p:extLst>
      <p:ext uri="{BB962C8B-B14F-4D97-AF65-F5344CB8AC3E}">
        <ns4:creationId val="1612196939"/>
      </p:ext>
    </p:extLst>
  </p:cSld>
</p:sld>
</file>

<file path=ppt/slides/slide3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75E66EBE-DA93-4301-A81D-D9D7FF62484D}"/>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3교시</a:t>
            </a:r>
          </a:p>
        </p:txBody>
      </p:sp>
      <p:sp>
        <p:nvSpPr>
          <p:cNvPr id="2" name="">
            <a:extLst>
              <a:ext uri="{FF2B5EF4-FFF2-40B4-BE49-F238E27FC236}">
                <ns2:creationId id="{1738059F-271E-4B72-B79E-DE438D07FBED}"/>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이력과 관리 대상</a:t>
            </a:r>
          </a:p>
        </p:txBody>
      </p:sp>
      <p:sp>
        <p:nvSpPr>
          <p:cNvPr id="3" name="">
            <a:extLst>
              <a:ext uri="{FF2B5EF4-FFF2-40B4-BE49-F238E27FC236}">
                <ns2:creationId id="{3CE43EF6-AE35-4195-921E-93C733055608}"/>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160C68FA-1497-471A-A93D-9C3820653921}"/>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C0007CB7-545C-45FA-B928-34B852579F90}"/>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19DBE6C9-E26A-483E-A23D-D57E2D387A2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5CDCF369-5E7F-4725-A0E0-8EFE47F272F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BFA80CCA-EA23-448B-8FD5-CB141469DBE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5F5AC711-A67F-40E9-88FB-B3D4DA748A6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07DECDF3-924E-448D-A2EA-F804FE5B7C7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035</a:t>
            </a:r>
          </a:p>
        </p:txBody>
      </p:sp>
    </p:spTree>
    <p:extLst>
      <p:ext uri="{BB962C8B-B14F-4D97-AF65-F5344CB8AC3E}">
        <ns4:creationId val="1695365680"/>
      </p:ext>
    </p:extLst>
  </p:cSld>
</p:sld>
</file>

<file path=ppt/slides/slide3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46F7A92-BD21-4FD6-8F87-AAB4A6DE431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1D9C77A9-579D-4303-B8B8-9A08E76386F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커밋을 나누고 비밀은 빼기</a:t>
            </a:r>
          </a:p>
        </p:txBody>
      </p:sp>
      <p:sp>
        <p:nvSpPr>
          <p:cNvPr id="3" name="">
            <a:extLst>
              <a:ext uri="{FF2B5EF4-FFF2-40B4-BE49-F238E27FC236}">
                <ns2:creationId id="{4A391CE9-5B31-436D-81C1-AAFF09D344BB}"/>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변경 묶음과 비밀 파일</a:t>
            </a:r>
          </a:p>
        </p:txBody>
      </p:sp>
      <p:sp>
        <p:nvSpPr>
          <p:cNvPr id="4" name="">
            <a:extLst>
              <a:ext uri="{FF2B5EF4-FFF2-40B4-BE49-F238E27FC236}">
                <ns2:creationId id="{706A2767-E6F9-4D5F-A1EF-373A829A4AD1}"/>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목적이 다른 변경은 따로 기록합니다.</a:t>
            </a:r>
          </a:p>
        </p:txBody>
      </p:sp>
      <p:sp>
        <p:nvSpPr>
          <p:cNvPr id="5" name="">
            <a:extLst>
              <a:ext uri="{FF2B5EF4-FFF2-40B4-BE49-F238E27FC236}">
                <ns2:creationId id="{B45C9DCD-E692-4221-B8D5-782783C37A6D}"/>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ignore로 과거에 남긴 비밀은 지울 수 없습니다.</a:t>
            </a:r>
          </a:p>
        </p:txBody>
      </p:sp>
      <p:sp>
        <p:nvSpPr>
          <p:cNvPr id="6" name="">
            <a:extLst>
              <a:ext uri="{FF2B5EF4-FFF2-40B4-BE49-F238E27FC236}">
                <ns2:creationId id="{7644CABD-5275-449B-8C70-D07A624D6370}"/>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목적이 다른 변경</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667810"/>
                <a:gridCol w="3570940"/>
              </a:tblGrid>
              <a:tr h="514350">
                <a:tc>
                  <a:txBody>
                    <a:bodyPr wrap="square"/>
                    <a:lstStyle/>
                    <a:p>
                      <a:pPr>
                        <a:lnSpc>
                          <a:spcPct val="102000"/>
                        </a:lnSpc>
                        <a:buNone/>
                      </a:pPr>
                      <a:r>
                        <a:rPr sz="1875" b="1">
                          <a:solidFill>
                            <a:srgbClr val="172F39"/>
                          </a:solidFill>
                          <a:latin typeface="Noto Sans KR"/>
                          <a:ea typeface="Noto Sans KR"/>
                          <a:cs typeface="Noto Sans KR"/>
                        </a:rPr>
                        <a:t>변경</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커밋에 묶을 목적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실행 안내</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Explain course run folder</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온도 기준</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별도 변경 목적</a:t>
                      </a:r>
                    </a:p>
                  </a:txBody>
                  <a:tcPr marL="114300" marR="114300" marT="76200" marB="76200" anchor="ctr">
                    <a:solidFill>
                      <a:srgbClr val="FFFFFF"/>
                    </a:solidFill>
                  </a:tcPr>
                </a:tc>
              </a:tr>
            </a:tbl>
          </a:graphicData>
        </a:graphic>
      </p:graphicFrame>
      <p:sp>
        <p:nvSpPr>
          <p:cNvPr id="8" name="">
            <a:extLst>
              <a:ext uri="{FF2B5EF4-FFF2-40B4-BE49-F238E27FC236}">
                <ns2:creationId id="{80E8EF5F-CBDE-4B14-8B1C-6DD903E1538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1C2E8B57-F24C-420D-B48E-2FA5381F8BF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AE674857-0159-4089-8EF2-8818C79F0DC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08DDB39D-2B5E-4D88-9C79-D1DE1B06A0F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18D01CBD-6C73-41C3-B637-C027127A9EF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036</a:t>
            </a:r>
          </a:p>
        </p:txBody>
      </p:sp>
    </p:spTree>
    <p:extLst>
      <p:ext uri="{BB962C8B-B14F-4D97-AF65-F5344CB8AC3E}">
        <ns4:creationId val="216658963"/>
      </p:ext>
    </p:extLst>
  </p:cSld>
</p:sld>
</file>

<file path=ppt/slides/slide3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9DBE77EA-CE11-4C7C-9ADE-CE805804725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896CE387-5FA9-40B4-A922-F78DE39FCE5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A07  한 가지 목적씩 커밋하기</a:t>
            </a:r>
          </a:p>
        </p:txBody>
      </p:sp>
      <p:sp>
        <p:nvSpPr>
          <p:cNvPr id="3" name="">
            <a:extLst>
              <a:ext uri="{FF2B5EF4-FFF2-40B4-BE49-F238E27FC236}">
                <ns2:creationId id="{C7A98551-F180-4559-BF28-219EB200C7F6}"/>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A19EB7FF-73CA-4148-ACB7-0EFC5735BFDA}"/>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실행 안내 수정과 기준값 수정은 다릅니다.</a:t>
            </a:r>
          </a:p>
        </p:txBody>
      </p:sp>
      <p:sp>
        <p:nvSpPr>
          <p:cNvPr id="5" name="">
            <a:extLst>
              <a:ext uri="{FF2B5EF4-FFF2-40B4-BE49-F238E27FC236}">
                <ns2:creationId id="{F212C741-621A-470D-A206-2611A554C8AE}"/>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목적이 다른 변경은 커밋을 나눕니다.</a:t>
            </a:r>
          </a:p>
        </p:txBody>
      </p:sp>
      <p:sp>
        <p:nvSpPr>
          <p:cNvPr id="6" name="">
            <a:extLst>
              <a:ext uri="{FF2B5EF4-FFF2-40B4-BE49-F238E27FC236}">
                <ns2:creationId id="{EACD951A-1F26-4044-9522-765B61D3B02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목적이 다른 변경</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667810"/>
                <a:gridCol w="3570940"/>
              </a:tblGrid>
              <a:tr h="514350">
                <a:tc>
                  <a:txBody>
                    <a:bodyPr wrap="square"/>
                    <a:lstStyle/>
                    <a:p>
                      <a:pPr>
                        <a:lnSpc>
                          <a:spcPct val="102000"/>
                        </a:lnSpc>
                        <a:buNone/>
                      </a:pPr>
                      <a:r>
                        <a:rPr sz="1875" b="1">
                          <a:solidFill>
                            <a:srgbClr val="172F39"/>
                          </a:solidFill>
                          <a:latin typeface="Noto Sans KR"/>
                          <a:ea typeface="Noto Sans KR"/>
                          <a:cs typeface="Noto Sans KR"/>
                        </a:rPr>
                        <a:t>변경</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커밋에 묶을 목적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실행 안내</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Explain course run folder</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온도 기준</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별도 변경 목적</a:t>
                      </a:r>
                    </a:p>
                  </a:txBody>
                  <a:tcPr marL="114300" marR="114300" marT="76200" marB="76200" anchor="ctr">
                    <a:solidFill>
                      <a:srgbClr val="FFFFFF"/>
                    </a:solidFill>
                  </a:tcPr>
                </a:tc>
              </a:tr>
            </a:tbl>
          </a:graphicData>
        </a:graphic>
      </p:graphicFrame>
      <p:sp>
        <p:nvSpPr>
          <p:cNvPr id="8" name="">
            <a:extLst>
              <a:ext uri="{FF2B5EF4-FFF2-40B4-BE49-F238E27FC236}">
                <ns2:creationId id="{F5F4EFD7-1215-4293-83C2-24D8C36DAE4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B743E52E-FBC6-48D1-BEA1-6A63F97F990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186B5B9D-1E87-471C-A187-C0B804F6432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FA273E39-86BC-478C-B761-13BD8032A38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ACFED7F0-9512-4898-848E-4FF24ED8848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037</a:t>
            </a:r>
          </a:p>
        </p:txBody>
      </p:sp>
    </p:spTree>
    <p:extLst>
      <p:ext uri="{BB962C8B-B14F-4D97-AF65-F5344CB8AC3E}">
        <ns4:creationId val="1138886483"/>
      </p:ext>
    </p:extLst>
  </p:cSld>
</p:sld>
</file>

<file path=ppt/slides/slide3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BC25A593-3083-48BB-BE73-6B71B30DFBA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E48058BB-BB5F-4A1C-A9B0-0E83527F697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목적의 변경의 예</a:t>
            </a:r>
          </a:p>
        </p:txBody>
      </p:sp>
      <p:sp>
        <p:nvSpPr>
          <p:cNvPr id="3" name="">
            <a:extLst>
              <a:ext uri="{FF2B5EF4-FFF2-40B4-BE49-F238E27FC236}">
                <ns2:creationId id="{F0C8343C-1C5B-4F1D-9547-7DA5B72A25D7}"/>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58C8A7F5-2D17-4152-88F3-FCAA991DE170}"/>
              </a:ext>
            </a:extLst>
          </p:cNvPr>
          <p:cNvSpPr>
            <a:spLocks noGrp="1"/>
          </p:cNvSpPr>
          <p:nvPr/>
        </p:nvSpPr>
        <p:spPr>
          <a:xfrm>
            <a:off x="685800" y="2262188"/>
            <a:ext cx="10820400" cy="1274826"/>
          </a:xfrm>
          <a:prstGeom prst="rect">
            <a:avLst/>
          </a:prstGeom>
          <a:solidFill>
            <a:srgbClr val="F1F6F5"/>
          </a:solidFill>
          <a:ln w="0">
            <a:noFill/>
          </a:ln>
        </p:spPr>
      </p:sp>
      <p:sp>
        <p:nvSpPr>
          <p:cNvPr id="5" name="">
            <a:extLst>
              <a:ext uri="{FF2B5EF4-FFF2-40B4-BE49-F238E27FC236}">
                <ns2:creationId id="{8A8470D9-CB87-4ED8-9328-DE7DCA77B5D0}"/>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AF86F1ED-3710-4AFB-95DB-3DE32F5B10F9}"/>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add README.md</a:t>
            </a:r>
          </a:p>
        </p:txBody>
      </p:sp>
      <p:sp>
        <p:nvSpPr>
          <p:cNvPr id="7" name="">
            <a:extLst>
              <a:ext uri="{FF2B5EF4-FFF2-40B4-BE49-F238E27FC236}">
                <ns2:creationId id="{420A181E-06CF-400B-A820-3F8EB3A761FB}"/>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D185F8FF-CCD7-4758-B76D-704199489A44}"/>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 --staged</a:t>
            </a:r>
          </a:p>
        </p:txBody>
      </p:sp>
      <p:sp>
        <p:nvSpPr>
          <p:cNvPr id="9" name="">
            <a:extLst>
              <a:ext uri="{FF2B5EF4-FFF2-40B4-BE49-F238E27FC236}">
                <ns2:creationId id="{C9959D33-5D8B-4549-A124-F8D5A65DF925}"/>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8F370705-A85C-49E4-9CD3-7EDBFF96A11E}"/>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commit -m "Explain course run folder"</a:t>
            </a:r>
          </a:p>
        </p:txBody>
      </p:sp>
      <p:sp>
        <p:nvSpPr>
          <p:cNvPr id="11" name="">
            <a:extLst>
              <a:ext uri="{FF2B5EF4-FFF2-40B4-BE49-F238E27FC236}">
                <ns2:creationId id="{F6101315-B30D-42A2-9389-D89DC27C2A22}"/>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AC7A1497-CCC1-4719-87DF-10E906EF613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7A3BC2F5-FD69-41C5-9CF2-3E0D276B0FF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5A41D71B-3E57-42B4-AECC-9C74029050C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A0CB2EA9-8429-41CB-ACD1-45506EE6516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038</a:t>
            </a:r>
          </a:p>
        </p:txBody>
      </p:sp>
    </p:spTree>
    <p:extLst>
      <p:ext uri="{BB962C8B-B14F-4D97-AF65-F5344CB8AC3E}">
        <ns4:creationId val="827735548"/>
      </p:ext>
    </p:extLst>
  </p:cSld>
</p:sld>
</file>

<file path=ppt/slides/slide3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A4939BCA-525D-4316-A6B7-F22CD84D515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2FC91238-DB95-4BED-B59A-02E7D7C4133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작은 기록의 이유</a:t>
            </a:r>
          </a:p>
        </p:txBody>
      </p:sp>
      <p:sp>
        <p:nvSpPr>
          <p:cNvPr id="3" name="">
            <a:extLst>
              <a:ext uri="{FF2B5EF4-FFF2-40B4-BE49-F238E27FC236}">
                <ns2:creationId id="{5A98A867-3997-4911-8E7C-5454FE3DDDC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C3CECB25-EE00-4921-BE80-C6E36A54C4B0}"/>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안내 변경을 찾고 되돌리기 쉽습니다.</a:t>
            </a:r>
          </a:p>
        </p:txBody>
      </p:sp>
      <p:sp>
        <p:nvSpPr>
          <p:cNvPr id="5" name="">
            <a:extLst>
              <a:ext uri="{FF2B5EF4-FFF2-40B4-BE49-F238E27FC236}">
                <ns2:creationId id="{22929908-0D6A-41D9-BABB-98BB78C95413}"/>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요청 밖 변경이 섞였는지 읽습니다.</a:t>
            </a:r>
          </a:p>
        </p:txBody>
      </p:sp>
      <p:sp>
        <p:nvSpPr>
          <p:cNvPr id="6" name="">
            <a:extLst>
              <a:ext uri="{FF2B5EF4-FFF2-40B4-BE49-F238E27FC236}">
                <ns2:creationId id="{9BE2B8E1-2EFE-482E-AA34-D040C2BEA5C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안내 변경 하나를 기록</a:t>
            </a:r>
          </a:p>
        </p:txBody>
      </p:sp>
      <p:graphicFrame>
        <p:nvGraphicFramePr>
          <p:cNvPr id="19" name=""/>
          <p:cNvGraphicFramePr/>
          <p:nvPr/>
        </p:nvGraphicFramePr>
        <p:xfrm>
          <a:off x="6267450" y="2628900"/>
          <a:ext cx="5238750" cy="2333625"/>
        </p:xfrm>
        <a:graphic>
          <a:graphicData uri="http://schemas.openxmlformats.org/drawingml/2006/table">
            <a:tbl>
              <a:tblPr firstRow="1" bandRow="0"/>
              <a:tblGrid>
                <a:gridCol w="2027704"/>
                <a:gridCol w="3211046"/>
              </a:tblGrid>
              <a:tr h="514350">
                <a:tc>
                  <a:txBody>
                    <a:bodyPr wrap="square"/>
                    <a:lstStyle/>
                    <a:p>
                      <a:pPr>
                        <a:lnSpc>
                          <a:spcPct val="102000"/>
                        </a:lnSpc>
                        <a:buNone/>
                      </a:pPr>
                      <a:r>
                        <a:rPr sz="1875" b="1">
                          <a:solidFill>
                            <a:srgbClr val="172F39"/>
                          </a:solidFill>
                          <a:latin typeface="Noto Sans KR"/>
                          <a:ea typeface="Noto Sans KR"/>
                          <a:cs typeface="Noto Sans KR"/>
                        </a:rPr>
                        <a:t>순서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확인할 것</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add README.md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이번 안내 변경</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diff --staged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기록할 줄</a:t>
                      </a:r>
                    </a:p>
                  </a:txBody>
                  <a:tcPr marL="114300" marR="114300" marT="76200" marB="76200" anchor="ctr">
                    <a:solidFill>
                      <a:srgbClr val="FFFFFF"/>
                    </a:solidFill>
                  </a:tcPr>
                </a:tc>
              </a:tr>
              <a:tr h="790575">
                <a:tc>
                  <a:txBody>
                    <a:bodyPr wrap="square"/>
                    <a:lstStyle/>
                    <a:p>
                      <a:pPr>
                        <a:lnSpc>
                          <a:spcPct val="102000"/>
                        </a:lnSpc>
                        <a:buNone/>
                      </a:pPr>
                      <a:r>
                        <a:rPr sz="1875" b="0">
                          <a:solidFill>
                            <a:srgbClr val="172F39"/>
                          </a:solidFill>
                          <a:latin typeface="Noto Sans KR"/>
                          <a:ea typeface="Noto Sans KR"/>
                          <a:cs typeface="Noto Sans KR"/>
                        </a:rPr>
                        <a:t>commit 메시지</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Explain course run folder</a:t>
                      </a:r>
                    </a:p>
                  </a:txBody>
                  <a:tcPr marL="114300" marR="114300" marT="76200" marB="76200" anchor="ctr">
                    <a:solidFill>
                      <a:srgbClr val="FFFFFF"/>
                    </a:solidFill>
                  </a:tcPr>
                </a:tc>
              </a:tr>
            </a:tbl>
          </a:graphicData>
        </a:graphic>
      </p:graphicFrame>
      <p:sp>
        <p:nvSpPr>
          <p:cNvPr id="8" name="">
            <a:extLst>
              <a:ext uri="{FF2B5EF4-FFF2-40B4-BE49-F238E27FC236}">
                <ns2:creationId id="{2418D117-07ED-4CC6-BEE8-8D8605813297}"/>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D11C3866-D1EF-44E7-B502-78C1FE69AEE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40456072-5BD9-4A22-B085-F08EBB530BB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FEE71445-37A5-43DD-A293-CA62F29EABE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A2FBCDAA-F1EF-494E-8366-0B2295CC26A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039</a:t>
            </a:r>
          </a:p>
        </p:txBody>
      </p:sp>
    </p:spTree>
    <p:extLst>
      <p:ext uri="{BB962C8B-B14F-4D97-AF65-F5344CB8AC3E}">
        <ns4:creationId val="1525985103"/>
      </p:ext>
    </p:extLst>
  </p:cSld>
</p:sld>
</file>

<file path=ppt/slides/slide4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B7654517-466E-4F7E-BF08-04B76C9309E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069FD6E8-8C42-403B-93D5-B93E6A9EE43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변경 나누기</a:t>
            </a:r>
          </a:p>
        </p:txBody>
      </p:sp>
      <p:sp>
        <p:nvSpPr>
          <p:cNvPr id="3" name="">
            <a:extLst>
              <a:ext uri="{FF2B5EF4-FFF2-40B4-BE49-F238E27FC236}">
                <ns2:creationId id="{19A20A39-93A7-4EE1-8184-13F33615E032}"/>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실행 안내와 온도 기준을 함께 바꿨습니다.</a:t>
            </a:r>
          </a:p>
        </p:txBody>
      </p:sp>
      <p:sp>
        <p:nvSpPr>
          <p:cNvPr id="4" name="">
            <a:extLst>
              <a:ext uri="{FF2B5EF4-FFF2-40B4-BE49-F238E27FC236}">
                <ns2:creationId id="{2F212191-889B-4B16-BAE5-379BA975034C}"/>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기록을 나눌 이유를 설명해 보세요.</a:t>
            </a:r>
          </a:p>
        </p:txBody>
      </p:sp>
      <p:sp>
        <p:nvSpPr>
          <p:cNvPr id="5" name="">
            <a:extLst>
              <a:ext uri="{FF2B5EF4-FFF2-40B4-BE49-F238E27FC236}">
                <ns2:creationId id="{0F69FC7A-6663-4E20-B25F-3587B818739A}"/>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1C616D88-13A2-4240-A9E0-CB9A18D4D5C2}"/>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0350914-633D-43ED-ACB7-624F02694BC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1F9D0E9E-AE2D-4D1C-9522-9D4AC85A017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9362C3D6-F8ED-4F70-8EC1-DA7348CCA55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C11DA2C-ED61-4241-B4BE-A2F7BB3B0BD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040</a:t>
            </a:r>
          </a:p>
        </p:txBody>
      </p:sp>
    </p:spTree>
    <p:extLst>
      <p:ext uri="{BB962C8B-B14F-4D97-AF65-F5344CB8AC3E}">
        <ns4:creationId val="299699700"/>
      </p:ext>
    </p:extLst>
  </p:cSld>
</p:sld>
</file>

<file path=ppt/slides/slide4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0F0BF43C-0A2E-4D39-9F46-BD24BDC8192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4655E5BA-6CD0-4B4A-B9ED-26F4522918A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A08  예전 파일과 비교하기</a:t>
            </a:r>
          </a:p>
        </p:txBody>
      </p:sp>
      <p:sp>
        <p:nvSpPr>
          <p:cNvPr id="3" name="">
            <a:extLst>
              <a:ext uri="{FF2B5EF4-FFF2-40B4-BE49-F238E27FC236}">
                <ns2:creationId id="{53D43F48-B0C7-4C0A-B7B6-CC1A598D226B}"/>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CD2652DC-FBAD-4FB3-A773-67BECB427A46}"/>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현재 파일과 예전 커밋의 내용을 읽습니다.</a:t>
            </a:r>
          </a:p>
        </p:txBody>
      </p:sp>
      <p:sp>
        <p:nvSpPr>
          <p:cNvPr id="5" name="">
            <a:extLst>
              <a:ext uri="{FF2B5EF4-FFF2-40B4-BE49-F238E27FC236}">
                <ns2:creationId id="{657EDCAD-8579-42F0-9744-9A7E551A92E1}"/>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어느 줄이 달라졌는지 확인합니다.</a:t>
            </a:r>
          </a:p>
        </p:txBody>
      </p:sp>
      <p:sp>
        <p:nvSpPr>
          <p:cNvPr id="6" name="">
            <a:extLst>
              <a:ext uri="{FF2B5EF4-FFF2-40B4-BE49-F238E27FC236}">
                <ns2:creationId id="{0A949C88-D7AD-446A-A3BD-5E57FA25EF8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파일을 바꾸지 않고 읽기</a:t>
            </a:r>
          </a:p>
        </p:txBody>
      </p:sp>
      <p:graphicFrame>
        <p:nvGraphicFramePr>
          <p:cNvPr id="19" name=""/>
          <p:cNvGraphicFramePr/>
          <p:nvPr/>
        </p:nvGraphicFramePr>
        <p:xfrm>
          <a:off x="6267450" y="2628900"/>
          <a:ext cx="5238750" cy="1819275"/>
        </p:xfrm>
        <a:graphic>
          <a:graphicData uri="http://schemas.openxmlformats.org/drawingml/2006/table">
            <a:tbl>
              <a:tblPr firstRow="1" bandRow="0"/>
              <a:tblGrid>
                <a:gridCol w="2207392"/>
                <a:gridCol w="3031358"/>
              </a:tblGrid>
              <a:tr h="514350">
                <a:tc>
                  <a:txBody>
                    <a:bodyPr wrap="square"/>
                    <a:lstStyle/>
                    <a:p>
                      <a:pPr>
                        <a:lnSpc>
                          <a:spcPct val="102000"/>
                        </a:lnSpc>
                        <a:buNone/>
                      </a:pPr>
                      <a:r>
                        <a:rPr sz="1875" b="1">
                          <a:solidFill>
                            <a:srgbClr val="172F39"/>
                          </a:solidFill>
                          <a:latin typeface="Noto Sans KR"/>
                          <a:ea typeface="Noto Sans KR"/>
                          <a:cs typeface="Noto Sans KR"/>
                        </a:rPr>
                        <a:t>대상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명령</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기록한 README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git show HEAD:README.md</a:t>
                      </a:r>
                    </a:p>
                  </a:txBody>
                  <a:tcPr marL="114300" marR="114300" marT="76200" marB="76200" anchor="ctr">
                    <a:solidFill>
                      <a:srgbClr val="FFFFFF"/>
                    </a:solidFill>
                  </a:tcPr>
                </a:tc>
              </a:tr>
              <a:tr h="790575">
                <a:tc>
                  <a:txBody>
                    <a:bodyPr wrap="square"/>
                    <a:lstStyle/>
                    <a:p>
                      <a:pPr>
                        <a:lnSpc>
                          <a:spcPct val="102000"/>
                        </a:lnSpc>
                        <a:buNone/>
                      </a:pPr>
                      <a:r>
                        <a:rPr sz="1875" b="0">
                          <a:solidFill>
                            <a:srgbClr val="172F39"/>
                          </a:solidFill>
                          <a:latin typeface="Noto Sans KR"/>
                          <a:ea typeface="Noto Sans KR"/>
                          <a:cs typeface="Noto Sans KR"/>
                        </a:rPr>
                        <a:t>현재와 기록의 차이</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git diff HEAD -- README.md</a:t>
                      </a:r>
                    </a:p>
                  </a:txBody>
                  <a:tcPr marL="114300" marR="114300" marT="76200" marB="76200" anchor="ctr">
                    <a:solidFill>
                      <a:srgbClr val="FFFFFF"/>
                    </a:solidFill>
                  </a:tcPr>
                </a:tc>
              </a:tr>
            </a:tbl>
          </a:graphicData>
        </a:graphic>
      </p:graphicFrame>
      <p:sp>
        <p:nvSpPr>
          <p:cNvPr id="8" name="">
            <a:extLst>
              <a:ext uri="{FF2B5EF4-FFF2-40B4-BE49-F238E27FC236}">
                <ns2:creationId id="{7C0F6D4D-E5A7-4ECA-8ED6-C8D710AC6AA7}"/>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34776E5E-FEE9-4FA6-A23D-96D8AA846AA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3028BB21-4C0B-4C24-A313-7CE1F108BE8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15A1AFD-0B2D-4260-A66E-11F849A45CD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4116BEDF-BE8B-4D32-8A0C-95CDAC7D215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041</a:t>
            </a:r>
          </a:p>
        </p:txBody>
      </p:sp>
    </p:spTree>
    <p:extLst>
      <p:ext uri="{BB962C8B-B14F-4D97-AF65-F5344CB8AC3E}">
        <ns4:creationId val="268275081"/>
      </p:ext>
    </p:extLst>
  </p:cSld>
</p:sld>
</file>

<file path=ppt/slides/slide4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A6A6A9F6-8A29-44C5-8D15-49F1B23DE74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27BE172D-69ED-41C5-89FD-30BF6BA890F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과거와 현재 비교의 예</a:t>
            </a:r>
          </a:p>
        </p:txBody>
      </p:sp>
      <p:sp>
        <p:nvSpPr>
          <p:cNvPr id="3" name="">
            <a:extLst>
              <a:ext uri="{FF2B5EF4-FFF2-40B4-BE49-F238E27FC236}">
                <ns2:creationId id="{15B242BE-7D3A-407C-B598-0F06DD67EFA4}"/>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90DCD98E-727B-4E21-95F4-35A2B04F05C7}"/>
              </a:ext>
            </a:extLst>
          </p:cNvPr>
          <p:cNvSpPr>
            <a:spLocks noGrp="1"/>
          </p:cNvSpPr>
          <p:nvPr/>
        </p:nvSpPr>
        <p:spPr>
          <a:xfrm>
            <a:off x="685800" y="2262188"/>
            <a:ext cx="10820400" cy="1274826"/>
          </a:xfrm>
          <a:prstGeom prst="rect">
            <a:avLst/>
          </a:prstGeom>
          <a:solidFill>
            <a:srgbClr val="F1F6F5"/>
          </a:solidFill>
          <a:ln w="0">
            <a:noFill/>
          </a:ln>
        </p:spPr>
      </p:sp>
      <p:sp>
        <p:nvSpPr>
          <p:cNvPr id="5" name="">
            <a:extLst>
              <a:ext uri="{FF2B5EF4-FFF2-40B4-BE49-F238E27FC236}">
                <ns2:creationId id="{8E723781-6802-44E0-8D09-C98A960CAB25}"/>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58E6E30C-6E8D-474B-979E-3227D9C0C28C}"/>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log --oneline -3</a:t>
            </a:r>
          </a:p>
        </p:txBody>
      </p:sp>
      <p:sp>
        <p:nvSpPr>
          <p:cNvPr id="7" name="">
            <a:extLst>
              <a:ext uri="{FF2B5EF4-FFF2-40B4-BE49-F238E27FC236}">
                <ns2:creationId id="{EBF3D372-F49C-415D-9917-BC152580152F}"/>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34E68A46-FD06-4A9F-9F80-C4D60E248DFA}"/>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show HEAD:README.md</a:t>
            </a:r>
          </a:p>
        </p:txBody>
      </p:sp>
      <p:sp>
        <p:nvSpPr>
          <p:cNvPr id="9" name="">
            <a:extLst>
              <a:ext uri="{FF2B5EF4-FFF2-40B4-BE49-F238E27FC236}">
                <ns2:creationId id="{E68AE4C7-0617-4424-AFEB-DB552DEE7708}"/>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4D2B9AD6-C812-40F1-A3D5-F0083873A56D}"/>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 HEAD -- README.md</a:t>
            </a:r>
          </a:p>
        </p:txBody>
      </p:sp>
      <p:sp>
        <p:nvSpPr>
          <p:cNvPr id="11" name="">
            <a:extLst>
              <a:ext uri="{FF2B5EF4-FFF2-40B4-BE49-F238E27FC236}">
                <ns2:creationId id="{123175D8-6E61-43CC-8CBE-7BA4844031B6}"/>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9E9BAFC4-8D25-43A2-9F61-F23FD854CD6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D4795AF8-069C-4EC0-AB28-FCA6359CD8F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A20DA9A5-ECCB-4704-8B6E-E0A008BADE1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041CA51C-F1B1-4A18-A625-D491903784E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042</a:t>
            </a:r>
          </a:p>
        </p:txBody>
      </p:sp>
    </p:spTree>
    <p:extLst>
      <p:ext uri="{BB962C8B-B14F-4D97-AF65-F5344CB8AC3E}">
        <ns4:creationId val="1025213765"/>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5816B447-CF0B-4F46-882B-0F830F6A268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CA309B2A-5182-441C-9C4B-56DC3404EC2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현재 파일과 기록</a:t>
            </a:r>
          </a:p>
        </p:txBody>
      </p:sp>
      <p:sp>
        <p:nvSpPr>
          <p:cNvPr id="3" name="">
            <a:extLst>
              <a:ext uri="{FF2B5EF4-FFF2-40B4-BE49-F238E27FC236}">
                <ns2:creationId id="{471695C1-BC12-4EBC-B37A-9048624696BA}"/>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show: 기록 읽기</a:t>
            </a:r>
          </a:p>
        </p:txBody>
      </p:sp>
      <p:sp>
        <p:nvSpPr>
          <p:cNvPr id="4" name="">
            <a:extLst>
              <a:ext uri="{FF2B5EF4-FFF2-40B4-BE49-F238E27FC236}">
                <ns2:creationId id="{41706127-7B4F-4C3A-B374-F9B59D409754}"/>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show는 기록에 남은 내용을 읽습니다.</a:t>
            </a:r>
          </a:p>
        </p:txBody>
      </p:sp>
      <p:sp>
        <p:nvSpPr>
          <p:cNvPr id="5" name="">
            <a:extLst>
              <a:ext uri="{FF2B5EF4-FFF2-40B4-BE49-F238E27FC236}">
                <ns2:creationId id="{370F765E-469A-4BE7-B470-F92DC87886C5}"/>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diff: 현재와 비교</a:t>
            </a:r>
          </a:p>
        </p:txBody>
      </p:sp>
      <p:sp>
        <p:nvSpPr>
          <p:cNvPr id="6" name="">
            <a:extLst>
              <a:ext uri="{FF2B5EF4-FFF2-40B4-BE49-F238E27FC236}">
                <ns2:creationId id="{923F021C-C22B-4690-BE97-9BBF74585665}"/>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diff는 현재 작업과 기록의 차이를 보여 줍니다.</a:t>
            </a:r>
          </a:p>
        </p:txBody>
      </p:sp>
      <p:sp>
        <p:nvSpPr>
          <p:cNvPr id="7" name="">
            <a:extLst>
              <a:ext uri="{FF2B5EF4-FFF2-40B4-BE49-F238E27FC236}">
                <ns2:creationId id="{D373FC51-7A3A-46B7-B459-BB8D28BECB22}"/>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D96842ED-1F2A-4DE6-9A7B-49EB56847BA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50413F2E-9D82-4491-9E02-003D477943C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A4D221BF-16D3-4414-B221-4115E6E1422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3924D59D-EC02-4C6F-BF24-9D412EF428E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043</a:t>
            </a:r>
          </a:p>
        </p:txBody>
      </p:sp>
    </p:spTree>
    <p:extLst>
      <p:ext uri="{BB962C8B-B14F-4D97-AF65-F5344CB8AC3E}">
        <ns4:creationId val="129232234"/>
      </p:ext>
    </p:extLst>
  </p:cSld>
</p:sld>
</file>

<file path=ppt/slides/slide4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EF8F515E-DFD0-44EC-9839-85F18695CC6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BFCAAB75-722C-48A3-9903-B80628470C3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비교 결과가 빈 경우</a:t>
            </a:r>
          </a:p>
        </p:txBody>
      </p:sp>
      <p:sp>
        <p:nvSpPr>
          <p:cNvPr id="3" name="">
            <a:extLst>
              <a:ext uri="{FF2B5EF4-FFF2-40B4-BE49-F238E27FC236}">
                <ns2:creationId id="{8F5835DC-001D-4ED6-B6BB-7C378A8C8BF7}"/>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diff가 비면 프로그램도 정확한가요?</a:t>
            </a:r>
          </a:p>
        </p:txBody>
      </p:sp>
      <p:sp>
        <p:nvSpPr>
          <p:cNvPr id="4" name="">
            <a:extLst>
              <a:ext uri="{FF2B5EF4-FFF2-40B4-BE49-F238E27FC236}">
                <ns2:creationId id="{E07BC734-8DA9-4488-98C0-09D9C912ADC7}"/>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044CB8AF-1C11-4DEE-83DE-594C05D0E16C}"/>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E0C5C5DD-E054-475F-A0D9-71D2BD326B8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81ABAD8E-EC19-480F-8CA1-543E56B0C88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474EF19E-E5F2-498F-86B8-398D8058D5D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E6A5B190-1808-4583-B664-E7CA716CE5A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044</a:t>
            </a:r>
          </a:p>
        </p:txBody>
      </p:sp>
    </p:spTree>
    <p:extLst>
      <p:ext uri="{BB962C8B-B14F-4D97-AF65-F5344CB8AC3E}">
        <ns4:creationId val="153313383"/>
      </p:ext>
    </p:extLst>
  </p:cSld>
</p:sld>
</file>

<file path=ppt/slides/slide4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69A719E9-DF55-4630-82F0-359ED865361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5CA0E331-90EE-4D4F-A2BB-118AAF7F745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A09  관리할 파일 선택</a:t>
            </a:r>
          </a:p>
        </p:txBody>
      </p:sp>
      <p:sp>
        <p:nvSpPr>
          <p:cNvPr id="3" name="">
            <a:extLst>
              <a:ext uri="{FF2B5EF4-FFF2-40B4-BE49-F238E27FC236}">
                <ns2:creationId id="{EE51168D-2B1C-44D0-A9EA-DCDC05E4AB9C}"/>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앞으로 추적할 파일</a:t>
            </a:r>
          </a:p>
        </p:txBody>
      </p:sp>
      <p:sp>
        <p:nvSpPr>
          <p:cNvPr id="4" name="">
            <a:extLst>
              <a:ext uri="{FF2B5EF4-FFF2-40B4-BE49-F238E27FC236}">
                <ns2:creationId id="{1436C341-6E02-4DED-8C3C-4775E4EF2D27}"/>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.gitignore는 추적하지 않을 이름을 적습니다.</a:t>
            </a:r>
          </a:p>
        </p:txBody>
      </p:sp>
      <p:sp>
        <p:nvSpPr>
          <p:cNvPr id="5" name="">
            <a:extLst>
              <a:ext uri="{FF2B5EF4-FFF2-40B4-BE49-F238E27FC236}">
                <ns2:creationId id="{A759B681-0C34-4407-A017-EFB062EF3571}"/>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이미 남은 이력</a:t>
            </a:r>
          </a:p>
        </p:txBody>
      </p:sp>
      <p:sp>
        <p:nvSpPr>
          <p:cNvPr id="6" name="">
            <a:extLst>
              <a:ext uri="{FF2B5EF4-FFF2-40B4-BE49-F238E27FC236}">
                <ns2:creationId id="{F665EAD9-3B6A-4252-8F8F-B90D662D5360}"/>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이미 기록한 과거 내용을 지우지 않습니다.</a:t>
            </a:r>
          </a:p>
        </p:txBody>
      </p:sp>
      <p:sp>
        <p:nvSpPr>
          <p:cNvPr id="7" name="">
            <a:extLst>
              <a:ext uri="{FF2B5EF4-FFF2-40B4-BE49-F238E27FC236}">
                <ns2:creationId id="{1A7E1778-5F55-49EC-81BD-C2F46187E216}"/>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33FB6E48-96D1-4628-956E-B70C5BEE39C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7627E152-495C-4D2A-BA4D-7346E9EC750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0CF25AC8-7EF8-457F-BAFB-6322F8067F0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964B35C6-C16A-4765-BA02-45A9E6C5178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045</a:t>
            </a:r>
          </a:p>
        </p:txBody>
      </p:sp>
    </p:spTree>
    <p:extLst>
      <p:ext uri="{BB962C8B-B14F-4D97-AF65-F5344CB8AC3E}">
        <ns4:creationId val="1051713120"/>
      </p:ext>
    </p:extLst>
  </p:cSld>
</p:sld>
</file>

<file path=ppt/slides/slide4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7BA8CBF2-6A7E-4D0B-B3C2-90CB55D91CD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9875ECE0-452F-4993-9227-CD9C57A2A97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관리할 파일 선택의 예</a:t>
            </a:r>
          </a:p>
        </p:txBody>
      </p:sp>
      <p:sp>
        <p:nvSpPr>
          <p:cNvPr id="3" name="">
            <a:extLst>
              <a:ext uri="{FF2B5EF4-FFF2-40B4-BE49-F238E27FC236}">
                <ns2:creationId id="{5F161929-9D49-4813-A2D7-227C95061268}"/>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B2458C54-24C2-4DF1-AF5F-44004EA22E32}"/>
              </a:ext>
            </a:extLst>
          </p:cNvPr>
          <p:cNvSpPr>
            <a:spLocks noGrp="1"/>
          </p:cNvSpPr>
          <p:nvPr/>
        </p:nvSpPr>
        <p:spPr>
          <a:xfrm>
            <a:off x="685800" y="2262188"/>
            <a:ext cx="10820400" cy="957834"/>
          </a:xfrm>
          <a:prstGeom prst="rect">
            <a:avLst/>
          </a:prstGeom>
          <a:solidFill>
            <a:srgbClr val="F1F6F5"/>
          </a:solidFill>
          <a:ln w="0">
            <a:noFill/>
          </a:ln>
        </p:spPr>
      </p:sp>
      <p:sp>
        <p:nvSpPr>
          <p:cNvPr id="5" name="">
            <a:extLst>
              <a:ext uri="{FF2B5EF4-FFF2-40B4-BE49-F238E27FC236}">
                <ns2:creationId id="{516B4399-BE4D-472E-A687-1147D2E5605A}"/>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079E36FC-17F4-4964-9DC2-C7499DA57430}"/>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check-ignore local-note.txt</a:t>
            </a:r>
          </a:p>
        </p:txBody>
      </p:sp>
      <p:sp>
        <p:nvSpPr>
          <p:cNvPr id="7" name="">
            <a:extLst>
              <a:ext uri="{FF2B5EF4-FFF2-40B4-BE49-F238E27FC236}">
                <ns2:creationId id="{C5191AC8-28F5-456D-A210-445D6E52DDFC}"/>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B9BF7364-9DC6-427C-B852-6D376F958748}"/>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ls-files</a:t>
            </a:r>
          </a:p>
        </p:txBody>
      </p:sp>
      <p:sp>
        <p:nvSpPr>
          <p:cNvPr id="9" name="">
            <a:extLst>
              <a:ext uri="{FF2B5EF4-FFF2-40B4-BE49-F238E27FC236}">
                <ns2:creationId id="{72E09D93-9C18-4DA5-8B88-C92B877B4A93}"/>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EE7C82FD-C70C-468A-87D5-72F517B3FAB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4816A9D8-8645-4F3B-9F17-7FFD79159E0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3208CC36-5B9C-409B-9053-66D488CDB78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57A75A48-7F21-4CD4-A7EA-DA58D510ED4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046</a:t>
            </a:r>
          </a:p>
        </p:txBody>
      </p:sp>
    </p:spTree>
    <p:extLst>
      <p:ext uri="{BB962C8B-B14F-4D97-AF65-F5344CB8AC3E}">
        <ns4:creationId val="2014858398"/>
      </p:ext>
    </p:extLst>
  </p:cSld>
</p:sld>
</file>

<file path=ppt/slides/slide4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7" name="">
            <a:extLst>
              <a:ext uri="{FF2B5EF4-FFF2-40B4-BE49-F238E27FC236}">
                <ns2:creationId id="{3C8A570A-FF91-4D60-8832-FC39E6F35C9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2AA11FEE-4CF5-4E8D-B33B-40B30F520EC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ignore의 범위</a:t>
            </a:r>
          </a:p>
        </p:txBody>
      </p:sp>
      <p:sp>
        <p:nvSpPr>
          <p:cNvPr id="3" name="">
            <a:extLst>
              <a:ext uri="{FF2B5EF4-FFF2-40B4-BE49-F238E27FC236}">
                <ns2:creationId id="{275BE507-F9EA-4DCF-AFBF-757738983E0D}"/>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8A0092EE-F877-471A-9590-562B3F62BC5A}"/>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새 개인 메모와 추적 파일을 구별합니다.</a:t>
            </a:r>
          </a:p>
        </p:txBody>
      </p:sp>
      <p:sp>
        <p:nvSpPr>
          <p:cNvPr id="5" name="">
            <a:extLst>
              <a:ext uri="{FF2B5EF4-FFF2-40B4-BE49-F238E27FC236}">
                <ns2:creationId id="{EB66F9B4-8DA7-41D7-BFF9-6E3277A44F9C}"/>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실제 비밀번호는 연습 자료로 쓰지 않습니다.</a:t>
            </a:r>
          </a:p>
        </p:txBody>
      </p:sp>
      <p:sp>
        <p:nvSpPr>
          <p:cNvPr id="6" name="">
            <a:extLst>
              <a:ext uri="{FF2B5EF4-FFF2-40B4-BE49-F238E27FC236}">
                <ns2:creationId id="{6D5574A8-D7C4-4A77-A5DB-AE54C2D3671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46장의 실제 예제 다시 읽기</a:t>
            </a:r>
          </a:p>
        </p:txBody>
      </p:sp>
      <p:sp>
        <p:nvSpPr>
          <p:cNvPr id="7" name="">
            <a:extLst>
              <a:ext uri="{FF2B5EF4-FFF2-40B4-BE49-F238E27FC236}">
                <ns2:creationId id="{5271F0F2-E27E-4E31-9FF6-818B82473D62}"/>
              </a:ext>
            </a:extLst>
          </p:cNvPr>
          <p:cNvSpPr>
            <a:spLocks noGrp="1"/>
          </p:cNvSpPr>
          <p:nvPr/>
        </p:nvSpPr>
        <p:spPr>
          <a:xfrm>
            <a:off x="6267450" y="2628900"/>
            <a:ext cx="5238750" cy="909066"/>
          </a:xfrm>
          <a:prstGeom prst="rect">
            <a:avLst/>
          </a:prstGeom>
          <a:solidFill>
            <a:srgbClr val="F1F6F5"/>
          </a:solidFill>
          <a:ln w="0">
            <a:noFill/>
          </a:ln>
        </p:spPr>
      </p:sp>
      <p:sp>
        <p:nvSpPr>
          <p:cNvPr id="8" name="">
            <a:extLst>
              <a:ext uri="{FF2B5EF4-FFF2-40B4-BE49-F238E27FC236}">
                <ns2:creationId id="{C22116B5-7677-40B3-AD97-4C9487CB92E4}"/>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A5D7D3A1-ACF0-427A-B52D-F17C96DA649A}"/>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check-ignore local-note.txt</a:t>
            </a:r>
          </a:p>
        </p:txBody>
      </p:sp>
      <p:sp>
        <p:nvSpPr>
          <p:cNvPr id="10" name="">
            <a:extLst>
              <a:ext uri="{FF2B5EF4-FFF2-40B4-BE49-F238E27FC236}">
                <ns2:creationId id="{2634B4EA-9A10-43A9-81A5-51E416E092C9}"/>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E92DA9A8-36B2-4823-8DD3-BFB9AB4248E6}"/>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ls-files</a:t>
            </a:r>
          </a:p>
        </p:txBody>
      </p:sp>
      <p:sp>
        <p:nvSpPr>
          <p:cNvPr id="12" name="">
            <a:extLst>
              <a:ext uri="{FF2B5EF4-FFF2-40B4-BE49-F238E27FC236}">
                <ns2:creationId id="{2C5EA737-06CA-49E2-BB7F-927CFA3E7086}"/>
              </a:ext>
            </a:extLst>
          </p:cNvPr>
          <p:cNvSpPr>
            <a:spLocks noGrp="1"/>
          </p:cNvSpPr>
          <p:nvPr/>
        </p:nvSpPr>
        <p:spPr>
          <a:xfrm>
            <a:off x="685800" y="6172200"/>
            <a:ext cx="10820400" cy="9525"/>
          </a:xfrm>
          <a:prstGeom prst="rect">
            <a:avLst/>
          </a:prstGeom>
          <a:solidFill>
            <a:srgbClr val="D5DEDD"/>
          </a:solidFill>
          <a:ln w="0">
            <a:noFill/>
          </a:ln>
        </p:spPr>
      </p:sp>
      <p:sp>
        <p:nvSpPr>
          <p:cNvPr id="13" name="">
            <a:extLst>
              <a:ext uri="{FF2B5EF4-FFF2-40B4-BE49-F238E27FC236}">
                <ns2:creationId id="{A366B4F0-E69E-4FFC-8FC5-2873A7CBABC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4" name="">
            <a:extLst>
              <a:ext uri="{FF2B5EF4-FFF2-40B4-BE49-F238E27FC236}">
                <ns2:creationId id="{D95DE56F-F177-4BB4-AD51-390C34D9BE5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5" name="">
            <a:extLst>
              <a:ext uri="{FF2B5EF4-FFF2-40B4-BE49-F238E27FC236}">
                <ns2:creationId id="{846ED8D8-FD9B-4552-B21E-FBE5408AF79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6" name="">
            <a:extLst>
              <a:ext uri="{FF2B5EF4-FFF2-40B4-BE49-F238E27FC236}">
                <ns2:creationId id="{8666DD02-7146-44AB-A76D-5A651DA0973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047</a:t>
            </a:r>
          </a:p>
        </p:txBody>
      </p:sp>
    </p:spTree>
    <p:extLst>
      <p:ext uri="{BB962C8B-B14F-4D97-AF65-F5344CB8AC3E}">
        <ns4:creationId val="940313597"/>
      </p:ext>
    </p:extLst>
  </p:cSld>
</p:sld>
</file>

<file path=ppt/slides/slide4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6BD5E447-BB18-4BDB-925D-592C01D5FBF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C8F66167-EDF9-4C2A-BEC3-2E193FA0BA4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이미 추적한 파일</a:t>
            </a:r>
          </a:p>
        </p:txBody>
      </p:sp>
      <p:sp>
        <p:nvSpPr>
          <p:cNvPr id="3" name="">
            <a:extLst>
              <a:ext uri="{FF2B5EF4-FFF2-40B4-BE49-F238E27FC236}">
                <ns2:creationId id="{CFECE861-AC94-425F-AEF4-874E8CEB8034}"/>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이미 커밋한 파일을 ignore에 적으면?</a:t>
            </a:r>
          </a:p>
        </p:txBody>
      </p:sp>
      <p:sp>
        <p:nvSpPr>
          <p:cNvPr id="4" name="">
            <a:extLst>
              <a:ext uri="{FF2B5EF4-FFF2-40B4-BE49-F238E27FC236}">
                <ns2:creationId id="{EC4682F5-AF39-4174-A8FC-8D05449EA120}"/>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과거 내용도 사라질까요?</a:t>
            </a:r>
          </a:p>
        </p:txBody>
      </p:sp>
      <p:sp>
        <p:nvSpPr>
          <p:cNvPr id="5" name="">
            <a:extLst>
              <a:ext uri="{FF2B5EF4-FFF2-40B4-BE49-F238E27FC236}">
                <ns2:creationId id="{43D8935E-18FB-4E5D-AF29-31E91F9C2675}"/>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9F84F622-EE80-46A6-A353-E44CE14A773E}"/>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BEA87090-8003-4546-972D-09A991A775D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B7B6D2A-BA16-4413-9343-09C930BB580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7E29EE1A-71AE-4201-9F9B-509219FA0C1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530D7D51-F060-40A8-9258-A36FDBE8D31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048</a:t>
            </a:r>
          </a:p>
        </p:txBody>
      </p:sp>
    </p:spTree>
    <p:extLst>
      <p:ext uri="{BB962C8B-B14F-4D97-AF65-F5344CB8AC3E}">
        <ns4:creationId val="169192595"/>
      </p:ext>
    </p:extLst>
  </p:cSld>
</p:sld>
</file>

<file path=ppt/slides/slide4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6D7E3389-EF5B-4559-A848-C45B46571F29}"/>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4교시</a:t>
            </a:r>
          </a:p>
        </p:txBody>
      </p:sp>
      <p:sp>
        <p:nvSpPr>
          <p:cNvPr id="2" name="">
            <a:extLst>
              <a:ext uri="{FF2B5EF4-FFF2-40B4-BE49-F238E27FC236}">
                <ns2:creationId id="{DD09AA33-7D9C-4870-8511-9653225600CA}"/>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범위를 정한 복구</a:t>
            </a:r>
          </a:p>
        </p:txBody>
      </p:sp>
      <p:sp>
        <p:nvSpPr>
          <p:cNvPr id="3" name="">
            <a:extLst>
              <a:ext uri="{FF2B5EF4-FFF2-40B4-BE49-F238E27FC236}">
                <ns2:creationId id="{C1AB0477-D08D-449E-8503-0C5422383254}"/>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9998C49E-EEB1-4FCF-B152-232D3E6BCD3A}"/>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F4BA7160-59BA-4846-BE60-91C4520A551D}"/>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62375321-00F1-4253-A14B-9E4782ABE46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D00A35C-FCD4-4238-B5B1-889F96B244F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00503D3C-33B9-4EF7-AEFC-BEADC2E1C53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F22EAC7B-3496-4BB9-B789-B2D302A33B1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FDB536DA-BE72-45BD-91A5-35ECD04962D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049</a:t>
            </a:r>
          </a:p>
        </p:txBody>
      </p:sp>
    </p:spTree>
    <p:extLst>
      <p:ext uri="{BB962C8B-B14F-4D97-AF65-F5344CB8AC3E}">
        <ns4:creationId val="2010121098"/>
      </p:ext>
    </p:extLst>
  </p:cSld>
</p:sld>
</file>

<file path=ppt/slides/slide5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F38F19C5-B249-4FE6-9E1F-03ABACE00F6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77B325B2-3444-4B42-91BA-C58240A7772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무엇을 취소할까요?</a:t>
            </a:r>
          </a:p>
        </p:txBody>
      </p:sp>
      <p:sp>
        <p:nvSpPr>
          <p:cNvPr id="3" name="">
            <a:extLst>
              <a:ext uri="{FF2B5EF4-FFF2-40B4-BE49-F238E27FC236}">
                <ns2:creationId id="{D9B90DB4-5DC3-4C57-8588-78481783B3CD}"/>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선택만 취소</a:t>
            </a:r>
          </a:p>
        </p:txBody>
      </p:sp>
      <p:sp>
        <p:nvSpPr>
          <p:cNvPr id="4" name="">
            <a:extLst>
              <a:ext uri="{FF2B5EF4-FFF2-40B4-BE49-F238E27FC236}">
                <ns2:creationId id="{A878F6B2-8759-42BB-A369-F8134D09B16A}"/>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선택 취소는 작업 내용을 유지합니다.</a:t>
            </a:r>
          </a:p>
        </p:txBody>
      </p:sp>
      <p:sp>
        <p:nvSpPr>
          <p:cNvPr id="5" name="">
            <a:extLst>
              <a:ext uri="{FF2B5EF4-FFF2-40B4-BE49-F238E27FC236}">
                <ns2:creationId id="{A51F4616-5FF3-4B4F-9752-FCD6EBC18929}"/>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작업 문장 복구</a:t>
            </a:r>
          </a:p>
        </p:txBody>
      </p:sp>
      <p:sp>
        <p:nvSpPr>
          <p:cNvPr id="6" name="">
            <a:extLst>
              <a:ext uri="{FF2B5EF4-FFF2-40B4-BE49-F238E27FC236}">
                <ns2:creationId id="{30A822B2-AC02-4733-86C3-F5B86C84E5AC}"/>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작업 복구는 지정한 사본으로 바꿉니다.</a:t>
            </a:r>
          </a:p>
        </p:txBody>
      </p:sp>
      <p:sp>
        <p:nvSpPr>
          <p:cNvPr id="7" name="">
            <a:extLst>
              <a:ext uri="{FF2B5EF4-FFF2-40B4-BE49-F238E27FC236}">
                <ns2:creationId id="{EDAA63F8-5CD8-4ED4-BCFD-E641999A3047}"/>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7BFE8518-C8DB-494B-A7BC-F52E781C35B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F90C7B84-8492-477E-AB33-4EFF625A6E4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148A03DD-0231-4FE5-81AB-00AE44A3546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7DCDE83F-2FA2-4745-9072-18D2B2DA37C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050</a:t>
            </a:r>
          </a:p>
        </p:txBody>
      </p:sp>
    </p:spTree>
    <p:extLst>
      <p:ext uri="{BB962C8B-B14F-4D97-AF65-F5344CB8AC3E}">
        <ns4:creationId val="801185699"/>
      </p:ext>
    </p:extLst>
  </p:cSld>
</p:sld>
</file>

<file path=ppt/slides/slide5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354B3D3A-264F-4F9F-A2C5-1923677C583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A7BBA067-289E-47FC-9F27-B43062C7D89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A10  선택만 취소하기</a:t>
            </a:r>
          </a:p>
        </p:txBody>
      </p:sp>
      <p:sp>
        <p:nvSpPr>
          <p:cNvPr id="3" name="">
            <a:extLst>
              <a:ext uri="{FF2B5EF4-FFF2-40B4-BE49-F238E27FC236}">
                <ns2:creationId id="{BD645C96-80B0-4AD5-9998-233570DCB76D}"/>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5852F9F1-AA6F-4A44-9996-DF0CCE679CF1}"/>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이번 커밋에서 파일을 빼려 합니다.</a:t>
            </a:r>
          </a:p>
        </p:txBody>
      </p:sp>
      <p:sp>
        <p:nvSpPr>
          <p:cNvPr id="5" name="">
            <a:extLst>
              <a:ext uri="{FF2B5EF4-FFF2-40B4-BE49-F238E27FC236}">
                <ns2:creationId id="{B5CC3841-72D9-4916-B74A-651239CC8BA2}"/>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좋은 작업 문장은 그대로 유지합니다.</a:t>
            </a:r>
          </a:p>
        </p:txBody>
      </p:sp>
      <p:sp>
        <p:nvSpPr>
          <p:cNvPr id="6" name="">
            <a:extLst>
              <a:ext uri="{FF2B5EF4-FFF2-40B4-BE49-F238E27FC236}">
                <ns2:creationId id="{36A22E26-A21E-4E88-B311-E59C169D487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선택만 취소</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023433"/>
                <a:gridCol w="3215317"/>
              </a:tblGrid>
              <a:tr h="514350">
                <a:tc>
                  <a:txBody>
                    <a:bodyPr wrap="square"/>
                    <a:lstStyle/>
                    <a:p>
                      <a:pPr>
                        <a:lnSpc>
                          <a:spcPct val="102000"/>
                        </a:lnSpc>
                        <a:buNone/>
                      </a:pPr>
                      <a:r>
                        <a:rPr sz="1875" b="1">
                          <a:solidFill>
                            <a:srgbClr val="172F39"/>
                          </a:solidFill>
                          <a:latin typeface="Noto Sans KR"/>
                          <a:ea typeface="Noto Sans KR"/>
                          <a:cs typeface="Noto Sans KR"/>
                        </a:rPr>
                        <a:t>대상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취소 뒤</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스테이징</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이번 기록에서 제외</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작업 문장</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그대로 남음</a:t>
                      </a:r>
                    </a:p>
                  </a:txBody>
                  <a:tcPr marL="114300" marR="114300" marT="76200" marB="76200" anchor="ctr">
                    <a:solidFill>
                      <a:srgbClr val="FFFFFF"/>
                    </a:solidFill>
                  </a:tcPr>
                </a:tc>
              </a:tr>
            </a:tbl>
          </a:graphicData>
        </a:graphic>
      </p:graphicFrame>
      <p:sp>
        <p:nvSpPr>
          <p:cNvPr id="8" name="">
            <a:extLst>
              <a:ext uri="{FF2B5EF4-FFF2-40B4-BE49-F238E27FC236}">
                <ns2:creationId id="{0C4A26B1-CE36-413A-8943-E1345669A50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E6CE1EF4-B27E-4470-8773-AEF9839FFEA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D01942DD-9C76-462B-BFC3-24FBF7059ED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1BEE82DE-2328-41A0-B107-D24723C8D3B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C800C8DC-2795-4517-8089-6EE62441ACB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051</a:t>
            </a:r>
          </a:p>
        </p:txBody>
      </p:sp>
    </p:spTree>
    <p:extLst>
      <p:ext uri="{BB962C8B-B14F-4D97-AF65-F5344CB8AC3E}">
        <ns4:creationId val="2120354635"/>
      </p:ext>
    </p:extLst>
  </p:cSld>
</p:sld>
</file>

<file path=ppt/slides/slide5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247B5AAC-6556-43A2-B8CC-5B4CEDE97CF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8088F35C-C845-48AB-BEDD-9208345C53F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선택만 취소하기의 예</a:t>
            </a:r>
          </a:p>
        </p:txBody>
      </p:sp>
      <p:sp>
        <p:nvSpPr>
          <p:cNvPr id="3" name="">
            <a:extLst>
              <a:ext uri="{FF2B5EF4-FFF2-40B4-BE49-F238E27FC236}">
                <ns2:creationId id="{F0A1B860-DAE7-4DB7-A30E-43CDFB65F3E9}"/>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199C3326-AEB8-4E13-B506-21D99190E6A6}"/>
              </a:ext>
            </a:extLst>
          </p:cNvPr>
          <p:cNvSpPr>
            <a:spLocks noGrp="1"/>
          </p:cNvSpPr>
          <p:nvPr/>
        </p:nvSpPr>
        <p:spPr>
          <a:xfrm>
            <a:off x="685800" y="2262188"/>
            <a:ext cx="10820400" cy="1274826"/>
          </a:xfrm>
          <a:prstGeom prst="rect">
            <a:avLst/>
          </a:prstGeom>
          <a:solidFill>
            <a:srgbClr val="F1F6F5"/>
          </a:solidFill>
          <a:ln w="0">
            <a:noFill/>
          </a:ln>
        </p:spPr>
      </p:sp>
      <p:sp>
        <p:nvSpPr>
          <p:cNvPr id="5" name="">
            <a:extLst>
              <a:ext uri="{FF2B5EF4-FFF2-40B4-BE49-F238E27FC236}">
                <ns2:creationId id="{8D325A28-54A6-45B7-89AA-88724B369117}"/>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FDFC324A-6096-43D1-967D-FF2D439BE63D}"/>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 --staged</a:t>
            </a:r>
          </a:p>
        </p:txBody>
      </p:sp>
      <p:sp>
        <p:nvSpPr>
          <p:cNvPr id="7" name="">
            <a:extLst>
              <a:ext uri="{FF2B5EF4-FFF2-40B4-BE49-F238E27FC236}">
                <ns2:creationId id="{38C27E83-6029-4B04-9CB9-FA33A82BC8F9}"/>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A91F377A-BE1F-4E53-A970-52BD78FAC68F}"/>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restore --staged README.md</a:t>
            </a:r>
          </a:p>
        </p:txBody>
      </p:sp>
      <p:sp>
        <p:nvSpPr>
          <p:cNvPr id="9" name="">
            <a:extLst>
              <a:ext uri="{FF2B5EF4-FFF2-40B4-BE49-F238E27FC236}">
                <ns2:creationId id="{9F430A0D-EEE0-4980-9DCC-F262EE9A549D}"/>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C8818CCB-F39B-4191-B9D1-3B39BD0635F2}"/>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status --short</a:t>
            </a:r>
          </a:p>
        </p:txBody>
      </p:sp>
      <p:sp>
        <p:nvSpPr>
          <p:cNvPr id="11" name="">
            <a:extLst>
              <a:ext uri="{FF2B5EF4-FFF2-40B4-BE49-F238E27FC236}">
                <ns2:creationId id="{4E947F38-7AB1-452D-B49D-D3E7450BD5B8}"/>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4DC318B4-E52C-419E-B80F-AA4B0E5E406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9E554323-818E-4E43-A9A9-8612DC0F54B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3B0840BC-B738-4D2C-84D6-44B7553C979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94A00A09-CEA2-4D3C-974E-B4DF98E4AD1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052</a:t>
            </a:r>
          </a:p>
        </p:txBody>
      </p:sp>
    </p:spTree>
    <p:extLst>
      <p:ext uri="{BB962C8B-B14F-4D97-AF65-F5344CB8AC3E}">
        <ns4:creationId val="964583889"/>
      </p:ext>
    </p:extLst>
  </p:cSld>
</p:sld>
</file>

<file path=ppt/slides/slide5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0" name="">
            <a:extLst>
              <a:ext uri="{FF2B5EF4-FFF2-40B4-BE49-F238E27FC236}">
                <ns2:creationId id="{FEC39461-3B2B-44A5-B440-6E1AFD04ED6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8A5FF0FD-5C19-4FD6-A2C1-7F93C595607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선택 취소 명령 읽기</a:t>
            </a:r>
          </a:p>
        </p:txBody>
      </p:sp>
      <p:sp>
        <p:nvSpPr>
          <p:cNvPr id="3" name="">
            <a:extLst>
              <a:ext uri="{FF2B5EF4-FFF2-40B4-BE49-F238E27FC236}">
                <ns2:creationId id="{487EE802-25A8-47F1-AFCD-AFEBCCE2F20C}"/>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715F590E-28F8-4CA5-83A6-E8DBCF58AEAD}"/>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--staged는 스테이징의 변경만 취소합니다.</a:t>
            </a:r>
          </a:p>
        </p:txBody>
      </p:sp>
      <p:sp>
        <p:nvSpPr>
          <p:cNvPr id="5" name="">
            <a:extLst>
              <a:ext uri="{FF2B5EF4-FFF2-40B4-BE49-F238E27FC236}">
                <ns2:creationId id="{50DF3BD4-E733-4436-B96F-139C959A69A4}"/>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대상은 README.md 한 파일입니다.</a:t>
            </a:r>
          </a:p>
        </p:txBody>
      </p:sp>
      <p:sp>
        <p:nvSpPr>
          <p:cNvPr id="6" name="">
            <a:extLst>
              <a:ext uri="{FF2B5EF4-FFF2-40B4-BE49-F238E27FC236}">
                <ns2:creationId id="{2A7FB589-22F9-4629-AAD1-F8D617894CE4}"/>
              </a:ext>
            </a:extLst>
          </p:cNvPr>
          <p:cNvSpPr>
            <a:spLocks noGrp="1"/>
          </p:cNvSpPr>
          <p:nvPr/>
        </p:nvSpPr>
        <p:spPr>
          <a:xfrm>
            <a:off x="685800" y="369760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작업 파일에 쓴 문장은 그대로 남습니다.</a:t>
            </a:r>
          </a:p>
        </p:txBody>
      </p:sp>
      <p:sp>
        <p:nvSpPr>
          <p:cNvPr id="7" name="">
            <a:extLst>
              <a:ext uri="{FF2B5EF4-FFF2-40B4-BE49-F238E27FC236}">
                <ns2:creationId id="{AE069AFC-3D9E-4DC1-9181-603AA824E205}"/>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52장의 실제 예제 다시 읽기</a:t>
            </a:r>
          </a:p>
        </p:txBody>
      </p:sp>
      <p:sp>
        <p:nvSpPr>
          <p:cNvPr id="8" name="">
            <a:extLst>
              <a:ext uri="{FF2B5EF4-FFF2-40B4-BE49-F238E27FC236}">
                <ns2:creationId id="{B65039B0-1864-4644-8550-CB1835745C3D}"/>
              </a:ext>
            </a:extLst>
          </p:cNvPr>
          <p:cNvSpPr>
            <a:spLocks noGrp="1"/>
          </p:cNvSpPr>
          <p:nvPr/>
        </p:nvSpPr>
        <p:spPr>
          <a:xfrm>
            <a:off x="6267450" y="2628900"/>
            <a:ext cx="5238750" cy="1201674"/>
          </a:xfrm>
          <a:prstGeom prst="rect">
            <a:avLst/>
          </a:prstGeom>
          <a:solidFill>
            <a:srgbClr val="F1F6F5"/>
          </a:solidFill>
          <a:ln w="0">
            <a:noFill/>
          </a:ln>
        </p:spPr>
      </p:sp>
      <p:sp>
        <p:nvSpPr>
          <p:cNvPr id="9" name="">
            <a:extLst>
              <a:ext uri="{FF2B5EF4-FFF2-40B4-BE49-F238E27FC236}">
                <ns2:creationId id="{7C551EC3-0200-4DC1-B0E0-90DCB5030050}"/>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10" name="">
            <a:extLst>
              <a:ext uri="{FF2B5EF4-FFF2-40B4-BE49-F238E27FC236}">
                <ns2:creationId id="{264DE70B-30D0-4A79-AD41-1BABC6D297A6}"/>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diff --staged</a:t>
            </a:r>
          </a:p>
        </p:txBody>
      </p:sp>
      <p:sp>
        <p:nvSpPr>
          <p:cNvPr id="11" name="">
            <a:extLst>
              <a:ext uri="{FF2B5EF4-FFF2-40B4-BE49-F238E27FC236}">
                <ns2:creationId id="{B0B4C9AB-3A69-4925-B8EB-E41207385A4B}"/>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2" name="">
            <a:extLst>
              <a:ext uri="{FF2B5EF4-FFF2-40B4-BE49-F238E27FC236}">
                <ns2:creationId id="{69BECF93-F10A-4A65-BCE6-1A7022B31636}"/>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restore --staged README.md</a:t>
            </a:r>
          </a:p>
        </p:txBody>
      </p:sp>
      <p:sp>
        <p:nvSpPr>
          <p:cNvPr id="13" name="">
            <a:extLst>
              <a:ext uri="{FF2B5EF4-FFF2-40B4-BE49-F238E27FC236}">
                <ns2:creationId id="{EBBBE0B8-604E-4AD3-BF8B-F0B99A65347C}"/>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4" name="">
            <a:extLst>
              <a:ext uri="{FF2B5EF4-FFF2-40B4-BE49-F238E27FC236}">
                <ns2:creationId id="{A08EF1BE-87DA-4D74-AE29-C9515C85A153}"/>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status --short</a:t>
            </a:r>
          </a:p>
        </p:txBody>
      </p:sp>
      <p:sp>
        <p:nvSpPr>
          <p:cNvPr id="15" name="">
            <a:extLst>
              <a:ext uri="{FF2B5EF4-FFF2-40B4-BE49-F238E27FC236}">
                <ns2:creationId id="{9A8C19F7-1CCC-4B85-837F-3B40A6E46E0E}"/>
              </a:ext>
            </a:extLst>
          </p:cNvPr>
          <p:cNvSpPr>
            <a:spLocks noGrp="1"/>
          </p:cNvSpPr>
          <p:nvPr/>
        </p:nvSpPr>
        <p:spPr>
          <a:xfrm>
            <a:off x="685800" y="6172200"/>
            <a:ext cx="10820400" cy="9525"/>
          </a:xfrm>
          <a:prstGeom prst="rect">
            <a:avLst/>
          </a:prstGeom>
          <a:solidFill>
            <a:srgbClr val="D5DEDD"/>
          </a:solidFill>
          <a:ln w="0">
            <a:noFill/>
          </a:ln>
        </p:spPr>
      </p:sp>
      <p:sp>
        <p:nvSpPr>
          <p:cNvPr id="16" name="">
            <a:extLst>
              <a:ext uri="{FF2B5EF4-FFF2-40B4-BE49-F238E27FC236}">
                <ns2:creationId id="{C0A6AB9A-E4F0-41C0-9D6B-9E09CDD4DA8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7" name="">
            <a:extLst>
              <a:ext uri="{FF2B5EF4-FFF2-40B4-BE49-F238E27FC236}">
                <ns2:creationId id="{8C4F9BC2-D802-48C1-8841-B263CD72A2D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8" name="">
            <a:extLst>
              <a:ext uri="{FF2B5EF4-FFF2-40B4-BE49-F238E27FC236}">
                <ns2:creationId id="{A229CC3B-2B08-46DB-BE07-E76FAA859B4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9" name="">
            <a:extLst>
              <a:ext uri="{FF2B5EF4-FFF2-40B4-BE49-F238E27FC236}">
                <ns2:creationId id="{D3AF2778-99D9-4600-849C-A1A7EC163E6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053</a:t>
            </a:r>
          </a:p>
        </p:txBody>
      </p:sp>
    </p:spTree>
    <p:extLst>
      <p:ext uri="{BB962C8B-B14F-4D97-AF65-F5344CB8AC3E}">
        <ns4:creationId val="1003283705"/>
      </p:ext>
    </p:extLst>
  </p:cSld>
</p:sld>
</file>

<file path=ppt/slides/slide5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72472970-6835-43FF-9DBC-42E58B09D76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EB229011-5037-4208-A961-6C72542A7FA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취소 뒤 문장</a:t>
            </a:r>
          </a:p>
        </p:txBody>
      </p:sp>
      <p:sp>
        <p:nvSpPr>
          <p:cNvPr id="3" name="">
            <a:extLst>
              <a:ext uri="{FF2B5EF4-FFF2-40B4-BE49-F238E27FC236}">
                <ns2:creationId id="{8791CB84-4965-42ED-ACAB-51476ADF6EF0}"/>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E4430BED-B366-4805-A231-692DE1EFEF7A}"/>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선택이 취소되어도 작업 문장은 남습니다.</a:t>
            </a:r>
          </a:p>
        </p:txBody>
      </p:sp>
      <p:sp>
        <p:nvSpPr>
          <p:cNvPr id="5" name="">
            <a:extLst>
              <a:ext uri="{FF2B5EF4-FFF2-40B4-BE49-F238E27FC236}">
                <ns2:creationId id="{4F9F8DFF-BCCB-44DB-81E0-AF67367F2223}"/>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파일을 열어 내용까지 확인합니다.</a:t>
            </a:r>
          </a:p>
        </p:txBody>
      </p:sp>
      <p:sp>
        <p:nvSpPr>
          <p:cNvPr id="6" name="">
            <a:extLst>
              <a:ext uri="{FF2B5EF4-FFF2-40B4-BE49-F238E27FC236}">
                <ns2:creationId id="{B2366B98-0437-49E5-95AD-285C001A732C}"/>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52장의 실제 예제 다시 읽기</a:t>
            </a:r>
          </a:p>
        </p:txBody>
      </p:sp>
      <p:sp>
        <p:nvSpPr>
          <p:cNvPr id="7" name="">
            <a:extLst>
              <a:ext uri="{FF2B5EF4-FFF2-40B4-BE49-F238E27FC236}">
                <ns2:creationId id="{DA25E0BE-E8E0-40D4-8444-6F06B12B1C5A}"/>
              </a:ext>
            </a:extLst>
          </p:cNvPr>
          <p:cNvSpPr>
            <a:spLocks noGrp="1"/>
          </p:cNvSpPr>
          <p:nvPr/>
        </p:nvSpPr>
        <p:spPr>
          <a:xfrm>
            <a:off x="6267450" y="2628900"/>
            <a:ext cx="5238750" cy="1201674"/>
          </a:xfrm>
          <a:prstGeom prst="rect">
            <a:avLst/>
          </a:prstGeom>
          <a:solidFill>
            <a:srgbClr val="F1F6F5"/>
          </a:solidFill>
          <a:ln w="0">
            <a:noFill/>
          </a:ln>
        </p:spPr>
      </p:sp>
      <p:sp>
        <p:nvSpPr>
          <p:cNvPr id="8" name="">
            <a:extLst>
              <a:ext uri="{FF2B5EF4-FFF2-40B4-BE49-F238E27FC236}">
                <ns2:creationId id="{F79FC2CB-32D2-43DA-82C6-7A77926496E3}"/>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1E4852C0-1665-41AD-8D8F-E915D76054BF}"/>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diff --staged</a:t>
            </a:r>
          </a:p>
        </p:txBody>
      </p:sp>
      <p:sp>
        <p:nvSpPr>
          <p:cNvPr id="10" name="">
            <a:extLst>
              <a:ext uri="{FF2B5EF4-FFF2-40B4-BE49-F238E27FC236}">
                <ns2:creationId id="{99932975-4387-4DFD-B863-A1A8078C7908}"/>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E368093E-4F99-4C5C-9F00-4F64178AFCF2}"/>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restore --staged README.md</a:t>
            </a:r>
          </a:p>
        </p:txBody>
      </p:sp>
      <p:sp>
        <p:nvSpPr>
          <p:cNvPr id="12" name="">
            <a:extLst>
              <a:ext uri="{FF2B5EF4-FFF2-40B4-BE49-F238E27FC236}">
                <ns2:creationId id="{B2FFB502-64D8-43DA-AF15-5DFD7C08B9F6}"/>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A270E6CC-823D-44E3-96D5-CD2693BE3CD3}"/>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status --short</a:t>
            </a:r>
          </a:p>
        </p:txBody>
      </p:sp>
      <p:sp>
        <p:nvSpPr>
          <p:cNvPr id="14" name="">
            <a:extLst>
              <a:ext uri="{FF2B5EF4-FFF2-40B4-BE49-F238E27FC236}">
                <ns2:creationId id="{4A7E81B8-E8A1-41B1-A2FD-F2FBC89E6672}"/>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368EB242-991E-46D9-B845-830AD665555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4A2EA0D9-F8A0-4C55-AE78-AF0F38453BC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40B780DC-F1EF-4624-BF95-34BC9B4AEB0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AF7D304A-9300-46BF-88E1-CB2E94C3236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054</a:t>
            </a:r>
          </a:p>
        </p:txBody>
      </p:sp>
    </p:spTree>
    <p:extLst>
      <p:ext uri="{BB962C8B-B14F-4D97-AF65-F5344CB8AC3E}">
        <ns4:creationId val="239851289"/>
      </p:ext>
    </p:extLst>
  </p:cSld>
</p:sld>
</file>

<file path=ppt/slides/slide5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722CD206-35D5-4A44-B079-90E5ADEC613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87E3F3BD-244E-4C36-87C6-96FEAB4C948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복구 대상 판단</a:t>
            </a:r>
          </a:p>
        </p:txBody>
      </p:sp>
      <p:sp>
        <p:nvSpPr>
          <p:cNvPr id="3" name="">
            <a:extLst>
              <a:ext uri="{FF2B5EF4-FFF2-40B4-BE49-F238E27FC236}">
                <ns2:creationId id="{48AF8D68-C81D-4D6A-820F-2AC9A774212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좋은 문장을 버리지 않고 선택만 뺄 때?</a:t>
            </a:r>
          </a:p>
        </p:txBody>
      </p:sp>
      <p:sp>
        <p:nvSpPr>
          <p:cNvPr id="4" name="">
            <a:extLst>
              <a:ext uri="{FF2B5EF4-FFF2-40B4-BE49-F238E27FC236}">
                <ns2:creationId id="{0EAC7988-A289-4D4B-B88D-4DDBA8D2C0CC}"/>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어떤 옵션을 사용하나요?</a:t>
            </a:r>
          </a:p>
        </p:txBody>
      </p:sp>
      <p:sp>
        <p:nvSpPr>
          <p:cNvPr id="5" name="">
            <a:extLst>
              <a:ext uri="{FF2B5EF4-FFF2-40B4-BE49-F238E27FC236}">
                <ns2:creationId id="{08880AD8-33E9-4C2B-8DD4-6434461150CF}"/>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9FE837F7-C0D5-4D87-B238-58DC64D58364}"/>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121A0E2-7531-4BB6-A2EF-DD60B286FD6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0062CB8-036B-4849-BD10-DBA7820E417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3A6900F-759C-412C-97E6-176C5F1ED88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7694DFD-FD46-4746-A438-2F301AA5123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055</a:t>
            </a:r>
          </a:p>
        </p:txBody>
      </p:sp>
    </p:spTree>
    <p:extLst>
      <p:ext uri="{BB962C8B-B14F-4D97-AF65-F5344CB8AC3E}">
        <ns4:creationId val="535733588"/>
      </p:ext>
    </p:extLst>
  </p:cSld>
</p:sld>
</file>

<file path=ppt/slides/slide5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C21F75DE-E3CA-476E-83EE-BAA0825E0D6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DF682C2-31F9-4833-9816-DF326D92E09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A11  작업 문장 복구</a:t>
            </a:r>
          </a:p>
        </p:txBody>
      </p:sp>
      <p:sp>
        <p:nvSpPr>
          <p:cNvPr id="3" name="">
            <a:extLst>
              <a:ext uri="{FF2B5EF4-FFF2-40B4-BE49-F238E27FC236}">
                <ns2:creationId id="{3B883DD6-CFA8-42EC-B625-C1F9AF60238C}"/>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55F708A2-8089-4E57-9D27-0F15611F7940}"/>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틀린 연습 문장을 이전 기록으로 돌립니다.</a:t>
            </a:r>
          </a:p>
        </p:txBody>
      </p:sp>
      <p:sp>
        <p:nvSpPr>
          <p:cNvPr id="5" name="">
            <a:extLst>
              <a:ext uri="{FF2B5EF4-FFF2-40B4-BE49-F238E27FC236}">
                <ns2:creationId id="{C3837169-2A9B-458F-AC9D-FCDF570D2E0B}"/>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버릴 편집 내용을 먼저 보관합니다.</a:t>
            </a:r>
          </a:p>
        </p:txBody>
      </p:sp>
      <p:sp>
        <p:nvSpPr>
          <p:cNvPr id="6" name="">
            <a:extLst>
              <a:ext uri="{FF2B5EF4-FFF2-40B4-BE49-F238E27FC236}">
                <ns2:creationId id="{D5B11B66-8D62-4F99-9E70-5178F02F909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작업 문장을 복구</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012540"/>
                <a:gridCol w="3226210"/>
              </a:tblGrid>
              <a:tr h="514350">
                <a:tc>
                  <a:txBody>
                    <a:bodyPr wrap="square"/>
                    <a:lstStyle/>
                    <a:p>
                      <a:pPr>
                        <a:lnSpc>
                          <a:spcPct val="102000"/>
                        </a:lnSpc>
                        <a:buNone/>
                      </a:pPr>
                      <a:r>
                        <a:rPr sz="1875" b="1">
                          <a:solidFill>
                            <a:srgbClr val="172F39"/>
                          </a:solidFill>
                          <a:latin typeface="Noto Sans KR"/>
                          <a:ea typeface="Noto Sans KR"/>
                          <a:cs typeface="Noto Sans KR"/>
                        </a:rPr>
                        <a:t>대상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복구 기준</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README.md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HEAD</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작업 파일</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마지막 기록으로 변경</a:t>
                      </a:r>
                    </a:p>
                  </a:txBody>
                  <a:tcPr marL="114300" marR="114300" marT="76200" marB="76200" anchor="ctr">
                    <a:solidFill>
                      <a:srgbClr val="FFFFFF"/>
                    </a:solidFill>
                  </a:tcPr>
                </a:tc>
              </a:tr>
            </a:tbl>
          </a:graphicData>
        </a:graphic>
      </p:graphicFrame>
      <p:sp>
        <p:nvSpPr>
          <p:cNvPr id="8" name="">
            <a:extLst>
              <a:ext uri="{FF2B5EF4-FFF2-40B4-BE49-F238E27FC236}">
                <ns2:creationId id="{96F8A24D-82DD-481B-BCB1-9943843A3BEB}"/>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1D9C198B-6015-4226-A2DA-CFD77ECFF4A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60B11B83-1142-4182-A8E2-61A29BA772D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A07BABC-7A56-4D16-8B51-43AF934DE0F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6E4D4499-D709-4BC1-9E3F-CE0176FC196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056</a:t>
            </a:r>
          </a:p>
        </p:txBody>
      </p:sp>
    </p:spTree>
    <p:extLst>
      <p:ext uri="{BB962C8B-B14F-4D97-AF65-F5344CB8AC3E}">
        <ns4:creationId val="224393017"/>
      </p:ext>
    </p:extLst>
  </p:cSld>
</p:sld>
</file>

<file path=ppt/slides/slide5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11011C64-70A0-42E1-93A4-5350238582D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C20B883-C428-4E70-A47B-0BCFA9082C0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작업 문장 복구의 예</a:t>
            </a:r>
          </a:p>
        </p:txBody>
      </p:sp>
      <p:sp>
        <p:nvSpPr>
          <p:cNvPr id="3" name="">
            <a:extLst>
              <a:ext uri="{FF2B5EF4-FFF2-40B4-BE49-F238E27FC236}">
                <ns2:creationId id="{4DD3D82E-D035-433D-9A73-A784AED96404}"/>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D37DFA8F-6AEA-4D21-9996-D4101D0A09A6}"/>
              </a:ext>
            </a:extLst>
          </p:cNvPr>
          <p:cNvSpPr>
            <a:spLocks noGrp="1"/>
          </p:cNvSpPr>
          <p:nvPr/>
        </p:nvSpPr>
        <p:spPr>
          <a:xfrm>
            <a:off x="685800" y="2262188"/>
            <a:ext cx="10820400" cy="1274826"/>
          </a:xfrm>
          <a:prstGeom prst="rect">
            <a:avLst/>
          </a:prstGeom>
          <a:solidFill>
            <a:srgbClr val="F1F6F5"/>
          </a:solidFill>
          <a:ln w="0">
            <a:noFill/>
          </a:ln>
        </p:spPr>
      </p:sp>
      <p:sp>
        <p:nvSpPr>
          <p:cNvPr id="5" name="">
            <a:extLst>
              <a:ext uri="{FF2B5EF4-FFF2-40B4-BE49-F238E27FC236}">
                <ns2:creationId id="{98DEA057-0521-4EB4-AA4D-6A3B38AE53B5}"/>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258FAF0D-A88B-4845-A1A7-80C355BB754E}"/>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a:t>
            </a:r>
          </a:p>
        </p:txBody>
      </p:sp>
      <p:sp>
        <p:nvSpPr>
          <p:cNvPr id="7" name="">
            <a:extLst>
              <a:ext uri="{FF2B5EF4-FFF2-40B4-BE49-F238E27FC236}">
                <ns2:creationId id="{B2F6496E-F4CC-474E-8914-663DD096B834}"/>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0C80DF19-22FB-449A-AF02-E483CA63AEAF}"/>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restore --source=HEAD --worktree README.md</a:t>
            </a:r>
          </a:p>
        </p:txBody>
      </p:sp>
      <p:sp>
        <p:nvSpPr>
          <p:cNvPr id="9" name="">
            <a:extLst>
              <a:ext uri="{FF2B5EF4-FFF2-40B4-BE49-F238E27FC236}">
                <ns2:creationId id="{455C604F-D8D8-41D9-9055-F9CE04422725}"/>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B0818248-60DF-465F-84A5-3B602DFEED09}"/>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status --short</a:t>
            </a:r>
          </a:p>
        </p:txBody>
      </p:sp>
      <p:sp>
        <p:nvSpPr>
          <p:cNvPr id="11" name="">
            <a:extLst>
              <a:ext uri="{FF2B5EF4-FFF2-40B4-BE49-F238E27FC236}">
                <ns2:creationId id="{19A03552-AFFE-4BF4-AA93-652CE156C5F2}"/>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A11BA092-DAB2-4962-B6A0-047AFFC1D06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8F0058AD-3F80-4EA1-89C9-96614CDE14A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A81DAEA8-AF0A-4635-AC62-72A95065C42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CD92FC47-A625-4F56-AEAD-CFA062FAD5B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057</a:t>
            </a:r>
          </a:p>
        </p:txBody>
      </p:sp>
    </p:spTree>
    <p:extLst>
      <p:ext uri="{BB962C8B-B14F-4D97-AF65-F5344CB8AC3E}">
        <ns4:creationId val="1262938547"/>
      </p:ext>
    </p:extLst>
  </p:cSld>
</p:sld>
</file>

<file path=ppt/slides/slide5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1EAFB011-9200-4062-8EAD-68C558D9FC3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AD7F9FC0-A3F4-4958-A594-3AD60DDAD01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파일 복구 명령 읽기</a:t>
            </a:r>
          </a:p>
        </p:txBody>
      </p:sp>
      <p:sp>
        <p:nvSpPr>
          <p:cNvPr id="3" name="">
            <a:extLst>
              <a:ext uri="{FF2B5EF4-FFF2-40B4-BE49-F238E27FC236}">
                <ns2:creationId id="{329F5A80-FC36-40B2-9D13-0F1D6A0FE566}"/>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4CF49BC2-AD78-4F37-8AE3-EB958111322B}"/>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--source=HEAD는 마지막 커밋을 뜻합니다.</a:t>
            </a:r>
          </a:p>
        </p:txBody>
      </p:sp>
      <p:sp>
        <p:nvSpPr>
          <p:cNvPr id="5" name="">
            <a:extLst>
              <a:ext uri="{FF2B5EF4-FFF2-40B4-BE49-F238E27FC236}">
                <ns2:creationId id="{E14A076E-5A4D-4D5B-822C-D63A583392BF}"/>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--worktree는 작업 파일을 바꿉니다.</a:t>
            </a:r>
          </a:p>
        </p:txBody>
      </p:sp>
      <p:sp>
        <p:nvSpPr>
          <p:cNvPr id="6" name="">
            <a:extLst>
              <a:ext uri="{FF2B5EF4-FFF2-40B4-BE49-F238E27FC236}">
                <ns2:creationId id="{873DCDE6-82FA-46F8-8FD6-99C0C376DC18}"/>
              </a:ext>
            </a:extLst>
          </p:cNvPr>
          <p:cNvSpPr>
            <a:spLocks noGrp="1"/>
          </p:cNvSpPr>
          <p:nvPr/>
        </p:nvSpPr>
        <p:spPr>
          <a:xfrm>
            <a:off x="685800" y="403479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README.md가 마지막 기록으로 돌아갑니다.</a:t>
            </a:r>
          </a:p>
        </p:txBody>
      </p:sp>
      <p:sp>
        <p:nvSpPr>
          <p:cNvPr id="7" name="">
            <a:extLst>
              <a:ext uri="{FF2B5EF4-FFF2-40B4-BE49-F238E27FC236}">
                <ns2:creationId id="{022B9461-3258-4E6F-BF98-FE4483CA4BE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작업 파일의 복구 기준</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2271361"/>
                <a:gridCol w="2967389"/>
              </a:tblGrid>
              <a:tr h="514350">
                <a:tc>
                  <a:txBody>
                    <a:bodyPr wrap="square"/>
                    <a:lstStyle/>
                    <a:p>
                      <a:pPr>
                        <a:lnSpc>
                          <a:spcPct val="102000"/>
                        </a:lnSpc>
                        <a:buNone/>
                      </a:pPr>
                      <a:r>
                        <a:rPr sz="1875" b="1">
                          <a:solidFill>
                            <a:srgbClr val="172F39"/>
                          </a:solidFill>
                          <a:latin typeface="Noto Sans KR"/>
                          <a:ea typeface="Noto Sans KR"/>
                          <a:cs typeface="Noto Sans KR"/>
                        </a:rPr>
                        <a:t>옵션·대상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뜻</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--source=HEAD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마지막 커밋에서 가져옴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--worktree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작업 파일을 바꿈</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README.md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이 파일 하나를 복구</a:t>
                      </a:r>
                    </a:p>
                  </a:txBody>
                  <a:tcPr marL="114300" marR="114300" marT="76200" marB="76200" anchor="ctr">
                    <a:solidFill>
                      <a:srgbClr val="FFFFFF"/>
                    </a:solidFill>
                  </a:tcPr>
                </a:tc>
              </a:tr>
            </a:tbl>
          </a:graphicData>
        </a:graphic>
      </p:graphicFrame>
      <p:sp>
        <p:nvSpPr>
          <p:cNvPr id="9" name="">
            <a:extLst>
              <a:ext uri="{FF2B5EF4-FFF2-40B4-BE49-F238E27FC236}">
                <ns2:creationId id="{03BDEDA6-39EE-4ACD-B172-E271A3A806F4}"/>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7C42AF66-C49C-450F-B50D-8E1F5ABCCEC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AE76C649-62AB-4DBF-A82D-D78C0012426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1DB80661-65E5-493A-9A64-9F213F81D17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12639E85-A60E-4D91-A289-707B305734F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058</a:t>
            </a:r>
          </a:p>
        </p:txBody>
      </p:sp>
    </p:spTree>
    <p:extLst>
      <p:ext uri="{BB962C8B-B14F-4D97-AF65-F5344CB8AC3E}">
        <ns4:creationId val="268188307"/>
      </p:ext>
    </p:extLst>
  </p:cSld>
</p:sld>
</file>

<file path=ppt/slides/slide5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C3291F9-85D5-435D-BA80-E4A844474E5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354BC8B2-A71C-4BFD-BE62-6D3B7A8C8DC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복구 확인</a:t>
            </a:r>
          </a:p>
        </p:txBody>
      </p:sp>
      <p:sp>
        <p:nvSpPr>
          <p:cNvPr id="3" name="">
            <a:extLst>
              <a:ext uri="{FF2B5EF4-FFF2-40B4-BE49-F238E27FC236}">
                <ns2:creationId id="{F0350020-51C1-4694-8BC5-47036D20FA59}"/>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385247D5-4258-4A45-9D8E-7CADED07E200}"/>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README 내용이 HEAD의 문장으로 돌아옵니다.</a:t>
            </a:r>
          </a:p>
        </p:txBody>
      </p:sp>
      <p:sp>
        <p:nvSpPr>
          <p:cNvPr id="5" name="">
            <a:extLst>
              <a:ext uri="{FF2B5EF4-FFF2-40B4-BE49-F238E27FC236}">
                <ns2:creationId id="{BAFFDDF5-3702-4EBB-B11C-21EF86258347}"/>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대상 파일 하나와 비교 기준을 확인합니다.</a:t>
            </a:r>
          </a:p>
        </p:txBody>
      </p:sp>
      <p:sp>
        <p:nvSpPr>
          <p:cNvPr id="6" name="">
            <a:extLst>
              <a:ext uri="{FF2B5EF4-FFF2-40B4-BE49-F238E27FC236}">
                <ns2:creationId id="{3315EAF4-B6DB-486A-A29E-CF77EBEB7650}"/>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작업 파일의 복구 기준</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271361"/>
                <a:gridCol w="2967389"/>
              </a:tblGrid>
              <a:tr h="514350">
                <a:tc>
                  <a:txBody>
                    <a:bodyPr wrap="square"/>
                    <a:lstStyle/>
                    <a:p>
                      <a:pPr>
                        <a:lnSpc>
                          <a:spcPct val="102000"/>
                        </a:lnSpc>
                        <a:buNone/>
                      </a:pPr>
                      <a:r>
                        <a:rPr sz="1875" b="1">
                          <a:solidFill>
                            <a:srgbClr val="172F39"/>
                          </a:solidFill>
                          <a:latin typeface="Noto Sans KR"/>
                          <a:ea typeface="Noto Sans KR"/>
                          <a:cs typeface="Noto Sans KR"/>
                        </a:rPr>
                        <a:t>옵션·대상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뜻</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--source=HEAD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마지막 커밋에서 가져옴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--worktree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작업 파일을 바꿈</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README.md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이 파일 하나를 복구</a:t>
                      </a:r>
                    </a:p>
                  </a:txBody>
                  <a:tcPr marL="114300" marR="114300" marT="76200" marB="76200" anchor="ctr">
                    <a:solidFill>
                      <a:srgbClr val="FFFFFF"/>
                    </a:solidFill>
                  </a:tcPr>
                </a:tc>
              </a:tr>
            </a:tbl>
          </a:graphicData>
        </a:graphic>
      </p:graphicFrame>
      <p:sp>
        <p:nvSpPr>
          <p:cNvPr id="8" name="">
            <a:extLst>
              <a:ext uri="{FF2B5EF4-FFF2-40B4-BE49-F238E27FC236}">
                <ns2:creationId id="{A9F0EE54-B8C6-4A5E-B69A-5A2C163012A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0AC4F112-4591-4573-A971-8FC12CEC540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B242CE2-222C-4F88-87BC-D4BAB65FD97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35EA963C-BEDC-4AE1-8E21-1F5797E1A8C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339A0F9F-5F27-4004-A444-70A1A727B92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059</a:t>
            </a:r>
          </a:p>
        </p:txBody>
      </p:sp>
    </p:spTree>
    <p:extLst>
      <p:ext uri="{BB962C8B-B14F-4D97-AF65-F5344CB8AC3E}">
        <ns4:creationId val="1205500934"/>
      </p:ext>
    </p:extLst>
  </p:cSld>
</p:sld>
</file>

<file path=ppt/slides/slide6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ACCD9B5-98E3-4E51-A5D8-A1CA5835A80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21B3CC2-EAF9-4A3F-B0B5-36A43C35788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사본이 없는 파일</a:t>
            </a:r>
          </a:p>
        </p:txBody>
      </p:sp>
      <p:sp>
        <p:nvSpPr>
          <p:cNvPr id="3" name="">
            <a:extLst>
              <a:ext uri="{FF2B5EF4-FFF2-40B4-BE49-F238E27FC236}">
                <ns2:creationId id="{66B30058-532B-450E-9D93-233A5454BE67}"/>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아직 한 번도 기록하지 않은 새 파일은?</a:t>
            </a:r>
          </a:p>
        </p:txBody>
      </p:sp>
      <p:sp>
        <p:nvSpPr>
          <p:cNvPr id="4" name="">
            <a:extLst>
              <a:ext uri="{FF2B5EF4-FFF2-40B4-BE49-F238E27FC236}">
                <ns2:creationId id="{88A009C5-D762-47E4-80EE-1D5726FE2436}"/>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어떤 과거 내용으로 돌아갈 수 있나요?</a:t>
            </a:r>
          </a:p>
        </p:txBody>
      </p:sp>
      <p:sp>
        <p:nvSpPr>
          <p:cNvPr id="5" name="">
            <a:extLst>
              <a:ext uri="{FF2B5EF4-FFF2-40B4-BE49-F238E27FC236}">
                <ns2:creationId id="{A8630004-F5B4-43EE-BA53-63F95575C974}"/>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075D1DD3-6794-4004-BF79-5F57A7F56EA6}"/>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34F460A8-B516-49FD-8A03-00015A2144D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79ECF83B-F791-4B7D-9EE3-C5ABFC86FE8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D98434CA-6373-45C0-BA93-BF24D163D5E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8A90AF90-1146-4AD8-AB62-1B7EE9AD226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060</a:t>
            </a:r>
          </a:p>
        </p:txBody>
      </p:sp>
    </p:spTree>
    <p:extLst>
      <p:ext uri="{BB962C8B-B14F-4D97-AF65-F5344CB8AC3E}">
        <ns4:creationId val="97149595"/>
      </p:ext>
    </p:extLst>
  </p:cSld>
</p:sld>
</file>

<file path=ppt/slides/slide6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5B76D5B-6565-4DA3-BB89-CD0E8C209C7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710CD64C-F1AF-41D7-A085-5E13353A041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A12  브랜치와 병합</a:t>
            </a:r>
          </a:p>
        </p:txBody>
      </p:sp>
      <p:sp>
        <p:nvSpPr>
          <p:cNvPr id="3" name="">
            <a:extLst>
              <a:ext uri="{FF2B5EF4-FFF2-40B4-BE49-F238E27FC236}">
                <ns2:creationId id="{1F2AA173-055E-4C8D-9D83-2963AEBFCA71}"/>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15FE3DB8-968E-4D88-99C2-5A4269757EAC}"/>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추가·복습: 브랜치는 기록 흐름의 이름입니다.</a:t>
            </a:r>
          </a:p>
        </p:txBody>
      </p:sp>
      <p:sp>
        <p:nvSpPr>
          <p:cNvPr id="5" name="">
            <a:extLst>
              <a:ext uri="{FF2B5EF4-FFF2-40B4-BE49-F238E27FC236}">
                <ns2:creationId id="{6D8B23F3-F50E-49F3-BC16-9CD1E5D53593}"/>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다른 흐름을 현재 흐름에 합칩니다.</a:t>
            </a:r>
          </a:p>
        </p:txBody>
      </p:sp>
      <p:sp>
        <p:nvSpPr>
          <p:cNvPr id="6" name="">
            <a:extLst>
              <a:ext uri="{FF2B5EF4-FFF2-40B4-BE49-F238E27FC236}">
                <ns2:creationId id="{B9C14351-D427-4519-9D76-43D9B7C80B8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브랜치를 합치는 순서</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449186"/>
                <a:gridCol w="2789564"/>
              </a:tblGrid>
              <a:tr h="514350">
                <a:tc>
                  <a:txBody>
                    <a:bodyPr wrap="square"/>
                    <a:lstStyle/>
                    <a:p>
                      <a:pPr>
                        <a:lnSpc>
                          <a:spcPct val="102000"/>
                        </a:lnSpc>
                        <a:buNone/>
                      </a:pPr>
                      <a:r>
                        <a:rPr sz="1875" b="1">
                          <a:solidFill>
                            <a:srgbClr val="172F39"/>
                          </a:solidFill>
                          <a:latin typeface="Noto Sans KR"/>
                          <a:ea typeface="Noto Sans KR"/>
                          <a:cs typeface="Noto Sans KR"/>
                        </a:rPr>
                        <a:t>흐름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문장</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docs-example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Run from work.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main</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병합 후 같은 문장</a:t>
                      </a:r>
                    </a:p>
                  </a:txBody>
                  <a:tcPr marL="114300" marR="114300" marT="76200" marB="76200" anchor="ctr">
                    <a:solidFill>
                      <a:srgbClr val="FFFFFF"/>
                    </a:solidFill>
                  </a:tcPr>
                </a:tc>
              </a:tr>
            </a:tbl>
          </a:graphicData>
        </a:graphic>
      </p:graphicFrame>
      <p:sp>
        <p:nvSpPr>
          <p:cNvPr id="8" name="">
            <a:extLst>
              <a:ext uri="{FF2B5EF4-FFF2-40B4-BE49-F238E27FC236}">
                <ns2:creationId id="{E7497D31-B9C6-4BD2-8FC8-33A326DF545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7A3E3AE1-D2A5-48E6-8C17-A01E6DEDD53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E9210F6F-8249-4429-87AD-168CEA92FBF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B017739-A933-4AE6-841D-37F602B18C8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C8B87F69-1CEF-4265-AD50-AE94B560AEC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061</a:t>
            </a:r>
          </a:p>
        </p:txBody>
      </p:sp>
    </p:spTree>
    <p:extLst>
      <p:ext uri="{BB962C8B-B14F-4D97-AF65-F5344CB8AC3E}">
        <ns4:creationId val="354753454"/>
      </p:ext>
    </p:extLst>
  </p:cSld>
</p:sld>
</file>

<file path=ppt/slides/slide6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3A88ED85-2F6B-4236-8B88-B0E35C3FBB8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FDB1E704-580A-44A2-9847-74C1BB56FE8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브랜치와 병합의 예</a:t>
            </a:r>
          </a:p>
        </p:txBody>
      </p:sp>
      <p:sp>
        <p:nvSpPr>
          <p:cNvPr id="3" name="">
            <a:extLst>
              <a:ext uri="{FF2B5EF4-FFF2-40B4-BE49-F238E27FC236}">
                <ns2:creationId id="{7035972C-DA8E-4685-A4CC-D8B229BFAD6F}"/>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추가·복습: 개념 명령 발췌: 변경·커밋은 별도입니다.</a:t>
            </a:r>
          </a:p>
        </p:txBody>
      </p:sp>
      <p:sp>
        <p:nvSpPr>
          <p:cNvPr id="4" name="">
            <a:extLst>
              <a:ext uri="{FF2B5EF4-FFF2-40B4-BE49-F238E27FC236}">
                <ns2:creationId id="{D2BB254F-81CE-4876-80A5-815239572A27}"/>
              </a:ext>
            </a:extLst>
          </p:cNvPr>
          <p:cNvSpPr>
            <a:spLocks noGrp="1"/>
          </p:cNvSpPr>
          <p:nvPr/>
        </p:nvSpPr>
        <p:spPr>
          <a:xfrm>
            <a:off x="685800" y="2262188"/>
            <a:ext cx="10820400" cy="1274826"/>
          </a:xfrm>
          <a:prstGeom prst="rect">
            <a:avLst/>
          </a:prstGeom>
          <a:solidFill>
            <a:srgbClr val="F1F6F5"/>
          </a:solidFill>
          <a:ln w="0">
            <a:noFill/>
          </a:ln>
        </p:spPr>
      </p:sp>
      <p:sp>
        <p:nvSpPr>
          <p:cNvPr id="5" name="">
            <a:extLst>
              <a:ext uri="{FF2B5EF4-FFF2-40B4-BE49-F238E27FC236}">
                <ns2:creationId id="{68E6D6D3-A5B1-4EBA-9087-C0836B0314DF}"/>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CE701428-13B6-46E7-9526-844694962262}"/>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switch -c docs-example</a:t>
            </a:r>
          </a:p>
        </p:txBody>
      </p:sp>
      <p:sp>
        <p:nvSpPr>
          <p:cNvPr id="7" name="">
            <a:extLst>
              <a:ext uri="{FF2B5EF4-FFF2-40B4-BE49-F238E27FC236}">
                <ns2:creationId id="{05C822FA-B7EF-40B9-93A0-DC537B337E5B}"/>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561CB089-D120-477E-9B0A-5D867CC30716}"/>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switch main</a:t>
            </a:r>
          </a:p>
        </p:txBody>
      </p:sp>
      <p:sp>
        <p:nvSpPr>
          <p:cNvPr id="9" name="">
            <a:extLst>
              <a:ext uri="{FF2B5EF4-FFF2-40B4-BE49-F238E27FC236}">
                <ns2:creationId id="{4C95CF94-E495-4319-B20D-F40CF429B482}"/>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6AACED87-04A8-4527-B974-507FAEB8CFFF}"/>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 main docs-example -- README.md</a:t>
            </a:r>
          </a:p>
        </p:txBody>
      </p:sp>
      <p:sp>
        <p:nvSpPr>
          <p:cNvPr id="11" name="">
            <a:extLst>
              <a:ext uri="{FF2B5EF4-FFF2-40B4-BE49-F238E27FC236}">
                <ns2:creationId id="{B21F6EE3-EC7E-4083-A8BC-45897AD0F5C8}"/>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C0595F8B-A391-4B3B-96A6-AC2A70E6BEA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F87C86E5-EC15-4D66-8EE1-7A3D69E4AC1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A04CB93E-2BB5-41C6-A2BC-66D07BCB333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967C4DD0-93EC-48B9-9A5D-0B2BFCAA046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062</a:t>
            </a:r>
          </a:p>
        </p:txBody>
      </p:sp>
    </p:spTree>
    <p:extLst>
      <p:ext uri="{BB962C8B-B14F-4D97-AF65-F5344CB8AC3E}">
        <ns4:creationId val="2061027283"/>
      </p:ext>
    </p:extLst>
  </p:cSld>
</p:sld>
</file>

<file path=ppt/slides/slide6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3" name="">
            <a:extLst>
              <a:ext uri="{FF2B5EF4-FFF2-40B4-BE49-F238E27FC236}">
                <ns2:creationId id="{8B38CD2B-C78F-4E4F-B688-0C13A8231BD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2EEA6CBC-F98E-493D-8309-A6473728680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새 흐름에 변경 남기기</a:t>
            </a:r>
          </a:p>
        </p:txBody>
      </p:sp>
      <p:sp>
        <p:nvSpPr>
          <p:cNvPr id="3" name="">
            <a:extLst>
              <a:ext uri="{FF2B5EF4-FFF2-40B4-BE49-F238E27FC236}">
                <ns2:creationId id="{728CDB0C-8DB8-44A6-B7F4-17EE38717EE3}"/>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추가·복습: 실행 위치: work/git-lab</a:t>
            </a:r>
          </a:p>
        </p:txBody>
      </p:sp>
      <p:sp>
        <p:nvSpPr>
          <p:cNvPr id="4" name="">
            <a:extLst>
              <a:ext uri="{FF2B5EF4-FFF2-40B4-BE49-F238E27FC236}">
                <ns2:creationId id="{83BF5E21-7D5C-49D0-B095-76E3EA90A880}"/>
              </a:ext>
            </a:extLst>
          </p:cNvPr>
          <p:cNvSpPr>
            <a:spLocks noGrp="1"/>
          </p:cNvSpPr>
          <p:nvPr/>
        </p:nvSpPr>
        <p:spPr>
          <a:xfrm>
            <a:off x="685800" y="2147888"/>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설명용 흐름입니다. 다음 충돌은 새 폴더입니다.</a:t>
            </a:r>
          </a:p>
        </p:txBody>
      </p:sp>
      <p:sp>
        <p:nvSpPr>
          <p:cNvPr id="5" name="">
            <a:extLst>
              <a:ext uri="{FF2B5EF4-FFF2-40B4-BE49-F238E27FC236}">
                <ns2:creationId id="{6251B77E-1CE0-4795-8956-5136D6D03649}"/>
              </a:ext>
            </a:extLst>
          </p:cNvPr>
          <p:cNvSpPr>
            <a:spLocks noGrp="1"/>
          </p:cNvSpPr>
          <p:nvPr/>
        </p:nvSpPr>
        <p:spPr>
          <a:xfrm>
            <a:off x="685800" y="2705100"/>
            <a:ext cx="10820400" cy="2225802"/>
          </a:xfrm>
          <a:prstGeom prst="rect">
            <a:avLst/>
          </a:prstGeom>
          <a:solidFill>
            <a:srgbClr val="F1F6F5"/>
          </a:solidFill>
          <a:ln w="0">
            <a:noFill/>
          </a:ln>
        </p:spPr>
      </p:sp>
      <p:sp>
        <p:nvSpPr>
          <p:cNvPr id="6" name="">
            <a:extLst>
              <a:ext uri="{FF2B5EF4-FFF2-40B4-BE49-F238E27FC236}">
                <ns2:creationId id="{A4F5A3BC-DBB4-4215-A742-C768E79F95EF}"/>
              </a:ext>
            </a:extLst>
          </p:cNvPr>
          <p:cNvSpPr>
            <a:spLocks noGrp="1"/>
          </p:cNvSpPr>
          <p:nvPr/>
        </p:nvSpPr>
        <p:spPr>
          <a:xfrm>
            <a:off x="828675" y="286702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7" name="">
            <a:extLst>
              <a:ext uri="{FF2B5EF4-FFF2-40B4-BE49-F238E27FC236}">
                <ns2:creationId id="{14E8189E-3965-47C2-926D-7B535E875715}"/>
              </a:ext>
            </a:extLst>
          </p:cNvPr>
          <p:cNvSpPr>
            <a:spLocks noGrp="1"/>
          </p:cNvSpPr>
          <p:nvPr/>
        </p:nvSpPr>
        <p:spPr>
          <a:xfrm>
            <a:off x="1276350" y="282892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switch docs-example</a:t>
            </a:r>
          </a:p>
        </p:txBody>
      </p:sp>
      <p:sp>
        <p:nvSpPr>
          <p:cNvPr id="8" name="">
            <a:extLst>
              <a:ext uri="{FF2B5EF4-FFF2-40B4-BE49-F238E27FC236}">
                <ns2:creationId id="{CB4BB37F-D72A-417D-85DC-05B3C8F97EA2}"/>
              </a:ext>
            </a:extLst>
          </p:cNvPr>
          <p:cNvSpPr>
            <a:spLocks noGrp="1"/>
          </p:cNvSpPr>
          <p:nvPr/>
        </p:nvSpPr>
        <p:spPr>
          <a:xfrm>
            <a:off x="828675" y="318401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9" name="">
            <a:extLst>
              <a:ext uri="{FF2B5EF4-FFF2-40B4-BE49-F238E27FC236}">
                <ns2:creationId id="{3DC696C2-3170-4348-8713-F1F6617825F0}"/>
              </a:ext>
            </a:extLst>
          </p:cNvPr>
          <p:cNvSpPr>
            <a:spLocks noGrp="1"/>
          </p:cNvSpPr>
          <p:nvPr/>
        </p:nvSpPr>
        <p:spPr>
          <a:xfrm>
            <a:off x="1276350" y="314591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Set-Content README.md "Run from work." -Encoding utf8</a:t>
            </a:r>
          </a:p>
        </p:txBody>
      </p:sp>
      <p:sp>
        <p:nvSpPr>
          <p:cNvPr id="10" name="">
            <a:extLst>
              <a:ext uri="{FF2B5EF4-FFF2-40B4-BE49-F238E27FC236}">
                <ns2:creationId id="{8407D3F0-93A1-413C-873A-DFC42751D525}"/>
              </a:ext>
            </a:extLst>
          </p:cNvPr>
          <p:cNvSpPr>
            <a:spLocks noGrp="1"/>
          </p:cNvSpPr>
          <p:nvPr/>
        </p:nvSpPr>
        <p:spPr>
          <a:xfrm>
            <a:off x="828675" y="350100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1" name="">
            <a:extLst>
              <a:ext uri="{FF2B5EF4-FFF2-40B4-BE49-F238E27FC236}">
                <ns2:creationId id="{AC6C7C5B-2E53-44F4-8578-42CF9B62186F}"/>
              </a:ext>
            </a:extLst>
          </p:cNvPr>
          <p:cNvSpPr>
            <a:spLocks noGrp="1"/>
          </p:cNvSpPr>
          <p:nvPr/>
        </p:nvSpPr>
        <p:spPr>
          <a:xfrm>
            <a:off x="1276350" y="346290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add README.md</a:t>
            </a:r>
          </a:p>
        </p:txBody>
      </p:sp>
      <p:sp>
        <p:nvSpPr>
          <p:cNvPr id="12" name="">
            <a:extLst>
              <a:ext uri="{FF2B5EF4-FFF2-40B4-BE49-F238E27FC236}">
                <ns2:creationId id="{7FCE4422-F050-42B9-B526-01359821275E}"/>
              </a:ext>
            </a:extLst>
          </p:cNvPr>
          <p:cNvSpPr>
            <a:spLocks noGrp="1"/>
          </p:cNvSpPr>
          <p:nvPr/>
        </p:nvSpPr>
        <p:spPr>
          <a:xfrm>
            <a:off x="828675" y="381800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3" name="">
            <a:extLst>
              <a:ext uri="{FF2B5EF4-FFF2-40B4-BE49-F238E27FC236}">
                <ns2:creationId id="{6088C97A-87AC-4F51-9E59-C20CAE09C0B8}"/>
              </a:ext>
            </a:extLst>
          </p:cNvPr>
          <p:cNvSpPr>
            <a:spLocks noGrp="1"/>
          </p:cNvSpPr>
          <p:nvPr/>
        </p:nvSpPr>
        <p:spPr>
          <a:xfrm>
            <a:off x="1276350" y="377990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commit -m "Document run folder"</a:t>
            </a:r>
          </a:p>
        </p:txBody>
      </p:sp>
      <p:sp>
        <p:nvSpPr>
          <p:cNvPr id="14" name="">
            <a:extLst>
              <a:ext uri="{FF2B5EF4-FFF2-40B4-BE49-F238E27FC236}">
                <ns2:creationId id="{9938F691-2265-45CA-99E9-C67D71BFB0DB}"/>
              </a:ext>
            </a:extLst>
          </p:cNvPr>
          <p:cNvSpPr>
            <a:spLocks noGrp="1"/>
          </p:cNvSpPr>
          <p:nvPr/>
        </p:nvSpPr>
        <p:spPr>
          <a:xfrm>
            <a:off x="828675" y="413499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5" name="">
            <a:extLst>
              <a:ext uri="{FF2B5EF4-FFF2-40B4-BE49-F238E27FC236}">
                <ns2:creationId id="{633183E6-40DB-4EF8-94D3-C2FDE673299D}"/>
              </a:ext>
            </a:extLst>
          </p:cNvPr>
          <p:cNvSpPr>
            <a:spLocks noGrp="1"/>
          </p:cNvSpPr>
          <p:nvPr/>
        </p:nvSpPr>
        <p:spPr>
          <a:xfrm>
            <a:off x="1276350" y="409689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switch main</a:t>
            </a:r>
          </a:p>
        </p:txBody>
      </p:sp>
      <p:sp>
        <p:nvSpPr>
          <p:cNvPr id="16" name="">
            <a:extLst>
              <a:ext uri="{FF2B5EF4-FFF2-40B4-BE49-F238E27FC236}">
                <ns2:creationId id="{5B4F7994-F0B2-4B3D-9C06-B61DB0AC1B59}"/>
              </a:ext>
            </a:extLst>
          </p:cNvPr>
          <p:cNvSpPr>
            <a:spLocks noGrp="1"/>
          </p:cNvSpPr>
          <p:nvPr/>
        </p:nvSpPr>
        <p:spPr>
          <a:xfrm>
            <a:off x="828675" y="445198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7" name="">
            <a:extLst>
              <a:ext uri="{FF2B5EF4-FFF2-40B4-BE49-F238E27FC236}">
                <ns2:creationId id="{DAC6097A-51D8-446C-8BA5-4A8AE961D2B4}"/>
              </a:ext>
            </a:extLst>
          </p:cNvPr>
          <p:cNvSpPr>
            <a:spLocks noGrp="1"/>
          </p:cNvSpPr>
          <p:nvPr/>
        </p:nvSpPr>
        <p:spPr>
          <a:xfrm>
            <a:off x="1276350" y="441388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merge docs-example</a:t>
            </a:r>
          </a:p>
        </p:txBody>
      </p:sp>
      <p:sp>
        <p:nvSpPr>
          <p:cNvPr id="18" name="">
            <a:extLst>
              <a:ext uri="{FF2B5EF4-FFF2-40B4-BE49-F238E27FC236}">
                <ns2:creationId id="{4E00467A-BF99-4648-B69F-C4A328A992AD}"/>
              </a:ext>
            </a:extLst>
          </p:cNvPr>
          <p:cNvSpPr>
            <a:spLocks noGrp="1"/>
          </p:cNvSpPr>
          <p:nvPr/>
        </p:nvSpPr>
        <p:spPr>
          <a:xfrm>
            <a:off x="685800" y="6172200"/>
            <a:ext cx="10820400" cy="9525"/>
          </a:xfrm>
          <a:prstGeom prst="rect">
            <a:avLst/>
          </a:prstGeom>
          <a:solidFill>
            <a:srgbClr val="D5DEDD"/>
          </a:solidFill>
          <a:ln w="0">
            <a:noFill/>
          </a:ln>
        </p:spPr>
      </p:sp>
      <p:sp>
        <p:nvSpPr>
          <p:cNvPr id="19" name="">
            <a:extLst>
              <a:ext uri="{FF2B5EF4-FFF2-40B4-BE49-F238E27FC236}">
                <ns2:creationId id="{1E90E741-68FF-4A4C-92CF-AB9B8DC5BCB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0" name="">
            <a:extLst>
              <a:ext uri="{FF2B5EF4-FFF2-40B4-BE49-F238E27FC236}">
                <ns2:creationId id="{A708E4C3-3CB4-40E1-AE01-B0742BDF338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1" name="">
            <a:extLst>
              <a:ext uri="{FF2B5EF4-FFF2-40B4-BE49-F238E27FC236}">
                <ns2:creationId id="{41F7081F-8E97-4478-A8BA-49EC21E7F6D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2" name="">
            <a:extLst>
              <a:ext uri="{FF2B5EF4-FFF2-40B4-BE49-F238E27FC236}">
                <ns2:creationId id="{8B1F0BAA-2232-4032-8E36-C6E351306FA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063</a:t>
            </a:r>
          </a:p>
        </p:txBody>
      </p:sp>
    </p:spTree>
    <p:extLst>
      <p:ext uri="{BB962C8B-B14F-4D97-AF65-F5344CB8AC3E}">
        <ns4:creationId val="1138370391"/>
      </p:ext>
    </p:extLst>
  </p:cSld>
</p:sld>
</file>

<file path=ppt/slides/slide6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AB0B2C06-E029-4F58-88EB-873B474F873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941621F-2C01-4FF6-A0BA-306379C2169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병합 전에 비교</a:t>
            </a:r>
          </a:p>
        </p:txBody>
      </p:sp>
      <p:sp>
        <p:nvSpPr>
          <p:cNvPr id="3" name="">
            <a:extLst>
              <a:ext uri="{FF2B5EF4-FFF2-40B4-BE49-F238E27FC236}">
                <ns2:creationId id="{D6229267-6F55-4193-A78A-FF26BCB12E8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2E412FFF-E986-4E19-90CA-70E37F57D284}"/>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추가·복습: 합칠 기록이 무엇을 바꿨는지 읽습니다.</a:t>
            </a:r>
          </a:p>
        </p:txBody>
      </p:sp>
      <p:sp>
        <p:nvSpPr>
          <p:cNvPr id="5" name="">
            <a:extLst>
              <a:ext uri="{FF2B5EF4-FFF2-40B4-BE49-F238E27FC236}">
                <ns2:creationId id="{02F53B96-AAF9-483A-90A9-38FEB687474A}"/>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로컬 브랜치 생성은 PR 생성과 다릅니다.</a:t>
            </a:r>
          </a:p>
        </p:txBody>
      </p:sp>
      <p:sp>
        <p:nvSpPr>
          <p:cNvPr id="6" name="">
            <a:extLst>
              <a:ext uri="{FF2B5EF4-FFF2-40B4-BE49-F238E27FC236}">
                <ns2:creationId id="{3E5CE7D0-7B91-489C-8B70-C2D2801205F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브랜치별 안내 문장</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721950"/>
                <a:gridCol w="2516800"/>
              </a:tblGrid>
              <a:tr h="514350">
                <a:tc>
                  <a:txBody>
                    <a:bodyPr wrap="square"/>
                    <a:lstStyle/>
                    <a:p>
                      <a:pPr>
                        <a:lnSpc>
                          <a:spcPct val="102000"/>
                        </a:lnSpc>
                        <a:buNone/>
                      </a:pPr>
                      <a:r>
                        <a:rPr sz="1875" b="1">
                          <a:solidFill>
                            <a:srgbClr val="172F39"/>
                          </a:solidFill>
                          <a:latin typeface="Noto Sans KR"/>
                          <a:ea typeface="Noto Sans KR"/>
                          <a:cs typeface="Noto Sans KR"/>
                        </a:rPr>
                        <a:t>순서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문장·대상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docs-example에 기록</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Run from work.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main으로 이동</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병합할 현재 흐름</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merge docs-example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새 안내 기록 합치기</a:t>
                      </a:r>
                    </a:p>
                  </a:txBody>
                  <a:tcPr marL="114300" marR="114300" marT="76200" marB="76200" anchor="ctr">
                    <a:solidFill>
                      <a:srgbClr val="FFFFFF"/>
                    </a:solidFill>
                  </a:tcPr>
                </a:tc>
              </a:tr>
            </a:tbl>
          </a:graphicData>
        </a:graphic>
      </p:graphicFrame>
      <p:sp>
        <p:nvSpPr>
          <p:cNvPr id="8" name="">
            <a:extLst>
              <a:ext uri="{FF2B5EF4-FFF2-40B4-BE49-F238E27FC236}">
                <ns2:creationId id="{E89CF910-BDB2-436C-BF99-FAB2B4A5402C}"/>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5510B69A-8321-4F3D-A945-8B6ED8B8A3E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6900DCB-19C9-4B42-905A-C85E812D270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730FA5E7-E28B-473A-A770-DBFDDE87A2F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88D5BECE-1498-4D75-8F36-2B2C938BDFC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064</a:t>
            </a:r>
          </a:p>
        </p:txBody>
      </p:sp>
    </p:spTree>
    <p:extLst>
      <p:ext uri="{BB962C8B-B14F-4D97-AF65-F5344CB8AC3E}">
        <ns4:creationId val="1607370188"/>
      </p:ext>
    </p:extLst>
  </p:cSld>
</p:sld>
</file>

<file path=ppt/slides/slide6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36ECB5F0-8591-4A74-B19B-5D04384FF87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38A1610-8658-414A-A970-990789AF75C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브랜치의 역할</a:t>
            </a:r>
          </a:p>
        </p:txBody>
      </p:sp>
      <p:sp>
        <p:nvSpPr>
          <p:cNvPr id="3" name="">
            <a:extLst>
              <a:ext uri="{FF2B5EF4-FFF2-40B4-BE49-F238E27FC236}">
                <ns2:creationId id="{342BA64D-0E9B-4D4C-A6A1-F45542FE23E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추가·복습: 브랜치를 만들면 GitHub PR도 생기나요?</a:t>
            </a:r>
          </a:p>
        </p:txBody>
      </p:sp>
      <p:sp>
        <p:nvSpPr>
          <p:cNvPr id="4" name="">
            <a:extLst>
              <a:ext uri="{FF2B5EF4-FFF2-40B4-BE49-F238E27FC236}">
                <ns2:creationId id="{A15DAC5A-BC0A-4E47-9D33-28735D9EED15}"/>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EF436371-37E2-405A-B21C-D83849E77FE2}"/>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553B9B31-95C3-4299-944C-C3057C156FA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4817069B-44C7-43E7-9D54-3E4F007E398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FA5A6860-DC5F-47B0-A3ED-2FDFCDE9520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1A273692-ED9A-40D7-BEE8-CAB6DB37DDD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065</a:t>
            </a:r>
          </a:p>
        </p:txBody>
      </p:sp>
    </p:spTree>
    <p:extLst>
      <p:ext uri="{BB962C8B-B14F-4D97-AF65-F5344CB8AC3E}">
        <ns4:creationId val="62483263"/>
      </p:ext>
    </p:extLst>
  </p:cSld>
</p:sld>
</file>

<file path=ppt/slides/slide6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EA9F12EC-46CB-490B-B165-ABC26F0290C5}"/>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5교시</a:t>
            </a:r>
          </a:p>
        </p:txBody>
      </p:sp>
      <p:sp>
        <p:nvSpPr>
          <p:cNvPr id="2" name="">
            <a:extLst>
              <a:ext uri="{FF2B5EF4-FFF2-40B4-BE49-F238E27FC236}">
                <ns2:creationId id="{B9D2A733-299B-4592-9055-E09684632CC7}"/>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공유 저장소와 리뷰</a:t>
            </a:r>
          </a:p>
        </p:txBody>
      </p:sp>
      <p:sp>
        <p:nvSpPr>
          <p:cNvPr id="3" name="">
            <a:extLst>
              <a:ext uri="{FF2B5EF4-FFF2-40B4-BE49-F238E27FC236}">
                <ns2:creationId id="{5BD85093-F331-487A-90C1-419AE35324E1}"/>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E8BAA90C-12BC-4F42-BE2D-DB199BE86917}"/>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3C25AB54-5C55-462E-8738-A38D9BE24876}"/>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433F84A8-97C9-4B6C-9B5D-C8A47A498E7B}"/>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58360FE6-3445-4BF6-A338-E5FF4CA9385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6E035013-0575-4E8F-BC53-20FF09D437A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4C0CA6E7-B620-4131-9C5A-E088E4357D8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275B45B-FB90-4C41-8E8A-0D2C7DCFFEB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066</a:t>
            </a:r>
          </a:p>
        </p:txBody>
      </p:sp>
    </p:spTree>
    <p:extLst>
      <p:ext uri="{BB962C8B-B14F-4D97-AF65-F5344CB8AC3E}">
        <ns4:creationId val="20988346"/>
      </p:ext>
    </p:extLst>
  </p:cSld>
</p:sld>
</file>

<file path=ppt/slides/slide6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1BF2BEFD-460F-4162-AFE5-20D492DF647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FFAA69EB-D2EC-4C6E-84DE-019A95B0F90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내 기록과 동료 기록은 다릅니다</a:t>
            </a:r>
          </a:p>
        </p:txBody>
      </p:sp>
      <p:sp>
        <p:nvSpPr>
          <p:cNvPr id="3" name="">
            <a:extLst>
              <a:ext uri="{FF2B5EF4-FFF2-40B4-BE49-F238E27FC236}">
                <ns2:creationId id="{603AEFAF-355A-4146-9D1D-D4FA974430D8}"/>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내 로컬 커밋</a:t>
            </a:r>
          </a:p>
        </p:txBody>
      </p:sp>
      <p:sp>
        <p:nvSpPr>
          <p:cNvPr id="4" name="">
            <a:extLst>
              <a:ext uri="{FF2B5EF4-FFF2-40B4-BE49-F238E27FC236}">
                <ns2:creationId id="{7192D5C4-10F7-40AB-BF3B-7598A99E708D}"/>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내 커밋이 공유 저장소에 없을 수 있습니다.</a:t>
            </a:r>
          </a:p>
        </p:txBody>
      </p:sp>
      <p:sp>
        <p:nvSpPr>
          <p:cNvPr id="5" name="">
            <a:extLst>
              <a:ext uri="{FF2B5EF4-FFF2-40B4-BE49-F238E27FC236}">
                <ns2:creationId id="{B7956254-8441-440A-B9D7-864946DF4235}"/>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공유 저장소가 바뀌어도 동료 파일은 옛 상태일 수 있습니다.</a:t>
            </a:r>
          </a:p>
        </p:txBody>
      </p:sp>
      <p:sp>
        <p:nvSpPr>
          <p:cNvPr id="6" name="">
            <a:extLst>
              <a:ext uri="{FF2B5EF4-FFF2-40B4-BE49-F238E27FC236}">
                <ns2:creationId id="{EAFA9BD8-A45D-4FCC-A7BB-0D5E55C4E12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로컬 공유 경로</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954230"/>
                <a:gridCol w="3284520"/>
              </a:tblGrid>
              <a:tr h="514350">
                <a:tc>
                  <a:txBody>
                    <a:bodyPr wrap="square"/>
                    <a:lstStyle/>
                    <a:p>
                      <a:pPr>
                        <a:lnSpc>
                          <a:spcPct val="102000"/>
                        </a:lnSpc>
                        <a:buNone/>
                      </a:pPr>
                      <a:r>
                        <a:rPr sz="1875" b="1">
                          <a:solidFill>
                            <a:srgbClr val="172F39"/>
                          </a:solidFill>
                          <a:latin typeface="Noto Sans KR"/>
                          <a:ea typeface="Noto Sans KR"/>
                          <a:cs typeface="Noto Sans KR"/>
                        </a:rPr>
                        <a:t>이름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실제 위치</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origin</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../shared.git</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기록 보내기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git push -u origin main</a:t>
                      </a:r>
                    </a:p>
                  </a:txBody>
                  <a:tcPr marL="114300" marR="114300" marT="76200" marB="76200" anchor="ctr">
                    <a:solidFill>
                      <a:srgbClr val="FFFFFF"/>
                    </a:solidFill>
                  </a:tcPr>
                </a:tc>
              </a:tr>
            </a:tbl>
          </a:graphicData>
        </a:graphic>
      </p:graphicFrame>
      <p:sp>
        <p:nvSpPr>
          <p:cNvPr id="8" name="">
            <a:extLst>
              <a:ext uri="{FF2B5EF4-FFF2-40B4-BE49-F238E27FC236}">
                <ns2:creationId id="{18C344A1-3B9C-4284-A008-A1E1BD3EFECA}"/>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AED01500-B6D5-4939-ACCD-F4580CEBC96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60D06D16-EF16-43D1-9A73-FF3DAFC3FD1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DE8022C-BBA6-4DDD-993F-BD79D4B0263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1EB8D273-DFCF-46C2-A4C9-AAB2BD94A30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067</a:t>
            </a:r>
          </a:p>
        </p:txBody>
      </p:sp>
    </p:spTree>
    <p:extLst>
      <p:ext uri="{BB962C8B-B14F-4D97-AF65-F5344CB8AC3E}">
        <ns4:creationId val="969866101"/>
      </p:ext>
    </p:extLst>
  </p:cSld>
</p:sld>
</file>

<file path=ppt/slides/slide6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8195FAF6-54D1-41CD-B412-1C07CA60445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A5B4811A-F67E-43D6-BB60-DFBB95A9855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A13  공유 장소의 이름</a:t>
            </a:r>
          </a:p>
        </p:txBody>
      </p:sp>
      <p:sp>
        <p:nvSpPr>
          <p:cNvPr id="3" name="">
            <a:extLst>
              <a:ext uri="{FF2B5EF4-FFF2-40B4-BE49-F238E27FC236}">
                <ns2:creationId id="{75B91850-9BE7-46E9-9864-0B5B7DBB8ECC}"/>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867D38EC-4B30-4BEA-89AE-AA0F412AB4B3}"/>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origin은 주소에 붙이는 별칭입니다.</a:t>
            </a:r>
          </a:p>
        </p:txBody>
      </p:sp>
      <p:sp>
        <p:nvSpPr>
          <p:cNvPr id="5" name="">
            <a:extLst>
              <a:ext uri="{FF2B5EF4-FFF2-40B4-BE49-F238E27FC236}">
                <ns2:creationId id="{ACB9C79C-C87A-4A8D-8004-388B618DBF4E}"/>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오늘 공유 장소는 같은 PC의 로컬 경로입니다.</a:t>
            </a:r>
          </a:p>
        </p:txBody>
      </p:sp>
      <p:sp>
        <p:nvSpPr>
          <p:cNvPr id="6" name="">
            <a:extLst>
              <a:ext uri="{FF2B5EF4-FFF2-40B4-BE49-F238E27FC236}">
                <ns2:creationId id="{7D7BD504-1DBB-49DB-848F-3CDE395B97F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로컬 공유 경로</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954230"/>
                <a:gridCol w="3284520"/>
              </a:tblGrid>
              <a:tr h="514350">
                <a:tc>
                  <a:txBody>
                    <a:bodyPr wrap="square"/>
                    <a:lstStyle/>
                    <a:p>
                      <a:pPr>
                        <a:lnSpc>
                          <a:spcPct val="102000"/>
                        </a:lnSpc>
                        <a:buNone/>
                      </a:pPr>
                      <a:r>
                        <a:rPr sz="1875" b="1">
                          <a:solidFill>
                            <a:srgbClr val="172F39"/>
                          </a:solidFill>
                          <a:latin typeface="Noto Sans KR"/>
                          <a:ea typeface="Noto Sans KR"/>
                          <a:cs typeface="Noto Sans KR"/>
                        </a:rPr>
                        <a:t>이름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실제 위치</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origin</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../shared.git</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기록 보내기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git push -u origin main</a:t>
                      </a:r>
                    </a:p>
                  </a:txBody>
                  <a:tcPr marL="114300" marR="114300" marT="76200" marB="76200" anchor="ctr">
                    <a:solidFill>
                      <a:srgbClr val="FFFFFF"/>
                    </a:solidFill>
                  </a:tcPr>
                </a:tc>
              </a:tr>
            </a:tbl>
          </a:graphicData>
        </a:graphic>
      </p:graphicFrame>
      <p:sp>
        <p:nvSpPr>
          <p:cNvPr id="8" name="">
            <a:extLst>
              <a:ext uri="{FF2B5EF4-FFF2-40B4-BE49-F238E27FC236}">
                <ns2:creationId id="{EC2051C3-AD4C-4204-92D3-79472F952D00}"/>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6001EB40-72E6-4CA7-BBB6-E5E41A3285B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F16A61BD-B3F6-41BD-A62A-4ADBF57A1AC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438BCE59-AE74-4ED7-ABA4-83D005289ED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0914ED68-47A0-40E2-B2A9-C1F804D86F8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068</a:t>
            </a:r>
          </a:p>
        </p:txBody>
      </p:sp>
    </p:spTree>
    <p:extLst>
      <p:ext uri="{BB962C8B-B14F-4D97-AF65-F5344CB8AC3E}">
        <ns4:creationId val="393070943"/>
      </p:ext>
    </p:extLst>
  </p:cSld>
</p:sld>
</file>

<file path=ppt/slides/slide6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40A31E16-D60C-4B1A-BABE-B82280325B6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549AC8D-AD4F-4AD0-B457-4FA253BE73F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공유 장소의 이름의 예</a:t>
            </a:r>
          </a:p>
        </p:txBody>
      </p:sp>
      <p:sp>
        <p:nvSpPr>
          <p:cNvPr id="3" name="">
            <a:extLst>
              <a:ext uri="{FF2B5EF4-FFF2-40B4-BE49-F238E27FC236}">
                <ns2:creationId id="{912EB110-84BC-468E-BA24-D0BE25B4C742}"/>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별도 빈 work 폴더</a:t>
            </a:r>
          </a:p>
        </p:txBody>
      </p:sp>
      <p:sp>
        <p:nvSpPr>
          <p:cNvPr id="4" name="">
            <a:extLst>
              <a:ext uri="{FF2B5EF4-FFF2-40B4-BE49-F238E27FC236}">
                <ns2:creationId id="{E77F7B4D-9590-4FC7-970C-E5F739CF82FF}"/>
              </a:ext>
            </a:extLst>
          </p:cNvPr>
          <p:cNvSpPr>
            <a:spLocks noGrp="1"/>
          </p:cNvSpPr>
          <p:nvPr/>
        </p:nvSpPr>
        <p:spPr>
          <a:xfrm>
            <a:off x="685800" y="2262188"/>
            <a:ext cx="10820400" cy="640842"/>
          </a:xfrm>
          <a:prstGeom prst="rect">
            <a:avLst/>
          </a:prstGeom>
          <a:solidFill>
            <a:srgbClr val="F1F6F5"/>
          </a:solidFill>
          <a:ln w="0">
            <a:noFill/>
          </a:ln>
        </p:spPr>
      </p:sp>
      <p:sp>
        <p:nvSpPr>
          <p:cNvPr id="5" name="">
            <a:extLst>
              <a:ext uri="{FF2B5EF4-FFF2-40B4-BE49-F238E27FC236}">
                <ns2:creationId id="{CC1463B0-80DA-4559-AF61-43BF7D0F31EB}"/>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832A259E-DBC8-4D1E-8475-3E8F1FAADB26}"/>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init --bare -b main shared.git</a:t>
            </a:r>
          </a:p>
        </p:txBody>
      </p:sp>
      <p:sp>
        <p:nvSpPr>
          <p:cNvPr id="7" name="">
            <a:extLst>
              <a:ext uri="{FF2B5EF4-FFF2-40B4-BE49-F238E27FC236}">
                <ns2:creationId id="{FD8D12E4-1897-4D14-AEAE-D9006CFF9540}"/>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D358967B-AD89-4259-84D8-310F139DA9D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D0FD879F-E1CD-41D3-979F-1B5CC97A3DF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036A87CC-199F-4992-9302-21C5F854F79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DE4234FD-8E92-4666-A76F-6FAB6B071A1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069</a:t>
            </a:r>
          </a:p>
        </p:txBody>
      </p:sp>
    </p:spTree>
    <p:extLst>
      <p:ext uri="{BB962C8B-B14F-4D97-AF65-F5344CB8AC3E}">
        <ns4:creationId val="319126651"/>
      </p:ext>
    </p:extLst>
  </p:cSld>
</p:sld>
</file>

<file path=ppt/slides/slide7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EE32B5F8-7292-4FD0-BDF1-0B8E9B72CEF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7D4C74F3-797B-4293-AF7F-E4718D9F0EA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공유 저장소 명령 읽기</a:t>
            </a:r>
          </a:p>
        </p:txBody>
      </p:sp>
      <p:sp>
        <p:nvSpPr>
          <p:cNvPr id="3" name="">
            <a:extLst>
              <a:ext uri="{FF2B5EF4-FFF2-40B4-BE49-F238E27FC236}">
                <ns2:creationId id="{E5BC6E59-63CE-431D-96DB-88BC62AD3D25}"/>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0B9ED386-C6B2-4D66-92CE-F4B43327080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--bare는 작업 파일 없이 기록을 보관합니다.</a:t>
            </a:r>
          </a:p>
        </p:txBody>
      </p:sp>
      <p:sp>
        <p:nvSpPr>
          <p:cNvPr id="5" name="">
            <a:extLst>
              <a:ext uri="{FF2B5EF4-FFF2-40B4-BE49-F238E27FC236}">
                <ns2:creationId id="{BD8623A1-8CA7-45C2-839C-E1CEE3FE7720}"/>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-b main은 시작 브랜치를 main으로 정합니다.</a:t>
            </a:r>
          </a:p>
        </p:txBody>
      </p:sp>
      <p:sp>
        <p:nvSpPr>
          <p:cNvPr id="6" name="">
            <a:extLst>
              <a:ext uri="{FF2B5EF4-FFF2-40B4-BE49-F238E27FC236}">
                <ns2:creationId id="{36CD568B-F4D4-41F0-8D97-B9D2CA355323}"/>
              </a:ext>
            </a:extLst>
          </p:cNvPr>
          <p:cNvSpPr>
            <a:spLocks noGrp="1"/>
          </p:cNvSpPr>
          <p:nvPr/>
        </p:nvSpPr>
        <p:spPr>
          <a:xfrm>
            <a:off x="685800" y="403479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remote -v로 보낼 주소를 확인합니다.</a:t>
            </a:r>
          </a:p>
        </p:txBody>
      </p:sp>
      <p:sp>
        <p:nvSpPr>
          <p:cNvPr id="7" name="">
            <a:extLst>
              <a:ext uri="{FF2B5EF4-FFF2-40B4-BE49-F238E27FC236}">
                <ns2:creationId id="{CE5F203A-4FA3-4E12-B079-7EB22194E0C5}"/>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69장의 실제 예제 다시 읽기</a:t>
            </a:r>
          </a:p>
        </p:txBody>
      </p:sp>
      <p:sp>
        <p:nvSpPr>
          <p:cNvPr id="8" name="">
            <a:extLst>
              <a:ext uri="{FF2B5EF4-FFF2-40B4-BE49-F238E27FC236}">
                <ns2:creationId id="{0C036E79-A0F7-4687-ABEE-5F83F54726DE}"/>
              </a:ext>
            </a:extLst>
          </p:cNvPr>
          <p:cNvSpPr>
            <a:spLocks noGrp="1"/>
          </p:cNvSpPr>
          <p:nvPr/>
        </p:nvSpPr>
        <p:spPr>
          <a:xfrm>
            <a:off x="6267450" y="2628900"/>
            <a:ext cx="5238750" cy="616458"/>
          </a:xfrm>
          <a:prstGeom prst="rect">
            <a:avLst/>
          </a:prstGeom>
          <a:solidFill>
            <a:srgbClr val="F1F6F5"/>
          </a:solidFill>
          <a:ln w="0">
            <a:noFill/>
          </a:ln>
        </p:spPr>
      </p:sp>
      <p:sp>
        <p:nvSpPr>
          <p:cNvPr id="9" name="">
            <a:extLst>
              <a:ext uri="{FF2B5EF4-FFF2-40B4-BE49-F238E27FC236}">
                <ns2:creationId id="{1E5B42ED-B586-400A-9C33-10B9B03029F5}"/>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10" name="">
            <a:extLst>
              <a:ext uri="{FF2B5EF4-FFF2-40B4-BE49-F238E27FC236}">
                <ns2:creationId id="{064DE3EC-A056-4927-A83E-12E6810174CE}"/>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init --bare -b main shared.git</a:t>
            </a:r>
          </a:p>
        </p:txBody>
      </p:sp>
      <p:sp>
        <p:nvSpPr>
          <p:cNvPr id="11" name="">
            <a:extLst>
              <a:ext uri="{FF2B5EF4-FFF2-40B4-BE49-F238E27FC236}">
                <ns2:creationId id="{0F3C6B63-74C2-4AE9-ABB5-E83D47FA836E}"/>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003C28D8-7B3F-4CD1-941F-998D6A142B4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BBB7C038-20FF-4F6C-AD70-34FE4406D03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6059E2ED-4A07-4C68-B8C9-2F01BB2BC90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0A49FE56-157F-4C89-B83C-C1D2B20A92C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070</a:t>
            </a:r>
          </a:p>
        </p:txBody>
      </p:sp>
    </p:spTree>
    <p:extLst>
      <p:ext uri="{BB962C8B-B14F-4D97-AF65-F5344CB8AC3E}">
        <ns4:creationId val="635857730"/>
      </p:ext>
    </p:extLst>
  </p:cSld>
</p:sld>
</file>

<file path=ppt/slides/slide7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7" name="">
            <a:extLst>
              <a:ext uri="{FF2B5EF4-FFF2-40B4-BE49-F238E27FC236}">
                <ns2:creationId id="{E0C2D8A2-8D7C-4660-8E99-2C53D2EA7B0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7528C3F3-5A99-4B8F-AC54-3451C1EB9EE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공유 주소로 보내기</a:t>
            </a:r>
          </a:p>
        </p:txBody>
      </p:sp>
      <p:sp>
        <p:nvSpPr>
          <p:cNvPr id="3" name="">
            <a:extLst>
              <a:ext uri="{FF2B5EF4-FFF2-40B4-BE49-F238E27FC236}">
                <ns2:creationId id="{7FD09BBD-0F32-4A5D-B1E4-70C21D6D61BC}"/>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실행 위치: work/git-lab</a:t>
            </a:r>
          </a:p>
        </p:txBody>
      </p:sp>
      <p:sp>
        <p:nvSpPr>
          <p:cNvPr id="4" name="">
            <a:extLst>
              <a:ext uri="{FF2B5EF4-FFF2-40B4-BE49-F238E27FC236}">
                <ns2:creationId id="{D680C2F5-E744-446C-AF52-B0507DEA88F8}"/>
              </a:ext>
            </a:extLst>
          </p:cNvPr>
          <p:cNvSpPr>
            <a:spLocks noGrp="1"/>
          </p:cNvSpPr>
          <p:nvPr/>
        </p:nvSpPr>
        <p:spPr>
          <a:xfrm>
            <a:off x="685800" y="2147888"/>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origin이 이미 있으면 remote -v로 먼저 확인합니다.</a:t>
            </a:r>
          </a:p>
        </p:txBody>
      </p:sp>
      <p:sp>
        <p:nvSpPr>
          <p:cNvPr id="5" name="">
            <a:extLst>
              <a:ext uri="{FF2B5EF4-FFF2-40B4-BE49-F238E27FC236}">
                <ns2:creationId id="{87FF4A8F-0F43-498D-A985-C06E57FFE765}"/>
              </a:ext>
            </a:extLst>
          </p:cNvPr>
          <p:cNvSpPr>
            <a:spLocks noGrp="1"/>
          </p:cNvSpPr>
          <p:nvPr/>
        </p:nvSpPr>
        <p:spPr>
          <a:xfrm>
            <a:off x="685800" y="2705100"/>
            <a:ext cx="10820400" cy="1274826"/>
          </a:xfrm>
          <a:prstGeom prst="rect">
            <a:avLst/>
          </a:prstGeom>
          <a:solidFill>
            <a:srgbClr val="F1F6F5"/>
          </a:solidFill>
          <a:ln w="0">
            <a:noFill/>
          </a:ln>
        </p:spPr>
      </p:sp>
      <p:sp>
        <p:nvSpPr>
          <p:cNvPr id="6" name="">
            <a:extLst>
              <a:ext uri="{FF2B5EF4-FFF2-40B4-BE49-F238E27FC236}">
                <ns2:creationId id="{C73DE576-1FF3-49D3-B293-860354FEF941}"/>
              </a:ext>
            </a:extLst>
          </p:cNvPr>
          <p:cNvSpPr>
            <a:spLocks noGrp="1"/>
          </p:cNvSpPr>
          <p:nvPr/>
        </p:nvSpPr>
        <p:spPr>
          <a:xfrm>
            <a:off x="828675" y="286702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7" name="">
            <a:extLst>
              <a:ext uri="{FF2B5EF4-FFF2-40B4-BE49-F238E27FC236}">
                <ns2:creationId id="{28D38A0D-011B-46AA-97C6-64CB124582CF}"/>
              </a:ext>
            </a:extLst>
          </p:cNvPr>
          <p:cNvSpPr>
            <a:spLocks noGrp="1"/>
          </p:cNvSpPr>
          <p:nvPr/>
        </p:nvSpPr>
        <p:spPr>
          <a:xfrm>
            <a:off x="1276350" y="282892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remote add origin ../shared.git</a:t>
            </a:r>
          </a:p>
        </p:txBody>
      </p:sp>
      <p:sp>
        <p:nvSpPr>
          <p:cNvPr id="8" name="">
            <a:extLst>
              <a:ext uri="{FF2B5EF4-FFF2-40B4-BE49-F238E27FC236}">
                <ns2:creationId id="{D12FBD4C-7A10-4346-82DA-3F4491121314}"/>
              </a:ext>
            </a:extLst>
          </p:cNvPr>
          <p:cNvSpPr>
            <a:spLocks noGrp="1"/>
          </p:cNvSpPr>
          <p:nvPr/>
        </p:nvSpPr>
        <p:spPr>
          <a:xfrm>
            <a:off x="828675" y="318401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9" name="">
            <a:extLst>
              <a:ext uri="{FF2B5EF4-FFF2-40B4-BE49-F238E27FC236}">
                <ns2:creationId id="{11E209D4-8393-4477-9527-C6E5EE875014}"/>
              </a:ext>
            </a:extLst>
          </p:cNvPr>
          <p:cNvSpPr>
            <a:spLocks noGrp="1"/>
          </p:cNvSpPr>
          <p:nvPr/>
        </p:nvSpPr>
        <p:spPr>
          <a:xfrm>
            <a:off x="1276350" y="314591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remote -v</a:t>
            </a:r>
          </a:p>
        </p:txBody>
      </p:sp>
      <p:sp>
        <p:nvSpPr>
          <p:cNvPr id="10" name="">
            <a:extLst>
              <a:ext uri="{FF2B5EF4-FFF2-40B4-BE49-F238E27FC236}">
                <ns2:creationId id="{82E6A5B3-42FD-497E-9CFD-8EBCFEF594D4}"/>
              </a:ext>
            </a:extLst>
          </p:cNvPr>
          <p:cNvSpPr>
            <a:spLocks noGrp="1"/>
          </p:cNvSpPr>
          <p:nvPr/>
        </p:nvSpPr>
        <p:spPr>
          <a:xfrm>
            <a:off x="828675" y="350100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1" name="">
            <a:extLst>
              <a:ext uri="{FF2B5EF4-FFF2-40B4-BE49-F238E27FC236}">
                <ns2:creationId id="{F320700D-24CC-4976-A61B-DEF9A458C417}"/>
              </a:ext>
            </a:extLst>
          </p:cNvPr>
          <p:cNvSpPr>
            <a:spLocks noGrp="1"/>
          </p:cNvSpPr>
          <p:nvPr/>
        </p:nvSpPr>
        <p:spPr>
          <a:xfrm>
            <a:off x="1276350" y="346290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push -u origin main</a:t>
            </a:r>
          </a:p>
        </p:txBody>
      </p:sp>
      <p:sp>
        <p:nvSpPr>
          <p:cNvPr id="12" name="">
            <a:extLst>
              <a:ext uri="{FF2B5EF4-FFF2-40B4-BE49-F238E27FC236}">
                <ns2:creationId id="{B5CEA9D3-7FE4-4FBA-A9DF-3A25715114DA}"/>
              </a:ext>
            </a:extLst>
          </p:cNvPr>
          <p:cNvSpPr>
            <a:spLocks noGrp="1"/>
          </p:cNvSpPr>
          <p:nvPr/>
        </p:nvSpPr>
        <p:spPr>
          <a:xfrm>
            <a:off x="685800" y="6172200"/>
            <a:ext cx="10820400" cy="9525"/>
          </a:xfrm>
          <a:prstGeom prst="rect">
            <a:avLst/>
          </a:prstGeom>
          <a:solidFill>
            <a:srgbClr val="D5DEDD"/>
          </a:solidFill>
          <a:ln w="0">
            <a:noFill/>
          </a:ln>
        </p:spPr>
      </p:sp>
      <p:sp>
        <p:nvSpPr>
          <p:cNvPr id="13" name="">
            <a:extLst>
              <a:ext uri="{FF2B5EF4-FFF2-40B4-BE49-F238E27FC236}">
                <ns2:creationId id="{BF74873F-E51A-402B-888B-D00CAEAB31B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4" name="">
            <a:extLst>
              <a:ext uri="{FF2B5EF4-FFF2-40B4-BE49-F238E27FC236}">
                <ns2:creationId id="{78038F9D-CA73-46E9-9DDF-9DE00F629E5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5" name="">
            <a:extLst>
              <a:ext uri="{FF2B5EF4-FFF2-40B4-BE49-F238E27FC236}">
                <ns2:creationId id="{81F01653-307C-4A09-B41A-7D71997DEAE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6" name="">
            <a:extLst>
              <a:ext uri="{FF2B5EF4-FFF2-40B4-BE49-F238E27FC236}">
                <ns2:creationId id="{1B55FAB7-7CDF-4BA6-98C9-87CD1F8856A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071</a:t>
            </a:r>
          </a:p>
        </p:txBody>
      </p:sp>
    </p:spTree>
    <p:extLst>
      <p:ext uri="{BB962C8B-B14F-4D97-AF65-F5344CB8AC3E}">
        <ns4:creationId val="528684114"/>
      </p:ext>
    </p:extLst>
  </p:cSld>
</p:sld>
</file>

<file path=ppt/slides/slide7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33D2AC53-5772-47E8-89AE-BCF5EFD07E3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6B8FF25F-A957-4616-ACFE-A2FCADF08EE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주소와 보내기</a:t>
            </a:r>
          </a:p>
        </p:txBody>
      </p:sp>
      <p:sp>
        <p:nvSpPr>
          <p:cNvPr id="3" name="">
            <a:extLst>
              <a:ext uri="{FF2B5EF4-FFF2-40B4-BE49-F238E27FC236}">
                <ns2:creationId id="{7EF4F9BB-8EC5-4E75-A8C0-60DE58486F7C}"/>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DE7D182B-8410-4544-A3C5-8F8AFF8998C9}"/>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git-lab에서 공유 주소를 등록합니다.</a:t>
            </a:r>
          </a:p>
        </p:txBody>
      </p:sp>
      <p:sp>
        <p:nvSpPr>
          <p:cNvPr id="5" name="">
            <a:extLst>
              <a:ext uri="{FF2B5EF4-FFF2-40B4-BE49-F238E27FC236}">
                <ns2:creationId id="{2D969867-BB71-43F8-B787-ED86E3B033A7}"/>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로컬 커밋 뒤에도 보내기는 별도입니다.</a:t>
            </a:r>
          </a:p>
        </p:txBody>
      </p:sp>
      <p:sp>
        <p:nvSpPr>
          <p:cNvPr id="6" name="">
            <a:extLst>
              <a:ext uri="{FF2B5EF4-FFF2-40B4-BE49-F238E27FC236}">
                <ns2:creationId id="{6C27570E-B9EB-44A2-88A4-09B5BF1FA5FA}"/>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71장의 실제 예제 다시 읽기</a:t>
            </a:r>
          </a:p>
        </p:txBody>
      </p:sp>
      <p:sp>
        <p:nvSpPr>
          <p:cNvPr id="7" name="">
            <a:extLst>
              <a:ext uri="{FF2B5EF4-FFF2-40B4-BE49-F238E27FC236}">
                <ns2:creationId id="{3F21334C-2B6C-4D68-B5E1-887DFF41F550}"/>
              </a:ext>
            </a:extLst>
          </p:cNvPr>
          <p:cNvSpPr>
            <a:spLocks noGrp="1"/>
          </p:cNvSpPr>
          <p:nvPr/>
        </p:nvSpPr>
        <p:spPr>
          <a:xfrm>
            <a:off x="6267450" y="2628900"/>
            <a:ext cx="5238750" cy="1201674"/>
          </a:xfrm>
          <a:prstGeom prst="rect">
            <a:avLst/>
          </a:prstGeom>
          <a:solidFill>
            <a:srgbClr val="F1F6F5"/>
          </a:solidFill>
          <a:ln w="0">
            <a:noFill/>
          </a:ln>
        </p:spPr>
      </p:sp>
      <p:sp>
        <p:nvSpPr>
          <p:cNvPr id="8" name="">
            <a:extLst>
              <a:ext uri="{FF2B5EF4-FFF2-40B4-BE49-F238E27FC236}">
                <ns2:creationId id="{6A4062F8-87BF-44A8-A13C-858969C170A8}"/>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23AFD2F8-7A6E-4C31-A2CB-D84D7ED32AC2}"/>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remote add origin ../shared.git</a:t>
            </a:r>
          </a:p>
        </p:txBody>
      </p:sp>
      <p:sp>
        <p:nvSpPr>
          <p:cNvPr id="10" name="">
            <a:extLst>
              <a:ext uri="{FF2B5EF4-FFF2-40B4-BE49-F238E27FC236}">
                <ns2:creationId id="{42835B4B-74D1-4B9C-B7C6-093F6360D78F}"/>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5B33F96D-2372-4039-BD42-672F5EA2EF55}"/>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remote -v</a:t>
            </a:r>
          </a:p>
        </p:txBody>
      </p:sp>
      <p:sp>
        <p:nvSpPr>
          <p:cNvPr id="12" name="">
            <a:extLst>
              <a:ext uri="{FF2B5EF4-FFF2-40B4-BE49-F238E27FC236}">
                <ns2:creationId id="{D1434D78-064A-4779-927C-61D2D0698156}"/>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E399419D-80DB-42AD-A6A5-730839AEDDC9}"/>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push -u origin main</a:t>
            </a:r>
          </a:p>
        </p:txBody>
      </p:sp>
      <p:sp>
        <p:nvSpPr>
          <p:cNvPr id="14" name="">
            <a:extLst>
              <a:ext uri="{FF2B5EF4-FFF2-40B4-BE49-F238E27FC236}">
                <ns2:creationId id="{23AD8345-CD1E-4F49-A101-FEA11630B7F1}"/>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150B1EFE-77AF-4069-A311-33B4A75331F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1CE0985A-33C7-4326-94C4-B4C6536594E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C145E56D-2D52-429C-9B52-34C356570AF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EC72E543-37AB-498D-800D-F89A0846424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072</a:t>
            </a:r>
          </a:p>
        </p:txBody>
      </p:sp>
    </p:spTree>
    <p:extLst>
      <p:ext uri="{BB962C8B-B14F-4D97-AF65-F5344CB8AC3E}">
        <ns4:creationId val="1580559815"/>
      </p:ext>
    </p:extLst>
  </p:cSld>
</p:sld>
</file>

<file path=ppt/slides/slide7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011DDC9A-DE2C-455C-B417-D320787DCF7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9B0F0E5-65D0-47FB-8594-7258F677806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origin의 뜻</a:t>
            </a:r>
          </a:p>
        </p:txBody>
      </p:sp>
      <p:sp>
        <p:nvSpPr>
          <p:cNvPr id="3" name="">
            <a:extLst>
              <a:ext uri="{FF2B5EF4-FFF2-40B4-BE49-F238E27FC236}">
                <ns2:creationId id="{4E7D714A-8F85-4B70-BEEE-ADB818A666C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origin은 반드시 GitHub 주소인가요?</a:t>
            </a:r>
          </a:p>
        </p:txBody>
      </p:sp>
      <p:sp>
        <p:nvSpPr>
          <p:cNvPr id="4" name="">
            <a:extLst>
              <a:ext uri="{FF2B5EF4-FFF2-40B4-BE49-F238E27FC236}">
                <ns2:creationId id="{B8C4D1FC-A32A-4DA3-9D47-EF508D74F1F1}"/>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1D7F0491-0370-4875-B859-2ECD7BFE5348}"/>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97FCE70B-1FB5-4967-9EDB-EDB917BAFD3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59A54FE6-BCB3-42F5-A995-BB2F324AC70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BEC9A862-BF18-4203-AFED-D733DCEAE1C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BBAB714B-3292-402E-BD4E-FFE0117F041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073</a:t>
            </a:r>
          </a:p>
        </p:txBody>
      </p:sp>
    </p:spTree>
    <p:extLst>
      <p:ext uri="{BB962C8B-B14F-4D97-AF65-F5344CB8AC3E}">
        <ns4:creationId val="289814177"/>
      </p:ext>
    </p:extLst>
  </p:cSld>
</p:sld>
</file>

<file path=ppt/slides/slide7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E38B9922-AD3D-4642-9E59-25D93A6CD20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C2E11A48-4C4C-4C48-9E5D-DD123F6E186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A14  동료가 기록 받기</a:t>
            </a:r>
          </a:p>
        </p:txBody>
      </p:sp>
      <p:sp>
        <p:nvSpPr>
          <p:cNvPr id="3" name="">
            <a:extLst>
              <a:ext uri="{FF2B5EF4-FFF2-40B4-BE49-F238E27FC236}">
                <ns2:creationId id="{0CF23915-1088-49F1-B904-D0618178EACE}"/>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clone: 처음 복사</a:t>
            </a:r>
          </a:p>
        </p:txBody>
      </p:sp>
      <p:sp>
        <p:nvSpPr>
          <p:cNvPr id="4" name="">
            <a:extLst>
              <a:ext uri="{FF2B5EF4-FFF2-40B4-BE49-F238E27FC236}">
                <ns2:creationId id="{4C69DB0B-47E4-4936-ABBC-32DACFDB74AA}"/>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추가·복습: clone은 처음 기록을 복사합니다.</a:t>
            </a:r>
          </a:p>
        </p:txBody>
      </p:sp>
      <p:sp>
        <p:nvSpPr>
          <p:cNvPr id="5" name="">
            <a:extLst>
              <a:ext uri="{FF2B5EF4-FFF2-40B4-BE49-F238E27FC236}">
                <ns2:creationId id="{635606A4-C343-4C34-835B-FA30A4A4ACC9}"/>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fetch: 새 기록 받기</a:t>
            </a:r>
          </a:p>
        </p:txBody>
      </p:sp>
      <p:sp>
        <p:nvSpPr>
          <p:cNvPr id="6" name="">
            <a:extLst>
              <a:ext uri="{FF2B5EF4-FFF2-40B4-BE49-F238E27FC236}">
                <ns2:creationId id="{B7A87B30-9D57-4EC8-B263-BCF543455FA6}"/>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fetch 뒤 적용할 변경을 비교합니다.</a:t>
            </a:r>
          </a:p>
        </p:txBody>
      </p:sp>
      <p:sp>
        <p:nvSpPr>
          <p:cNvPr id="7" name="">
            <a:extLst>
              <a:ext uri="{FF2B5EF4-FFF2-40B4-BE49-F238E27FC236}">
                <ns2:creationId id="{58F8FFF0-CDAF-47EE-B0D9-1D4933F673B8}"/>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10EB95AC-BF0C-4D42-B8F5-EBE37B37324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B06E49FF-AE97-4E4C-A86C-C2DFFC819B1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08F26821-DC9C-47F3-9ED0-A11A778F64F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131BEF53-E842-403F-8361-B2813B99D90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074</a:t>
            </a:r>
          </a:p>
        </p:txBody>
      </p:sp>
    </p:spTree>
    <p:extLst>
      <p:ext uri="{BB962C8B-B14F-4D97-AF65-F5344CB8AC3E}">
        <ns4:creationId val="1465429807"/>
      </p:ext>
    </p:extLst>
  </p:cSld>
</p:sld>
</file>

<file path=ppt/slides/slide7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7" name="">
            <a:extLst>
              <a:ext uri="{FF2B5EF4-FFF2-40B4-BE49-F238E27FC236}">
                <ns2:creationId id="{35E68A3D-B576-4ECF-80BD-4EAC9FB796A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9A9CA4F9-3A48-4924-9A28-A77D92AD605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동료 작업본 처음 만들기</a:t>
            </a:r>
          </a:p>
        </p:txBody>
      </p:sp>
      <p:sp>
        <p:nvSpPr>
          <p:cNvPr id="3" name="">
            <a:extLst>
              <a:ext uri="{FF2B5EF4-FFF2-40B4-BE49-F238E27FC236}">
                <ns2:creationId id="{F387FCAA-8A5A-435E-B0E5-7B09AE7D13B0}"/>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추가·복습: 실행 위치: work</a:t>
            </a:r>
          </a:p>
        </p:txBody>
      </p:sp>
      <p:sp>
        <p:nvSpPr>
          <p:cNvPr id="4" name="">
            <a:extLst>
              <a:ext uri="{FF2B5EF4-FFF2-40B4-BE49-F238E27FC236}">
                <ns2:creationId id="{0E7EF101-333F-46BF-88C9-86E56B44348E}"/>
              </a:ext>
            </a:extLst>
          </p:cNvPr>
          <p:cNvSpPr>
            <a:spLocks noGrp="1"/>
          </p:cNvSpPr>
          <p:nvPr/>
        </p:nvSpPr>
        <p:spPr>
          <a:xfrm>
            <a:off x="685800" y="2147888"/>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다음 fetch 예는 이 colleague 폴더에서 실행합니다.</a:t>
            </a:r>
          </a:p>
        </p:txBody>
      </p:sp>
      <p:sp>
        <p:nvSpPr>
          <p:cNvPr id="5" name="">
            <a:extLst>
              <a:ext uri="{FF2B5EF4-FFF2-40B4-BE49-F238E27FC236}">
                <ns2:creationId id="{0C4C7F2B-9D1C-46A7-AD78-E9299881A206}"/>
              </a:ext>
            </a:extLst>
          </p:cNvPr>
          <p:cNvSpPr>
            <a:spLocks noGrp="1"/>
          </p:cNvSpPr>
          <p:nvPr/>
        </p:nvSpPr>
        <p:spPr>
          <a:xfrm>
            <a:off x="685800" y="2705100"/>
            <a:ext cx="10820400" cy="1274826"/>
          </a:xfrm>
          <a:prstGeom prst="rect">
            <a:avLst/>
          </a:prstGeom>
          <a:solidFill>
            <a:srgbClr val="F1F6F5"/>
          </a:solidFill>
          <a:ln w="0">
            <a:noFill/>
          </a:ln>
        </p:spPr>
      </p:sp>
      <p:sp>
        <p:nvSpPr>
          <p:cNvPr id="6" name="">
            <a:extLst>
              <a:ext uri="{FF2B5EF4-FFF2-40B4-BE49-F238E27FC236}">
                <ns2:creationId id="{FE941B08-5043-4EA2-9CF3-777C72EF9F2F}"/>
              </a:ext>
            </a:extLst>
          </p:cNvPr>
          <p:cNvSpPr>
            <a:spLocks noGrp="1"/>
          </p:cNvSpPr>
          <p:nvPr/>
        </p:nvSpPr>
        <p:spPr>
          <a:xfrm>
            <a:off x="828675" y="286702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7" name="">
            <a:extLst>
              <a:ext uri="{FF2B5EF4-FFF2-40B4-BE49-F238E27FC236}">
                <ns2:creationId id="{AF821E47-17C5-406F-9F39-A1C623395CFE}"/>
              </a:ext>
            </a:extLst>
          </p:cNvPr>
          <p:cNvSpPr>
            <a:spLocks noGrp="1"/>
          </p:cNvSpPr>
          <p:nvPr/>
        </p:nvSpPr>
        <p:spPr>
          <a:xfrm>
            <a:off x="1276350" y="282892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clone shared.git colleague</a:t>
            </a:r>
          </a:p>
        </p:txBody>
      </p:sp>
      <p:sp>
        <p:nvSpPr>
          <p:cNvPr id="8" name="">
            <a:extLst>
              <a:ext uri="{FF2B5EF4-FFF2-40B4-BE49-F238E27FC236}">
                <ns2:creationId id="{F830F2FF-64DD-4DA6-8125-1E22915A6602}"/>
              </a:ext>
            </a:extLst>
          </p:cNvPr>
          <p:cNvSpPr>
            <a:spLocks noGrp="1"/>
          </p:cNvSpPr>
          <p:nvPr/>
        </p:nvSpPr>
        <p:spPr>
          <a:xfrm>
            <a:off x="828675" y="318401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9" name="">
            <a:extLst>
              <a:ext uri="{FF2B5EF4-FFF2-40B4-BE49-F238E27FC236}">
                <ns2:creationId id="{37DA7682-CF41-4C2C-853B-7690B22959F2}"/>
              </a:ext>
            </a:extLst>
          </p:cNvPr>
          <p:cNvSpPr>
            <a:spLocks noGrp="1"/>
          </p:cNvSpPr>
          <p:nvPr/>
        </p:nvSpPr>
        <p:spPr>
          <a:xfrm>
            <a:off x="1276350" y="314591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cd colleague</a:t>
            </a:r>
          </a:p>
        </p:txBody>
      </p:sp>
      <p:sp>
        <p:nvSpPr>
          <p:cNvPr id="10" name="">
            <a:extLst>
              <a:ext uri="{FF2B5EF4-FFF2-40B4-BE49-F238E27FC236}">
                <ns2:creationId id="{927E2CC1-6993-423B-AB28-59F2DAF66978}"/>
              </a:ext>
            </a:extLst>
          </p:cNvPr>
          <p:cNvSpPr>
            <a:spLocks noGrp="1"/>
          </p:cNvSpPr>
          <p:nvPr/>
        </p:nvSpPr>
        <p:spPr>
          <a:xfrm>
            <a:off x="828675" y="350100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1" name="">
            <a:extLst>
              <a:ext uri="{FF2B5EF4-FFF2-40B4-BE49-F238E27FC236}">
                <ns2:creationId id="{A2C2305E-A2C3-47C2-8437-E5CA236DFA3E}"/>
              </a:ext>
            </a:extLst>
          </p:cNvPr>
          <p:cNvSpPr>
            <a:spLocks noGrp="1"/>
          </p:cNvSpPr>
          <p:nvPr/>
        </p:nvSpPr>
        <p:spPr>
          <a:xfrm>
            <a:off x="1276350" y="346290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status</a:t>
            </a:r>
          </a:p>
        </p:txBody>
      </p:sp>
      <p:sp>
        <p:nvSpPr>
          <p:cNvPr id="12" name="">
            <a:extLst>
              <a:ext uri="{FF2B5EF4-FFF2-40B4-BE49-F238E27FC236}">
                <ns2:creationId id="{A1BC4DC0-88E3-4A1C-8AED-7AA488017582}"/>
              </a:ext>
            </a:extLst>
          </p:cNvPr>
          <p:cNvSpPr>
            <a:spLocks noGrp="1"/>
          </p:cNvSpPr>
          <p:nvPr/>
        </p:nvSpPr>
        <p:spPr>
          <a:xfrm>
            <a:off x="685800" y="6172200"/>
            <a:ext cx="10820400" cy="9525"/>
          </a:xfrm>
          <a:prstGeom prst="rect">
            <a:avLst/>
          </a:prstGeom>
          <a:solidFill>
            <a:srgbClr val="D5DEDD"/>
          </a:solidFill>
          <a:ln w="0">
            <a:noFill/>
          </a:ln>
        </p:spPr>
      </p:sp>
      <p:sp>
        <p:nvSpPr>
          <p:cNvPr id="13" name="">
            <a:extLst>
              <a:ext uri="{FF2B5EF4-FFF2-40B4-BE49-F238E27FC236}">
                <ns2:creationId id="{29578519-B95C-4455-95E1-27E0BCDD477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4" name="">
            <a:extLst>
              <a:ext uri="{FF2B5EF4-FFF2-40B4-BE49-F238E27FC236}">
                <ns2:creationId id="{471AD35B-E7E0-4030-9FD5-ED80066C37D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5" name="">
            <a:extLst>
              <a:ext uri="{FF2B5EF4-FFF2-40B4-BE49-F238E27FC236}">
                <ns2:creationId id="{919164A0-956C-4FBF-A210-EA664CC6037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6" name="">
            <a:extLst>
              <a:ext uri="{FF2B5EF4-FFF2-40B4-BE49-F238E27FC236}">
                <ns2:creationId id="{256B1880-4771-40C9-AF27-CCAA9A0A914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075</a:t>
            </a:r>
          </a:p>
        </p:txBody>
      </p:sp>
    </p:spTree>
    <p:extLst>
      <p:ext uri="{BB962C8B-B14F-4D97-AF65-F5344CB8AC3E}">
        <ns4:creationId val="518771121"/>
      </p:ext>
    </p:extLst>
  </p:cSld>
</p:sld>
</file>

<file path=ppt/slides/slide7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9B150641-C6C5-4B3A-9FD7-BB95FB1320F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24D8DFA7-98B5-40C7-AE14-91E304ACB18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동료가 기록 받기의 예</a:t>
            </a:r>
          </a:p>
        </p:txBody>
      </p:sp>
      <p:sp>
        <p:nvSpPr>
          <p:cNvPr id="3" name="">
            <a:extLst>
              <a:ext uri="{FF2B5EF4-FFF2-40B4-BE49-F238E27FC236}">
                <ns2:creationId id="{9801856E-F86F-41E8-BCF5-1145076459BA}"/>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추가·복습: 실행 위치: 이미 clone한 colleague</a:t>
            </a:r>
          </a:p>
        </p:txBody>
      </p:sp>
      <p:sp>
        <p:nvSpPr>
          <p:cNvPr id="4" name="">
            <a:extLst>
              <a:ext uri="{FF2B5EF4-FFF2-40B4-BE49-F238E27FC236}">
                <ns2:creationId id="{786094E9-9513-4E7E-94FA-6337FCD9DC95}"/>
              </a:ext>
            </a:extLst>
          </p:cNvPr>
          <p:cNvSpPr>
            <a:spLocks noGrp="1"/>
          </p:cNvSpPr>
          <p:nvPr/>
        </p:nvSpPr>
        <p:spPr>
          <a:xfrm>
            <a:off x="685800" y="2262188"/>
            <a:ext cx="10820400" cy="1274826"/>
          </a:xfrm>
          <a:prstGeom prst="rect">
            <a:avLst/>
          </a:prstGeom>
          <a:solidFill>
            <a:srgbClr val="F1F6F5"/>
          </a:solidFill>
          <a:ln w="0">
            <a:noFill/>
          </a:ln>
        </p:spPr>
      </p:sp>
      <p:sp>
        <p:nvSpPr>
          <p:cNvPr id="5" name="">
            <a:extLst>
              <a:ext uri="{FF2B5EF4-FFF2-40B4-BE49-F238E27FC236}">
                <ns2:creationId id="{56527C29-3F06-413D-8F3A-DE897251EA68}"/>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A46E5562-F50B-48D6-A4B3-EB835C2A5625}"/>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fetch origin</a:t>
            </a:r>
          </a:p>
        </p:txBody>
      </p:sp>
      <p:sp>
        <p:nvSpPr>
          <p:cNvPr id="7" name="">
            <a:extLst>
              <a:ext uri="{FF2B5EF4-FFF2-40B4-BE49-F238E27FC236}">
                <ns2:creationId id="{ABF342C9-DBFF-4092-8C63-6B50ADDD65C5}"/>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84C7C344-468A-417C-B148-3D25B273E7E5}"/>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log --oneline main..origin/main</a:t>
            </a:r>
          </a:p>
        </p:txBody>
      </p:sp>
      <p:sp>
        <p:nvSpPr>
          <p:cNvPr id="9" name="">
            <a:extLst>
              <a:ext uri="{FF2B5EF4-FFF2-40B4-BE49-F238E27FC236}">
                <ns2:creationId id="{33E062F5-5B11-45A7-95CB-5982B186196D}"/>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E8D4CD0C-F409-49C0-BAB9-6C183D70D22A}"/>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merge --ff-only origin/main</a:t>
            </a:r>
          </a:p>
        </p:txBody>
      </p:sp>
      <p:sp>
        <p:nvSpPr>
          <p:cNvPr id="11" name="">
            <a:extLst>
              <a:ext uri="{FF2B5EF4-FFF2-40B4-BE49-F238E27FC236}">
                <ns2:creationId id="{257A177F-5F9E-4C03-BF80-1D21F4B06A43}"/>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A50B846B-3B6A-491B-B139-B06974FFE32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213B7BFF-66F2-4232-A074-8533F288732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6A33501A-789F-4575-A9E0-A89B36C3E3E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63954B59-AF5A-4498-A9B3-63E09C53329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076</a:t>
            </a:r>
          </a:p>
        </p:txBody>
      </p:sp>
    </p:spTree>
    <p:extLst>
      <p:ext uri="{BB962C8B-B14F-4D97-AF65-F5344CB8AC3E}">
        <ns4:creationId val="1731907420"/>
      </p:ext>
    </p:extLst>
  </p:cSld>
</p:sld>
</file>

<file path=ppt/slides/slide7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1A8A44A9-B115-4AEC-8877-870C96184B1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248E2EDC-F53C-4C2E-8D63-4BCCBEB544F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fetch와 작업 파일</a:t>
            </a:r>
          </a:p>
        </p:txBody>
      </p:sp>
      <p:sp>
        <p:nvSpPr>
          <p:cNvPr id="3" name="">
            <a:extLst>
              <a:ext uri="{FF2B5EF4-FFF2-40B4-BE49-F238E27FC236}">
                <ns2:creationId id="{C9CCD6FB-D46D-4466-AC3D-CF386B9312BA}"/>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fetch로 받은 기록</a:t>
            </a:r>
          </a:p>
        </p:txBody>
      </p:sp>
      <p:sp>
        <p:nvSpPr>
          <p:cNvPr id="4" name="">
            <a:extLst>
              <a:ext uri="{FF2B5EF4-FFF2-40B4-BE49-F238E27FC236}">
                <ns2:creationId id="{98DA2BF1-28D8-439E-B117-A5CD1E7D0C6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추가·복습: fetch만으로 현재 문장이 바뀌지 않을 수 있습니다.</a:t>
            </a:r>
          </a:p>
        </p:txBody>
      </p:sp>
      <p:sp>
        <p:nvSpPr>
          <p:cNvPr id="5" name="">
            <a:extLst>
              <a:ext uri="{FF2B5EF4-FFF2-40B4-BE49-F238E27FC236}">
                <ns2:creationId id="{FB7CF772-13A1-422E-A168-185978D50A79}"/>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갈라진 이력이면 자동 성공을 기대하지 않습니다.</a:t>
            </a:r>
          </a:p>
        </p:txBody>
      </p:sp>
      <p:sp>
        <p:nvSpPr>
          <p:cNvPr id="6" name="">
            <a:extLst>
              <a:ext uri="{FF2B5EF4-FFF2-40B4-BE49-F238E27FC236}">
                <ns2:creationId id="{DA281790-EFB2-4FDA-B65F-DCFBEFCD38A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동료가 기록 받기</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3548184"/>
                <a:gridCol w="1690566"/>
              </a:tblGrid>
              <a:tr h="514350">
                <a:tc>
                  <a:txBody>
                    <a:bodyPr wrap="square"/>
                    <a:lstStyle/>
                    <a:p>
                      <a:pPr>
                        <a:lnSpc>
                          <a:spcPct val="102000"/>
                        </a:lnSpc>
                        <a:buNone/>
                      </a:pPr>
                      <a:r>
                        <a:rPr sz="1875" b="1">
                          <a:solidFill>
                            <a:srgbClr val="172F39"/>
                          </a:solidFill>
                          <a:latin typeface="Noto Sans KR"/>
                          <a:ea typeface="Noto Sans KR"/>
                          <a:cs typeface="Noto Sans KR"/>
                        </a:rPr>
                        <a:t>순서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작업 위치</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clone shared.git colleague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work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fetch origin</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colleague</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merge --ff-only</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colleague</a:t>
                      </a:r>
                    </a:p>
                  </a:txBody>
                  <a:tcPr marL="114300" marR="114300" marT="76200" marB="76200" anchor="ctr">
                    <a:solidFill>
                      <a:srgbClr val="FFFFFF"/>
                    </a:solidFill>
                  </a:tcPr>
                </a:tc>
              </a:tr>
            </a:tbl>
          </a:graphicData>
        </a:graphic>
      </p:graphicFrame>
      <p:sp>
        <p:nvSpPr>
          <p:cNvPr id="8" name="">
            <a:extLst>
              <a:ext uri="{FF2B5EF4-FFF2-40B4-BE49-F238E27FC236}">
                <ns2:creationId id="{CD142CB3-A0EB-4EEA-BC11-5CE01D81B29C}"/>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CE902531-E3BF-443F-8083-391A904B852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69FFA7B-1B0A-47B4-A8DB-EE6364247F0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2AE2B646-7103-4597-8844-3FE4A7889E1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E7724CB9-082F-4ACB-9597-7EAFB1D10F7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077</a:t>
            </a:r>
          </a:p>
        </p:txBody>
      </p:sp>
    </p:spTree>
    <p:extLst>
      <p:ext uri="{BB962C8B-B14F-4D97-AF65-F5344CB8AC3E}">
        <ns4:creationId val="707568295"/>
      </p:ext>
    </p:extLst>
  </p:cSld>
</p:sld>
</file>

<file path=ppt/slides/slide7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6F5F847E-D270-4859-9A1A-CFC31576D42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F771611F-986B-4A6F-B252-2D275101074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공유 시차</a:t>
            </a:r>
          </a:p>
        </p:txBody>
      </p:sp>
      <p:sp>
        <p:nvSpPr>
          <p:cNvPr id="3" name="">
            <a:extLst>
              <a:ext uri="{FF2B5EF4-FFF2-40B4-BE49-F238E27FC236}">
                <ns2:creationId id="{5B008F3F-5D65-4FDA-A62E-253178FAF37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추가·복습: 내 상태는 clean인데 동료 파일은 옛 문장입니다.</a:t>
            </a:r>
          </a:p>
        </p:txBody>
      </p:sp>
      <p:sp>
        <p:nvSpPr>
          <p:cNvPr id="4" name="">
            <a:extLst>
              <a:ext uri="{FF2B5EF4-FFF2-40B4-BE49-F238E27FC236}">
                <ns2:creationId id="{9BBC1EB0-384F-4D29-A995-7D7A363DD5B1}"/>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빠졌을 수 있는 행동 두 개를 쓰세요.</a:t>
            </a:r>
          </a:p>
        </p:txBody>
      </p:sp>
      <p:sp>
        <p:nvSpPr>
          <p:cNvPr id="5" name="">
            <a:extLst>
              <a:ext uri="{FF2B5EF4-FFF2-40B4-BE49-F238E27FC236}">
                <ns2:creationId id="{73B29153-9826-4DD6-95B1-612503596375}"/>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2200F717-A1D4-44BF-B46B-4B8C918BAEC5}"/>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56186BE2-963F-445E-85DB-6BBAF1B2FBA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4974B8E5-34CA-4328-A7AA-A1A86AEB230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A1BAF9B-FDFD-4207-A4C5-39CCAE572E6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C14A3DA0-CC32-4872-B100-77EF9C3409D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078</a:t>
            </a:r>
          </a:p>
        </p:txBody>
      </p:sp>
    </p:spTree>
    <p:extLst>
      <p:ext uri="{BB962C8B-B14F-4D97-AF65-F5344CB8AC3E}">
        <ns4:creationId val="1852773446"/>
      </p:ext>
    </p:extLst>
  </p:cSld>
</p:sld>
</file>

<file path=ppt/slides/slide7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3F1BFABF-4700-4383-8086-1BC7F8621AA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CA37DA70-883F-4894-92C3-3FFA97321B6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A15  PR을 읽고 의견 남기기</a:t>
            </a:r>
          </a:p>
        </p:txBody>
      </p:sp>
      <p:sp>
        <p:nvSpPr>
          <p:cNvPr id="3" name="">
            <a:extLst>
              <a:ext uri="{FF2B5EF4-FFF2-40B4-BE49-F238E27FC236}">
                <ns2:creationId id="{4CA85492-4D68-43DA-BA36-A5A6A1EAF1D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DA5C98A8-D821-483B-91BC-CC5FD4544ADD}"/>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PR은 변경을 검토해 달라는 요청입니다.</a:t>
            </a:r>
          </a:p>
        </p:txBody>
      </p:sp>
      <p:sp>
        <p:nvSpPr>
          <p:cNvPr id="5" name="">
            <a:extLst>
              <a:ext uri="{FF2B5EF4-FFF2-40B4-BE49-F238E27FC236}">
                <ns2:creationId id="{805F1F8A-F2AD-4608-B6E0-F7C45EFBB169}"/>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요청한 내용, 바뀐 줄, 검사 결과를 비교합니다.</a:t>
            </a:r>
          </a:p>
        </p:txBody>
      </p:sp>
      <p:sp>
        <p:nvSpPr>
          <p:cNvPr id="6" name="">
            <a:extLst>
              <a:ext uri="{FF2B5EF4-FFF2-40B4-BE49-F238E27FC236}">
                <ns2:creationId id="{F212EA0D-5545-4F96-A489-8E80AB5DA780}"/>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리뷰에 필요한 자료</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083831"/>
                <a:gridCol w="3154919"/>
              </a:tblGrid>
              <a:tr h="514350">
                <a:tc>
                  <a:txBody>
                    <a:bodyPr wrap="square"/>
                    <a:lstStyle/>
                    <a:p>
                      <a:pPr>
                        <a:lnSpc>
                          <a:spcPct val="102000"/>
                        </a:lnSpc>
                        <a:buNone/>
                      </a:pPr>
                      <a:r>
                        <a:rPr sz="1875" b="1">
                          <a:solidFill>
                            <a:srgbClr val="172F39"/>
                          </a:solidFill>
                          <a:latin typeface="Noto Sans KR"/>
                          <a:ea typeface="Noto Sans KR"/>
                          <a:cs typeface="Noto Sans KR"/>
                        </a:rPr>
                        <a:t>검토</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찾을 내용</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목적</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요구 문장</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변경</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파일 차이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검사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입력·출력</a:t>
                      </a:r>
                    </a:p>
                  </a:txBody>
                  <a:tcPr marL="114300" marR="114300" marT="76200" marB="76200" anchor="ctr">
                    <a:solidFill>
                      <a:srgbClr val="FFFFFF"/>
                    </a:solidFill>
                  </a:tcPr>
                </a:tc>
              </a:tr>
            </a:tbl>
          </a:graphicData>
        </a:graphic>
      </p:graphicFrame>
      <p:sp>
        <p:nvSpPr>
          <p:cNvPr id="8" name="">
            <a:extLst>
              <a:ext uri="{FF2B5EF4-FFF2-40B4-BE49-F238E27FC236}">
                <ns2:creationId id="{2E231C2E-0ED3-4EC6-AD0D-B4CB8348E8FB}"/>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20258B09-547E-4734-9448-35C441DE6A5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5740E3CA-F906-42B2-99B4-D29110DE9AB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7C6C35B7-8DBD-4A07-954D-6F24FF6CEED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DA25EFC-40C9-4197-8745-736785550B3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079</a:t>
            </a:r>
          </a:p>
        </p:txBody>
      </p:sp>
    </p:spTree>
    <p:extLst>
      <p:ext uri="{BB962C8B-B14F-4D97-AF65-F5344CB8AC3E}">
        <ns4:creationId val="1165426433"/>
      </p:ext>
    </p:extLst>
  </p:cSld>
</p:sld>
</file>

<file path=ppt/slides/slide8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2EE956D1-B557-4FC4-B19D-20250F1D524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C960FF6C-D6EC-4C64-BF45-387F3EC4CE4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PR과 동료 리뷰의 예</a:t>
            </a:r>
          </a:p>
        </p:txBody>
      </p:sp>
      <p:graphicFrame>
        <p:nvGraphicFramePr>
          <p:cNvPr id="12" name=""/>
          <p:cNvGraphicFramePr/>
          <p:nvPr/>
        </p:nvGraphicFramePr>
        <p:xfrm>
          <a:off x="685800" y="1809750"/>
          <a:ext cx="10820400" cy="2682240"/>
        </p:xfrm>
        <a:graphic>
          <a:graphicData uri="http://schemas.openxmlformats.org/drawingml/2006/table">
            <a:tbl>
              <a:tblPr firstRow="1" bandRow="0"/>
              <a:tblGrid>
                <a:gridCol w="5063392"/>
                <a:gridCol w="5757008"/>
              </a:tblGrid>
              <a:tr h="536448">
                <a:tc>
                  <a:txBody>
                    <a:bodyPr wrap="square"/>
                    <a:lstStyle/>
                    <a:p>
                      <a:pPr>
                        <a:lnSpc>
                          <a:spcPct val="102000"/>
                        </a:lnSpc>
                        <a:buNone/>
                      </a:pPr>
                      <a:r>
                        <a:rPr sz="2025" b="1">
                          <a:solidFill>
                            <a:srgbClr val="172F39"/>
                          </a:solidFill>
                          <a:latin typeface="Noto Sans KR"/>
                          <a:ea typeface="Noto Sans KR"/>
                          <a:cs typeface="Noto Sans KR"/>
                        </a:rPr>
                        <a:t>검토 항목</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찾을 근거</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목적</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요구 문장</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변경</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파일 차이</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검사</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입력과 출력</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한계</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미실행 항목</a:t>
                      </a:r>
                    </a:p>
                  </a:txBody>
                  <a:tcPr marL="114300" marR="114300" marT="76200" marB="76200" anchor="ctr">
                    <a:solidFill>
                      <a:srgbClr val="FFFFFF"/>
                    </a:solidFill>
                  </a:tcPr>
                </a:tc>
              </a:tr>
            </a:tbl>
          </a:graphicData>
        </a:graphic>
      </p:graphicFrame>
      <p:sp>
        <p:nvSpPr>
          <p:cNvPr id="4" name="">
            <a:extLst>
              <a:ext uri="{FF2B5EF4-FFF2-40B4-BE49-F238E27FC236}">
                <ns2:creationId id="{00332C11-3B21-432B-ABF0-7F250F86FF80}"/>
              </a:ext>
            </a:extLst>
          </p:cNvPr>
          <p:cNvSpPr>
            <a:spLocks noGrp="1"/>
          </p:cNvSpPr>
          <p:nvPr/>
        </p:nvSpPr>
        <p:spPr>
          <a:xfrm>
            <a:off x="685800" y="4720590"/>
            <a:ext cx="10820400" cy="395288"/>
          </a:xfrm>
          <a:prstGeom prst="rect">
            <a:avLst/>
          </a:prstGeom>
          <a:noFill/>
          <a:ln w="0">
            <a:noFill/>
          </a:ln>
        </p:spPr>
        <p:txBody>
          <a:bodyPr wrap="square" lIns="0" tIns="0" rIns="0" bIns="0">
            <a:noAutofit/>
          </a:bodyPr>
          <a:lstStyle/>
          <a:p>
            <a:pPr>
              <a:defRPr sz="1875" b="1">
                <a:solidFill>
                  <a:srgbClr val="08786F"/>
                </a:solidFill>
                <a:latin typeface="Noto Sans KR"/>
                <a:ea typeface="Noto Sans KR"/>
                <a:cs typeface="Noto Sans KR"/>
              </a:defRPr>
            </a:pPr>
            <a:r>
              <a:t>오늘은 계정 없는 제공 자료를 읽습니다.</a:t>
            </a:r>
          </a:p>
        </p:txBody>
      </p:sp>
      <p:sp>
        <p:nvSpPr>
          <p:cNvPr id="5" name="">
            <a:extLst>
              <a:ext uri="{FF2B5EF4-FFF2-40B4-BE49-F238E27FC236}">
                <ns2:creationId id="{6EEF145A-C892-4FB7-9996-D700F4D851CC}"/>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4EE00C40-CEEA-4455-B676-A9F30AB64C8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118325F0-A872-42F1-848A-6D551BEE522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BFFA300E-5723-4248-B55B-8F3053CCB50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366EF991-E101-4F41-B2C6-2C9D52D58B2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080</a:t>
            </a:r>
          </a:p>
        </p:txBody>
      </p:sp>
    </p:spTree>
    <p:extLst>
      <p:ext uri="{BB962C8B-B14F-4D97-AF65-F5344CB8AC3E}">
        <ns4:creationId val="762472228"/>
      </p:ext>
    </p:extLst>
  </p:cSld>
</p:sld>
</file>

<file path=ppt/slides/slide8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D8EEB824-98C2-4DF6-8B06-938CB74949E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E8E3EE1-40B2-45F1-BCC0-47B6F30E26D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테스트 통과라는 말만 있다면</a:t>
            </a:r>
          </a:p>
        </p:txBody>
      </p:sp>
      <p:sp>
        <p:nvSpPr>
          <p:cNvPr id="3" name="">
            <a:extLst>
              <a:ext uri="{FF2B5EF4-FFF2-40B4-BE49-F238E27FC236}">
                <ns2:creationId id="{C51AE4ED-1795-419A-9BF5-57B81489E241}"/>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48DCC4AC-41D9-4F9C-9D34-362936300D4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“모든 테스트 통과”만으로 승인하지 않습니다.</a:t>
            </a:r>
          </a:p>
        </p:txBody>
      </p:sp>
      <p:sp>
        <p:nvSpPr>
          <p:cNvPr id="5" name="">
            <a:extLst>
              <a:ext uri="{FF2B5EF4-FFF2-40B4-BE49-F238E27FC236}">
                <ns2:creationId id="{C7B74980-A966-4BF4-9914-86C5EB5EDEE0}"/>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어느 파일에 어떤 값을 넣어 시험했는지 묻습니다.</a:t>
            </a:r>
          </a:p>
        </p:txBody>
      </p:sp>
      <p:sp>
        <p:nvSpPr>
          <p:cNvPr id="6" name="">
            <a:extLst>
              <a:ext uri="{FF2B5EF4-FFF2-40B4-BE49-F238E27FC236}">
                <ns2:creationId id="{E8E7A5E5-FBF3-46EA-BAE7-8DEB702EE9D0}"/>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리뷰에 필요한 자료</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083831"/>
                <a:gridCol w="3154919"/>
              </a:tblGrid>
              <a:tr h="514350">
                <a:tc>
                  <a:txBody>
                    <a:bodyPr wrap="square"/>
                    <a:lstStyle/>
                    <a:p>
                      <a:pPr>
                        <a:lnSpc>
                          <a:spcPct val="102000"/>
                        </a:lnSpc>
                        <a:buNone/>
                      </a:pPr>
                      <a:r>
                        <a:rPr sz="1875" b="1">
                          <a:solidFill>
                            <a:srgbClr val="172F39"/>
                          </a:solidFill>
                          <a:latin typeface="Noto Sans KR"/>
                          <a:ea typeface="Noto Sans KR"/>
                          <a:cs typeface="Noto Sans KR"/>
                        </a:rPr>
                        <a:t>검토</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찾을 내용</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목적</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요구 문장</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변경</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파일 차이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검사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입력·출력</a:t>
                      </a:r>
                    </a:p>
                  </a:txBody>
                  <a:tcPr marL="114300" marR="114300" marT="76200" marB="76200" anchor="ctr">
                    <a:solidFill>
                      <a:srgbClr val="FFFFFF"/>
                    </a:solidFill>
                  </a:tcPr>
                </a:tc>
              </a:tr>
            </a:tbl>
          </a:graphicData>
        </a:graphic>
      </p:graphicFrame>
      <p:sp>
        <p:nvSpPr>
          <p:cNvPr id="8" name="">
            <a:extLst>
              <a:ext uri="{FF2B5EF4-FFF2-40B4-BE49-F238E27FC236}">
                <ns2:creationId id="{45E7840D-6E41-4172-8F34-9069509EED58}"/>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1113A85A-1D68-452F-97FC-1D0C99E54E8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EB69BF6A-B739-4DBF-B15B-DA186F2F822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C626F31D-9CB9-4FBA-AA9D-5982252E862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861D413E-E430-4B78-8DC1-5945440D580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081</a:t>
            </a:r>
          </a:p>
        </p:txBody>
      </p:sp>
    </p:spTree>
    <p:extLst>
      <p:ext uri="{BB962C8B-B14F-4D97-AF65-F5344CB8AC3E}">
        <ns4:creationId val="837383041"/>
      </p:ext>
    </p:extLst>
  </p:cSld>
</p:sld>
</file>

<file path=ppt/slides/slide8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CD933428-BE7B-49E8-A943-FC220BF8267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A5D2D613-19C4-49A6-8713-48DA11A9286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리뷰 질문</a:t>
            </a:r>
          </a:p>
        </p:txBody>
      </p:sp>
      <p:sp>
        <p:nvSpPr>
          <p:cNvPr id="3" name="">
            <a:extLst>
              <a:ext uri="{FF2B5EF4-FFF2-40B4-BE49-F238E27FC236}">
                <ns2:creationId id="{AD423517-1D08-425B-A8B8-10D62DBE726F}"/>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검사했다고 했지만 명령이 없습니다.</a:t>
            </a:r>
          </a:p>
        </p:txBody>
      </p:sp>
      <p:sp>
        <p:nvSpPr>
          <p:cNvPr id="4" name="">
            <a:extLst>
              <a:ext uri="{FF2B5EF4-FFF2-40B4-BE49-F238E27FC236}">
                <ns2:creationId id="{099800B4-D4E6-4D4B-B375-63796B875C9B}"/>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동료에게 어떤 정보를 요청하나요?</a:t>
            </a:r>
          </a:p>
        </p:txBody>
      </p:sp>
      <p:sp>
        <p:nvSpPr>
          <p:cNvPr id="5" name="">
            <a:extLst>
              <a:ext uri="{FF2B5EF4-FFF2-40B4-BE49-F238E27FC236}">
                <ns2:creationId id="{D469BBE7-62C2-43BE-A55C-6B683861D812}"/>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74F8550C-4CBD-451E-AD69-5B699F0008A8}"/>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593D60F5-1924-4E45-89A2-68F48F301B6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3E883CE0-28D4-4984-9916-7519F1C8546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45D94A2-701E-4595-A4CE-6EC4BCE5C92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DB55D8B9-EEE7-4E42-A424-50E193DAFB5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082</a:t>
            </a:r>
          </a:p>
        </p:txBody>
      </p:sp>
    </p:spTree>
    <p:extLst>
      <p:ext uri="{BB962C8B-B14F-4D97-AF65-F5344CB8AC3E}">
        <ns4:creationId val="689207658"/>
      </p:ext>
    </p:extLst>
  </p:cSld>
</p:sld>
</file>

<file path=ppt/slides/slide8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82A6BA50-FDDA-4B97-AE34-7BEAC32A1A11}"/>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6교시</a:t>
            </a:r>
          </a:p>
        </p:txBody>
      </p:sp>
      <p:sp>
        <p:nvSpPr>
          <p:cNvPr id="2" name="">
            <a:extLst>
              <a:ext uri="{FF2B5EF4-FFF2-40B4-BE49-F238E27FC236}">
                <ns2:creationId id="{50405D39-FD38-4237-A7BD-F1A4FEF8C129}"/>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충돌과 인수인계</a:t>
            </a:r>
          </a:p>
        </p:txBody>
      </p:sp>
      <p:sp>
        <p:nvSpPr>
          <p:cNvPr id="3" name="">
            <a:extLst>
              <a:ext uri="{FF2B5EF4-FFF2-40B4-BE49-F238E27FC236}">
                <ns2:creationId id="{66FF694B-FF8D-4D92-AB2F-487B693400E4}"/>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13EDA578-483A-4A0C-BAA9-BE1C9398466E}"/>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EC755154-87CE-4640-A81D-B05FE75257FA}"/>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018F23EF-919B-4D0F-A890-0F83BDA5EBB5}"/>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9C4436F-1E91-4156-A602-4D8082F5CAF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16BA5D8D-E5B4-4020-B57E-03FB23C9027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91CD5E48-3B72-4F35-9981-D574AC4FD56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DEC59A68-1745-48FF-A73E-6250329BB56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083</a:t>
            </a:r>
          </a:p>
        </p:txBody>
      </p:sp>
    </p:spTree>
    <p:extLst>
      <p:ext uri="{BB962C8B-B14F-4D97-AF65-F5344CB8AC3E}">
        <ns4:creationId val="1525492355"/>
      </p:ext>
    </p:extLst>
  </p:cSld>
</p:sld>
</file>

<file path=ppt/slides/slide8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0066EE17-DECF-4095-AD8C-BC107150C41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A180752B-A5A3-4DC9-B25A-29DCA43A403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충돌: 요청한 기준을 따릅니다</a:t>
            </a:r>
          </a:p>
        </p:txBody>
      </p:sp>
      <p:sp>
        <p:nvSpPr>
          <p:cNvPr id="3" name="">
            <a:extLst>
              <a:ext uri="{FF2B5EF4-FFF2-40B4-BE49-F238E27FC236}">
                <ns2:creationId id="{3519F432-A714-4669-BB9B-9FC93C2119DA}"/>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충돌의 두 값</a:t>
            </a:r>
          </a:p>
        </p:txBody>
      </p:sp>
      <p:sp>
        <p:nvSpPr>
          <p:cNvPr id="4" name="">
            <a:extLst>
              <a:ext uri="{FF2B5EF4-FFF2-40B4-BE49-F238E27FC236}">
                <ns2:creationId id="{B55B2B92-44B3-49B9-A4E6-A3BF1AEA335E}"/>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28과 30의 평균을 쓰면 요청과 달라집니다.</a:t>
            </a:r>
          </a:p>
        </p:txBody>
      </p:sp>
      <p:sp>
        <p:nvSpPr>
          <p:cNvPr id="5" name="">
            <a:extLst>
              <a:ext uri="{FF2B5EF4-FFF2-40B4-BE49-F238E27FC236}">
                <ns2:creationId id="{6302E9C0-6E70-4B1A-A894-72F3B2CD84C2}"/>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정한 기준과 재검사 결과를 함께 적습니다.</a:t>
            </a:r>
          </a:p>
        </p:txBody>
      </p:sp>
      <p:sp>
        <p:nvSpPr>
          <p:cNvPr id="6" name="">
            <a:extLst>
              <a:ext uri="{FF2B5EF4-FFF2-40B4-BE49-F238E27FC236}">
                <ns2:creationId id="{BB89FE73-53C4-45F0-8FDD-1187152C9157}"/>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같은 시작에서 갈라진 문장</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054964"/>
                <a:gridCol w="3183786"/>
              </a:tblGrid>
              <a:tr h="514350">
                <a:tc>
                  <a:txBody>
                    <a:bodyPr wrap="square"/>
                    <a:lstStyle/>
                    <a:p>
                      <a:pPr>
                        <a:lnSpc>
                          <a:spcPct val="102000"/>
                        </a:lnSpc>
                        <a:buNone/>
                      </a:pPr>
                      <a:r>
                        <a:rPr sz="1875" b="1">
                          <a:solidFill>
                            <a:srgbClr val="172F39"/>
                          </a:solidFill>
                          <a:latin typeface="Noto Sans KR"/>
                          <a:ea typeface="Noto Sans KR"/>
                          <a:cs typeface="Noto Sans KR"/>
                        </a:rPr>
                        <a:t>브랜치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README 문장</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공통 시작</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Run from here.</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guide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Run from work.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main</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Run from course.</a:t>
                      </a:r>
                    </a:p>
                  </a:txBody>
                  <a:tcPr marL="114300" marR="114300" marT="76200" marB="76200" anchor="ctr">
                    <a:solidFill>
                      <a:srgbClr val="FFFFFF"/>
                    </a:solidFill>
                  </a:tcPr>
                </a:tc>
              </a:tr>
            </a:tbl>
          </a:graphicData>
        </a:graphic>
      </p:graphicFrame>
      <p:sp>
        <p:nvSpPr>
          <p:cNvPr id="8" name="">
            <a:extLst>
              <a:ext uri="{FF2B5EF4-FFF2-40B4-BE49-F238E27FC236}">
                <ns2:creationId id="{AAB72745-4AFE-4ECC-9CAD-36A1ECBE63C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6FC1F546-0B74-42CB-BE8C-0AAAF96E9EF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2924B025-8F21-4E21-82D0-14859DC36A7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CB0D0AD5-79BA-47AD-BF75-7F9E9596A9B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0FF21361-EF88-405C-9A39-DF9EB93DA37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084</a:t>
            </a:r>
          </a:p>
        </p:txBody>
      </p:sp>
    </p:spTree>
    <p:extLst>
      <p:ext uri="{BB962C8B-B14F-4D97-AF65-F5344CB8AC3E}">
        <ns4:creationId val="905511307"/>
      </p:ext>
    </p:extLst>
  </p:cSld>
</p:sld>
</file>

<file path=ppt/slides/slide8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D9595CC3-AC94-4AEE-9D97-7021B2DF5CA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DB162967-5832-402E-B7E0-26BCF4F339E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A16  충돌의 공통 시작</a:t>
            </a:r>
          </a:p>
        </p:txBody>
      </p:sp>
      <p:sp>
        <p:nvSpPr>
          <p:cNvPr id="3" name="">
            <a:extLst>
              <a:ext uri="{FF2B5EF4-FFF2-40B4-BE49-F238E27FC236}">
                <ns2:creationId id="{9081FEB0-AF95-4C27-B276-8CFD2ECDD780}"/>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C72E5843-07BF-42DF-8B5C-890E14F65446}"/>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앞 활동의 저장소를 이어 쓰지 않습니다.</a:t>
            </a:r>
          </a:p>
        </p:txBody>
      </p:sp>
      <p:sp>
        <p:nvSpPr>
          <p:cNvPr id="5" name="">
            <a:extLst>
              <a:ext uri="{FF2B5EF4-FFF2-40B4-BE49-F238E27FC236}">
                <ns2:creationId id="{FDA7B20E-CBF4-405D-A9BA-959CBEEED5FD}"/>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새 저장소는 Run from here.로 시작합니다.</a:t>
            </a:r>
          </a:p>
        </p:txBody>
      </p:sp>
      <p:sp>
        <p:nvSpPr>
          <p:cNvPr id="6" name="">
            <a:extLst>
              <a:ext uri="{FF2B5EF4-FFF2-40B4-BE49-F238E27FC236}">
                <ns2:creationId id="{4F52CF68-0E90-4BFD-A47A-A6C44C4FBCF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같은 시작에서 갈라진 문장</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054964"/>
                <a:gridCol w="3183786"/>
              </a:tblGrid>
              <a:tr h="514350">
                <a:tc>
                  <a:txBody>
                    <a:bodyPr wrap="square"/>
                    <a:lstStyle/>
                    <a:p>
                      <a:pPr>
                        <a:lnSpc>
                          <a:spcPct val="102000"/>
                        </a:lnSpc>
                        <a:buNone/>
                      </a:pPr>
                      <a:r>
                        <a:rPr sz="1875" b="1">
                          <a:solidFill>
                            <a:srgbClr val="172F39"/>
                          </a:solidFill>
                          <a:latin typeface="Noto Sans KR"/>
                          <a:ea typeface="Noto Sans KR"/>
                          <a:cs typeface="Noto Sans KR"/>
                        </a:rPr>
                        <a:t>브랜치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README 문장</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공통 시작</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Run from here.</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guide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Run from work.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main</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Run from course.</a:t>
                      </a:r>
                    </a:p>
                  </a:txBody>
                  <a:tcPr marL="114300" marR="114300" marT="76200" marB="76200" anchor="ctr">
                    <a:solidFill>
                      <a:srgbClr val="FFFFFF"/>
                    </a:solidFill>
                  </a:tcPr>
                </a:tc>
              </a:tr>
            </a:tbl>
          </a:graphicData>
        </a:graphic>
      </p:graphicFrame>
      <p:sp>
        <p:nvSpPr>
          <p:cNvPr id="8" name="">
            <a:extLst>
              <a:ext uri="{FF2B5EF4-FFF2-40B4-BE49-F238E27FC236}">
                <ns2:creationId id="{E329F665-A788-410C-8F4D-BB3D02981136}"/>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6C6AEC41-27EB-4577-910D-AF7EE5D6DD4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368E87E1-CF14-4F8F-9F16-077E392AB3E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42256FA0-C9F1-46A2-B5CA-D2515D2BFF6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3F1E8B84-F702-4B99-BEF3-9B718FA32A2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085</a:t>
            </a:r>
          </a:p>
        </p:txBody>
      </p:sp>
    </p:spTree>
    <p:extLst>
      <p:ext uri="{BB962C8B-B14F-4D97-AF65-F5344CB8AC3E}">
        <ns4:creationId val="334616825"/>
      </p:ext>
    </p:extLst>
  </p:cSld>
</p:sld>
</file>

<file path=ppt/slides/slide8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2" name="">
            <a:extLst>
              <a:ext uri="{FF2B5EF4-FFF2-40B4-BE49-F238E27FC236}">
                <ns2:creationId id="{1CF914E7-FB33-4017-8003-1C6FB3632C3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538F1BE8-EF83-4012-B1E1-8FD0D972A04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충돌의 공통 시작의 예</a:t>
            </a:r>
          </a:p>
        </p:txBody>
      </p:sp>
      <p:sp>
        <p:nvSpPr>
          <p:cNvPr id="3" name="">
            <a:extLst>
              <a:ext uri="{FF2B5EF4-FFF2-40B4-BE49-F238E27FC236}">
                <ns2:creationId id="{226715CD-0CB7-4623-AAA8-C760C0CB6093}"/>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새 work/git-conflict-demo</a:t>
            </a:r>
          </a:p>
        </p:txBody>
      </p:sp>
      <p:sp>
        <p:nvSpPr>
          <p:cNvPr id="4" name="">
            <a:extLst>
              <a:ext uri="{FF2B5EF4-FFF2-40B4-BE49-F238E27FC236}">
                <ns2:creationId id="{0BDF8263-5877-473F-969E-5D82A3DB94BB}"/>
              </a:ext>
            </a:extLst>
          </p:cNvPr>
          <p:cNvSpPr>
            <a:spLocks noGrp="1"/>
          </p:cNvSpPr>
          <p:nvPr/>
        </p:nvSpPr>
        <p:spPr>
          <a:xfrm>
            <a:off x="685800" y="2262188"/>
            <a:ext cx="10820400" cy="2225802"/>
          </a:xfrm>
          <a:prstGeom prst="rect">
            <a:avLst/>
          </a:prstGeom>
          <a:solidFill>
            <a:srgbClr val="F1F6F5"/>
          </a:solidFill>
          <a:ln w="0">
            <a:noFill/>
          </a:ln>
        </p:spPr>
      </p:sp>
      <p:sp>
        <p:nvSpPr>
          <p:cNvPr id="5" name="">
            <a:extLst>
              <a:ext uri="{FF2B5EF4-FFF2-40B4-BE49-F238E27FC236}">
                <ns2:creationId id="{148384D1-B16D-45A4-AB99-F1BE5D554370}"/>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5B793FFB-2514-4A99-8A70-B56DAC5FF80F}"/>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init -b main</a:t>
            </a:r>
          </a:p>
        </p:txBody>
      </p:sp>
      <p:sp>
        <p:nvSpPr>
          <p:cNvPr id="7" name="">
            <a:extLst>
              <a:ext uri="{FF2B5EF4-FFF2-40B4-BE49-F238E27FC236}">
                <ns2:creationId id="{C81E1A90-DCF8-4E77-AD12-68A24E64D955}"/>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A009D067-0978-42DD-B770-133E2DFEFE5A}"/>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config --local user.name "Learner"</a:t>
            </a:r>
          </a:p>
        </p:txBody>
      </p:sp>
      <p:sp>
        <p:nvSpPr>
          <p:cNvPr id="9" name="">
            <a:extLst>
              <a:ext uri="{FF2B5EF4-FFF2-40B4-BE49-F238E27FC236}">
                <ns2:creationId id="{B497BC1A-D423-435A-A2E9-F1F3FDA8D134}"/>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CD3C840F-EB05-43BE-B73D-235139810541}"/>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config --local user.email "learner@example.invalid"</a:t>
            </a:r>
          </a:p>
        </p:txBody>
      </p:sp>
      <p:sp>
        <p:nvSpPr>
          <p:cNvPr id="11" name="">
            <a:extLst>
              <a:ext uri="{FF2B5EF4-FFF2-40B4-BE49-F238E27FC236}">
                <ns2:creationId id="{BCB5667F-F510-4DF6-AB3A-03DEBF08D93B}"/>
              </a:ext>
            </a:extLst>
          </p:cNvPr>
          <p:cNvSpPr>
            <a:spLocks noGrp="1"/>
          </p:cNvSpPr>
          <p:nvPr/>
        </p:nvSpPr>
        <p:spPr>
          <a:xfrm>
            <a:off x="828675" y="337508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2" name="">
            <a:extLst>
              <a:ext uri="{FF2B5EF4-FFF2-40B4-BE49-F238E27FC236}">
                <ns2:creationId id="{FAF0C6E6-AE0A-48BF-BAA8-22A04718BF15}"/>
              </a:ext>
            </a:extLst>
          </p:cNvPr>
          <p:cNvSpPr>
            <a:spLocks noGrp="1"/>
          </p:cNvSpPr>
          <p:nvPr/>
        </p:nvSpPr>
        <p:spPr>
          <a:xfrm>
            <a:off x="1276350" y="333698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Set-Content README.md "Run from here." -Encoding utf8</a:t>
            </a:r>
          </a:p>
        </p:txBody>
      </p:sp>
      <p:sp>
        <p:nvSpPr>
          <p:cNvPr id="13" name="">
            <a:extLst>
              <a:ext uri="{FF2B5EF4-FFF2-40B4-BE49-F238E27FC236}">
                <ns2:creationId id="{B904425B-A36B-4AAA-AA1F-A032D7130631}"/>
              </a:ext>
            </a:extLst>
          </p:cNvPr>
          <p:cNvSpPr>
            <a:spLocks noGrp="1"/>
          </p:cNvSpPr>
          <p:nvPr/>
        </p:nvSpPr>
        <p:spPr>
          <a:xfrm>
            <a:off x="828675" y="369208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4" name="">
            <a:extLst>
              <a:ext uri="{FF2B5EF4-FFF2-40B4-BE49-F238E27FC236}">
                <ns2:creationId id="{179CCDDE-25B0-4C38-904E-982CFB4067B8}"/>
              </a:ext>
            </a:extLst>
          </p:cNvPr>
          <p:cNvSpPr>
            <a:spLocks noGrp="1"/>
          </p:cNvSpPr>
          <p:nvPr/>
        </p:nvSpPr>
        <p:spPr>
          <a:xfrm>
            <a:off x="1276350" y="365398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add README.md</a:t>
            </a:r>
          </a:p>
        </p:txBody>
      </p:sp>
      <p:sp>
        <p:nvSpPr>
          <p:cNvPr id="15" name="">
            <a:extLst>
              <a:ext uri="{FF2B5EF4-FFF2-40B4-BE49-F238E27FC236}">
                <ns2:creationId id="{6D41F713-BE82-4B88-85C4-4D01964155EB}"/>
              </a:ext>
            </a:extLst>
          </p:cNvPr>
          <p:cNvSpPr>
            <a:spLocks noGrp="1"/>
          </p:cNvSpPr>
          <p:nvPr/>
        </p:nvSpPr>
        <p:spPr>
          <a:xfrm>
            <a:off x="828675" y="400907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6" name="">
            <a:extLst>
              <a:ext uri="{FF2B5EF4-FFF2-40B4-BE49-F238E27FC236}">
                <ns2:creationId id="{91CD66E6-3BE7-47E7-A5B2-DC535CF3FE95}"/>
              </a:ext>
            </a:extLst>
          </p:cNvPr>
          <p:cNvSpPr>
            <a:spLocks noGrp="1"/>
          </p:cNvSpPr>
          <p:nvPr/>
        </p:nvSpPr>
        <p:spPr>
          <a:xfrm>
            <a:off x="1276350" y="397097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commit -m "Initial common instructions"</a:t>
            </a:r>
          </a:p>
        </p:txBody>
      </p:sp>
      <p:sp>
        <p:nvSpPr>
          <p:cNvPr id="17" name="">
            <a:extLst>
              <a:ext uri="{FF2B5EF4-FFF2-40B4-BE49-F238E27FC236}">
                <ns2:creationId id="{5DDC530C-4929-4F6E-940D-C9DB4F33878F}"/>
              </a:ext>
            </a:extLst>
          </p:cNvPr>
          <p:cNvSpPr>
            <a:spLocks noGrp="1"/>
          </p:cNvSpPr>
          <p:nvPr/>
        </p:nvSpPr>
        <p:spPr>
          <a:xfrm>
            <a:off x="685800" y="6172200"/>
            <a:ext cx="10820400" cy="9525"/>
          </a:xfrm>
          <a:prstGeom prst="rect">
            <a:avLst/>
          </a:prstGeom>
          <a:solidFill>
            <a:srgbClr val="D5DEDD"/>
          </a:solidFill>
          <a:ln w="0">
            <a:noFill/>
          </a:ln>
        </p:spPr>
      </p:sp>
      <p:sp>
        <p:nvSpPr>
          <p:cNvPr id="18" name="">
            <a:extLst>
              <a:ext uri="{FF2B5EF4-FFF2-40B4-BE49-F238E27FC236}">
                <ns2:creationId id="{FCD2BF29-99A9-4B34-90CE-6390EA9FAF0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9" name="">
            <a:extLst>
              <a:ext uri="{FF2B5EF4-FFF2-40B4-BE49-F238E27FC236}">
                <ns2:creationId id="{B5541EF6-C421-4EA5-9B42-F7D6B350DC4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0" name="">
            <a:extLst>
              <a:ext uri="{FF2B5EF4-FFF2-40B4-BE49-F238E27FC236}">
                <ns2:creationId id="{33E18541-2A3A-4919-B50F-1AEAE4EB545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1" name="">
            <a:extLst>
              <a:ext uri="{FF2B5EF4-FFF2-40B4-BE49-F238E27FC236}">
                <ns2:creationId id="{20704418-4DDD-4589-B2FC-F67A23117C7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086</a:t>
            </a:r>
          </a:p>
        </p:txBody>
      </p:sp>
    </p:spTree>
    <p:extLst>
      <p:ext uri="{BB962C8B-B14F-4D97-AF65-F5344CB8AC3E}">
        <ns4:creationId val="1185579968"/>
      </p:ext>
    </p:extLst>
  </p:cSld>
</p:sld>
</file>

<file path=ppt/slides/slide8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EFB3F8DC-221C-4249-A349-57253E11EC0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F01B9E59-98BA-459A-894C-CEDB14E76E6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충돌 실습의 시작 명령</a:t>
            </a:r>
          </a:p>
        </p:txBody>
      </p:sp>
      <p:sp>
        <p:nvSpPr>
          <p:cNvPr id="3" name="">
            <a:extLst>
              <a:ext uri="{FF2B5EF4-FFF2-40B4-BE49-F238E27FC236}">
                <ns2:creationId id="{106C8A2B-63BD-487C-B218-2B4DCC466E2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32F63542-6FDD-4F1E-A32F-9D13FE15A811}"/>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새 폴더에서 main 저장소를 만듭니다.</a:t>
            </a:r>
          </a:p>
        </p:txBody>
      </p:sp>
      <p:sp>
        <p:nvSpPr>
          <p:cNvPr id="5" name="">
            <a:extLst>
              <a:ext uri="{FF2B5EF4-FFF2-40B4-BE49-F238E27FC236}">
                <ns2:creationId id="{06F0E305-8CA2-4F43-BC83-F27F2F110DFC}"/>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작성자 정보는 이 저장소에만 설정합니다.</a:t>
            </a:r>
          </a:p>
        </p:txBody>
      </p:sp>
      <p:sp>
        <p:nvSpPr>
          <p:cNvPr id="6" name="">
            <a:extLst>
              <a:ext uri="{FF2B5EF4-FFF2-40B4-BE49-F238E27FC236}">
                <ns2:creationId id="{8916B053-6E61-45DE-85CF-8F55C0655837}"/>
              </a:ext>
            </a:extLst>
          </p:cNvPr>
          <p:cNvSpPr>
            <a:spLocks noGrp="1"/>
          </p:cNvSpPr>
          <p:nvPr/>
        </p:nvSpPr>
        <p:spPr>
          <a:xfrm>
            <a:off x="685800" y="369760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같은 시작 문장을 저장하고 커밋합니다.</a:t>
            </a:r>
          </a:p>
        </p:txBody>
      </p:sp>
      <p:sp>
        <p:nvSpPr>
          <p:cNvPr id="7" name="">
            <a:extLst>
              <a:ext uri="{FF2B5EF4-FFF2-40B4-BE49-F238E27FC236}">
                <ns2:creationId id="{F826D270-FAB2-4ECC-A56E-97BDFD7E603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충돌 실습의 독립 시작</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1948055"/>
                <a:gridCol w="3290695"/>
              </a:tblGrid>
              <a:tr h="514350">
                <a:tc>
                  <a:txBody>
                    <a:bodyPr wrap="square"/>
                    <a:lstStyle/>
                    <a:p>
                      <a:pPr>
                        <a:lnSpc>
                          <a:spcPct val="102000"/>
                        </a:lnSpc>
                        <a:buNone/>
                      </a:pPr>
                      <a:r>
                        <a:rPr sz="187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새 폴더</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work/git-conflict-demo</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시작 브랜치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main</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공통 README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Run from here.</a:t>
                      </a:r>
                    </a:p>
                  </a:txBody>
                  <a:tcPr marL="114300" marR="114300" marT="76200" marB="76200" anchor="ctr">
                    <a:solidFill>
                      <a:srgbClr val="FFFFFF"/>
                    </a:solidFill>
                  </a:tcPr>
                </a:tc>
              </a:tr>
            </a:tbl>
          </a:graphicData>
        </a:graphic>
      </p:graphicFrame>
      <p:sp>
        <p:nvSpPr>
          <p:cNvPr id="9" name="">
            <a:extLst>
              <a:ext uri="{FF2B5EF4-FFF2-40B4-BE49-F238E27FC236}">
                <ns2:creationId id="{BEA91D7C-E9A7-4C85-A893-D15611733D6F}"/>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BDA429A5-8703-4C9E-B65E-0408A71DAB4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54246227-AAA9-48FE-BC9E-DE7FF4EE218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F36DA575-A4E2-4862-BC87-D2CB7B8AA90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578CE5B1-6DE8-4D91-8D58-B876E20DD8D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087</a:t>
            </a:r>
          </a:p>
        </p:txBody>
      </p:sp>
    </p:spTree>
    <p:extLst>
      <p:ext uri="{BB962C8B-B14F-4D97-AF65-F5344CB8AC3E}">
        <ns4:creationId val="1508404504"/>
      </p:ext>
    </p:extLst>
  </p:cSld>
</p:sld>
</file>

<file path=ppt/slides/slide8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5C79AD3C-EC55-4758-AD5F-544C53742DF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A5D7340B-8111-40A7-B415-D94CDC3DB1F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guide의 새 문장 기록</a:t>
            </a:r>
          </a:p>
        </p:txBody>
      </p:sp>
      <p:sp>
        <p:nvSpPr>
          <p:cNvPr id="3" name="">
            <a:extLst>
              <a:ext uri="{FF2B5EF4-FFF2-40B4-BE49-F238E27FC236}">
                <ns2:creationId id="{B720383F-1B06-4A0C-A205-16131AA81089}"/>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실행 위치: work/git-conflict-demo</a:t>
            </a:r>
          </a:p>
        </p:txBody>
      </p:sp>
      <p:sp>
        <p:nvSpPr>
          <p:cNvPr id="4" name="">
            <a:extLst>
              <a:ext uri="{FF2B5EF4-FFF2-40B4-BE49-F238E27FC236}">
                <ns2:creationId id="{EBDFC98C-5291-4098-A160-5BCD7FEA0774}"/>
              </a:ext>
            </a:extLst>
          </p:cNvPr>
          <p:cNvSpPr>
            <a:spLocks noGrp="1"/>
          </p:cNvSpPr>
          <p:nvPr/>
        </p:nvSpPr>
        <p:spPr>
          <a:xfrm>
            <a:off x="685800" y="2147888"/>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공통 시작 커밋 뒤에 실행합니다.</a:t>
            </a:r>
          </a:p>
        </p:txBody>
      </p:sp>
      <p:sp>
        <p:nvSpPr>
          <p:cNvPr id="5" name="">
            <a:extLst>
              <a:ext uri="{FF2B5EF4-FFF2-40B4-BE49-F238E27FC236}">
                <ns2:creationId id="{A7BBAE56-E31F-4FAC-9BBF-3C8A98544465}"/>
              </a:ext>
            </a:extLst>
          </p:cNvPr>
          <p:cNvSpPr>
            <a:spLocks noGrp="1"/>
          </p:cNvSpPr>
          <p:nvPr/>
        </p:nvSpPr>
        <p:spPr>
          <a:xfrm>
            <a:off x="685800" y="2705100"/>
            <a:ext cx="10820400" cy="1591818"/>
          </a:xfrm>
          <a:prstGeom prst="rect">
            <a:avLst/>
          </a:prstGeom>
          <a:solidFill>
            <a:srgbClr val="F1F6F5"/>
          </a:solidFill>
          <a:ln w="0">
            <a:noFill/>
          </a:ln>
        </p:spPr>
      </p:sp>
      <p:sp>
        <p:nvSpPr>
          <p:cNvPr id="6" name="">
            <a:extLst>
              <a:ext uri="{FF2B5EF4-FFF2-40B4-BE49-F238E27FC236}">
                <ns2:creationId id="{92D08BAB-5527-4C96-B685-63ED8B578EB8}"/>
              </a:ext>
            </a:extLst>
          </p:cNvPr>
          <p:cNvSpPr>
            <a:spLocks noGrp="1"/>
          </p:cNvSpPr>
          <p:nvPr/>
        </p:nvSpPr>
        <p:spPr>
          <a:xfrm>
            <a:off x="828675" y="286702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7" name="">
            <a:extLst>
              <a:ext uri="{FF2B5EF4-FFF2-40B4-BE49-F238E27FC236}">
                <ns2:creationId id="{EB456B92-CF44-4869-90EE-3ED25FB2A805}"/>
              </a:ext>
            </a:extLst>
          </p:cNvPr>
          <p:cNvSpPr>
            <a:spLocks noGrp="1"/>
          </p:cNvSpPr>
          <p:nvPr/>
        </p:nvSpPr>
        <p:spPr>
          <a:xfrm>
            <a:off x="1276350" y="282892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switch -c guide</a:t>
            </a:r>
          </a:p>
        </p:txBody>
      </p:sp>
      <p:sp>
        <p:nvSpPr>
          <p:cNvPr id="8" name="">
            <a:extLst>
              <a:ext uri="{FF2B5EF4-FFF2-40B4-BE49-F238E27FC236}">
                <ns2:creationId id="{640FB343-2757-4901-B0D5-81DA12BDFF75}"/>
              </a:ext>
            </a:extLst>
          </p:cNvPr>
          <p:cNvSpPr>
            <a:spLocks noGrp="1"/>
          </p:cNvSpPr>
          <p:nvPr/>
        </p:nvSpPr>
        <p:spPr>
          <a:xfrm>
            <a:off x="828675" y="318401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9" name="">
            <a:extLst>
              <a:ext uri="{FF2B5EF4-FFF2-40B4-BE49-F238E27FC236}">
                <ns2:creationId id="{A3CFADA9-2302-4562-A15C-E8DCB7B112DE}"/>
              </a:ext>
            </a:extLst>
          </p:cNvPr>
          <p:cNvSpPr>
            <a:spLocks noGrp="1"/>
          </p:cNvSpPr>
          <p:nvPr/>
        </p:nvSpPr>
        <p:spPr>
          <a:xfrm>
            <a:off x="1276350" y="314591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Set-Content README.md "Run from work." -Encoding utf8</a:t>
            </a:r>
          </a:p>
        </p:txBody>
      </p:sp>
      <p:sp>
        <p:nvSpPr>
          <p:cNvPr id="10" name="">
            <a:extLst>
              <a:ext uri="{FF2B5EF4-FFF2-40B4-BE49-F238E27FC236}">
                <ns2:creationId id="{E432D089-5856-4DB6-9277-3EAEB3E534D5}"/>
              </a:ext>
            </a:extLst>
          </p:cNvPr>
          <p:cNvSpPr>
            <a:spLocks noGrp="1"/>
          </p:cNvSpPr>
          <p:nvPr/>
        </p:nvSpPr>
        <p:spPr>
          <a:xfrm>
            <a:off x="828675" y="350100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1" name="">
            <a:extLst>
              <a:ext uri="{FF2B5EF4-FFF2-40B4-BE49-F238E27FC236}">
                <ns2:creationId id="{886865D1-E674-4E3E-8697-88040FBE24D3}"/>
              </a:ext>
            </a:extLst>
          </p:cNvPr>
          <p:cNvSpPr>
            <a:spLocks noGrp="1"/>
          </p:cNvSpPr>
          <p:nvPr/>
        </p:nvSpPr>
        <p:spPr>
          <a:xfrm>
            <a:off x="1276350" y="346290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add README.md</a:t>
            </a:r>
          </a:p>
        </p:txBody>
      </p:sp>
      <p:sp>
        <p:nvSpPr>
          <p:cNvPr id="12" name="">
            <a:extLst>
              <a:ext uri="{FF2B5EF4-FFF2-40B4-BE49-F238E27FC236}">
                <ns2:creationId id="{1FDFB865-62CF-494A-BF0D-BCCABDBF9A0E}"/>
              </a:ext>
            </a:extLst>
          </p:cNvPr>
          <p:cNvSpPr>
            <a:spLocks noGrp="1"/>
          </p:cNvSpPr>
          <p:nvPr/>
        </p:nvSpPr>
        <p:spPr>
          <a:xfrm>
            <a:off x="828675" y="381800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3" name="">
            <a:extLst>
              <a:ext uri="{FF2B5EF4-FFF2-40B4-BE49-F238E27FC236}">
                <ns2:creationId id="{36B2D3C7-83E3-488D-82A3-D8647736A469}"/>
              </a:ext>
            </a:extLst>
          </p:cNvPr>
          <p:cNvSpPr>
            <a:spLocks noGrp="1"/>
          </p:cNvSpPr>
          <p:nvPr/>
        </p:nvSpPr>
        <p:spPr>
          <a:xfrm>
            <a:off x="1276350" y="377990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commit -m "Use work folder"</a:t>
            </a:r>
          </a:p>
        </p:txBody>
      </p:sp>
      <p:sp>
        <p:nvSpPr>
          <p:cNvPr id="14" name="">
            <a:extLst>
              <a:ext uri="{FF2B5EF4-FFF2-40B4-BE49-F238E27FC236}">
                <ns2:creationId id="{ACAE714E-47B7-4803-8634-73EFD8F63CED}"/>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6EABE6FC-270B-4B91-A28A-63D0456C170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F104C689-229B-44BD-BAA7-4422BFE08A8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DC0AD323-7115-4D8A-A0F6-47F02AFCAAF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A2A3BC01-56FE-42F5-ABB4-C5E8518F4C8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088</a:t>
            </a:r>
          </a:p>
        </p:txBody>
      </p:sp>
    </p:spTree>
    <p:extLst>
      <p:ext uri="{BB962C8B-B14F-4D97-AF65-F5344CB8AC3E}">
        <ns4:creationId val="146186799"/>
      </p:ext>
    </p:extLst>
  </p:cSld>
</p:sld>
</file>

<file path=ppt/slides/slide8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45A42C33-7D9C-40FB-8F4E-C5E204174E5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A14F0B3F-94A9-45C9-9C99-84D5FB4D0A6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main의 다른 문장 기록</a:t>
            </a:r>
          </a:p>
        </p:txBody>
      </p:sp>
      <p:sp>
        <p:nvSpPr>
          <p:cNvPr id="3" name="">
            <a:extLst>
              <a:ext uri="{FF2B5EF4-FFF2-40B4-BE49-F238E27FC236}">
                <ns2:creationId id="{4348BDF4-5F7C-4A1E-877A-C5E5732B6436}"/>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같은 폴더에서 main으로 돌아옵니다.</a:t>
            </a:r>
          </a:p>
        </p:txBody>
      </p:sp>
      <p:sp>
        <p:nvSpPr>
          <p:cNvPr id="4" name="">
            <a:extLst>
              <a:ext uri="{FF2B5EF4-FFF2-40B4-BE49-F238E27FC236}">
                <ns2:creationId id="{656462E6-E895-450A-9F3A-00C544A45464}"/>
              </a:ext>
            </a:extLst>
          </p:cNvPr>
          <p:cNvSpPr>
            <a:spLocks noGrp="1"/>
          </p:cNvSpPr>
          <p:nvPr/>
        </p:nvSpPr>
        <p:spPr>
          <a:xfrm>
            <a:off x="685800" y="2147888"/>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guide와 같은 줄을 다른 내용으로 기록합니다.</a:t>
            </a:r>
          </a:p>
        </p:txBody>
      </p:sp>
      <p:sp>
        <p:nvSpPr>
          <p:cNvPr id="5" name="">
            <a:extLst>
              <a:ext uri="{FF2B5EF4-FFF2-40B4-BE49-F238E27FC236}">
                <ns2:creationId id="{1B609473-0217-4883-9045-77E648D10AD6}"/>
              </a:ext>
            </a:extLst>
          </p:cNvPr>
          <p:cNvSpPr>
            <a:spLocks noGrp="1"/>
          </p:cNvSpPr>
          <p:nvPr/>
        </p:nvSpPr>
        <p:spPr>
          <a:xfrm>
            <a:off x="685800" y="2705100"/>
            <a:ext cx="10820400" cy="1591818"/>
          </a:xfrm>
          <a:prstGeom prst="rect">
            <a:avLst/>
          </a:prstGeom>
          <a:solidFill>
            <a:srgbClr val="F1F6F5"/>
          </a:solidFill>
          <a:ln w="0">
            <a:noFill/>
          </a:ln>
        </p:spPr>
      </p:sp>
      <p:sp>
        <p:nvSpPr>
          <p:cNvPr id="6" name="">
            <a:extLst>
              <a:ext uri="{FF2B5EF4-FFF2-40B4-BE49-F238E27FC236}">
                <ns2:creationId id="{D9B5FBBC-7AD9-49A3-BCDB-6BE04A3A5799}"/>
              </a:ext>
            </a:extLst>
          </p:cNvPr>
          <p:cNvSpPr>
            <a:spLocks noGrp="1"/>
          </p:cNvSpPr>
          <p:nvPr/>
        </p:nvSpPr>
        <p:spPr>
          <a:xfrm>
            <a:off x="828675" y="286702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7" name="">
            <a:extLst>
              <a:ext uri="{FF2B5EF4-FFF2-40B4-BE49-F238E27FC236}">
                <ns2:creationId id="{CB634148-1EE2-453B-A224-BFAF83AA2720}"/>
              </a:ext>
            </a:extLst>
          </p:cNvPr>
          <p:cNvSpPr>
            <a:spLocks noGrp="1"/>
          </p:cNvSpPr>
          <p:nvPr/>
        </p:nvSpPr>
        <p:spPr>
          <a:xfrm>
            <a:off x="1276350" y="282892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switch main</a:t>
            </a:r>
          </a:p>
        </p:txBody>
      </p:sp>
      <p:sp>
        <p:nvSpPr>
          <p:cNvPr id="8" name="">
            <a:extLst>
              <a:ext uri="{FF2B5EF4-FFF2-40B4-BE49-F238E27FC236}">
                <ns2:creationId id="{563C98BA-CF29-4D8E-ACA9-013C60562329}"/>
              </a:ext>
            </a:extLst>
          </p:cNvPr>
          <p:cNvSpPr>
            <a:spLocks noGrp="1"/>
          </p:cNvSpPr>
          <p:nvPr/>
        </p:nvSpPr>
        <p:spPr>
          <a:xfrm>
            <a:off x="828675" y="318401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9" name="">
            <a:extLst>
              <a:ext uri="{FF2B5EF4-FFF2-40B4-BE49-F238E27FC236}">
                <ns2:creationId id="{A6CC06F0-456E-4538-9E71-D21A19321147}"/>
              </a:ext>
            </a:extLst>
          </p:cNvPr>
          <p:cNvSpPr>
            <a:spLocks noGrp="1"/>
          </p:cNvSpPr>
          <p:nvPr/>
        </p:nvSpPr>
        <p:spPr>
          <a:xfrm>
            <a:off x="1276350" y="314591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Set-Content README.md "Run from course." -Encoding utf8</a:t>
            </a:r>
          </a:p>
        </p:txBody>
      </p:sp>
      <p:sp>
        <p:nvSpPr>
          <p:cNvPr id="10" name="">
            <a:extLst>
              <a:ext uri="{FF2B5EF4-FFF2-40B4-BE49-F238E27FC236}">
                <ns2:creationId id="{F94D8F8A-0254-4E7C-A4BB-F73A1B9961B0}"/>
              </a:ext>
            </a:extLst>
          </p:cNvPr>
          <p:cNvSpPr>
            <a:spLocks noGrp="1"/>
          </p:cNvSpPr>
          <p:nvPr/>
        </p:nvSpPr>
        <p:spPr>
          <a:xfrm>
            <a:off x="828675" y="350100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1" name="">
            <a:extLst>
              <a:ext uri="{FF2B5EF4-FFF2-40B4-BE49-F238E27FC236}">
                <ns2:creationId id="{EE3E4CA7-2AC7-4B37-A36D-DEE99CDC162C}"/>
              </a:ext>
            </a:extLst>
          </p:cNvPr>
          <p:cNvSpPr>
            <a:spLocks noGrp="1"/>
          </p:cNvSpPr>
          <p:nvPr/>
        </p:nvSpPr>
        <p:spPr>
          <a:xfrm>
            <a:off x="1276350" y="346290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add README.md</a:t>
            </a:r>
          </a:p>
        </p:txBody>
      </p:sp>
      <p:sp>
        <p:nvSpPr>
          <p:cNvPr id="12" name="">
            <a:extLst>
              <a:ext uri="{FF2B5EF4-FFF2-40B4-BE49-F238E27FC236}">
                <ns2:creationId id="{7F945A64-487D-4D36-AE40-9CEE45085029}"/>
              </a:ext>
            </a:extLst>
          </p:cNvPr>
          <p:cNvSpPr>
            <a:spLocks noGrp="1"/>
          </p:cNvSpPr>
          <p:nvPr/>
        </p:nvSpPr>
        <p:spPr>
          <a:xfrm>
            <a:off x="828675" y="381800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3" name="">
            <a:extLst>
              <a:ext uri="{FF2B5EF4-FFF2-40B4-BE49-F238E27FC236}">
                <ns2:creationId id="{B60F625C-A2F0-49F6-8B23-34E61455620F}"/>
              </a:ext>
            </a:extLst>
          </p:cNvPr>
          <p:cNvSpPr>
            <a:spLocks noGrp="1"/>
          </p:cNvSpPr>
          <p:nvPr/>
        </p:nvSpPr>
        <p:spPr>
          <a:xfrm>
            <a:off x="1276350" y="377990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commit -m "Use course folder"</a:t>
            </a:r>
          </a:p>
        </p:txBody>
      </p:sp>
      <p:sp>
        <p:nvSpPr>
          <p:cNvPr id="14" name="">
            <a:extLst>
              <a:ext uri="{FF2B5EF4-FFF2-40B4-BE49-F238E27FC236}">
                <ns2:creationId id="{A3440D61-CBE5-4DBF-B02C-F0375C41D513}"/>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07E47797-1909-4B22-B0EA-534E9F7B4B4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0761E704-FF0C-4FD4-80A1-4F2DA379A91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94DDFCCF-350E-43BD-A340-3C6FB11E8A0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BBFDF50F-22F8-4589-9A3F-1079AC1EA0C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089</a:t>
            </a:r>
          </a:p>
        </p:txBody>
      </p:sp>
    </p:spTree>
    <p:extLst>
      <p:ext uri="{BB962C8B-B14F-4D97-AF65-F5344CB8AC3E}">
        <ns4:creationId val="718187254"/>
      </p:ext>
    </p:extLst>
  </p:cSld>
</p:sld>
</file>

<file path=ppt/slides/slide9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C5BDCC97-B4BB-4A87-A976-FE841369EF7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0B8E8B36-8A64-41AC-8B36-A4CA505B584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충돌을 보고 취소하기</a:t>
            </a:r>
          </a:p>
        </p:txBody>
      </p:sp>
      <p:sp>
        <p:nvSpPr>
          <p:cNvPr id="3" name="">
            <a:extLst>
              <a:ext uri="{FF2B5EF4-FFF2-40B4-BE49-F238E27FC236}">
                <ns2:creationId id="{1A854B58-ABD9-4549-813F-E396D23BC047}"/>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충돌 표시를 먼저 관찰합니다.</a:t>
            </a:r>
          </a:p>
        </p:txBody>
      </p:sp>
      <p:sp>
        <p:nvSpPr>
          <p:cNvPr id="4" name="">
            <a:extLst>
              <a:ext uri="{FF2B5EF4-FFF2-40B4-BE49-F238E27FC236}">
                <ns2:creationId id="{3E037056-6C73-4D9C-83F1-E5E76E73AA36}"/>
              </a:ext>
            </a:extLst>
          </p:cNvPr>
          <p:cNvSpPr>
            <a:spLocks noGrp="1"/>
          </p:cNvSpPr>
          <p:nvPr/>
        </p:nvSpPr>
        <p:spPr>
          <a:xfrm>
            <a:off x="685800" y="2147888"/>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abort 뒤 main의 문장이 남는지 확인합니다.</a:t>
            </a:r>
          </a:p>
        </p:txBody>
      </p:sp>
      <p:sp>
        <p:nvSpPr>
          <p:cNvPr id="5" name="">
            <a:extLst>
              <a:ext uri="{FF2B5EF4-FFF2-40B4-BE49-F238E27FC236}">
                <ns2:creationId id="{7A6C9DED-2CE4-4581-9788-2C43AFE81042}"/>
              </a:ext>
            </a:extLst>
          </p:cNvPr>
          <p:cNvSpPr>
            <a:spLocks noGrp="1"/>
          </p:cNvSpPr>
          <p:nvPr/>
        </p:nvSpPr>
        <p:spPr>
          <a:xfrm>
            <a:off x="685800" y="2705100"/>
            <a:ext cx="10820400" cy="1591818"/>
          </a:xfrm>
          <a:prstGeom prst="rect">
            <a:avLst/>
          </a:prstGeom>
          <a:solidFill>
            <a:srgbClr val="F1F6F5"/>
          </a:solidFill>
          <a:ln w="0">
            <a:noFill/>
          </a:ln>
        </p:spPr>
      </p:sp>
      <p:sp>
        <p:nvSpPr>
          <p:cNvPr id="6" name="">
            <a:extLst>
              <a:ext uri="{FF2B5EF4-FFF2-40B4-BE49-F238E27FC236}">
                <ns2:creationId id="{8C5FB951-DEAA-43CE-8B12-BB2680E75344}"/>
              </a:ext>
            </a:extLst>
          </p:cNvPr>
          <p:cNvSpPr>
            <a:spLocks noGrp="1"/>
          </p:cNvSpPr>
          <p:nvPr/>
        </p:nvSpPr>
        <p:spPr>
          <a:xfrm>
            <a:off x="828675" y="286702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7" name="">
            <a:extLst>
              <a:ext uri="{FF2B5EF4-FFF2-40B4-BE49-F238E27FC236}">
                <ns2:creationId id="{38047245-900E-4611-9896-3210E321AB46}"/>
              </a:ext>
            </a:extLst>
          </p:cNvPr>
          <p:cNvSpPr>
            <a:spLocks noGrp="1"/>
          </p:cNvSpPr>
          <p:nvPr/>
        </p:nvSpPr>
        <p:spPr>
          <a:xfrm>
            <a:off x="1276350" y="282892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merge guide</a:t>
            </a:r>
          </a:p>
        </p:txBody>
      </p:sp>
      <p:sp>
        <p:nvSpPr>
          <p:cNvPr id="8" name="">
            <a:extLst>
              <a:ext uri="{FF2B5EF4-FFF2-40B4-BE49-F238E27FC236}">
                <ns2:creationId id="{82D894F3-698B-48F3-AEEE-8B7CFFA8AD46}"/>
              </a:ext>
            </a:extLst>
          </p:cNvPr>
          <p:cNvSpPr>
            <a:spLocks noGrp="1"/>
          </p:cNvSpPr>
          <p:nvPr/>
        </p:nvSpPr>
        <p:spPr>
          <a:xfrm>
            <a:off x="828675" y="318401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9" name="">
            <a:extLst>
              <a:ext uri="{FF2B5EF4-FFF2-40B4-BE49-F238E27FC236}">
                <ns2:creationId id="{E403D18D-57B0-4DF9-A6E2-2B8BA63CDBA8}"/>
              </a:ext>
            </a:extLst>
          </p:cNvPr>
          <p:cNvSpPr>
            <a:spLocks noGrp="1"/>
          </p:cNvSpPr>
          <p:nvPr/>
        </p:nvSpPr>
        <p:spPr>
          <a:xfrm>
            <a:off x="1276350" y="314591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status</a:t>
            </a:r>
          </a:p>
        </p:txBody>
      </p:sp>
      <p:sp>
        <p:nvSpPr>
          <p:cNvPr id="10" name="">
            <a:extLst>
              <a:ext uri="{FF2B5EF4-FFF2-40B4-BE49-F238E27FC236}">
                <ns2:creationId id="{350DF195-2003-4A68-B4C8-5EABC41D986F}"/>
              </a:ext>
            </a:extLst>
          </p:cNvPr>
          <p:cNvSpPr>
            <a:spLocks noGrp="1"/>
          </p:cNvSpPr>
          <p:nvPr/>
        </p:nvSpPr>
        <p:spPr>
          <a:xfrm>
            <a:off x="828675" y="350100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1" name="">
            <a:extLst>
              <a:ext uri="{FF2B5EF4-FFF2-40B4-BE49-F238E27FC236}">
                <ns2:creationId id="{50FCC474-FA42-49DA-BAF5-0543F86C5788}"/>
              </a:ext>
            </a:extLst>
          </p:cNvPr>
          <p:cNvSpPr>
            <a:spLocks noGrp="1"/>
          </p:cNvSpPr>
          <p:nvPr/>
        </p:nvSpPr>
        <p:spPr>
          <a:xfrm>
            <a:off x="1276350" y="346290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merge --abort</a:t>
            </a:r>
          </a:p>
        </p:txBody>
      </p:sp>
      <p:sp>
        <p:nvSpPr>
          <p:cNvPr id="12" name="">
            <a:extLst>
              <a:ext uri="{FF2B5EF4-FFF2-40B4-BE49-F238E27FC236}">
                <ns2:creationId id="{C45B23C1-6F96-4D1B-ABD2-971E54F4159A}"/>
              </a:ext>
            </a:extLst>
          </p:cNvPr>
          <p:cNvSpPr>
            <a:spLocks noGrp="1"/>
          </p:cNvSpPr>
          <p:nvPr/>
        </p:nvSpPr>
        <p:spPr>
          <a:xfrm>
            <a:off x="828675" y="381800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3" name="">
            <a:extLst>
              <a:ext uri="{FF2B5EF4-FFF2-40B4-BE49-F238E27FC236}">
                <ns2:creationId id="{7A029847-DE1B-4F02-B1F2-FD2C462D5E39}"/>
              </a:ext>
            </a:extLst>
          </p:cNvPr>
          <p:cNvSpPr>
            <a:spLocks noGrp="1"/>
          </p:cNvSpPr>
          <p:nvPr/>
        </p:nvSpPr>
        <p:spPr>
          <a:xfrm>
            <a:off x="1276350" y="377990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status</a:t>
            </a:r>
          </a:p>
        </p:txBody>
      </p:sp>
      <p:sp>
        <p:nvSpPr>
          <p:cNvPr id="14" name="">
            <a:extLst>
              <a:ext uri="{FF2B5EF4-FFF2-40B4-BE49-F238E27FC236}">
                <ns2:creationId id="{736B510F-E3CA-4530-B594-D82A1BB5FA9E}"/>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906C83E1-8494-42D2-802A-0958FB4B29F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5CD74430-7DD3-47A8-9B7E-E840CD144C5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5202160F-EC5E-473C-8D92-DF53295B44A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462B166C-46A2-49E2-84C9-524E39D91CE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090</a:t>
            </a:r>
          </a:p>
        </p:txBody>
      </p:sp>
    </p:spTree>
    <p:extLst>
      <p:ext uri="{BB962C8B-B14F-4D97-AF65-F5344CB8AC3E}">
        <ns4:creationId val="583137537"/>
      </p:ext>
    </p:extLst>
  </p:cSld>
</p:sld>
</file>

<file path=ppt/slides/slide9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1" name="">
            <a:extLst>
              <a:ext uri="{FF2B5EF4-FFF2-40B4-BE49-F238E27FC236}">
                <ns2:creationId id="{17DDC747-139F-4D21-9836-FDC0B3BE331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889B47E9-FF77-4AE9-A04D-EC6B72EC2AF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합의한 문장으로 완료</a:t>
            </a:r>
          </a:p>
        </p:txBody>
      </p:sp>
      <p:sp>
        <p:nvSpPr>
          <p:cNvPr id="3" name="">
            <a:extLst>
              <a:ext uri="{FF2B5EF4-FFF2-40B4-BE49-F238E27FC236}">
                <ns2:creationId id="{FB7E5874-0A0C-453F-BB7D-A85EBE393C01}"/>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다시 충돌을 만들고 문장을 합의합니다.</a:t>
            </a:r>
          </a:p>
        </p:txBody>
      </p:sp>
      <p:sp>
        <p:nvSpPr>
          <p:cNvPr id="4" name="">
            <a:extLst>
              <a:ext uri="{FF2B5EF4-FFF2-40B4-BE49-F238E27FC236}">
                <ns2:creationId id="{88C5E7E2-B59A-4FB5-BAE8-FDB77719EC32}"/>
              </a:ext>
            </a:extLst>
          </p:cNvPr>
          <p:cNvSpPr>
            <a:spLocks noGrp="1"/>
          </p:cNvSpPr>
          <p:nvPr/>
        </p:nvSpPr>
        <p:spPr>
          <a:xfrm>
            <a:off x="685800" y="2147888"/>
            <a:ext cx="1082040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충돌 표시 없이 문장과 clean 상태를 확인합니다.</a:t>
            </a:r>
          </a:p>
        </p:txBody>
      </p:sp>
      <p:sp>
        <p:nvSpPr>
          <p:cNvPr id="5" name="">
            <a:extLst>
              <a:ext uri="{FF2B5EF4-FFF2-40B4-BE49-F238E27FC236}">
                <ns2:creationId id="{1642457E-F4A6-4691-94FD-6AF579D89D55}"/>
              </a:ext>
            </a:extLst>
          </p:cNvPr>
          <p:cNvSpPr>
            <a:spLocks noGrp="1"/>
          </p:cNvSpPr>
          <p:nvPr/>
        </p:nvSpPr>
        <p:spPr>
          <a:xfrm>
            <a:off x="685800" y="2705100"/>
            <a:ext cx="10820400" cy="1908810"/>
          </a:xfrm>
          <a:prstGeom prst="rect">
            <a:avLst/>
          </a:prstGeom>
          <a:solidFill>
            <a:srgbClr val="F1F6F5"/>
          </a:solidFill>
          <a:ln w="0">
            <a:noFill/>
          </a:ln>
        </p:spPr>
      </p:sp>
      <p:sp>
        <p:nvSpPr>
          <p:cNvPr id="6" name="">
            <a:extLst>
              <a:ext uri="{FF2B5EF4-FFF2-40B4-BE49-F238E27FC236}">
                <ns2:creationId id="{CC356160-F672-4DEA-B68A-1346CFBFF8FB}"/>
              </a:ext>
            </a:extLst>
          </p:cNvPr>
          <p:cNvSpPr>
            <a:spLocks noGrp="1"/>
          </p:cNvSpPr>
          <p:nvPr/>
        </p:nvSpPr>
        <p:spPr>
          <a:xfrm>
            <a:off x="828675" y="286702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7" name="">
            <a:extLst>
              <a:ext uri="{FF2B5EF4-FFF2-40B4-BE49-F238E27FC236}">
                <ns2:creationId id="{A26037CA-6C08-41F4-9381-67B3E3D3F6DA}"/>
              </a:ext>
            </a:extLst>
          </p:cNvPr>
          <p:cNvSpPr>
            <a:spLocks noGrp="1"/>
          </p:cNvSpPr>
          <p:nvPr/>
        </p:nvSpPr>
        <p:spPr>
          <a:xfrm>
            <a:off x="1276350" y="282892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merge guide</a:t>
            </a:r>
          </a:p>
        </p:txBody>
      </p:sp>
      <p:sp>
        <p:nvSpPr>
          <p:cNvPr id="8" name="">
            <a:extLst>
              <a:ext uri="{FF2B5EF4-FFF2-40B4-BE49-F238E27FC236}">
                <ns2:creationId id="{5147CF12-45AB-445C-B764-552F770ABBDF}"/>
              </a:ext>
            </a:extLst>
          </p:cNvPr>
          <p:cNvSpPr>
            <a:spLocks noGrp="1"/>
          </p:cNvSpPr>
          <p:nvPr/>
        </p:nvSpPr>
        <p:spPr>
          <a:xfrm>
            <a:off x="828675" y="318401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9" name="">
            <a:extLst>
              <a:ext uri="{FF2B5EF4-FFF2-40B4-BE49-F238E27FC236}">
                <ns2:creationId id="{2F26F2A4-1F31-40D2-9429-73103130431B}"/>
              </a:ext>
            </a:extLst>
          </p:cNvPr>
          <p:cNvSpPr>
            <a:spLocks noGrp="1"/>
          </p:cNvSpPr>
          <p:nvPr/>
        </p:nvSpPr>
        <p:spPr>
          <a:xfrm>
            <a:off x="1276350" y="314591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Set-Content README.md "Run from work." -Encoding utf8</a:t>
            </a:r>
          </a:p>
        </p:txBody>
      </p:sp>
      <p:sp>
        <p:nvSpPr>
          <p:cNvPr id="10" name="">
            <a:extLst>
              <a:ext uri="{FF2B5EF4-FFF2-40B4-BE49-F238E27FC236}">
                <ns2:creationId id="{E08FD73C-9365-452A-9A8B-EEFF5EE8A5C5}"/>
              </a:ext>
            </a:extLst>
          </p:cNvPr>
          <p:cNvSpPr>
            <a:spLocks noGrp="1"/>
          </p:cNvSpPr>
          <p:nvPr/>
        </p:nvSpPr>
        <p:spPr>
          <a:xfrm>
            <a:off x="828675" y="350100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1" name="">
            <a:extLst>
              <a:ext uri="{FF2B5EF4-FFF2-40B4-BE49-F238E27FC236}">
                <ns2:creationId id="{12F2E2EE-5FB5-4E0C-93E0-666A4BFC1627}"/>
              </a:ext>
            </a:extLst>
          </p:cNvPr>
          <p:cNvSpPr>
            <a:spLocks noGrp="1"/>
          </p:cNvSpPr>
          <p:nvPr/>
        </p:nvSpPr>
        <p:spPr>
          <a:xfrm>
            <a:off x="1276350" y="346290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add README.md</a:t>
            </a:r>
          </a:p>
        </p:txBody>
      </p:sp>
      <p:sp>
        <p:nvSpPr>
          <p:cNvPr id="12" name="">
            <a:extLst>
              <a:ext uri="{FF2B5EF4-FFF2-40B4-BE49-F238E27FC236}">
                <ns2:creationId id="{EF023DCC-5BD2-4081-995E-0C67463FA521}"/>
              </a:ext>
            </a:extLst>
          </p:cNvPr>
          <p:cNvSpPr>
            <a:spLocks noGrp="1"/>
          </p:cNvSpPr>
          <p:nvPr/>
        </p:nvSpPr>
        <p:spPr>
          <a:xfrm>
            <a:off x="828675" y="381800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3" name="">
            <a:extLst>
              <a:ext uri="{FF2B5EF4-FFF2-40B4-BE49-F238E27FC236}">
                <ns2:creationId id="{5AF166B5-0DF1-4B18-8C9E-1B865F7C709E}"/>
              </a:ext>
            </a:extLst>
          </p:cNvPr>
          <p:cNvSpPr>
            <a:spLocks noGrp="1"/>
          </p:cNvSpPr>
          <p:nvPr/>
        </p:nvSpPr>
        <p:spPr>
          <a:xfrm>
            <a:off x="1276350" y="377990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commit -m "Resolve run folder"</a:t>
            </a:r>
          </a:p>
        </p:txBody>
      </p:sp>
      <p:sp>
        <p:nvSpPr>
          <p:cNvPr id="14" name="">
            <a:extLst>
              <a:ext uri="{FF2B5EF4-FFF2-40B4-BE49-F238E27FC236}">
                <ns2:creationId id="{46588F42-A20E-4702-8AEE-EF513D8621EF}"/>
              </a:ext>
            </a:extLst>
          </p:cNvPr>
          <p:cNvSpPr>
            <a:spLocks noGrp="1"/>
          </p:cNvSpPr>
          <p:nvPr/>
        </p:nvSpPr>
        <p:spPr>
          <a:xfrm>
            <a:off x="828675" y="413499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5" name="">
            <a:extLst>
              <a:ext uri="{FF2B5EF4-FFF2-40B4-BE49-F238E27FC236}">
                <ns2:creationId id="{01268A24-5F74-485A-9383-D4DD8E3D12BF}"/>
              </a:ext>
            </a:extLst>
          </p:cNvPr>
          <p:cNvSpPr>
            <a:spLocks noGrp="1"/>
          </p:cNvSpPr>
          <p:nvPr/>
        </p:nvSpPr>
        <p:spPr>
          <a:xfrm>
            <a:off x="1276350" y="409689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status</a:t>
            </a:r>
          </a:p>
        </p:txBody>
      </p:sp>
      <p:sp>
        <p:nvSpPr>
          <p:cNvPr id="16" name="">
            <a:extLst>
              <a:ext uri="{FF2B5EF4-FFF2-40B4-BE49-F238E27FC236}">
                <ns2:creationId id="{F990F892-2E07-40B3-8C89-89CAFDC15EC4}"/>
              </a:ext>
            </a:extLst>
          </p:cNvPr>
          <p:cNvSpPr>
            <a:spLocks noGrp="1"/>
          </p:cNvSpPr>
          <p:nvPr/>
        </p:nvSpPr>
        <p:spPr>
          <a:xfrm>
            <a:off x="685800" y="6172200"/>
            <a:ext cx="10820400" cy="9525"/>
          </a:xfrm>
          <a:prstGeom prst="rect">
            <a:avLst/>
          </a:prstGeom>
          <a:solidFill>
            <a:srgbClr val="D5DEDD"/>
          </a:solidFill>
          <a:ln w="0">
            <a:noFill/>
          </a:ln>
        </p:spPr>
      </p:sp>
      <p:sp>
        <p:nvSpPr>
          <p:cNvPr id="17" name="">
            <a:extLst>
              <a:ext uri="{FF2B5EF4-FFF2-40B4-BE49-F238E27FC236}">
                <ns2:creationId id="{5ED710B8-99C8-4AD4-8C0C-2ECF528611E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8" name="">
            <a:extLst>
              <a:ext uri="{FF2B5EF4-FFF2-40B4-BE49-F238E27FC236}">
                <ns2:creationId id="{F6889DE0-46ED-4342-91FD-1E968E75C6F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9" name="">
            <a:extLst>
              <a:ext uri="{FF2B5EF4-FFF2-40B4-BE49-F238E27FC236}">
                <ns2:creationId id="{FDD33656-AA5F-4E70-9630-D7F13FD0482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0" name="">
            <a:extLst>
              <a:ext uri="{FF2B5EF4-FFF2-40B4-BE49-F238E27FC236}">
                <ns2:creationId id="{7BAA81C8-5C90-4580-A49D-F939F933451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091</a:t>
            </a:r>
          </a:p>
        </p:txBody>
      </p:sp>
    </p:spTree>
    <p:extLst>
      <p:ext uri="{BB962C8B-B14F-4D97-AF65-F5344CB8AC3E}">
        <ns4:creationId val="207444744"/>
      </p:ext>
    </p:extLst>
  </p:cSld>
</p:sld>
</file>

<file path=ppt/slides/slide9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D27795A6-FD43-4260-A47D-35CB503A7D3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ECEA6885-60F5-46A6-B4C9-40A648D7571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두 변경이 갈라지는 조건</a:t>
            </a:r>
          </a:p>
        </p:txBody>
      </p:sp>
      <p:sp>
        <p:nvSpPr>
          <p:cNvPr id="3" name="">
            <a:extLst>
              <a:ext uri="{FF2B5EF4-FFF2-40B4-BE49-F238E27FC236}">
                <ns2:creationId id="{F7325F78-FB21-40F7-A163-C70BC2C18477}"/>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guide의 문장</a:t>
            </a:r>
          </a:p>
        </p:txBody>
      </p:sp>
      <p:sp>
        <p:nvSpPr>
          <p:cNvPr id="4" name="">
            <a:extLst>
              <a:ext uri="{FF2B5EF4-FFF2-40B4-BE49-F238E27FC236}">
                <ns2:creationId id="{125C3CD9-9D98-4CE7-B010-722EB36E45DA}"/>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guide는 Run from work.로 기록합니다.</a:t>
            </a:r>
          </a:p>
        </p:txBody>
      </p:sp>
      <p:sp>
        <p:nvSpPr>
          <p:cNvPr id="5" name="">
            <a:extLst>
              <a:ext uri="{FF2B5EF4-FFF2-40B4-BE49-F238E27FC236}">
                <ns2:creationId id="{2E639F50-EDD2-497D-ADC6-AC2F413859CD}"/>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main의 문장</a:t>
            </a:r>
          </a:p>
        </p:txBody>
      </p:sp>
      <p:sp>
        <p:nvSpPr>
          <p:cNvPr id="6" name="">
            <a:extLst>
              <a:ext uri="{FF2B5EF4-FFF2-40B4-BE49-F238E27FC236}">
                <ns2:creationId id="{99892DA8-FE9F-417D-A99B-9B16A8AE2BC0}"/>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main은 Run from course.로 기록합니다.</a:t>
            </a:r>
          </a:p>
        </p:txBody>
      </p:sp>
      <p:sp>
        <p:nvSpPr>
          <p:cNvPr id="7" name="">
            <a:extLst>
              <a:ext uri="{FF2B5EF4-FFF2-40B4-BE49-F238E27FC236}">
                <ns2:creationId id="{F30D0159-5443-4972-8547-3FD8376DD607}"/>
              </a:ext>
            </a:extLst>
          </p:cNvPr>
          <p:cNvSpPr>
            <a:spLocks noGrp="1"/>
          </p:cNvSpPr>
          <p:nvPr/>
        </p:nvSpPr>
        <p:spPr>
          <a:xfrm>
            <a:off x="685800" y="4943475"/>
            <a:ext cx="10820400" cy="9525"/>
          </a:xfrm>
          <a:prstGeom prst="rect">
            <a:avLst/>
          </a:prstGeom>
          <a:solidFill>
            <a:srgbClr val="D5DEDD"/>
          </a:solidFill>
          <a:ln w="0">
            <a:noFill/>
          </a:ln>
        </p:spPr>
      </p:sp>
      <p:sp>
        <p:nvSpPr>
          <p:cNvPr id="8" name="">
            <a:extLst>
              <a:ext uri="{FF2B5EF4-FFF2-40B4-BE49-F238E27FC236}">
                <ns2:creationId id="{43134D73-3EC4-471E-A3ED-7F28A66D387E}"/>
              </a:ext>
            </a:extLst>
          </p:cNvPr>
          <p:cNvSpPr>
            <a:spLocks noGrp="1"/>
          </p:cNvSpPr>
          <p:nvPr/>
        </p:nvSpPr>
        <p:spPr>
          <a:xfrm>
            <a:off x="685800" y="5191125"/>
            <a:ext cx="10820400" cy="417767"/>
          </a:xfrm>
          <a:prstGeom prst="rect">
            <a:avLst/>
          </a:prstGeom>
          <a:noFill/>
          <a:ln w="0">
            <a:noFill/>
          </a:ln>
        </p:spPr>
        <p:txBody>
          <a:bodyPr wrap="square" lIns="0" tIns="0" rIns="0" bIns="0">
            <a:noAutofit/>
          </a:bodyPr>
          <a:lstStyle/>
          <a:p>
            <a:pPr>
              <a:defRPr sz="2025" b="1">
                <a:solidFill>
                  <a:srgbClr val="52636B"/>
                </a:solidFill>
                <a:latin typeface="Noto Sans KR"/>
                <a:ea typeface="Noto Sans KR"/>
                <a:cs typeface="Noto Sans KR"/>
              </a:defRPr>
            </a:pPr>
            <a:r>
              <a:t>같은 공통 기록에서 두 변경이 갈라집니다.</a:t>
            </a:r>
          </a:p>
        </p:txBody>
      </p:sp>
      <p:sp>
        <p:nvSpPr>
          <p:cNvPr id="9" name="">
            <a:extLst>
              <a:ext uri="{FF2B5EF4-FFF2-40B4-BE49-F238E27FC236}">
                <ns2:creationId id="{CAB1E6C0-3DD9-4C7F-8810-0C238EDE055C}"/>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2CEA3C10-72E9-4AFE-B826-14B132101BA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32E0E156-FBEE-41E0-A547-37D799EB260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CA06A736-179B-4759-8DF0-992AF689305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BC799B74-E046-4827-9F05-6D28759FC19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092</a:t>
            </a:r>
          </a:p>
        </p:txBody>
      </p:sp>
    </p:spTree>
    <p:extLst>
      <p:ext uri="{BB962C8B-B14F-4D97-AF65-F5344CB8AC3E}">
        <ns4:creationId val="543834909"/>
      </p:ext>
    </p:extLst>
  </p:cSld>
</p:sld>
</file>

<file path=ppt/slides/slide9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5320D215-4772-4DFD-A077-C547F546249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DC54F80C-A50F-4B5E-BE3E-ACEA5441453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충돌의 최종 결정</a:t>
            </a:r>
          </a:p>
        </p:txBody>
      </p:sp>
      <p:sp>
        <p:nvSpPr>
          <p:cNvPr id="3" name="">
            <a:extLst>
              <a:ext uri="{FF2B5EF4-FFF2-40B4-BE49-F238E27FC236}">
                <ns2:creationId id="{A06E0384-9ACC-49A2-BE57-35131A3C8FA4}"/>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승인된 기준이 28인데 양쪽은 28과 30입니다.</a:t>
            </a:r>
          </a:p>
        </p:txBody>
      </p:sp>
      <p:sp>
        <p:nvSpPr>
          <p:cNvPr id="4" name="">
            <a:extLst>
              <a:ext uri="{FF2B5EF4-FFF2-40B4-BE49-F238E27FC236}">
                <ns2:creationId id="{F2718FCC-A705-46A2-8975-11ACB0F1AC88}"/>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최종 기준과 검사 입력을 결정해 보세요.</a:t>
            </a:r>
          </a:p>
        </p:txBody>
      </p:sp>
      <p:sp>
        <p:nvSpPr>
          <p:cNvPr id="5" name="">
            <a:extLst>
              <a:ext uri="{FF2B5EF4-FFF2-40B4-BE49-F238E27FC236}">
                <ns2:creationId id="{F2577103-339E-47C5-ADB3-E97FB1E08726}"/>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3DEA1FA8-056E-4A94-B410-A83AB0904603}"/>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A8E7E97-1828-46D6-BDB1-A751A77737E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5F97375B-5591-47B5-A67E-E2FCEEEE9F8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34F0B740-588C-4226-9B77-61E05B62F59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82FCB0AA-621E-4A7C-8676-13F2D04CBBD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093</a:t>
            </a:r>
          </a:p>
        </p:txBody>
      </p:sp>
    </p:spTree>
    <p:extLst>
      <p:ext uri="{BB962C8B-B14F-4D97-AF65-F5344CB8AC3E}">
        <ns4:creationId val="272809336"/>
      </p:ext>
    </p:extLst>
  </p:cSld>
</p:sld>
</file>

<file path=ppt/slides/slide9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74DACF74-1481-4184-A318-0E89B8E2A6E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D9563F7F-F54A-4FF8-B13F-6384D7F4D94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A17  새 안내 기록하기</a:t>
            </a:r>
          </a:p>
        </p:txBody>
      </p:sp>
      <p:sp>
        <p:nvSpPr>
          <p:cNvPr id="3" name="">
            <a:extLst>
              <a:ext uri="{FF2B5EF4-FFF2-40B4-BE49-F238E27FC236}">
                <ns2:creationId id="{F0758318-3DD2-4425-914F-D9BD50BB6B9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5B912D55-987C-4ED6-9686-7BC930031832}"/>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새 요구를 한 문장으로 정합니다.</a:t>
            </a:r>
          </a:p>
        </p:txBody>
      </p:sp>
      <p:sp>
        <p:nvSpPr>
          <p:cNvPr id="5" name="">
            <a:extLst>
              <a:ext uri="{FF2B5EF4-FFF2-40B4-BE49-F238E27FC236}">
                <ns2:creationId id="{A2FC5F23-7C3A-493D-894F-A760B6086991}"/>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목적에 맞는 파일 한 곳을 수정합니다.</a:t>
            </a:r>
          </a:p>
        </p:txBody>
      </p:sp>
      <p:sp>
        <p:nvSpPr>
          <p:cNvPr id="6" name="">
            <a:extLst>
              <a:ext uri="{FF2B5EF4-FFF2-40B4-BE49-F238E27FC236}">
                <ns2:creationId id="{421C6FF0-8C29-45C9-977A-A1CC9DEC5EF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새 안내를 기록</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229688"/>
                <a:gridCol w="3009062"/>
              </a:tblGrid>
              <a:tr h="514350">
                <a:tc>
                  <a:txBody>
                    <a:bodyPr wrap="square"/>
                    <a:lstStyle/>
                    <a:p>
                      <a:pPr>
                        <a:lnSpc>
                          <a:spcPct val="102000"/>
                        </a:lnSpc>
                        <a:buNone/>
                      </a:pPr>
                      <a:r>
                        <a:rPr sz="1875" b="1">
                          <a:solidFill>
                            <a:srgbClr val="172F39"/>
                          </a:solidFill>
                          <a:latin typeface="Noto Sans KR"/>
                          <a:ea typeface="Noto Sans KR"/>
                          <a:cs typeface="Noto Sans KR"/>
                        </a:rPr>
                        <a:t>할 일</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확인</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README 수정</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바뀐 안내 문장</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diff --staged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커밋에 넣을 줄</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log --oneline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Clarify output check</a:t>
                      </a:r>
                    </a:p>
                  </a:txBody>
                  <a:tcPr marL="114300" marR="114300" marT="76200" marB="76200" anchor="ctr">
                    <a:solidFill>
                      <a:srgbClr val="FFFFFF"/>
                    </a:solidFill>
                  </a:tcPr>
                </a:tc>
              </a:tr>
            </a:tbl>
          </a:graphicData>
        </a:graphic>
      </p:graphicFrame>
      <p:sp>
        <p:nvSpPr>
          <p:cNvPr id="8" name="">
            <a:extLst>
              <a:ext uri="{FF2B5EF4-FFF2-40B4-BE49-F238E27FC236}">
                <ns2:creationId id="{DD170CBA-8C89-4168-BD26-10A508138763}"/>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9A131272-2540-409D-968B-CA9E3CE78DA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9CA2262A-8E7B-4E65-9597-3EAAA386159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06656145-9A9E-47AA-808F-C238AD33107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8F0E373-4814-4323-BD4E-DE5139C745B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094</a:t>
            </a:r>
          </a:p>
        </p:txBody>
      </p:sp>
    </p:spTree>
    <p:extLst>
      <p:ext uri="{BB962C8B-B14F-4D97-AF65-F5344CB8AC3E}">
        <ns4:creationId val="1645431203"/>
      </p:ext>
    </p:extLst>
  </p:cSld>
</p:sld>
</file>

<file path=ppt/slides/slide9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0" name="">
            <a:extLst>
              <a:ext uri="{FF2B5EF4-FFF2-40B4-BE49-F238E27FC236}">
                <ns2:creationId id="{A48CBC5B-A4DC-43D0-8F95-EF94AFA9A7D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7D786146-0D4D-498D-B40C-BD225627E6D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새 안내 기록하기의 예</a:t>
            </a:r>
          </a:p>
        </p:txBody>
      </p:sp>
      <p:sp>
        <p:nvSpPr>
          <p:cNvPr id="3" name="">
            <a:extLst>
              <a:ext uri="{FF2B5EF4-FFF2-40B4-BE49-F238E27FC236}">
                <ns2:creationId id="{499CD807-E6A1-4D25-8C41-118CF2B2965F}"/>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work/git-lab</a:t>
            </a:r>
          </a:p>
        </p:txBody>
      </p:sp>
      <p:sp>
        <p:nvSpPr>
          <p:cNvPr id="4" name="">
            <a:extLst>
              <a:ext uri="{FF2B5EF4-FFF2-40B4-BE49-F238E27FC236}">
                <ns2:creationId id="{18E86BF6-3C60-4DBD-B528-2E84EB310E26}"/>
              </a:ext>
            </a:extLst>
          </p:cNvPr>
          <p:cNvSpPr>
            <a:spLocks noGrp="1"/>
          </p:cNvSpPr>
          <p:nvPr/>
        </p:nvSpPr>
        <p:spPr>
          <a:xfrm>
            <a:off x="685800" y="2262188"/>
            <a:ext cx="10820400" cy="1908810"/>
          </a:xfrm>
          <a:prstGeom prst="rect">
            <a:avLst/>
          </a:prstGeom>
          <a:solidFill>
            <a:srgbClr val="F1F6F5"/>
          </a:solidFill>
          <a:ln w="0">
            <a:noFill/>
          </a:ln>
        </p:spPr>
      </p:sp>
      <p:sp>
        <p:nvSpPr>
          <p:cNvPr id="5" name="">
            <a:extLst>
              <a:ext uri="{FF2B5EF4-FFF2-40B4-BE49-F238E27FC236}">
                <ns2:creationId id="{3C97E81B-8D7B-4D9E-A034-65F69629787E}"/>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222A9CCB-34C4-4DFB-8568-D7FDAAB9A815}"/>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a:t>
            </a:r>
          </a:p>
        </p:txBody>
      </p:sp>
      <p:sp>
        <p:nvSpPr>
          <p:cNvPr id="7" name="">
            <a:extLst>
              <a:ext uri="{FF2B5EF4-FFF2-40B4-BE49-F238E27FC236}">
                <ns2:creationId id="{49944386-03B1-4C4A-AF83-12C911B96AA8}"/>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8A407998-7F3C-480D-A895-84B60B047874}"/>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add README.md</a:t>
            </a:r>
          </a:p>
        </p:txBody>
      </p:sp>
      <p:sp>
        <p:nvSpPr>
          <p:cNvPr id="9" name="">
            <a:extLst>
              <a:ext uri="{FF2B5EF4-FFF2-40B4-BE49-F238E27FC236}">
                <ns2:creationId id="{2A0250AF-8D61-41C5-93B5-5ED56436AB82}"/>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2560F33C-8E60-4F44-81C3-21C4AF2D8622}"/>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diff --staged</a:t>
            </a:r>
          </a:p>
        </p:txBody>
      </p:sp>
      <p:sp>
        <p:nvSpPr>
          <p:cNvPr id="11" name="">
            <a:extLst>
              <a:ext uri="{FF2B5EF4-FFF2-40B4-BE49-F238E27FC236}">
                <ns2:creationId id="{48AAC286-A6EC-46D5-992A-8D92BFD684E7}"/>
              </a:ext>
            </a:extLst>
          </p:cNvPr>
          <p:cNvSpPr>
            <a:spLocks noGrp="1"/>
          </p:cNvSpPr>
          <p:nvPr/>
        </p:nvSpPr>
        <p:spPr>
          <a:xfrm>
            <a:off x="828675" y="337508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2" name="">
            <a:extLst>
              <a:ext uri="{FF2B5EF4-FFF2-40B4-BE49-F238E27FC236}">
                <ns2:creationId id="{52F7C047-D1FC-4626-87F0-574BBB2140D7}"/>
              </a:ext>
            </a:extLst>
          </p:cNvPr>
          <p:cNvSpPr>
            <a:spLocks noGrp="1"/>
          </p:cNvSpPr>
          <p:nvPr/>
        </p:nvSpPr>
        <p:spPr>
          <a:xfrm>
            <a:off x="1276350" y="333698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commit -m "Clarify output check"</a:t>
            </a:r>
          </a:p>
        </p:txBody>
      </p:sp>
      <p:sp>
        <p:nvSpPr>
          <p:cNvPr id="13" name="">
            <a:extLst>
              <a:ext uri="{FF2B5EF4-FFF2-40B4-BE49-F238E27FC236}">
                <ns2:creationId id="{5DA8E953-A5A7-485B-B4A9-9C327775A697}"/>
              </a:ext>
            </a:extLst>
          </p:cNvPr>
          <p:cNvSpPr>
            <a:spLocks noGrp="1"/>
          </p:cNvSpPr>
          <p:nvPr/>
        </p:nvSpPr>
        <p:spPr>
          <a:xfrm>
            <a:off x="828675" y="369208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4" name="">
            <a:extLst>
              <a:ext uri="{FF2B5EF4-FFF2-40B4-BE49-F238E27FC236}">
                <ns2:creationId id="{EA787536-ACD2-4EFA-8F70-CFF5614514C2}"/>
              </a:ext>
            </a:extLst>
          </p:cNvPr>
          <p:cNvSpPr>
            <a:spLocks noGrp="1"/>
          </p:cNvSpPr>
          <p:nvPr/>
        </p:nvSpPr>
        <p:spPr>
          <a:xfrm>
            <a:off x="1276350" y="365398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git log --oneline -2</a:t>
            </a:r>
          </a:p>
        </p:txBody>
      </p:sp>
      <p:sp>
        <p:nvSpPr>
          <p:cNvPr id="15" name="">
            <a:extLst>
              <a:ext uri="{FF2B5EF4-FFF2-40B4-BE49-F238E27FC236}">
                <ns2:creationId id="{2279A776-8754-49B4-A096-C358CEEC7850}"/>
              </a:ext>
            </a:extLst>
          </p:cNvPr>
          <p:cNvSpPr>
            <a:spLocks noGrp="1"/>
          </p:cNvSpPr>
          <p:nvPr/>
        </p:nvSpPr>
        <p:spPr>
          <a:xfrm>
            <a:off x="685800" y="6172200"/>
            <a:ext cx="10820400" cy="9525"/>
          </a:xfrm>
          <a:prstGeom prst="rect">
            <a:avLst/>
          </a:prstGeom>
          <a:solidFill>
            <a:srgbClr val="D5DEDD"/>
          </a:solidFill>
          <a:ln w="0">
            <a:noFill/>
          </a:ln>
        </p:spPr>
      </p:sp>
      <p:sp>
        <p:nvSpPr>
          <p:cNvPr id="16" name="">
            <a:extLst>
              <a:ext uri="{FF2B5EF4-FFF2-40B4-BE49-F238E27FC236}">
                <ns2:creationId id="{77065C07-D5BE-40B0-8C82-9C39C3A82A3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7" name="">
            <a:extLst>
              <a:ext uri="{FF2B5EF4-FFF2-40B4-BE49-F238E27FC236}">
                <ns2:creationId id="{9CA74C76-E8F3-439F-9B33-8F9910E4B7E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8" name="">
            <a:extLst>
              <a:ext uri="{FF2B5EF4-FFF2-40B4-BE49-F238E27FC236}">
                <ns2:creationId id="{FB65749C-FAA7-4D99-BAC4-90223A1872B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9" name="">
            <a:extLst>
              <a:ext uri="{FF2B5EF4-FFF2-40B4-BE49-F238E27FC236}">
                <ns2:creationId id="{0CB8EAC8-34B8-46C6-8F5B-14ECACE8C6C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095</a:t>
            </a:r>
          </a:p>
        </p:txBody>
      </p:sp>
    </p:spTree>
    <p:extLst>
      <p:ext uri="{BB962C8B-B14F-4D97-AF65-F5344CB8AC3E}">
        <ns4:creationId val="1446814536"/>
      </p:ext>
    </p:extLst>
  </p:cSld>
</p:sld>
</file>

<file path=ppt/slides/slide9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3" name="">
            <a:extLst>
              <a:ext uri="{FF2B5EF4-FFF2-40B4-BE49-F238E27FC236}">
                <ns2:creationId id="{747772A3-7E72-447E-91D7-41F08513A34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70BCD66E-B2C4-4202-A039-AE1195AC118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수정한 문장을 커밋에 담기</a:t>
            </a:r>
          </a:p>
        </p:txBody>
      </p:sp>
      <p:sp>
        <p:nvSpPr>
          <p:cNvPr id="3" name="">
            <a:extLst>
              <a:ext uri="{FF2B5EF4-FFF2-40B4-BE49-F238E27FC236}">
                <ns2:creationId id="{0331C16E-9225-474B-B622-2555CFD1213F}"/>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69ED00B4-CADF-49B5-95F3-ACD3E79B6952}"/>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바꾸기 전후의 문장과 커밋 메시지를 적습니다.</a:t>
            </a:r>
          </a:p>
        </p:txBody>
      </p:sp>
      <p:sp>
        <p:nvSpPr>
          <p:cNvPr id="5" name="">
            <a:extLst>
              <a:ext uri="{FF2B5EF4-FFF2-40B4-BE49-F238E27FC236}">
                <ns2:creationId id="{DB511E32-7B7C-4EF3-84A0-618832630A50}"/>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--staged에서 새 안내가 들어갔는지 확인합니다.</a:t>
            </a:r>
          </a:p>
        </p:txBody>
      </p:sp>
      <p:sp>
        <p:nvSpPr>
          <p:cNvPr id="6" name="">
            <a:extLst>
              <a:ext uri="{FF2B5EF4-FFF2-40B4-BE49-F238E27FC236}">
                <ns2:creationId id="{A8B3FA6D-FB58-4FF4-8DB4-A5A41A887A7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95장의 실제 예제 다시 읽기</a:t>
            </a:r>
          </a:p>
        </p:txBody>
      </p:sp>
      <p:sp>
        <p:nvSpPr>
          <p:cNvPr id="7" name="">
            <a:extLst>
              <a:ext uri="{FF2B5EF4-FFF2-40B4-BE49-F238E27FC236}">
                <ns2:creationId id="{38789E16-2350-4735-BDB2-EA15F0F086FB}"/>
              </a:ext>
            </a:extLst>
          </p:cNvPr>
          <p:cNvSpPr>
            <a:spLocks noGrp="1"/>
          </p:cNvSpPr>
          <p:nvPr/>
        </p:nvSpPr>
        <p:spPr>
          <a:xfrm>
            <a:off x="6267450" y="2628900"/>
            <a:ext cx="5238750" cy="1786890"/>
          </a:xfrm>
          <a:prstGeom prst="rect">
            <a:avLst/>
          </a:prstGeom>
          <a:solidFill>
            <a:srgbClr val="F1F6F5"/>
          </a:solidFill>
          <a:ln w="0">
            <a:noFill/>
          </a:ln>
        </p:spPr>
      </p:sp>
      <p:sp>
        <p:nvSpPr>
          <p:cNvPr id="8" name="">
            <a:extLst>
              <a:ext uri="{FF2B5EF4-FFF2-40B4-BE49-F238E27FC236}">
                <ns2:creationId id="{6A3CA182-230C-4CB7-B9BD-DBB63AA77E1E}"/>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4477306E-110E-4A42-882B-D66EBD1682BA}"/>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diff</a:t>
            </a:r>
          </a:p>
        </p:txBody>
      </p:sp>
      <p:sp>
        <p:nvSpPr>
          <p:cNvPr id="10" name="">
            <a:extLst>
              <a:ext uri="{FF2B5EF4-FFF2-40B4-BE49-F238E27FC236}">
                <ns2:creationId id="{7A6B44E1-F91D-4492-BC24-5042D7D68B39}"/>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6824556D-BFFA-40AC-851D-F38E1D8C895E}"/>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add README.md</a:t>
            </a:r>
          </a:p>
        </p:txBody>
      </p:sp>
      <p:sp>
        <p:nvSpPr>
          <p:cNvPr id="12" name="">
            <a:extLst>
              <a:ext uri="{FF2B5EF4-FFF2-40B4-BE49-F238E27FC236}">
                <ns2:creationId id="{B6EA6697-F042-43BD-9B5C-E25E6F1F8A39}"/>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87180681-BB13-4468-967A-3442C9892FE8}"/>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diff --staged</a:t>
            </a:r>
          </a:p>
        </p:txBody>
      </p:sp>
      <p:sp>
        <p:nvSpPr>
          <p:cNvPr id="14" name="">
            <a:extLst>
              <a:ext uri="{FF2B5EF4-FFF2-40B4-BE49-F238E27FC236}">
                <ns2:creationId id="{55AE65C6-06E8-4992-8593-4317112CA025}"/>
              </a:ext>
            </a:extLst>
          </p:cNvPr>
          <p:cNvSpPr>
            <a:spLocks noGrp="1"/>
          </p:cNvSpPr>
          <p:nvPr/>
        </p:nvSpPr>
        <p:spPr>
          <a:xfrm>
            <a:off x="6410325" y="3668649"/>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5" name="">
            <a:extLst>
              <a:ext uri="{FF2B5EF4-FFF2-40B4-BE49-F238E27FC236}">
                <ns2:creationId id="{113B4E24-D953-4238-81CE-260087AD97EE}"/>
              </a:ext>
            </a:extLst>
          </p:cNvPr>
          <p:cNvSpPr>
            <a:spLocks noGrp="1"/>
          </p:cNvSpPr>
          <p:nvPr/>
        </p:nvSpPr>
        <p:spPr>
          <a:xfrm>
            <a:off x="6858000" y="3630549"/>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commit -m "Clarify output check"</a:t>
            </a:r>
          </a:p>
        </p:txBody>
      </p:sp>
      <p:sp>
        <p:nvSpPr>
          <p:cNvPr id="16" name="">
            <a:extLst>
              <a:ext uri="{FF2B5EF4-FFF2-40B4-BE49-F238E27FC236}">
                <ns2:creationId id="{74ACEC23-0CBD-4D5B-A11F-0445DF3C424A}"/>
              </a:ext>
            </a:extLst>
          </p:cNvPr>
          <p:cNvSpPr>
            <a:spLocks noGrp="1"/>
          </p:cNvSpPr>
          <p:nvPr/>
        </p:nvSpPr>
        <p:spPr>
          <a:xfrm>
            <a:off x="6410325" y="3961257"/>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7" name="">
            <a:extLst>
              <a:ext uri="{FF2B5EF4-FFF2-40B4-BE49-F238E27FC236}">
                <ns2:creationId id="{F1D89259-87AA-4761-B816-62E803D4ACB0}"/>
              </a:ext>
            </a:extLst>
          </p:cNvPr>
          <p:cNvSpPr>
            <a:spLocks noGrp="1"/>
          </p:cNvSpPr>
          <p:nvPr/>
        </p:nvSpPr>
        <p:spPr>
          <a:xfrm>
            <a:off x="6858000" y="3923157"/>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git log --oneline -2</a:t>
            </a:r>
          </a:p>
        </p:txBody>
      </p:sp>
      <p:sp>
        <p:nvSpPr>
          <p:cNvPr id="18" name="">
            <a:extLst>
              <a:ext uri="{FF2B5EF4-FFF2-40B4-BE49-F238E27FC236}">
                <ns2:creationId id="{7CE6F03B-9184-45BA-8158-4FF9F7E3991A}"/>
              </a:ext>
            </a:extLst>
          </p:cNvPr>
          <p:cNvSpPr>
            <a:spLocks noGrp="1"/>
          </p:cNvSpPr>
          <p:nvPr/>
        </p:nvSpPr>
        <p:spPr>
          <a:xfrm>
            <a:off x="685800" y="6172200"/>
            <a:ext cx="10820400" cy="9525"/>
          </a:xfrm>
          <a:prstGeom prst="rect">
            <a:avLst/>
          </a:prstGeom>
          <a:solidFill>
            <a:srgbClr val="D5DEDD"/>
          </a:solidFill>
          <a:ln w="0">
            <a:noFill/>
          </a:ln>
        </p:spPr>
      </p:sp>
      <p:sp>
        <p:nvSpPr>
          <p:cNvPr id="19" name="">
            <a:extLst>
              <a:ext uri="{FF2B5EF4-FFF2-40B4-BE49-F238E27FC236}">
                <ns2:creationId id="{EE258ACA-2C5E-4B57-BEAA-2BE6ABED8AD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0" name="">
            <a:extLst>
              <a:ext uri="{FF2B5EF4-FFF2-40B4-BE49-F238E27FC236}">
                <ns2:creationId id="{8149EF9A-A865-4A48-8689-6602C6A835E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1" name="">
            <a:extLst>
              <a:ext uri="{FF2B5EF4-FFF2-40B4-BE49-F238E27FC236}">
                <ns2:creationId id="{88E74A30-1C90-42E1-9306-8FFD9C45654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2" name="">
            <a:extLst>
              <a:ext uri="{FF2B5EF4-FFF2-40B4-BE49-F238E27FC236}">
                <ns2:creationId id="{DC0DADF3-9A2E-4843-95D3-DF131D40C92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096</a:t>
            </a:r>
          </a:p>
        </p:txBody>
      </p:sp>
    </p:spTree>
    <p:extLst>
      <p:ext uri="{BB962C8B-B14F-4D97-AF65-F5344CB8AC3E}">
        <ns4:creationId val="370138692"/>
      </p:ext>
    </p:extLst>
  </p:cSld>
</p:sld>
</file>

<file path=ppt/slides/slide9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C63C7BA1-17D4-4D34-BB95-F0DD43BB47B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B2DF2F0C-8FA5-40F8-925B-E9F8049712C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새 안내 작성</a:t>
            </a:r>
          </a:p>
        </p:txBody>
      </p:sp>
      <p:sp>
        <p:nvSpPr>
          <p:cNvPr id="3" name="">
            <a:extLst>
              <a:ext uri="{FF2B5EF4-FFF2-40B4-BE49-F238E27FC236}">
                <ns2:creationId id="{C50FEC55-DD76-4DFD-B3E9-35EB7370576F}"/>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결과 JSON을 확인하라는 안내를 추가하세요.</a:t>
            </a:r>
          </a:p>
        </p:txBody>
      </p:sp>
      <p:sp>
        <p:nvSpPr>
          <p:cNvPr id="4" name="">
            <a:extLst>
              <a:ext uri="{FF2B5EF4-FFF2-40B4-BE49-F238E27FC236}">
                <ns2:creationId id="{A713739E-A159-4818-9556-C2E558798D3E}"/>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바뀐 줄과 기록할 메시지를 설명하세요.</a:t>
            </a:r>
          </a:p>
        </p:txBody>
      </p:sp>
      <p:sp>
        <p:nvSpPr>
          <p:cNvPr id="5" name="">
            <a:extLst>
              <a:ext uri="{FF2B5EF4-FFF2-40B4-BE49-F238E27FC236}">
                <ns2:creationId id="{2B807012-88EC-4A13-BD90-F847C035F896}"/>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823D5443-7CB7-42A5-A9F4-4C6FF0A3F280}"/>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037231DC-5E73-4AA7-83C2-04DF51A006E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321C8353-7172-4B55-A9BC-18D7C728FC0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421B148B-1673-42F4-9292-3D513A895CA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35D797EB-6F83-433B-ABC1-098D7034980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097</a:t>
            </a:r>
          </a:p>
        </p:txBody>
      </p:sp>
    </p:spTree>
    <p:extLst>
      <p:ext uri="{BB962C8B-B14F-4D97-AF65-F5344CB8AC3E}">
        <ns4:creationId val="1032610555"/>
      </p:ext>
    </p:extLst>
  </p:cSld>
</p:sld>
</file>

<file path=ppt/slides/slide9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D9D065A0-7530-4B93-BA83-04F18E1B42E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03FD8151-B6E4-4C1D-9469-73C1CAC4FEE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A18  다음 사람이 실행할 안내</a:t>
            </a:r>
          </a:p>
        </p:txBody>
      </p:sp>
      <p:sp>
        <p:nvSpPr>
          <p:cNvPr id="3" name="">
            <a:extLst>
              <a:ext uri="{FF2B5EF4-FFF2-40B4-BE49-F238E27FC236}">
                <ns2:creationId id="{0A7B0868-BFF7-44CF-809F-078E3B6856B6}"/>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D7822291-CB00-43A1-937A-6C4A6EB5794F}"/>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파일 위치, 실행 명령, 결과를 적어 전달합니다.</a:t>
            </a:r>
          </a:p>
        </p:txBody>
      </p:sp>
      <p:sp>
        <p:nvSpPr>
          <p:cNvPr id="5" name="">
            <a:extLst>
              <a:ext uri="{FF2B5EF4-FFF2-40B4-BE49-F238E27FC236}">
                <ns2:creationId id="{6757AC18-30E9-4E8C-8209-8A1F0BE4C078}"/>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로컬 확인과 원격 공유 여부를 따로 씁니다.</a:t>
            </a:r>
          </a:p>
        </p:txBody>
      </p:sp>
      <p:sp>
        <p:nvSpPr>
          <p:cNvPr id="6" name="">
            <a:extLst>
              <a:ext uri="{FF2B5EF4-FFF2-40B4-BE49-F238E27FC236}">
                <ns2:creationId id="{82325D3E-75DC-46FD-84A8-4C2FB2099F9E}"/>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다음 사람이 확인할 기록</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1761516"/>
                <a:gridCol w="3477234"/>
              </a:tblGrid>
              <a:tr h="514350">
                <a:tc>
                  <a:txBody>
                    <a:bodyPr wrap="square"/>
                    <a:lstStyle/>
                    <a:p>
                      <a:pPr>
                        <a:lnSpc>
                          <a:spcPct val="102000"/>
                        </a:lnSpc>
                        <a:buNone/>
                      </a:pPr>
                      <a:r>
                        <a:rPr sz="187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남길 정보</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변경</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파일·목적</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기록</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메시지·해시</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확인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명령·실제 결과</a:t>
                      </a:r>
                    </a:p>
                  </a:txBody>
                  <a:tcPr marL="114300" marR="114300" marT="76200" marB="76200" anchor="ctr">
                    <a:solidFill>
                      <a:srgbClr val="FFFFFF"/>
                    </a:solidFill>
                  </a:tcPr>
                </a:tc>
              </a:tr>
            </a:tbl>
          </a:graphicData>
        </a:graphic>
      </p:graphicFrame>
      <p:sp>
        <p:nvSpPr>
          <p:cNvPr id="8" name="">
            <a:extLst>
              <a:ext uri="{FF2B5EF4-FFF2-40B4-BE49-F238E27FC236}">
                <ns2:creationId id="{6193D372-FF7D-4346-9E3E-F8D83EED7E53}"/>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C8E30C66-71C5-4E0C-88CD-4DC267BAF8C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74DFD2B-2262-446F-B46E-392EE199869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2FF79BEF-264A-4C97-81F9-B6B727846FB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BFBA5010-F626-4B86-ACF2-F25F692B26D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098</a:t>
            </a:r>
          </a:p>
        </p:txBody>
      </p:sp>
    </p:spTree>
    <p:extLst>
      <p:ext uri="{BB962C8B-B14F-4D97-AF65-F5344CB8AC3E}">
        <ns4:creationId val="761874445"/>
      </p:ext>
    </p:extLst>
  </p:cSld>
</p:sld>
</file>

<file path=ppt/slides/slide9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D4548C5A-E1D4-46E6-B9E3-3C85DE088B3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92B73D8E-4D27-4A4A-B54F-DE301D9640A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다음 사람에게 인계의 예</a:t>
            </a:r>
          </a:p>
        </p:txBody>
      </p:sp>
      <p:graphicFrame>
        <p:nvGraphicFramePr>
          <p:cNvPr id="12" name=""/>
          <p:cNvGraphicFramePr/>
          <p:nvPr/>
        </p:nvGraphicFramePr>
        <p:xfrm>
          <a:off x="685800" y="1809750"/>
          <a:ext cx="10820400" cy="2682240"/>
        </p:xfrm>
        <a:graphic>
          <a:graphicData uri="http://schemas.openxmlformats.org/drawingml/2006/table">
            <a:tbl>
              <a:tblPr firstRow="1" bandRow="0"/>
              <a:tblGrid>
                <a:gridCol w="3910988"/>
                <a:gridCol w="6909412"/>
              </a:tblGrid>
              <a:tr h="536448">
                <a:tc>
                  <a:txBody>
                    <a:bodyPr wrap="square"/>
                    <a:lstStyle/>
                    <a:p>
                      <a:pPr>
                        <a:lnSpc>
                          <a:spcPct val="102000"/>
                        </a:lnSpc>
                        <a:buNone/>
                      </a:pPr>
                      <a:r>
                        <a:rPr sz="202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남길 정보</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변경</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파일과 목적</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기록</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메시지와 해시</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확인</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명령과 실제 결과</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미확인</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원격·계정·환경</a:t>
                      </a:r>
                    </a:p>
                  </a:txBody>
                  <a:tcPr marL="114300" marR="114300" marT="76200" marB="76200" anchor="ctr">
                    <a:solidFill>
                      <a:srgbClr val="FFFFFF"/>
                    </a:solidFill>
                  </a:tcPr>
                </a:tc>
              </a:tr>
            </a:tbl>
          </a:graphicData>
        </a:graphic>
      </p:graphicFrame>
      <p:sp>
        <p:nvSpPr>
          <p:cNvPr id="4" name="">
            <a:extLst>
              <a:ext uri="{FF2B5EF4-FFF2-40B4-BE49-F238E27FC236}">
                <ns2:creationId id="{811CF8D0-5CC1-4E14-8E43-D0778D6195D9}"/>
              </a:ext>
            </a:extLst>
          </p:cNvPr>
          <p:cNvSpPr>
            <a:spLocks noGrp="1"/>
          </p:cNvSpPr>
          <p:nvPr/>
        </p:nvSpPr>
        <p:spPr>
          <a:xfrm>
            <a:off x="685800" y="4720590"/>
            <a:ext cx="10820400" cy="395288"/>
          </a:xfrm>
          <a:prstGeom prst="rect">
            <a:avLst/>
          </a:prstGeom>
          <a:noFill/>
          <a:ln w="0">
            <a:noFill/>
          </a:ln>
        </p:spPr>
        <p:txBody>
          <a:bodyPr wrap="square" lIns="0" tIns="0" rIns="0" bIns="0">
            <a:noAutofit/>
          </a:bodyPr>
          <a:lstStyle/>
          <a:p>
            <a:pPr>
              <a:defRPr sz="1875" b="1">
                <a:solidFill>
                  <a:srgbClr val="08786F"/>
                </a:solidFill>
                <a:latin typeface="Noto Sans KR"/>
                <a:ea typeface="Noto Sans KR"/>
                <a:cs typeface="Noto Sans KR"/>
              </a:defRPr>
            </a:pPr>
            <a:r>
              <a:t>직접 실행과 시연 관찰도 구별합니다.</a:t>
            </a:r>
          </a:p>
        </p:txBody>
      </p:sp>
      <p:sp>
        <p:nvSpPr>
          <p:cNvPr id="5" name="">
            <a:extLst>
              <a:ext uri="{FF2B5EF4-FFF2-40B4-BE49-F238E27FC236}">
                <ns2:creationId id="{277EA231-4CEB-498D-BB9E-30E49B5C3A83}"/>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5B244DBF-A24F-4D3C-A169-F31F28A83B5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D0F95118-288E-4FE9-AA03-6ECAAD6DBAF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DB84E446-8581-462F-98D3-4A2DC87565F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446AF6C2-8FDA-4B81-B8B4-AC76881B8DF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099</a:t>
            </a:r>
          </a:p>
        </p:txBody>
      </p:sp>
    </p:spTree>
    <p:extLst>
      <p:ext uri="{BB962C8B-B14F-4D97-AF65-F5344CB8AC3E}">
        <ns4:creationId val="1884804800"/>
      </p:ext>
    </p:extLst>
  </p:cSld>
</p:sld>
</file>

<file path=ppt/slides/slide10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BBF3480E-C3C4-4194-9C41-EA832B5E410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29F8AEDC-AEC9-4DB6-829D-E85C7E0631B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완료 범위</a:t>
            </a:r>
          </a:p>
        </p:txBody>
      </p:sp>
      <p:sp>
        <p:nvSpPr>
          <p:cNvPr id="3" name="">
            <a:extLst>
              <a:ext uri="{FF2B5EF4-FFF2-40B4-BE49-F238E27FC236}">
                <ns2:creationId id="{13B77184-B45C-4EF3-895F-C6FFD4E91B0E}"/>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로컬에서 한 일</a:t>
            </a:r>
          </a:p>
        </p:txBody>
      </p:sp>
      <p:sp>
        <p:nvSpPr>
          <p:cNvPr id="4" name="">
            <a:extLst>
              <a:ext uri="{FF2B5EF4-FFF2-40B4-BE49-F238E27FC236}">
                <ns2:creationId id="{51C4FC4B-AD4D-48EF-B347-2BCAD9610B92}"/>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로컬 커밋과 로컬 공유 실습을 기록합니다.</a:t>
            </a:r>
          </a:p>
        </p:txBody>
      </p:sp>
      <p:sp>
        <p:nvSpPr>
          <p:cNvPr id="5" name="">
            <a:extLst>
              <a:ext uri="{FF2B5EF4-FFF2-40B4-BE49-F238E27FC236}">
                <ns2:creationId id="{4DCDAC7F-468E-48DC-81C4-796A1C6B585F}"/>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GitHub 게시 여부</a:t>
            </a:r>
          </a:p>
        </p:txBody>
      </p:sp>
      <p:sp>
        <p:nvSpPr>
          <p:cNvPr id="6" name="">
            <a:extLst>
              <a:ext uri="{FF2B5EF4-FFF2-40B4-BE49-F238E27FC236}">
                <ns2:creationId id="{49EFCCC0-549A-4D22-8D16-70DC3FE0C5FA}"/>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실제 GitHub 게시 여부를 따로 표시합니다.</a:t>
            </a:r>
          </a:p>
        </p:txBody>
      </p:sp>
      <p:sp>
        <p:nvSpPr>
          <p:cNvPr id="7" name="">
            <a:extLst>
              <a:ext uri="{FF2B5EF4-FFF2-40B4-BE49-F238E27FC236}">
                <ns2:creationId id="{AB17538E-989A-4188-91F4-9D4C1E3A9899}"/>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E729CBF7-A305-429E-9FF9-C2ECF3BED7B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BE4FBA88-1D66-4AC9-84D1-5CFDF82C4D9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CEEB0327-9CA4-40C9-97B3-128591D18CD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DB2D828B-8B13-4361-A969-058358619C4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100</a:t>
            </a:r>
          </a:p>
        </p:txBody>
      </p:sp>
    </p:spTree>
    <p:extLst>
      <p:ext uri="{BB962C8B-B14F-4D97-AF65-F5344CB8AC3E}">
        <ns4:creationId val="1883606106"/>
      </p:ext>
    </p:extLst>
  </p:cSld>
</p:sld>
</file>

<file path=ppt/slides/slide10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8EFDB7EA-6E74-4435-B74D-7A3754C10E1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86BC2F9B-D1EA-4983-93A2-2F791C0939D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인계 문장</a:t>
            </a:r>
          </a:p>
        </p:txBody>
      </p:sp>
      <p:sp>
        <p:nvSpPr>
          <p:cNvPr id="3" name="">
            <a:extLst>
              <a:ext uri="{FF2B5EF4-FFF2-40B4-BE49-F238E27FC236}">
                <ns2:creationId id="{AD21A451-54A8-4B54-9DD5-85F70F17BF93}"/>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clean만 적은 인계에 무엇을 보완하나요?</a:t>
            </a:r>
          </a:p>
        </p:txBody>
      </p:sp>
      <p:sp>
        <p:nvSpPr>
          <p:cNvPr id="4" name="">
            <a:extLst>
              <a:ext uri="{FF2B5EF4-FFF2-40B4-BE49-F238E27FC236}">
                <ns2:creationId id="{18622AD3-04BB-4975-ADAE-1C3314B12800}"/>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ED5079DF-B807-4CC2-8D69-1385BE2DB561}"/>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D7119530-8101-4B2F-B189-E3319572FEC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D99889B6-AFC4-4A16-A5FA-7C4A8D7BCF8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9AF85D51-3826-403D-9FFB-56FB46EE3E7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D4B0C8C6-9007-4F6D-8A77-A72B616E2EC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101</a:t>
            </a:r>
          </a:p>
        </p:txBody>
      </p:sp>
    </p:spTree>
    <p:extLst>
      <p:ext uri="{BB962C8B-B14F-4D97-AF65-F5344CB8AC3E}">
        <ns4:creationId val="2056978676"/>
      </p:ext>
    </p:extLst>
  </p:cSld>
</p:sld>
</file>

<file path=ppt/slides/slide10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2766089B-ADAF-4D75-A79A-6FB83AE4871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774D4BCC-9368-48E9-928A-E6F5B9BC662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1  새 상황 적용</a:t>
            </a:r>
          </a:p>
        </p:txBody>
      </p:sp>
      <p:sp>
        <p:nvSpPr>
          <p:cNvPr id="3" name="">
            <a:extLst>
              <a:ext uri="{FF2B5EF4-FFF2-40B4-BE49-F238E27FC236}">
                <ns2:creationId id="{104A0AC2-E62F-4110-8D27-D1C9C4E39C0D}"/>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저장하고 status만 읽은 새 파일이 있습니다.</a:t>
            </a:r>
          </a:p>
        </p:txBody>
      </p:sp>
      <p:sp>
        <p:nvSpPr>
          <p:cNvPr id="4" name="">
            <a:extLst>
              <a:ext uri="{FF2B5EF4-FFF2-40B4-BE49-F238E27FC236}">
                <ns2:creationId id="{6F7A0EC9-1FBE-4818-82AD-903D457E584E}"/>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다음 이력에 남길 행동을 설명하세요.</a:t>
            </a:r>
          </a:p>
        </p:txBody>
      </p:sp>
      <p:sp>
        <p:nvSpPr>
          <p:cNvPr id="5" name="">
            <a:extLst>
              <a:ext uri="{FF2B5EF4-FFF2-40B4-BE49-F238E27FC236}">
                <ns2:creationId id="{A62C1831-3C43-4095-8DD6-D060E56DA65F}"/>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23901435-E3A2-431E-8BF2-48EA6AD2B80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3FD54856-9B01-4FAD-A178-D7372D5CAA2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D56BBE0A-CD34-4932-ACCE-518564A7250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7F934EF3-D1ED-4B7A-95C8-FE4E5B7F587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B55FC939-0883-4389-9B94-F29C6EE04B7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102</a:t>
            </a:r>
          </a:p>
        </p:txBody>
      </p:sp>
    </p:spTree>
    <p:extLst>
      <p:ext uri="{BB962C8B-B14F-4D97-AF65-F5344CB8AC3E}">
        <ns4:creationId val="487323695"/>
      </p:ext>
    </p:extLst>
  </p:cSld>
</p:sld>
</file>

<file path=ppt/slides/slide10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329A766-AF4D-42A4-AE13-97FB271E8C4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BB33D2B2-13B1-4456-B809-AC9287DF321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2  새 상황 적용</a:t>
            </a:r>
          </a:p>
        </p:txBody>
      </p:sp>
      <p:sp>
        <p:nvSpPr>
          <p:cNvPr id="3" name="">
            <a:extLst>
              <a:ext uri="{FF2B5EF4-FFF2-40B4-BE49-F238E27FC236}">
                <ns2:creationId id="{8752B8AE-2A42-47C9-B974-4D24CFD8925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커밋 28, 선택 30, 작업 29입니다.</a:t>
            </a:r>
          </a:p>
        </p:txBody>
      </p:sp>
      <p:sp>
        <p:nvSpPr>
          <p:cNvPr id="4" name="">
            <a:extLst>
              <a:ext uri="{FF2B5EF4-FFF2-40B4-BE49-F238E27FC236}">
                <ns2:creationId id="{3BEC286B-29F7-4840-A136-0E0B1B5521E0}"/>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세 비교와 기록할 값을 설명하세요.</a:t>
            </a:r>
          </a:p>
        </p:txBody>
      </p:sp>
      <p:sp>
        <p:nvSpPr>
          <p:cNvPr id="5" name="">
            <a:extLst>
              <a:ext uri="{FF2B5EF4-FFF2-40B4-BE49-F238E27FC236}">
                <ns2:creationId id="{5EF2B5C6-8D83-48C1-9470-523EA86C9533}"/>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FF1A81E5-D9E0-471E-8E61-B88728987ACE}"/>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A05BFE1-E643-4CD2-8DC4-F1434CBD897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49F7CC84-D870-493D-9123-34094975DDA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651F1A69-50C0-44E7-ACA0-A136C242843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3ADF7E4-59D5-4BD5-B430-F190135D034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103</a:t>
            </a:r>
          </a:p>
        </p:txBody>
      </p:sp>
    </p:spTree>
    <p:extLst>
      <p:ext uri="{BB962C8B-B14F-4D97-AF65-F5344CB8AC3E}">
        <ns4:creationId val="424221437"/>
      </p:ext>
    </p:extLst>
  </p:cSld>
</p:sld>
</file>

<file path=ppt/slides/slide10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A1E444DC-941B-432E-9831-9369B850442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442DBD76-65C2-49C5-8CAB-2335AAB3E70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3  새 상황 적용</a:t>
            </a:r>
          </a:p>
        </p:txBody>
      </p:sp>
      <p:sp>
        <p:nvSpPr>
          <p:cNvPr id="3" name="">
            <a:extLst>
              <a:ext uri="{FF2B5EF4-FFF2-40B4-BE49-F238E27FC236}">
                <ns2:creationId id="{E9FC4BC6-ABD5-41D3-B5D6-D3754AE799DE}"/>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기록한 secret.txt를 ignore에 적었습니다.</a:t>
            </a:r>
          </a:p>
        </p:txBody>
      </p:sp>
      <p:sp>
        <p:nvSpPr>
          <p:cNvPr id="4" name="">
            <a:extLst>
              <a:ext uri="{FF2B5EF4-FFF2-40B4-BE49-F238E27FC236}">
                <ns2:creationId id="{8CA0D2B7-1AD4-4CAE-9EA7-CF147D2B9ED7}"/>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과거 내용과 추적 상태를 판단하세요.</a:t>
            </a:r>
          </a:p>
        </p:txBody>
      </p:sp>
      <p:sp>
        <p:nvSpPr>
          <p:cNvPr id="5" name="">
            <a:extLst>
              <a:ext uri="{FF2B5EF4-FFF2-40B4-BE49-F238E27FC236}">
                <ns2:creationId id="{83D3581C-4D6A-4B24-9616-4C569C8BE21E}"/>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3777143F-559E-45D1-AB51-0476D74EDB24}"/>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117C650-2B1A-4125-B4E1-BBD99B46ECF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A65B549D-7099-4C41-9A98-2C59A101535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6D5B44CD-B667-41F6-93DD-EF0441C145D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CA136B49-9F62-409F-B04F-7AE199AA1BF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104</a:t>
            </a:r>
          </a:p>
        </p:txBody>
      </p:sp>
    </p:spTree>
    <p:extLst>
      <p:ext uri="{BB962C8B-B14F-4D97-AF65-F5344CB8AC3E}">
        <ns4:creationId val="2058075900"/>
      </p:ext>
    </p:extLst>
  </p:cSld>
</p:sld>
</file>

<file path=ppt/slides/slide10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D5A7F8DB-2934-4F13-BE9A-E7DDC539A94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B5DD515-DF42-41B3-A5B2-33147FC8F84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4  새 상황 적용</a:t>
            </a:r>
          </a:p>
        </p:txBody>
      </p:sp>
      <p:sp>
        <p:nvSpPr>
          <p:cNvPr id="3" name="">
            <a:extLst>
              <a:ext uri="{FF2B5EF4-FFF2-40B4-BE49-F238E27FC236}">
                <ns2:creationId id="{EFC0A994-FE3F-45AC-96C7-949E22645F94}"/>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좋은 문장을 유지하며 선택만 취소합니다.</a:t>
            </a:r>
          </a:p>
        </p:txBody>
      </p:sp>
      <p:sp>
        <p:nvSpPr>
          <p:cNvPr id="4" name="">
            <a:extLst>
              <a:ext uri="{FF2B5EF4-FFF2-40B4-BE49-F238E27FC236}">
                <ns2:creationId id="{573AA507-C255-4CA0-9451-50F499157225}"/>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작업 문장 복구와 옵션을 비교하세요.</a:t>
            </a:r>
          </a:p>
        </p:txBody>
      </p:sp>
      <p:sp>
        <p:nvSpPr>
          <p:cNvPr id="5" name="">
            <a:extLst>
              <a:ext uri="{FF2B5EF4-FFF2-40B4-BE49-F238E27FC236}">
                <ns2:creationId id="{94D9D492-7F9A-4C28-8CC0-F4C0A7B57E7B}"/>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3656C775-57B9-419F-B24C-B4F5E1FE1B22}"/>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04093AC-6D4B-4BE2-8076-16251BD8F19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5A74C24A-27C7-476B-964A-422615EFA63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8C39E49-646E-4CD5-A7EC-72029CE36C2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3112B962-1DE6-4F7E-8E75-78F1093DCD3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105</a:t>
            </a:r>
          </a:p>
        </p:txBody>
      </p:sp>
    </p:spTree>
    <p:extLst>
      <p:ext uri="{BB962C8B-B14F-4D97-AF65-F5344CB8AC3E}">
        <ns4:creationId val="2076014127"/>
      </p:ext>
    </p:extLst>
  </p:cSld>
</p:sld>
</file>

<file path=ppt/slides/slide10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01D0D2B1-F5F9-49B5-95BF-1D3D5A7FE5A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DB9191B6-8A02-47F3-A8BE-4F55FEECCD0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5  새 상황 적용</a:t>
            </a:r>
          </a:p>
        </p:txBody>
      </p:sp>
      <p:sp>
        <p:nvSpPr>
          <p:cNvPr id="3" name="">
            <a:extLst>
              <a:ext uri="{FF2B5EF4-FFF2-40B4-BE49-F238E27FC236}">
                <ns2:creationId id="{18450751-1EAA-4ED4-A924-ACD83A5E32A2}"/>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내 clean 상태와 동료 옛 문장이 공존합니다.</a:t>
            </a:r>
          </a:p>
        </p:txBody>
      </p:sp>
      <p:sp>
        <p:nvSpPr>
          <p:cNvPr id="4" name="">
            <a:extLst>
              <a:ext uri="{FF2B5EF4-FFF2-40B4-BE49-F238E27FC236}">
                <ns2:creationId id="{C1AF3541-5F1C-44A0-9086-24CF8E4123C2}"/>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원인과 확인 방법을 두 개 쓰세요.</a:t>
            </a:r>
          </a:p>
        </p:txBody>
      </p:sp>
      <p:sp>
        <p:nvSpPr>
          <p:cNvPr id="5" name="">
            <a:extLst>
              <a:ext uri="{FF2B5EF4-FFF2-40B4-BE49-F238E27FC236}">
                <ns2:creationId id="{7DCC053C-DBDA-496B-959A-5EC08061750B}"/>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F1283541-2E88-452B-ACE6-793B84F1797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68267A71-24E4-4420-8FEE-D80FA88BE37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76C4EA18-30EE-4C55-862E-DD0949E36FE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0209D872-ECE2-4BA4-B650-DE5AEAA1C3B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5D336FE5-2877-467D-B32C-5B4B9BBCD75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106</a:t>
            </a:r>
          </a:p>
        </p:txBody>
      </p:sp>
    </p:spTree>
    <p:extLst>
      <p:ext uri="{BB962C8B-B14F-4D97-AF65-F5344CB8AC3E}">
        <ns4:creationId val="960818544"/>
      </p:ext>
    </p:extLst>
  </p:cSld>
</p:sld>
</file>

<file path=ppt/slides/slide10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1B8F52C-5CDD-4AC1-8B0F-2B32CE46A9D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43FAA81D-5441-4AF5-9FFE-FBB42CAEF56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6  새 상황 적용</a:t>
            </a:r>
          </a:p>
        </p:txBody>
      </p:sp>
      <p:sp>
        <p:nvSpPr>
          <p:cNvPr id="3" name="">
            <a:extLst>
              <a:ext uri="{FF2B5EF4-FFF2-40B4-BE49-F238E27FC236}">
                <ns2:creationId id="{67D8AEC3-92BC-4477-82B1-63EF5E523499}"/>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충돌값은 28과 30, 승인 기준은 28입니다.</a:t>
            </a:r>
          </a:p>
        </p:txBody>
      </p:sp>
      <p:sp>
        <p:nvSpPr>
          <p:cNvPr id="4" name="">
            <a:extLst>
              <a:ext uri="{FF2B5EF4-FFF2-40B4-BE49-F238E27FC236}">
                <ns2:creationId id="{11289872-7A8E-4F92-AD87-9C187DAF019E}"/>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최종 값을 정하고, 기준 앞뒤의 값을 시험하세요.</a:t>
            </a:r>
          </a:p>
        </p:txBody>
      </p:sp>
      <p:sp>
        <p:nvSpPr>
          <p:cNvPr id="5" name="">
            <a:extLst>
              <a:ext uri="{FF2B5EF4-FFF2-40B4-BE49-F238E27FC236}">
                <ns2:creationId id="{336D6CFD-C1B7-4889-9E84-58F7EB154D83}"/>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55C8C14D-2FE5-47A4-B108-C9C87FB0AB04}"/>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79A414A-A98B-4F91-8B51-A58350EE3B1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10CAAE9F-4F35-42FB-84E6-B02C60B0EEA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D9FA137C-0A67-4745-9A82-36B22803B88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C2EC450-6105-494E-A66E-9DFAD10B2FC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107</a:t>
            </a:r>
          </a:p>
        </p:txBody>
      </p:sp>
    </p:spTree>
    <p:extLst>
      <p:ext uri="{BB962C8B-B14F-4D97-AF65-F5344CB8AC3E}">
        <ns4:creationId val="636718541"/>
      </p:ext>
    </p:extLst>
  </p:cSld>
</p:sld>
</file>

<file path=ppt/slides/slide10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40D4F3A6-E4B9-4243-8C1D-E7BDE51D725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4DE88397-5800-4467-B065-47796D878EF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 바꾼 파일과 확인한 결과</a:t>
            </a:r>
          </a:p>
        </p:txBody>
      </p:sp>
      <p:sp>
        <p:nvSpPr>
          <p:cNvPr id="3" name="">
            <a:extLst>
              <a:ext uri="{FF2B5EF4-FFF2-40B4-BE49-F238E27FC236}">
                <ns2:creationId id="{14260206-92FF-4B79-84C1-C412E1B7313C}"/>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4BA54EF8-93E9-4A45-9594-BBE46C17CAE8}"/>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변경한 파일과 목적을 적습니다.</a:t>
            </a:r>
          </a:p>
        </p:txBody>
      </p:sp>
      <p:sp>
        <p:nvSpPr>
          <p:cNvPr id="5" name="">
            <a:extLst>
              <a:ext uri="{FF2B5EF4-FFF2-40B4-BE49-F238E27FC236}">
                <ns2:creationId id="{BF33F391-66F6-4FA5-9E15-EB9E9780B2ED}"/>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넣은 값과 예상한 결과, 실제 결과를 적습니다.</a:t>
            </a:r>
          </a:p>
        </p:txBody>
      </p:sp>
      <p:sp>
        <p:nvSpPr>
          <p:cNvPr id="6" name="">
            <a:extLst>
              <a:ext uri="{FF2B5EF4-FFF2-40B4-BE49-F238E27FC236}">
                <ns2:creationId id="{17D048EE-AD96-49F8-ABA8-99C6E63BD23A}"/>
              </a:ext>
            </a:extLst>
          </p:cNvPr>
          <p:cNvSpPr>
            <a:spLocks noGrp="1"/>
          </p:cNvSpPr>
          <p:nvPr/>
        </p:nvSpPr>
        <p:spPr>
          <a:xfrm>
            <a:off x="685800" y="369760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직접 실행한 것과 시연에서 본 것을 구분합니다.</a:t>
            </a:r>
          </a:p>
        </p:txBody>
      </p:sp>
      <p:sp>
        <p:nvSpPr>
          <p:cNvPr id="7" name="">
            <a:extLst>
              <a:ext uri="{FF2B5EF4-FFF2-40B4-BE49-F238E27FC236}">
                <ns2:creationId id="{3CCD3648-D182-45E0-BBA7-40A3EC728033}"/>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다음 사람이 확인할 기록</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1761516"/>
                <a:gridCol w="3477234"/>
              </a:tblGrid>
              <a:tr h="514350">
                <a:tc>
                  <a:txBody>
                    <a:bodyPr wrap="square"/>
                    <a:lstStyle/>
                    <a:p>
                      <a:pPr>
                        <a:lnSpc>
                          <a:spcPct val="102000"/>
                        </a:lnSpc>
                        <a:buNone/>
                      </a:pPr>
                      <a:r>
                        <a:rPr sz="187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남길 정보</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변경</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파일·목적</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기록</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메시지·해시</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확인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명령·실제 결과</a:t>
                      </a:r>
                    </a:p>
                  </a:txBody>
                  <a:tcPr marL="114300" marR="114300" marT="76200" marB="76200" anchor="ctr">
                    <a:solidFill>
                      <a:srgbClr val="FFFFFF"/>
                    </a:solidFill>
                  </a:tcPr>
                </a:tc>
              </a:tr>
            </a:tbl>
          </a:graphicData>
        </a:graphic>
      </p:graphicFrame>
      <p:sp>
        <p:nvSpPr>
          <p:cNvPr id="9" name="">
            <a:extLst>
              <a:ext uri="{FF2B5EF4-FFF2-40B4-BE49-F238E27FC236}">
                <ns2:creationId id="{9C2B4357-5E8A-47F1-82BA-C617FBDE8CC9}"/>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0E17377B-B35B-43D7-BC4C-5F7F3551BAE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0C46B2BB-4EE3-4F20-8129-659094A927A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CB9D799D-EB25-46E2-8BF3-8FAC9598E76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0205634E-47B5-41AA-9D60-F84C4AC2D8B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108</a:t>
            </a:r>
          </a:p>
        </p:txBody>
      </p:sp>
    </p:spTree>
    <p:extLst>
      <p:ext uri="{BB962C8B-B14F-4D97-AF65-F5344CB8AC3E}">
        <ns4:creationId val="1400714910"/>
      </p:ext>
    </p:extLst>
  </p:cSld>
</p:sld>
</file>

<file path=ppt/slides/slide10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A0B1CA4-56FB-45BB-8F9B-DA2D42954CA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6726D8EC-8048-487C-9CDF-303D9875729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다음에 확인할 것은 무엇인가요?</a:t>
            </a:r>
          </a:p>
        </p:txBody>
      </p:sp>
      <p:sp>
        <p:nvSpPr>
          <p:cNvPr id="3" name="">
            <a:extLst>
              <a:ext uri="{FF2B5EF4-FFF2-40B4-BE49-F238E27FC236}">
                <ns2:creationId id="{CA094046-8892-498F-AABE-9C41E1AFDD27}"/>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아직 시험해 보지 못한 조건을 두 개 쓰세요.</a:t>
            </a:r>
          </a:p>
        </p:txBody>
      </p:sp>
      <p:sp>
        <p:nvSpPr>
          <p:cNvPr id="4" name="">
            <a:extLst>
              <a:ext uri="{FF2B5EF4-FFF2-40B4-BE49-F238E27FC236}">
                <ns2:creationId id="{A41C5D91-9F33-4077-9A8F-0C7B8B3A0895}"/>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동료가 다시 실행할 순서를 적어 보세요.</a:t>
            </a:r>
          </a:p>
        </p:txBody>
      </p:sp>
      <p:sp>
        <p:nvSpPr>
          <p:cNvPr id="5" name="">
            <a:extLst>
              <a:ext uri="{FF2B5EF4-FFF2-40B4-BE49-F238E27FC236}">
                <ns2:creationId id="{716A22E0-7A83-4A5B-B17D-C29566BDF113}"/>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18CD5DCD-B7E2-4E8A-9900-605B595020D7}"/>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FA52735-9EE4-4E9F-AB6E-443DE3C1A58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036E3302-8573-44F5-9216-C8977D9AEA5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7F2A26AB-AE32-43E3-A48C-A231F3CA048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2471029C-F622-42FC-BFF5-4AC9206F757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109</a:t>
            </a:r>
          </a:p>
        </p:txBody>
      </p:sp>
    </p:spTree>
    <p:extLst>
      <p:ext uri="{BB962C8B-B14F-4D97-AF65-F5344CB8AC3E}">
        <ns4:creationId val="440142297"/>
      </p:ext>
    </p:extLst>
  </p:cSld>
</p:sld>
</file>

<file path=ppt/slides/slide11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11BAB957-D466-4B58-9D8A-7160866DD3F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10/16 수업</a:t>
            </a:r>
          </a:p>
        </p:txBody>
      </p:sp>
      <p:sp>
        <p:nvSpPr>
          <p:cNvPr id="2" name="">
            <a:extLst>
              <a:ext uri="{FF2B5EF4-FFF2-40B4-BE49-F238E27FC236}">
                <ns2:creationId id="{FACC942E-E8FA-4316-A8E0-0316D4A8632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오늘의 수업 자료</a:t>
            </a:r>
          </a:p>
        </p:txBody>
      </p:sp>
      <p:sp>
        <p:nvSpPr>
          <p:cNvPr id="3" name="">
            <a:extLst>
              <a:ext uri="{FF2B5EF4-FFF2-40B4-BE49-F238E27FC236}">
                <ns2:creationId id="{FA862558-6B4A-464D-A9CF-BCAD16BADB50}"/>
              </a:ext>
            </a:extLst>
          </p:cNvPr>
          <p:cNvSpPr>
            <a:spLocks noGrp="1"/>
          </p:cNvSpPr>
          <p:nvPr/>
        </p:nvSpPr>
        <p:spPr>
          <a:xfrm>
            <a:off x="685800" y="1885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4"/>
              </a:rPr>
              <a:t>처음 시작 안내 ↗</a:t>
            </a:r>
          </a:p>
        </p:txBody>
      </p:sp>
      <p:sp>
        <p:nvSpPr>
          <p:cNvPr id="4" name="">
            <a:extLst>
              <a:ext uri="{FF2B5EF4-FFF2-40B4-BE49-F238E27FC236}">
                <ns2:creationId id="{07E9C732-82D3-43EB-B764-7AB497CD4B90}"/>
              </a:ext>
            </a:extLst>
          </p:cNvPr>
          <p:cNvSpPr>
            <a:spLocks noGrp="1"/>
          </p:cNvSpPr>
          <p:nvPr/>
        </p:nvSpPr>
        <p:spPr>
          <a:xfrm>
            <a:off x="685800" y="2343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5" name="">
            <a:extLst>
              <a:ext uri="{FF2B5EF4-FFF2-40B4-BE49-F238E27FC236}">
                <ns2:creationId id="{8ADA7E8F-D6F5-4AE7-A3BE-B050B299A32E}"/>
              </a:ext>
            </a:extLst>
          </p:cNvPr>
          <p:cNvSpPr>
            <a:spLocks noGrp="1"/>
          </p:cNvSpPr>
          <p:nvPr/>
        </p:nvSpPr>
        <p:spPr>
          <a:xfrm>
            <a:off x="685800" y="2647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5"/>
              </a:rPr>
              <a:t>학생 교안 ↗</a:t>
            </a:r>
          </a:p>
        </p:txBody>
      </p:sp>
      <p:sp>
        <p:nvSpPr>
          <p:cNvPr id="6" name="">
            <a:extLst>
              <a:ext uri="{FF2B5EF4-FFF2-40B4-BE49-F238E27FC236}">
                <ns2:creationId id="{B6E4A59C-6B34-43FD-BC4E-5B724CD09C10}"/>
              </a:ext>
            </a:extLst>
          </p:cNvPr>
          <p:cNvSpPr>
            <a:spLocks noGrp="1"/>
          </p:cNvSpPr>
          <p:nvPr/>
        </p:nvSpPr>
        <p:spPr>
          <a:xfrm>
            <a:off x="685800" y="3105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7" name="">
            <a:extLst>
              <a:ext uri="{FF2B5EF4-FFF2-40B4-BE49-F238E27FC236}">
                <ns2:creationId id="{53B248A4-11DA-4B56-9C8F-6B07EACB2714}"/>
              </a:ext>
            </a:extLst>
          </p:cNvPr>
          <p:cNvSpPr>
            <a:spLocks noGrp="1"/>
          </p:cNvSpPr>
          <p:nvPr/>
        </p:nvSpPr>
        <p:spPr>
          <a:xfrm>
            <a:off x="685800" y="3409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6"/>
              </a:rPr>
              <a:t>실습 활동 ↗</a:t>
            </a:r>
          </a:p>
        </p:txBody>
      </p:sp>
      <p:sp>
        <p:nvSpPr>
          <p:cNvPr id="8" name="">
            <a:extLst>
              <a:ext uri="{FF2B5EF4-FFF2-40B4-BE49-F238E27FC236}">
                <ns2:creationId id="{A085D767-9746-4B71-BC12-1A763EA920D7}"/>
              </a:ext>
            </a:extLst>
          </p:cNvPr>
          <p:cNvSpPr>
            <a:spLocks noGrp="1"/>
          </p:cNvSpPr>
          <p:nvPr/>
        </p:nvSpPr>
        <p:spPr>
          <a:xfrm>
            <a:off x="685800" y="3867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9" name="">
            <a:extLst>
              <a:ext uri="{FF2B5EF4-FFF2-40B4-BE49-F238E27FC236}">
                <ns2:creationId id="{30FB9544-5128-4126-A65C-6E296E97A6FC}"/>
              </a:ext>
            </a:extLst>
          </p:cNvPr>
          <p:cNvSpPr>
            <a:spLocks noGrp="1"/>
          </p:cNvSpPr>
          <p:nvPr/>
        </p:nvSpPr>
        <p:spPr>
          <a:xfrm>
            <a:off x="685800" y="4171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7"/>
              </a:rPr>
              <a:t>예제 코드와 데이터 ZIP ↗</a:t>
            </a:r>
          </a:p>
        </p:txBody>
      </p:sp>
      <p:sp>
        <p:nvSpPr>
          <p:cNvPr id="10" name="">
            <a:extLst>
              <a:ext uri="{FF2B5EF4-FFF2-40B4-BE49-F238E27FC236}">
                <ns2:creationId id="{261F8AE8-4B02-4E61-8FEA-03CFFDBAA03C}"/>
              </a:ext>
            </a:extLst>
          </p:cNvPr>
          <p:cNvSpPr>
            <a:spLocks noGrp="1"/>
          </p:cNvSpPr>
          <p:nvPr/>
        </p:nvSpPr>
        <p:spPr>
          <a:xfrm>
            <a:off x="685800" y="4629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11" name="">
            <a:extLst>
              <a:ext uri="{FF2B5EF4-FFF2-40B4-BE49-F238E27FC236}">
                <ns2:creationId id="{AB4E3A98-9831-40E9-8220-E9B0DD64E35B}"/>
              </a:ext>
            </a:extLst>
          </p:cNvPr>
          <p:cNvSpPr>
            <a:spLocks noGrp="1"/>
          </p:cNvSpPr>
          <p:nvPr/>
        </p:nvSpPr>
        <p:spPr>
          <a:xfrm>
            <a:off x="685800" y="4933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8"/>
              </a:rPr>
              <a:t>날짜별 자료 다운로드 ↗</a:t>
            </a:r>
          </a:p>
        </p:txBody>
      </p:sp>
      <p:sp>
        <p:nvSpPr>
          <p:cNvPr id="12" name="">
            <a:extLst>
              <a:ext uri="{FF2B5EF4-FFF2-40B4-BE49-F238E27FC236}">
                <ns2:creationId id="{F17C81B8-DDB5-4A52-A0A8-90B1DDB72DE9}"/>
              </a:ext>
            </a:extLst>
          </p:cNvPr>
          <p:cNvSpPr>
            <a:spLocks noGrp="1"/>
          </p:cNvSpPr>
          <p:nvPr/>
        </p:nvSpPr>
        <p:spPr>
          <a:xfrm>
            <a:off x="685800" y="5391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13" name="">
            <a:extLst>
              <a:ext uri="{FF2B5EF4-FFF2-40B4-BE49-F238E27FC236}">
                <ns2:creationId id="{D6EFE541-A8B5-443D-A948-FA197B18FED0}"/>
              </a:ext>
            </a:extLst>
          </p:cNvPr>
          <p:cNvSpPr>
            <a:spLocks noGrp="1"/>
          </p:cNvSpPr>
          <p:nvPr/>
        </p:nvSpPr>
        <p:spPr>
          <a:xfrm>
            <a:off x="685800" y="6172200"/>
            <a:ext cx="10820400" cy="9525"/>
          </a:xfrm>
          <a:prstGeom prst="rect">
            <a:avLst/>
          </a:prstGeom>
          <a:solidFill>
            <a:srgbClr val="D5DEDD"/>
          </a:solidFill>
          <a:ln w="0">
            <a:noFill/>
          </a:ln>
        </p:spPr>
      </p:sp>
      <p:sp>
        <p:nvSpPr>
          <p:cNvPr id="14" name="">
            <a:extLst>
              <a:ext uri="{FF2B5EF4-FFF2-40B4-BE49-F238E27FC236}">
                <ns2:creationId id="{E0B2D2CA-785C-4613-B423-A915C8DFF93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5" name="">
            <a:extLst>
              <a:ext uri="{FF2B5EF4-FFF2-40B4-BE49-F238E27FC236}">
                <ns2:creationId id="{94C43D48-6958-42FC-8BB2-F10B2A68FB8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6" name="">
            <a:extLst>
              <a:ext uri="{FF2B5EF4-FFF2-40B4-BE49-F238E27FC236}">
                <ns2:creationId id="{1147D12A-43A1-4498-B24F-D4C9CE6D446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7" name="">
            <a:extLst>
              <a:ext uri="{FF2B5EF4-FFF2-40B4-BE49-F238E27FC236}">
                <ns2:creationId id="{878C199A-7B7F-47B5-9501-44F906382FC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110</a:t>
            </a:r>
          </a:p>
        </p:txBody>
      </p:sp>
    </p:spTree>
    <p:extLst>
      <p:ext uri="{BB962C8B-B14F-4D97-AF65-F5344CB8AC3E}">
        <ns4:creationId val="1854804814"/>
      </p:ext>
    </p:extLst>
  </p:cSld>
</p:sld>
</file>

<file path=ppt/slides/slide1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EE80B8C1-D724-479A-BFB5-A21C11BC06A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10/16 수업</a:t>
            </a:r>
          </a:p>
        </p:txBody>
      </p:sp>
      <p:sp>
        <p:nvSpPr>
          <p:cNvPr id="2" name="">
            <a:extLst>
              <a:ext uri="{FF2B5EF4-FFF2-40B4-BE49-F238E27FC236}">
                <ns2:creationId id="{78871EF1-914D-4E42-AF24-E9E69FA5634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공식 문서와 참고 자료</a:t>
            </a:r>
          </a:p>
        </p:txBody>
      </p:sp>
      <p:sp>
        <p:nvSpPr>
          <p:cNvPr id="3" name="">
            <a:extLst>
              <a:ext uri="{FF2B5EF4-FFF2-40B4-BE49-F238E27FC236}">
                <ns2:creationId id="{967C1F8D-2C9E-4E63-864C-B0955F89536A}"/>
              </a:ext>
            </a:extLst>
          </p:cNvPr>
          <p:cNvSpPr>
            <a:spLocks noGrp="1"/>
          </p:cNvSpPr>
          <p:nvPr/>
        </p:nvSpPr>
        <p:spPr>
          <a:xfrm>
            <a:off x="685800" y="1885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4"/>
              </a:rPr>
              <a:t>Git 변경 비교 ↗</a:t>
            </a:r>
          </a:p>
        </p:txBody>
      </p:sp>
      <p:sp>
        <p:nvSpPr>
          <p:cNvPr id="4" name="">
            <a:extLst>
              <a:ext uri="{FF2B5EF4-FFF2-40B4-BE49-F238E27FC236}">
                <ns2:creationId id="{574D3830-8CCD-4E99-B171-DD20CA1C4E84}"/>
              </a:ext>
            </a:extLst>
          </p:cNvPr>
          <p:cNvSpPr>
            <a:spLocks noGrp="1"/>
          </p:cNvSpPr>
          <p:nvPr/>
        </p:nvSpPr>
        <p:spPr>
          <a:xfrm>
            <a:off x="685800" y="2343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git-scm.com</a:t>
            </a:r>
          </a:p>
        </p:txBody>
      </p:sp>
      <p:sp>
        <p:nvSpPr>
          <p:cNvPr id="5" name="">
            <a:extLst>
              <a:ext uri="{FF2B5EF4-FFF2-40B4-BE49-F238E27FC236}">
                <ns2:creationId id="{5D10F142-81F3-4CFE-AFE8-8F57B86F24EE}"/>
              </a:ext>
            </a:extLst>
          </p:cNvPr>
          <p:cNvSpPr>
            <a:spLocks noGrp="1"/>
          </p:cNvSpPr>
          <p:nvPr/>
        </p:nvSpPr>
        <p:spPr>
          <a:xfrm>
            <a:off x="685800" y="2647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5"/>
              </a:rPr>
              <a:t>Git 선택·파일 복구 ↗</a:t>
            </a:r>
          </a:p>
        </p:txBody>
      </p:sp>
      <p:sp>
        <p:nvSpPr>
          <p:cNvPr id="6" name="">
            <a:extLst>
              <a:ext uri="{FF2B5EF4-FFF2-40B4-BE49-F238E27FC236}">
                <ns2:creationId id="{16949CF8-3887-41DD-B04A-A51C78C9FE19}"/>
              </a:ext>
            </a:extLst>
          </p:cNvPr>
          <p:cNvSpPr>
            <a:spLocks noGrp="1"/>
          </p:cNvSpPr>
          <p:nvPr/>
        </p:nvSpPr>
        <p:spPr>
          <a:xfrm>
            <a:off x="685800" y="3105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git-scm.com</a:t>
            </a:r>
          </a:p>
        </p:txBody>
      </p:sp>
      <p:sp>
        <p:nvSpPr>
          <p:cNvPr id="7" name="">
            <a:extLst>
              <a:ext uri="{FF2B5EF4-FFF2-40B4-BE49-F238E27FC236}">
                <ns2:creationId id="{B38233C7-A5F4-4702-AEC5-AB67941A7F74}"/>
              </a:ext>
            </a:extLst>
          </p:cNvPr>
          <p:cNvSpPr>
            <a:spLocks noGrp="1"/>
          </p:cNvSpPr>
          <p:nvPr/>
        </p:nvSpPr>
        <p:spPr>
          <a:xfrm>
            <a:off x="685800" y="3409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6"/>
              </a:rPr>
              <a:t>GitHub Pull Request ↗</a:t>
            </a:r>
          </a:p>
        </p:txBody>
      </p:sp>
      <p:sp>
        <p:nvSpPr>
          <p:cNvPr id="8" name="">
            <a:extLst>
              <a:ext uri="{FF2B5EF4-FFF2-40B4-BE49-F238E27FC236}">
                <ns2:creationId id="{BFB4ABCE-C07C-4B6E-85DE-DD84A80D86CF}"/>
              </a:ext>
            </a:extLst>
          </p:cNvPr>
          <p:cNvSpPr>
            <a:spLocks noGrp="1"/>
          </p:cNvSpPr>
          <p:nvPr/>
        </p:nvSpPr>
        <p:spPr>
          <a:xfrm>
            <a:off x="685800" y="3867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docs.github.com</a:t>
            </a:r>
          </a:p>
        </p:txBody>
      </p:sp>
      <p:sp>
        <p:nvSpPr>
          <p:cNvPr id="9" name="">
            <a:extLst>
              <a:ext uri="{FF2B5EF4-FFF2-40B4-BE49-F238E27FC236}">
                <ns2:creationId id="{10F17530-0C0F-40A8-A2DE-E86DD077DCD7}"/>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C26F2BFD-9405-4F2C-AD20-D72E5C83183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A222E223-1897-420B-8C75-E5F8A4B11D6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81F52795-63C0-4750-8D8E-3A6C301664E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86303670-F49C-4AFA-8784-A8AFF2EED30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10/16   111</a:t>
            </a:r>
          </a:p>
        </p:txBody>
      </p:sp>
    </p:spTree>
    <p:extLst>
      <p:ext uri="{BB962C8B-B14F-4D97-AF65-F5344CB8AC3E}">
        <ns4:creationId val="4274152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2026-10-05T04:49:30.5880000Z</dcterms:created>
  <dcterms:modified xsi:type="dcterms:W3CDTF">2026-10-05T04:49:30.5880000Z</dcterms:modified>
</coreProperties>
</file>