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fabaccd984ef1" /><Relationship Type="http://schemas.openxmlformats.org/officeDocument/2006/relationships/extended-properties" Target="/docProps/app.xml" Id="R019bed5a6d6d4e2d" /><Relationship Type="http://schemas.openxmlformats.org/officeDocument/2006/relationships/officeDocument" Target="/ppt/presentation.xml" Id="Re46c6a639fde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a99f42a3c4e5a"/>
  </p:sldMasterIdLst>
  <p:notesMasterIdLst>
    <p:notesMasterId xmlns:r="http://schemas.openxmlformats.org/officeDocument/2006/relationships" r:id="Rd9be6051f7f64bc4"/>
  </p:notesMasterIdLst>
  <p:sldIdLst>
    <p:sldId xmlns:r="http://schemas.openxmlformats.org/officeDocument/2006/relationships" id="256" r:id="Rf5babf57d56b4762"/>
    <p:sldId xmlns:r="http://schemas.openxmlformats.org/officeDocument/2006/relationships" id="257" r:id="R75234f7a776d459b"/>
    <p:sldId xmlns:r="http://schemas.openxmlformats.org/officeDocument/2006/relationships" id="258" r:id="Re68b261bb69c4762"/>
    <p:sldId xmlns:r="http://schemas.openxmlformats.org/officeDocument/2006/relationships" id="259" r:id="R4695d0c8890a46bc"/>
    <p:sldId xmlns:r="http://schemas.openxmlformats.org/officeDocument/2006/relationships" id="260" r:id="R2715f7e286cb4e9e"/>
    <p:sldId xmlns:r="http://schemas.openxmlformats.org/officeDocument/2006/relationships" id="261" r:id="Rc31411c4a94c49f1"/>
    <p:sldId xmlns:r="http://schemas.openxmlformats.org/officeDocument/2006/relationships" id="262" r:id="R7fa85b9286b9416e"/>
    <p:sldId xmlns:r="http://schemas.openxmlformats.org/officeDocument/2006/relationships" id="263" r:id="R9ff1dfe879124e80"/>
    <p:sldId xmlns:r="http://schemas.openxmlformats.org/officeDocument/2006/relationships" id="264" r:id="R455b5a4071f64e79"/>
    <p:sldId xmlns:r="http://schemas.openxmlformats.org/officeDocument/2006/relationships" id="265" r:id="Ra9242d08d28f46cb"/>
    <p:sldId xmlns:r="http://schemas.openxmlformats.org/officeDocument/2006/relationships" id="266" r:id="R137148abe7ca453e"/>
    <p:sldId xmlns:r="http://schemas.openxmlformats.org/officeDocument/2006/relationships" id="267" r:id="Rcc3f76c9c1e842c8"/>
    <p:sldId xmlns:r="http://schemas.openxmlformats.org/officeDocument/2006/relationships" id="268" r:id="Rcbc554fab3f549bd"/>
    <p:sldId xmlns:r="http://schemas.openxmlformats.org/officeDocument/2006/relationships" id="269" r:id="R8e1ffa754c1c46f7"/>
    <p:sldId xmlns:r="http://schemas.openxmlformats.org/officeDocument/2006/relationships" id="270" r:id="R96995d25f7c04d63"/>
    <p:sldId xmlns:r="http://schemas.openxmlformats.org/officeDocument/2006/relationships" id="271" r:id="Rd6171699c2094e6f"/>
    <p:sldId xmlns:r="http://schemas.openxmlformats.org/officeDocument/2006/relationships" id="272" r:id="Rca0ba744d9b44a87"/>
    <p:sldId xmlns:r="http://schemas.openxmlformats.org/officeDocument/2006/relationships" id="273" r:id="Rcd5644290ba34149"/>
    <p:sldId xmlns:r="http://schemas.openxmlformats.org/officeDocument/2006/relationships" id="274" r:id="R1c46181d903b405e"/>
    <p:sldId xmlns:r="http://schemas.openxmlformats.org/officeDocument/2006/relationships" id="275" r:id="R1069588292734e9a"/>
    <p:sldId xmlns:r="http://schemas.openxmlformats.org/officeDocument/2006/relationships" id="276" r:id="Rd6a751df44b14bfc"/>
    <p:sldId xmlns:r="http://schemas.openxmlformats.org/officeDocument/2006/relationships" id="277" r:id="Re0ada69f34d84b43"/>
    <p:sldId xmlns:r="http://schemas.openxmlformats.org/officeDocument/2006/relationships" id="278" r:id="Raedebe5448c24e6a"/>
    <p:sldId xmlns:r="http://schemas.openxmlformats.org/officeDocument/2006/relationships" id="279" r:id="R8e0eaaf6299f45bc"/>
    <p:sldId xmlns:r="http://schemas.openxmlformats.org/officeDocument/2006/relationships" id="280" r:id="R65d723cd82854162"/>
    <p:sldId xmlns:r="http://schemas.openxmlformats.org/officeDocument/2006/relationships" id="281" r:id="R04292a78ee1c4f07"/>
    <p:sldId xmlns:r="http://schemas.openxmlformats.org/officeDocument/2006/relationships" id="282" r:id="R3b074857e17945cd"/>
    <p:sldId xmlns:r="http://schemas.openxmlformats.org/officeDocument/2006/relationships" id="283" r:id="R3dde51acd17f4e5c"/>
    <p:sldId xmlns:r="http://schemas.openxmlformats.org/officeDocument/2006/relationships" id="284" r:id="R84e120bc56fa4a75"/>
    <p:sldId xmlns:r="http://schemas.openxmlformats.org/officeDocument/2006/relationships" id="285" r:id="R09d6998d243e4412"/>
    <p:sldId xmlns:r="http://schemas.openxmlformats.org/officeDocument/2006/relationships" id="286" r:id="R833b4e1d8b6f4c02"/>
    <p:sldId xmlns:r="http://schemas.openxmlformats.org/officeDocument/2006/relationships" id="287" r:id="Rbb0663c1e7944a45"/>
    <p:sldId xmlns:r="http://schemas.openxmlformats.org/officeDocument/2006/relationships" id="288" r:id="R4ab224bf769148f8"/>
    <p:sldId xmlns:r="http://schemas.openxmlformats.org/officeDocument/2006/relationships" id="289" r:id="Rff51c34aec5345dc"/>
    <p:sldId xmlns:r="http://schemas.openxmlformats.org/officeDocument/2006/relationships" id="290" r:id="Rc207c79c014543a5"/>
    <p:sldId xmlns:r="http://schemas.openxmlformats.org/officeDocument/2006/relationships" id="291" r:id="R98b7ed56b2ce4b1b"/>
    <p:sldId xmlns:r="http://schemas.openxmlformats.org/officeDocument/2006/relationships" id="292" r:id="Rabfaad49c5b74cfc"/>
    <p:sldId xmlns:r="http://schemas.openxmlformats.org/officeDocument/2006/relationships" id="293" r:id="R7ce77cf31d63445e"/>
    <p:sldId xmlns:r="http://schemas.openxmlformats.org/officeDocument/2006/relationships" id="294" r:id="R687bc0727a214450"/>
    <p:sldId xmlns:r="http://schemas.openxmlformats.org/officeDocument/2006/relationships" id="295" r:id="R1830b3bad0a84711"/>
    <p:sldId xmlns:r="http://schemas.openxmlformats.org/officeDocument/2006/relationships" id="296" r:id="Rbe0528c19ef04dd1"/>
    <p:sldId xmlns:r="http://schemas.openxmlformats.org/officeDocument/2006/relationships" id="297" r:id="Re08050e00a3344ca"/>
    <p:sldId xmlns:r="http://schemas.openxmlformats.org/officeDocument/2006/relationships" id="298" r:id="R6fa2320da114419f"/>
    <p:sldId xmlns:r="http://schemas.openxmlformats.org/officeDocument/2006/relationships" id="299" r:id="R196fb58560e94c7b"/>
    <p:sldId xmlns:r="http://schemas.openxmlformats.org/officeDocument/2006/relationships" id="300" r:id="R4b9d86a07ca5460f"/>
    <p:sldId xmlns:r="http://schemas.openxmlformats.org/officeDocument/2006/relationships" id="301" r:id="Rf2979c063f364e8c"/>
    <p:sldId xmlns:r="http://schemas.openxmlformats.org/officeDocument/2006/relationships" id="302" r:id="R5c85a55f022648b1"/>
    <p:sldId xmlns:r="http://schemas.openxmlformats.org/officeDocument/2006/relationships" id="303" r:id="Rd347314e4e1c4f3f"/>
    <p:sldId xmlns:r="http://schemas.openxmlformats.org/officeDocument/2006/relationships" id="304" r:id="R626eb5f003d642d7"/>
    <p:sldId xmlns:r="http://schemas.openxmlformats.org/officeDocument/2006/relationships" id="305" r:id="R484ac9a411f94825"/>
    <p:sldId xmlns:r="http://schemas.openxmlformats.org/officeDocument/2006/relationships" id="306" r:id="R63bd9a2f9b044bd0"/>
    <p:sldId xmlns:r="http://schemas.openxmlformats.org/officeDocument/2006/relationships" id="307" r:id="Ra5457f7eaa5a4986"/>
    <p:sldId xmlns:r="http://schemas.openxmlformats.org/officeDocument/2006/relationships" id="308" r:id="R2e557bf7e6da4b75"/>
    <p:sldId xmlns:r="http://schemas.openxmlformats.org/officeDocument/2006/relationships" id="309" r:id="R938009a8744f4ba0"/>
    <p:sldId xmlns:r="http://schemas.openxmlformats.org/officeDocument/2006/relationships" id="310" r:id="R40fc95aa480943d4"/>
    <p:sldId xmlns:r="http://schemas.openxmlformats.org/officeDocument/2006/relationships" id="311" r:id="R91c2e0f54b9b401c"/>
    <p:sldId xmlns:r="http://schemas.openxmlformats.org/officeDocument/2006/relationships" id="312" r:id="Rf50204c514334460"/>
    <p:sldId xmlns:r="http://schemas.openxmlformats.org/officeDocument/2006/relationships" id="313" r:id="Rc9c0e2b615d84584"/>
    <p:sldId xmlns:r="http://schemas.openxmlformats.org/officeDocument/2006/relationships" id="314" r:id="Rbd416f1b539c4c56"/>
    <p:sldId xmlns:r="http://schemas.openxmlformats.org/officeDocument/2006/relationships" id="315" r:id="R2f0c956be23240da"/>
    <p:sldId xmlns:r="http://schemas.openxmlformats.org/officeDocument/2006/relationships" id="316" r:id="R159e76f53908475a"/>
    <p:sldId xmlns:r="http://schemas.openxmlformats.org/officeDocument/2006/relationships" id="317" r:id="R71e221f168f34a21"/>
    <p:sldId xmlns:r="http://schemas.openxmlformats.org/officeDocument/2006/relationships" id="318" r:id="Ra2e2d51440d44ad2"/>
    <p:sldId xmlns:r="http://schemas.openxmlformats.org/officeDocument/2006/relationships" id="319" r:id="R44041ce33e9448a3"/>
    <p:sldId xmlns:r="http://schemas.openxmlformats.org/officeDocument/2006/relationships" id="320" r:id="Rb61cb4e427da4280"/>
    <p:sldId xmlns:r="http://schemas.openxmlformats.org/officeDocument/2006/relationships" id="321" r:id="Ra78d056588f14005"/>
    <p:sldId xmlns:r="http://schemas.openxmlformats.org/officeDocument/2006/relationships" id="322" r:id="R99c8be6c987b4875"/>
    <p:sldId xmlns:r="http://schemas.openxmlformats.org/officeDocument/2006/relationships" id="323" r:id="R09bf7445b72a4743"/>
    <p:sldId xmlns:r="http://schemas.openxmlformats.org/officeDocument/2006/relationships" id="324" r:id="Raa1296fcc722448f"/>
    <p:sldId xmlns:r="http://schemas.openxmlformats.org/officeDocument/2006/relationships" id="325" r:id="R6e1e7b9f18e644b1"/>
    <p:sldId xmlns:r="http://schemas.openxmlformats.org/officeDocument/2006/relationships" id="326" r:id="R82aabc4364d74762"/>
    <p:sldId xmlns:r="http://schemas.openxmlformats.org/officeDocument/2006/relationships" id="327" r:id="R6e9b562d8cab440c"/>
    <p:sldId xmlns:r="http://schemas.openxmlformats.org/officeDocument/2006/relationships" id="328" r:id="Rf464c7aa2d414e3e"/>
    <p:sldId xmlns:r="http://schemas.openxmlformats.org/officeDocument/2006/relationships" id="329" r:id="R89eb0cbfcbf646ac"/>
    <p:sldId xmlns:r="http://schemas.openxmlformats.org/officeDocument/2006/relationships" id="330" r:id="Rfd70df69bd304e92"/>
    <p:sldId xmlns:r="http://schemas.openxmlformats.org/officeDocument/2006/relationships" id="331" r:id="R0bd17a20b6d045aa"/>
    <p:sldId xmlns:r="http://schemas.openxmlformats.org/officeDocument/2006/relationships" id="332" r:id="Ra7a989350c234e0a"/>
    <p:sldId xmlns:r="http://schemas.openxmlformats.org/officeDocument/2006/relationships" id="333" r:id="R2e7cb78d8a354e6f"/>
    <p:sldId xmlns:r="http://schemas.openxmlformats.org/officeDocument/2006/relationships" id="334" r:id="Rcf7a25551bf54457"/>
    <p:sldId xmlns:r="http://schemas.openxmlformats.org/officeDocument/2006/relationships" id="335" r:id="Rde3bd69eef9946a3"/>
    <p:sldId xmlns:r="http://schemas.openxmlformats.org/officeDocument/2006/relationships" id="336" r:id="R700f0ecfa18e45e8"/>
    <p:sldId xmlns:r="http://schemas.openxmlformats.org/officeDocument/2006/relationships" id="337" r:id="R2b78ab85683a4110"/>
    <p:sldId xmlns:r="http://schemas.openxmlformats.org/officeDocument/2006/relationships" id="338" r:id="R3ae9a565e77648fa"/>
    <p:sldId xmlns:r="http://schemas.openxmlformats.org/officeDocument/2006/relationships" id="339" r:id="R1cfe67621c73402c"/>
    <p:sldId xmlns:r="http://schemas.openxmlformats.org/officeDocument/2006/relationships" id="340" r:id="R9327130bdba44a46"/>
    <p:sldId xmlns:r="http://schemas.openxmlformats.org/officeDocument/2006/relationships" id="341" r:id="R28a20b049cb247f0"/>
    <p:sldId xmlns:r="http://schemas.openxmlformats.org/officeDocument/2006/relationships" id="342" r:id="R7cf41536d07c45bf"/>
    <p:sldId xmlns:r="http://schemas.openxmlformats.org/officeDocument/2006/relationships" id="343" r:id="R2d8f9e4e1c83408d"/>
    <p:sldId xmlns:r="http://schemas.openxmlformats.org/officeDocument/2006/relationships" id="344" r:id="R3808116df9cf4416"/>
    <p:sldId xmlns:r="http://schemas.openxmlformats.org/officeDocument/2006/relationships" id="345" r:id="Rb8fd2f5064cb44cb"/>
    <p:sldId xmlns:r="http://schemas.openxmlformats.org/officeDocument/2006/relationships" id="346" r:id="Rbdd610e6e5234c9b"/>
    <p:sldId xmlns:r="http://schemas.openxmlformats.org/officeDocument/2006/relationships" id="347" r:id="R1d33bbdcddf74096"/>
    <p:sldId xmlns:r="http://schemas.openxmlformats.org/officeDocument/2006/relationships" id="348" r:id="R8c0c3cb5144646dc"/>
    <p:sldId xmlns:r="http://schemas.openxmlformats.org/officeDocument/2006/relationships" id="349" r:id="R358288ac3f7e4293"/>
    <p:sldId xmlns:r="http://schemas.openxmlformats.org/officeDocument/2006/relationships" id="350" r:id="Rb5c6cdc0f39a4c73"/>
    <p:sldId xmlns:r="http://schemas.openxmlformats.org/officeDocument/2006/relationships" id="351" r:id="Rd6b2544a5eac4236"/>
    <p:sldId xmlns:r="http://schemas.openxmlformats.org/officeDocument/2006/relationships" id="352" r:id="R385f0a28dacf4cf9"/>
    <p:sldId xmlns:r="http://schemas.openxmlformats.org/officeDocument/2006/relationships" id="353" r:id="R7768d4173102418d"/>
    <p:sldId xmlns:r="http://schemas.openxmlformats.org/officeDocument/2006/relationships" id="354" r:id="R7cfde8ecb9ae4ea9"/>
    <p:sldId xmlns:r="http://schemas.openxmlformats.org/officeDocument/2006/relationships" id="355" r:id="R125279063f2c4801"/>
    <p:sldId xmlns:r="http://schemas.openxmlformats.org/officeDocument/2006/relationships" id="356" r:id="Rdb3c724fae834e6c"/>
    <p:sldId xmlns:r="http://schemas.openxmlformats.org/officeDocument/2006/relationships" id="357" r:id="R6dee563df67a498f"/>
    <p:sldId xmlns:r="http://schemas.openxmlformats.org/officeDocument/2006/relationships" id="358" r:id="Rb77af517b5724e84"/>
    <p:sldId xmlns:r="http://schemas.openxmlformats.org/officeDocument/2006/relationships" id="359" r:id="R096592e0b19d4683"/>
    <p:sldId xmlns:r="http://schemas.openxmlformats.org/officeDocument/2006/relationships" id="360" r:id="R854dd59541684d40"/>
    <p:sldId xmlns:r="http://schemas.openxmlformats.org/officeDocument/2006/relationships" id="361" r:id="R70a199dd9c7a4ddf"/>
    <p:sldId xmlns:r="http://schemas.openxmlformats.org/officeDocument/2006/relationships" id="362" r:id="R39f4257db2414ab1"/>
    <p:sldId xmlns:r="http://schemas.openxmlformats.org/officeDocument/2006/relationships" id="363" r:id="Redc4c7f410524932"/>
    <p:sldId xmlns:r="http://schemas.openxmlformats.org/officeDocument/2006/relationships" id="364" r:id="R3312c3eff6064472"/>
    <p:sldId xmlns:r="http://schemas.openxmlformats.org/officeDocument/2006/relationships" id="365" r:id="Ra58dd5135c6a4818"/>
    <p:sldId xmlns:r="http://schemas.openxmlformats.org/officeDocument/2006/relationships" id="366" r:id="R9901f5f4aff6470c"/>
    <p:sldId xmlns:r="http://schemas.openxmlformats.org/officeDocument/2006/relationships" id="367" r:id="R0979906fd18e4110"/>
    <p:sldId xmlns:r="http://schemas.openxmlformats.org/officeDocument/2006/relationships" id="368" r:id="R4e77f9d45c2a4a56"/>
    <p:sldId xmlns:r="http://schemas.openxmlformats.org/officeDocument/2006/relationships" id="369" r:id="Ra36e49d89a02467f"/>
    <p:sldId xmlns:r="http://schemas.openxmlformats.org/officeDocument/2006/relationships" id="370" r:id="Rc7a57a559acc4cd6"/>
    <p:sldId xmlns:r="http://schemas.openxmlformats.org/officeDocument/2006/relationships" id="371" r:id="Rfe5d56f3c592437a"/>
    <p:sldId xmlns:r="http://schemas.openxmlformats.org/officeDocument/2006/relationships" id="372" r:id="R3d6c3101cd3d4e5f"/>
    <p:sldId xmlns:r="http://schemas.openxmlformats.org/officeDocument/2006/relationships" id="373" r:id="Rc6e6c9866fc5463c"/>
    <p:sldId xmlns:r="http://schemas.openxmlformats.org/officeDocument/2006/relationships" id="374" r:id="Rc4c10d33eb8f4a40"/>
    <p:sldId xmlns:r="http://schemas.openxmlformats.org/officeDocument/2006/relationships" id="375" r:id="R1ce77990f5434a39"/>
    <p:sldId xmlns:r="http://schemas.openxmlformats.org/officeDocument/2006/relationships" id="376" r:id="R2a908b6940e242b0"/>
    <p:sldId xmlns:r="http://schemas.openxmlformats.org/officeDocument/2006/relationships" id="377" r:id="Rf2c5dfb8339b4dfe"/>
    <p:sldId xmlns:r="http://schemas.openxmlformats.org/officeDocument/2006/relationships" id="378" r:id="R3c2ab3b56452455c"/>
    <p:sldId xmlns:r="http://schemas.openxmlformats.org/officeDocument/2006/relationships" id="379" r:id="R4fa40a2277d2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48afb8e114746" /><Relationship Type="http://schemas.openxmlformats.org/officeDocument/2006/relationships/slideMaster" Target="/ppt/slideMasters/slideMaster1.xml" Id="R1baa99f42a3c4e5a" /><Relationship Type="http://schemas.openxmlformats.org/officeDocument/2006/relationships/notesMaster" Target="/ppt/notesMasters/notesMaster1.xml" Id="Rd9be6051f7f64bc4" /><Relationship Type="http://schemas.openxmlformats.org/officeDocument/2006/relationships/presProps" Target="/ppt/presProps.xml" Id="Rb85623ce820b4497" /><Relationship Type="http://schemas.openxmlformats.org/officeDocument/2006/relationships/tableStyles" Target="/ppt/tableStyles.xml" Id="Re0c34ffa2f284996" /><Relationship Type="http://schemas.openxmlformats.org/officeDocument/2006/relationships/slide" Target="/ppt/slides/slide1.xml" Id="Rf5babf57d56b4762" /><Relationship Type="http://schemas.openxmlformats.org/officeDocument/2006/relationships/slide" Target="/ppt/slides/slide2.xml" Id="R75234f7a776d459b" /><Relationship Type="http://schemas.openxmlformats.org/officeDocument/2006/relationships/slide" Target="/ppt/slides/slide3.xml" Id="Re68b261bb69c4762" /><Relationship Type="http://schemas.openxmlformats.org/officeDocument/2006/relationships/slide" Target="/ppt/slides/slide4.xml" Id="R4695d0c8890a46bc" /><Relationship Type="http://schemas.openxmlformats.org/officeDocument/2006/relationships/slide" Target="/ppt/slides/slide5.xml" Id="R2715f7e286cb4e9e" /><Relationship Type="http://schemas.openxmlformats.org/officeDocument/2006/relationships/slide" Target="/ppt/slides/slide6.xml" Id="Rc31411c4a94c49f1" /><Relationship Type="http://schemas.openxmlformats.org/officeDocument/2006/relationships/slide" Target="/ppt/slides/slide7.xml" Id="R7fa85b9286b9416e" /><Relationship Type="http://schemas.openxmlformats.org/officeDocument/2006/relationships/slide" Target="/ppt/slides/slide8.xml" Id="R9ff1dfe879124e80" /><Relationship Type="http://schemas.openxmlformats.org/officeDocument/2006/relationships/slide" Target="/ppt/slides/slide9.xml" Id="R455b5a4071f64e79" /><Relationship Type="http://schemas.openxmlformats.org/officeDocument/2006/relationships/slide" Target="/ppt/slides/slide10.xml" Id="Ra9242d08d28f46cb" /><Relationship Type="http://schemas.openxmlformats.org/officeDocument/2006/relationships/slide" Target="/ppt/slides/slide11.xml" Id="R137148abe7ca453e" /><Relationship Type="http://schemas.openxmlformats.org/officeDocument/2006/relationships/slide" Target="/ppt/slides/slide12.xml" Id="Rcc3f76c9c1e842c8" /><Relationship Type="http://schemas.openxmlformats.org/officeDocument/2006/relationships/slide" Target="/ppt/slides/slide13.xml" Id="Rcbc554fab3f549bd" /><Relationship Type="http://schemas.openxmlformats.org/officeDocument/2006/relationships/slide" Target="/ppt/slides/slide14.xml" Id="R8e1ffa754c1c46f7" /><Relationship Type="http://schemas.openxmlformats.org/officeDocument/2006/relationships/slide" Target="/ppt/slides/slide15.xml" Id="R96995d25f7c04d63" /><Relationship Type="http://schemas.openxmlformats.org/officeDocument/2006/relationships/slide" Target="/ppt/slides/slide16.xml" Id="Rd6171699c2094e6f" /><Relationship Type="http://schemas.openxmlformats.org/officeDocument/2006/relationships/slide" Target="/ppt/slides/slide17.xml" Id="Rca0ba744d9b44a87" /><Relationship Type="http://schemas.openxmlformats.org/officeDocument/2006/relationships/slide" Target="/ppt/slides/slide18.xml" Id="Rcd5644290ba34149" /><Relationship Type="http://schemas.openxmlformats.org/officeDocument/2006/relationships/slide" Target="/ppt/slides/slide19.xml" Id="R1c46181d903b405e" /><Relationship Type="http://schemas.openxmlformats.org/officeDocument/2006/relationships/slide" Target="/ppt/slides/slide20.xml" Id="R1069588292734e9a" /><Relationship Type="http://schemas.openxmlformats.org/officeDocument/2006/relationships/slide" Target="/ppt/slides/slide21.xml" Id="Rd6a751df44b14bfc" /><Relationship Type="http://schemas.openxmlformats.org/officeDocument/2006/relationships/slide" Target="/ppt/slides/slide22.xml" Id="Re0ada69f34d84b43" /><Relationship Type="http://schemas.openxmlformats.org/officeDocument/2006/relationships/slide" Target="/ppt/slides/slide23.xml" Id="Raedebe5448c24e6a" /><Relationship Type="http://schemas.openxmlformats.org/officeDocument/2006/relationships/slide" Target="/ppt/slides/slide24.xml" Id="R8e0eaaf6299f45bc" /><Relationship Type="http://schemas.openxmlformats.org/officeDocument/2006/relationships/slide" Target="/ppt/slides/slide25.xml" Id="R65d723cd82854162" /><Relationship Type="http://schemas.openxmlformats.org/officeDocument/2006/relationships/slide" Target="/ppt/slides/slide26.xml" Id="R04292a78ee1c4f07" /><Relationship Type="http://schemas.openxmlformats.org/officeDocument/2006/relationships/slide" Target="/ppt/slides/slide27.xml" Id="R3b074857e17945cd" /><Relationship Type="http://schemas.openxmlformats.org/officeDocument/2006/relationships/slide" Target="/ppt/slides/slide28.xml" Id="R3dde51acd17f4e5c" /><Relationship Type="http://schemas.openxmlformats.org/officeDocument/2006/relationships/slide" Target="/ppt/slides/slide29.xml" Id="R84e120bc56fa4a75" /><Relationship Type="http://schemas.openxmlformats.org/officeDocument/2006/relationships/slide" Target="/ppt/slides/slide30.xml" Id="R09d6998d243e4412" /><Relationship Type="http://schemas.openxmlformats.org/officeDocument/2006/relationships/slide" Target="/ppt/slides/slide31.xml" Id="R833b4e1d8b6f4c02" /><Relationship Type="http://schemas.openxmlformats.org/officeDocument/2006/relationships/slide" Target="/ppt/slides/slide32.xml" Id="Rbb0663c1e7944a45" /><Relationship Type="http://schemas.openxmlformats.org/officeDocument/2006/relationships/slide" Target="/ppt/slides/slide33.xml" Id="R4ab224bf769148f8" /><Relationship Type="http://schemas.openxmlformats.org/officeDocument/2006/relationships/slide" Target="/ppt/slides/slide34.xml" Id="Rff51c34aec5345dc" /><Relationship Type="http://schemas.openxmlformats.org/officeDocument/2006/relationships/slide" Target="/ppt/slides/slide35.xml" Id="Rc207c79c014543a5" /><Relationship Type="http://schemas.openxmlformats.org/officeDocument/2006/relationships/slide" Target="/ppt/slides/slide36.xml" Id="R98b7ed56b2ce4b1b" /><Relationship Type="http://schemas.openxmlformats.org/officeDocument/2006/relationships/slide" Target="/ppt/slides/slide37.xml" Id="Rabfaad49c5b74cfc" /><Relationship Type="http://schemas.openxmlformats.org/officeDocument/2006/relationships/slide" Target="/ppt/slides/slide38.xml" Id="R7ce77cf31d63445e" /><Relationship Type="http://schemas.openxmlformats.org/officeDocument/2006/relationships/slide" Target="/ppt/slides/slide39.xml" Id="R687bc0727a214450" /><Relationship Type="http://schemas.openxmlformats.org/officeDocument/2006/relationships/slide" Target="/ppt/slides/slide40.xml" Id="R1830b3bad0a84711" /><Relationship Type="http://schemas.openxmlformats.org/officeDocument/2006/relationships/slide" Target="/ppt/slides/slide41.xml" Id="Rbe0528c19ef04dd1" /><Relationship Type="http://schemas.openxmlformats.org/officeDocument/2006/relationships/slide" Target="/ppt/slides/slide42.xml" Id="Re08050e00a3344ca" /><Relationship Type="http://schemas.openxmlformats.org/officeDocument/2006/relationships/slide" Target="/ppt/slides/slide43.xml" Id="R6fa2320da114419f" /><Relationship Type="http://schemas.openxmlformats.org/officeDocument/2006/relationships/slide" Target="/ppt/slides/slide44.xml" Id="R196fb58560e94c7b" /><Relationship Type="http://schemas.openxmlformats.org/officeDocument/2006/relationships/slide" Target="/ppt/slides/slide45.xml" Id="R4b9d86a07ca5460f" /><Relationship Type="http://schemas.openxmlformats.org/officeDocument/2006/relationships/slide" Target="/ppt/slides/slide46.xml" Id="Rf2979c063f364e8c" /><Relationship Type="http://schemas.openxmlformats.org/officeDocument/2006/relationships/slide" Target="/ppt/slides/slide47.xml" Id="R5c85a55f022648b1" /><Relationship Type="http://schemas.openxmlformats.org/officeDocument/2006/relationships/slide" Target="/ppt/slides/slide48.xml" Id="Rd347314e4e1c4f3f" /><Relationship Type="http://schemas.openxmlformats.org/officeDocument/2006/relationships/slide" Target="/ppt/slides/slide49.xml" Id="R626eb5f003d642d7" /><Relationship Type="http://schemas.openxmlformats.org/officeDocument/2006/relationships/slide" Target="/ppt/slides/slide50.xml" Id="R484ac9a411f94825" /><Relationship Type="http://schemas.openxmlformats.org/officeDocument/2006/relationships/slide" Target="/ppt/slides/slide51.xml" Id="R63bd9a2f9b044bd0" /><Relationship Type="http://schemas.openxmlformats.org/officeDocument/2006/relationships/slide" Target="/ppt/slides/slide52.xml" Id="Ra5457f7eaa5a4986" /><Relationship Type="http://schemas.openxmlformats.org/officeDocument/2006/relationships/slide" Target="/ppt/slides/slide53.xml" Id="R2e557bf7e6da4b75" /><Relationship Type="http://schemas.openxmlformats.org/officeDocument/2006/relationships/slide" Target="/ppt/slides/slide54.xml" Id="R938009a8744f4ba0" /><Relationship Type="http://schemas.openxmlformats.org/officeDocument/2006/relationships/slide" Target="/ppt/slides/slide55.xml" Id="R40fc95aa480943d4" /><Relationship Type="http://schemas.openxmlformats.org/officeDocument/2006/relationships/slide" Target="/ppt/slides/slide56.xml" Id="R91c2e0f54b9b401c" /><Relationship Type="http://schemas.openxmlformats.org/officeDocument/2006/relationships/slide" Target="/ppt/slides/slide57.xml" Id="Rf50204c514334460" /><Relationship Type="http://schemas.openxmlformats.org/officeDocument/2006/relationships/slide" Target="/ppt/slides/slide58.xml" Id="Rc9c0e2b615d84584" /><Relationship Type="http://schemas.openxmlformats.org/officeDocument/2006/relationships/slide" Target="/ppt/slides/slide59.xml" Id="Rbd416f1b539c4c56" /><Relationship Type="http://schemas.openxmlformats.org/officeDocument/2006/relationships/slide" Target="/ppt/slides/slide60.xml" Id="R2f0c956be23240da" /><Relationship Type="http://schemas.openxmlformats.org/officeDocument/2006/relationships/slide" Target="/ppt/slides/slide61.xml" Id="R159e76f53908475a" /><Relationship Type="http://schemas.openxmlformats.org/officeDocument/2006/relationships/slide" Target="/ppt/slides/slide62.xml" Id="R71e221f168f34a21" /><Relationship Type="http://schemas.openxmlformats.org/officeDocument/2006/relationships/slide" Target="/ppt/slides/slide63.xml" Id="Ra2e2d51440d44ad2" /><Relationship Type="http://schemas.openxmlformats.org/officeDocument/2006/relationships/slide" Target="/ppt/slides/slide64.xml" Id="R44041ce33e9448a3" /><Relationship Type="http://schemas.openxmlformats.org/officeDocument/2006/relationships/slide" Target="/ppt/slides/slide65.xml" Id="Rb61cb4e427da4280" /><Relationship Type="http://schemas.openxmlformats.org/officeDocument/2006/relationships/slide" Target="/ppt/slides/slide66.xml" Id="Ra78d056588f14005" /><Relationship Type="http://schemas.openxmlformats.org/officeDocument/2006/relationships/slide" Target="/ppt/slides/slide67.xml" Id="R99c8be6c987b4875" /><Relationship Type="http://schemas.openxmlformats.org/officeDocument/2006/relationships/slide" Target="/ppt/slides/slide68.xml" Id="R09bf7445b72a4743" /><Relationship Type="http://schemas.openxmlformats.org/officeDocument/2006/relationships/slide" Target="/ppt/slides/slide69.xml" Id="Raa1296fcc722448f" /><Relationship Type="http://schemas.openxmlformats.org/officeDocument/2006/relationships/slide" Target="/ppt/slides/slide70.xml" Id="R6e1e7b9f18e644b1" /><Relationship Type="http://schemas.openxmlformats.org/officeDocument/2006/relationships/slide" Target="/ppt/slides/slide71.xml" Id="R82aabc4364d74762" /><Relationship Type="http://schemas.openxmlformats.org/officeDocument/2006/relationships/slide" Target="/ppt/slides/slide72.xml" Id="R6e9b562d8cab440c" /><Relationship Type="http://schemas.openxmlformats.org/officeDocument/2006/relationships/slide" Target="/ppt/slides/slide73.xml" Id="Rf464c7aa2d414e3e" /><Relationship Type="http://schemas.openxmlformats.org/officeDocument/2006/relationships/slide" Target="/ppt/slides/slide74.xml" Id="R89eb0cbfcbf646ac" /><Relationship Type="http://schemas.openxmlformats.org/officeDocument/2006/relationships/slide" Target="/ppt/slides/slide75.xml" Id="Rfd70df69bd304e92" /><Relationship Type="http://schemas.openxmlformats.org/officeDocument/2006/relationships/slide" Target="/ppt/slides/slide76.xml" Id="R0bd17a20b6d045aa" /><Relationship Type="http://schemas.openxmlformats.org/officeDocument/2006/relationships/slide" Target="/ppt/slides/slide77.xml" Id="Ra7a989350c234e0a" /><Relationship Type="http://schemas.openxmlformats.org/officeDocument/2006/relationships/slide" Target="/ppt/slides/slide78.xml" Id="R2e7cb78d8a354e6f" /><Relationship Type="http://schemas.openxmlformats.org/officeDocument/2006/relationships/slide" Target="/ppt/slides/slide79.xml" Id="Rcf7a25551bf54457" /><Relationship Type="http://schemas.openxmlformats.org/officeDocument/2006/relationships/slide" Target="/ppt/slides/slide80.xml" Id="Rde3bd69eef9946a3" /><Relationship Type="http://schemas.openxmlformats.org/officeDocument/2006/relationships/slide" Target="/ppt/slides/slide81.xml" Id="R700f0ecfa18e45e8" /><Relationship Type="http://schemas.openxmlformats.org/officeDocument/2006/relationships/slide" Target="/ppt/slides/slide82.xml" Id="R2b78ab85683a4110" /><Relationship Type="http://schemas.openxmlformats.org/officeDocument/2006/relationships/slide" Target="/ppt/slides/slide83.xml" Id="R3ae9a565e77648fa" /><Relationship Type="http://schemas.openxmlformats.org/officeDocument/2006/relationships/slide" Target="/ppt/slides/slide84.xml" Id="R1cfe67621c73402c" /><Relationship Type="http://schemas.openxmlformats.org/officeDocument/2006/relationships/slide" Target="/ppt/slides/slide85.xml" Id="R9327130bdba44a46" /><Relationship Type="http://schemas.openxmlformats.org/officeDocument/2006/relationships/slide" Target="/ppt/slides/slide86.xml" Id="R28a20b049cb247f0" /><Relationship Type="http://schemas.openxmlformats.org/officeDocument/2006/relationships/slide" Target="/ppt/slides/slide87.xml" Id="R7cf41536d07c45bf" /><Relationship Type="http://schemas.openxmlformats.org/officeDocument/2006/relationships/slide" Target="/ppt/slides/slide88.xml" Id="R2d8f9e4e1c83408d" /><Relationship Type="http://schemas.openxmlformats.org/officeDocument/2006/relationships/slide" Target="/ppt/slides/slide89.xml" Id="R3808116df9cf4416" /><Relationship Type="http://schemas.openxmlformats.org/officeDocument/2006/relationships/slide" Target="/ppt/slides/slide90.xml" Id="Rb8fd2f5064cb44cb" /><Relationship Type="http://schemas.openxmlformats.org/officeDocument/2006/relationships/slide" Target="/ppt/slides/slide91.xml" Id="Rbdd610e6e5234c9b" /><Relationship Type="http://schemas.openxmlformats.org/officeDocument/2006/relationships/slide" Target="/ppt/slides/slide92.xml" Id="R1d33bbdcddf74096" /><Relationship Type="http://schemas.openxmlformats.org/officeDocument/2006/relationships/slide" Target="/ppt/slides/slide93.xml" Id="R8c0c3cb5144646dc" /><Relationship Type="http://schemas.openxmlformats.org/officeDocument/2006/relationships/slide" Target="/ppt/slides/slide94.xml" Id="R358288ac3f7e4293" /><Relationship Type="http://schemas.openxmlformats.org/officeDocument/2006/relationships/slide" Target="/ppt/slides/slide95.xml" Id="Rb5c6cdc0f39a4c73" /><Relationship Type="http://schemas.openxmlformats.org/officeDocument/2006/relationships/slide" Target="/ppt/slides/slide96.xml" Id="Rd6b2544a5eac4236" /><Relationship Type="http://schemas.openxmlformats.org/officeDocument/2006/relationships/slide" Target="/ppt/slides/slide97.xml" Id="R385f0a28dacf4cf9" /><Relationship Type="http://schemas.openxmlformats.org/officeDocument/2006/relationships/slide" Target="/ppt/slides/slide98.xml" Id="R7768d4173102418d" /><Relationship Type="http://schemas.openxmlformats.org/officeDocument/2006/relationships/slide" Target="/ppt/slides/slide99.xml" Id="R7cfde8ecb9ae4ea9" /><Relationship Type="http://schemas.openxmlformats.org/officeDocument/2006/relationships/slide" Target="/ppt/slides/slide100.xml" Id="R125279063f2c4801" /><Relationship Type="http://schemas.openxmlformats.org/officeDocument/2006/relationships/slide" Target="/ppt/slides/slide101.xml" Id="Rdb3c724fae834e6c" /><Relationship Type="http://schemas.openxmlformats.org/officeDocument/2006/relationships/slide" Target="/ppt/slides/slide102.xml" Id="R6dee563df67a498f" /><Relationship Type="http://schemas.openxmlformats.org/officeDocument/2006/relationships/slide" Target="/ppt/slides/slide103.xml" Id="Rb77af517b5724e84" /><Relationship Type="http://schemas.openxmlformats.org/officeDocument/2006/relationships/slide" Target="/ppt/slides/slide104.xml" Id="R096592e0b19d4683" /><Relationship Type="http://schemas.openxmlformats.org/officeDocument/2006/relationships/slide" Target="/ppt/slides/slide105.xml" Id="R854dd59541684d40" /><Relationship Type="http://schemas.openxmlformats.org/officeDocument/2006/relationships/slide" Target="/ppt/slides/slide106.xml" Id="R70a199dd9c7a4ddf" /><Relationship Type="http://schemas.openxmlformats.org/officeDocument/2006/relationships/slide" Target="/ppt/slides/slide107.xml" Id="R39f4257db2414ab1" /><Relationship Type="http://schemas.openxmlformats.org/officeDocument/2006/relationships/slide" Target="/ppt/slides/slide108.xml" Id="Redc4c7f410524932" /><Relationship Type="http://schemas.openxmlformats.org/officeDocument/2006/relationships/slide" Target="/ppt/slides/slide109.xml" Id="R3312c3eff6064472" /><Relationship Type="http://schemas.openxmlformats.org/officeDocument/2006/relationships/slide" Target="/ppt/slides/slide110.xml" Id="Ra58dd5135c6a4818" /><Relationship Type="http://schemas.openxmlformats.org/officeDocument/2006/relationships/slide" Target="/ppt/slides/slide111.xml" Id="R9901f5f4aff6470c" /><Relationship Type="http://schemas.openxmlformats.org/officeDocument/2006/relationships/slide" Target="/ppt/slides/slide112.xml" Id="R0979906fd18e4110" /><Relationship Type="http://schemas.openxmlformats.org/officeDocument/2006/relationships/slide" Target="/ppt/slides/slide113.xml" Id="R4e77f9d45c2a4a56" /><Relationship Type="http://schemas.openxmlformats.org/officeDocument/2006/relationships/slide" Target="/ppt/slides/slide114.xml" Id="Ra36e49d89a02467f" /><Relationship Type="http://schemas.openxmlformats.org/officeDocument/2006/relationships/slide" Target="/ppt/slides/slide115.xml" Id="Rc7a57a559acc4cd6" /><Relationship Type="http://schemas.openxmlformats.org/officeDocument/2006/relationships/slide" Target="/ppt/slides/slide116.xml" Id="Rfe5d56f3c592437a" /><Relationship Type="http://schemas.openxmlformats.org/officeDocument/2006/relationships/slide" Target="/ppt/slides/slide117.xml" Id="R3d6c3101cd3d4e5f" /><Relationship Type="http://schemas.openxmlformats.org/officeDocument/2006/relationships/slide" Target="/ppt/slides/slide118.xml" Id="Rc6e6c9866fc5463c" /><Relationship Type="http://schemas.openxmlformats.org/officeDocument/2006/relationships/slide" Target="/ppt/slides/slide119.xml" Id="Rc4c10d33eb8f4a40" /><Relationship Type="http://schemas.openxmlformats.org/officeDocument/2006/relationships/slide" Target="/ppt/slides/slide120.xml" Id="R1ce77990f5434a39" /><Relationship Type="http://schemas.openxmlformats.org/officeDocument/2006/relationships/slide" Target="/ppt/slides/slide121.xml" Id="R2a908b6940e242b0" /><Relationship Type="http://schemas.openxmlformats.org/officeDocument/2006/relationships/slide" Target="/ppt/slides/slide122.xml" Id="Rf2c5dfb8339b4dfe" /><Relationship Type="http://schemas.openxmlformats.org/officeDocument/2006/relationships/slide" Target="/ppt/slides/slide123.xml" Id="R3c2ab3b56452455c" /><Relationship Type="http://schemas.openxmlformats.org/officeDocument/2006/relationships/slide" Target="/ppt/slides/slide124.xml" Id="R4fa40a2277d2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217fa66765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6a5ebc436401e" /><Relationship Type="http://schemas.openxmlformats.org/officeDocument/2006/relationships/notesMaster" Target="/ppt/notesMasters/notesMaster1.xml" Id="Rad463ad51e34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394ab403440ee" /><Relationship Type="http://schemas.openxmlformats.org/officeDocument/2006/relationships/notesMaster" Target="/ppt/notesMasters/notesMaster1.xml" Id="R872b0a64fa71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e030c527f4432b" /><Relationship Type="http://schemas.openxmlformats.org/officeDocument/2006/relationships/notesMaster" Target="/ppt/notesMasters/notesMaster1.xml" Id="Re434b30d63e7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142e12b3a4506" /><Relationship Type="http://schemas.openxmlformats.org/officeDocument/2006/relationships/notesMaster" Target="/ppt/notesMasters/notesMaster1.xml" Id="R8bdfc5f8686346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a381ba3163440b" /><Relationship Type="http://schemas.openxmlformats.org/officeDocument/2006/relationships/notesMaster" Target="/ppt/notesMasters/notesMaster1.xml" Id="R785f8e99ac6741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26e7b6735f4636" /><Relationship Type="http://schemas.openxmlformats.org/officeDocument/2006/relationships/notesMaster" Target="/ppt/notesMasters/notesMaster1.xml" Id="R725a777cb40245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2c7cde78846ed" /><Relationship Type="http://schemas.openxmlformats.org/officeDocument/2006/relationships/notesMaster" Target="/ppt/notesMasters/notesMaster1.xml" Id="Rcc5c493f6a514e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ac7a7b04a4e30" /><Relationship Type="http://schemas.openxmlformats.org/officeDocument/2006/relationships/notesMaster" Target="/ppt/notesMasters/notesMaster1.xml" Id="Re1233a8e5f7c44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945905451f4bbf" /><Relationship Type="http://schemas.openxmlformats.org/officeDocument/2006/relationships/notesMaster" Target="/ppt/notesMasters/notesMaster1.xml" Id="R28ab75e7545743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7c1c253b4c4045" /><Relationship Type="http://schemas.openxmlformats.org/officeDocument/2006/relationships/notesMaster" Target="/ppt/notesMasters/notesMaster1.xml" Id="Rd95a690eaea34b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fcd4b6e94f4915" /><Relationship Type="http://schemas.openxmlformats.org/officeDocument/2006/relationships/notesMaster" Target="/ppt/notesMasters/notesMaster1.xml" Id="Rae7f56bed17948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bde5dc4add4a57" /><Relationship Type="http://schemas.openxmlformats.org/officeDocument/2006/relationships/notesMaster" Target="/ppt/notesMasters/notesMaster1.xml" Id="R5af35d2c094143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52e8c42cdd4b0b" /><Relationship Type="http://schemas.openxmlformats.org/officeDocument/2006/relationships/notesMaster" Target="/ppt/notesMasters/notesMaster1.xml" Id="R3fef581bc8f643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36f080a9e848a5" /><Relationship Type="http://schemas.openxmlformats.org/officeDocument/2006/relationships/notesMaster" Target="/ppt/notesMasters/notesMaster1.xml" Id="R5f055f8b4dc24a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6740ca9a244b6d" /><Relationship Type="http://schemas.openxmlformats.org/officeDocument/2006/relationships/notesMaster" Target="/ppt/notesMasters/notesMaster1.xml" Id="R82e3620a81514a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c1665638d5474d" /><Relationship Type="http://schemas.openxmlformats.org/officeDocument/2006/relationships/notesMaster" Target="/ppt/notesMasters/notesMaster1.xml" Id="R38e21cc287944e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8da8d8c8684cf7" /><Relationship Type="http://schemas.openxmlformats.org/officeDocument/2006/relationships/notesMaster" Target="/ppt/notesMasters/notesMaster1.xml" Id="Ra6e0514d4fec4e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b454ced820448c" /><Relationship Type="http://schemas.openxmlformats.org/officeDocument/2006/relationships/notesMaster" Target="/ppt/notesMasters/notesMaster1.xml" Id="R0b4634b42a3340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48edd6cefa4d6f" /><Relationship Type="http://schemas.openxmlformats.org/officeDocument/2006/relationships/notesMaster" Target="/ppt/notesMasters/notesMaster1.xml" Id="R87b37f9e5caa42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a61147e9a04517" /><Relationship Type="http://schemas.openxmlformats.org/officeDocument/2006/relationships/notesMaster" Target="/ppt/notesMasters/notesMaster1.xml" Id="Ra5f083a0562c41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8c7d09c20d4886" /><Relationship Type="http://schemas.openxmlformats.org/officeDocument/2006/relationships/notesMaster" Target="/ppt/notesMasters/notesMaster1.xml" Id="Rffb5c584554940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9acfd4be5643aa" /><Relationship Type="http://schemas.openxmlformats.org/officeDocument/2006/relationships/notesMaster" Target="/ppt/notesMasters/notesMaster1.xml" Id="R2fd2c4cf15544c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933db4599e441d" /><Relationship Type="http://schemas.openxmlformats.org/officeDocument/2006/relationships/notesMaster" Target="/ppt/notesMasters/notesMaster1.xml" Id="Rd23a1623c8994e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1014bba52c48c5" /><Relationship Type="http://schemas.openxmlformats.org/officeDocument/2006/relationships/notesMaster" Target="/ppt/notesMasters/notesMaster1.xml" Id="R6beb3e8c7e754f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a4dc8768af44c6" /><Relationship Type="http://schemas.openxmlformats.org/officeDocument/2006/relationships/notesMaster" Target="/ppt/notesMasters/notesMaster1.xml" Id="Rd59d49d18cb148b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be12681e104541" /><Relationship Type="http://schemas.openxmlformats.org/officeDocument/2006/relationships/notesMaster" Target="/ppt/notesMasters/notesMaster1.xml" Id="R3c31051119f848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3803045e6d4124" /><Relationship Type="http://schemas.openxmlformats.org/officeDocument/2006/relationships/notesMaster" Target="/ppt/notesMasters/notesMaster1.xml" Id="R750dce5e94d24d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7f303b87144cdf" /><Relationship Type="http://schemas.openxmlformats.org/officeDocument/2006/relationships/notesMaster" Target="/ppt/notesMasters/notesMaster1.xml" Id="Ra4c922611fbd48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de08be6a935471d" /><Relationship Type="http://schemas.openxmlformats.org/officeDocument/2006/relationships/notesMaster" Target="/ppt/notesMasters/notesMaster1.xml" Id="Rc5eb4d67d3f446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7a4be898ac46c7" /><Relationship Type="http://schemas.openxmlformats.org/officeDocument/2006/relationships/notesMaster" Target="/ppt/notesMasters/notesMaster1.xml" Id="Rbfbe3aa5a1a848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dacbb2618c48de" /><Relationship Type="http://schemas.openxmlformats.org/officeDocument/2006/relationships/notesMaster" Target="/ppt/notesMasters/notesMaster1.xml" Id="R934be8ab91274eb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0aee69e19c64b6f" /><Relationship Type="http://schemas.openxmlformats.org/officeDocument/2006/relationships/notesMaster" Target="/ppt/notesMasters/notesMaster1.xml" Id="R7167d0e467f6458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4ba42fd062437e" /><Relationship Type="http://schemas.openxmlformats.org/officeDocument/2006/relationships/notesMaster" Target="/ppt/notesMasters/notesMaster1.xml" Id="R86b1ac0b5aab46c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d423c6db7784618" /><Relationship Type="http://schemas.openxmlformats.org/officeDocument/2006/relationships/notesMaster" Target="/ppt/notesMasters/notesMaster1.xml" Id="Rf577896a8f8d4d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45c7fb904a4dda" /><Relationship Type="http://schemas.openxmlformats.org/officeDocument/2006/relationships/notesMaster" Target="/ppt/notesMasters/notesMaster1.xml" Id="Rfe8d50330a9047f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60ff57044dd4a1f" /><Relationship Type="http://schemas.openxmlformats.org/officeDocument/2006/relationships/notesMaster" Target="/ppt/notesMasters/notesMaster1.xml" Id="Reb111d4a67384a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b636713b9c8403a" /><Relationship Type="http://schemas.openxmlformats.org/officeDocument/2006/relationships/notesMaster" Target="/ppt/notesMasters/notesMaster1.xml" Id="R92d18fe9b28f467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b59d64f80b54c39" /><Relationship Type="http://schemas.openxmlformats.org/officeDocument/2006/relationships/notesMaster" Target="/ppt/notesMasters/notesMaster1.xml" Id="R91361e464eab417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38653d1ffba4c6a" /><Relationship Type="http://schemas.openxmlformats.org/officeDocument/2006/relationships/notesMaster" Target="/ppt/notesMasters/notesMaster1.xml" Id="Rb7273b9d71564a5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9f295a05c94e63" /><Relationship Type="http://schemas.openxmlformats.org/officeDocument/2006/relationships/notesMaster" Target="/ppt/notesMasters/notesMaster1.xml" Id="R0fc147f9f0494b1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4f72ac756cc469f" /><Relationship Type="http://schemas.openxmlformats.org/officeDocument/2006/relationships/notesMaster" Target="/ppt/notesMasters/notesMaster1.xml" Id="R82054b26e955431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d3de9d69ef049e7" /><Relationship Type="http://schemas.openxmlformats.org/officeDocument/2006/relationships/notesMaster" Target="/ppt/notesMasters/notesMaster1.xml" Id="Rc818f1f2214b41a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5f8de0ea6504782" /><Relationship Type="http://schemas.openxmlformats.org/officeDocument/2006/relationships/notesMaster" Target="/ppt/notesMasters/notesMaster1.xml" Id="R0d7c2d42c0a543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36234c74e9e447f" /><Relationship Type="http://schemas.openxmlformats.org/officeDocument/2006/relationships/notesMaster" Target="/ppt/notesMasters/notesMaster1.xml" Id="Ra3521eb5b6114ab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b1b3e7afca74e38" /><Relationship Type="http://schemas.openxmlformats.org/officeDocument/2006/relationships/notesMaster" Target="/ppt/notesMasters/notesMaster1.xml" Id="R2d83ad2793c9477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eed91e1cd6f4641" /><Relationship Type="http://schemas.openxmlformats.org/officeDocument/2006/relationships/notesMaster" Target="/ppt/notesMasters/notesMaster1.xml" Id="Rb06d2aec52b4463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b1362084c9e42f8" /><Relationship Type="http://schemas.openxmlformats.org/officeDocument/2006/relationships/notesMaster" Target="/ppt/notesMasters/notesMaster1.xml" Id="Ra73b78b7aabb4a1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cc902757c2b4ce1" /><Relationship Type="http://schemas.openxmlformats.org/officeDocument/2006/relationships/notesMaster" Target="/ppt/notesMasters/notesMaster1.xml" Id="Raa08613e2a044e6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3e52f412bfc4ab1" /><Relationship Type="http://schemas.openxmlformats.org/officeDocument/2006/relationships/notesMaster" Target="/ppt/notesMasters/notesMaster1.xml" Id="R164c091549fd41a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d87bcfe148c43ef" /><Relationship Type="http://schemas.openxmlformats.org/officeDocument/2006/relationships/notesMaster" Target="/ppt/notesMasters/notesMaster1.xml" Id="R246d2c50a3c3423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dda0ec092814f98" /><Relationship Type="http://schemas.openxmlformats.org/officeDocument/2006/relationships/notesMaster" Target="/ppt/notesMasters/notesMaster1.xml" Id="Rd61998f4fbe8401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b81e7cbbc024d3f" /><Relationship Type="http://schemas.openxmlformats.org/officeDocument/2006/relationships/notesMaster" Target="/ppt/notesMasters/notesMaster1.xml" Id="Re0633b0d3c6743c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0964cfa68094560" /><Relationship Type="http://schemas.openxmlformats.org/officeDocument/2006/relationships/notesMaster" Target="/ppt/notesMasters/notesMaster1.xml" Id="Ra305c0aef98d4e3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6e6687f70484049" /><Relationship Type="http://schemas.openxmlformats.org/officeDocument/2006/relationships/notesMaster" Target="/ppt/notesMasters/notesMaster1.xml" Id="Rf67caee92eab417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4f2ef6566bb4504" /><Relationship Type="http://schemas.openxmlformats.org/officeDocument/2006/relationships/notesMaster" Target="/ppt/notesMasters/notesMaster1.xml" Id="R71ab98e672254d9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c80db5175154b5a" /><Relationship Type="http://schemas.openxmlformats.org/officeDocument/2006/relationships/notesMaster" Target="/ppt/notesMasters/notesMaster1.xml" Id="R3ee704a769c94e9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2a447ab04cc437c" /><Relationship Type="http://schemas.openxmlformats.org/officeDocument/2006/relationships/notesMaster" Target="/ppt/notesMasters/notesMaster1.xml" Id="R867330c0dd6f45a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471891a9c3e4f60" /><Relationship Type="http://schemas.openxmlformats.org/officeDocument/2006/relationships/notesMaster" Target="/ppt/notesMasters/notesMaster1.xml" Id="Rd5a7939a337e465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c65545ec1a74e00" /><Relationship Type="http://schemas.openxmlformats.org/officeDocument/2006/relationships/notesMaster" Target="/ppt/notesMasters/notesMaster1.xml" Id="R0d4202c2deff46b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2953282d91248a6" /><Relationship Type="http://schemas.openxmlformats.org/officeDocument/2006/relationships/notesMaster" Target="/ppt/notesMasters/notesMaster1.xml" Id="Rb87c8239a1d84da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d3c0434fab84d6a" /><Relationship Type="http://schemas.openxmlformats.org/officeDocument/2006/relationships/notesMaster" Target="/ppt/notesMasters/notesMaster1.xml" Id="R8764e93b275042d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f4b60c7c98b472e" /><Relationship Type="http://schemas.openxmlformats.org/officeDocument/2006/relationships/notesMaster" Target="/ppt/notesMasters/notesMaster1.xml" Id="R9d4b9b1575a947a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fb5771b6e114ed4" /><Relationship Type="http://schemas.openxmlformats.org/officeDocument/2006/relationships/notesMaster" Target="/ppt/notesMasters/notesMaster1.xml" Id="Rbe2e9ed4b0d64c6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5d69460d0d849d5" /><Relationship Type="http://schemas.openxmlformats.org/officeDocument/2006/relationships/notesMaster" Target="/ppt/notesMasters/notesMaster1.xml" Id="Rb9a5b73e4d9944c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23fb685cb4f4671" /><Relationship Type="http://schemas.openxmlformats.org/officeDocument/2006/relationships/notesMaster" Target="/ppt/notesMasters/notesMaster1.xml" Id="R3ae584ef112149a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47fc2f084e74142" /><Relationship Type="http://schemas.openxmlformats.org/officeDocument/2006/relationships/notesMaster" Target="/ppt/notesMasters/notesMaster1.xml" Id="R6f32c610b9d545d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deecf2499674e88" /><Relationship Type="http://schemas.openxmlformats.org/officeDocument/2006/relationships/notesMaster" Target="/ppt/notesMasters/notesMaster1.xml" Id="Rb882c5141d19420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761fe9107964e58" /><Relationship Type="http://schemas.openxmlformats.org/officeDocument/2006/relationships/notesMaster" Target="/ppt/notesMasters/notesMaster1.xml" Id="Rd3b244e14b36472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033ef3268064389" /><Relationship Type="http://schemas.openxmlformats.org/officeDocument/2006/relationships/notesMaster" Target="/ppt/notesMasters/notesMaster1.xml" Id="Re2fd7410b65b49c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701ec996d2e4ca0" /><Relationship Type="http://schemas.openxmlformats.org/officeDocument/2006/relationships/notesMaster" Target="/ppt/notesMasters/notesMaster1.xml" Id="Rb5f2b45c169c48a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5b92776dff14df5" /><Relationship Type="http://schemas.openxmlformats.org/officeDocument/2006/relationships/notesMaster" Target="/ppt/notesMasters/notesMaster1.xml" Id="Ra24570260b5e49b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a02b860fdd14244" /><Relationship Type="http://schemas.openxmlformats.org/officeDocument/2006/relationships/notesMaster" Target="/ppt/notesMasters/notesMaster1.xml" Id="R86ed0b33f2a34f5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2d641767d9e445f" /><Relationship Type="http://schemas.openxmlformats.org/officeDocument/2006/relationships/notesMaster" Target="/ppt/notesMasters/notesMaster1.xml" Id="R97c65f9dc3d44b2c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388da1c9ed2447b" /><Relationship Type="http://schemas.openxmlformats.org/officeDocument/2006/relationships/notesMaster" Target="/ppt/notesMasters/notesMaster1.xml" Id="Rd67d4819fae346e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1296f6d77624070" /><Relationship Type="http://schemas.openxmlformats.org/officeDocument/2006/relationships/notesMaster" Target="/ppt/notesMasters/notesMaster1.xml" Id="R14344315843d401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034cb7ac0d0411e" /><Relationship Type="http://schemas.openxmlformats.org/officeDocument/2006/relationships/notesMaster" Target="/ppt/notesMasters/notesMaster1.xml" Id="Rae3badebfcc34af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f5474e03b4640cb" /><Relationship Type="http://schemas.openxmlformats.org/officeDocument/2006/relationships/notesMaster" Target="/ppt/notesMasters/notesMaster1.xml" Id="R2bc586df3b10407a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dc6f5c1f693465a" /><Relationship Type="http://schemas.openxmlformats.org/officeDocument/2006/relationships/notesMaster" Target="/ppt/notesMasters/notesMaster1.xml" Id="Rac0a4c77b18c4a7a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7ae9202b852464e" /><Relationship Type="http://schemas.openxmlformats.org/officeDocument/2006/relationships/notesMaster" Target="/ppt/notesMasters/notesMaster1.xml" Id="Rd1f412f45bbd431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f742eea5db84444" /><Relationship Type="http://schemas.openxmlformats.org/officeDocument/2006/relationships/notesMaster" Target="/ppt/notesMasters/notesMaster1.xml" Id="Rfbcc242984054ed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950926d76755446a" /><Relationship Type="http://schemas.openxmlformats.org/officeDocument/2006/relationships/notesMaster" Target="/ppt/notesMasters/notesMaster1.xml" Id="R08aaf0304f4e4eb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87de3a05822472f" /><Relationship Type="http://schemas.openxmlformats.org/officeDocument/2006/relationships/notesMaster" Target="/ppt/notesMasters/notesMaster1.xml" Id="R13caf4ac9656418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f32ce2fa2d649ea" /><Relationship Type="http://schemas.openxmlformats.org/officeDocument/2006/relationships/notesMaster" Target="/ppt/notesMasters/notesMaster1.xml" Id="Ra6dfa4aa239e48a8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3b24aad96574b70" /><Relationship Type="http://schemas.openxmlformats.org/officeDocument/2006/relationships/notesMaster" Target="/ppt/notesMasters/notesMaster1.xml" Id="R7684fe7186b949e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00c1d963d524849" /><Relationship Type="http://schemas.openxmlformats.org/officeDocument/2006/relationships/notesMaster" Target="/ppt/notesMasters/notesMaster1.xml" Id="R0138c5f6d32b48a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dd09407b6d04242" /><Relationship Type="http://schemas.openxmlformats.org/officeDocument/2006/relationships/notesMaster" Target="/ppt/notesMasters/notesMaster1.xml" Id="Rc15a8769d085428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cd5992e8fb844e6" /><Relationship Type="http://schemas.openxmlformats.org/officeDocument/2006/relationships/notesMaster" Target="/ppt/notesMasters/notesMaster1.xml" Id="Rdeb9b4f3a0c9464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b4a852c98e55438a" /><Relationship Type="http://schemas.openxmlformats.org/officeDocument/2006/relationships/notesMaster" Target="/ppt/notesMasters/notesMaster1.xml" Id="Rbd7f7b8c61c1492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e9885800c1ed4159" /><Relationship Type="http://schemas.openxmlformats.org/officeDocument/2006/relationships/notesMaster" Target="/ppt/notesMasters/notesMaster1.xml" Id="Rf8b4b472e087477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1c5aa64d2e042e0" /><Relationship Type="http://schemas.openxmlformats.org/officeDocument/2006/relationships/notesMaster" Target="/ppt/notesMasters/notesMaster1.xml" Id="Re1f2bb00a4ec4b96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13f332811914a82" /><Relationship Type="http://schemas.openxmlformats.org/officeDocument/2006/relationships/notesMaster" Target="/ppt/notesMasters/notesMaster1.xml" Id="Reb0ddff03c884a9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797f8a0ae834f9f" /><Relationship Type="http://schemas.openxmlformats.org/officeDocument/2006/relationships/notesMaster" Target="/ppt/notesMasters/notesMaster1.xml" Id="Rbdd2beea09ca485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3e956b7ff87f42ee" /><Relationship Type="http://schemas.openxmlformats.org/officeDocument/2006/relationships/notesMaster" Target="/ppt/notesMasters/notesMaster1.xml" Id="Rf36bfbb401b0473f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0254b6a1d8144bd" /><Relationship Type="http://schemas.openxmlformats.org/officeDocument/2006/relationships/notesMaster" Target="/ppt/notesMasters/notesMaster1.xml" Id="R8c0825c6520243c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22c1544d2754012" /><Relationship Type="http://schemas.openxmlformats.org/officeDocument/2006/relationships/notesMaster" Target="/ppt/notesMasters/notesMaster1.xml" Id="Rfc5da6a9be154db0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6011a12126647b6" /><Relationship Type="http://schemas.openxmlformats.org/officeDocument/2006/relationships/notesMaster" Target="/ppt/notesMasters/notesMaster1.xml" Id="Ra7fcbd2d31ad4872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88b8cf8fb5442bd" /><Relationship Type="http://schemas.openxmlformats.org/officeDocument/2006/relationships/notesMaster" Target="/ppt/notesMasters/notesMaster1.xml" Id="R8cae34ba9d834e2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dc5afb9b2464c48" /><Relationship Type="http://schemas.openxmlformats.org/officeDocument/2006/relationships/notesMaster" Target="/ppt/notesMasters/notesMaster1.xml" Id="R01169108ce454966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33b6e6a610e64c5d" /><Relationship Type="http://schemas.openxmlformats.org/officeDocument/2006/relationships/notesMaster" Target="/ppt/notesMasters/notesMaster1.xml" Id="Rc8cd88b080c1442e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c83c0260b6a4f3e" /><Relationship Type="http://schemas.openxmlformats.org/officeDocument/2006/relationships/notesMaster" Target="/ppt/notesMasters/notesMaster1.xml" Id="R46cb8f150a7b42c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c256c6ca4014d5f" /><Relationship Type="http://schemas.openxmlformats.org/officeDocument/2006/relationships/notesMaster" Target="/ppt/notesMasters/notesMaster1.xml" Id="R9c35118b7a9442e8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87c7771bc394b75" /><Relationship Type="http://schemas.openxmlformats.org/officeDocument/2006/relationships/notesMaster" Target="/ppt/notesMasters/notesMaster1.xml" Id="Rb876a9aedf944c5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1e1a4c14c9a6455a" /><Relationship Type="http://schemas.openxmlformats.org/officeDocument/2006/relationships/notesMaster" Target="/ppt/notesMasters/notesMaster1.xml" Id="Rc511f66ee577497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6200c8b510445fa" /><Relationship Type="http://schemas.openxmlformats.org/officeDocument/2006/relationships/notesMaster" Target="/ppt/notesMasters/notesMaster1.xml" Id="R3a60984925344b0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eb616a6ff1614dcc" /><Relationship Type="http://schemas.openxmlformats.org/officeDocument/2006/relationships/notesMaster" Target="/ppt/notesMasters/notesMaster1.xml" Id="R81b3fcf763ab4e55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fff4dbc8cafb4fff" /><Relationship Type="http://schemas.openxmlformats.org/officeDocument/2006/relationships/notesMaster" Target="/ppt/notesMasters/notesMaster1.xml" Id="Rc42c87c3ff934a86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8429791c113466c" /><Relationship Type="http://schemas.openxmlformats.org/officeDocument/2006/relationships/notesMaster" Target="/ppt/notesMasters/notesMaster1.xml" Id="Raa5053b378e24d9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360780ab4074823" /><Relationship Type="http://schemas.openxmlformats.org/officeDocument/2006/relationships/notesMaster" Target="/ppt/notesMasters/notesMaster1.xml" Id="R0ddc82c23de54ab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122e55ca28334b42" /><Relationship Type="http://schemas.openxmlformats.org/officeDocument/2006/relationships/notesMaster" Target="/ppt/notesMasters/notesMaster1.xml" Id="Ra132b3a75ffe42a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c8a947818196470d" /><Relationship Type="http://schemas.openxmlformats.org/officeDocument/2006/relationships/notesMaster" Target="/ppt/notesMasters/notesMaster1.xml" Id="R6ed80b007c564072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d3e904755c44376" /><Relationship Type="http://schemas.openxmlformats.org/officeDocument/2006/relationships/notesMaster" Target="/ppt/notesMasters/notesMaster1.xml" Id="Rdbe43d261ea645a3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5933ea7d9b36464a" /><Relationship Type="http://schemas.openxmlformats.org/officeDocument/2006/relationships/notesMaster" Target="/ppt/notesMasters/notesMaster1.xml" Id="R5c3b9bbdd4ce47b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da6bbc7e4644503" /><Relationship Type="http://schemas.openxmlformats.org/officeDocument/2006/relationships/notesMaster" Target="/ppt/notesMasters/notesMaster1.xml" Id="Rf5fe57531d924c86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5bff55a2b6f540e9" /><Relationship Type="http://schemas.openxmlformats.org/officeDocument/2006/relationships/notesMaster" Target="/ppt/notesMasters/notesMaster1.xml" Id="R6754319811a942d0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a4e2d349521d4f4b" /><Relationship Type="http://schemas.openxmlformats.org/officeDocument/2006/relationships/notesMaster" Target="/ppt/notesMasters/notesMaster1.xml" Id="R0acc804198274858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3fc784c8653a4b5e" /><Relationship Type="http://schemas.openxmlformats.org/officeDocument/2006/relationships/notesMaster" Target="/ppt/notesMasters/notesMaster1.xml" Id="R2c45fde7a4de47d4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b59418d06ddf4dda" /><Relationship Type="http://schemas.openxmlformats.org/officeDocument/2006/relationships/notesMaster" Target="/ppt/notesMasters/notesMaster1.xml" Id="Rc4c371b904134895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d9d035d13bd495f" /><Relationship Type="http://schemas.openxmlformats.org/officeDocument/2006/relationships/notesMaster" Target="/ppt/notesMasters/notesMaster1.xml" Id="R6783f369f634471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cde63cb1a4340c7" /><Relationship Type="http://schemas.openxmlformats.org/officeDocument/2006/relationships/notesMaster" Target="/ppt/notesMasters/notesMaster1.xml" Id="R819fd77404e0490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f4096ca046a94c40" /><Relationship Type="http://schemas.openxmlformats.org/officeDocument/2006/relationships/notesMaster" Target="/ppt/notesMasters/notesMaster1.xml" Id="R8274b371cb4848d6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65336a520d54a4d" /><Relationship Type="http://schemas.openxmlformats.org/officeDocument/2006/relationships/notesMaster" Target="/ppt/notesMasters/notesMaster1.xml" Id="R1157c04f3ac845bd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2112e435e76d4761" /><Relationship Type="http://schemas.openxmlformats.org/officeDocument/2006/relationships/notesMaster" Target="/ppt/notesMasters/notesMaster1.xml" Id="R9c8683bbc5814c4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ec97f67cdad9488b" /><Relationship Type="http://schemas.openxmlformats.org/officeDocument/2006/relationships/notesMaster" Target="/ppt/notesMasters/notesMaster1.xml" Id="Rfd11ffcd6fa644f7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0ef5d04f58ef4c4f" /><Relationship Type="http://schemas.openxmlformats.org/officeDocument/2006/relationships/notesMaster" Target="/ppt/notesMasters/notesMaster1.xml" Id="R357bd7a5ca25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https://zeusk302-png.github.io/kdigital-physical-ai/#/sessions/2026-10-16/files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https://docs.github.com/en/account-and-profile/how-tos/account-management/creating-an-account-on-github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https://docs.github.com/en/account-and-profile/how-tos/account-management/creating-an-account-on-github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https://docs.github.com/en/account-and-profile/how-tos/account-management/creating-an-account-on-github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https://docs.github.com/en/account-and-profile/how-tos/account-management/creating-an-account-on-github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https://git-scm.com/install/windows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https://git-scm.com/install/windows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https://git-scm.com/install/windows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https://git-scm.com/install/windows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https://git-scm.com/install/windows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https://docs.github.com/en/desktop/installing-and-authenticating-to-github-desktop/authenticating-to-github-in-github-desktop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https://docs.github.com/en/desktop/installing-and-authenticating-to-github-desktop/authenticating-to-github-in-github-desktop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https://docs.github.com/en/desktop/installing-and-authenticating-to-github-desktop/authenticating-to-github-in-github-desktop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https://docs.github.com/en/desktop/installing-and-authenticating-to-github-desktop/authenticating-to-github-in-github-desktop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https://docs.github.com/en/desktop/installing-and-authenticating-to-github-desktop/authenticating-to-github-in-github-desktop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https://github.com/zeusk302-png/kdigital-physical-ai/new/main?filename=README.md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https://github.com/zeusk302-png/kdigital-physical-ai/new/main?filename=README.md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https://docs.github.com/en/account-and-profile/how-tos/profile-customization/managing-your-profile-readme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https://zeusk302-png.github.io/kdigital-physical-ai/downloads/2026-10-16/examples/course/git-starter/assets/demo.gif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https://github.com/zeusk302-png/kdigital-physical-ai/new/main?filename=README.md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https://shields.io/badges/static-badge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https://github.com/zeusk302-png/kdigital-physical-ai/commits/main/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https://github.com/zeusk302-png/kdigital-physical-ai/commit/ddb81edf6cf65dcdc771dcb1dd5114a9129316ad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https://docs.github.com/en/desktop/overview/creating-your-first-repository-using-github-desktop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https://docs.github.com/en/get-started/writing-on-github/getting-started-with-writing-and-formatting-on-github/basic-writing-and-formatting-syntax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https://docs.github.com/en/account-and-profile/how-tos/profile-customization/pinning-items-to-your-profile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https://docs.github.com/en/account-and-profile/how-tos/profile-customization/pinning-items-to-your-profile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https://docs.github.com/en/account-and-profile/how-tos/profile-customization/pinning-items-to-your-profile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https://docs.github.com/en/account-and-profile/how-tos/profile-customization/pinning-items-to-your-profile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https://github.com/zeusk302-png/kdigital-physical-ai/compare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https://docs.github.com/en/desktop/working-with-your-remote-repository-on-github-or-github-enterprise/creating-an-issue-or-pull-request-from-github-desktop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https://docs.github.com/en/desktop/adding-and-cloning-repositories/cloning-a-repository-from-github-to-github-desktop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1bf2f82e247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bb08e18b94e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9ed2678084a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292dcbe0842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c9c8a673c4d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bd62f5b1b47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E88EEC-B2CE-4958-B1CF-2DB3ED0CC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8D495A-67FA-42B3-9AAF-AC67876CB1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1650F3-77D6-459C-93E4-3B71BEABC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3BE6A6-3E3E-4A39-B167-3EFF98503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784A29-0B25-4F41-8CF5-C5AFEA797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892935-2E66-4CEF-97C7-6353E9356B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4366CE-59E6-4920-8C6A-B84EBD8A79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8ECE4B-4553-4A0F-B7CF-0ACDA2A8B8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E4BACA-B34E-4051-8395-E32A1FA10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D96083-1764-4B04-9433-11F12743E7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cf5aa14b434840" /><Relationship Type="http://schemas.openxmlformats.org/officeDocument/2006/relationships/slideLayout" Target="/ppt/slideLayouts/slideLayout1.xml" Id="Rbfd269a5cf2141aa" /><Relationship Type="http://schemas.openxmlformats.org/officeDocument/2006/relationships/slideLayout" Target="/ppt/slideLayouts/slideLayout2.xml" Id="R9af05652d88c42ef" /><Relationship Type="http://schemas.openxmlformats.org/officeDocument/2006/relationships/slideLayout" Target="/ppt/slideLayouts/slideLayout3.xml" Id="R3dc87dff649a4589" /><Relationship Type="http://schemas.openxmlformats.org/officeDocument/2006/relationships/slideLayout" Target="/ppt/slideLayouts/slideLayout4.xml" Id="Rb464c1d998c240f8" /><Relationship Type="http://schemas.openxmlformats.org/officeDocument/2006/relationships/slideLayout" Target="/ppt/slideLayouts/slideLayout5.xml" Id="R19b507152a9f40e3" /><Relationship Type="http://schemas.openxmlformats.org/officeDocument/2006/relationships/slideLayout" Target="/ppt/slideLayouts/slideLayout6.xml" Id="R528d89c9c460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d269a5cf2141aa"/>
    <p:sldLayoutId xmlns:r="http://schemas.openxmlformats.org/officeDocument/2006/relationships" id="2147483650" r:id="R9af05652d88c42ef"/>
    <p:sldLayoutId xmlns:r="http://schemas.openxmlformats.org/officeDocument/2006/relationships" id="2147483651" r:id="R3dc87dff649a4589"/>
    <p:sldLayoutId xmlns:r="http://schemas.openxmlformats.org/officeDocument/2006/relationships" id="2147483652" r:id="Rb464c1d998c240f8"/>
    <p:sldLayoutId xmlns:r="http://schemas.openxmlformats.org/officeDocument/2006/relationships" id="2147483653" r:id="R19b507152a9f40e3"/>
    <p:sldLayoutId xmlns:r="http://schemas.openxmlformats.org/officeDocument/2006/relationships" id="2147483654" r:id="R528d89c9c460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042e5d0334b56" /><Relationship Type="http://schemas.openxmlformats.org/officeDocument/2006/relationships/notesSlide" Target="/ppt/notesSlides/notesSlide1.xml" Id="Rfaf25ef1a49f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aec487a3740ea" /><Relationship Type="http://schemas.openxmlformats.org/officeDocument/2006/relationships/notesSlide" Target="/ppt/notesSlides/notesSlide2.xml" Id="R08266aa2e8c94b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d0350932b4af3" /><Relationship Type="http://schemas.openxmlformats.org/officeDocument/2006/relationships/notesSlide" Target="/ppt/notesSlides/notesSlide3.xml" Id="Rfd9f3f5e50a0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5b4e57b764144" /><Relationship Type="http://schemas.openxmlformats.org/officeDocument/2006/relationships/hyperlink" Target="https://zeusk302-png.github.io/kdigital-physical-ai/#/sessions/2026-10-16/files" TargetMode="External" Id="R9c9ed3dec750452d" /><Relationship Type="http://schemas.openxmlformats.org/officeDocument/2006/relationships/notesSlide" Target="/ppt/notesSlides/notesSlide4.xml" Id="R8505ae777b10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d47fd11664823" /><Relationship Type="http://schemas.openxmlformats.org/officeDocument/2006/relationships/notesSlide" Target="/ppt/notesSlides/notesSlide5.xml" Id="R66260af37d50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7f516e81142ba" /><Relationship Type="http://schemas.openxmlformats.org/officeDocument/2006/relationships/notesSlide" Target="/ppt/notesSlides/notesSlide6.xml" Id="R312b754e60c648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c50d4c0cb4caf" /><Relationship Type="http://schemas.openxmlformats.org/officeDocument/2006/relationships/hyperlink" Target="https://docs.github.com/en/desktop/overview/creating-your-first-repository-using-github-desktop" TargetMode="External" Id="R77860f4724794f31" /><Relationship Type="http://schemas.openxmlformats.org/officeDocument/2006/relationships/notesSlide" Target="/ppt/notesSlides/notesSlide7.xml" Id="Rb1e02f44dc3b4b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b6ebe8a754ac7" /><Relationship Type="http://schemas.openxmlformats.org/officeDocument/2006/relationships/hyperlink" Target="https://docs.github.com/en/desktop/overview/creating-your-first-repository-using-github-desktop" TargetMode="External" Id="R3dc3d1dd4a1c4c90" /><Relationship Type="http://schemas.openxmlformats.org/officeDocument/2006/relationships/notesSlide" Target="/ppt/notesSlides/notesSlide8.xml" Id="Rbc144c502e3440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da226d8ba41b7" /><Relationship Type="http://schemas.openxmlformats.org/officeDocument/2006/relationships/hyperlink" Target="https://docs.github.com/en/desktop/overview/creating-your-first-repository-using-github-desktop" TargetMode="External" Id="Rac424a50eb1648c2" /><Relationship Type="http://schemas.openxmlformats.org/officeDocument/2006/relationships/notesSlide" Target="/ppt/notesSlides/notesSlide9.xml" Id="Rca59d9fa74f140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8715805bc427e" /><Relationship Type="http://schemas.openxmlformats.org/officeDocument/2006/relationships/notesSlide" Target="/ppt/notesSlides/notesSlide10.xml" Id="R0d41a34a470944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1dd85416646bd" /><Relationship Type="http://schemas.openxmlformats.org/officeDocument/2006/relationships/hyperlink" Target="https://docs.github.com/en/account-and-profile/how-tos/account-management/creating-an-account-on-github" TargetMode="External" Id="Rdb2515d9df214eec" /><Relationship Type="http://schemas.openxmlformats.org/officeDocument/2006/relationships/notesSlide" Target="/ppt/notesSlides/notesSlide11.xml" Id="Rf3a18b1a5d8b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0c503dff24c73" /><Relationship Type="http://schemas.openxmlformats.org/officeDocument/2006/relationships/hyperlink" Target="https://docs.github.com/en/account-and-profile/how-tos/account-management/creating-an-account-on-github" TargetMode="External" Id="Rc8b6f3059c4a4208" /><Relationship Type="http://schemas.openxmlformats.org/officeDocument/2006/relationships/notesSlide" Target="/ppt/notesSlides/notesSlide12.xml" Id="R60497325dbe94e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4d9aa405a4d20" /><Relationship Type="http://schemas.openxmlformats.org/officeDocument/2006/relationships/hyperlink" Target="https://docs.github.com/en/account-and-profile/how-tos/account-management/creating-an-account-on-github" TargetMode="External" Id="Rfc0da4f4450a4b88" /><Relationship Type="http://schemas.openxmlformats.org/officeDocument/2006/relationships/notesSlide" Target="/ppt/notesSlides/notesSlide13.xml" Id="R255ed6c33c124e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ef359a999404f" /><Relationship Type="http://schemas.openxmlformats.org/officeDocument/2006/relationships/hyperlink" Target="https://docs.github.com/en/account-and-profile/how-tos/account-management/creating-an-account-on-github" TargetMode="External" Id="R888b8a5cb0994d43" /><Relationship Type="http://schemas.openxmlformats.org/officeDocument/2006/relationships/notesSlide" Target="/ppt/notesSlides/notesSlide14.xml" Id="R988f7f4d7d064c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6c9050867494d" /><Relationship Type="http://schemas.openxmlformats.org/officeDocument/2006/relationships/notesSlide" Target="/ppt/notesSlides/notesSlide15.xml" Id="Rb38c23a507ac4f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b4a3876294c7b" /><Relationship Type="http://schemas.openxmlformats.org/officeDocument/2006/relationships/hyperlink" Target="https://docs.github.com/en/account-and-profile/how-tos/profile-customization/managing-your-profile-readme" TargetMode="External" Id="Ra9b875cc617c47e2" /><Relationship Type="http://schemas.openxmlformats.org/officeDocument/2006/relationships/notesSlide" Target="/ppt/notesSlides/notesSlide16.xml" Id="R8aee42d4126d40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0e4ceaafc40a9" /><Relationship Type="http://schemas.openxmlformats.org/officeDocument/2006/relationships/hyperlink" Target="https://docs.github.com/en/account-and-profile/how-tos/profile-customization/managing-your-profile-readme" TargetMode="External" Id="Ra21d5405524c4221" /><Relationship Type="http://schemas.openxmlformats.org/officeDocument/2006/relationships/notesSlide" Target="/ppt/notesSlides/notesSlide17.xml" Id="R5ce764ccb23d4c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fb3161a604559" /><Relationship Type="http://schemas.openxmlformats.org/officeDocument/2006/relationships/hyperlink" Target="https://docs.github.com/en/account-and-profile/how-tos/profile-customization/managing-your-profile-readme" TargetMode="External" Id="Rce877fcfe19649e3" /><Relationship Type="http://schemas.openxmlformats.org/officeDocument/2006/relationships/notesSlide" Target="/ppt/notesSlides/notesSlide18.xml" Id="R0f6af913770547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6caa9ff244cec" /><Relationship Type="http://schemas.openxmlformats.org/officeDocument/2006/relationships/image" Target="/ppt/media/image.png" Id="R261c3dcae6af4f6f" /><Relationship Type="http://schemas.openxmlformats.org/officeDocument/2006/relationships/hyperlink" Target="https://docs.github.com/en/account-and-profile/how-tos/profile-customization/managing-your-profile-readme" TargetMode="External" Id="R4536ca1f60984514" /><Relationship Type="http://schemas.openxmlformats.org/officeDocument/2006/relationships/notesSlide" Target="/ppt/notesSlides/notesSlide19.xml" Id="Re3d78e9aa1c448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af495d3f2425a" /><Relationship Type="http://schemas.openxmlformats.org/officeDocument/2006/relationships/hyperlink" Target="https://docs.github.com/en/account-and-profile/how-tos/profile-customization/managing-your-profile-readme" TargetMode="External" Id="R6c932928266e413e" /><Relationship Type="http://schemas.openxmlformats.org/officeDocument/2006/relationships/notesSlide" Target="/ppt/notesSlides/notesSlide20.xml" Id="Ra89d477ef7f742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5965862194d20" /><Relationship Type="http://schemas.openxmlformats.org/officeDocument/2006/relationships/notesSlide" Target="/ppt/notesSlides/notesSlide21.xml" Id="Rde5180d8ef4146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e646d6047475b" /><Relationship Type="http://schemas.openxmlformats.org/officeDocument/2006/relationships/notesSlide" Target="/ppt/notesSlides/notesSlide22.xml" Id="Rcef58878ea1640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ea1380fd44f50" /><Relationship Type="http://schemas.openxmlformats.org/officeDocument/2006/relationships/hyperlink" Target="https://git-scm.com/install/windows" TargetMode="External" Id="Rc7fc62f48413483a" /><Relationship Type="http://schemas.openxmlformats.org/officeDocument/2006/relationships/notesSlide" Target="/ppt/notesSlides/notesSlide23.xml" Id="R07b9f1823fd746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686dc00074b7d" /><Relationship Type="http://schemas.openxmlformats.org/officeDocument/2006/relationships/hyperlink" Target="https://git-scm.com/install/windows" TargetMode="External" Id="Rb6d0c1f8d0a3455e" /><Relationship Type="http://schemas.openxmlformats.org/officeDocument/2006/relationships/notesSlide" Target="/ppt/notesSlides/notesSlide24.xml" Id="R7d9cd8ee03284c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a21f2dd254b33" /><Relationship Type="http://schemas.openxmlformats.org/officeDocument/2006/relationships/hyperlink" Target="https://git-scm.com/install/windows" TargetMode="External" Id="R1564fe283bdb449f" /><Relationship Type="http://schemas.openxmlformats.org/officeDocument/2006/relationships/notesSlide" Target="/ppt/notesSlides/notesSlide25.xml" Id="R5a0f0156339c461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90f5102864b75" /><Relationship Type="http://schemas.openxmlformats.org/officeDocument/2006/relationships/hyperlink" Target="https://git-scm.com/install/windows" TargetMode="External" Id="Ra6084d9103cf4fbe" /><Relationship Type="http://schemas.openxmlformats.org/officeDocument/2006/relationships/notesSlide" Target="/ppt/notesSlides/notesSlide26.xml" Id="Rab7b4820d80944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dce793c7a46d4" /><Relationship Type="http://schemas.openxmlformats.org/officeDocument/2006/relationships/hyperlink" Target="https://git-scm.com/install/windows" TargetMode="External" Id="Rb66f3ef51dba4d88" /><Relationship Type="http://schemas.openxmlformats.org/officeDocument/2006/relationships/notesSlide" Target="/ppt/notesSlides/notesSlide27.xml" Id="R450a10a0473b47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03b0ce2ae47b3" /><Relationship Type="http://schemas.openxmlformats.org/officeDocument/2006/relationships/notesSlide" Target="/ppt/notesSlides/notesSlide28.xml" Id="R040104307f894e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76aec7d5f4a61" /><Relationship Type="http://schemas.openxmlformats.org/officeDocument/2006/relationships/hyperlink" Target="https://docs.github.com/en/desktop/installing-and-authenticating-to-github-desktop/authenticating-to-github-in-github-desktop" TargetMode="External" Id="Rc9008f100fd64d34" /><Relationship Type="http://schemas.openxmlformats.org/officeDocument/2006/relationships/notesSlide" Target="/ppt/notesSlides/notesSlide29.xml" Id="R9f4574d33f5e45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b7d3657164f69" /><Relationship Type="http://schemas.openxmlformats.org/officeDocument/2006/relationships/hyperlink" Target="https://docs.github.com/en/desktop/installing-and-authenticating-to-github-desktop/authenticating-to-github-in-github-desktop" TargetMode="External" Id="R588f4c2e7d074bac" /><Relationship Type="http://schemas.openxmlformats.org/officeDocument/2006/relationships/notesSlide" Target="/ppt/notesSlides/notesSlide30.xml" Id="R432ce12fd7d046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70d445c1b4d81" /><Relationship Type="http://schemas.openxmlformats.org/officeDocument/2006/relationships/hyperlink" Target="https://docs.github.com/en/desktop/installing-and-authenticating-to-github-desktop/authenticating-to-github-in-github-desktop" TargetMode="External" Id="R7522369c33154106" /><Relationship Type="http://schemas.openxmlformats.org/officeDocument/2006/relationships/notesSlide" Target="/ppt/notesSlides/notesSlide31.xml" Id="Rae987c142e8a4f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5fafe2ca54056" /><Relationship Type="http://schemas.openxmlformats.org/officeDocument/2006/relationships/image" Target="/ppt/media/image2.png" Id="R670225b939a64722" /><Relationship Type="http://schemas.openxmlformats.org/officeDocument/2006/relationships/hyperlink" Target="https://docs.github.com/en/desktop/installing-and-authenticating-to-github-desktop/authenticating-to-github-in-github-desktop" TargetMode="External" Id="R5b863fd83f0040ec" /><Relationship Type="http://schemas.openxmlformats.org/officeDocument/2006/relationships/notesSlide" Target="/ppt/notesSlides/notesSlide32.xml" Id="R6b824da68487485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fe8d4f1dc47c4" /><Relationship Type="http://schemas.openxmlformats.org/officeDocument/2006/relationships/hyperlink" Target="https://docs.github.com/en/desktop/installing-and-authenticating-to-github-desktop/authenticating-to-github-in-github-desktop" TargetMode="External" Id="Rb01b4c728cf64f95" /><Relationship Type="http://schemas.openxmlformats.org/officeDocument/2006/relationships/notesSlide" Target="/ppt/notesSlides/notesSlide33.xml" Id="R1bbb8cc34cd54ce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e1d7614dc43df" /><Relationship Type="http://schemas.openxmlformats.org/officeDocument/2006/relationships/notesSlide" Target="/ppt/notesSlides/notesSlide34.xml" Id="Rabdb3cd9a2ed4d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e8b4ad4804b71" /><Relationship Type="http://schemas.openxmlformats.org/officeDocument/2006/relationships/hyperlink" Target="https://docs.github.com/en/desktop/adding-and-cloning-repositories/cloning-a-repository-from-github-to-github-desktop" TargetMode="External" Id="R35b102c5f0ef478b" /><Relationship Type="http://schemas.openxmlformats.org/officeDocument/2006/relationships/notesSlide" Target="/ppt/notesSlides/notesSlide35.xml" Id="Rcb21662a225740d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cc5ec8dee4b8c" /><Relationship Type="http://schemas.openxmlformats.org/officeDocument/2006/relationships/hyperlink" Target="https://docs.github.com/en/desktop/adding-and-cloning-repositories/cloning-a-repository-from-github-to-github-desktop" TargetMode="External" Id="R1e605b366e684647" /><Relationship Type="http://schemas.openxmlformats.org/officeDocument/2006/relationships/notesSlide" Target="/ppt/notesSlides/notesSlide36.xml" Id="R8f1cacf6a25b4b6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6fae5f98e4941" /><Relationship Type="http://schemas.openxmlformats.org/officeDocument/2006/relationships/hyperlink" Target="https://docs.github.com/en/desktop/adding-and-cloning-repositories/cloning-a-repository-from-github-to-github-desktop" TargetMode="External" Id="Rab74ff6b60b74954" /><Relationship Type="http://schemas.openxmlformats.org/officeDocument/2006/relationships/notesSlide" Target="/ppt/notesSlides/notesSlide37.xml" Id="Rc917d4ff7a1e45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6dcc35e454141" /><Relationship Type="http://schemas.openxmlformats.org/officeDocument/2006/relationships/image" Target="/ppt/media/image.jpeg" Id="R6b480107f4044c30" /><Relationship Type="http://schemas.openxmlformats.org/officeDocument/2006/relationships/hyperlink" Target="https://github.com/zeusk302-png/kdigital-physical-ai" TargetMode="External" Id="R0cf3f6ba70804c2c" /><Relationship Type="http://schemas.openxmlformats.org/officeDocument/2006/relationships/notesSlide" Target="/ppt/notesSlides/notesSlide38.xml" Id="Re9e93d2e64eb40b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93e869c564bc7" /><Relationship Type="http://schemas.openxmlformats.org/officeDocument/2006/relationships/hyperlink" Target="https://docs.github.com/en/desktop/adding-and-cloning-repositories/cloning-a-repository-from-github-to-github-desktop" TargetMode="External" Id="R35351743396c45eb" /><Relationship Type="http://schemas.openxmlformats.org/officeDocument/2006/relationships/notesSlide" Target="/ppt/notesSlides/notesSlide39.xml" Id="Rf67abd03cf0d44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71c6fe1c84721" /><Relationship Type="http://schemas.openxmlformats.org/officeDocument/2006/relationships/notesSlide" Target="/ppt/notesSlides/notesSlide40.xml" Id="R757d6aa8d353444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26a1f04264ee9" /><Relationship Type="http://schemas.openxmlformats.org/officeDocument/2006/relationships/notesSlide" Target="/ppt/notesSlides/notesSlide41.xml" Id="R2e9dd6e5d62e430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171832c0f48df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13f2940ea0524bf8" /><Relationship Type="http://schemas.openxmlformats.org/officeDocument/2006/relationships/notesSlide" Target="/ppt/notesSlides/notesSlide42.xml" Id="Rdc11bad9a4d14f5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4bb568b774892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66c7f97b02f442a9" /><Relationship Type="http://schemas.openxmlformats.org/officeDocument/2006/relationships/notesSlide" Target="/ppt/notesSlides/notesSlide43.xml" Id="Re5ea650c2ac741f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3e5741a3e4d01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d3457fb8617044cf" /><Relationship Type="http://schemas.openxmlformats.org/officeDocument/2006/relationships/notesSlide" Target="/ppt/notesSlides/notesSlide44.xml" Id="Rc2b3593ea6094fa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84b9093ca4124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e613bfd949124060" /><Relationship Type="http://schemas.openxmlformats.org/officeDocument/2006/relationships/notesSlide" Target="/ppt/notesSlides/notesSlide45.xml" Id="R5271b42c253a4f5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2310c43314075" /><Relationship Type="http://schemas.openxmlformats.org/officeDocument/2006/relationships/image" Target="/ppt/media/image2.jpeg" Id="R3fb558ef501241e0" /><Relationship Type="http://schemas.openxmlformats.org/officeDocument/2006/relationships/hyperlink" Target="https://github.com/zeusk302-png/kdigital-physical-ai/new/main?filename=README.md" TargetMode="External" Id="R0fa4b229ba184f75" /><Relationship Type="http://schemas.openxmlformats.org/officeDocument/2006/relationships/notesSlide" Target="/ppt/notesSlides/notesSlide46.xml" Id="Re547909436c3402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f15e2eae047fd" /><Relationship Type="http://schemas.openxmlformats.org/officeDocument/2006/relationships/image" Target="/ppt/media/image3.jpeg" Id="Re7b7468013ae4bcb" /><Relationship Type="http://schemas.openxmlformats.org/officeDocument/2006/relationships/hyperlink" Target="https://github.com/zeusk302-png/kdigital-physical-ai/new/main?filename=README.md" TargetMode="External" Id="R75305352572848bb" /><Relationship Type="http://schemas.openxmlformats.org/officeDocument/2006/relationships/notesSlide" Target="/ppt/notesSlides/notesSlide47.xml" Id="R1ab4d20be4dd4f3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54ae943e74a49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fe87cbb2f70e4fdc" /><Relationship Type="http://schemas.openxmlformats.org/officeDocument/2006/relationships/notesSlide" Target="/ppt/notesSlides/notesSlide48.xml" Id="R6126729e7bed46e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679cce9684e1c" /><Relationship Type="http://schemas.openxmlformats.org/officeDocument/2006/relationships/notesSlide" Target="/ppt/notesSlides/notesSlide49.xml" Id="R8ec64515899547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33d22e05d4c4b" /><Relationship Type="http://schemas.openxmlformats.org/officeDocument/2006/relationships/hyperlink" Target="https://docs.github.com/en/account-and-profile/how-tos/profile-customization/managing-your-profile-readme" TargetMode="External" Id="R0ae4c84b9d3d4fd7" /><Relationship Type="http://schemas.openxmlformats.org/officeDocument/2006/relationships/notesSlide" Target="/ppt/notesSlides/notesSlide50.xml" Id="Rad482acd9c38434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96c0bfad046b2" /><Relationship Type="http://schemas.openxmlformats.org/officeDocument/2006/relationships/hyperlink" Target="https://docs.github.com/en/account-and-profile/how-tos/profile-customization/managing-your-profile-readme" TargetMode="External" Id="Rdcd89490fc0747ac" /><Relationship Type="http://schemas.openxmlformats.org/officeDocument/2006/relationships/notesSlide" Target="/ppt/notesSlides/notesSlide51.xml" Id="R092d614ec75140b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93e0429784f35" /><Relationship Type="http://schemas.openxmlformats.org/officeDocument/2006/relationships/hyperlink" Target="https://docs.github.com/en/account-and-profile/how-tos/profile-customization/managing-your-profile-readme" TargetMode="External" Id="R6753e744b8ea45a7" /><Relationship Type="http://schemas.openxmlformats.org/officeDocument/2006/relationships/notesSlide" Target="/ppt/notesSlides/notesSlide52.xml" Id="R61319833a2e5446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aa6dfd2f14c77" /><Relationship Type="http://schemas.openxmlformats.org/officeDocument/2006/relationships/hyperlink" Target="https://docs.github.com/en/account-and-profile/how-tos/profile-customization/managing-your-profile-readme" TargetMode="External" Id="R79657c849c64407d" /><Relationship Type="http://schemas.openxmlformats.org/officeDocument/2006/relationships/notesSlide" Target="/ppt/notesSlides/notesSlide53.xml" Id="Rb2b29939db144d9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4ea45530c4858" /><Relationship Type="http://schemas.openxmlformats.org/officeDocument/2006/relationships/notesSlide" Target="/ppt/notesSlides/notesSlide54.xml" Id="R7c29c046e1c94b1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3c153a95548c7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ac6e8f647ab04da9" /><Relationship Type="http://schemas.openxmlformats.org/officeDocument/2006/relationships/notesSlide" Target="/ppt/notesSlides/notesSlide55.xml" Id="R526339846c5e4a0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57a4bcb5046e3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fe88ad614b4c481f" /><Relationship Type="http://schemas.openxmlformats.org/officeDocument/2006/relationships/notesSlide" Target="/ppt/notesSlides/notesSlide56.xml" Id="Rbceed188047740a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408b8036b47c1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f4ae672d6062452f" /><Relationship Type="http://schemas.openxmlformats.org/officeDocument/2006/relationships/notesSlide" Target="/ppt/notesSlides/notesSlide57.xml" Id="Ra2c2ff27e92a4d9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79724883147a7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634108b5a05544a1" /><Relationship Type="http://schemas.openxmlformats.org/officeDocument/2006/relationships/notesSlide" Target="/ppt/notesSlides/notesSlide58.xml" Id="Rf0209037ddf1408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b4eaae2784a62" /><Relationship Type="http://schemas.openxmlformats.org/officeDocument/2006/relationships/image" Target="/ppt/media/image3.png" Id="R440d4b81202a4f35" /><Relationship Type="http://schemas.openxmlformats.org/officeDocument/2006/relationships/hyperlink" Target="https://zeusk302-png.github.io/kdigital-physical-ai/downloads/2026-10-16/examples/course/git-starter/assets/demo.gif" TargetMode="External" Id="Rf332d8e1c92648fa" /><Relationship Type="http://schemas.openxmlformats.org/officeDocument/2006/relationships/notesSlide" Target="/ppt/notesSlides/notesSlide59.xml" Id="Raeeb8b0629964fd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88034577a4ac8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50a385e1f2ac4644" /><Relationship Type="http://schemas.openxmlformats.org/officeDocument/2006/relationships/notesSlide" Target="/ppt/notesSlides/notesSlide60.xml" Id="Rd5651a9cae23402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82ab7c1bd41d3" /><Relationship Type="http://schemas.openxmlformats.org/officeDocument/2006/relationships/notesSlide" Target="/ppt/notesSlides/notesSlide61.xml" Id="Rbb016064582e411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996a840124a71" /><Relationship Type="http://schemas.openxmlformats.org/officeDocument/2006/relationships/notesSlide" Target="/ppt/notesSlides/notesSlide62.xml" Id="R34e5fc532b90415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bb768fcb04638" /><Relationship Type="http://schemas.openxmlformats.org/officeDocument/2006/relationships/hyperlink" Target="https://shields.io/badges/static-badge" TargetMode="External" Id="R6446ffadee9c46ea" /><Relationship Type="http://schemas.openxmlformats.org/officeDocument/2006/relationships/notesSlide" Target="/ppt/notesSlides/notesSlide63.xml" Id="Rbf23faf079f34c6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2d537b045413d" /><Relationship Type="http://schemas.openxmlformats.org/officeDocument/2006/relationships/hyperlink" Target="https://shields.io/badges/static-badge" TargetMode="External" Id="Ra1d197f2286b45d7" /><Relationship Type="http://schemas.openxmlformats.org/officeDocument/2006/relationships/notesSlide" Target="/ppt/notesSlides/notesSlide64.xml" Id="Ra8145f091b994bf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40c37564d4581" /><Relationship Type="http://schemas.openxmlformats.org/officeDocument/2006/relationships/hyperlink" Target="https://shields.io/badges/static-badge" TargetMode="External" Id="R3dd24af35e434b6d" /><Relationship Type="http://schemas.openxmlformats.org/officeDocument/2006/relationships/notesSlide" Target="/ppt/notesSlides/notesSlide65.xml" Id="Rd1dcbcb745b74a7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c11ae704045fa" /><Relationship Type="http://schemas.openxmlformats.org/officeDocument/2006/relationships/hyperlink" Target="https://shields.io/badges/static-badge" TargetMode="External" Id="R8a418d85c09743e8" /><Relationship Type="http://schemas.openxmlformats.org/officeDocument/2006/relationships/notesSlide" Target="/ppt/notesSlides/notesSlide66.xml" Id="R6c07d07c8324428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2cfb0deac436e" /><Relationship Type="http://schemas.openxmlformats.org/officeDocument/2006/relationships/hyperlink" Target="https://shields.io/badges/static-badge" TargetMode="External" Id="R5c94a3c89bb44882" /><Relationship Type="http://schemas.openxmlformats.org/officeDocument/2006/relationships/notesSlide" Target="/ppt/notesSlides/notesSlide67.xml" Id="R570a1fc2b2494f2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191330edc4e77" /><Relationship Type="http://schemas.openxmlformats.org/officeDocument/2006/relationships/image" Target="/ppt/media/image4.png" Id="Rb077afe8e67e43ea" /><Relationship Type="http://schemas.openxmlformats.org/officeDocument/2006/relationships/hyperlink" Target="https://shields.io/badges/static-badge" TargetMode="External" Id="Raf5cd0d38606447c" /><Relationship Type="http://schemas.openxmlformats.org/officeDocument/2006/relationships/notesSlide" Target="/ppt/notesSlides/notesSlide68.xml" Id="R437b507f60c64de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acf4b57c3491f" /><Relationship Type="http://schemas.openxmlformats.org/officeDocument/2006/relationships/image" Target="/ppt/media/image4.jpeg" Id="R029d9f5f2e8a4385" /><Relationship Type="http://schemas.openxmlformats.org/officeDocument/2006/relationships/hyperlink" Target="https://github.com/zeusk302-png/kdigital-physical-ai/new/main?filename=README.md" TargetMode="External" Id="R68082ff346f54ce5" /><Relationship Type="http://schemas.openxmlformats.org/officeDocument/2006/relationships/notesSlide" Target="/ppt/notesSlides/notesSlide69.xml" Id="Ra9a74b441787454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01030c32148c4" /><Relationship Type="http://schemas.openxmlformats.org/officeDocument/2006/relationships/hyperlink" Target="https://shields.io/badges/static-badge" TargetMode="External" Id="Rf9a0d46979e94954" /><Relationship Type="http://schemas.openxmlformats.org/officeDocument/2006/relationships/notesSlide" Target="/ppt/notesSlides/notesSlide70.xml" Id="R253350273eef40e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90423d9e94962" /><Relationship Type="http://schemas.openxmlformats.org/officeDocument/2006/relationships/notesSlide" Target="/ppt/notesSlides/notesSlide71.xml" Id="Rd3ddc576dc884c82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40fec4b594df5" /><Relationship Type="http://schemas.openxmlformats.org/officeDocument/2006/relationships/hyperlink" Target="https://docs.github.com/en/desktop/overview/creating-your-first-repository-using-github-desktop" TargetMode="External" Id="R2e62ce7e90734b25" /><Relationship Type="http://schemas.openxmlformats.org/officeDocument/2006/relationships/notesSlide" Target="/ppt/notesSlides/notesSlide72.xml" Id="R9c0fb92754ae48e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e9ad625364fcf" /><Relationship Type="http://schemas.openxmlformats.org/officeDocument/2006/relationships/hyperlink" Target="https://docs.github.com/en/desktop/overview/creating-your-first-repository-using-github-desktop" TargetMode="External" Id="Rdec0cea273944c02" /><Relationship Type="http://schemas.openxmlformats.org/officeDocument/2006/relationships/notesSlide" Target="/ppt/notesSlides/notesSlide73.xml" Id="Ra8a9e49430a8440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98dfb99964e1b" /><Relationship Type="http://schemas.openxmlformats.org/officeDocument/2006/relationships/hyperlink" Target="https://docs.github.com/en/desktop/overview/creating-your-first-repository-using-github-desktop" TargetMode="External" Id="R3909c444ed65461a" /><Relationship Type="http://schemas.openxmlformats.org/officeDocument/2006/relationships/notesSlide" Target="/ppt/notesSlides/notesSlide74.xml" Id="Rf4f4df98d2a9462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5ce19a1ac492b" /><Relationship Type="http://schemas.openxmlformats.org/officeDocument/2006/relationships/image" Target="/ppt/media/image5.png" Id="Rbc5a63364c7e4010" /><Relationship Type="http://schemas.openxmlformats.org/officeDocument/2006/relationships/hyperlink" Target="https://docs.github.com/en/desktop/overview/creating-your-first-repository-using-github-desktop" TargetMode="External" Id="R9afbf9a5d1c241e8" /><Relationship Type="http://schemas.openxmlformats.org/officeDocument/2006/relationships/notesSlide" Target="/ppt/notesSlides/notesSlide75.xml" Id="R3aac43a0f9cf4c2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17e72f6f04445" /><Relationship Type="http://schemas.openxmlformats.org/officeDocument/2006/relationships/image" Target="/ppt/media/image5.jpeg" Id="R4f81c571bf674430" /><Relationship Type="http://schemas.openxmlformats.org/officeDocument/2006/relationships/hyperlink" Target="https://github.com/zeusk302-png/kdigital-physical-ai/commits/main/" TargetMode="External" Id="R29c81bd072914a5b" /><Relationship Type="http://schemas.openxmlformats.org/officeDocument/2006/relationships/notesSlide" Target="/ppt/notesSlides/notesSlide76.xml" Id="R213a802acece452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35630a3ff4731" /><Relationship Type="http://schemas.openxmlformats.org/officeDocument/2006/relationships/image" Target="/ppt/media/image6.jpeg" Id="Rc2761f885df34509" /><Relationship Type="http://schemas.openxmlformats.org/officeDocument/2006/relationships/hyperlink" Target="https://github.com/zeusk302-png/kdigital-physical-ai/commit/ddb81edf6cf65dcdc771dcb1dd5114a9129316ad" TargetMode="External" Id="Rcb5f90906e01463c" /><Relationship Type="http://schemas.openxmlformats.org/officeDocument/2006/relationships/notesSlide" Target="/ppt/notesSlides/notesSlide77.xml" Id="R25cd6955c5d744a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b14aeb58f4b96" /><Relationship Type="http://schemas.openxmlformats.org/officeDocument/2006/relationships/hyperlink" Target="https://docs.github.com/en/desktop/overview/creating-your-first-repository-using-github-desktop" TargetMode="External" Id="Ra6e5307467294968" /><Relationship Type="http://schemas.openxmlformats.org/officeDocument/2006/relationships/notesSlide" Target="/ppt/notesSlides/notesSlide78.xml" Id="R2332773f3ad247c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4411bd5034271" /><Relationship Type="http://schemas.openxmlformats.org/officeDocument/2006/relationships/notesSlide" Target="/ppt/notesSlides/notesSlide79.xml" Id="R7b6a8a29c67b47e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bba0cb05f4ad2" /><Relationship Type="http://schemas.openxmlformats.org/officeDocument/2006/relationships/hyperlink" Target="https://docs.github.com/en/desktop/overview/creating-your-first-repository-using-github-desktop" TargetMode="External" Id="R3a49db2a4c11409e" /><Relationship Type="http://schemas.openxmlformats.org/officeDocument/2006/relationships/notesSlide" Target="/ppt/notesSlides/notesSlide80.xml" Id="R5217c341c4334c9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e4819aab44806" /><Relationship Type="http://schemas.openxmlformats.org/officeDocument/2006/relationships/hyperlink" Target="https://docs.github.com/en/desktop/overview/creating-your-first-repository-using-github-desktop" TargetMode="External" Id="Rcd0844c22254464a" /><Relationship Type="http://schemas.openxmlformats.org/officeDocument/2006/relationships/notesSlide" Target="/ppt/notesSlides/notesSlide81.xml" Id="R9aca2047e346495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a02ee366c422b" /><Relationship Type="http://schemas.openxmlformats.org/officeDocument/2006/relationships/hyperlink" Target="https://docs.github.com/en/desktop/overview/creating-your-first-repository-using-github-desktop" TargetMode="External" Id="R3ddbc6ee42e545d4" /><Relationship Type="http://schemas.openxmlformats.org/officeDocument/2006/relationships/notesSlide" Target="/ppt/notesSlides/notesSlide82.xml" Id="R32623a7c86884ec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ace223c0e41cf" /><Relationship Type="http://schemas.openxmlformats.org/officeDocument/2006/relationships/hyperlink" Target="https://docs.github.com/en/desktop/overview/creating-your-first-repository-using-github-desktop" TargetMode="External" Id="Rf4bdd1987db24603" /><Relationship Type="http://schemas.openxmlformats.org/officeDocument/2006/relationships/notesSlide" Target="/ppt/notesSlides/notesSlide83.xml" Id="R94bc2cdb8da54e5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270f33b874f52" /><Relationship Type="http://schemas.openxmlformats.org/officeDocument/2006/relationships/hyperlink" Target="https://docs.github.com/en/desktop/overview/creating-your-first-repository-using-github-desktop" TargetMode="External" Id="Rd32a0d27de004941" /><Relationship Type="http://schemas.openxmlformats.org/officeDocument/2006/relationships/notesSlide" Target="/ppt/notesSlides/notesSlide84.xml" Id="R9e3d6f13d21e4ebd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e0f8a05904a5f" /><Relationship Type="http://schemas.openxmlformats.org/officeDocument/2006/relationships/notesSlide" Target="/ppt/notesSlides/notesSlide85.xml" Id="Rd8ba23069ce9492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5fca533644ab2" /><Relationship Type="http://schemas.openxmlformats.org/officeDocument/2006/relationships/notesSlide" Target="/ppt/notesSlides/notesSlide86.xml" Id="R6bd1c60b14254ce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f1c088e3e4f2c" /><Relationship Type="http://schemas.openxmlformats.org/officeDocument/2006/relationships/hyperlink" Target="https://docs.github.com/en/desktop/overview/creating-your-first-repository-using-github-desktop" TargetMode="External" Id="R5daec41102f049ce" /><Relationship Type="http://schemas.openxmlformats.org/officeDocument/2006/relationships/notesSlide" Target="/ppt/notesSlides/notesSlide87.xml" Id="R4c5f4f391a114ab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c8d14879740c9" /><Relationship Type="http://schemas.openxmlformats.org/officeDocument/2006/relationships/hyperlink" Target="https://docs.github.com/en/desktop/overview/creating-your-first-repository-using-github-desktop" TargetMode="External" Id="Rca34d66972744659" /><Relationship Type="http://schemas.openxmlformats.org/officeDocument/2006/relationships/notesSlide" Target="/ppt/notesSlides/notesSlide88.xml" Id="R119699c2fa38450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8d9ea70f84050" /><Relationship Type="http://schemas.openxmlformats.org/officeDocument/2006/relationships/hyperlink" Target="https://docs.github.com/en/desktop/overview/creating-your-first-repository-using-github-desktop" TargetMode="External" Id="R5554f86d89bc4df2" /><Relationship Type="http://schemas.openxmlformats.org/officeDocument/2006/relationships/notesSlide" Target="/ppt/notesSlides/notesSlide89.xml" Id="R758dca6a65e84e5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f7718a3db4418" /><Relationship Type="http://schemas.openxmlformats.org/officeDocument/2006/relationships/image" Target="/ppt/media/image7.jpeg" Id="Rfb0f477f053848bd" /><Relationship Type="http://schemas.openxmlformats.org/officeDocument/2006/relationships/hyperlink" Target="https://github.com/new" TargetMode="External" Id="Ra9bb5fe87154496b" /><Relationship Type="http://schemas.openxmlformats.org/officeDocument/2006/relationships/notesSlide" Target="/ppt/notesSlides/notesSlide90.xml" Id="Rdaba631116af4e0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0672985574f3d" /><Relationship Type="http://schemas.openxmlformats.org/officeDocument/2006/relationships/hyperlink" Target="https://docs.github.com/en/desktop/overview/creating-your-first-repository-using-github-desktop" TargetMode="External" Id="R2e13eedb414649f6" /><Relationship Type="http://schemas.openxmlformats.org/officeDocument/2006/relationships/notesSlide" Target="/ppt/notesSlides/notesSlide91.xml" Id="R64050a2ce650477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ee16f66894df6" /><Relationship Type="http://schemas.openxmlformats.org/officeDocument/2006/relationships/notesSlide" Target="/ppt/notesSlides/notesSlide92.xml" Id="R5a40bf9ea08140e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9000f9e194d25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782d86c5b4554cff" /><Relationship Type="http://schemas.openxmlformats.org/officeDocument/2006/relationships/notesSlide" Target="/ppt/notesSlides/notesSlide93.xml" Id="R8ceedc0a937b4ee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cf6667834910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d71de49f5a804eef" /><Relationship Type="http://schemas.openxmlformats.org/officeDocument/2006/relationships/notesSlide" Target="/ppt/notesSlides/notesSlide94.xml" Id="R8b256f9a3fb6445c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36deb722541bf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d1cefe5c91a74802" /><Relationship Type="http://schemas.openxmlformats.org/officeDocument/2006/relationships/notesSlide" Target="/ppt/notesSlides/notesSlide95.xml" Id="R96635f9aabd84ce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9ab27800f49af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df46154d902c40d9" /><Relationship Type="http://schemas.openxmlformats.org/officeDocument/2006/relationships/notesSlide" Target="/ppt/notesSlides/notesSlide96.xml" Id="R90d4e184c32f459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30133b74f4dcf" /><Relationship Type="http://schemas.openxmlformats.org/officeDocument/2006/relationships/hyperlink" Target="https://docs.github.com/en/get-started/writing-on-github/getting-started-with-writing-and-formatting-on-github/basic-writing-and-formatting-syntax" TargetMode="External" Id="Ra209b381127b4a1a" /><Relationship Type="http://schemas.openxmlformats.org/officeDocument/2006/relationships/notesSlide" Target="/ppt/notesSlides/notesSlide97.xml" Id="R0dc4f192ea034e42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6d6de505a44ec" /><Relationship Type="http://schemas.openxmlformats.org/officeDocument/2006/relationships/notesSlide" Target="/ppt/notesSlides/notesSlide98.xml" Id="R46538c5ea70146f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b7367abe5474a" /><Relationship Type="http://schemas.openxmlformats.org/officeDocument/2006/relationships/hyperlink" Target="https://docs.github.com/en/account-and-profile/how-tos/profile-customization/pinning-items-to-your-profile" TargetMode="External" Id="R965750bbc26747d2" /><Relationship Type="http://schemas.openxmlformats.org/officeDocument/2006/relationships/notesSlide" Target="/ppt/notesSlides/notesSlide99.xml" Id="R4b8ebb50cf86447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275fbfe4749d3" /><Relationship Type="http://schemas.openxmlformats.org/officeDocument/2006/relationships/hyperlink" Target="https://docs.github.com/en/account-and-profile/how-tos/profile-customization/pinning-items-to-your-profile" TargetMode="External" Id="Ra5dcfbfa4eaa4229" /><Relationship Type="http://schemas.openxmlformats.org/officeDocument/2006/relationships/notesSlide" Target="/ppt/notesSlides/notesSlide100.xml" Id="R1e963ea7923e48c2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57d5c0acf463d" /><Relationship Type="http://schemas.openxmlformats.org/officeDocument/2006/relationships/hyperlink" Target="https://docs.github.com/en/account-and-profile/how-tos/profile-customization/pinning-items-to-your-profile" TargetMode="External" Id="Ra258d3845001483e" /><Relationship Type="http://schemas.openxmlformats.org/officeDocument/2006/relationships/notesSlide" Target="/ppt/notesSlides/notesSlide101.xml" Id="R9a58093631e24375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2abfc47e44d7a" /><Relationship Type="http://schemas.openxmlformats.org/officeDocument/2006/relationships/hyperlink" Target="https://docs.github.com/en/account-and-profile/how-tos/profile-customization/pinning-items-to-your-profile" TargetMode="External" Id="Rccf9ffb5fa364141" /><Relationship Type="http://schemas.openxmlformats.org/officeDocument/2006/relationships/notesSlide" Target="/ppt/notesSlides/notesSlide102.xml" Id="R0d2322e23f0f47c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fe20ddb2b43af" /><Relationship Type="http://schemas.openxmlformats.org/officeDocument/2006/relationships/notesSlide" Target="/ppt/notesSlides/notesSlide103.xml" Id="R657e1c50ed86489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86e76bc3c42ec" /><Relationship Type="http://schemas.openxmlformats.org/officeDocument/2006/relationships/notesSlide" Target="/ppt/notesSlides/notesSlide104.xml" Id="Rcdf3458e85504791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d353aec124e48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16e2d8cffbf64972" /><Relationship Type="http://schemas.openxmlformats.org/officeDocument/2006/relationships/notesSlide" Target="/ppt/notesSlides/notesSlide105.xml" Id="R1cd0eced9da04e20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4725793b1482d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48768f9d90794088" /><Relationship Type="http://schemas.openxmlformats.org/officeDocument/2006/relationships/notesSlide" Target="/ppt/notesSlides/notesSlide106.xml" Id="R6b0b98c160b84ed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8c1bc020a4274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7ebd9f350deb4781" /><Relationship Type="http://schemas.openxmlformats.org/officeDocument/2006/relationships/notesSlide" Target="/ppt/notesSlides/notesSlide107.xml" Id="Ra75b60eae63741f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4728ed2014d7d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962347dd61fe4c9e" /><Relationship Type="http://schemas.openxmlformats.org/officeDocument/2006/relationships/notesSlide" Target="/ppt/notesSlides/notesSlide108.xml" Id="Rac5d20b3eb7843ab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7306b17b64b25" /><Relationship Type="http://schemas.openxmlformats.org/officeDocument/2006/relationships/image" Target="/ppt/media/image6.png" Id="R69258e430bae4aee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fcfa62d95fa94f12" /><Relationship Type="http://schemas.openxmlformats.org/officeDocument/2006/relationships/notesSlide" Target="/ppt/notesSlides/notesSlide109.xml" Id="R030e054743ea4635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14081f26d4366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791f9b0ab47a4e02" /><Relationship Type="http://schemas.openxmlformats.org/officeDocument/2006/relationships/notesSlide" Target="/ppt/notesSlides/notesSlide110.xml" Id="Rd9ca8ac339ff45f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4674f193548c8" /><Relationship Type="http://schemas.openxmlformats.org/officeDocument/2006/relationships/notesSlide" Target="/ppt/notesSlides/notesSlide111.xml" Id="R876dff7d42fa4ea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e65525c0345d3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dd96e13b9de84f97" /><Relationship Type="http://schemas.openxmlformats.org/officeDocument/2006/relationships/notesSlide" Target="/ppt/notesSlides/notesSlide112.xml" Id="Rce4c5201f4484fcd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cd0f06be1441b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d804ae75ba564a61" /><Relationship Type="http://schemas.openxmlformats.org/officeDocument/2006/relationships/notesSlide" Target="/ppt/notesSlides/notesSlide113.xml" Id="R12cd90df016b429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79f5e32cf4e76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d51cf154f1244d33" /><Relationship Type="http://schemas.openxmlformats.org/officeDocument/2006/relationships/notesSlide" Target="/ppt/notesSlides/notesSlide114.xml" Id="R4d845c5008844cd5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f8afdbc474f99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c2b68635a31442b0" /><Relationship Type="http://schemas.openxmlformats.org/officeDocument/2006/relationships/notesSlide" Target="/ppt/notesSlides/notesSlide115.xml" Id="R47a198c2cd2f456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eee9886df49e4" /><Relationship Type="http://schemas.openxmlformats.org/officeDocument/2006/relationships/image" Target="/ppt/media/image8.jpeg" Id="Rde075b7cb0974b30" /><Relationship Type="http://schemas.openxmlformats.org/officeDocument/2006/relationships/hyperlink" Target="https://github.com/zeusk302-png/kdigital-physical-ai/compare" TargetMode="External" Id="R8ea57317a6594b6e" /><Relationship Type="http://schemas.openxmlformats.org/officeDocument/2006/relationships/notesSlide" Target="/ppt/notesSlides/notesSlide116.xml" Id="Rcc0337284dac4fef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1112944dc470d" /><Relationship Type="http://schemas.openxmlformats.org/officeDocument/2006/relationships/hyperlink" Target="https://docs.github.com/en/desktop/working-with-your-remote-repository-on-github-or-github-enterprise/creating-an-issue-or-pull-request-from-github-desktop" TargetMode="External" Id="R9c5981974d084e01" /><Relationship Type="http://schemas.openxmlformats.org/officeDocument/2006/relationships/notesSlide" Target="/ppt/notesSlides/notesSlide117.xml" Id="R4e9d27bcffa34c1a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e6a0eb10740c2" /><Relationship Type="http://schemas.openxmlformats.org/officeDocument/2006/relationships/notesSlide" Target="/ppt/notesSlides/notesSlide118.xml" Id="R0c0561f740ff42b6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c4de8eb1147c6" /><Relationship Type="http://schemas.openxmlformats.org/officeDocument/2006/relationships/hyperlink" Target="https://docs.github.com/en/desktop/adding-and-cloning-repositories/cloning-a-repository-from-github-to-github-desktop" TargetMode="External" Id="Rc7e91c3359d54cba" /><Relationship Type="http://schemas.openxmlformats.org/officeDocument/2006/relationships/notesSlide" Target="/ppt/notesSlides/notesSlide119.xml" Id="Rbe379d2b16704eb7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8c477f1c444e0" /><Relationship Type="http://schemas.openxmlformats.org/officeDocument/2006/relationships/hyperlink" Target="https://docs.github.com/en/desktop/adding-and-cloning-repositories/cloning-a-repository-from-github-to-github-desktop" TargetMode="External" Id="R7043cc12de8e40bd" /><Relationship Type="http://schemas.openxmlformats.org/officeDocument/2006/relationships/notesSlide" Target="/ppt/notesSlides/notesSlide120.xml" Id="Rdbfdc2ed8ca44fe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7fc92dbb244d8" /><Relationship Type="http://schemas.openxmlformats.org/officeDocument/2006/relationships/hyperlink" Target="https://docs.github.com/en/desktop/adding-and-cloning-repositories/cloning-a-repository-from-github-to-github-desktop" TargetMode="External" Id="Rc29765a078fe43c2" /><Relationship Type="http://schemas.openxmlformats.org/officeDocument/2006/relationships/notesSlide" Target="/ppt/notesSlides/notesSlide121.xml" Id="R5f1ba692d16c407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6e50979b34173" /><Relationship Type="http://schemas.openxmlformats.org/officeDocument/2006/relationships/hyperlink" Target="https://docs.github.com/en/desktop/adding-and-cloning-repositories/cloning-a-repository-from-github-to-github-desktop" TargetMode="External" Id="R73559334bf854013" /><Relationship Type="http://schemas.openxmlformats.org/officeDocument/2006/relationships/notesSlide" Target="/ppt/notesSlides/notesSlide122.xml" Id="Rdacd4b1e5712477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8d84a6f27408c" /><Relationship Type="http://schemas.openxmlformats.org/officeDocument/2006/relationships/notesSlide" Target="/ppt/notesSlides/notesSlide123.xml" Id="R62d0b673f34b4af0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111f68bed4ff4" /><Relationship Type="http://schemas.openxmlformats.org/officeDocument/2006/relationships/notesSlide" Target="/ppt/notesSlides/notesSlide124.xml" Id="Rf9c8d3c1a03348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74201-F7C5-4C69-BF01-1DEF737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BC1A-5AB0-45EA-80F7-E11B5A60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GitHub와 파이썬 작품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8D1C8-7407-4ADE-9E41-4068888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가입·설치부터 프로필 꾸미기와 공유까지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2026.10.16 · Git/GitHub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B15F-6155-4BDE-A140-A80487F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001 / 124</a:t>
            </a:r>
          </a:p>
        </p:txBody>
      </p:sp>
    </p:spTree>
    <p:extLst>
      <p:ext uri="{BB962C8B-B14F-4D97-AF65-F5344CB8AC3E}">
        <p14:creationId xmlns:p14="http://schemas.microsoft.com/office/powerpoint/2010/main" val="1715542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94DB-8984-4B1E-A8C3-5538161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Git/GitHub · 10월 16일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C8898-BDF8-48CE-857F-2C200DB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오늘 남길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69054-8C06-4BFA-B61F-041EA24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소개·배지·GIF가 있는 프로필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DF6A-9F4F-48C3-A918-1C314048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실행 안내가 있는 Python 작품 저장소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468B5-D7D0-426F-B54B-AC15FF9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이력과 짝의 검토 의견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D551D-2A29-4BCC-B14A-3E20EF9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002 / 124</a:t>
            </a:r>
          </a:p>
        </p:txBody>
      </p:sp>
    </p:spTree>
    <p:extLst>
      <p:ext uri="{BB962C8B-B14F-4D97-AF65-F5344CB8AC3E}">
        <p14:creationId xmlns:p14="http://schemas.microsoft.com/office/powerpoint/2010/main" val="1296101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13841-6322-406D-9CE3-6B980FD3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Git/GitHub · 10월 16일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D9020-69C8-4C37-AAA0-AFE3CBC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오늘 시간표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77E14-7998-4181-9F63-88497AFD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  10:00–10:50  가입과 첫 저장소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1A42D-C363-4BA7-BD76-25DF380B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316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  11:00–11:50  Git·Desktop 설치와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1DD38-7636-4928-B7F7-CCA2045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65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  13:00–13:50  README·프로필·이미지와 GIF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4F451-0E03-415F-9865-FA8AB9D7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998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  14:00–14:50  배지 꾸미기와 변경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B528B-2242-499F-B1C1-D6BA49C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33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  15:00–15:50  파이썬 작품과 포트폴리오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37345-7AA8-4607-9858-E677ADDB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6  16:00–16:50  짝 검토·브랜치·PR·마무리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BA567-3C30-4CA8-B700-5309502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003 / 124</a:t>
            </a:r>
          </a:p>
        </p:txBody>
      </p:sp>
    </p:spTree>
    <p:extLst>
      <p:ext uri="{BB962C8B-B14F-4D97-AF65-F5344CB8AC3E}">
        <p14:creationId xmlns:p14="http://schemas.microsoft.com/office/powerpoint/2010/main" val="1910824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125AA-8535-4060-A92B-AC4C6BC5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Git/GitHub · 10월 16일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4AEF3-D57E-4600-A9E2-F16EAE4D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실습 파일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07B5-6740-4541-8C6E-28BC00B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ZIP을 일반 폴더에 풀고 README를 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5D05-9DCF-433F-8C94-87484D60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profile은 소개 문서, project는 공통 Python 예제입니다.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9DCC7-B258-4324-88C9-B9DC7B9B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assets의 GIF·배지를 프로필 저장소에도 복사합니다.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A8451-5B63-4EA2-970A-1B25D29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9c9ed3dec750452d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E5899-2473-4179-8DE3-BFEF358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004 / 124</a:t>
            </a:r>
          </a:p>
        </p:txBody>
      </p:sp>
    </p:spTree>
    <p:extLst>
      <p:ext uri="{BB962C8B-B14F-4D97-AF65-F5344CB8AC3E}">
        <p14:creationId xmlns:p14="http://schemas.microsoft.com/office/powerpoint/2010/main" val="44073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8E5EB-1775-4A17-B633-486FB93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Git/GitHub · 10월 16일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2B0F-DF8B-4716-B961-5F3A594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개인정보와 공개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058B-2E07-4B4A-9F10-B9327FE0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README는 누구나 읽는 공개 문서입니다.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0FDD4-C966-440F-92FE-B6183C06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비밀번호·인증코드·복구코드·개인 문서는 올리지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8BD86-18F5-4FBB-B8DD-C3752AC1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계정 인증과 약관 확인은 본인이 진행합니다.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84A7A-B802-44BC-9094-15784B47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공개할 내용과 사용 허락이 있는 이미지만 고릅니다.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98EF1-716D-44CD-A658-1570557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005 / 124</a:t>
            </a:r>
          </a:p>
        </p:txBody>
      </p:sp>
    </p:spTree>
    <p:extLst>
      <p:ext uri="{BB962C8B-B14F-4D97-AF65-F5344CB8AC3E}">
        <p14:creationId xmlns:p14="http://schemas.microsoft.com/office/powerpoint/2010/main" val="261857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67052-CFC7-42FF-ADF2-84BE8187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7AA0-EBCD-4FF4-9FEA-FA78DDE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가입과 첫 저장소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BD368-33ED-4A62-ABC9-E7F5F7F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10:00–10:50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DA6E4-8189-4748-80BC-42FED2D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006 / 124</a:t>
            </a:r>
          </a:p>
        </p:txBody>
      </p:sp>
    </p:spTree>
    <p:extLst>
      <p:ext uri="{BB962C8B-B14F-4D97-AF65-F5344CB8AC3E}">
        <p14:creationId xmlns:p14="http://schemas.microsoft.com/office/powerpoint/2010/main" val="551093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232CA-3EB4-492A-B5CC-529737E1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9764-1ADD-4DE4-9751-54E6ECD3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파일·Git·GitHub의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96F6A-5EB0-4A64-B041-35ADE60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폴더는 파일을 담는 곳입니다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4EA02-3309-4439-A8C9-FCE2CBA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저장소(repository)는 파일과 변경 이력을 함께 관리하는 프로젝트 단위입니다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F0C7-D5F8-4C25-86EB-D4B8BA58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Git은 내 PC에서 이력을 기록하는 도구, GitHub는 저장소를 인터넷으로 공유하고 검토하는 서비스입니다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E5C91-A257-4AB6-8354-225B5F80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Desktop은 Git 작업을 버튼으로 하는 프로그램입니다.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3A096-E968-45B2-BACB-EB319B2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7860f4724794f31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A509D-B028-4811-BF13-A4D91B5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007 / 124</a:t>
            </a:r>
          </a:p>
        </p:txBody>
      </p:sp>
    </p:spTree>
    <p:extLst>
      <p:ext uri="{BB962C8B-B14F-4D97-AF65-F5344CB8AC3E}">
        <p14:creationId xmlns:p14="http://schemas.microsoft.com/office/powerpoint/2010/main" val="2003118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23CD6-E390-4D4B-9C96-3349F0D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C2D2B-6E6D-44E8-B851-EACE071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파일·Git·GitHub의 역할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7258E-F793-431F-AEAB-61FA540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파일 탐색기에서 오늘 작업할 폴더를 만듭니다. 예: 문서 안의 GitPractice.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B1318-0CD7-4346-87D9-A656DA48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316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브라우저는 GitHub, Desktop은 PC의 저장소, 편집기는 README를 고치는 화면임을 구별합니다.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9D640-08FC-47FD-A4EC-183AEAE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메모장에 자기소개 한 줄을 저장합니다. 저장만으로 Git 이력이 생기지는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8BFE2-D0DC-48F4-8E1C-FC6C15D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dc3d1dd4a1c4c90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79613-4C15-4421-B987-DF5A828B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008 / 124</a:t>
            </a:r>
          </a:p>
        </p:txBody>
      </p:sp>
    </p:spTree>
    <p:extLst>
      <p:ext uri="{BB962C8B-B14F-4D97-AF65-F5344CB8AC3E}">
        <p14:creationId xmlns:p14="http://schemas.microsoft.com/office/powerpoint/2010/main" val="523998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978CE-78CC-4AB3-B522-F38B812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3232F-5D4D-4A95-B8D3-3DBA6CBE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파일·Git·GitHub의 역할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42F68-3D6D-4E7D-A830-F34F9841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PC의 작업 폴더와 웹의 공유 위치를 구별합니다.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CD6E5-6081-4EB9-AA5D-433B52CA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폴더 주소와 웹 주소를 혼동하면 파일 탐색기와 브라우저를 나란히 열어 비교합니다.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18529-A97D-4143-AAE7-ECB3A61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c424a50eb1648c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DE629-32FC-4D0B-97E5-084CD3D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009 / 124</a:t>
            </a:r>
          </a:p>
        </p:txBody>
      </p:sp>
    </p:spTree>
    <p:extLst>
      <p:ext uri="{BB962C8B-B14F-4D97-AF65-F5344CB8AC3E}">
        <p14:creationId xmlns:p14="http://schemas.microsoft.com/office/powerpoint/2010/main" val="1839713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5A30C-35E2-4C8F-9974-C1F762CB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37F58-DD6A-48A0-88B3-09E2871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파일·Git·GitHub의 역할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1CE46-AE88-4AA6-953F-E680F35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저장 버튼을 누르면 GitHub에도 바로 올라갈까요?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66250-087F-4B61-B1E1-EAEFB93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아닙니다. 파일 저장, 커밋, push는 서로 다른 행동입니다.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C4CCD-B282-4ACB-A785-9BE56194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010 / 124</a:t>
            </a:r>
          </a:p>
        </p:txBody>
      </p:sp>
    </p:spTree>
    <p:extLst>
      <p:ext uri="{BB962C8B-B14F-4D97-AF65-F5344CB8AC3E}">
        <p14:creationId xmlns:p14="http://schemas.microsoft.com/office/powerpoint/2010/main" val="1823816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50113-860C-41F8-8192-8AFF897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0D191-AB3A-47E6-9CCB-597F158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가입·메일 인증·로그인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1726A-A304-4B2C-BF99-5697EB00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사용자 이름(username)은 github.com 뒤에 붙는 계정 주소입니다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CD4A-1398-4519-89EF-0A49B1A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표시 이름과 다를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7F155-540D-441B-A377-71E75153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이메일 인증은 그 주소를 본인이 사용할 수 있다는 확인입니다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91F8E-8911-445F-BBD4-84C80E2A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계정이 이미 있으면 새로 만들지 않고 로그인합니다.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D44C6-8636-45F4-AFB0-62AB940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b2515d9df214eec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218F1-9268-4A42-B84E-707B816A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011 / 124</a:t>
            </a:r>
          </a:p>
        </p:txBody>
      </p:sp>
    </p:spTree>
    <p:extLst>
      <p:ext uri="{BB962C8B-B14F-4D97-AF65-F5344CB8AC3E}">
        <p14:creationId xmlns:p14="http://schemas.microsoft.com/office/powerpoint/2010/main" val="908043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A24A-A0E0-4347-A499-2CA9174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A9240-97C7-477D-8F83-F091CBB7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가입·메일 인증·로그인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C307A-677C-46A3-93F2-443EA10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github.com에서 Sign up 또는 Sign in을 선택합니다. 본인이 확인할 수 있는 이메일을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8A0B-7BF4-41EF-A913-5E25444F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사용 가능한 사용자 이름과 비밀번호를 정하고 가입 화면의 안내를 따릅니다. 유료 요금제·Copilot 구독은 수업에 필요하지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9E7B0-F231-43BE-89C4-63DB7E7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메일함에서 인증 메일이나 코드를 확인하고 GitHub 안내에 따라 인증을 마칩니다.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CB05D-5BD4-4D64-94A5-1E162739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8b6f3059c4a4208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F2F54-CED3-4CC1-BA69-E26C1FD4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012 / 124</a:t>
            </a:r>
          </a:p>
        </p:txBody>
      </p:sp>
    </p:spTree>
    <p:extLst>
      <p:ext uri="{BB962C8B-B14F-4D97-AF65-F5344CB8AC3E}">
        <p14:creationId xmlns:p14="http://schemas.microsoft.com/office/powerpoint/2010/main" val="1472375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EF540-7EED-4F0C-B495-8151DEB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2037-F09B-4FBB-9ECE-F979599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가입·메일 인증·로그인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E452-CE1E-4F6A-AE30-1266C88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오른쪽 위 프로필 메뉴의 Your profile을 열고 주소의 사용자 이름을 개인 메모에 적습니다.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78C46-7CD7-478A-B89B-59536CE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2단계 인증 설정이 요구되면 본인 인증 수단으로 진행하고 복구 코드는 개인적으로 보관합니다. 비밀번호·인증 코드를 실습지나 화면 공유에 적지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7092F-8072-4DB1-89C7-0D212930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c0da4f4450a4b88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88560-DFC2-4122-A286-DB78D2D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013 / 124</a:t>
            </a:r>
          </a:p>
        </p:txBody>
      </p:sp>
    </p:spTree>
    <p:extLst>
      <p:ext uri="{BB962C8B-B14F-4D97-AF65-F5344CB8AC3E}">
        <p14:creationId xmlns:p14="http://schemas.microsoft.com/office/powerpoint/2010/main" val="248029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0C3CF-9F23-4053-AA6C-69A4A55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66AED-A46C-4DFF-BE83-3B5A863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가입·메일 인증·로그인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53FAB-580C-4BEB-9F6F-8C8A36BB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계정으로 로그인하고 프로필 주소를 열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87241-B70C-4C63-883A-E884085D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인증 메일이 없으면 스팸함·이메일 오타·재발송을 확인합니다. CAPTCHA·계정 잠금은 본인이 해결합니다. 빠르게 끝났다면 자기소개 세 문장을 준비합니다.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8660A-C018-4A56-8552-8F8B1FDB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888b8a5cb0994d43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4C297-9511-4BFB-A4CB-482E659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014 / 124</a:t>
            </a:r>
          </a:p>
        </p:txBody>
      </p:sp>
    </p:spTree>
    <p:extLst>
      <p:ext uri="{BB962C8B-B14F-4D97-AF65-F5344CB8AC3E}">
        <p14:creationId xmlns:p14="http://schemas.microsoft.com/office/powerpoint/2010/main" val="1045521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6BF09-7164-41C6-ABFF-33F1B2D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785BC-72C5-41A4-824A-A3EF0D05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가입·메일 인증·로그인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9B957-34EA-4B89-ACE5-03C98F7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표시 이름을 바꾸면 프로필 저장소 이름도 바꿔야 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1F01C-8989-451C-AAED-45779A1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저장소는 표시 이름이 아니라 실제 username과 맞춥니다.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4349D-4C68-4EAF-80DE-08EBF89B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015 / 124</a:t>
            </a:r>
          </a:p>
        </p:txBody>
      </p:sp>
    </p:spTree>
    <p:extLst>
      <p:ext uri="{BB962C8B-B14F-4D97-AF65-F5344CB8AC3E}">
        <p14:creationId xmlns:p14="http://schemas.microsoft.com/office/powerpoint/2010/main" val="1206459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702A5-E3FB-4F7F-A4AD-BED8628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3EAD3-A7FF-4F35-BA71-03BC777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5A037-4213-444E-A0B8-018DFF4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README.md는 프로젝트를 처음 방문한 사람이 읽는 안내 파일입니다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44381-C7AB-4F4E-AB71-69DBA38A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.md는 Markdown 형식이라는 확장자입니다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61405-F987-431A-B9E7-4188BF0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username과 같은 이름의 공개 저장소에 내용 있는 README.md를 두면 프로필에 소개가 나타납니다.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8A733-C5BB-40B9-AFA4-C60AE973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9b875cc617c47e2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C93F7-7CA5-4921-A32B-A44A4247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016 / 124</a:t>
            </a:r>
          </a:p>
        </p:txBody>
      </p:sp>
    </p:spTree>
    <p:extLst>
      <p:ext uri="{BB962C8B-B14F-4D97-AF65-F5344CB8AC3E}">
        <p14:creationId xmlns:p14="http://schemas.microsoft.com/office/powerpoint/2010/main" val="7087038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572E-AFD3-4862-875F-AA5D789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41740-A055-41D7-84FC-0317B892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3AAC2-BFBA-41CB-98CB-7ED7242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GitHub 오른쪽 위 +에서 New repository를 선택합니다. Owner가 내 계정인지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6E8CD-8B43-4C76-8056-9FD5FA3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Repository name에 내 username을 그대로 입력합니다. 예: username이 mina-lab이면 저장소 이름도 mina-lab입니다.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3FF75-9F22-4069-A72C-515752D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Public을 선택하고 Add README를 켭니다. 이 프로필 파일은 누구나 볼 수 있으니 개인정보는 적지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DEC5E-2E77-4100-9ACD-45865010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21d5405524c4221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7D276-75AA-48B9-843C-D929B69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017 / 124</a:t>
            </a:r>
          </a:p>
        </p:txBody>
      </p:sp>
    </p:spTree>
    <p:extLst>
      <p:ext uri="{BB962C8B-B14F-4D97-AF65-F5344CB8AC3E}">
        <p14:creationId xmlns:p14="http://schemas.microsoft.com/office/powerpoint/2010/main" val="12122798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76D75-BE76-41B5-8ED2-D732A8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1A2F7-4B2B-49ED-884E-8002B336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2FBBF-0225-45E0-A744-F22736A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Create repository를 누른 뒤 README 편집에서 자기소개 한 줄을 쓰고 Commit changes로 기록합니다.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E36F0-ADE3-4603-8395-9556D26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프로필 주소를 다시 열어 소개가 나타나는지 확인합니다. 이 저장소와 나중에 만들 작품 저장소는 별개입니다.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8914-CAF3-4873-8A42-737B3B7F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e877fcfe19649e3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FAD61-394F-4A83-92BE-BF2544B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018 / 124</a:t>
            </a:r>
          </a:p>
        </p:txBody>
      </p:sp>
    </p:spTree>
    <p:extLst>
      <p:ext uri="{BB962C8B-B14F-4D97-AF65-F5344CB8AC3E}">
        <p14:creationId xmlns:p14="http://schemas.microsoft.com/office/powerpoint/2010/main" val="2092948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FB5CF-F3F8-41A2-A880-1D7A0264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32D5F-E699-47E6-8FA6-9A28F700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 · 공식 화면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15B14-0845-4A5D-BCBA-75FB7CE8D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c3dcae6af4f6f"/>
          <a:stretch xmlns:a="http://schemas.openxmlformats.org/drawingml/2006/main"/>
        </p:blipFill>
        <p:spPr>
          <a:xfrm xmlns:a="http://schemas.openxmlformats.org/drawingml/2006/main">
            <a:off x="3515168" y="1762125"/>
            <a:ext cx="5161664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24872-599B-483A-AE9F-464B593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공식 안내 화면의 메뉴 이름을 내 화면에서 찾아보세요.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9A1D3-6078-4B1A-BAAE-C8667598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4536ca1f60984514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01D8F-35D1-49EC-8D4A-CA5CEBD1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019 / 124</a:t>
            </a:r>
          </a:p>
        </p:txBody>
      </p:sp>
    </p:spTree>
    <p:extLst>
      <p:ext uri="{BB962C8B-B14F-4D97-AF65-F5344CB8AC3E}">
        <p14:creationId xmlns:p14="http://schemas.microsoft.com/office/powerpoint/2010/main" val="8081151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A47C8-98F0-4B73-B2B5-BC06230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4280D-F6D1-4697-8572-99AD8784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9330D-9153-4815-BA2B-BEF8FA7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프로필에 자기소개 한 줄이 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00555-05AC-461F-8190-FAC0A329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소개가 없으면 username과 저장소 이름·Public·루트의 README.md·내용 유무를 확인합니다. 이미 같은 저장소가 있으면 새로 만들지 않고 사용합니다.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45304-FAC8-4F32-A23D-32EFEE0E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c932928266e413e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50AC1-B817-4ACA-9E43-9E76484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020 / 124</a:t>
            </a:r>
          </a:p>
        </p:txBody>
      </p:sp>
    </p:spTree>
    <p:extLst>
      <p:ext uri="{BB962C8B-B14F-4D97-AF65-F5344CB8AC3E}">
        <p14:creationId xmlns:p14="http://schemas.microsoft.com/office/powerpoint/2010/main" val="12330316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C0131-A648-4199-9ED6-546DCE5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1교시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1C094-26F6-49E3-B354-D4B55EED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프로필 저장소 만들기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A3C60-A1A7-4CE7-B286-297687AC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private 저장소여도 프로필 소개로 보일까요?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2F93D-C265-4275-9628-3F91B79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README 표시 조건은 public 저장소입니다.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321C4-D6DA-486E-B053-06C04F6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021 / 124</a:t>
            </a:r>
          </a:p>
        </p:txBody>
      </p:sp>
    </p:spTree>
    <p:extLst>
      <p:ext uri="{BB962C8B-B14F-4D97-AF65-F5344CB8AC3E}">
        <p14:creationId xmlns:p14="http://schemas.microsoft.com/office/powerpoint/2010/main" val="1962833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0B29-F02D-4799-816F-0B86DDD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A8A2-56A8-4D48-B8D5-CA3422F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Git·Desktop 설치와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32363-DF71-4CC1-ABE4-339564DD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11:00–11:50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1F889-DCB1-4CED-B2C1-3475717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022 / 124</a:t>
            </a:r>
          </a:p>
        </p:txBody>
      </p:sp>
    </p:spTree>
    <p:extLst>
      <p:ext uri="{BB962C8B-B14F-4D97-AF65-F5344CB8AC3E}">
        <p14:creationId xmlns:p14="http://schemas.microsoft.com/office/powerpoint/2010/main" val="18750823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E456C-49DE-4C64-91D8-3020F79E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A97F3-CC21-47BE-8682-95EE04BE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AFC53-9D8B-4D82-91A4-06FF381C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설치는 PC에 프로그램을 사용할 수 있게 준비하는 과정입니다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D45E-26A7-4982-8D9E-6E45D2A3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터미널은 글자로 명령을 입력하는 창입니다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70665-D76E-4F03-8BBF-C956917A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오늘은 Windows 기준으로 설명합니다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DE68B-4FC2-4CE2-B6E7-E6305FF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macOS는 Git 공식 설치 페이지에서 해당 운영체제를 선택합니다.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40FE1-0C03-4E60-87C5-402C511A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7fc62f48413483a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BCBCE-29E4-45FF-8967-5578862A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023 / 124</a:t>
            </a:r>
          </a:p>
        </p:txBody>
      </p:sp>
    </p:spTree>
    <p:extLst>
      <p:ext uri="{BB962C8B-B14F-4D97-AF65-F5344CB8AC3E}">
        <p14:creationId xmlns:p14="http://schemas.microsoft.com/office/powerpoint/2010/main" val="14897048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06FEA-80AC-4A91-B34C-C43FBBC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1DE6-E5CB-411F-BA54-5AC11952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0BC5-8ACF-4E4A-9560-C167FF0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Git 공식 Windows 설치 페이지에서 PC에 맞는 설치 파일을 받습니다. 학교 PC에서 권한이 막히면 강사에게 알립니다.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93888-004A-4AB5-B6C0-AD324F3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설치 화면에서 특별한 기관 설정이 없다면 기본값으로 진행합니다. 편집기 선택에서는 설치된 VS Code 또는 익숙한 편집기를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CFDDE-BDBE-4E28-AF86-58FE92F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설치가 끝나면 열려 있던 터미널을 닫고 PowerShell을 새로 엽니다.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E09DD-932A-4C2B-A9C8-1EBAB825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b6d0c1f8d0a3455e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640D9-CA51-4EF0-B684-0F5F05D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024 / 124</a:t>
            </a:r>
          </a:p>
        </p:txBody>
      </p:sp>
    </p:spTree>
    <p:extLst>
      <p:ext uri="{BB962C8B-B14F-4D97-AF65-F5344CB8AC3E}">
        <p14:creationId xmlns:p14="http://schemas.microsoft.com/office/powerpoint/2010/main" val="15853270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1BAB7-A4A3-4FF4-94AB-04E39F8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2F502-86DF-4200-9652-4A50842F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0A995-7B3D-4C94-943F-CA2C9FCD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git --version을 입력하고 Enter를 누릅니다. 아래 예의 버전 숫자는 PC마다 다를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C503C-1655-4A59-BB6F-0DA3E062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버전 문장이 표시되면 설치 확인을 마칩니다. GitHub 로그인과 Git 설치는 별개입니다.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B0770-8244-4FCB-BD1D-299FCAC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1564fe283bdb449f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0C893-3897-4430-8FB5-EABF469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025 / 124</a:t>
            </a:r>
          </a:p>
        </p:txBody>
      </p:sp>
    </p:spTree>
    <p:extLst>
      <p:ext uri="{BB962C8B-B14F-4D97-AF65-F5344CB8AC3E}">
        <p14:creationId xmlns:p14="http://schemas.microsoft.com/office/powerpoint/2010/main" val="14915283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E332-E62F-424C-8AF4-AAD80D2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4D909-ADF9-4A0E-ABF9-9B8CF3B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6927E-98DB-406C-B776-77F5357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--version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91485-D953-4F9A-B3ED-D042C118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6084d9103cf4fbe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85AE2-AE56-479C-850C-07B5CD6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026 / 124</a:t>
            </a:r>
          </a:p>
        </p:txBody>
      </p:sp>
    </p:spTree>
    <p:extLst>
      <p:ext uri="{BB962C8B-B14F-4D97-AF65-F5344CB8AC3E}">
        <p14:creationId xmlns:p14="http://schemas.microsoft.com/office/powerpoint/2010/main" val="7038966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61792-ED92-4DA0-BD7F-2E3A15B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CFCD-7E96-441B-9FFA-075CF75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809D9-B043-4377-AF18-D8E878F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version으로 시작하는 문장이 나옵니다.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B531C-1477-44B2-A263-BAA2351D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git을 찾을 수 없으면 터미널 재시작 후 설치 완료와 PATH 설정을 확인합니다. 임의의 보안 설정을 끄지 않습니다. Desktop 작업은 별도로 계속할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64E08-76DD-4047-832D-DCE616A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b66f3ef51dba4d88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AE60A-B82C-466A-8171-2308ECC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027 / 124</a:t>
            </a:r>
          </a:p>
        </p:txBody>
      </p:sp>
    </p:spTree>
    <p:extLst>
      <p:ext uri="{BB962C8B-B14F-4D97-AF65-F5344CB8AC3E}">
        <p14:creationId xmlns:p14="http://schemas.microsoft.com/office/powerpoint/2010/main" val="9514553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7C033-2686-4A8C-BFD1-B7D6E0F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CA1A-F592-4EC7-82E7-BED3BA7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설치와 터미널 확인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5E199-A12F-4C62-95E2-9F80DEFF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 --version이 성공하면 GitHub 로그인도 된 건가요?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96DBC-B407-4079-885D-207EE76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아닙니다. PC의 Git 설치만 확인한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BE062-D81C-466D-AD23-08A5542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028 / 124</a:t>
            </a:r>
          </a:p>
        </p:txBody>
      </p:sp>
    </p:spTree>
    <p:extLst>
      <p:ext uri="{BB962C8B-B14F-4D97-AF65-F5344CB8AC3E}">
        <p14:creationId xmlns:p14="http://schemas.microsoft.com/office/powerpoint/2010/main" val="15317723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9C27A-B1EE-4B13-9D81-45422E00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E8EE1-17EF-4244-9854-F68883D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D92E-C23F-4261-AE2F-78873B1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Desktop은 변경된 줄과 이력을 눈으로 확인하는 프로그램입니다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55EDD-79F9-404E-8DF3-7FA2DF0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Desktop에 연결할 계정과 브라우저에서 로그인한 계정이 같아야 내 저장소를 쉽게 찾을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14CF1-4153-4F18-A1AB-CA3530BB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명령용 비밀번호를 새로 만드는 활동은 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038C4-1625-4431-AB25-982B7E4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9008f100fd64d34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DB3BC-F64E-4436-8B97-BC0F36D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029 / 124</a:t>
            </a:r>
          </a:p>
        </p:txBody>
      </p:sp>
    </p:spTree>
    <p:extLst>
      <p:ext uri="{BB962C8B-B14F-4D97-AF65-F5344CB8AC3E}">
        <p14:creationId xmlns:p14="http://schemas.microsoft.com/office/powerpoint/2010/main" val="13804506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25D07-6E33-4A33-B5F1-DFDD1751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409D4-823D-47E6-9881-66DB7558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E8FAE-AA16-4F8E-A322-CA90976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desktop.github.com에서 운영체제에 맞는 설치 파일을 받아 실행합니다.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802E2-D551-4A3A-A26A-6ACC42D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316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Desktop의 Sign in to GitHub.com을 누릅니다. 브라우저가 열리면 오른쪽 위 계정이 내 계정인지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FE7B1-E8D9-41A4-B266-3CC139D6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브라우저에 표시된 GitHub Desktop 인증 내용을 확인하고 연결을 진행합니다. 브라우저가 앱을 열겠다고 물으면 GitHub Desktop으로 돌아갑니다.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FAD73-7904-4A6D-986C-43B0ECA3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88f4c2e7d074bac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18D58-A08A-4BE7-86B9-92A66B8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030 / 124</a:t>
            </a:r>
          </a:p>
        </p:txBody>
      </p:sp>
    </p:spTree>
    <p:extLst>
      <p:ext uri="{BB962C8B-B14F-4D97-AF65-F5344CB8AC3E}">
        <p14:creationId xmlns:p14="http://schemas.microsoft.com/office/powerpoint/2010/main" val="5642578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FD91F-2E41-4FDD-BFAC-07D5920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B45A6-10AA-4127-86B2-BE02B4A2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8334C-2BE7-4D53-9B2F-C045467E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Git 설정의 이름과 이메일을 확인합니다. 이메일 공개를 원치 않으면 GitHub Settings → Emails에서 제공한 noreply 주소를 직접 확인해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6343C-6668-4504-A348-1DA40D3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Desktop File → Options → Accounts에서 연결된 계정을 확인합니다. 먼저 끝나면 File → Options의 편집기 설정도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5D1FC-52CF-48B0-9C41-C08929BB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522369c33154106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26732-F16B-4FE6-852F-0B8CFABC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031 / 124</a:t>
            </a:r>
          </a:p>
        </p:txBody>
      </p:sp>
    </p:spTree>
    <p:extLst>
      <p:ext uri="{BB962C8B-B14F-4D97-AF65-F5344CB8AC3E}">
        <p14:creationId xmlns:p14="http://schemas.microsoft.com/office/powerpoint/2010/main" val="15300639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8D3F9-18CC-4A67-9926-A35C6007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F3EAC-5A80-49A6-B2CC-5A538C0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 · 공식 화면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4D81F-EF20-4063-8256-194851EFD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225b939a64722"/>
          <a:stretch xmlns:a="http://schemas.openxmlformats.org/drawingml/2006/main"/>
        </p:blipFill>
        <p:spPr>
          <a:xfrm xmlns:a="http://schemas.openxmlformats.org/drawingml/2006/main">
            <a:off x="3749921" y="1762125"/>
            <a:ext cx="4692159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57249-D3BB-4DA0-B569-7B376F85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공식 안내 화면의 메뉴 이름을 내 화면에서 찾아보세요.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2D66C-D092-4A8E-B720-9D009431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b863fd83f0040ec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92EE3-2C0D-4739-8EAA-A3CB7405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032 / 124</a:t>
            </a:r>
          </a:p>
        </p:txBody>
      </p:sp>
    </p:spTree>
    <p:extLst>
      <p:ext uri="{BB962C8B-B14F-4D97-AF65-F5344CB8AC3E}">
        <p14:creationId xmlns:p14="http://schemas.microsoft.com/office/powerpoint/2010/main" val="8549548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81420-FAB2-47C3-8714-0F41095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A7D7C-921C-4B82-BE79-8CFF66E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77EA2-C1FB-40A1-A0E2-345095F2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Desktop에 내 계정이 표시됩니다.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B04BB-77A1-4439-8A00-3D379E7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다른 계정이 연결됐으면 Desktop과 브라우저 계정을 각각 확인합니다. 인증 실패 시 브라우저 로그인과 기관 네트워크를 확인하고 반복 클릭으로 새 계정을 만들지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7C01-2E38-4492-AC8D-1BE57FD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b01b4c728cf64f95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DD997-6CF8-4B99-929E-888138E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033 / 124</a:t>
            </a:r>
          </a:p>
        </p:txBody>
      </p:sp>
    </p:spTree>
    <p:extLst>
      <p:ext uri="{BB962C8B-B14F-4D97-AF65-F5344CB8AC3E}">
        <p14:creationId xmlns:p14="http://schemas.microsoft.com/office/powerpoint/2010/main" val="5996473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E938E-C8FB-4F80-8B61-1BE19FF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7E3E8-2535-4ABE-BDA3-8AD99639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GitHub Desktop 설치·브라우저 로그인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72AD1-144A-4E9F-8875-C4696C4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PC 사용자 이름과 GitHub username은 같아야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0FB2F-E407-4728-8434-1A64F6F6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같을 필요 없습니다. Desktop에 연결한 GitHub 계정을 확인하면 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2B0A3-C83C-434F-93F8-CFE8985C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034 / 124</a:t>
            </a:r>
          </a:p>
        </p:txBody>
      </p:sp>
    </p:spTree>
    <p:extLst>
      <p:ext uri="{BB962C8B-B14F-4D97-AF65-F5344CB8AC3E}">
        <p14:creationId xmlns:p14="http://schemas.microsoft.com/office/powerpoint/2010/main" val="7316604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6E73C-15E3-433B-8575-CB9B905A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1E3E4-A0F2-4499-B2E6-D0BACD5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저장소를 PC로 clone하기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BA7BE-927E-402E-A5C1-0C1F064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clone은 파일뿐 아니라 저장소의 이력도 내 PC로 가져오는 작업입니다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4FB7D-270C-409D-B675-AC1391BC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ZIP 다운로드와 다릅니다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EF151-4281-407F-AAAB-5DE7A019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지금부터 README를 수정할 위치는 clone한 폴더입니다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4980-03FB-4069-8AA5-5E07958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다른 폴더의 복사본을 고치면 Desktop에서 변경이 보이지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68E7B-5F2F-42B6-BF80-5519AD0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5b102c5f0ef478b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A8376-B6F5-4EC2-B425-79D3B34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035 / 124</a:t>
            </a:r>
          </a:p>
        </p:txBody>
      </p:sp>
    </p:spTree>
    <p:extLst>
      <p:ext uri="{BB962C8B-B14F-4D97-AF65-F5344CB8AC3E}">
        <p14:creationId xmlns:p14="http://schemas.microsoft.com/office/powerpoint/2010/main" val="74530976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46F69-77EB-4485-BA4E-BBA6A54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B915C-8941-4D87-95BB-8EB8625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저장소를 PC로 clone하기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8B748-D495-490B-8FBC-D2D5AE4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브라우저에서 내 프로필 저장소를 엽니다. 초록색 Code → Open with GitHub Desktop을 선택합니다.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9C21-71C2-48A9-82C6-B6CFC0DE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Desktop의 Local path에서 문서/GitPractice 같은 연습 위치를 고릅니다. 경로를 개인 메모에 적고 Clone을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D16DC-CC35-4610-8D2D-724710E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Current repository가 내 username 저장소인지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85151-833D-41B5-8D2A-50EC83A0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1e605b366e684647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C0674-1F0E-48CD-A553-616291D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036 / 124</a:t>
            </a:r>
          </a:p>
        </p:txBody>
      </p:sp>
    </p:spTree>
    <p:extLst>
      <p:ext uri="{BB962C8B-B14F-4D97-AF65-F5344CB8AC3E}">
        <p14:creationId xmlns:p14="http://schemas.microsoft.com/office/powerpoint/2010/main" val="20548485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434B0-8BAB-4EC5-A010-CFC9E0DD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44F2F-FE4C-4AC4-BEFB-00C071D3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저장소를 PC로 clone하기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B9F73-EDDB-452E-BF5A-7F41C82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Repository → Show in Explorer로 폴더를 열고 README.md를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BEEBD-1CA8-4F60-982C-E61A598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316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README.md를 편집기로 열어 봅니다. Desktop의 History에는 웹에서 만든 첫 기록이 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9319F-67FA-4EE9-8494-2F9687A9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b74ff6b60b74954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F156F-4296-4D0D-A980-407B060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037 / 124</a:t>
            </a:r>
          </a:p>
        </p:txBody>
      </p:sp>
    </p:spTree>
    <p:extLst>
      <p:ext uri="{BB962C8B-B14F-4D97-AF65-F5344CB8AC3E}">
        <p14:creationId xmlns:p14="http://schemas.microsoft.com/office/powerpoint/2010/main" val="19934761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AB629-A914-4AF2-99AC-C434FC9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9ACC3-0F6C-49BB-9E6B-1B3C1FD4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Code 메뉴에서 PC로 가져오기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C2AE-8C8D-4F75-96FB-0CBA7578B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80107f4044c30"/>
          <a:stretch xmlns:a="http://schemas.openxmlformats.org/drawingml/2006/main"/>
        </p:blipFill>
        <p:spPr>
          <a:xfrm xmlns:a="http://schemas.openxmlformats.org/drawingml/2006/main">
            <a:off x="2496158" y="1762125"/>
            <a:ext cx="7199684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4208-7CB8-4C3A-9DCB-05D6C21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Code → Local → HTTPS를 확인합니다. Open with GitHub Desktop을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8CECA-1C06-4C5D-BAE2-3EDB2A6F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0cf3f6ba70804c2c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F9F1E-6BCB-4906-8861-E20C91C4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038 / 124</a:t>
            </a:r>
          </a:p>
        </p:txBody>
      </p:sp>
    </p:spTree>
    <p:extLst>
      <p:ext uri="{BB962C8B-B14F-4D97-AF65-F5344CB8AC3E}">
        <p14:creationId xmlns:p14="http://schemas.microsoft.com/office/powerpoint/2010/main" val="20546879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35050-3236-4441-AD7F-E5DA168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ABD61-A463-4068-8C26-7BD1E20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저장소를 PC로 clone하기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9337F-CC9F-455C-B056-F6E8CBF2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PC에 README.md와 Git 이력이 있고 Desktop에서 저장소를 선택할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C8E93-460D-4D53-A832-E190518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Repository not found는 주소·계정·접근 권한을 확인합니다. 변경이 안 보이면 Show in Explorer로 연 폴더에서 편집했는지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9DF78-A8EB-4E77-86CA-9AA1168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5351743396c45eb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0F777-8FCD-47C0-9BF7-00F568FB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039 / 124</a:t>
            </a:r>
          </a:p>
        </p:txBody>
      </p:sp>
    </p:spTree>
    <p:extLst>
      <p:ext uri="{BB962C8B-B14F-4D97-AF65-F5344CB8AC3E}">
        <p14:creationId xmlns:p14="http://schemas.microsoft.com/office/powerpoint/2010/main" val="10032571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5CA1-C17B-47C8-A256-0E5BFFBB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2교시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F331D-AF4B-47BF-B15E-3437E3A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저장소를 PC로 clone하기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020EC-9305-48DE-A5D0-57D6F90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ZIP을 받아 풀면 같은 Git 작업 폴더가 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FE557-BE0E-4ED0-A6A7-C24F264D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일반 ZIP 다운로드에는 Git 이력이 포함되지 않으므로 같은 작업 방식이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F68D6-8E2A-418F-BDD7-86F1B341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040 / 124</a:t>
            </a:r>
          </a:p>
        </p:txBody>
      </p:sp>
    </p:spTree>
    <p:extLst>
      <p:ext uri="{BB962C8B-B14F-4D97-AF65-F5344CB8AC3E}">
        <p14:creationId xmlns:p14="http://schemas.microsoft.com/office/powerpoint/2010/main" val="262250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F7D4-D7A9-4F13-A381-06A8A234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5ACCC-DB3A-4F46-A81D-5157FA4A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README·프로필·이미지와 GIF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33884-5724-4220-9CE3-4B05403A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13:00–13:50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C21F1-6C2B-4BB8-9D3C-EF376FB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041 / 124</a:t>
            </a:r>
          </a:p>
        </p:txBody>
      </p:sp>
    </p:spTree>
    <p:extLst>
      <p:ext uri="{BB962C8B-B14F-4D97-AF65-F5344CB8AC3E}">
        <p14:creationId xmlns:p14="http://schemas.microsoft.com/office/powerpoint/2010/main" val="19779408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54A17-8241-4823-A03E-1E45758F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D567-3565-4C6C-9234-5C1ABDD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EBAB9-7F0C-4CD9-A756-5CCEAE2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Markdown은 제목·목록·링크처럼 글의 구조를 표시하는 간단한 문법입니다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68958-E752-497C-AA5B-6E3D3CB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# 뒤에는 공백을 넣고 제목을 씁니다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A1763-2261-4427-B712-DE0BD7F8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대괄호는 화면에 보일 글, 소괄호는 이동할 주소입니다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D2E48-3803-4758-9114-E91471C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README는 프로그램 코드가 아니라 설명 문서입니다.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F3FFB-9028-474E-AD33-F5DDE90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13f2940ea0524bf8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7D99F-FEE1-4E1D-9AAC-85ECC6D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042 / 124</a:t>
            </a:r>
          </a:p>
        </p:txBody>
      </p:sp>
    </p:spTree>
    <p:extLst>
      <p:ext uri="{BB962C8B-B14F-4D97-AF65-F5344CB8AC3E}">
        <p14:creationId xmlns:p14="http://schemas.microsoft.com/office/powerpoint/2010/main" val="3215328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8F396-8178-4220-A4EC-888FA8AD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A5095-98FE-43BB-84ED-2900848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05904-2236-4574-A694-7136633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PC의 README.md를 열고 예제를 붙여넣습니다. 내 관심 분야와 배우는 내용으로 문장을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2AE0D-BD58-405E-816D-EEFE67A3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제목의 #, 목록의 -, 굵은 글씨의 **를 한 종류씩 적용합니다.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30F87-5F27-421F-B137-879FCDB7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링크 예시의 문구와 주소를 구별합니다. 예시 계정 주소는 그대로 제출하지 않고 본인 주소로 바꿉니다.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B83FF-6484-4D12-81FC-40626BBB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6c7f97b02f442a9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09703-E67A-43FE-A81A-1E671BD4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043 / 124</a:t>
            </a:r>
          </a:p>
        </p:txBody>
      </p:sp>
    </p:spTree>
    <p:extLst>
      <p:ext uri="{BB962C8B-B14F-4D97-AF65-F5344CB8AC3E}">
        <p14:creationId xmlns:p14="http://schemas.microsoft.com/office/powerpoint/2010/main" val="14930638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DA243-9144-4F09-ADDB-51212D5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A833C-21F6-43B6-9C52-AD7AED5D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F316D-A3ED-40AB-848A-6E5046E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Ctrl+S로 저장합니다. Markdown 미리보기가 있는 편집기라면 미리보기를 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D87B5-48EA-4DF1-AA7B-3469F3C4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316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Desktop Changes에서 내가 바꾼 문장을 찾습니다. 이 단계는 아직 PC 변경이며 웹 반영은 뒤에서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946FA-5AF7-4EF6-93D4-B368F4A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3457fb8617044cf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2B3BF-6E2F-45AC-ACDF-DEBE30F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044 / 124</a:t>
            </a:r>
          </a:p>
        </p:txBody>
      </p:sp>
    </p:spTree>
    <p:extLst>
      <p:ext uri="{BB962C8B-B14F-4D97-AF65-F5344CB8AC3E}">
        <p14:creationId xmlns:p14="http://schemas.microsoft.com/office/powerpoint/2010/main" val="187391546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DA980-1FF1-4A50-8786-0C3CFD9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10C67-A49C-4BEF-B844-0EEE1976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E141B-D246-4EC4-8E41-184E71D3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# 안녕하세요!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Python을 배우며 생활 속 불편을 해결하고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## 배우는 중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- **Python**: 작은 프로그램 만들기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- **Git**: 변경 기록하기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[GitHub 공식 안내](https://docs.github.com/)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89BD2-E73E-4EBA-9B5F-F215B5F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e613bfd949124060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ECDE4-196B-4713-8DA8-97E9E7A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045 / 124</a:t>
            </a:r>
          </a:p>
        </p:txBody>
      </p:sp>
    </p:spTree>
    <p:extLst>
      <p:ext uri="{BB962C8B-B14F-4D97-AF65-F5344CB8AC3E}">
        <p14:creationId xmlns:p14="http://schemas.microsoft.com/office/powerpoint/2010/main" val="63052010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42D78-76D9-4C04-B8F5-D3D57418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F0C7C-B8EF-452B-9B90-48AA5523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Edit에서 Markdown을 입력하기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28F76-2CB0-422E-BE11-2D2B1EAAD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558ef501241e0"/>
          <a:stretch xmlns:a="http://schemas.openxmlformats.org/drawingml/2006/main"/>
        </p:blipFill>
        <p:spPr>
          <a:xfrm xmlns:a="http://schemas.openxmlformats.org/drawingml/2006/main">
            <a:off x="1751697" y="1762125"/>
            <a:ext cx="8688606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5FF7C-E48C-4860-8E6A-5617963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README.md의 Edit에서 내용을 씁니다. Preview로 표시 결과를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31B50-87DF-4844-BE7D-7A50407B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0fa4b229ba184f75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11524-3356-4332-A498-9832A3EC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046 / 124</a:t>
            </a:r>
          </a:p>
        </p:txBody>
      </p:sp>
    </p:spTree>
    <p:extLst>
      <p:ext uri="{BB962C8B-B14F-4D97-AF65-F5344CB8AC3E}">
        <p14:creationId xmlns:p14="http://schemas.microsoft.com/office/powerpoint/2010/main" val="165410516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B11B3-A685-4C35-AB7C-8E664F51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FB73E-EB7F-4FE8-9851-47186BD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웹 편집 · 커밋 전 확인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CDF29-65D8-42E0-90A6-B007DD146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7468013ae4bcb"/>
          <a:stretch xmlns:a="http://schemas.openxmlformats.org/drawingml/2006/main"/>
        </p:blipFill>
        <p:spPr>
          <a:xfrm xmlns:a="http://schemas.openxmlformats.org/drawingml/2006/main">
            <a:off x="6584490" y="1676400"/>
            <a:ext cx="430939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616E3-E70E-4F1A-A124-43B0DC1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무엇을 바꿨는지 Commit message에 적습니다.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9CCA0-DCDA-418E-BF9E-CB96AC9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내 소개 문서는 main에 직접 기록할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EA2FB-A202-4A0D-8729-6992346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협업 수정은 새 브랜치와 PR을 선택합니다.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ECD45-3A18-440E-BAC7-AEFB1465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웹 커밋은 곧바로 반영됩니다. Desktop 커밋 뒤에는 push합니다.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A5F0D-986E-497D-8084-A9F880A6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5305352572848bb"/>
              </a:rPr>
              <a:t>GitHub 예시 화면 열기 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DEBA-0BDB-4E90-B05A-EA48FB2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047 / 124</a:t>
            </a:r>
          </a:p>
        </p:txBody>
      </p:sp>
    </p:spTree>
    <p:extLst>
      <p:ext uri="{BB962C8B-B14F-4D97-AF65-F5344CB8AC3E}">
        <p14:creationId xmlns:p14="http://schemas.microsoft.com/office/powerpoint/2010/main" val="14600284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6AF57-70EA-43CF-8483-D0DF1D69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CBB7-2AD3-41F2-B890-DBF110EA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6C3AD-89E2-44CA-84DF-51FD7FF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제목·목록·링크가 있는 자기소개 초안이 저장됩니다.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8618D-C503-469A-B263-D30869ED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전체가 코드처럼 보이면 불필요한 ``` 줄을 지웁니다. README.md.txt라면 탐색기의 파일 확장명 표시를 켜고 이름을 바로잡습니다.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40CD2-DB52-4DB3-AB76-F0B22B4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e87cbb2f70e4fdc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65D3F-4605-471B-96EE-B4048705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048 / 124</a:t>
            </a:r>
          </a:p>
        </p:txBody>
      </p:sp>
    </p:spTree>
    <p:extLst>
      <p:ext uri="{BB962C8B-B14F-4D97-AF65-F5344CB8AC3E}">
        <p14:creationId xmlns:p14="http://schemas.microsoft.com/office/powerpoint/2010/main" val="14646856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BED55-9D8F-4870-A841-59D6C797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42F9A-8F07-45B5-BB85-8D24C356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Markdown으로 자기소개 쓰기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65D1E-96FE-4EE4-A6DA-14C5B3E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Markdown에서 #과 Python에서 #은 같은 뜻인가요?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995D-3649-4528-B14E-A0DC2EC8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 형식이 다르면 역할도 다릅니다. Markdown에서는 제목, Python에서는 주석입니다.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8816E-56CE-42E4-A2BD-582F337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049 / 124</a:t>
            </a:r>
          </a:p>
        </p:txBody>
      </p:sp>
    </p:spTree>
    <p:extLst>
      <p:ext uri="{BB962C8B-B14F-4D97-AF65-F5344CB8AC3E}">
        <p14:creationId xmlns:p14="http://schemas.microsoft.com/office/powerpoint/2010/main" val="3096398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9D113-7594-4538-89A0-D38DB5D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CE2D1-9753-46F1-886B-C2D6247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소개와 꾸미기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D806-A2AE-40A4-B5E5-7A96F3F9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프로필은 다른 사람이 나와 작품을 이해하는 첫 화면입니다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769C1-84F2-4B0E-8D13-D29E8660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소개는 실제로 배우거나 만든 내용으로 씁니다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5D1C8-2631-4339-9F51-8C8F59E7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꾸밈은 제목·간격·이미지·배지 순서로 조금씩 추가하면 깨진 부분을 찾기 쉽습니다.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858AC-903F-494C-9988-7C255D0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0ae4c84b9d3d4fd7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1D4B-9F0E-4CAD-8D7D-543AB463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050 / 124</a:t>
            </a:r>
          </a:p>
        </p:txBody>
      </p:sp>
    </p:spTree>
    <p:extLst>
      <p:ext uri="{BB962C8B-B14F-4D97-AF65-F5344CB8AC3E}">
        <p14:creationId xmlns:p14="http://schemas.microsoft.com/office/powerpoint/2010/main" val="21396770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043F0-D6EF-4F4E-BED1-BAC25E4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CBCA4-2482-4960-9B1F-73BBF1E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소개와 꾸미기 순서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C4058-BF37-42F7-90E7-2DB0934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자기소개를 한 문장으로 씁니다. 예: Python으로 작은 생활 도구를 만드는 연습을 하고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6C3F8-4F92-43E7-8A04-1077E303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관심 분야·배우는 기술·만드는 프로젝트를 소제목으로 나눕니다. 연락처는 필수가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DCB05-21C6-4BB9-A0BC-A081626B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실습 ZIP의 profile/README-basic.md 또는 README-decorated.md를 출발점으로 사용합니다. 기존 README는 덮어쓰기 전에 따로 복사해 둡니다.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490C0-164B-487E-89A1-15D92708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cd89490fc0747ac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03CF5-5E92-48BA-9B29-13A79E7D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051 / 124</a:t>
            </a:r>
          </a:p>
        </p:txBody>
      </p:sp>
    </p:spTree>
    <p:extLst>
      <p:ext uri="{BB962C8B-B14F-4D97-AF65-F5344CB8AC3E}">
        <p14:creationId xmlns:p14="http://schemas.microsoft.com/office/powerpoint/2010/main" val="116369339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66089-A180-42E3-B24F-A572D2DB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E3346-2BF6-4E37-A25D-1E684A0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소개와 꾸미기 순서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7A349-1D14-48AB-A87B-F9C007AE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내가 쓰지 않는 항목은 지웁니다. GitHub username, 작품 이름, 링크는 본인 내용으로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0228-940F-4872-A3CA-78090B16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자기소개만 먼저 완성하고 이미지와 배지는 다음 활동에서 추가합니다.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E192E-67F3-4D31-BE89-758E5236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753e744b8ea45a7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D968A-35A5-4CD3-8ED1-D28EAD29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052 / 124</a:t>
            </a:r>
          </a:p>
        </p:txBody>
      </p:sp>
    </p:spTree>
    <p:extLst>
      <p:ext uri="{BB962C8B-B14F-4D97-AF65-F5344CB8AC3E}">
        <p14:creationId xmlns:p14="http://schemas.microsoft.com/office/powerpoint/2010/main" val="1642354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8DCBA-AA6E-43D9-82E7-1A2FF33C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0E5E7-C4A1-4390-B7CF-79844DFC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소개와 꾸미기 순서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76980-8BBE-416D-BD60-DE8FACC5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자기소개·관심 분야·학습 내용·작품 소개가 정리됩니다.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F2B44-1133-4FB1-98BA-4E4C5FA4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한꺼번에 긴 템플릿을 넣어 깨지면 마지막 정상 문서로 돌아가 한 단락씩 추가합니다. 모르는 기술을 숙련한 것처럼 적지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7E8E7-BB0F-4FB2-A973-E397059D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9657c849c64407d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D720B-FBD6-482B-A585-B1AF13EE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053 / 124</a:t>
            </a:r>
          </a:p>
        </p:txBody>
      </p:sp>
    </p:spTree>
    <p:extLst>
      <p:ext uri="{BB962C8B-B14F-4D97-AF65-F5344CB8AC3E}">
        <p14:creationId xmlns:p14="http://schemas.microsoft.com/office/powerpoint/2010/main" val="167875795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AA5CC-822D-494C-A78D-6BEAF4A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8356B-59CC-41F7-B79E-EC1CA25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소개와 꾸미기 순서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772F2-19ED-447A-8785-7B545997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배지를 많이 붙이면 실력이 증명되나요?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FD2B6-4DE7-4752-9B64-D166B27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배지는 표시용 이미지입니다. 실제 작품과 설명이 학습 내용을 보여 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4A500-0C2F-40BA-AF6A-CDED06D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054 / 124</a:t>
            </a:r>
          </a:p>
        </p:txBody>
      </p:sp>
    </p:spTree>
    <p:extLst>
      <p:ext uri="{BB962C8B-B14F-4D97-AF65-F5344CB8AC3E}">
        <p14:creationId xmlns:p14="http://schemas.microsoft.com/office/powerpoint/2010/main" val="32912023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E6A47-CCF2-4C96-B4CE-9C8F992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EBB3-E969-4CE3-A956-AFD74EC5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70A99-D6E5-400F-9F2D-7EB9498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GIF는 여러 그림을 순서대로 보여 주는 이미지 파일입니다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24851-FB3E-4DD0-B17C-507D03DF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README에도 넣을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85496-7865-4E8C-9816-108F5ACE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파일 이름만 .gif로 바꾼다고 영상이 GIF가 되지는 않습니다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4CF78-024F-436B-8F44-2F10212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먼저 짧고 작은 예제 GIF를 넣고, 나중에 본인 프로그램 시연으로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6F00C-10BB-47F6-9C00-AB1EAEC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c6e8f647ab04da9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955F-D35D-4F63-820B-EEDB2B68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055 / 124</a:t>
            </a:r>
          </a:p>
        </p:txBody>
      </p:sp>
    </p:spTree>
    <p:extLst>
      <p:ext uri="{BB962C8B-B14F-4D97-AF65-F5344CB8AC3E}">
        <p14:creationId xmlns:p14="http://schemas.microsoft.com/office/powerpoint/2010/main" val="139855085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8683A-02C6-4A5D-9DFF-D7BCBFC1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50B1E-BE04-454B-938C-7794FCA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252C7-8F6F-471A-AF37-364FE07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실습 ZIP의 assets/demo.gif를 README가 있는 저장소의 assets 폴더로 복사합니다. assets 폴더가 없으면 직접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9AC79-9F1B-45BA-9D83-2175B041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README에 아래 이미지 문법을 넣습니다. assets/demo.gif는 README 기준 상대 경로입니다.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60F53-BAA9-42B7-A32A-77DA4B9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폭 조절 예제는 HTML img 태그입니다. src는 파일 위치, alt는 그림 설명, width는 표시 너비입니다. 먼저 Markdown 한 줄을 성공시킨 뒤 시도합니다.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B11FF-77B1-4BE6-9E9F-309B3AD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e88ad614b4c481f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5A7B7-F83B-4AF6-9DEB-E7F2550B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056 / 124</a:t>
            </a:r>
          </a:p>
        </p:txBody>
      </p:sp>
    </p:spTree>
    <p:extLst>
      <p:ext uri="{BB962C8B-B14F-4D97-AF65-F5344CB8AC3E}">
        <p14:creationId xmlns:p14="http://schemas.microsoft.com/office/powerpoint/2010/main" val="43432158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E00C5-B579-470D-85CD-B4367AB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FBCC4-5E14-4DEF-BA02-C329412B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65147-2DBE-4A5D-9D36-B98157C3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Desktop에서 README와 GIF가 모두 변경 목록에 있는지 봅니다. GIF 파일도 커밋해야 다른 PC에서 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67D14-3603-42B6-9010-D0A492E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push 후 GitHub README에서 움직임을 확인합니다. 움직임이 꺼진 환경에서는 정지 이미지로 보일 수 있으므로 설명 문장도 함께 둡니다.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F04BE-CC2B-4EE3-ACFE-58DF3B93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6. 직접 만든 GIF나 사용 허락이 있는 자료만 올립니다. 수업 권장 크기는 3~5초·2MB 이하입니다. 이는 수업 권장값이며 GitHub 서비스 상한과는 다릅니다.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6943F-3B71-470F-B059-25B2D0A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4ae672d6062452f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577BE-4634-4BCA-BE66-68124DCF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057 / 124</a:t>
            </a:r>
          </a:p>
        </p:txBody>
      </p:sp>
    </p:spTree>
    <p:extLst>
      <p:ext uri="{BB962C8B-B14F-4D97-AF65-F5344CB8AC3E}">
        <p14:creationId xmlns:p14="http://schemas.microsoft.com/office/powerpoint/2010/main" val="191275428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C2603-FF5D-429F-AF13-C5D550B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3C429-DEAC-46C9-B546-07398792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FB03-07F1-41A8-BCBC-563793D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![프로그램 화면 예시](assets/demo.gif)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&lt;!-- 폭을 조절하려면 위 한 줄 대신 아래를 사용 --&gt;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&lt;img src="assets/demo.gif" alt="프로그램 화면 예시" width="480"&gt;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A6F6-7F77-4BC9-B0E7-B3F58F2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34108b5a05544a1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11483-0052-484F-9F03-FB2839B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058 / 124</a:t>
            </a:r>
          </a:p>
        </p:txBody>
      </p:sp>
    </p:spTree>
    <p:extLst>
      <p:ext uri="{BB962C8B-B14F-4D97-AF65-F5344CB8AC3E}">
        <p14:creationId xmlns:p14="http://schemas.microsoft.com/office/powerpoint/2010/main" val="10804306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8A3F-12F0-48EA-B21A-813F97CE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E28C-F7B0-4ED1-A9F6-45214DD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GIF를 README에 넣은 예시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9804A-A7A0-42BA-8C38-99669C86D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d4b81202a4f35"/>
          <a:stretch xmlns:a="http://schemas.openxmlformats.org/drawingml/2006/main"/>
        </p:blipFill>
        <p:spPr>
          <a:xfrm xmlns:a="http://schemas.openxmlformats.org/drawingml/2006/main">
            <a:off x="4085222" y="1762125"/>
            <a:ext cx="4021555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7EF6B-B0B9-4E5D-8836-28144E1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이 슬라이드는 정지 미리보기입니다. 링크에서 움직이는 GIF를 열어 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7DF16-E7AE-43B3-A3E0-D962FAE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332d8e1c92648fa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950A-BAEC-4559-A57A-3A414A5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059 / 124</a:t>
            </a:r>
          </a:p>
        </p:txBody>
      </p:sp>
    </p:spTree>
    <p:extLst>
      <p:ext uri="{BB962C8B-B14F-4D97-AF65-F5344CB8AC3E}">
        <p14:creationId xmlns:p14="http://schemas.microsoft.com/office/powerpoint/2010/main" val="175646610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73399-3AC8-45EB-B8E9-B237E4E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DD03B-6232-4E0F-A6DA-35BBEF5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6640-949A-4906-ADE4-DC32FFA6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README에 예제 GIF가 표시되고, 이미지의 위치와 설명을 바꿀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8FA11-F627-4DA6-8E42-C9A81C2E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깨진 그림이면 실제 파일 존재·대소문자·경로·커밋/push 여부를 확인합니다. C:\Users 같은 내 PC 경로는 다른 사람이 볼 수 없습니다. 동영상은 링크로 안내할 수 있지만 GIF와 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74A9E-0502-40C0-9147-9C25E9E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0a385e1f2ac4644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AEA5F-9E15-47B9-8B75-C98BB4C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060 / 124</a:t>
            </a:r>
          </a:p>
        </p:txBody>
      </p:sp>
    </p:spTree>
    <p:extLst>
      <p:ext uri="{BB962C8B-B14F-4D97-AF65-F5344CB8AC3E}">
        <p14:creationId xmlns:p14="http://schemas.microsoft.com/office/powerpoint/2010/main" val="145977497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B509D-E6F2-4EAB-A8C4-92FD85E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3교시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9B6CB-7376-46AD-BD52-1F82421A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이미지·GIF·움짤 넣기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8359A-5385-4E09-99CE-B6E8DD56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README만 올리고 demo.gif를 안 올리면 어떻게 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3666E-F0B5-4ED0-901F-5D7EFF0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참조하는 파일이 없으므로 다른 사람이 보는 페이지에서 이미지가 깨집니다.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BC93-5292-42CF-BFF3-4E3D200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061 / 124</a:t>
            </a:r>
          </a:p>
        </p:txBody>
      </p:sp>
    </p:spTree>
    <p:extLst>
      <p:ext uri="{BB962C8B-B14F-4D97-AF65-F5344CB8AC3E}">
        <p14:creationId xmlns:p14="http://schemas.microsoft.com/office/powerpoint/2010/main" val="18192087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F68A5-B090-4984-80C9-B89865C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3D27B-FA7B-4F89-AAD3-1A363A5A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배지 꾸미기와 변경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C2D7A-297B-4AA0-9F29-31254D5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14:00–14:50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8AB0D-2B92-463F-90BF-4688FCC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062 / 124</a:t>
            </a:r>
          </a:p>
        </p:txBody>
      </p:sp>
    </p:spTree>
    <p:extLst>
      <p:ext uri="{BB962C8B-B14F-4D97-AF65-F5344CB8AC3E}">
        <p14:creationId xmlns:p14="http://schemas.microsoft.com/office/powerpoint/2010/main" val="11704942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2A1C6-1067-470A-B309-72960D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00234-D8A0-4369-8613-F2E19E01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기술 배지와 학습 배지 꾸미기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C220C-5759-44DE-9310-985CA4F6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배지는 텍스트와 색을 가진 작은 이미지입니다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A1F51-8D90-4FBC-8608-7AE19FB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Shields.io 주소에서 라벨·내용·색을 정할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E48C1-3CAD-4F13-BA31-8B6CFA24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정적 배지는 내용을 직접 적는 장식이며 자격증이나 실력 인증이 아닙니다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65CA-7089-4FA8-BFF0-798166E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외부 이미지가 막히면 제공한 로컬 SVG를 사용할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279B2-FFB1-495E-B60A-5797ED04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446ffadee9c46ea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77BF-79BD-4D5E-BF11-756362FA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063 / 124</a:t>
            </a:r>
          </a:p>
        </p:txBody>
      </p:sp>
    </p:spTree>
    <p:extLst>
      <p:ext uri="{BB962C8B-B14F-4D97-AF65-F5344CB8AC3E}">
        <p14:creationId xmlns:p14="http://schemas.microsoft.com/office/powerpoint/2010/main" val="1261577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D40D2-49AC-486D-B06E-F30C57A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79C0-B870-48B9-ACD3-ABDB90A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기술 배지와 학습 배지 꾸미기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71DF9-8BC9-4B33-93F1-3DE1233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아래 Python 배지 한 줄을 README에 붙여넣습니다. !는 이미지, []는 설명, ()는 이미지 주소입니다.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751B4-9349-4447-8776-51E657C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Git 배지도 한 줄 추가합니다. 배지는 지금 배우는 기술만 2~3개 고릅니다.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0641D-0AAE-4197-9877-72CA16E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Learning을 Practice로, blue를 green으로 바꾸고 화면 차이를 비교합니다.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27E77-8A84-47FE-ADC1-9C6ABB72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1d197f2286b45d7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7B2F3-A6B1-4F73-910B-3686A93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064 / 124</a:t>
            </a:r>
          </a:p>
        </p:txBody>
      </p:sp>
    </p:spTree>
    <p:extLst>
      <p:ext uri="{BB962C8B-B14F-4D97-AF65-F5344CB8AC3E}">
        <p14:creationId xmlns:p14="http://schemas.microsoft.com/office/powerpoint/2010/main" val="105258981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675DF-265B-4C35-B01A-E0E8B82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4D6DD-FE6B-43D3-8BD1-4B4C15F5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기술 배지와 학습 배지 꾸미기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6A0FF-DD21-4F27-A2DC-2139789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style=for-the-badge와 style=flat을 각각 적용해 모양을 비교합니다. &amp;는 뒤에 다른 옵션을 이어 붙이는 기호입니다.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F43AF-ADD9-4A3A-9F79-FFE2759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외부 서비스가 응답하지 않으면 assets/python-learning.svg를 넣은 로컬 예제를 사용합니다. 기능 확인 없이 임의의 앱 권한이나 토큰을 제공하지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9AFD-1108-483A-9284-AB72099F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dd24af35e434b6d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B388-8646-4091-8F9B-FA4637D1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065 / 124</a:t>
            </a:r>
          </a:p>
        </p:txBody>
      </p:sp>
    </p:spTree>
    <p:extLst>
      <p:ext uri="{BB962C8B-B14F-4D97-AF65-F5344CB8AC3E}">
        <p14:creationId xmlns:p14="http://schemas.microsoft.com/office/powerpoint/2010/main" val="139642593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73546-07A8-4B0F-A68C-500B6FF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3EEAA-A30C-4865-835F-BA769AB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배지 주소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E22B7-F57B-44B9-A06D-6A4DD16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Python은 왼쪽 라벨, Learning은 오른쪽 문구입니다.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8904-2946-4544-9016-03D08DDE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blue는 색, logo=python은 로고입니다.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BEBD-F71E-46DB-9CC4-1922E16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README에는 다음 슬라이드의 주소를 이미지 문법으로 넣습니다.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DBB8C-DD7C-46CB-81B1-7EFF2D90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8a418d85c09743e8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544F-2D0C-4547-B5E0-12B8D92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066 / 124</a:t>
            </a:r>
          </a:p>
        </p:txBody>
      </p:sp>
    </p:spTree>
    <p:extLst>
      <p:ext uri="{BB962C8B-B14F-4D97-AF65-F5344CB8AC3E}">
        <p14:creationId xmlns:p14="http://schemas.microsoft.com/office/powerpoint/2010/main" val="101444829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5BD4-0E16-496B-AF65-7F4003D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C54B7-A151-439B-904F-34609EB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 배지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AA5E7-6EF0-4E81-80A1-EBEFD46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![Python](https://img.shields.io/badge/Python-Learning-blue)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문구: Learning → Practice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색: blue →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로컬 파일 사용: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![Python 학습 중](assets/python-learning.svg)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8FC95-192E-4056-9386-03030FC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문구 Learning → Practice, 색 blue → green으로 바꿔 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8C705-9BCD-4090-8FAA-32E2531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c94a3c89bb4488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57659-A4F2-41E9-B24D-69E36C8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067 / 124</a:t>
            </a:r>
          </a:p>
        </p:txBody>
      </p:sp>
    </p:spTree>
    <p:extLst>
      <p:ext uri="{BB962C8B-B14F-4D97-AF65-F5344CB8AC3E}">
        <p14:creationId xmlns:p14="http://schemas.microsoft.com/office/powerpoint/2010/main" val="169998875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8743-A143-4C71-A73B-B1B196F6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D3551-DF54-4B36-8624-049F082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학습 배지의 표시 결과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ED34A-16A9-4AC5-B883-D856443FB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7afe8e67e43ea"/>
          <a:stretch xmlns:a="http://schemas.openxmlformats.org/drawingml/2006/main"/>
        </p:blipFill>
        <p:spPr>
          <a:xfrm xmlns:a="http://schemas.openxmlformats.org/drawingml/2006/main">
            <a:off x="647700" y="2554641"/>
            <a:ext cx="10896600" cy="20535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C194D-C3B1-432C-938B-E830E7C2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이 배지는 Learning 문구를 직접 지정한 이미지입니다. 실력 인증이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021B5-8AA5-4DB7-90B4-9BE4DB9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f5cd0d38606447c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D1D18-C9DA-4E15-BDE3-220DE4D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068 / 124</a:t>
            </a:r>
          </a:p>
        </p:txBody>
      </p:sp>
    </p:spTree>
    <p:extLst>
      <p:ext uri="{BB962C8B-B14F-4D97-AF65-F5344CB8AC3E}">
        <p14:creationId xmlns:p14="http://schemas.microsoft.com/office/powerpoint/2010/main" val="114397292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3FB4A-1C5D-4E31-A8E2-E8A56C3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E3B6-2882-4941-B525-55B8F41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Preview에서 제목·배지·링크 확인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AB42-2EC0-4225-AD6B-7D360F217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d9f5f2e8a4385"/>
          <a:stretch xmlns:a="http://schemas.openxmlformats.org/drawingml/2006/main"/>
        </p:blipFill>
        <p:spPr>
          <a:xfrm xmlns:a="http://schemas.openxmlformats.org/drawingml/2006/main">
            <a:off x="1921414" y="1762125"/>
            <a:ext cx="8349173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3F838-F3D4-4D6B-95F1-57894C7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작성 중 미리보기입니다. 제목·목록·배지·링크가 보이는지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F27F-7CC2-436D-8954-F0F2A4E0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68082ff346f54ce5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B74E-7DD8-4B2A-879B-05E4400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069 / 124</a:t>
            </a:r>
          </a:p>
        </p:txBody>
      </p:sp>
    </p:spTree>
    <p:extLst>
      <p:ext uri="{BB962C8B-B14F-4D97-AF65-F5344CB8AC3E}">
        <p14:creationId xmlns:p14="http://schemas.microsoft.com/office/powerpoint/2010/main" val="172818394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B4B08-65DB-4F94-9AD2-3C02770B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1644B-EA6F-40AB-BFA1-C475D3E0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기술 배지와 학습 배지 꾸미기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A607E-950A-4165-9D88-5782C56E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Python·Git 학습 배지와 내 색 조합을 고른 README가 완성됩니다.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C140-CDC9-4D68-B532-BC425F7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배지에 한글·공백을 직접 넣어 주소가 깨지면 단순한 영문 값으로 시작합니다. 외부 주소는 인터넷이 필요합니다. 기본 문법부터 다시 붙여넣습니다.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39504-223E-4806-87DF-1FF73AC1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9a0d46979e94954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D57AE-6ACF-4C33-9FB4-B27AC72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070 / 124</a:t>
            </a:r>
          </a:p>
        </p:txBody>
      </p:sp>
    </p:spTree>
    <p:extLst>
      <p:ext uri="{BB962C8B-B14F-4D97-AF65-F5344CB8AC3E}">
        <p14:creationId xmlns:p14="http://schemas.microsoft.com/office/powerpoint/2010/main" val="139964233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5365D-3F5E-4B61-A011-9FB129D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32BA-4525-47E4-A50C-7DF430E5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기술 배지와 학습 배지 꾸미기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A9FE1-5253-4D8E-90F9-434A3DF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배지의 Learning을 Expert로 바꾸면 무엇이 검증되나요?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F3FE0-2E3C-4260-B079-3363678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아무것도 검증되지 않습니다. 이미지의 문구만 달라집니다.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D6C1-2F75-483C-BBA4-4BE321F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071 / 124</a:t>
            </a:r>
          </a:p>
        </p:txBody>
      </p:sp>
    </p:spTree>
    <p:extLst>
      <p:ext uri="{BB962C8B-B14F-4D97-AF65-F5344CB8AC3E}">
        <p14:creationId xmlns:p14="http://schemas.microsoft.com/office/powerpoint/2010/main" val="81653965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A8EFB-D9C6-410B-AEDD-724102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684AE-6B8B-42DD-A29D-50545C5E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F11C0-FC78-4990-B910-C6FDA033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저장은 현재 파일을 바꾸는 행동입니다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0C27D-AC32-49F9-8303-222DC327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커밋은 선택한 변경을 PC의 이력에 기록합니다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08FCA-2A4E-49A1-9256-82C0FCD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push는 기록을 GitHub에 보냅니다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08484-E543-40D7-80A4-16107018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diff는 이전 내용과 바뀐 줄의 비교입니다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17948-5EA5-4529-8B4E-53A5F32D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커밋 메시지는 바꾼 목적을 짧게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1BD29-1215-4587-84CB-926B45E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2e62ce7e90734b25"/>
              </a:rPr>
              <a:t>공식 안내 열기 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C4220-0386-4BA5-A1EB-285030AF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072 / 124</a:t>
            </a:r>
          </a:p>
        </p:txBody>
      </p:sp>
    </p:spTree>
    <p:extLst>
      <p:ext uri="{BB962C8B-B14F-4D97-AF65-F5344CB8AC3E}">
        <p14:creationId xmlns:p14="http://schemas.microsoft.com/office/powerpoint/2010/main" val="194257155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8B22C-957B-4600-8F52-0BEE142C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EA86-2417-4DC2-A24C-2D4DAB8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1CFEE-D068-4251-B90E-2638357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Desktop의 Current repository가 프로필 저장소인지 확인합니다. Changes에서 README와 추가한 이미지 파일을 하나씩 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51F87-D346-4A40-9539-D441608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현재 목적에 필요한 파일만 체크합니다. 비밀번호·개인 문서·다른 프로젝트가 보이면 먼저 선택을 해제합니다.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CD1A2-8045-4A83-92F3-141ADFBB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Summary에 Add profile introduction처럼 목적을 적습니다. Commit to main을 누릅니다. 버튼의 브랜치 이름이 다르면 현재 브랜치를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F1C23-A63A-47FB-81AD-909F8536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ec0cea273944c02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2F38C-996B-481D-9906-ECCF9EFD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073 / 124</a:t>
            </a:r>
          </a:p>
        </p:txBody>
      </p:sp>
    </p:spTree>
    <p:extLst>
      <p:ext uri="{BB962C8B-B14F-4D97-AF65-F5344CB8AC3E}">
        <p14:creationId xmlns:p14="http://schemas.microsoft.com/office/powerpoint/2010/main" val="53082232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D901-6779-4EFB-A2B1-681A8FF8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86F4E-B2EB-4AD6-BD9E-FF9B9A4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63890-5838-4385-A680-8F7E4D10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History에서 방금 기록과 수정한 줄을 확인합니다. 아직 웹에 안 보이는 것이 정상입니다.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3E5EB-6627-4C7F-A789-6D14BC0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Push origin을 누르고 완료를 기다린 뒤 브라우저 프로필을 새로고침합니다. 이제 소개·배지·GIF를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C6C8E-7B30-4FB0-9A0D-A25E8BEB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6. 자기소개 한 문장만 다시 바꾸어 저장→비교→커밋→push를 두 번째로 수행합니다. 두 커밋의 목적을 다르게 적습니다.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0B294-2DC3-4ED3-B103-F93DC042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909c444ed65461a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8A6BE-ED96-4F2E-8EC1-1B5D9113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074 / 124</a:t>
            </a:r>
          </a:p>
        </p:txBody>
      </p:sp>
    </p:spTree>
    <p:extLst>
      <p:ext uri="{BB962C8B-B14F-4D97-AF65-F5344CB8AC3E}">
        <p14:creationId xmlns:p14="http://schemas.microsoft.com/office/powerpoint/2010/main" val="49886230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2FA03-58C4-45F0-BE6E-1886BEDA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A5E17-4E5F-448C-9E7E-CF77721C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 · 공식 화면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13DB5-DAE4-4EEA-9E56-AD142DC6A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a63364c7e4010"/>
          <a:stretch xmlns:a="http://schemas.openxmlformats.org/drawingml/2006/main"/>
        </p:blipFill>
        <p:spPr>
          <a:xfrm xmlns:a="http://schemas.openxmlformats.org/drawingml/2006/main">
            <a:off x="647700" y="1811993"/>
            <a:ext cx="10896600" cy="353881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0459D-067D-4DA6-87F4-D7556A25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공식 안내 화면의 메뉴 이름을 내 화면에서 찾아보세요.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5A97E-8B56-47DD-AD88-9D087B5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9afbf9a5d1c241e8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C7D66-6921-4E66-A224-55FF5298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075 / 124</a:t>
            </a:r>
          </a:p>
        </p:txBody>
      </p:sp>
    </p:spTree>
    <p:extLst>
      <p:ext uri="{BB962C8B-B14F-4D97-AF65-F5344CB8AC3E}">
        <p14:creationId xmlns:p14="http://schemas.microsoft.com/office/powerpoint/2010/main" val="127805020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A500E-9F93-493C-9AEC-5A077E77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86F52-A70F-42A8-B31D-22462E3A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Commits에서 이전 기록 찾기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A8702-A1DA-4F0E-91DC-26FD7E20F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1c571bf674430"/>
          <a:stretch xmlns:a="http://schemas.openxmlformats.org/drawingml/2006/main"/>
        </p:blipFill>
        <p:spPr>
          <a:xfrm xmlns:a="http://schemas.openxmlformats.org/drawingml/2006/main">
            <a:off x="1206698" y="1762125"/>
            <a:ext cx="9778603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6FD58-2F3D-44D4-AE38-9CCF6C85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기록의 제목·작성 시각·짧은 ID를 확인합니다. 제목을 누르면 바뀐 줄을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90036-29C1-4ED4-B185-3FEF56E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29c81bd072914a5b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9C5F9-87FA-4578-BDE9-8FFDC9A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076 / 124</a:t>
            </a:r>
          </a:p>
        </p:txBody>
      </p:sp>
    </p:spTree>
    <p:extLst>
      <p:ext uri="{BB962C8B-B14F-4D97-AF65-F5344CB8AC3E}">
        <p14:creationId xmlns:p14="http://schemas.microsoft.com/office/powerpoint/2010/main" val="88623405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11C3B-924A-437D-AA4E-79E89A67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6322F-1138-4881-BFC0-D8C49A9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diff · 없어진 줄과 추가된 줄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8E7D-1CA3-4536-B31B-166C80515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61f885df34509"/>
          <a:stretch xmlns:a="http://schemas.openxmlformats.org/drawingml/2006/main"/>
        </p:blipFill>
        <p:spPr>
          <a:xfrm xmlns:a="http://schemas.openxmlformats.org/drawingml/2006/main">
            <a:off x="647700" y="2169614"/>
            <a:ext cx="10896600" cy="28235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300B5-EBED-40D9-84B5-1FE75C95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빨강의 −는 이전 줄, 초록의 +는 추가된 줄입니다. 오류 표시가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A1A2E-B659-4BF9-8CDD-BBC1840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b5f90906e01463c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DEAA4-A279-4C6C-A1B5-E55C3304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077 / 124</a:t>
            </a:r>
          </a:p>
        </p:txBody>
      </p:sp>
    </p:spTree>
    <p:extLst>
      <p:ext uri="{BB962C8B-B14F-4D97-AF65-F5344CB8AC3E}">
        <p14:creationId xmlns:p14="http://schemas.microsoft.com/office/powerpoint/2010/main" val="8542130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2DFFA-1A21-42DE-BE7F-B079516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1D933-F149-4F2E-8934-1E8BA7A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E1CB5-EB1A-4C93-B7E6-8AE1100D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소개·배지·GIF가 보이고 목적이 다른 커밋 두 개가 남습니다.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B942C-F4A1-49AA-A1F4-DA746A6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Nothing to commit이면 파일 저장과 폴더 위치를 확인합니다. Push 거절이면 Fetch origin/Pull origin으로 원격 변경을 먼저 확인합니다. 강제 push로 덮지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ACC4C-216B-406B-AF4F-2758C733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6e5307467294968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CB981-B579-48F8-88AC-CDA2209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078 / 124</a:t>
            </a:r>
          </a:p>
        </p:txBody>
      </p:sp>
    </p:spTree>
    <p:extLst>
      <p:ext uri="{BB962C8B-B14F-4D97-AF65-F5344CB8AC3E}">
        <p14:creationId xmlns:p14="http://schemas.microsoft.com/office/powerpoint/2010/main" val="38695892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0F71C-14A4-4343-B8D6-98313506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70557-FAC1-4783-B472-6C919D2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비교·커밋·push로 공개하기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5A401-9414-43FB-A3BE-A193DCE4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커밋 직후 Changes가 비었으면 GitHub에도 올라갔나요?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F5F7C-3DC0-43CD-8A63-A1F84A4F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로컬 기록은 끝났지만 push 여부는 별도로 확인해야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6D90E-1877-4F00-B170-7511362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079 / 124</a:t>
            </a:r>
          </a:p>
        </p:txBody>
      </p:sp>
    </p:spTree>
    <p:extLst>
      <p:ext uri="{BB962C8B-B14F-4D97-AF65-F5344CB8AC3E}">
        <p14:creationId xmlns:p14="http://schemas.microsoft.com/office/powerpoint/2010/main" val="12377348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3EE9F-2404-4E06-8C14-D3CD678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A87E2-1CAD-40FA-91ED-03020D82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B4863-FB4C-4AD5-9C04-6A4A4A0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Desktop에서 본 작업은 명령으로도 확인할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D1DC3-B20B-4D80-B1CF-5689128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status는 상태, diff는 바뀐 줄, add는 이번 기록에 넣을 내용 선택, commit은 이력, push는 공유입니다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9B3C8-9E69-4C12-BA8C-50C7E61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명령은 터미널의 현재 폴더를 기준으로 실행합니다.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9CB4-3D60-4F8B-B20C-DCE7361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a49db2a4c11409e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1F46E-F720-41A0-A114-F04306EC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080 / 124</a:t>
            </a:r>
          </a:p>
        </p:txBody>
      </p:sp>
    </p:spTree>
    <p:extLst>
      <p:ext uri="{BB962C8B-B14F-4D97-AF65-F5344CB8AC3E}">
        <p14:creationId xmlns:p14="http://schemas.microsoft.com/office/powerpoint/2010/main" val="99229524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D693-B9CD-406D-A347-3884E84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C6465-7F87-4488-84D9-7A879879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C7EB3-56B0-43C1-9207-6921587A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Repository 메뉴에서 터미널 열기를 선택하거나 저장소 폴더에서 PowerShell을 엽니다. 터미널의 경로가 맞는지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62D29-1BD0-4530-A538-8F1592B9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git status와 git log --oneline -3을 실행해 Desktop과 같은 상태·이력인지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4C227-BE8D-4E6B-AF5D-CA6379D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README의 한 문장을 고쳐 저장한 뒤 git diff를 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A134-12C9-405C-B259-A4B57151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d0844c22254464a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A52DD-406F-4561-966F-C2FF63F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081 / 124</a:t>
            </a:r>
          </a:p>
        </p:txBody>
      </p:sp>
    </p:spTree>
    <p:extLst>
      <p:ext uri="{BB962C8B-B14F-4D97-AF65-F5344CB8AC3E}">
        <p14:creationId xmlns:p14="http://schemas.microsoft.com/office/powerpoint/2010/main" val="14361689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6F3B2-934F-43A1-9F75-9890AFFF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58B57-FBFB-4952-B8C4-8005C37D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DDA53-C6B2-4C96-9FAA-AD8D4B2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아래 add·diff --staged·commit·push 순서를 확인합니다. 작성자 오류가 나면 Desktop 설정과 저장소 로컬 설정을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F5957-48DE-4EB0-92FD-72EB3E1A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두 도구는 같은 저장소를 다루므로 이미 끝낸 커밋을 다시 만들려고 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22EC5-2FA1-4A4A-ADB2-6016199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3ddbc6ee42e545d4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A6193-C4C4-4AA1-A63E-D90849A7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082 / 124</a:t>
            </a:r>
          </a:p>
        </p:txBody>
      </p:sp>
    </p:spTree>
    <p:extLst>
      <p:ext uri="{BB962C8B-B14F-4D97-AF65-F5344CB8AC3E}">
        <p14:creationId xmlns:p14="http://schemas.microsoft.com/office/powerpoint/2010/main" val="64847159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2BE3A-B3A3-46EF-AB16-ECA57AE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C1320-92A0-40E0-B879-9A9BC959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8D512-9524-4A12-8787-2A6E002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status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diff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commit -m "Update profile introduction"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push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git log --oneline -3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637F1-1F1A-458F-BCA1-5910DA1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4bdd1987db24603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41C8-058C-4AE4-A808-BEADDCD2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083 / 124</a:t>
            </a:r>
          </a:p>
        </p:txBody>
      </p:sp>
    </p:spTree>
    <p:extLst>
      <p:ext uri="{BB962C8B-B14F-4D97-AF65-F5344CB8AC3E}">
        <p14:creationId xmlns:p14="http://schemas.microsoft.com/office/powerpoint/2010/main" val="15854164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3647-7481-4131-A4AB-2986FB99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2CC39-CC90-4DC2-A198-8DE0DF8B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E795B-663C-4A46-B3B9-A2E8E9C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Desktop 버튼과 명령어의 역할을 연결해 설명합니다.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218B-A725-46C6-AB10-45F993AD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not a git repository는 현재 폴더를 확인합니다. 작성자 설정이 필요하면 git config --local user.name과 user.email에 본인 정보를 넣습니다. 공개 이메일은 개인 noreply 주소를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98C-1629-4E05-B33E-5F48C4B7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32a0d27de004941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F5F90-CEB4-49DF-BD44-42EEB090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084 / 124</a:t>
            </a:r>
          </a:p>
        </p:txBody>
      </p:sp>
    </p:spTree>
    <p:extLst>
      <p:ext uri="{BB962C8B-B14F-4D97-AF65-F5344CB8AC3E}">
        <p14:creationId xmlns:p14="http://schemas.microsoft.com/office/powerpoint/2010/main" val="205797879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51276-4529-467F-A152-9C163CC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4교시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D8AA4-B8B5-47FF-8B70-E219B53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선택: 버튼과 Git 명령 연결하기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6C8B0-2D19-4BC6-994B-B82109AB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 add 뒤에 파일을 다시 고치면 새 내용까지 자동 선택되나요?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FB82F-F84B-46B0-9228-8E10BF98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아닙니다. add 시점의 내용이 선택됩니다. 새 변경은 다시 확인하고 add합니다.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F6947-FF82-4B29-9FB2-5650C63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085 / 124</a:t>
            </a:r>
          </a:p>
        </p:txBody>
      </p:sp>
    </p:spTree>
    <p:extLst>
      <p:ext uri="{BB962C8B-B14F-4D97-AF65-F5344CB8AC3E}">
        <p14:creationId xmlns:p14="http://schemas.microsoft.com/office/powerpoint/2010/main" val="168704209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C66A-1B6A-44BD-96E5-E8E2AA1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8FA2A-EDB5-4DEB-95D4-C6664020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파이썬 작품과 포트폴리오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4AF5A-8101-4B5D-A358-EAC1C7E3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15:00–15:50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67BBB-46B9-432D-878B-FDCAD10C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086 / 124</a:t>
            </a:r>
          </a:p>
        </p:txBody>
      </p:sp>
    </p:spTree>
    <p:extLst>
      <p:ext uri="{BB962C8B-B14F-4D97-AF65-F5344CB8AC3E}">
        <p14:creationId xmlns:p14="http://schemas.microsoft.com/office/powerpoint/2010/main" val="103059514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2CF51-84D4-4385-8360-E39F319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08223-7863-4611-8CE3-4987E9A0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파이썬 미니 프로젝트 올리기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F502-7941-4321-9DBC-1575484A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저장소는 코드·설명·예시 데이터를 함께 담는 별도 공간입니다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70957-8C33-4496-94D5-F1018158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저장소에는 작품 링크를 두고, 실제 Python 파일은 작품 저장소에서 관리합니다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64AA8-7A3A-488D-9406-740DC49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완성하지 못했어도 현재 동작하는 범위를 소개할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FBDD0-C76A-406E-A864-845AAB6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daec41102f049ce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B3C3-2068-43B2-84EF-F0DEED53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087 / 124</a:t>
            </a:r>
          </a:p>
        </p:txBody>
      </p:sp>
    </p:spTree>
    <p:extLst>
      <p:ext uri="{BB962C8B-B14F-4D97-AF65-F5344CB8AC3E}">
        <p14:creationId xmlns:p14="http://schemas.microsoft.com/office/powerpoint/2010/main" val="43418943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DE5B4-A10C-4CBE-8B1C-D5BE899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217D-BFB3-4AF9-9E13-7A63F7B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파이썬 미니 프로젝트 올리기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A0A57-56E6-4269-956B-2466097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Desktop File → New repository에서 python-mini-project 저장소를 만듭니다. 이름·Local path를 확인하고 README 초기화를 선택합니다.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308DB-421B-4D93-8376-7F0FF58F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105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Show in Explorer로 새 폴더를 열고 오늘 만든 .py 파일을 복사합니다. 원래 프로젝트는 보존합니다. 미완성이라면 실습 ZIP의 project/main.py와 tracker.py를 사용합니다.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678C8-3B16-4672-B8AC-A096898B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venv·.venv·__pycache__·.env·개인정보 파일은 넣지 않습니다. 제공한 project/.gitignore를 참고합니다.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88A5C-A91B-4606-8DF0-384DF9A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a34d66972744659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174E-E42C-465B-BAAC-13E902C2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088 / 124</a:t>
            </a:r>
          </a:p>
        </p:txBody>
      </p:sp>
    </p:spTree>
    <p:extLst>
      <p:ext uri="{BB962C8B-B14F-4D97-AF65-F5344CB8AC3E}">
        <p14:creationId xmlns:p14="http://schemas.microsoft.com/office/powerpoint/2010/main" val="36907197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85538-B3E4-413E-9A64-C9F67C53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34D0C-297D-4079-89A0-EFA4FBDD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파이썬 미니 프로젝트 올리기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B661-7955-45EF-B3AB-BA2DD52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그 폴더에서 프로그램을 실행해 동작을 확인합니다. 다른 폴더의 파일을 실행하지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DA1A4-F382-4706-8402-F2F15B4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105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Desktop에서 파일을 비교하고 Add first working program으로 커밋합니다. Publish repository에서 공개 범위를 직접 확인해 게시합니다. 공개 전 파일 목록을 다시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D22CB-FFB9-4D58-A8DE-DA2A41E4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5554f86d89bc4df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FBE3E-540F-46A7-B8E7-1ECFD772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089 / 124</a:t>
            </a:r>
          </a:p>
        </p:txBody>
      </p:sp>
    </p:spTree>
    <p:extLst>
      <p:ext uri="{BB962C8B-B14F-4D97-AF65-F5344CB8AC3E}">
        <p14:creationId xmlns:p14="http://schemas.microsoft.com/office/powerpoint/2010/main" val="186076282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042E6-CEE5-405C-9BE3-45409B0B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B4938-0BDE-4D8D-8151-CCF7A2F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저장소 · 생성 전 설정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7A52-2FE3-4764-BE32-0FA555287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f477f053848bd"/>
          <a:stretch xmlns:a="http://schemas.openxmlformats.org/drawingml/2006/main"/>
        </p:blipFill>
        <p:spPr>
          <a:xfrm xmlns:a="http://schemas.openxmlformats.org/drawingml/2006/main">
            <a:off x="6425699" y="1676400"/>
            <a:ext cx="462697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4A56C-2D9E-4F7D-9CAE-249DF3A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Repository name에 작품 이름을 적습니다. 예: python-mini-project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23EEC-353E-4CE1-8B2A-6077116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Public은 누구나 볼 수 있다는 뜻입니다.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33B14-B15E-4DBD-903D-CD2FB9F4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Add README를 On으로 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4FA36-D16F-4D2A-A648-B227106D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설정을 확인한 뒤 Create repository를 누릅니다.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0F04E-2FAF-4061-A65C-D37890E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9bb5fe87154496b"/>
              </a:rPr>
              <a:t>GitHub 예시 화면 열기 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32E74-B5E4-44B1-A75C-D8432E1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090 / 124</a:t>
            </a:r>
          </a:p>
        </p:txBody>
      </p:sp>
    </p:spTree>
    <p:extLst>
      <p:ext uri="{BB962C8B-B14F-4D97-AF65-F5344CB8AC3E}">
        <p14:creationId xmlns:p14="http://schemas.microsoft.com/office/powerpoint/2010/main" val="72184182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C5B15-9D28-4010-9A60-4D0EFCB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08D7C-B400-4A3F-8CC5-D5885BC9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파이썬 미니 프로젝트 올리기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CD163-495A-49B8-A6C0-92699A3A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작품 또는 공통 예제가 별도 저장소에 올라갑니다.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4820-445E-41F9-A291-CF4679C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중첩된 .git 폴더나 다른 프로젝트를 통째로 복사하지 않습니다. 이미 저장소가 있으면 Add local repository를 사용하고 같은 이름의 원격을 중복 생성하지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417E8-3205-416D-A092-30C898A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2e13eedb414649f6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E1BA8-D126-49AD-9873-774B4C4B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091 / 124</a:t>
            </a:r>
          </a:p>
        </p:txBody>
      </p:sp>
    </p:spTree>
    <p:extLst>
      <p:ext uri="{BB962C8B-B14F-4D97-AF65-F5344CB8AC3E}">
        <p14:creationId xmlns:p14="http://schemas.microsoft.com/office/powerpoint/2010/main" val="875051747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70F35-BAA7-44FD-A4D6-C9CB259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512EE-148A-424A-A739-B57A1CA1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파이썬 미니 프로젝트 올리기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BCE5E-1164-4006-B6D7-4B99127B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프로필 저장소에 프로그램을 전부 넣어야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758C4-0D4B-4B99-B3A0-9B59B63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별도 작품 저장소에 코드를 두고 프로필에서 연결하면 소개와 코드 관리가 명확합니다.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5DAC6-1FE7-4C6F-8A97-6A541AC9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092 / 124</a:t>
            </a:r>
          </a:p>
        </p:txBody>
      </p:sp>
    </p:spTree>
    <p:extLst>
      <p:ext uri="{BB962C8B-B14F-4D97-AF65-F5344CB8AC3E}">
        <p14:creationId xmlns:p14="http://schemas.microsoft.com/office/powerpoint/2010/main" val="44799386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F692D-7D52-4A04-9551-991FD2F2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18E5B-5D4E-4030-BC9D-12938FA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4DC56-BA5B-4044-8CEA-6D0DD7CE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설명은 방문자가 프로그램의 목적과 사용 방법을 이해하게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3C365-4598-4661-A9B8-D29CE3E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실행 명령은 실제 파일명과 맞아야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3C245-9FEB-4995-A265-2E9552B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아직 구현하지 않은 기능은 완성 기능과 나누어 씁니다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BE9A-015B-400E-B053-D9DD1E8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스크린샷이나 GIF는 설명을 돕는 자료입니다.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A9FDE-B34F-46E4-B4E6-DE3EB25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82d86c5b4554cff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332FD-8513-47E6-96B8-5BDBF89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093 / 124</a:t>
            </a:r>
          </a:p>
        </p:txBody>
      </p:sp>
    </p:spTree>
    <p:extLst>
      <p:ext uri="{BB962C8B-B14F-4D97-AF65-F5344CB8AC3E}">
        <p14:creationId xmlns:p14="http://schemas.microsoft.com/office/powerpoint/2010/main" val="14665686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F2671-5937-4A1B-B804-719C07D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DA4C6-5FF9-4BF4-ABC8-9279C8D7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C9805-B731-4126-B2FC-B72608D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project/README-template.md를 작품 저장소의 README.md로 복사하고 제목과 목적을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B32DD-7BB8-45A9-B88A-9D7EF39D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누가 어떤 상황에서 사용하는지 한 문장으로 쓰고 실제 동작하는 기능 3개를 적습니다.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898C4-4AC0-42D8-8C8E-A9357B5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Python 버전 확인, 파일 받기, 폴더 열기, python main.py 실행 순서를 적습니다. 추가 라이브러리가 있으면 실제 설치 명령을 확인해 씁니다.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66BC6-038D-4861-8B27-01FB1FF0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71de49f5a804eef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5948B-F03D-486B-ADEF-755DAE5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094 / 124</a:t>
            </a:r>
          </a:p>
        </p:txBody>
      </p:sp>
    </p:spTree>
    <p:extLst>
      <p:ext uri="{BB962C8B-B14F-4D97-AF65-F5344CB8AC3E}">
        <p14:creationId xmlns:p14="http://schemas.microsoft.com/office/powerpoint/2010/main" val="127693849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38FB9-A561-4534-A00A-6C8ACFE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D0C90-9A7D-444A-8B0E-C94C56ED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24C2E-D350-4EBF-918D-5DE452D2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프로그램 화면 PNG 또는 본인 시연 GIF를 assets에 넣고 README에서 연결합니다. 공통 demo.gif는 교안 화면 예시이며 본인 Python 실행 증거로 소개하지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AF4BA-D573-4846-8DE0-D580F213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서로 다른 입력 3개와 결과를 적습니다. 미니 프로젝트 조합과 돌발 상황 해결 내용도 본인 작품에 맞게 추가합니다.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25DC6-8CB5-41B5-B983-6FA3F97F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6. 문서를 커밋하고 push한 뒤 웹에서 링크와 이미지가 열리는지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DF5F7-88F8-4DDD-AB54-534CD93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1cefe5c91a74802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D5EED-2C92-49E2-97B6-EA3BA55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095 / 124</a:t>
            </a:r>
          </a:p>
        </p:txBody>
      </p:sp>
    </p:spTree>
    <p:extLst>
      <p:ext uri="{BB962C8B-B14F-4D97-AF65-F5344CB8AC3E}">
        <p14:creationId xmlns:p14="http://schemas.microsoft.com/office/powerpoint/2010/main" val="18581456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9584D-DA6B-44B2-9E9B-0FAB1CDE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9ADF-E9BB-4954-A44D-C23A0B1F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4341E-3F0A-4BA1-864D-A3BF92F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 --version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python main.py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C30CC-012F-47F4-BF84-30942E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f46154d902c40d9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D0ED8-6248-4C36-9DA9-E2B2886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096 / 124</a:t>
            </a:r>
          </a:p>
        </p:txBody>
      </p:sp>
    </p:spTree>
    <p:extLst>
      <p:ext uri="{BB962C8B-B14F-4D97-AF65-F5344CB8AC3E}">
        <p14:creationId xmlns:p14="http://schemas.microsoft.com/office/powerpoint/2010/main" val="9332160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2C836-CB56-4C79-BC1C-9D5A667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B3C88-2B4F-44C9-9661-24048DE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53D30-F120-40E4-B179-C4B4985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다른 사람이 프로그램을 받아 실행할 수 있는 작품 설명이 생깁니다.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AEA16-3FBD-40E1-931B-DFC3420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ModuleNotFoundError는 해당 환경의 설치 명령·실행 Python을 확인합니다. 파일이 없다면 README 명령과 실제 이름을 맞춥니다. 실행 결과를 보지 않고 성공이라고 적지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711F6-D3F0-42DC-BD22-94BEC145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209b381127b4a1a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0F24-EDF6-49B4-9493-28461AC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097 / 124</a:t>
            </a:r>
          </a:p>
        </p:txBody>
      </p:sp>
    </p:spTree>
    <p:extLst>
      <p:ext uri="{BB962C8B-B14F-4D97-AF65-F5344CB8AC3E}">
        <p14:creationId xmlns:p14="http://schemas.microsoft.com/office/powerpoint/2010/main" val="27631135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4B833-9B2C-41D1-AEDF-9C5F4B5E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AA1B-4EC2-488A-AF55-162487D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작품 README와 실행 방법 쓰기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BD55-1DD8-42C9-A73A-CCB8737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코드만 올리면 다른 사람도 실행법을 알까요?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0471A-E2D3-4B8A-9265-C1898F3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환경·파일명·명령·예상 결과를 README에 알려 줘야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FB344-EE46-445C-9BCA-38365C9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098 / 124</a:t>
            </a:r>
          </a:p>
        </p:txBody>
      </p:sp>
    </p:spTree>
    <p:extLst>
      <p:ext uri="{BB962C8B-B14F-4D97-AF65-F5344CB8AC3E}">
        <p14:creationId xmlns:p14="http://schemas.microsoft.com/office/powerpoint/2010/main" val="202303356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D7C0C-C73A-4412-97D9-69E256AB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8741-C749-4CDA-B33B-32847144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작품 연결하고 대표 저장소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2D2D0-EF46-4959-AB84-C64E4FF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소개에 작품 링크를 넣으면 방문자가 코드를 찾기 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5F03-E067-4997-896E-FF3F8E5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고정 저장소(Pinned)는 먼저 보여 줄 작품을 고르는 기능입니다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E333F-485E-456B-8CB4-A2F9C31F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잔디는 GitHub가 집계하는 활동 기록이며 배지와 다릅니다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ED209-A967-43A3-9CA7-89D9E8B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즉시 녹색 칸이 안 보여도 파일과 커밋부터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3F353-87DA-488C-AC29-714733B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965750bbc26747d2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46FBA-D63B-443B-8135-EC38DF21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099 / 124</a:t>
            </a:r>
          </a:p>
        </p:txBody>
      </p:sp>
    </p:spTree>
    <p:extLst>
      <p:ext uri="{BB962C8B-B14F-4D97-AF65-F5344CB8AC3E}">
        <p14:creationId xmlns:p14="http://schemas.microsoft.com/office/powerpoint/2010/main" val="140836670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51D1-E73F-4CA8-81D4-B5B34C4D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B447-D773-478F-97B4-EDC8B8D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작품 연결하고 대표 저장소 고정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03128-B45C-447A-B34C-44154D7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작품 저장소 주소를 브라우저에서 복사합니다. 프로필 README의 [내 파이썬 작품](주소)에 붙여넣습니다.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1CD9-8B5A-4CB0-8691-B16C06F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작품 한 줄 설명에 기능과 현재 상태를 적습니다. 파일 이름만 나열하지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4E32F-0E2E-4EF8-80ED-21F5FBE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프로필의 Customize your pins에서 작품 저장소를 선택하고 저장합니다. 계정 화면에 표시되는 안내를 따릅니다.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3853C-F35F-47C4-82EE-5DC941D1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5dcfbfa4eaa4229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97815-121F-4147-B1E2-C34541EC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100 / 124</a:t>
            </a:r>
          </a:p>
        </p:txBody>
      </p:sp>
    </p:spTree>
    <p:extLst>
      <p:ext uri="{BB962C8B-B14F-4D97-AF65-F5344CB8AC3E}">
        <p14:creationId xmlns:p14="http://schemas.microsoft.com/office/powerpoint/2010/main" val="143419954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66F07-4093-41FB-8830-12475A2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65440-0ED3-462B-85BC-BD2A32A1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작품 연결하고 대표 저장소 고정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E87C7-C476-4542-94E6-B2CCEF05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프로필 링크를 눌러 작품 README까지 이동해 봅니다. 로그아웃 창에서 공개 범위를 확인할 수도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B829A-88BE-4B19-9CDA-FA7C229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짝에게 프로필 주소만 알려 주고 작품과 실행 방법을 찾을 수 있는지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196BC-19A3-441E-91EB-8416105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a258d3845001483e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3B632-FFCB-4FB8-9C18-3CF28285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101 / 124</a:t>
            </a:r>
          </a:p>
        </p:txBody>
      </p:sp>
    </p:spTree>
    <p:extLst>
      <p:ext uri="{BB962C8B-B14F-4D97-AF65-F5344CB8AC3E}">
        <p14:creationId xmlns:p14="http://schemas.microsoft.com/office/powerpoint/2010/main" val="9186637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63763-DF60-4B50-89D3-B746685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FC96D-2FF9-44F5-BAC0-910BA94D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작품 연결하고 대표 저장소 고정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B14D2-A625-4D40-8068-F55F5D3B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프로필에서 작품 저장소와 실행 안내로 이동할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A016-AD8F-4839-BB28-075CE589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링크가 404면 username·저장소 이름·공개 범위를 확인합니다. private 작품은 권한 없는 방문자가 볼 수 없습니다.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93BBE-74EF-44E8-9F00-2DE4EADE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cf9ffb5fa364141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29679-E457-479E-ACDA-CBDB3A8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102 / 124</a:t>
            </a:r>
          </a:p>
        </p:txBody>
      </p:sp>
    </p:spTree>
    <p:extLst>
      <p:ext uri="{BB962C8B-B14F-4D97-AF65-F5344CB8AC3E}">
        <p14:creationId xmlns:p14="http://schemas.microsoft.com/office/powerpoint/2010/main" val="168116003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26776-281D-47EB-93B8-A2CA194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5교시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D1ED9-4CE7-4D73-B4A3-AC5AB3C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프로필에 작품 연결하고 대표 저장소 고정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3B8AD-A589-4916-85AE-CDF8A07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배지 이미지와 활동 잔디는 같은 정보인가요?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705F5-6349-416F-986B-9D3A151D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배지는 표시 이미지이고 잔디는 GitHub 활동 집계입니다.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11B2B-3E20-41A3-81A5-D42C9CB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103 / 124</a:t>
            </a:r>
          </a:p>
        </p:txBody>
      </p:sp>
    </p:spTree>
    <p:extLst>
      <p:ext uri="{BB962C8B-B14F-4D97-AF65-F5344CB8AC3E}">
        <p14:creationId xmlns:p14="http://schemas.microsoft.com/office/powerpoint/2010/main" val="1344797794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18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E2469-EDC5-44A5-9FBA-6CD8C89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39B52"/>
                </a:solidFill>
                <a:latin typeface="Malgun Gothic"/>
                <a:ea typeface="Malgun Gothic"/>
                <a:cs typeface="Malgun Gothic"/>
              </a:rPr>
              <a:t>GIT / GITHUB  · 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C9B64-3C2B-4B16-B173-0F9F6396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짝 검토·브랜치·PR·마무리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C54CF-A000-4328-9A47-0AC1BDB7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16:00–16:50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완료한 뒤 먼저 끝난 활동을 확장해 보세요.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CC1CB-A07F-443E-B13D-EDAD7EA0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CE9E1"/>
                </a:solidFill>
                <a:latin typeface="Malgun Gothic"/>
                <a:ea typeface="Malgun Gothic"/>
                <a:cs typeface="Malgun Gothic"/>
              </a:rPr>
              <a:t>104 / 124</a:t>
            </a:r>
          </a:p>
        </p:txBody>
      </p:sp>
    </p:spTree>
    <p:extLst>
      <p:ext uri="{BB962C8B-B14F-4D97-AF65-F5344CB8AC3E}">
        <p14:creationId xmlns:p14="http://schemas.microsoft.com/office/powerpoint/2010/main" val="101902947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6DAD7-5FF5-4647-ACE9-6F11AAFA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200C3-47CE-48CA-8B37-FCBB17F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065E5-7A66-4E7F-908E-DCDD928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Issue는 질문·오류·개선 제안을 기록하는 대화입니다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A0EAC-6087-4463-8A33-8D0A4FD5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상대 코드를 직접 수정하지 않아도 남길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90143-B536-49C2-A257-2C2F27D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상대방이 재현할 수 있도록 무엇을 했고 무엇이 보였는지 씁니다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F7942-E87F-415E-868C-BB578DD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연락처·비밀번호·인증 화면은 올리지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5C9E1-46C4-4D83-B486-DF5E6C6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16e2d8cffbf64972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7EE73-E75A-4578-8AF6-E7632A3A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105 / 124</a:t>
            </a:r>
          </a:p>
        </p:txBody>
      </p:sp>
    </p:spTree>
    <p:extLst>
      <p:ext uri="{BB962C8B-B14F-4D97-AF65-F5344CB8AC3E}">
        <p14:creationId xmlns:p14="http://schemas.microsoft.com/office/powerpoint/2010/main" val="66945097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9A9E-38B6-4EA5-AA5B-5D5C9AC2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DAA2E-BAB2-4EF2-A0A0-CA3FB963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73722-ABB8-4B4F-BD16-707B733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짝의 작품 저장소를 열고 README만 보고 실행 방법을 찾아봅니다. 환경이 되면 받아서 실행합니다. 실행하지 않았으면 문서 검토라고 적습니다.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5B6BE-0436-4C4A-80D9-72E43E4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좋았던 기능 하나와 구체적으로 개선할 점 하나를 고릅니다.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C5565-EE74-44E6-B210-537022A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Issues → New issue에서 제목과 본문을 작성합니다. Issues가 꺼져 있으면 짝에게 메모로 전달합니다.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229F3-09C5-4E3C-A942-A2A0AEA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48768f9d90794088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FEAFA-3C09-4051-BA66-5E08B03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106 / 124</a:t>
            </a:r>
          </a:p>
        </p:txBody>
      </p:sp>
    </p:spTree>
    <p:extLst>
      <p:ext uri="{BB962C8B-B14F-4D97-AF65-F5344CB8AC3E}">
        <p14:creationId xmlns:p14="http://schemas.microsoft.com/office/powerpoint/2010/main" val="1736327564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41D6B-94B7-452F-9885-4BE0883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BE9BE-8EEF-418D-8E8C-5A6E22D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1368A-B37A-4D56-A260-B34153BA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기대한 결과·실제로 본 결과·재현 순서를 나누고 Create로 등록합니다. 실제로 확인한 것만 적습니다.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DDDE8-9F2F-4EC5-A700-F8E2E81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ebd9f350deb4781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10468-7407-46C2-A1EE-103A1E4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107 / 124</a:t>
            </a:r>
          </a:p>
        </p:txBody>
      </p:sp>
    </p:spTree>
    <p:extLst>
      <p:ext uri="{BB962C8B-B14F-4D97-AF65-F5344CB8AC3E}">
        <p14:creationId xmlns:p14="http://schemas.microsoft.com/office/powerpoint/2010/main" val="103864831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7CD16-308C-4BC6-B47F-C22DE37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5F59F-BA47-4F85-AA2B-F69D46B2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5856C-2D69-4AC5-8B18-D8A1D2C1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제목: 실행 폴더 안내를 추가해 주세요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확인한 것: README를 읽었습니다.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기대한 결과: 명령을 입력할 폴더를 알 수 있음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현재 내용: python main.py만 적혀 있음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제안: main.py가 있는 폴더에서 실행한다고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67A77-8165-478B-9B98-B1594E7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962347dd61fe4c9e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F4B6B-B0BE-44AD-9615-75AF294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108 / 124</a:t>
            </a:r>
          </a:p>
        </p:txBody>
      </p:sp>
    </p:spTree>
    <p:extLst>
      <p:ext uri="{BB962C8B-B14F-4D97-AF65-F5344CB8AC3E}">
        <p14:creationId xmlns:p14="http://schemas.microsoft.com/office/powerpoint/2010/main" val="530598538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68A86-508A-41BC-AA75-C15D42CC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84610-B864-49B3-B1CF-845216C5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공식 화면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B033A-AAEB-4443-A7BE-5638640DD4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58e430bae4aee"/>
          <a:stretch xmlns:a="http://schemas.openxmlformats.org/drawingml/2006/main"/>
        </p:blipFill>
        <p:spPr>
          <a:xfrm xmlns:a="http://schemas.openxmlformats.org/drawingml/2006/main">
            <a:off x="3381584" y="1762125"/>
            <a:ext cx="5428833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A9FBB-E3AD-4CE8-83A4-BA0B2B2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공식 안내 화면의 메뉴 이름을 내 화면에서 찾아보세요.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2244-C137-4083-AEB2-1D26B07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fcfa62d95fa94f1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3F8FB-E06E-4D78-A5DB-2E5AD1BB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109 / 124</a:t>
            </a:r>
          </a:p>
        </p:txBody>
      </p:sp>
    </p:spTree>
    <p:extLst>
      <p:ext uri="{BB962C8B-B14F-4D97-AF65-F5344CB8AC3E}">
        <p14:creationId xmlns:p14="http://schemas.microsoft.com/office/powerpoint/2010/main" val="212075333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D1495-3970-4956-8D62-38702DCD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FB758-A339-46B6-A44D-1EAE3384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DA7C9-C7F3-421B-A95C-2DDE928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짝이 이해할 수 있는 개선 제안 한 개를 남깁니다.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E5C1-2E7D-49DC-BB99-37ADC1D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권한이나 Issues가 없으면 익명 우회 대신 짝에게 안내합니다. 원인 추정과 직접 확인한 사실을 구별합니다.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E2AB1-645D-43FA-A543-FAEDEF0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91f9b0ab47a4e0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F5E3A-475B-4B23-AAF8-5296804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110 / 124</a:t>
            </a:r>
          </a:p>
        </p:txBody>
      </p:sp>
    </p:spTree>
    <p:extLst>
      <p:ext uri="{BB962C8B-B14F-4D97-AF65-F5344CB8AC3E}">
        <p14:creationId xmlns:p14="http://schemas.microsoft.com/office/powerpoint/2010/main" val="34530557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86610-8103-4B5B-B3AA-F17BBBA0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DC0C9-AEFA-4659-823C-6ADB5B8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짝의 작품에 개선 제안 남기기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A9965-257E-47B5-9BEA-3C0EC3A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“안 돼요”만 적으면 충분할까요?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4971B-216C-4D78-943C-819D20C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어떤 입력과 순서에서 무엇이 보였는지 있어야 상대가 다시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95AF4-A162-4666-9E0D-9EF363B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111 / 124</a:t>
            </a:r>
          </a:p>
        </p:txBody>
      </p:sp>
    </p:spTree>
    <p:extLst>
      <p:ext uri="{BB962C8B-B14F-4D97-AF65-F5344CB8AC3E}">
        <p14:creationId xmlns:p14="http://schemas.microsoft.com/office/powerpoint/2010/main" val="82664747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B046D-F850-40C6-AD38-595CA0D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D311E-7C8E-42B4-8812-F5B5AFDC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3AC01-5EC0-4F00-955D-4CB1302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브랜치는 기존 기록에서 갈라져 변경을 따로 작업하는 흐름입니다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6E4D4-5983-450A-919D-01777761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PR(Pull Request)은 그 변경을 합치기 전에 비교하고 의견을 나누는 제안입니다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9F36F-21EC-4044-9D80-91C94FC9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오늘은 자기 저장소에서 브랜치를 만들고 짝이 검토합니다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BB272-361D-48BC-8513-03D08FA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상대 저장소에 직접 쓸 권한은 필요하지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F04E-59C4-43D6-A087-169FC82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d96e13b9de84f97"/>
              </a:rPr>
              <a:t>공식 안내 열기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0957D-8243-48B1-942E-DDFC52E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112 / 124</a:t>
            </a:r>
          </a:p>
        </p:txBody>
      </p:sp>
    </p:spTree>
    <p:extLst>
      <p:ext uri="{BB962C8B-B14F-4D97-AF65-F5344CB8AC3E}">
        <p14:creationId xmlns:p14="http://schemas.microsoft.com/office/powerpoint/2010/main" val="99991302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C8DD-6B9D-4C01-ADEA-388B5FE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3AD8A-A96B-4124-8156-F5B77823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7C67-4A12-41D7-80E4-A1448F2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내 작품 저장소를 Desktop에서 선택하고 Current branch → New branch로 docs-improve를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A54DF-1163-46C9-8F89-72FA425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짝의 제안을 반영해 README 한 단락을 고칩니다. 저장하고 diff를 확인한 뒤 이 브랜치에 커밋합니다.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8AB1-7616-4615-86F8-C118D63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Publish branch 또는 Push origin으로 브랜치를 보냅니다. Create Pull Request/Preview Pull Request를 열어 GitHub 화면으로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91383-2854-4BB7-B3E1-98884B54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804ae75ba564a61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95DE7-E820-46C8-BC66-6414AC6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113 / 124</a:t>
            </a:r>
          </a:p>
        </p:txBody>
      </p:sp>
    </p:spTree>
    <p:extLst>
      <p:ext uri="{BB962C8B-B14F-4D97-AF65-F5344CB8AC3E}">
        <p14:creationId xmlns:p14="http://schemas.microsoft.com/office/powerpoint/2010/main" val="2088842731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7FE33-DEA2-4BC6-8C59-1015F58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8D767-361E-4545-A99B-2FF81495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C4773-44A8-4766-B5F7-90D2F93E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base가 main, compare가 docs-improve인지 확인합니다. 기본 브랜치 이름이 다르면 실제 이름을 선택합니다.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12E32-5A85-4565-9744-96279B2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제목에 바뀐 목적, 본문에 문제·변경·확인 내용을 적고 PR을 만듭니다. 짝은 Files changed를 읽고 댓글을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26F7C-50AD-4A47-A4CA-B006E4A6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6. 내가 변경 내용을 확인하고 Merge pull request를 실행합니다. Desktop에서 main으로 돌아가 Fetch/Pull하여 병합된 README를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FB038-28C3-47D5-89D8-171AF46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d51cf154f1244d33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112E0-F2FD-47D2-8DBE-E41D079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114 / 124</a:t>
            </a:r>
          </a:p>
        </p:txBody>
      </p:sp>
    </p:spTree>
    <p:extLst>
      <p:ext uri="{BB962C8B-B14F-4D97-AF65-F5344CB8AC3E}">
        <p14:creationId xmlns:p14="http://schemas.microsoft.com/office/powerpoint/2010/main" val="503940529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732C4-32E7-421C-9FB8-CFDD9A2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77FF8-2907-4CC0-9D84-57D24795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 ·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30B5E-F723-446D-8E66-3E16046A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제목: 실행 위치와 예제 입력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문제: README에 실행 폴더가 없었습니다.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변경: 실행 위치와 예제 입력을 추가했습니다.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확인: 파일명과 명령을 대조했습니다.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프로그램 실행 여부는 직접 확인한 범위만 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17013-9BD7-4369-9601-C6E5E05C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2b68635a31442b0"/>
              </a:rPr>
              <a:t>공식 안내 열기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E1274-1902-4CF3-A18A-D3FACDF7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115 / 124</a:t>
            </a:r>
          </a:p>
        </p:txBody>
      </p:sp>
    </p:spTree>
    <p:extLst>
      <p:ext uri="{BB962C8B-B14F-4D97-AF65-F5344CB8AC3E}">
        <p14:creationId xmlns:p14="http://schemas.microsoft.com/office/powerpoint/2010/main" val="1732089354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D82D8-74E8-4D66-87F5-7B669E8A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F6A80-16C7-4AED-8305-0479B063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PR이 안 만들어질 때 · 같은 브랜치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AC500-8D7E-4A26-ABA5-A8AA4DB3A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75b7cb0974b30"/>
          <a:stretch xmlns:a="http://schemas.openxmlformats.org/drawingml/2006/main"/>
        </p:blipFill>
        <p:spPr>
          <a:xfrm xmlns:a="http://schemas.openxmlformats.org/drawingml/2006/main">
            <a:off x="647700" y="2570828"/>
            <a:ext cx="10896600" cy="202114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9473C-BD08-4262-965E-3405B723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base와 compare가 둘 다 main입니다. compare를 내 작업 브랜치로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05476-C808-4EEA-8398-422C6BF0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8ea57317a6594b6e"/>
              </a:rPr>
              <a:t>GitHub 예시 화면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C0FF-CC3D-4C2F-A2F3-026CC157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116 / 124</a:t>
            </a:r>
          </a:p>
        </p:txBody>
      </p:sp>
    </p:spTree>
    <p:extLst>
      <p:ext uri="{BB962C8B-B14F-4D97-AF65-F5344CB8AC3E}">
        <p14:creationId xmlns:p14="http://schemas.microsoft.com/office/powerpoint/2010/main" val="62899858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37364-0D81-4884-93EB-7C5CB71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652A0-5A03-4588-81B8-94FB63D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A30D2-C892-4703-8C2E-AA71377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브랜치 변경·PR·검토 의견·병합 결과를 연결해 볼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E87DA-1D20-4EE3-B73E-EB065813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변경 없음이면 브랜치 선택과 커밋·push를 확인합니다. 충돌이면 양쪽 의도를 비교하고 표식을 해결한 뒤 커밋합니다. 시간이 부족하면 PR까지 남기고 병합은 해설을 따라 마무리합니다.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58D40-D41E-4C63-B99F-9E331B59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9c5981974d084e01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2B29B-17D4-4FFE-8193-ED3D1A1E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117 / 124</a:t>
            </a:r>
          </a:p>
        </p:txBody>
      </p:sp>
    </p:spTree>
    <p:extLst>
      <p:ext uri="{BB962C8B-B14F-4D97-AF65-F5344CB8AC3E}">
        <p14:creationId xmlns:p14="http://schemas.microsoft.com/office/powerpoint/2010/main" val="22068879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76C14-AADA-4008-B55E-F0B9A176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5A434-8782-4463-A7DF-4F1FF8C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브랜치에서 수정하고 PR·병합하기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B3B9E-BF8E-4856-BBFC-8DE2AC9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브랜치를 만들면 PR도 자동으로 생기나요?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0B8B0-23B3-4F41-99A9-0740819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아닙니다. 변경을 기록하고 공유한 뒤 PR을 따로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ACEA0-659B-443A-B2A9-AB1DE76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118 / 124</a:t>
            </a:r>
          </a:p>
        </p:txBody>
      </p:sp>
    </p:spTree>
    <p:extLst>
      <p:ext uri="{BB962C8B-B14F-4D97-AF65-F5344CB8AC3E}">
        <p14:creationId xmlns:p14="http://schemas.microsoft.com/office/powerpoint/2010/main" val="212209706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279F8-FA66-4DAC-9FC8-F3C1992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00766-134E-49AB-95C4-EB7F782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다시 받아 실행하고 오늘 결과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22AF5-9076-491C-9324-EF857D2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 폴더에서는 우연히 다른 파일 덕분에 동작할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F76D0-5596-4454-A198-6CAA5ED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새 폴더로 받아 실행하면 필요한 파일과 안내가 빠졌는지 확인할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6D6DA-99A8-4BAA-8DA6-EE6F0295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새 폴더는 기존 작업 폴더를 덮어쓰지 않는 다른 위치로 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E020C-E147-4938-83BE-CB8CA404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7e91c3359d54cba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558A6-2285-4EA8-AB1F-BA2DD83E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119 / 124</a:t>
            </a:r>
          </a:p>
        </p:txBody>
      </p:sp>
    </p:spTree>
    <p:extLst>
      <p:ext uri="{BB962C8B-B14F-4D97-AF65-F5344CB8AC3E}">
        <p14:creationId xmlns:p14="http://schemas.microsoft.com/office/powerpoint/2010/main" val="169414635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25BF3-8024-4343-AB89-242F45B0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58B49-0A91-4F39-B3D5-CA04907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다시 받아 실행하고 오늘 결과 확인 · 따라 하기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CE7C3-9301-4318-8B5D-ECBEEEE0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1. 작품을 별도 GitPractice-check 폴더에 clone합니다. Desktop에서 같은 이름이 헷갈리면 Local path를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F2B5-0528-4A16-8CE7-224309D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2. README만 보고 파일 위치·실행 명령·필요한 자료를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E1641-59B7-49BD-89DA-7E484EE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518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3. 프로그램을 실행하고 정상 입력·빈 입력·다른 입력을 각각 시험합니다. 필요한 파일이 없다면 원래 저장소에 추가하고 커밋/push합니다.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554C-84FC-4B09-BBDC-0CA41FC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043cc12de8e40bd"/>
              </a:rPr>
              <a:t>공식 안내 열기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BF58F-38E3-4395-B36C-C3B23AF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120 / 124</a:t>
            </a:r>
          </a:p>
        </p:txBody>
      </p:sp>
    </p:spTree>
    <p:extLst>
      <p:ext uri="{BB962C8B-B14F-4D97-AF65-F5344CB8AC3E}">
        <p14:creationId xmlns:p14="http://schemas.microsoft.com/office/powerpoint/2010/main" val="60423513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5841-9883-4A2B-8766-EF8BEA9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4A53-C170-404A-9ECD-862C46FE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다시 받아 실행하고 오늘 결과 확인 · 따라 하기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0DE0A-3193-4997-B9AD-0FF0EE8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4. 프로필 링크·배지·GIF, 작품 README, 커밋 두 개 이상, PR 주소를 자기 점검표에 적습니다. 비밀번호·이메일 인증 코드는 적지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BD2AE-520E-415D-823C-84FAAF3D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1770"/>
            <a:ext cx="10896600" cy="750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5. 수업 종료 전 커밋과 push 여부를 확인합니다. 공용 PC에서는 계정 로그아웃과 기관의 파일 보관 지침을 따릅니다.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CA9FD-66C1-49DB-8039-A44B473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c29765a078fe43c2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889B2-F990-4C29-ABB2-55FE98C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121 / 124</a:t>
            </a:r>
          </a:p>
        </p:txBody>
      </p:sp>
    </p:spTree>
    <p:extLst>
      <p:ext uri="{BB962C8B-B14F-4D97-AF65-F5344CB8AC3E}">
        <p14:creationId xmlns:p14="http://schemas.microsoft.com/office/powerpoint/2010/main" val="210622450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57F6-B3BC-42F2-B363-F2CE1094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F4212-7619-4806-8668-21D3F27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다시 받아 실행하고 오늘 결과 확인 · 확인과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20A59-6198-43D1-BD53-1D55CA1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새 위치에서도 실행할 수 있는 작품과 프로필 주소가 남습니다.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E3DF7-7CD3-4DCD-9B32-160FFED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clone 목적지가 비어 있지 않다는 오류면 다른 새 폴더를 고릅니다. 원래 폴더를 지워 해결하지 않습니다. 실행이 막히면 오류 메시지와 시도한 명령을 기록합니다.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DC7D5-B4BE-48E9-91E4-214D7C2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hlinkClick xmlns:r="http://schemas.openxmlformats.org/officeDocument/2006/relationships" r:id="R73559334bf854013"/>
              </a:rPr>
              <a:t>공식 안내 열기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01102-272D-442B-8B19-0498AE1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122 / 124</a:t>
            </a:r>
          </a:p>
        </p:txBody>
      </p:sp>
    </p:spTree>
    <p:extLst>
      <p:ext uri="{BB962C8B-B14F-4D97-AF65-F5344CB8AC3E}">
        <p14:creationId xmlns:p14="http://schemas.microsoft.com/office/powerpoint/2010/main" val="924843996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77377-B04B-4989-A58D-885AD65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6교시 ·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DD8C-E2DC-49C1-AF61-B8F1FD7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다시 받아 실행하고 오늘 결과 확인 · 확인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58F2-2279-4366-A1F1-BDA915B4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내 PC에서 실행됐다는 사실만으로 전달이 끝났을까요?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4A47E-0EEC-4A7E-BC36-9DE3B26B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1740"/>
            <a:ext cx="10896600" cy="887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받은 사람이 필요한 파일과 안내로 다시 실행할 수 있는지도 확인해야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B7592-ED68-4C33-A241-53B898E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123 / 124</a:t>
            </a:r>
          </a:p>
        </p:txBody>
      </p:sp>
    </p:spTree>
    <p:extLst>
      <p:ext uri="{BB962C8B-B14F-4D97-AF65-F5344CB8AC3E}">
        <p14:creationId xmlns:p14="http://schemas.microsoft.com/office/powerpoint/2010/main" val="194506712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625E7-D910-4C34-B52E-ACA1B4A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75"/>
                </a:solidFill>
                <a:latin typeface="Malgun Gothic"/>
                <a:ea typeface="Malgun Gothic"/>
                <a:cs typeface="Malgun Gothic"/>
              </a:rPr>
              <a:t>Git/GitHub · 10월 16일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6298-00C2-43B9-BFA8-F6CF1F5E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새 위치에서 작품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C043C-EDDB-4F06-810B-3BCD1E3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프로필 → 작품 링크 → README → 실행 순서로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72FF0-525D-4B49-8150-6028D786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내가 실제로 시험한 입력과 결과를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14569-5B58-4F85-B3B3-BC8AB61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72F"/>
                </a:solidFill>
                <a:latin typeface="Malgun Gothic"/>
                <a:ea typeface="Malgun Gothic"/>
                <a:cs typeface="Malgun Gothic"/>
              </a:rPr>
              <a:t>저장·커밋·push 상태를 확인하고 수업을 마칩니다.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17782-2673-4769-B9BB-296945C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7065"/>
                </a:solidFill>
                <a:latin typeface="Malgun Gothic"/>
                <a:ea typeface="Malgun Gothic"/>
                <a:cs typeface="Malgun Gothic"/>
              </a:rPr>
              <a:t>124 / 124</a:t>
            </a:r>
          </a:p>
        </p:txBody>
      </p:sp>
    </p:spTree>
    <p:extLst>
      <p:ext uri="{BB962C8B-B14F-4D97-AF65-F5344CB8AC3E}">
        <p14:creationId xmlns:p14="http://schemas.microsoft.com/office/powerpoint/2010/main" val="1672333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2026-10-15T13:52:14.5720000Z</dcterms:created>
  <dcterms:modified xsi:type="dcterms:W3CDTF">2026-10-15T13:52:14.5720000Z</dcterms:modified>
</coreProperties>
</file>