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9212a8f86bb74574" /><ns0:Relationship Type="http://schemas.openxmlformats.org/officeDocument/2006/relationships/extended-properties" Target="/docProps/app.xml" Id="R911ff48cee404a2f" /><ns0:Relationship Type="http://schemas.openxmlformats.org/officeDocument/2006/relationships/officeDocument" Target="/ppt/presentation.xml" Id="Rad23f5d0e3424a07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9899806b054648e6"/>
  </ns0:sldMasterIdLst>
  <ns0:sldIdLst>
    <ns0:sldId id="256" ns1:id="R8493af0189664e93"/>
    <ns0:sldId id="257" ns1:id="R2e42dd849980447d"/>
    <ns0:sldId id="258" ns1:id="R4915082bb891457a"/>
    <ns0:sldId id="259" ns1:id="R7e4d0f28794b404b"/>
    <ns0:sldId id="260" ns1:id="Rd0b4637851e847f2"/>
    <ns0:sldId id="261" ns1:id="R4730f2787f124b05"/>
    <ns0:sldId id="262" ns1:id="Rc499256b1c3640ee"/>
    <ns0:sldId id="263" ns1:id="Rc9df4528735c4902"/>
    <ns0:sldId id="264" ns1:id="R4a4c91da34bb4be4"/>
    <ns0:sldId id="265" ns1:id="R62e2933509204585"/>
    <ns0:sldId id="266" ns1:id="R7460b81b6ac54bcc"/>
    <ns0:sldId id="267" ns1:id="R8c8f02a933e64f19"/>
    <ns0:sldId id="268" ns1:id="Re3b085e9e7084c29"/>
    <ns0:sldId id="269" ns1:id="R4dae2e0a1d9344fa"/>
    <ns0:sldId id="270" ns1:id="R0d1f30e6b2b34260"/>
    <ns0:sldId id="271" ns1:id="R545a5b4d78e84f0a"/>
    <ns0:sldId id="272" ns1:id="R2cfd81b126b44c78"/>
    <ns0:sldId id="273" ns1:id="Rf5e8ffde96bb4b5d"/>
    <ns0:sldId id="274" ns1:id="R58f3e862bab04865"/>
    <ns0:sldId id="275" ns1:id="R3cbc4e9bf06f4380"/>
    <ns0:sldId id="276" ns1:id="R05634d8261da4e78"/>
    <ns0:sldId id="277" ns1:id="Ra6ba75e195e74e5c"/>
    <ns0:sldId id="278" ns1:id="R8f8aed0ad985479a"/>
    <ns0:sldId id="279" ns1:id="Rbc6f5d13c59a4330"/>
    <ns0:sldId id="280" ns1:id="R90f705f3ed8a41a5"/>
    <ns0:sldId id="281" ns1:id="R0a1a9630ac6c42c4"/>
    <ns0:sldId id="282" ns1:id="R64c4c518985f4177"/>
    <ns0:sldId id="283" ns1:id="R9df123e600944d1e"/>
    <ns0:sldId id="284" ns1:id="Rfba393ed741b48a9"/>
    <ns0:sldId id="285" ns1:id="Rf643abcc1fb24dcf"/>
    <ns0:sldId id="286" ns1:id="R7011ec12be034804"/>
    <ns0:sldId id="287" ns1:id="R4a3ec64e34d54a01"/>
    <ns0:sldId id="288" ns1:id="R2304fa662e4b40ea"/>
    <ns0:sldId id="289" ns1:id="Rbc741385b4ac4413"/>
    <ns0:sldId id="290" ns1:id="Rd417777060c24e8f"/>
    <ns0:sldId id="291" ns1:id="R03571cb7c2c84e26"/>
    <ns0:sldId id="292" ns1:id="Ree2e4858dfdc44db"/>
    <ns0:sldId id="293" ns1:id="R664bdf6d519d4dd4"/>
    <ns0:sldId id="294" ns1:id="R518e1ce6fe0942c3"/>
    <ns0:sldId id="295" ns1:id="R73c8fc1867014367"/>
    <ns0:sldId id="296" ns1:id="Rae96bef93a294a9a"/>
    <ns0:sldId id="297" ns1:id="R80695ab9d27944c2"/>
    <ns0:sldId id="298" ns1:id="Rfe775adfd039430d"/>
    <ns0:sldId id="299" ns1:id="R3962188e314d4b7f"/>
    <ns0:sldId id="300" ns1:id="R158baac75bf242fd"/>
    <ns0:sldId id="301" ns1:id="Ra2c63e1dbb8b4d5c"/>
    <ns0:sldId id="302" ns1:id="R7269e04215944800"/>
    <ns0:sldId id="303" ns1:id="Ra44fe1fd43814b4d"/>
    <ns0:sldId id="304" ns1:id="R7c439b3c4d7c4e75"/>
    <ns0:sldId id="305" ns1:id="R64c4e89ddf224cd1"/>
    <ns0:sldId id="306" ns1:id="R246909fcf9844183"/>
    <ns0:sldId id="307" ns1:id="R3c93819b1c764cd9"/>
    <ns0:sldId id="308" ns1:id="Rcd91b813a292464f"/>
    <ns0:sldId id="309" ns1:id="Re353d3d892fd46d5"/>
    <ns0:sldId id="310" ns1:id="R44e5882b4676431c"/>
    <ns0:sldId id="311" ns1:id="R1d239b6dec6142f2"/>
    <ns0:sldId id="312" ns1:id="Rbe6caf1f124a4d2a"/>
    <ns0:sldId id="313" ns1:id="R9155d4ad6ca14d91"/>
    <ns0:sldId id="314" ns1:id="Raac723ef24b04c98"/>
    <ns0:sldId id="315" ns1:id="Rbc8f92dc26e04233"/>
    <ns0:sldId id="316" ns1:id="Rdd1abdd79f4d4820"/>
    <ns0:sldId id="317" ns1:id="Rf20b3873bc7546a5"/>
    <ns0:sldId id="318" ns1:id="R144a4bd0b1474bad"/>
    <ns0:sldId id="319" ns1:id="R3bb26e99f9514f8b"/>
    <ns0:sldId id="320" ns1:id="R5c3746b75ba04578"/>
    <ns0:sldId id="321" ns1:id="R1d970a17e27b4138"/>
    <ns0:sldId id="322" ns1:id="R44e0a56ecdd94d95"/>
    <ns0:sldId id="323" ns1:id="Rb42a25f50ed04924"/>
    <ns0:sldId id="324" ns1:id="Rff77c8683dd34a50"/>
    <ns0:sldId id="325" ns1:id="Rb3a464d20d8e4d4e"/>
    <ns0:sldId id="326" ns1:id="R6c37a84b3e7a4075"/>
    <ns0:sldId id="327" ns1:id="R25143fd9fd3f4ad6"/>
    <ns0:sldId id="328" ns1:id="R65fe9eecc0284b67"/>
    <ns0:sldId id="329" ns1:id="R8bae84a7c6af4dc8"/>
    <ns0:sldId id="330" ns1:id="R71b30e67e51e49c6"/>
    <ns0:sldId id="331" ns1:id="R1205867504504131"/>
    <ns0:sldId id="332" ns1:id="R7c2e7ca388514e1e"/>
    <ns0:sldId id="333" ns1:id="R93c9a9b96bc04cb8"/>
    <ns0:sldId id="334" ns1:id="R6304762b72ef441b"/>
    <ns0:sldId id="335" ns1:id="Rdb93f4d9c94a4b51"/>
    <ns0:sldId id="336" ns1:id="R2a9483f28c394621"/>
    <ns0:sldId id="337" ns1:id="R220b355e09be43ee"/>
    <ns0:sldId id="338" ns1:id="Rf56d1f01959c4c29"/>
    <ns0:sldId id="339" ns1:id="R8fd5086afed24437"/>
    <ns0:sldId id="340" ns1:id="Rdb1396e252584f71"/>
    <ns0:sldId id="341" ns1:id="Rea8da9a75b1c496f"/>
    <ns0:sldId id="342" ns1:id="Rebca5ba1f6354db4"/>
    <ns0:sldId id="343" ns1:id="Rc8fba4bddf8c49af"/>
    <ns0:sldId id="344" ns1:id="Ref45fad7361b45b1"/>
    <ns0:sldId id="345" ns1:id="R150dfae4f92d4e35"/>
    <ns0:sldId id="346" ns1:id="Rea738a0fe7204d30"/>
    <ns0:sldId id="347" ns1:id="R94247755adc64d0c"/>
    <ns0:sldId id="348" ns1:id="R033b061351924dc3"/>
    <ns0:sldId id="349" ns1:id="Rc367249f994c4a2d"/>
    <ns0:sldId id="350" ns1:id="R0b4d0235f6f24df7"/>
    <ns0:sldId id="351" ns1:id="Reb2e8bcd8a004bf1"/>
    <ns0:sldId id="352" ns1:id="R0003d4092b51423f"/>
    <ns0:sldId id="353" ns1:id="R16f3fe86d85843c3"/>
    <ns0:sldId id="354" ns1:id="Ra8a732f916184be1"/>
    <ns0:sldId id="355" ns1:id="R36393e8ed63e4a31"/>
    <ns0:sldId id="356" ns1:id="Rccf490592ff24a94"/>
    <ns0:sldId id="357" ns1:id="R06380a749f3f4853"/>
    <ns0:sldId id="358" ns1:id="R4d6629b4e4294f37"/>
    <ns0:sldId id="359" ns1:id="R11270184c2844d9f"/>
    <ns0:sldId id="360" ns1:id="R367b34aad1ea4cae"/>
    <ns0:sldId id="361" ns1:id="R0f9cc4e21188447e"/>
    <ns0:sldId id="362" ns1:id="Re33845e44e4448dd"/>
    <ns0:sldId id="363" ns1:id="R4e97a36006b44fc8"/>
    <ns0:sldId id="364" ns1:id="R90792303c869437f"/>
    <ns0:sldId id="365" ns1:id="Rc5260832f76c4601"/>
    <ns0:sldId id="366" ns1:id="R7b48fe4574724e0a"/>
    <ns0:sldId id="367" ns1:id="R31c2dd20aec443db"/>
    <ns0:sldId id="368" ns1:id="R52c660f5135c4efc"/>
    <ns0:sldId id="369" ns1:id="R940b4cc11ae74839"/>
    <ns0:sldId id="370" ns1:id="R918c38046e9348e7"/>
    <ns0:sldId id="371" ns1:id="R5abad789c1864c62"/>
    <ns0:sldId id="372" ns1:id="Rd3d3e15c2b014091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1f12f1e1a584566" /><ns0:Relationship Type="http://schemas.openxmlformats.org/officeDocument/2006/relationships/slideMaster" Target="/ppt/slideMasters/slideMaster1.xml" Id="R9899806b054648e6" /><ns0:Relationship Type="http://schemas.openxmlformats.org/officeDocument/2006/relationships/presProps" Target="/ppt/presProps.xml" Id="R6db9171d367f48c0" /><ns0:Relationship Type="http://schemas.openxmlformats.org/officeDocument/2006/relationships/tableStyles" Target="/ppt/tableStyles.xml" Id="R4533efb94875421e" /><ns0:Relationship Type="http://schemas.openxmlformats.org/officeDocument/2006/relationships/slide" Target="/ppt/slides/slide1.xml" Id="R8493af0189664e93" /><ns0:Relationship Type="http://schemas.openxmlformats.org/officeDocument/2006/relationships/slide" Target="/ppt/slides/slide2.xml" Id="R2e42dd849980447d" /><ns0:Relationship Type="http://schemas.openxmlformats.org/officeDocument/2006/relationships/slide" Target="/ppt/slides/slide3.xml" Id="R4915082bb891457a" /><ns0:Relationship Type="http://schemas.openxmlformats.org/officeDocument/2006/relationships/slide" Target="/ppt/slides/slide4.xml" Id="R7e4d0f28794b404b" /><ns0:Relationship Type="http://schemas.openxmlformats.org/officeDocument/2006/relationships/slide" Target="/ppt/slides/slide5.xml" Id="Rd0b4637851e847f2" /><ns0:Relationship Type="http://schemas.openxmlformats.org/officeDocument/2006/relationships/slide" Target="/ppt/slides/slide6.xml" Id="R4730f2787f124b05" /><ns0:Relationship Type="http://schemas.openxmlformats.org/officeDocument/2006/relationships/slide" Target="/ppt/slides/slide7.xml" Id="Rc499256b1c3640ee" /><ns0:Relationship Type="http://schemas.openxmlformats.org/officeDocument/2006/relationships/slide" Target="/ppt/slides/slide8.xml" Id="Rc9df4528735c4902" /><ns0:Relationship Type="http://schemas.openxmlformats.org/officeDocument/2006/relationships/slide" Target="/ppt/slides/slide9.xml" Id="R4a4c91da34bb4be4" /><ns0:Relationship Type="http://schemas.openxmlformats.org/officeDocument/2006/relationships/slide" Target="/ppt/slides/slide10.xml" Id="R62e2933509204585" /><ns0:Relationship Type="http://schemas.openxmlformats.org/officeDocument/2006/relationships/slide" Target="/ppt/slides/slide11.xml" Id="R7460b81b6ac54bcc" /><ns0:Relationship Type="http://schemas.openxmlformats.org/officeDocument/2006/relationships/slide" Target="/ppt/slides/slide12.xml" Id="R8c8f02a933e64f19" /><ns0:Relationship Type="http://schemas.openxmlformats.org/officeDocument/2006/relationships/slide" Target="/ppt/slides/slide13.xml" Id="Re3b085e9e7084c29" /><ns0:Relationship Type="http://schemas.openxmlformats.org/officeDocument/2006/relationships/slide" Target="/ppt/slides/slide14.xml" Id="R4dae2e0a1d9344fa" /><ns0:Relationship Type="http://schemas.openxmlformats.org/officeDocument/2006/relationships/slide" Target="/ppt/slides/slide15.xml" Id="R0d1f30e6b2b34260" /><ns0:Relationship Type="http://schemas.openxmlformats.org/officeDocument/2006/relationships/slide" Target="/ppt/slides/slide16.xml" Id="R545a5b4d78e84f0a" /><ns0:Relationship Type="http://schemas.openxmlformats.org/officeDocument/2006/relationships/slide" Target="/ppt/slides/slide17.xml" Id="R2cfd81b126b44c78" /><ns0:Relationship Type="http://schemas.openxmlformats.org/officeDocument/2006/relationships/slide" Target="/ppt/slides/slide18.xml" Id="Rf5e8ffde96bb4b5d" /><ns0:Relationship Type="http://schemas.openxmlformats.org/officeDocument/2006/relationships/slide" Target="/ppt/slides/slide19.xml" Id="R58f3e862bab04865" /><ns0:Relationship Type="http://schemas.openxmlformats.org/officeDocument/2006/relationships/slide" Target="/ppt/slides/slide20.xml" Id="R3cbc4e9bf06f4380" /><ns0:Relationship Type="http://schemas.openxmlformats.org/officeDocument/2006/relationships/slide" Target="/ppt/slides/slide21.xml" Id="R05634d8261da4e78" /><ns0:Relationship Type="http://schemas.openxmlformats.org/officeDocument/2006/relationships/slide" Target="/ppt/slides/slide22.xml" Id="Ra6ba75e195e74e5c" /><ns0:Relationship Type="http://schemas.openxmlformats.org/officeDocument/2006/relationships/slide" Target="/ppt/slides/slide23.xml" Id="R8f8aed0ad985479a" /><ns0:Relationship Type="http://schemas.openxmlformats.org/officeDocument/2006/relationships/slide" Target="/ppt/slides/slide24.xml" Id="Rbc6f5d13c59a4330" /><ns0:Relationship Type="http://schemas.openxmlformats.org/officeDocument/2006/relationships/slide" Target="/ppt/slides/slide25.xml" Id="R90f705f3ed8a41a5" /><ns0:Relationship Type="http://schemas.openxmlformats.org/officeDocument/2006/relationships/slide" Target="/ppt/slides/slide26.xml" Id="R0a1a9630ac6c42c4" /><ns0:Relationship Type="http://schemas.openxmlformats.org/officeDocument/2006/relationships/slide" Target="/ppt/slides/slide27.xml" Id="R64c4c518985f4177" /><ns0:Relationship Type="http://schemas.openxmlformats.org/officeDocument/2006/relationships/slide" Target="/ppt/slides/slide28.xml" Id="R9df123e600944d1e" /><ns0:Relationship Type="http://schemas.openxmlformats.org/officeDocument/2006/relationships/slide" Target="/ppt/slides/slide29.xml" Id="Rfba393ed741b48a9" /><ns0:Relationship Type="http://schemas.openxmlformats.org/officeDocument/2006/relationships/slide" Target="/ppt/slides/slide30.xml" Id="Rf643abcc1fb24dcf" /><ns0:Relationship Type="http://schemas.openxmlformats.org/officeDocument/2006/relationships/slide" Target="/ppt/slides/slide31.xml" Id="R7011ec12be034804" /><ns0:Relationship Type="http://schemas.openxmlformats.org/officeDocument/2006/relationships/slide" Target="/ppt/slides/slide32.xml" Id="R4a3ec64e34d54a01" /><ns0:Relationship Type="http://schemas.openxmlformats.org/officeDocument/2006/relationships/slide" Target="/ppt/slides/slide33.xml" Id="R2304fa662e4b40ea" /><ns0:Relationship Type="http://schemas.openxmlformats.org/officeDocument/2006/relationships/slide" Target="/ppt/slides/slide34.xml" Id="Rbc741385b4ac4413" /><ns0:Relationship Type="http://schemas.openxmlformats.org/officeDocument/2006/relationships/slide" Target="/ppt/slides/slide35.xml" Id="Rd417777060c24e8f" /><ns0:Relationship Type="http://schemas.openxmlformats.org/officeDocument/2006/relationships/slide" Target="/ppt/slides/slide36.xml" Id="R03571cb7c2c84e26" /><ns0:Relationship Type="http://schemas.openxmlformats.org/officeDocument/2006/relationships/slide" Target="/ppt/slides/slide37.xml" Id="Ree2e4858dfdc44db" /><ns0:Relationship Type="http://schemas.openxmlformats.org/officeDocument/2006/relationships/slide" Target="/ppt/slides/slide38.xml" Id="R664bdf6d519d4dd4" /><ns0:Relationship Type="http://schemas.openxmlformats.org/officeDocument/2006/relationships/slide" Target="/ppt/slides/slide39.xml" Id="R518e1ce6fe0942c3" /><ns0:Relationship Type="http://schemas.openxmlformats.org/officeDocument/2006/relationships/slide" Target="/ppt/slides/slide40.xml" Id="R73c8fc1867014367" /><ns0:Relationship Type="http://schemas.openxmlformats.org/officeDocument/2006/relationships/slide" Target="/ppt/slides/slide41.xml" Id="Rae96bef93a294a9a" /><ns0:Relationship Type="http://schemas.openxmlformats.org/officeDocument/2006/relationships/slide" Target="/ppt/slides/slide42.xml" Id="R80695ab9d27944c2" /><ns0:Relationship Type="http://schemas.openxmlformats.org/officeDocument/2006/relationships/slide" Target="/ppt/slides/slide43.xml" Id="Rfe775adfd039430d" /><ns0:Relationship Type="http://schemas.openxmlformats.org/officeDocument/2006/relationships/slide" Target="/ppt/slides/slide44.xml" Id="R3962188e314d4b7f" /><ns0:Relationship Type="http://schemas.openxmlformats.org/officeDocument/2006/relationships/slide" Target="/ppt/slides/slide45.xml" Id="R158baac75bf242fd" /><ns0:Relationship Type="http://schemas.openxmlformats.org/officeDocument/2006/relationships/slide" Target="/ppt/slides/slide46.xml" Id="Ra2c63e1dbb8b4d5c" /><ns0:Relationship Type="http://schemas.openxmlformats.org/officeDocument/2006/relationships/slide" Target="/ppt/slides/slide47.xml" Id="R7269e04215944800" /><ns0:Relationship Type="http://schemas.openxmlformats.org/officeDocument/2006/relationships/slide" Target="/ppt/slides/slide48.xml" Id="Ra44fe1fd43814b4d" /><ns0:Relationship Type="http://schemas.openxmlformats.org/officeDocument/2006/relationships/slide" Target="/ppt/slides/slide49.xml" Id="R7c439b3c4d7c4e75" /><ns0:Relationship Type="http://schemas.openxmlformats.org/officeDocument/2006/relationships/slide" Target="/ppt/slides/slide50.xml" Id="R64c4e89ddf224cd1" /><ns0:Relationship Type="http://schemas.openxmlformats.org/officeDocument/2006/relationships/slide" Target="/ppt/slides/slide51.xml" Id="R246909fcf9844183" /><ns0:Relationship Type="http://schemas.openxmlformats.org/officeDocument/2006/relationships/slide" Target="/ppt/slides/slide52.xml" Id="R3c93819b1c764cd9" /><ns0:Relationship Type="http://schemas.openxmlformats.org/officeDocument/2006/relationships/slide" Target="/ppt/slides/slide53.xml" Id="Rcd91b813a292464f" /><ns0:Relationship Type="http://schemas.openxmlformats.org/officeDocument/2006/relationships/slide" Target="/ppt/slides/slide54.xml" Id="Re353d3d892fd46d5" /><ns0:Relationship Type="http://schemas.openxmlformats.org/officeDocument/2006/relationships/slide" Target="/ppt/slides/slide55.xml" Id="R44e5882b4676431c" /><ns0:Relationship Type="http://schemas.openxmlformats.org/officeDocument/2006/relationships/slide" Target="/ppt/slides/slide56.xml" Id="R1d239b6dec6142f2" /><ns0:Relationship Type="http://schemas.openxmlformats.org/officeDocument/2006/relationships/slide" Target="/ppt/slides/slide57.xml" Id="Rbe6caf1f124a4d2a" /><ns0:Relationship Type="http://schemas.openxmlformats.org/officeDocument/2006/relationships/slide" Target="/ppt/slides/slide58.xml" Id="R9155d4ad6ca14d91" /><ns0:Relationship Type="http://schemas.openxmlformats.org/officeDocument/2006/relationships/slide" Target="/ppt/slides/slide59.xml" Id="Raac723ef24b04c98" /><ns0:Relationship Type="http://schemas.openxmlformats.org/officeDocument/2006/relationships/slide" Target="/ppt/slides/slide60.xml" Id="Rbc8f92dc26e04233" /><ns0:Relationship Type="http://schemas.openxmlformats.org/officeDocument/2006/relationships/slide" Target="/ppt/slides/slide61.xml" Id="Rdd1abdd79f4d4820" /><ns0:Relationship Type="http://schemas.openxmlformats.org/officeDocument/2006/relationships/slide" Target="/ppt/slides/slide62.xml" Id="Rf20b3873bc7546a5" /><ns0:Relationship Type="http://schemas.openxmlformats.org/officeDocument/2006/relationships/slide" Target="/ppt/slides/slide63.xml" Id="R144a4bd0b1474bad" /><ns0:Relationship Type="http://schemas.openxmlformats.org/officeDocument/2006/relationships/slide" Target="/ppt/slides/slide64.xml" Id="R3bb26e99f9514f8b" /><ns0:Relationship Type="http://schemas.openxmlformats.org/officeDocument/2006/relationships/slide" Target="/ppt/slides/slide65.xml" Id="R5c3746b75ba04578" /><ns0:Relationship Type="http://schemas.openxmlformats.org/officeDocument/2006/relationships/slide" Target="/ppt/slides/slide66.xml" Id="R1d970a17e27b4138" /><ns0:Relationship Type="http://schemas.openxmlformats.org/officeDocument/2006/relationships/slide" Target="/ppt/slides/slide67.xml" Id="R44e0a56ecdd94d95" /><ns0:Relationship Type="http://schemas.openxmlformats.org/officeDocument/2006/relationships/slide" Target="/ppt/slides/slide68.xml" Id="Rb42a25f50ed04924" /><ns0:Relationship Type="http://schemas.openxmlformats.org/officeDocument/2006/relationships/slide" Target="/ppt/slides/slide69.xml" Id="Rff77c8683dd34a50" /><ns0:Relationship Type="http://schemas.openxmlformats.org/officeDocument/2006/relationships/slide" Target="/ppt/slides/slide70.xml" Id="Rb3a464d20d8e4d4e" /><ns0:Relationship Type="http://schemas.openxmlformats.org/officeDocument/2006/relationships/slide" Target="/ppt/slides/slide71.xml" Id="R6c37a84b3e7a4075" /><ns0:Relationship Type="http://schemas.openxmlformats.org/officeDocument/2006/relationships/slide" Target="/ppt/slides/slide72.xml" Id="R25143fd9fd3f4ad6" /><ns0:Relationship Type="http://schemas.openxmlformats.org/officeDocument/2006/relationships/slide" Target="/ppt/slides/slide73.xml" Id="R65fe9eecc0284b67" /><ns0:Relationship Type="http://schemas.openxmlformats.org/officeDocument/2006/relationships/slide" Target="/ppt/slides/slide74.xml" Id="R8bae84a7c6af4dc8" /><ns0:Relationship Type="http://schemas.openxmlformats.org/officeDocument/2006/relationships/slide" Target="/ppt/slides/slide75.xml" Id="R71b30e67e51e49c6" /><ns0:Relationship Type="http://schemas.openxmlformats.org/officeDocument/2006/relationships/slide" Target="/ppt/slides/slide76.xml" Id="R1205867504504131" /><ns0:Relationship Type="http://schemas.openxmlformats.org/officeDocument/2006/relationships/slide" Target="/ppt/slides/slide77.xml" Id="R7c2e7ca388514e1e" /><ns0:Relationship Type="http://schemas.openxmlformats.org/officeDocument/2006/relationships/slide" Target="/ppt/slides/slide78.xml" Id="R93c9a9b96bc04cb8" /><ns0:Relationship Type="http://schemas.openxmlformats.org/officeDocument/2006/relationships/slide" Target="/ppt/slides/slide79.xml" Id="R6304762b72ef441b" /><ns0:Relationship Type="http://schemas.openxmlformats.org/officeDocument/2006/relationships/slide" Target="/ppt/slides/slide80.xml" Id="Rdb93f4d9c94a4b51" /><ns0:Relationship Type="http://schemas.openxmlformats.org/officeDocument/2006/relationships/slide" Target="/ppt/slides/slide81.xml" Id="R2a9483f28c394621" /><ns0:Relationship Type="http://schemas.openxmlformats.org/officeDocument/2006/relationships/slide" Target="/ppt/slides/slide82.xml" Id="R220b355e09be43ee" /><ns0:Relationship Type="http://schemas.openxmlformats.org/officeDocument/2006/relationships/slide" Target="/ppt/slides/slide83.xml" Id="Rf56d1f01959c4c29" /><ns0:Relationship Type="http://schemas.openxmlformats.org/officeDocument/2006/relationships/slide" Target="/ppt/slides/slide84.xml" Id="R8fd5086afed24437" /><ns0:Relationship Type="http://schemas.openxmlformats.org/officeDocument/2006/relationships/slide" Target="/ppt/slides/slide85.xml" Id="Rdb1396e252584f71" /><ns0:Relationship Type="http://schemas.openxmlformats.org/officeDocument/2006/relationships/slide" Target="/ppt/slides/slide86.xml" Id="Rea8da9a75b1c496f" /><ns0:Relationship Type="http://schemas.openxmlformats.org/officeDocument/2006/relationships/slide" Target="/ppt/slides/slide87.xml" Id="Rebca5ba1f6354db4" /><ns0:Relationship Type="http://schemas.openxmlformats.org/officeDocument/2006/relationships/slide" Target="/ppt/slides/slide88.xml" Id="Rc8fba4bddf8c49af" /><ns0:Relationship Type="http://schemas.openxmlformats.org/officeDocument/2006/relationships/slide" Target="/ppt/slides/slide89.xml" Id="Ref45fad7361b45b1" /><ns0:Relationship Type="http://schemas.openxmlformats.org/officeDocument/2006/relationships/slide" Target="/ppt/slides/slide90.xml" Id="R150dfae4f92d4e35" /><ns0:Relationship Type="http://schemas.openxmlformats.org/officeDocument/2006/relationships/slide" Target="/ppt/slides/slide91.xml" Id="Rea738a0fe7204d30" /><ns0:Relationship Type="http://schemas.openxmlformats.org/officeDocument/2006/relationships/slide" Target="/ppt/slides/slide92.xml" Id="R94247755adc64d0c" /><ns0:Relationship Type="http://schemas.openxmlformats.org/officeDocument/2006/relationships/slide" Target="/ppt/slides/slide93.xml" Id="R033b061351924dc3" /><ns0:Relationship Type="http://schemas.openxmlformats.org/officeDocument/2006/relationships/slide" Target="/ppt/slides/slide94.xml" Id="Rc367249f994c4a2d" /><ns0:Relationship Type="http://schemas.openxmlformats.org/officeDocument/2006/relationships/slide" Target="/ppt/slides/slide95.xml" Id="R0b4d0235f6f24df7" /><ns0:Relationship Type="http://schemas.openxmlformats.org/officeDocument/2006/relationships/slide" Target="/ppt/slides/slide96.xml" Id="Reb2e8bcd8a004bf1" /><ns0:Relationship Type="http://schemas.openxmlformats.org/officeDocument/2006/relationships/slide" Target="/ppt/slides/slide97.xml" Id="R0003d4092b51423f" /><ns0:Relationship Type="http://schemas.openxmlformats.org/officeDocument/2006/relationships/slide" Target="/ppt/slides/slide98.xml" Id="R16f3fe86d85843c3" /><ns0:Relationship Type="http://schemas.openxmlformats.org/officeDocument/2006/relationships/slide" Target="/ppt/slides/slide99.xml" Id="Ra8a732f916184be1" /><ns0:Relationship Type="http://schemas.openxmlformats.org/officeDocument/2006/relationships/slide" Target="/ppt/slides/slide100.xml" Id="R36393e8ed63e4a31" /><ns0:Relationship Type="http://schemas.openxmlformats.org/officeDocument/2006/relationships/slide" Target="/ppt/slides/slide101.xml" Id="Rccf490592ff24a94" /><ns0:Relationship Type="http://schemas.openxmlformats.org/officeDocument/2006/relationships/slide" Target="/ppt/slides/slide102.xml" Id="R06380a749f3f4853" /><ns0:Relationship Type="http://schemas.openxmlformats.org/officeDocument/2006/relationships/slide" Target="/ppt/slides/slide103.xml" Id="R4d6629b4e4294f37" /><ns0:Relationship Type="http://schemas.openxmlformats.org/officeDocument/2006/relationships/slide" Target="/ppt/slides/slide104.xml" Id="R11270184c2844d9f" /><ns0:Relationship Type="http://schemas.openxmlformats.org/officeDocument/2006/relationships/slide" Target="/ppt/slides/slide105.xml" Id="R367b34aad1ea4cae" /><ns0:Relationship Type="http://schemas.openxmlformats.org/officeDocument/2006/relationships/slide" Target="/ppt/slides/slide106.xml" Id="R0f9cc4e21188447e" /><ns0:Relationship Type="http://schemas.openxmlformats.org/officeDocument/2006/relationships/slide" Target="/ppt/slides/slide107.xml" Id="Re33845e44e4448dd" /><ns0:Relationship Type="http://schemas.openxmlformats.org/officeDocument/2006/relationships/slide" Target="/ppt/slides/slide108.xml" Id="R4e97a36006b44fc8" /><ns0:Relationship Type="http://schemas.openxmlformats.org/officeDocument/2006/relationships/slide" Target="/ppt/slides/slide109.xml" Id="R90792303c869437f" /><ns0:Relationship Type="http://schemas.openxmlformats.org/officeDocument/2006/relationships/slide" Target="/ppt/slides/slide110.xml" Id="Rc5260832f76c4601" /><ns0:Relationship Type="http://schemas.openxmlformats.org/officeDocument/2006/relationships/slide" Target="/ppt/slides/slide111.xml" Id="R7b48fe4574724e0a" /><ns0:Relationship Type="http://schemas.openxmlformats.org/officeDocument/2006/relationships/slide" Target="/ppt/slides/slide112.xml" Id="R31c2dd20aec443db" /><ns0:Relationship Type="http://schemas.openxmlformats.org/officeDocument/2006/relationships/slide" Target="/ppt/slides/slide113.xml" Id="R52c660f5135c4efc" /><ns0:Relationship Type="http://schemas.openxmlformats.org/officeDocument/2006/relationships/slide" Target="/ppt/slides/slide114.xml" Id="R940b4cc11ae74839" /><ns0:Relationship Type="http://schemas.openxmlformats.org/officeDocument/2006/relationships/slide" Target="/ppt/slides/slide115.xml" Id="R918c38046e9348e7" /><ns0:Relationship Type="http://schemas.openxmlformats.org/officeDocument/2006/relationships/slide" Target="/ppt/slides/slide116.xml" Id="R5abad789c1864c62" /><ns0:Relationship Type="http://schemas.openxmlformats.org/officeDocument/2006/relationships/slide" Target="/ppt/slides/slide117.xml" Id="Rd3d3e15c2b014091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b1894e7207840ab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556da8dc6ba2431e" /><ns0:Relationship Type="http://schemas.openxmlformats.org/officeDocument/2006/relationships/slideLayout" Target="/ppt/slideLayouts/slideLayout1.xml" Id="R1b859e6c64574e5e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859e6c64574e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0ba80f91534b50" /><ns0:Relationship Type="http://schemas.openxmlformats.org/officeDocument/2006/relationships/image" Target="/ppt/media/image.png" Id="R15b5ba7e72424942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87157fd8f14327" /><ns0:Relationship Type="http://schemas.openxmlformats.org/officeDocument/2006/relationships/image" Target="/ppt/media/image2.png" Id="Rb9a8cbe0c8ac4833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f9225158794c21" /><ns0:Relationship Type="http://schemas.openxmlformats.org/officeDocument/2006/relationships/image" Target="../media/image2.png" Id="R352290a6766a4e30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2c457c562f49d2" /><ns0:Relationship Type="http://schemas.openxmlformats.org/officeDocument/2006/relationships/image" Target="../media/image2.png" Id="R1818b3a32ac147f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ed1e557c254f9f" /><ns0:Relationship Type="http://schemas.openxmlformats.org/officeDocument/2006/relationships/image" Target="../media/image.png" Id="R1bb5ea9efcf0418e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e9dfd86c235410b" /><ns0:Relationship Type="http://schemas.openxmlformats.org/officeDocument/2006/relationships/image" Target="../media/image2.png" Id="R5b5bb93f79774be9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48e66e8c6a450b" /><ns0:Relationship Type="http://schemas.openxmlformats.org/officeDocument/2006/relationships/image" Target="../media/image2.png" Id="R4d93f5940ed440b8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957bb3a25f4640" /><ns0:Relationship Type="http://schemas.openxmlformats.org/officeDocument/2006/relationships/image" Target="../media/image2.png" Id="Rc6806dc076ed4e8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6e4b205907414e" /><ns0:Relationship Type="http://schemas.openxmlformats.org/officeDocument/2006/relationships/image" Target="../media/image2.png" Id="R40c3f9bc2d9c4340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21461041894d27" /><ns0:Relationship Type="http://schemas.openxmlformats.org/officeDocument/2006/relationships/image" Target="../media/image2.png" Id="R7c9ea80b16b74341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331b90657c490d" /><ns0:Relationship Type="http://schemas.openxmlformats.org/officeDocument/2006/relationships/image" Target="../media/image2.png" Id="Re8ae0e37c23246a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d5a67044d64ad0" /><ns0:Relationship Type="http://schemas.openxmlformats.org/officeDocument/2006/relationships/image" Target="../media/image2.png" Id="R0abad6e69e5245f7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73e1292f5e4cb7" /><ns0:Relationship Type="http://schemas.openxmlformats.org/officeDocument/2006/relationships/image" Target="../media/image2.png" Id="Rd17a207134574a5a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d2834795de44e3" /><ns0:Relationship Type="http://schemas.openxmlformats.org/officeDocument/2006/relationships/image" Target="../media/image2.png" Id="R30316b5afe864bf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edc1190c7149c6" /><ns0:Relationship Type="http://schemas.openxmlformats.org/officeDocument/2006/relationships/image" Target="../media/image2.png" Id="Rfb182cd8fc494e9f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3674bcfa9740b5" /><ns0:Relationship Type="http://schemas.openxmlformats.org/officeDocument/2006/relationships/image" Target="../media/image2.png" Id="R0e669622f6c2427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ce23ab56874ad8" /><ns0:Relationship Type="http://schemas.openxmlformats.org/officeDocument/2006/relationships/image" Target="../media/image2.png" Id="R143ddb99a27942d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3bc0fb3c80495f" /><ns0:Relationship Type="http://schemas.openxmlformats.org/officeDocument/2006/relationships/image" Target="../media/image2.png" Id="Rc5d8cc9f57234d03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c0a0375d2504fa5" /><ns0:Relationship Type="http://schemas.openxmlformats.org/officeDocument/2006/relationships/image" Target="../media/image2.png" Id="R687fcc49791c483b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cebcc00791440a" /><ns0:Relationship Type="http://schemas.openxmlformats.org/officeDocument/2006/relationships/image" Target="../media/image.png" Id="Rf4b08ba3969d44f8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e6906c24994c43" /><ns0:Relationship Type="http://schemas.openxmlformats.org/officeDocument/2006/relationships/image" Target="../media/image2.png" Id="R25f49e7182254f50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1107948a8c40a1" /><ns0:Relationship Type="http://schemas.openxmlformats.org/officeDocument/2006/relationships/image" Target="../media/image.png" Id="R0f933bdbffbc4201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fd05e2c6784bad" /><ns0:Relationship Type="http://schemas.openxmlformats.org/officeDocument/2006/relationships/image" Target="../media/image2.png" Id="R53295ee00de4425f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5fddde8335453d" /><ns0:Relationship Type="http://schemas.openxmlformats.org/officeDocument/2006/relationships/image" Target="../media/image2.png" Id="R5de4b27cd7754fc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5ec9d669e34da7" /><ns0:Relationship Type="http://schemas.openxmlformats.org/officeDocument/2006/relationships/image" Target="../media/image2.png" Id="R75f65ae406ca4e84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7b81d9efe02473a" /><ns0:Relationship Type="http://schemas.openxmlformats.org/officeDocument/2006/relationships/image" Target="../media/image2.png" Id="Rc068bcfd972742e8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b3b47ba652420a" /><ns0:Relationship Type="http://schemas.openxmlformats.org/officeDocument/2006/relationships/image" Target="../media/image2.png" Id="R5a39aa7079474a61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86d848b2a1467a" /><ns0:Relationship Type="http://schemas.openxmlformats.org/officeDocument/2006/relationships/image" Target="../media/image2.png" Id="R1138bd7ec3544f3c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9d7cf41d5c4877" /><ns0:Relationship Type="http://schemas.openxmlformats.org/officeDocument/2006/relationships/image" Target="../media/image2.png" Id="R2103417acf6e483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0ee66ccd0a40a0" /><ns0:Relationship Type="http://schemas.openxmlformats.org/officeDocument/2006/relationships/image" Target="../media/image2.png" Id="R2a45538fbb344fd4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f02d09a78448b4" /><ns0:Relationship Type="http://schemas.openxmlformats.org/officeDocument/2006/relationships/image" Target="../media/image2.png" Id="R4eca9d3e02324c6d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b060539ba742fa" /><ns0:Relationship Type="http://schemas.openxmlformats.org/officeDocument/2006/relationships/image" Target="../media/image2.png" Id="R18deb60cf3ba4c73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8afa37e0b44433" /><ns0:Relationship Type="http://schemas.openxmlformats.org/officeDocument/2006/relationships/image" Target="../media/image2.png" Id="Rb05f478f45e4468c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07cc00842c45e0" /><ns0:Relationship Type="http://schemas.openxmlformats.org/officeDocument/2006/relationships/image" Target="../media/image2.png" Id="Rac7b84be8ecc4d9c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32ce4a4f144bc1" /><ns0:Relationship Type="http://schemas.openxmlformats.org/officeDocument/2006/relationships/image" Target="../media/image2.png" Id="R1c9906058397446a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5920022ee44a44" /><ns0:Relationship Type="http://schemas.openxmlformats.org/officeDocument/2006/relationships/image" Target="../media/image.png" Id="Rd6861336446b4b09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bd05f29cd247af" /><ns0:Relationship Type="http://schemas.openxmlformats.org/officeDocument/2006/relationships/image" Target="../media/image2.png" Id="Rb57948b423494b2a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7c631b57e94724" /><ns0:Relationship Type="http://schemas.openxmlformats.org/officeDocument/2006/relationships/image" Target="../media/image2.png" Id="R50b1f50156ac45a8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89db1972c949cd" /><ns0:Relationship Type="http://schemas.openxmlformats.org/officeDocument/2006/relationships/image" Target="../media/image2.png" Id="R5b2887190d6b47be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097929b49f4fae" /><ns0:Relationship Type="http://schemas.openxmlformats.org/officeDocument/2006/relationships/image" Target="../media/image2.png" Id="R979de1ade87b4f1f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1763f941a34e0a" /><ns0:Relationship Type="http://schemas.openxmlformats.org/officeDocument/2006/relationships/image" Target="../media/image.png" Id="Rc47f3a97fed74757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b0aa580a2a483b" /><ns0:Relationship Type="http://schemas.openxmlformats.org/officeDocument/2006/relationships/image" Target="../media/image2.png" Id="R90f7a9c5285444d0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5215421fc9e417e" /><ns0:Relationship Type="http://schemas.openxmlformats.org/officeDocument/2006/relationships/image" Target="../media/image.png" Id="Rb032a29804c942f7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bbb80321a34b62" /><ns0:Relationship Type="http://schemas.openxmlformats.org/officeDocument/2006/relationships/image" Target="../media/image2.png" Id="Rb2ee09d3a2f3436b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319f6007d54db0" /><ns0:Relationship Type="http://schemas.openxmlformats.org/officeDocument/2006/relationships/image" Target="../media/image2.png" Id="R263445f488d7472e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b0469af78c4c57" /><ns0:Relationship Type="http://schemas.openxmlformats.org/officeDocument/2006/relationships/image" Target="../media/image2.png" Id="R8e712b4e66624241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cfce18b01d4551" /><ns0:Relationship Type="http://schemas.openxmlformats.org/officeDocument/2006/relationships/image" Target="../media/image2.png" Id="R83f649c88d21453a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509c40091442f8" /><ns0:Relationship Type="http://schemas.openxmlformats.org/officeDocument/2006/relationships/image" Target="../media/image2.png" Id="R699bf35431614bfc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f2b20c29224622" /><ns0:Relationship Type="http://schemas.openxmlformats.org/officeDocument/2006/relationships/image" Target="../media/image2.png" Id="R7bca65db0dac4600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6ed1e262e04968" /><ns0:Relationship Type="http://schemas.openxmlformats.org/officeDocument/2006/relationships/image" Target="../media/image.png" Id="R0f165e68332a4a52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13845c51554f64" /><ns0:Relationship Type="http://schemas.openxmlformats.org/officeDocument/2006/relationships/image" Target="../media/image2.png" Id="R422c07153f98475f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a5a4baef0249f7" /><ns0:Relationship Type="http://schemas.openxmlformats.org/officeDocument/2006/relationships/image" Target="../media/image2.png" Id="R5a4f7e9ff3034719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75369ea0424da9" /><ns0:Relationship Type="http://schemas.openxmlformats.org/officeDocument/2006/relationships/image" Target="../media/image2.png" Id="R17fb341527b44fb9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fe56b3f3bb47b1" /><ns0:Relationship Type="http://schemas.openxmlformats.org/officeDocument/2006/relationships/image" Target="../media/image2.png" Id="Rcd208c2a7e8a4376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21f8e554a8408f" /><ns0:Relationship Type="http://schemas.openxmlformats.org/officeDocument/2006/relationships/image" Target="../media/image.png" Id="Rb34fc94e7c47402a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5d56dd764a48a5" /><ns0:Relationship Type="http://schemas.openxmlformats.org/officeDocument/2006/relationships/image" Target="../media/image2.png" Id="R6cd44c5ffbbd4dc8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cc722f237b43f2" /><ns0:Relationship Type="http://schemas.openxmlformats.org/officeDocument/2006/relationships/image" Target="../media/image.png" Id="Ra655976fb4c040ba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ae3f8177dc4b9b" /><ns0:Relationship Type="http://schemas.openxmlformats.org/officeDocument/2006/relationships/image" Target="../media/image2.png" Id="R96af413653704511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0bcb104f4e4f3b" /><ns0:Relationship Type="http://schemas.openxmlformats.org/officeDocument/2006/relationships/image" Target="../media/image2.png" Id="Rad6de3902839409a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b192eb302345aa" /><ns0:Relationship Type="http://schemas.openxmlformats.org/officeDocument/2006/relationships/image" Target="../media/image2.png" Id="Rec2dd58e4723493c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ffa2533e06423d" /><ns0:Relationship Type="http://schemas.openxmlformats.org/officeDocument/2006/relationships/image" Target="../media/image2.png" Id="Ra25cca7a72f54cf1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15fe5915134603" /><ns0:Relationship Type="http://schemas.openxmlformats.org/officeDocument/2006/relationships/image" Target="../media/image2.png" Id="Rd55334cfd2f34658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abb4529b034aa3" /><ns0:Relationship Type="http://schemas.openxmlformats.org/officeDocument/2006/relationships/image" Target="../media/image2.png" Id="R35ed8cd848464107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4a03f7232b4551" /><ns0:Relationship Type="http://schemas.openxmlformats.org/officeDocument/2006/relationships/image" Target="../media/image.png" Id="R81e03eb345d14bb0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5f51aff7004197" /><ns0:Relationship Type="http://schemas.openxmlformats.org/officeDocument/2006/relationships/image" Target="../media/image2.png" Id="R6fa45cebc958490a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8eb931729345fc" /><ns0:Relationship Type="http://schemas.openxmlformats.org/officeDocument/2006/relationships/image" Target="../media/image2.png" Id="R362a982a51dd42fc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113acb67904cb4" /><ns0:Relationship Type="http://schemas.openxmlformats.org/officeDocument/2006/relationships/image" Target="../media/image2.png" Id="R70a532cf351543d1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59c5398f254761" /><ns0:Relationship Type="http://schemas.openxmlformats.org/officeDocument/2006/relationships/image" Target="../media/image2.png" Id="R3660456f252149cf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bc0f7bfee54172" /><ns0:Relationship Type="http://schemas.openxmlformats.org/officeDocument/2006/relationships/image" Target="../media/image2.png" Id="R8e1a5f8a20ba4f12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4af088498548a6" /><ns0:Relationship Type="http://schemas.openxmlformats.org/officeDocument/2006/relationships/image" Target="../media/image.png" Id="R1cf1662d54d240a7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cbd27bede345fb" /><ns0:Relationship Type="http://schemas.openxmlformats.org/officeDocument/2006/relationships/image" Target="../media/image2.png" Id="R89041fc4da6840ed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5d95d207ed4013" /><ns0:Relationship Type="http://schemas.openxmlformats.org/officeDocument/2006/relationships/image" Target="../media/image2.png" Id="Rf019acd2651b41a0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99e2e5c4ae4828" /><ns0:Relationship Type="http://schemas.openxmlformats.org/officeDocument/2006/relationships/image" Target="../media/image2.png" Id="Rde42566d865f4b1f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5f24b47a1c4fe7" /><ns0:Relationship Type="http://schemas.openxmlformats.org/officeDocument/2006/relationships/image" Target="../media/image2.png" Id="Ra2d89fc0584146a5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ff218769304bd7" /><ns0:Relationship Type="http://schemas.openxmlformats.org/officeDocument/2006/relationships/image" Target="../media/image.png" Id="Rc7abec531c9d4f07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3f2dfad45d45d0" /><ns0:Relationship Type="http://schemas.openxmlformats.org/officeDocument/2006/relationships/image" Target="../media/image2.png" Id="Rcd7d43d042c54d0d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0977c4a9054ca1" /><ns0:Relationship Type="http://schemas.openxmlformats.org/officeDocument/2006/relationships/image" Target="../media/image2.png" Id="R7a30112fb8cd492b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103d421d5d48cd" /><ns0:Relationship Type="http://schemas.openxmlformats.org/officeDocument/2006/relationships/image" Target="../media/image2.png" Id="Rf8bf4e172bb440bc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6c2d86bf124db8" /><ns0:Relationship Type="http://schemas.openxmlformats.org/officeDocument/2006/relationships/image" Target="../media/image2.png" Id="Rc02f94371a2940c5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2e569c0dcc4e99" /><ns0:Relationship Type="http://schemas.openxmlformats.org/officeDocument/2006/relationships/image" Target="../media/image2.png" Id="Rb9847dd18c3d4121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c01fe474414296" /><ns0:Relationship Type="http://schemas.openxmlformats.org/officeDocument/2006/relationships/image" Target="../media/image2.png" Id="R05db588230c042f0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2f0aed389544d3" /><ns0:Relationship Type="http://schemas.openxmlformats.org/officeDocument/2006/relationships/image" Target="../media/image2.png" Id="R5da0648d5bea47f5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fa7fda3ae740db" /><ns0:Relationship Type="http://schemas.openxmlformats.org/officeDocument/2006/relationships/image" Target="../media/image2.png" Id="Raff1cb10c99c4ed7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b28a4399324ce7" /><ns0:Relationship Type="http://schemas.openxmlformats.org/officeDocument/2006/relationships/image" Target="../media/image2.png" Id="R667420596d164120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e6b1d9f9604ead" /><ns0:Relationship Type="http://schemas.openxmlformats.org/officeDocument/2006/relationships/image" Target="../media/image.png" Id="R84702432cc9347a4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2f503eeba94a80" /><ns0:Relationship Type="http://schemas.openxmlformats.org/officeDocument/2006/relationships/image" Target="../media/image2.png" Id="R3fcd6e9008df44c5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72dd0c5ede4ff0" /><ns0:Relationship Type="http://schemas.openxmlformats.org/officeDocument/2006/relationships/image" Target="../media/image2.png" Id="Rb4edb6a83c1f4f74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3674084c9349be" /><ns0:Relationship Type="http://schemas.openxmlformats.org/officeDocument/2006/relationships/image" Target="../media/image2.png" Id="Rf756d5595e384f7d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3b9f236e554572" /><ns0:Relationship Type="http://schemas.openxmlformats.org/officeDocument/2006/relationships/image" Target="../media/image2.png" Id="Re88aaaea5872403c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c3aa985fc44bd3" /><ns0:Relationship Type="http://schemas.openxmlformats.org/officeDocument/2006/relationships/image" Target="../media/image2.png" Id="R8995c7d19fc94733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5af58b9ca14ecc" /><ns0:Relationship Type="http://schemas.openxmlformats.org/officeDocument/2006/relationships/image" Target="../media/image2.png" Id="R8d3adb13c4c74820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a8f1bb5f244cc5" /><ns0:Relationship Type="http://schemas.openxmlformats.org/officeDocument/2006/relationships/image" Target="../media/image2.png" Id="Rd5201d736a964c00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65a093a5b7491b" /><ns0:Relationship Type="http://schemas.openxmlformats.org/officeDocument/2006/relationships/image" Target="../media/image.png" Id="R63a01a972bd64ef0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53526fe9244094" /><ns0:Relationship Type="http://schemas.openxmlformats.org/officeDocument/2006/relationships/image" Target="../media/image2.png" Id="R60d8dc3989e643d1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d3563163f04379" /><ns0:Relationship Type="http://schemas.openxmlformats.org/officeDocument/2006/relationships/image" Target="../media/image.png" Id="R2c3d49cedd3c4dd2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95f4c0d2454264" /><ns0:Relationship Type="http://schemas.openxmlformats.org/officeDocument/2006/relationships/image" Target="../media/image2.png" Id="R6e502b06806247ca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5672228aba4826" /><ns0:Relationship Type="http://schemas.openxmlformats.org/officeDocument/2006/relationships/image" Target="../media/image2.png" Id="Ra20eab8b4ee84d25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1a9d28a11745c2" /><ns0:Relationship Type="http://schemas.openxmlformats.org/officeDocument/2006/relationships/image" Target="../media/image2.png" Id="Rff33cce4dfa24e92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3df4791218418f" /><ns0:Relationship Type="http://schemas.openxmlformats.org/officeDocument/2006/relationships/image" Target="../media/image2.png" Id="Ra99d6f012daf4682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127fd222464293" /><ns0:Relationship Type="http://schemas.openxmlformats.org/officeDocument/2006/relationships/image" Target="../media/image2.png" Id="R851c3bd978f34b5a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1ac7c00f9d41f8" /><ns0:Relationship Type="http://schemas.openxmlformats.org/officeDocument/2006/relationships/image" Target="../media/image2.png" Id="R92bbc58e20414ab5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89bb99f0ac4cca" /><ns0:Relationship Type="http://schemas.openxmlformats.org/officeDocument/2006/relationships/image" Target="../media/image2.png" Id="Rc21753cd4dcc48df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54d82f264b454b" /><ns0:Relationship Type="http://schemas.openxmlformats.org/officeDocument/2006/relationships/image" Target="../media/image2.png" Id="R2d04c1eb862c4681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9a323118ab4b9a" /><ns0:Relationship Type="http://schemas.openxmlformats.org/officeDocument/2006/relationships/image" Target="../media/image2.png" Id="R884c9e81e298487e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3953a0ee2d407c" /><ns0:Relationship Type="http://schemas.openxmlformats.org/officeDocument/2006/relationships/image" Target="../media/image.png" Id="R47379a6d4c534fb4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b255017caf4166" /><ns0:Relationship Type="http://schemas.openxmlformats.org/officeDocument/2006/relationships/image" Target="../media/image2.png" Id="Ref97110f5e974aa2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fa79ad21964444" /><ns0:Relationship Type="http://schemas.openxmlformats.org/officeDocument/2006/relationships/image" Target="../media/image2.png" Id="R60cdeb1b42434782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07e1a69ff045bf" /><ns0:Relationship Type="http://schemas.openxmlformats.org/officeDocument/2006/relationships/image" Target="../media/image2.png" Id="R965598bb4e4541d3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95cb18575d4b06" /><ns0:Relationship Type="http://schemas.openxmlformats.org/officeDocument/2006/relationships/image" Target="../media/image2.png" Id="R02552569dac24824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3b45b61fbf49b5" /><ns0:Relationship Type="http://schemas.openxmlformats.org/officeDocument/2006/relationships/image" Target="../media/image.png" Id="Rbd0e6b3847504797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70e4861d2eb4200" /><ns0:Relationship Type="http://schemas.openxmlformats.org/officeDocument/2006/relationships/image" Target="../media/image2.png" Id="R812c2736ee6a4ebc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58df3634bb49ee" /><ns0:Relationship Type="http://schemas.openxmlformats.org/officeDocument/2006/relationships/image" Target="../media/image2.png" Id="Re4ba70c7741f451c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43ccfa336c421c" /><ns0:Relationship Type="http://schemas.openxmlformats.org/officeDocument/2006/relationships/image" Target="../media/image2.png" Id="Ra589df4e55c04854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fbf74689a74b3f" /><ns0:Relationship Type="http://schemas.openxmlformats.org/officeDocument/2006/relationships/image" Target="../media/image.png" Id="R92d772cde0fc49f0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183df965154746" /><ns0:Relationship Type="http://schemas.openxmlformats.org/officeDocument/2006/relationships/image" Target="../media/image2.png" Id="R132ac4cd310249d2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6ed8d8f4864b4f" /><ns0:Relationship Type="http://schemas.openxmlformats.org/officeDocument/2006/relationships/image" Target="../media/image2.png" Id="Raea235e95d3c4cab" /><ns0:Relationship Id="rIdLink1" Type="http://schemas.openxmlformats.org/officeDocument/2006/relationships/hyperlink" Target="https://git-scm.com/docs/git-diff" TargetMode="External" /><ns0:Relationship Id="rIdLink2" Type="http://schemas.openxmlformats.org/officeDocument/2006/relationships/hyperlink" Target="https://git-scm.com/docs/git-diff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b864c6bd074ecf" /><ns0:Relationship Type="http://schemas.openxmlformats.org/officeDocument/2006/relationships/image" Target="../media/image2.png" Id="R4b6f6b0ada074991" /><ns0:Relationship Id="rIdLink1" Type="http://schemas.openxmlformats.org/officeDocument/2006/relationships/hyperlink" Target="https://git-scm.com/docs/git-restore" TargetMode="External" /><ns0:Relationship Id="rIdLink2" Type="http://schemas.openxmlformats.org/officeDocument/2006/relationships/hyperlink" Target="https://git-scm.com/docs/git-restore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5b5ba7e7242494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958E222-0146-4D6D-9AE1-B63393C74B3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FA912E43-FE5F-417C-AD00-FC1E01473953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Git/GitHub · 변경을 비교하고 기록하기</a:t>
            </a:r>
          </a:p>
        </p:txBody>
      </p:sp>
      <p:sp>
        <p:nvSpPr>
          <p:cNvPr id="4" name="">
            <a:extLst>
              <a:ext uri="{FF2B5EF4-FFF2-40B4-BE49-F238E27FC236}">
                <ns3:creationId id="{7AC14225-1E17-4C32-891D-49DE5ECF8D42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2026-10-16 · Git/GitHub</a:t>
            </a:r>
          </a:p>
        </p:txBody>
      </p:sp>
      <p:sp>
        <p:nvSpPr>
          <p:cNvPr id="5" name="">
            <a:extLst>
              <a:ext uri="{FF2B5EF4-FFF2-40B4-BE49-F238E27FC236}">
                <ns3:creationId id="{2F4C32B2-CC5E-48DE-9BD7-9636EB3545D1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파일을 고친 뒤 무엇을 기록할지 직접 고릅니다.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2B0D37A-CBC0-4F78-9D6A-7CF1D4AAF88B}"/>
              </a:ext>
            </a:extLst>
          </p:cNvPr>
          <p:cNvSpPr>
            <a:spLocks noGrp="1"/>
          </p:cNvSpPr>
          <p:nvPr/>
        </p:nvSpPr>
        <p:spPr>
          <a:xfrm>
            <a:off x="685800" y="513969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내 기록과 동료가 받은 기록을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E7B1825-F2A0-4B44-B063-7AB200AE98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A3FC9331-48AE-44D6-8DD8-795CDFEE676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542347134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9a8cbe0c8ac48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F8CE18-A172-4456-9F69-43BAEBACDB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EA17C2E-7629-4ED2-BC68-C2A9B50C7F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여섯 가지 일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2546D781-B330-434C-9D42-2657463986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68F778-6A4D-43E8-988E-F1FC7578BEF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수업은 50분씩 여섯 교시입니다.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D57ECE-4E14-4872-99AD-7268EE8E623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중식은 11:50~13:00입니다.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1B32F0-265E-4AC6-A447-F9FE3DC01AF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34A0B2E4-1EC9-42D4-A23B-CF5D37CE05F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1858135179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52290a6766a4e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96C917-CA0A-4B5A-9E0A-BDA8F3DF0F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CAA9024-959C-4D2D-9527-0D0DEB0D41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여섯 가지 일</a:t>
            </a:r>
          </a:p>
        </p:txBody>
      </p:sp>
      <p:sp>
        <p:nvSpPr>
          <p:cNvPr id="4" name="">
            <a:extLst>
              <a:ext uri="{FF2B5EF4-FFF2-40B4-BE49-F238E27FC236}">
                <ns3:creationId id="{41749C9F-5988-422A-8253-EC1CB3C515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1905559"/>
                <a:gridCol w="4182702"/>
                <a:gridCol w="473213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할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완성할 것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 폴더·저장소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README와 상태 설명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비교·선택·기록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커밋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이력·제외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목적별 기록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취소·파일 복구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복구 결과 비교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공유·리뷰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공유 기록과 검토 의견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충돌·인계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합의한 문장과 실행 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DE12F95-3740-43ED-ACC8-36E390B58A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7" name="">
            <a:extLst>
              <a:ext uri="{FF2B5EF4-FFF2-40B4-BE49-F238E27FC236}">
                <ns3:creationId id="{BB2BF465-54C9-44F4-B30B-8E684CC7B8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664472273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818b3a32ac147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6379F55-EC16-4752-8488-06181D4D380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BB80EE3-768D-4B33-A99C-D797A9FE72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 파일을 먼저 풀기</a:t>
            </a:r>
          </a:p>
        </p:txBody>
      </p:sp>
      <p:sp>
        <p:nvSpPr>
          <p:cNvPr id="4" name="">
            <a:extLst>
              <a:ext uri="{FF2B5EF4-FFF2-40B4-BE49-F238E27FC236}">
                <ns3:creationId id="{9D9F99E0-2908-412E-80E1-44676708A3E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609CFB-A95D-4283-82A6-7F3277ED2D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 ZIP을 일반 폴더에 모두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0A81308D-EE8D-46D9-9819-A89395D88BA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안의 code는 명령 예, data는 제공 입력입니다.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650F766-50DD-48F2-8E9D-83DC61C44F6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내가 만든 파일과 저장소는 work에 둡니다.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D1DBB0-2AEB-489C-A33B-1BC978CAB8F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담는 장소, 확장자는 파일 종류의 표시입니다.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AC666974-F4FE-44DD-ACD5-4E17C1CCDD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9CF4D463-AB44-4DE3-BCB7-E603D330F2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2106848104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bb5ea9efcf0418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5A98DB-0021-4769-A521-9AD98A99E3A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ADF3EF5-2811-49C8-AB2F-3D1F8D46288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저장과 변경 기록</a:t>
            </a:r>
          </a:p>
        </p:txBody>
      </p:sp>
      <p:sp>
        <p:nvSpPr>
          <p:cNvPr id="4" name="">
            <a:extLst>
              <a:ext uri="{FF2B5EF4-FFF2-40B4-BE49-F238E27FC236}">
                <ns3:creationId id="{B1F1ABBF-B967-4673-90B9-3141F707A97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저장한 파일을 찾아 열고 현재 상태를 읽습니다.</a:t>
            </a:r>
          </a:p>
        </p:txBody>
      </p:sp>
      <p:sp>
        <p:nvSpPr>
          <p:cNvPr id="5" name="">
            <a:extLst>
              <a:ext uri="{FF2B5EF4-FFF2-40B4-BE49-F238E27FC236}">
                <ns3:creationId id="{A2C46565-E9ED-4C2D-AE22-A16F39D07714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 설치 여부와 개념 이해를 따로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353D05-BBDD-42E9-9C35-20F76A6F934C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BFBA2BC-3A31-49D5-96F1-02FD6569BB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D5C0E189-E8C4-4A37-B7DA-AFA99BF203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576000783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5b5bb93f79774b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FFFA55-F3C5-47F4-BE23-069D4ABC69E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58B9CF69-7A80-4BB2-AA07-4B8523890E2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저장과 커밋은 다른 행동</a:t>
            </a:r>
          </a:p>
        </p:txBody>
      </p:sp>
      <p:sp>
        <p:nvSpPr>
          <p:cNvPr id="4" name="">
            <a:extLst>
              <a:ext uri="{FF2B5EF4-FFF2-40B4-BE49-F238E27FC236}">
                <ns3:creationId id="{6ECFAB79-7623-41C3-A3F4-68EA2B67AFD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9B2ADF-EB9B-4AF8-8289-B56269B76651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파일 저장</a:t>
            </a:r>
          </a:p>
        </p:txBody>
      </p:sp>
      <p:sp>
        <p:nvSpPr>
          <p:cNvPr id="6" name="">
            <a:extLst>
              <a:ext uri="{FF2B5EF4-FFF2-40B4-BE49-F238E27FC236}">
                <ns3:creationId id="{EA28F489-5956-4E07-BAA2-B1693CF03917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커밋</a:t>
            </a:r>
          </a:p>
        </p:txBody>
      </p:sp>
      <p:sp>
        <p:nvSpPr>
          <p:cNvPr id="7" name="">
            <a:extLst>
              <a:ext uri="{FF2B5EF4-FFF2-40B4-BE49-F238E27FC236}">
                <ns3:creationId id="{569E32AB-27E7-43C2-99CF-D7647198F206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편집기의 저장 버튼 또는 Ctrl+S</a:t>
            </a:r>
          </a:p>
        </p:txBody>
      </p:sp>
      <p:sp>
        <p:nvSpPr>
          <p:cNvPr id="8" name="">
            <a:extLst>
              <a:ext uri="{FF2B5EF4-FFF2-40B4-BE49-F238E27FC236}">
                <ns3:creationId id="{4EC2644D-40F3-4DD9-8C0B-727E1998A984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파일의 글자를 디스크에 남김</a:t>
            </a:r>
          </a:p>
        </p:txBody>
      </p:sp>
      <p:sp>
        <p:nvSpPr>
          <p:cNvPr id="9" name="">
            <a:extLst>
              <a:ext uri="{FF2B5EF4-FFF2-40B4-BE49-F238E27FC236}">
                <ns3:creationId id="{73CC5CF3-4AE8-46A5-82C2-1B6DD5D4427F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add 뒤 git commit</a:t>
            </a:r>
          </a:p>
        </p:txBody>
      </p:sp>
      <p:sp>
        <p:nvSpPr>
          <p:cNvPr id="10" name="">
            <a:extLst>
              <a:ext uri="{FF2B5EF4-FFF2-40B4-BE49-F238E27FC236}">
                <ns3:creationId id="{D9E386CC-B5DC-4AFD-8393-5720667BF3F8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선택한 파일 상태에 설명을 붙여 기록</a:t>
            </a:r>
          </a:p>
        </p:txBody>
      </p:sp>
      <p:sp>
        <p:nvSpPr>
          <p:cNvPr id="11" name="">
            <a:extLst>
              <a:ext uri="{FF2B5EF4-FFF2-40B4-BE49-F238E27FC236}">
                <ns3:creationId id="{B02AD6C1-3FFF-460A-BCA5-2EC835E79530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README를 저장해도 Git 기록이 자동으로 늘지 않습니다.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04CEA9E-6E38-4C22-B4D2-5893F09598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37343044-0063-4243-8434-A3B80DFC74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771778076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d93f5940ed440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2FCA06-7279-4F61-B8B9-14224FE24B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0B70850-591A-4BDD-98D8-83AF4C312F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README.md는 어떤 파일인가요?</a:t>
            </a:r>
          </a:p>
        </p:txBody>
      </p:sp>
      <p:sp>
        <p:nvSpPr>
          <p:cNvPr id="4" name="">
            <a:extLst>
              <a:ext uri="{FF2B5EF4-FFF2-40B4-BE49-F238E27FC236}">
                <ns3:creationId id="{B95B7685-2DC0-49DD-98E5-5C25CDAF389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2765172-CCB3-4DA1-8E07-D0DB3C64A5A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README는 다른 사람이 읽을 사용 안내 파일입니다.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E6EA90-65D6-4B62-91A7-D49A9B1629C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.md는 Markdown 문서의 확장자입니다.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53ADEAE-080A-49DE-AB06-418B7551FB1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메모장이나 편집기로 열어 글자를 고칠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52E2CB8-545B-43C3-8C0C-0B895AF41C3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이름이 README.md.txt가 되지 않게 확장자를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CA5DEDD-6E51-44BC-9CDC-F555585E40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015B4C94-6617-4E44-BADA-B6E3D36559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965253644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6806dc076ed4e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2CD664-D940-43C0-B0F4-135661662AE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BEF0A24-2952-4D40-B2BE-4FC47BB926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화면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AB1976FB-B6F3-4420-822B-D69BD6A103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E90D2AE-2541-40DE-A12E-8824739E9B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폴더에서 PowerShell을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B54D3467-EFB1-45F3-9D06-673927C484E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장의 명령은 Git 설치 여부만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65B817-E06E-42F9-AE47-540252B46D6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버전이 보이면 다음 실습으로 넘어갑니다.</a:t>
            </a:r>
          </a:p>
        </p:txBody>
      </p:sp>
      <p:sp>
        <p:nvSpPr>
          <p:cNvPr id="8" name="">
            <a:extLst>
              <a:ext uri="{FF2B5EF4-FFF2-40B4-BE49-F238E27FC236}">
                <ns3:creationId id="{308F2F1D-A287-4766-AE41-FC7E8CC89C2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B87195F2-6562-434C-A16C-89688AC5D5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981392066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0c3f9bc2d9c434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FF3546F-E1CF-499F-9906-6A0021558E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762CFB8-1D09-43C2-B628-095BDEDE52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화면</a:t>
            </a:r>
          </a:p>
        </p:txBody>
      </p:sp>
      <p:sp>
        <p:nvSpPr>
          <p:cNvPr id="4" name="">
            <a:extLst>
              <a:ext uri="{FF2B5EF4-FFF2-40B4-BE49-F238E27FC236}">
                <ns3:creationId id="{DCB77E45-87AC-4F23-892A-B75513EAE95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52ADD3C-D868-4A78-99D0-9081525ACAC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5765E24-6DC2-4A04-B55B-32C38E8E958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738D1EB-7F0D-4311-A730-18B57FCE3A1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--version</a:t>
            </a:r>
          </a:p>
        </p:txBody>
      </p:sp>
      <p:sp>
        <p:nvSpPr>
          <p:cNvPr id="8" name="">
            <a:extLst>
              <a:ext uri="{FF2B5EF4-FFF2-40B4-BE49-F238E27FC236}">
                <ns3:creationId id="{F6C87472-6F4A-4D6F-8DC1-86E9A579538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034AD03-B3FE-42F5-A4C1-B3CE7792F332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Get-Location</a:t>
            </a:r>
          </a:p>
        </p:txBody>
      </p:sp>
      <p:sp>
        <p:nvSpPr>
          <p:cNvPr id="10" name="">
            <a:extLst>
              <a:ext uri="{FF2B5EF4-FFF2-40B4-BE49-F238E27FC236}">
                <ns3:creationId id="{8531D59A-5B8E-4F48-BE5E-2D1C824D45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1" name="">
            <a:extLst>
              <a:ext uri="{FF2B5EF4-FFF2-40B4-BE49-F238E27FC236}">
                <ns3:creationId id="{07636A3F-A03D-4E2D-BEFC-C61AB9B7CC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679796821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c9ea80b16b743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7C2DE9-53AC-4703-A7D7-8E13231416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F3D4DC-AE84-41DC-93E7-EC53898F30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찾을 수 없을 때</a:t>
            </a:r>
          </a:p>
        </p:txBody>
      </p:sp>
      <p:sp>
        <p:nvSpPr>
          <p:cNvPr id="4" name="">
            <a:extLst>
              <a:ext uri="{FF2B5EF4-FFF2-40B4-BE49-F238E27FC236}">
                <ns3:creationId id="{1F4F1A3E-EA36-417F-977E-A6542F497A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9346761-0C5E-4393-85B0-9D312D41D3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git을 찾을 수 없다는 메시지는 설치나 실행 경로 문제입니다.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339CEFF-5026-4645-88D5-4435A679C0A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설치 뒤 PowerShell을 닫고 새로 열어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371B112-4413-49AF-AADB-C91979C3DBE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설치가 어렵다면 상태 예시를 읽고 기록할 순서를 작성합니다.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95D481-F1BF-4FDA-BCC9-90DC996BCFA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계정에 로그인하지 않아도 로컬 저장소 실습은 가능합니다.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0B9FE24-B30F-4DBD-A7FA-733DE5F3FB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D5A13772-BF86-466F-8F35-DFACD1A4C84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609068020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8ae0e37c23246a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BB9321-4EDC-45A1-8C24-6E69E3CAC9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C489F13-795C-4374-9994-B6FCE146D2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연습 폴더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37B1B40-19BE-46DA-9C4B-C7892849FC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CD95964-5454-45AD-9055-3B40433C47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압축을 푼 course 폴더입니다.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A8BFEB-1949-4BF6-9EF4-76C673C8246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work/git-lab이 없을 때 한 번만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B12CF9-7038-4222-8B90-DBEECA456F0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있다면 새 이름을 쓰고 이후 경로도 함께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642C72-3481-4F70-B6F4-2FE17782F1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92E73908-8053-4245-B7DE-CD2B4A96B3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562497594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abad6e69e5245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78D57C-6E4E-468C-9A9E-0B0874B693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B3E0D38-A4C9-4888-831E-4C9F91C34B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연습 폴더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7269C24A-7356-4805-9D58-69C13B5ED4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5C6608-757D-40AB-969B-E23C1284D22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6CAECFD-288A-4700-8706-6097FFA294B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8C4CC45-D63F-4C35-8883-18EBE1D9FC5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New-Item -ItemType Directory -Path work/git-lab</a:t>
            </a:r>
          </a:p>
        </p:txBody>
      </p:sp>
      <p:sp>
        <p:nvSpPr>
          <p:cNvPr id="8" name="">
            <a:extLst>
              <a:ext uri="{FF2B5EF4-FFF2-40B4-BE49-F238E27FC236}">
                <ns3:creationId id="{6A091719-2DAA-407F-AD02-746925218FB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9B449F1-FA32-4390-AE80-2AC6B1F02958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Set-Location work/git-lab</a:t>
            </a:r>
          </a:p>
        </p:txBody>
      </p:sp>
      <p:sp>
        <p:nvSpPr>
          <p:cNvPr id="10" name="">
            <a:extLst>
              <a:ext uri="{FF2B5EF4-FFF2-40B4-BE49-F238E27FC236}">
                <ns3:creationId id="{B40B671B-B4B9-451E-A582-E79C01399DF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594C63A-DB3E-44A2-887B-80671B1FC70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init -b main</a:t>
            </a:r>
          </a:p>
        </p:txBody>
      </p:sp>
      <p:sp>
        <p:nvSpPr>
          <p:cNvPr id="12" name="">
            <a:extLst>
              <a:ext uri="{FF2B5EF4-FFF2-40B4-BE49-F238E27FC236}">
                <ns3:creationId id="{DE75234F-8F30-436B-A0B3-2671F1B03E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237A15A2-DCDF-4421-8A1E-407F043CD0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1875512108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17a207134574a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AE92E8-7E5B-49B5-9BD1-A0D2E6C55C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9550461-4B87-40C3-82C7-27908BE2FA1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세 명령의 뜻</a:t>
            </a:r>
          </a:p>
        </p:txBody>
      </p:sp>
      <p:sp>
        <p:nvSpPr>
          <p:cNvPr id="4" name="">
            <a:extLst>
              <a:ext uri="{FF2B5EF4-FFF2-40B4-BE49-F238E27FC236}">
                <ns3:creationId id="{3E5855F9-12E5-4803-8E6C-8AAA85A01AD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95368F-DE26-4B87-A2A9-1C5B2A1FA2C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New-Item은 연습할 새 폴더를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F979BA53-FA7A-41EC-8E43-A2941E5AE2F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Set-Location은 명령을 실행할 현재 폴더를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B1DBB852-8C16-46EF-9F29-AD3EF5B509A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init은 현재 폴더에 변경 기록용 .git을 만듭니다.</a:t>
            </a:r>
          </a:p>
        </p:txBody>
      </p:sp>
      <p:sp>
        <p:nvSpPr>
          <p:cNvPr id="8" name="">
            <a:extLst>
              <a:ext uri="{FF2B5EF4-FFF2-40B4-BE49-F238E27FC236}">
                <ns3:creationId id="{A51E3E03-6697-488D-98D7-290883F4EF1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-b main은 시작 브랜치의 이름을 main으로 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CB76B85-295D-4A89-9922-FB5CD5643C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6145F34-FCD0-4159-836F-C4B49CF815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1988854407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0316b5afe864b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87478E-8FBF-4D88-83D0-0EB9416B32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5C7F2F6-2553-486B-9FF5-40AA29B4C5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기록에 남길 작성자 설정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5436618-4D0B-40AB-89CF-F3A5250D57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22C0DD3-61B3-431F-8C27-CDE287DB565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course/work/git-lab입니다.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54A7E38-540D-4B51-9395-776B8197925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이름과 이메일은 커밋 작성자 정보이며 로그인 암호가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213B4438-F4AE-4AB5-9F3D-7DF25EE3CDE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--local은 지금 저장소에만 설정하라는 옵션입니다.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21B027-FB9C-47C2-BB61-BE0A276D90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977EFE47-DDD2-4741-A4D4-B986EEE3D2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2042992576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b182cd8fc494e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E13AFA9-D40B-4244-A356-88DCABF522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804DD5B-8B67-498E-9050-5A62F7D83B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기록에 남길 작성자 설정</a:t>
            </a:r>
          </a:p>
        </p:txBody>
      </p:sp>
      <p:sp>
        <p:nvSpPr>
          <p:cNvPr id="4" name="">
            <a:extLst>
              <a:ext uri="{FF2B5EF4-FFF2-40B4-BE49-F238E27FC236}">
                <ns3:creationId id="{561EEF6A-0954-4CBC-A819-505834B1F6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3421E2B-C4C3-411F-88FC-2F4E6FEA918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B9EB2D5-3FD1-448F-86E3-2781903F128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CDED65B-330D-4EC8-BA82-1B5F694E2D2E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config --local user.name "Learner"</a:t>
            </a:r>
          </a:p>
        </p:txBody>
      </p:sp>
      <p:sp>
        <p:nvSpPr>
          <p:cNvPr id="8" name="">
            <a:extLst>
              <a:ext uri="{FF2B5EF4-FFF2-40B4-BE49-F238E27FC236}">
                <ns3:creationId id="{275FEE06-F424-44F6-96F4-F841C5BE905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DEED8EF-14D2-4B36-876F-761BFBBBF049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config --local user.email "learner@example.invalid"</a:t>
            </a:r>
          </a:p>
        </p:txBody>
      </p:sp>
      <p:sp>
        <p:nvSpPr>
          <p:cNvPr id="10" name="">
            <a:extLst>
              <a:ext uri="{FF2B5EF4-FFF2-40B4-BE49-F238E27FC236}">
                <ns3:creationId id="{6CA6AF02-0C55-40E3-A0D1-EBD7BD4B1A5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4DAF189-1BA0-4890-A4F4-373B93672466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rev-parse --show-toplevel</a:t>
            </a:r>
          </a:p>
        </p:txBody>
      </p:sp>
      <p:sp>
        <p:nvSpPr>
          <p:cNvPr id="12" name="">
            <a:extLst>
              <a:ext uri="{FF2B5EF4-FFF2-40B4-BE49-F238E27FC236}">
                <ns3:creationId id="{327F0EF5-5241-4C14-8E57-519A37B2DC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2191591C-FF54-4224-B44F-EFB6A102A0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57281292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e669622f6c242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4A892B6-C2A8-4F35-AF7B-E4C88850A6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16812B9-326B-4628-AE8A-6E6BE33F96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폴더에 있는지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023F0CF7-A7BD-417B-90C4-202AA14AA1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5E6A6A-2520-4B61-ADD9-42C4357B9BD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명령은 저장소 최상위 폴더 주소를 보여 줍니다.</a:t>
            </a:r>
          </a:p>
        </p:txBody>
      </p:sp>
      <p:sp>
        <p:nvSpPr>
          <p:cNvPr id="6" name="">
            <a:extLst>
              <a:ext uri="{FF2B5EF4-FFF2-40B4-BE49-F238E27FC236}">
                <ns3:creationId id="{7C22C3F7-7095-4D80-950F-775EEB24605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 끝이 work/git-lab인지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361A6E-FD31-4E93-8071-A49C3535832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not a git repository이면 현재 폴더가 저장소인지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3781518-92A3-4F6E-B029-0E8C93580D0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만들기 전에 Get-Location으로 위치부터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4128DA4-2EC3-4BAB-A4CC-6AC232A8A6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021B54B6-4BB4-4B42-8FBF-15D9DE5596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264709875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43ddb99a27942d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9501146-D5D9-460F-8CB4-6001D5D051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9385BD1-EF3F-409C-9E5D-9FC2272F11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README를 복사하기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F566CA4-C04D-4FF7-B960-56EAAC8758D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E4EA602-1D9E-48C9-A2D9-03D60D4AF28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git-lab에서 실행하며 원본 data 파일은 보존합니다.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BB2DABE-79CC-4BAE-878F-2E8DBE088BE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..은 현재 폴더의 한 단계 위를 뜻합니다.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7AFAD68-B70F-4A73-A9A9-64AD0560269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README를 연 뒤 문장을 읽고 파일을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6F7BA9F-239E-4738-B0B1-E32B24D726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0B4A82C-9345-4035-B90C-1D43919BE7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705918687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5d8cc9f57234d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88344F-5BB1-4AFD-AB9C-933EC27ED8B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E444727-3D00-4691-B02C-34EA5FF447D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README를 복사하기</a:t>
            </a:r>
          </a:p>
        </p:txBody>
      </p:sp>
      <p:sp>
        <p:nvSpPr>
          <p:cNvPr id="4" name="">
            <a:extLst>
              <a:ext uri="{FF2B5EF4-FFF2-40B4-BE49-F238E27FC236}">
                <ns3:creationId id="{F60DEAF0-90A6-4C82-9DCE-B1F65714994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599C47F-4762-47DD-95E5-3155BB81B7F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6F9E89D-734F-43F8-A816-E992510CDFC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A8B3149-872C-4984-A86C-29C579B4AF0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Copy-Item ../../data/initial_README.md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5E1A411C-08F8-412E-99D3-61075B94A48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A526D47-9C63-449A-8581-D93F58B9945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B59916D7-CD47-45DB-9F18-FF3E027E358C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9A947FB-DE7D-4EF0-AD93-EF0212488653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2" name="">
            <a:extLst>
              <a:ext uri="{FF2B5EF4-FFF2-40B4-BE49-F238E27FC236}">
                <ns3:creationId id="{9B7DCCD1-526B-41CA-B770-66346B51C6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43C4FDE3-7B13-4DCD-B268-4981033A10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373759840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7fcc49791c483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EF6C6C-7C4C-4F25-B534-6A109FA543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FBF7A66-8EF7-4992-B1A8-FFE4CFE06CB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파일의 상태 읽기</a:t>
            </a:r>
          </a:p>
        </p:txBody>
      </p:sp>
      <p:sp>
        <p:nvSpPr>
          <p:cNvPr id="4" name="">
            <a:extLst>
              <a:ext uri="{FF2B5EF4-FFF2-40B4-BE49-F238E27FC236}">
                <ns3:creationId id="{FF96C4BA-F8AE-43AC-9ED9-BE40F7EB15C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99B505-BAEF-4791-8D46-A4EDB351B4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README에는 제목 Sensor checker와 Run checker.가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261D81A-9A67-44F3-B5B0-B955CD64BA8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?? README.md는 Git이 아직 추적하지 않는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60DAF4A-BC0A-441B-9BEF-497A83B2A5D0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파일이 디스크에 있어도 첫 커밋에 담기려면 선택해야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A6AA87-A1DA-4834-8B78-BD9E894C2564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status는 상태를 읽으며 새 커밋을 만들지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A01CFCB-1C6B-4033-AD60-F4A0284897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FA229748-0811-4495-BFE0-A743EA7130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3808759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f4b08ba3969d44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B82A10-B754-4D24-9368-B1F2C19831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547B911-BBF1-4F31-A16A-A4F578AC4D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DC120A4-7B59-4B90-BBDA-372F9FE793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저장했는데 기록도 생겼을까요?</a:t>
            </a:r>
          </a:p>
        </p:txBody>
      </p:sp>
      <p:sp>
        <p:nvSpPr>
          <p:cNvPr id="5" name="">
            <a:extLst>
              <a:ext uri="{FF2B5EF4-FFF2-40B4-BE49-F238E27FC236}">
                <ns3:creationId id="{6AA9B808-1A72-40C4-829F-51EC4ECEEA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A9E9235-866F-4FE5-A0A4-326CBB782C5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BE82484-CC5F-4075-A635-32899A2164D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README의 Run checker.를 Run checker from course.로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71C635-6D79-4628-B50B-B59F10350EC1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B2F8BFA-6228-47AF-BC6F-4B6C7FD7AA3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저장한 뒤 status를 두 번 실행합니다.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83ACB73-96B7-47B8-BF31-0C40D27A0F76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5814CC9-C990-4877-9566-0B50E0FA4417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커밋이 생겼는지 판단하고, 다음 두 행동을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B6DDCFAB-FA46-436A-A595-393DDEBCBBF7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BFC81C2-B389-4DDF-82C5-EBB3168A06B5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Git이 없는 경우에도 같은 상황의 작업 순서를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10F89509-341A-4EED-A714-CFD7F2B8E78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628D95C1-5314-45F5-932C-455F1566DB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2002108748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5f49e7182254f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489490-5779-4C43-8AD0-C4FC399AD6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C76B204-2B52-4EB9-8696-94C159EC42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 다음에 필요한 두 행동</a:t>
            </a:r>
          </a:p>
        </p:txBody>
      </p:sp>
      <p:sp>
        <p:nvSpPr>
          <p:cNvPr id="4" name="">
            <a:extLst>
              <a:ext uri="{FF2B5EF4-FFF2-40B4-BE49-F238E27FC236}">
                <ns3:creationId id="{E3E6A78F-848F-44C4-9C98-A8AE9868BA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F633BA1-771D-4F5D-BE55-3ADCD1B5D5B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status를 두 번 읽어도 새 커밋은 생기지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FADE53D-C9A8-4E0D-9581-3C78A883FD6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add README.md로 기록할 현재 내용을 선택합니다.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59B011B-701D-4E87-B860-C12BA6EF7F7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commit으로 선택한 상태를 이력에 남깁니다.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0C393C-5C59-44C9-A9E9-A3A39BE7F8CF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인터넷 공유는 커밋 이후에도 별도 행동입니다.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E7E51C71-B1E1-4E03-A77C-61DC2C28891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BBD820AD-1770-4B04-8373-347FEDD28E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935860608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f933bdbffbc420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B633126-9501-4F71-8B91-B4DF4DA02A5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433419D-E356-46B2-8F9E-6627AA5044E6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비교하고 선택해서 기록하기</a:t>
            </a:r>
          </a:p>
        </p:txBody>
      </p:sp>
      <p:sp>
        <p:nvSpPr>
          <p:cNvPr id="4" name="">
            <a:extLst>
              <a:ext uri="{FF2B5EF4-FFF2-40B4-BE49-F238E27FC236}">
                <ns3:creationId id="{87960234-63F5-4FFC-AA88-EF264D90745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 파일·스테이징·커밋 세 상태를 비교합니다.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EE574773-468F-4FD8-904D-60615B5E51F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기록에 들어갈 문장을 확인한 뒤 첫 커밋을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DBB950-8C5F-4388-A83A-88CD9F662EF4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B4BCAB4-4882-43E2-8F12-453B6CD3B0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D61F6354-6257-48CB-90B3-4FDC2384D56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658545615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53295ee00de442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0BCDFDC-8697-47FD-89FD-0A8225D384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97878B2-8B77-484C-9879-BF89798C0F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변경이 놓이는 세 자리</a:t>
            </a:r>
          </a:p>
        </p:txBody>
      </p:sp>
      <p:sp>
        <p:nvSpPr>
          <p:cNvPr id="4" name="">
            <a:extLst>
              <a:ext uri="{FF2B5EF4-FFF2-40B4-BE49-F238E27FC236}">
                <ns3:creationId id="{6EE50EFE-E3C0-466C-9B4E-BB875A1FF8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994E835-C76D-45C0-910E-D20F0E84EB63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스테이징은 다음 커밋에 넣을 파일 상태를 담는 곳입니다.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680875"/>
                <a:gridCol w="4489659"/>
                <a:gridCol w="364986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무엇이 있나요?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바꾸는 행동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지금 편집한 내용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편집기에서 저장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스테이징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다음 기록에 넣을 사본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add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커밋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설명을 붙인 이전 기록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commit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5160F414-E0F8-4100-8B0F-AEBF6BF793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4E63D93F-C9D8-4E0E-9280-DACDB9DF6A2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692135027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de4b27cd7754f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B996EF-D737-49CB-BFE9-34583E3B9A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1F38DA-3552-46C7-885D-34B0C8D406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README를 선택하기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FE89716D-EBE8-4ECE-9DCF-3AE6C802918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46A366-4E9E-4C45-B17F-3ED1D7B4283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8FA89AA-D96D-4A5B-8AD3-320F3D42CB8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파일이 처음 추가되는 경우 이어지는 장의 상태를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1F9A9C-5D21-4B07-85CC-23736339CB0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선택한 내용이 원하는 안내 문장인지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1D57161-9999-4172-A2F4-88976D5BB4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753A2944-0C86-446E-915C-7F3B5E9A470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590779040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75f65ae406ca4e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01A7122-444B-488B-B95D-9C2BE13F9F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9EE6DBC-C41A-490D-BE4C-54C6083134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README를 선택하기</a:t>
            </a:r>
          </a:p>
        </p:txBody>
      </p:sp>
      <p:sp>
        <p:nvSpPr>
          <p:cNvPr id="4" name="">
            <a:extLst>
              <a:ext uri="{FF2B5EF4-FFF2-40B4-BE49-F238E27FC236}">
                <ns3:creationId id="{94696F7D-A759-4FA8-B10C-E23ED4CCA63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E7DE11F-8348-438D-93F7-94524B3E22D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52CA004-5946-429D-A902-CB3CAFA1F6C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1F4D86E-0A96-4137-B312-D9FE86ECB78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EBEC89E9-D7FA-48D6-A8E3-06F0924A2B3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E5C9349-5FD6-4C59-A35E-4512BD8D041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0" name="">
            <a:extLst>
              <a:ext uri="{FF2B5EF4-FFF2-40B4-BE49-F238E27FC236}">
                <ns3:creationId id="{D9BE8966-D840-4043-BE65-2F120F5F1A4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CA2EBD1-050D-473B-BE8A-E215F8E72DFA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2" name="">
            <a:extLst>
              <a:ext uri="{FF2B5EF4-FFF2-40B4-BE49-F238E27FC236}">
                <ns3:creationId id="{5E9A2AF3-6FCB-484F-870D-3DEAFDB98E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15FFC247-21F0-4A59-AB17-8627CAC9FE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011532183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068bcfd972742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208B05-47FF-4584-B842-22356D6467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CBD7C9-1641-430B-A1A7-F99249AD44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add는 지금 상태를 담습니다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56EDE736-70ED-4C40-8484-B16FD956E98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AA302F4-9387-49FC-9F73-11A40827884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add는 파일을 인터넷으로 보내는 명령이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182675C0-D39D-448E-9540-9FD44FDF76A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README의 지금 내용을 스테이징에 담습니다.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1540E2-48ED-4DE3-A118-1C5E2AF273E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선택했다면 A  README.md가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432272C-2A43-48E3-93D3-08352FE5C40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--staged 비교에 +로 표시된 줄이 첫 기록에 들어갑니다.</a:t>
            </a:r>
          </a:p>
        </p:txBody>
      </p:sp>
      <p:sp>
        <p:nvSpPr>
          <p:cNvPr id="9" name="">
            <a:extLst>
              <a:ext uri="{FF2B5EF4-FFF2-40B4-BE49-F238E27FC236}">
                <ns3:creationId id="{A9EFCA9E-E2E5-4DD7-873A-2742D8A0C9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87E30B35-3D9C-4501-A16E-F1B891DF51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487272446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a39aa7079474a6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B05C78-DAF5-47EC-8F81-639EB1882C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D26B75F-531D-4F55-985F-228DC92098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커밋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90956FCE-09E0-495A-B563-9237D9E8C7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B7E560A-B357-46F2-B503-019D23E57F2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819BF07-C3BE-4868-BF98-D82036AA85A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메시지는 무엇을 위해 바꿨는지 적는 설명입니다.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543B76E-F62A-4976-BD01-9ED0D86FBC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해시 글자는 PC마다 다를 수 있으니 메시지와 내용으로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8C62CDB-6D59-434C-82D5-545E31B4F7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FF71593A-DD0F-4D5C-B761-2886E4C40F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424189930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1138bd7ec3544f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916CB21-7974-4020-9165-5D0DCF76C5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6E32AA2-34D6-446E-99B8-26A2E049DD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커밋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50337FEB-A86A-42AC-B798-76C50D786E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28A237-73B0-430E-8649-D0407AC35B8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A6E219A-B20E-468F-814B-525269D27BC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E85C7FD-F96B-4ED4-B244-AF98301B3B3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"Add checker guide"</a:t>
            </a:r>
          </a:p>
        </p:txBody>
      </p:sp>
      <p:sp>
        <p:nvSpPr>
          <p:cNvPr id="8" name="">
            <a:extLst>
              <a:ext uri="{FF2B5EF4-FFF2-40B4-BE49-F238E27FC236}">
                <ns3:creationId id="{2975BC38-80F0-4277-88DF-29C98E8E9A7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DE0C4C1-C428-4973-91C3-1BDB11E2068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</a:t>
            </a:r>
          </a:p>
        </p:txBody>
      </p:sp>
      <p:sp>
        <p:nvSpPr>
          <p:cNvPr id="10" name="">
            <a:extLst>
              <a:ext uri="{FF2B5EF4-FFF2-40B4-BE49-F238E27FC236}">
                <ns3:creationId id="{BB89BD8D-7E52-412A-88B2-B6C5CFB86F8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C7447C7-01BE-40B5-94D4-7D0584FAFA17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2" name="">
            <a:extLst>
              <a:ext uri="{FF2B5EF4-FFF2-40B4-BE49-F238E27FC236}">
                <ns3:creationId id="{F931814B-C3E2-4D50-A0BE-18027FD413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6F7C1712-2E2C-4D34-A9D9-E316F3C46BA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46939244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103417acf6e483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866DC17-E1F4-486B-86D6-09FE2D57CF3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46F8C71-0151-4932-AD13-C8043F0EB62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기록 뒤 확인할 것</a:t>
            </a:r>
          </a:p>
        </p:txBody>
      </p:sp>
      <p:sp>
        <p:nvSpPr>
          <p:cNvPr id="4" name="">
            <a:extLst>
              <a:ext uri="{FF2B5EF4-FFF2-40B4-BE49-F238E27FC236}">
                <ns3:creationId id="{5A445B94-B71F-47FC-8F7C-4625CE35EF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809707A-149E-4600-8886-D73C32458D4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log에 Add checker guide라는 설명의 커밋이 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915D86F-EA72-49F9-ACA4-ABB562C8771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 --short가 비면 기록되지 않은 변경이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C64A284-E24E-44ED-913C-98E2B2B9E42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clean은 코드가 올바르다는 뜻이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1AFAC0EA-5AF6-43F5-BA6D-9FFED975D9F2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있는 파일도 그대로 커밋할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A2A8494-2082-466A-AA89-E893BA37C1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1F5DA85-02DF-45BA-95FA-861812C67AE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88114956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a45538fbb344fd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700921F-EBC8-451B-B5FD-2BE64F7F68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BCF7E02-5669-44E1-AC8D-E5634A46BD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기록한 파일을 두 번 고치기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30BCD6B-8958-4CFB-9D35-F750AAFD3B2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0752044-E14D-4C90-B4BD-A5B4FFE4E9F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 맨 아래에 Threshold: 28을 추가해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1CACFC7-BB92-4C5B-8F60-DFF0670BE59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장의 명령으로 기록한 뒤 같은 줄을 30으로 고쳐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77914F4-1764-449B-9D48-46661EBCBF3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30을 add한 뒤 같은 줄을 29로 고치되 다시 add하지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3B2EB44-DCBA-4C18-8285-37594DB9BC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1EC93416-0EB0-4C94-A715-8439F58879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833848262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4eca9d3e02324c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BD74CC3-560E-4845-817C-502DAC332EE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8BE1A74-1B47-4104-AAFD-85E85CD0C9F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기록한 파일을 두 번 고치기</a:t>
            </a:r>
          </a:p>
        </p:txBody>
      </p:sp>
      <p:sp>
        <p:nvSpPr>
          <p:cNvPr id="4" name="">
            <a:extLst>
              <a:ext uri="{FF2B5EF4-FFF2-40B4-BE49-F238E27FC236}">
                <ns3:creationId id="{C69EBEB9-1E9D-4146-9405-4C01C3182C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3E3CCD-B3E5-47BF-95BD-8F9BA23D8C5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1AFBEF2-EFCA-40AD-B727-ADE02D88111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C527553-836B-43F4-ACAB-E8995A6EBE4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8BF32181-FC1D-4F66-9623-CE7339909B8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C897807-7CDF-42FF-A705-B21C78E54F4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"Document threshold 28"</a:t>
            </a:r>
          </a:p>
        </p:txBody>
      </p:sp>
      <p:sp>
        <p:nvSpPr>
          <p:cNvPr id="10" name="">
            <a:extLst>
              <a:ext uri="{FF2B5EF4-FFF2-40B4-BE49-F238E27FC236}">
                <ns3:creationId id="{6C9769F2-6BCD-426D-9CD1-FCC1E490EBDA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7FA311A-A438-4297-BDCE-474E9FC54D42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이제 편집기로 28을 30으로 바꾸고 저장</a:t>
            </a:r>
          </a:p>
        </p:txBody>
      </p:sp>
      <p:sp>
        <p:nvSpPr>
          <p:cNvPr id="12" name="">
            <a:extLst>
              <a:ext uri="{FF2B5EF4-FFF2-40B4-BE49-F238E27FC236}">
                <ns3:creationId id="{6173A031-3F52-43D4-9BDF-AC39C866FD4A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AF5B284-5C65-4C61-8DBC-288D8884725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25936E65-BD9B-4365-9FFC-1A0462D8D099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574F2C4E-1A38-4B91-B8B3-69DD7EBCC9B7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이제 편집기로 30을 29로 바꾸고 저장</a:t>
            </a:r>
          </a:p>
        </p:txBody>
      </p:sp>
      <p:sp>
        <p:nvSpPr>
          <p:cNvPr id="16" name="">
            <a:extLst>
              <a:ext uri="{FF2B5EF4-FFF2-40B4-BE49-F238E27FC236}">
                <ns3:creationId id="{220738BF-BA81-4E46-987B-4F25DF553F4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B8AB5968-FB02-4D37-93F5-D35563C7AB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259742207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8deb60cf3ba4c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AFB517-5D78-44E4-BAE3-2D14D30E4E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8877438D-37E1-4353-9138-D589E31B9A6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28·30·29는 어디에 있나요?</a:t>
            </a:r>
          </a:p>
        </p:txBody>
      </p:sp>
      <p:sp>
        <p:nvSpPr>
          <p:cNvPr id="4" name="">
            <a:extLst>
              <a:ext uri="{FF2B5EF4-FFF2-40B4-BE49-F238E27FC236}">
                <ns3:creationId id="{24B405D5-492F-40CE-A9F5-6996D35739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A82619-9125-4BA0-B45F-E20E6D429810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이미 추적하는 파일에서 두 번 편집한 상황입니다.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331007"/>
                <a:gridCol w="2614661"/>
                <a:gridCol w="487473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마지막 커밋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기준을 기록함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스테이징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30일 때 add함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add 이후 다시 저장함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0CEC3292-F916-4F4B-9D2C-C5F3953451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15C83F95-9D38-4EF0-847C-06DFF6595A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920064408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05f478f45e446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923798-C4D9-4CBD-B774-405660A5B7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7A9C876-0FF0-4F6C-B839-69EA8CF12A3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 대상 세 가지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A32E8D8-E771-4AE6-BD9B-031D407DC65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A0E99B1-8BCC-484B-9DB3-78FECCDE5AD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5BB2807-3D6F-4E55-9A4D-FDFB68A179D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명령은 대상을 다르게 비교하며 파일을 고치지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4C68722-7FC7-4895-A41A-53062DE14CD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줄 앞 -는 비교 기준의 줄, +는 비교한 뒤의 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B857BF8-E442-45BB-8C5B-5D38F92738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2C665E31-6BDC-4AC5-8ECF-3FDADEF382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846036382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c7b84be8ecc4d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DC5EE0-49BC-4520-8315-0909FECD12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6732630-F066-4A82-8E16-F4DD8294F6C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 대상 세 가지</a:t>
            </a:r>
          </a:p>
        </p:txBody>
      </p:sp>
      <p:sp>
        <p:nvSpPr>
          <p:cNvPr id="4" name="">
            <a:extLst>
              <a:ext uri="{FF2B5EF4-FFF2-40B4-BE49-F238E27FC236}">
                <ns3:creationId id="{EEA8F630-2415-44BE-94EF-2489A3DE7D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2641B8A-CFF0-4BD3-9337-FB4B21121E3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D35F70E-608F-4FBF-88E9-55D142FD536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0205B0C-BA24-4476-AA8B-6E88ED05BFCB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</a:t>
            </a:r>
          </a:p>
        </p:txBody>
      </p:sp>
      <p:sp>
        <p:nvSpPr>
          <p:cNvPr id="8" name="">
            <a:extLst>
              <a:ext uri="{FF2B5EF4-FFF2-40B4-BE49-F238E27FC236}">
                <ns3:creationId id="{8A6AAE74-C5A7-4991-A367-E7719CA209F3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86A4946-AF5A-4292-9EA6-43EA8D74173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0" name="">
            <a:extLst>
              <a:ext uri="{FF2B5EF4-FFF2-40B4-BE49-F238E27FC236}">
                <ns3:creationId id="{882054EF-A8B8-4173-A517-D879B2CD442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8C7AA7F-BF9C-44B4-9770-1B3290EC7F1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HEAD --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58C73361-8D02-4B82-9847-83303027133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14719D8-8AE3-484A-86A9-1C3581DBE10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4" name="">
            <a:extLst>
              <a:ext uri="{FF2B5EF4-FFF2-40B4-BE49-F238E27FC236}">
                <ns3:creationId id="{510F4715-CEEA-4DBB-8336-F833D2E9EF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610634C7-BE91-49D3-950A-C7525C2A9B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310779796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c9906058397446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83D450A-5EFB-4DB1-B15F-9BA61EB27A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91D3B9C-A500-4D14-81EA-0B8A4B4B03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파일의 다른 비교 결과</a:t>
            </a:r>
          </a:p>
        </p:txBody>
      </p:sp>
      <p:sp>
        <p:nvSpPr>
          <p:cNvPr id="4" name="">
            <a:extLst>
              <a:ext uri="{FF2B5EF4-FFF2-40B4-BE49-F238E27FC236}">
                <ns3:creationId id="{60E6F791-2EEB-49FF-9599-CFEFC4B4CAE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4E1A14F-9349-461A-ADCB-66768567E9D0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커밋 28·선택 30·작업 29일 때의 결과입니다.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842446"/>
                <a:gridCol w="3839398"/>
                <a:gridCol w="313855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명령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변화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diff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스테이징 → 작업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 → 29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diff --staged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커밋 → 스테이징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 → 30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diff HEAD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커밋 → 작업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 → 29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status --short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선택과 작업의 변경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MM README.md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9058E0D6-074F-4AAB-81EC-F858DBF04EA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2FC1CBA9-07FE-4509-84B2-204F8E9911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2008010262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6861336446b4b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2C5A73-87D1-42E7-8678-629F4F997F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9C2DF14-8734-42C4-8052-1A32937308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B1E231A-7904-47FB-A175-CB0386A173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지금 커밋하면 어느 값일까요?</a:t>
            </a:r>
          </a:p>
        </p:txBody>
      </p:sp>
      <p:sp>
        <p:nvSpPr>
          <p:cNvPr id="5" name="">
            <a:extLst>
              <a:ext uri="{FF2B5EF4-FFF2-40B4-BE49-F238E27FC236}">
                <ns3:creationId id="{122A83BB-6698-424D-9116-8A141EC0C5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1812AC4-B319-49F4-8DE4-0FDAAF9D524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DF39F2E-1064-4A32-AD60-C48E5A71DBE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파일은 29, 스테이징은 30, 커밋은 28입니다.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F53401-C025-4C48-969B-697E29B6220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D88E1EA-3ADC-4F64-80AA-FB2E0FE4611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그대로 커밋할 때 기록할 값을 먼저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7CBD8B8-DDF2-4733-8372-0D35D55518B9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1A6F048-BA08-4A4F-B35D-B0C386E0FF4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29를 기록하려면 어떤 명령이 먼저 필요한지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3804A8BF-30F0-49DF-9427-C2B222138DD6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59A4DA8-7332-4F67-A61C-3B908671441F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원하는 값을 선택하고 staged diff에서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C5B9B0B-5A19-4334-84EE-71D2AC55AF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A04F5E8B-14FC-4981-BA7B-B2319A1239C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296482640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57948b423494b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C640747-050D-42F4-988F-B12CF28368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629F688-AC3B-47D7-A7C3-D2682218C1E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기록할 값은 선택한 사본입니다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978070B5-3D4B-47F7-A1AB-FEB85CE5941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B855F8-1272-438E-B412-B34736ED3FC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그대로 커밋하면 스테이징에 담긴 30이 기록됩니다.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C867A22-928A-4F15-9FCB-9094D26E946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29를 기록하려면 git add README.md를 다시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60C8CCE-012B-46B6-8806-79A232ED0097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staged diff의 + 줄이 29인지 읽고 커밋합니다.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488DA24-FAE3-43AF-80E7-EBD2B4C0AF7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파일을 저장한 것만으로 선택 사본은 갱신되지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3B90CAD8-FA84-4B78-94FE-CD0A621232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ABCA2FB-25D9-4F6B-B010-D77E34AEC1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532507891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0b1f50156ac45a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87C1E3-435B-45E5-BDD6-9C8C2C1325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5288BE5-D51E-470C-AAE6-77CB12E7EB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원하는 29를 기록하기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78ABB5D-E1D8-4B0C-B24D-42D0DE2308D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BFC4E2-8C90-4156-9A4F-8BCEF2C2A9A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기록할 내용이 29라고 결정한 상황입니다.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397886B-BE53-4F0F-A7BE-7910BB25F22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명령 뒤 파일과 상태를 함께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FC4EF8F-C7BB-4E25-B0D7-D5981DEB658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변경이 없다면 같은 커밋을 억지로 다시 만들지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AD44DDE-D4B8-40A2-8FD8-0F8CFA13C3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12CE4654-0AB7-4C60-B72E-C85AE4AB76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948473964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5b2887190d6b47b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3B8CCD-D046-484E-AFE0-6A6F9E5284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E861134-EAC6-4195-ABF0-89982816E4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원하는 29를 기록하기</a:t>
            </a:r>
          </a:p>
        </p:txBody>
      </p:sp>
      <p:sp>
        <p:nvSpPr>
          <p:cNvPr id="4" name="">
            <a:extLst>
              <a:ext uri="{FF2B5EF4-FFF2-40B4-BE49-F238E27FC236}">
                <ns3:creationId id="{ABC43891-3BA1-4F51-9382-594343447E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F483AD-9D93-41E9-B2AA-5BCF4AC5C5D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2B4ED5D-38C3-404D-B935-52166162F17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EF9DE60-B599-4EC6-B50B-83AE5A79A19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0CB01E73-460C-44F2-B9F1-2A8832DAD6B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2598010-602E-45F3-A4FC-9DBCA25630E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0" name="">
            <a:extLst>
              <a:ext uri="{FF2B5EF4-FFF2-40B4-BE49-F238E27FC236}">
                <ns3:creationId id="{90FCFACB-89AC-4AAE-8EA7-0EF8FBE751A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407F221-7231-46B9-9C5E-EEE749055BE9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"Document threshold 29"</a:t>
            </a:r>
          </a:p>
        </p:txBody>
      </p:sp>
      <p:sp>
        <p:nvSpPr>
          <p:cNvPr id="12" name="">
            <a:extLst>
              <a:ext uri="{FF2B5EF4-FFF2-40B4-BE49-F238E27FC236}">
                <ns3:creationId id="{66198ACB-5DD8-408E-8734-F2DB56376E7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17D1BFDA-11CB-4178-8122-2AA36FA3C71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show HEAD:README.md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D29C0E24-352D-4BE5-A62A-9EC47F8F67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35E8B019-5CCA-4FCD-B5CD-2CD10F7599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339962833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79de1ade87b4f1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022E47C-4B80-476A-BA2A-89D5084626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02BC69-1D1E-497A-80A0-43F5FC946EF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MM과 AM을 혼동하지 않기</a:t>
            </a:r>
          </a:p>
        </p:txBody>
      </p:sp>
      <p:sp>
        <p:nvSpPr>
          <p:cNvPr id="4" name="">
            <a:extLst>
              <a:ext uri="{FF2B5EF4-FFF2-40B4-BE49-F238E27FC236}">
                <ns3:creationId id="{FA4722B0-FA20-4A86-951D-5A872092C38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45D423-9C3A-46F5-952C-A1608DCFC8D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MM은 이미 추적한 파일의 선택 변경과 작업 변경입니다.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A0A781-291F-4B50-A467-94F01390210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파일을 add한 뒤 다시 고치면 AM으로 표시됩니다.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F94C07-1523-427E-8767-6AEBDC56454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글자는 선택 상태, 둘째 글자는 작업 상태입니다.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7F793F4-F37F-43AE-A964-8030ECD479B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 두 글자를 외우기보다 두 사본이 같은지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D57115D-EE2F-4BF2-8092-86986C80C1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FC912EEC-B467-41F9-993D-88215DAD3E3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787697586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47f3a97fed7475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D98F764-93E6-4168-BC00-8C32FE3C621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DAE2B52-0BFF-49FA-A09D-69EB2564F65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이력과 관리할 파일</a:t>
            </a:r>
          </a:p>
        </p:txBody>
      </p:sp>
      <p:sp>
        <p:nvSpPr>
          <p:cNvPr id="4" name="">
            <a:extLst>
              <a:ext uri="{FF2B5EF4-FFF2-40B4-BE49-F238E27FC236}">
                <ns3:creationId id="{333FC42E-628D-4538-81FD-C63CCEA4F6E7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변경 목적을 구별해 읽기 쉬운 기록을 남깁니다.</a:t>
            </a:r>
          </a:p>
        </p:txBody>
      </p:sp>
      <p:sp>
        <p:nvSpPr>
          <p:cNvPr id="5" name="">
            <a:extLst>
              <a:ext uri="{FF2B5EF4-FFF2-40B4-BE49-F238E27FC236}">
                <ns3:creationId id="{B4015D5B-B9E7-4BFA-97BD-D57BB3A08EA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개인 메모와 비밀 파일을 기록에서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EF2C912-5B8F-482E-8EDF-E324EE123FEA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35581AA-A9C5-476B-BCBE-D17357A8C4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21352612-EDCD-4CDC-8DF4-4CC1113E95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591812484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90f7a9c5285444d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F076FA-4DE1-408B-A8D6-FABD03F1C2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B2A2EC6C-B50B-4A67-A857-8F92B5D2192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수정은 같은 목적일까요?</a:t>
            </a:r>
          </a:p>
        </p:txBody>
      </p:sp>
      <p:sp>
        <p:nvSpPr>
          <p:cNvPr id="4" name="">
            <a:extLst>
              <a:ext uri="{FF2B5EF4-FFF2-40B4-BE49-F238E27FC236}">
                <ns3:creationId id="{CD2E84D1-0005-4879-98D0-B71AF1B39A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9CA2A1-2582-4419-A658-60EC0C479F06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안내 문장 수정</a:t>
            </a:r>
          </a:p>
        </p:txBody>
      </p:sp>
      <p:sp>
        <p:nvSpPr>
          <p:cNvPr id="6" name="">
            <a:extLst>
              <a:ext uri="{FF2B5EF4-FFF2-40B4-BE49-F238E27FC236}">
                <ns3:creationId id="{652C401C-EDC0-4591-A59C-BB89E9E06015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판정 기준 수정</a:t>
            </a:r>
          </a:p>
        </p:txBody>
      </p:sp>
      <p:sp>
        <p:nvSpPr>
          <p:cNvPr id="7" name="">
            <a:extLst>
              <a:ext uri="{FF2B5EF4-FFF2-40B4-BE49-F238E27FC236}">
                <ns3:creationId id="{85DC4605-FDEB-4D86-B651-579BCEB3AA31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실행할 폴더를 course라고 명시</a:t>
            </a:r>
          </a:p>
        </p:txBody>
      </p:sp>
      <p:sp>
        <p:nvSpPr>
          <p:cNvPr id="8" name="">
            <a:extLst>
              <a:ext uri="{FF2B5EF4-FFF2-40B4-BE49-F238E27FC236}">
                <ns3:creationId id="{EE8DFF37-0666-44C8-AD08-88454ED634EE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왜: 동료가 같은 위치에서 실행하도록</a:t>
            </a:r>
          </a:p>
        </p:txBody>
      </p:sp>
      <p:sp>
        <p:nvSpPr>
          <p:cNvPr id="9" name="">
            <a:extLst>
              <a:ext uri="{FF2B5EF4-FFF2-40B4-BE49-F238E27FC236}">
                <ns3:creationId id="{F84A23DA-939C-484E-BA29-411614E000C0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Threshold 값을 바꿈</a:t>
            </a:r>
          </a:p>
        </p:txBody>
      </p:sp>
      <p:sp>
        <p:nvSpPr>
          <p:cNvPr id="10" name="">
            <a:extLst>
              <a:ext uri="{FF2B5EF4-FFF2-40B4-BE49-F238E27FC236}">
                <ns3:creationId id="{4F48651D-1299-47BA-B0B3-A9EDB2C36013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왜: 승인된 판정 기준을 반영하도록</a:t>
            </a:r>
          </a:p>
        </p:txBody>
      </p:sp>
      <p:sp>
        <p:nvSpPr>
          <p:cNvPr id="11" name="">
            <a:extLst>
              <a:ext uri="{FF2B5EF4-FFF2-40B4-BE49-F238E27FC236}">
                <ns3:creationId id="{F1C026F6-9C40-4834-AC79-17CBC90674AB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한 기록을 나중에 찾거나 설명하기 쉽게 나눕니다.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297FA1E-83F0-4CF9-BDE7-0CE9AC2B44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EDB445BB-5549-4E91-A1AE-845333A2F01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498644905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032a29804c942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6468125-4447-45B1-A567-1379EA1595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EDAC12-C1C9-4AEF-9C37-B8F62D4849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698B589-BFC1-4439-95EB-B99E7B2E196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목적을 적고 문장 한 줄 고치기</a:t>
            </a:r>
          </a:p>
        </p:txBody>
      </p:sp>
      <p:sp>
        <p:nvSpPr>
          <p:cNvPr id="5" name="">
            <a:extLst>
              <a:ext uri="{FF2B5EF4-FFF2-40B4-BE49-F238E27FC236}">
                <ns3:creationId id="{E9B0CBBC-9A31-4071-9F3F-631033CB3A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582E900-8C1D-463C-B3A5-14B81B48006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FC85EBC-CAAF-4B7A-A970-B318F31A058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README의 실행 안내만 더 분명하게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D195371-0AEC-467D-906E-D4DCCEDB16A3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46F8C2A-6C49-4115-A1AF-2A31B9E40DEF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 기준 줄은 그대로 둡니다.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8276F7F-0D7B-4E8F-9DE1-3459EB0445A3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89D1EE2-E698-4B56-8C2D-5578F4DE288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diff에서 목적 밖 변경이 없는지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50D15A3-178E-419E-86D1-DD5863BEE5FF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8E6DE36-4951-439A-A898-540C04FCF92A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“수정” 대신 목적이 드러나는 커밋 메시지를 작성합니다.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DB249B8A-DACC-4727-AFCA-FA77C99798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DAAEA2B2-A8D2-4DBD-9E61-3388910D59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421178204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2ee09d3a2f343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C192F9-DBBB-429C-99EA-F7AA18EA7C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D81E660-207C-4A79-B0B1-6A21EBBB24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목적의 변경 기록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2FED3539-FF4D-4532-AB1A-4629C958301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0AF8B70-A21B-4CCB-AA79-97026E707F9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BE7A1EE-2DFE-4393-A38E-9FF1BD385A2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README를 저장한 뒤 제공 A07 명령 순서로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4F6C4B6-A6F2-413D-AB47-E69C513EC95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staged diff에서 실행 안내만 바뀌었는지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8103BD-B48F-4818-A467-96D8725B77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452DAFF2-DEF8-48B1-8749-72024966B4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439261487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263445f488d747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CE4E6B-C4F6-49B9-AE06-BC6D20188C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05A5441-4954-4186-B9AD-C38A8763433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목적의 변경 기록</a:t>
            </a:r>
          </a:p>
        </p:txBody>
      </p:sp>
      <p:sp>
        <p:nvSpPr>
          <p:cNvPr id="4" name="">
            <a:extLst>
              <a:ext uri="{FF2B5EF4-FFF2-40B4-BE49-F238E27FC236}">
                <ns3:creationId id="{A5EAFF3E-E539-4D1F-BF27-22E732053D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45C0FDC-41E2-40E2-9BE0-D7B9B7EB922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54282A0-5EA6-4964-BF41-A348E5F3106D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E73C4DA-192B-4DBB-B97F-FB7023604B38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</a:t>
            </a:r>
          </a:p>
        </p:txBody>
      </p:sp>
      <p:sp>
        <p:nvSpPr>
          <p:cNvPr id="8" name="">
            <a:extLst>
              <a:ext uri="{FF2B5EF4-FFF2-40B4-BE49-F238E27FC236}">
                <ns3:creationId id="{3DE0E26B-91D3-4FC7-B904-6A7A96840F8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8282F95-8977-4DFF-88C0-5424FDF3C344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566EB276-E4F9-4DA6-BE49-EFCD5DD0AB4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196BD23-138D-4C84-9A53-EFEC47CBD745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2" name="">
            <a:extLst>
              <a:ext uri="{FF2B5EF4-FFF2-40B4-BE49-F238E27FC236}">
                <ns3:creationId id="{879776D1-D280-4C97-A6B5-B4AAA7C61EA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E0135FD-4130-4310-A4B5-3F935B38551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"Clarify run folder"</a:t>
            </a:r>
          </a:p>
        </p:txBody>
      </p:sp>
      <p:sp>
        <p:nvSpPr>
          <p:cNvPr id="14" name="">
            <a:extLst>
              <a:ext uri="{FF2B5EF4-FFF2-40B4-BE49-F238E27FC236}">
                <ns3:creationId id="{C63E8117-532A-4450-8B41-7B422CBB9A8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FB2B172-874B-450C-B861-FC97EA3F54C2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-2</a:t>
            </a:r>
          </a:p>
        </p:txBody>
      </p:sp>
      <p:sp>
        <p:nvSpPr>
          <p:cNvPr id="16" name="">
            <a:extLst>
              <a:ext uri="{FF2B5EF4-FFF2-40B4-BE49-F238E27FC236}">
                <ns3:creationId id="{BB5EF24A-32C2-4B85-9892-043FB5324D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013381F3-B80D-406A-9CAA-AB3496F4DEB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1604240161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e712b4e666242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4EA21F-15AA-4BF7-BB6A-FD50D40D434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36279C3-BA98-4769-8DB8-54A5915134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“Clarify run folder”가 알려 주는 것</a:t>
            </a:r>
          </a:p>
        </p:txBody>
      </p:sp>
      <p:sp>
        <p:nvSpPr>
          <p:cNvPr id="4" name="">
            <a:extLst>
              <a:ext uri="{FF2B5EF4-FFF2-40B4-BE49-F238E27FC236}">
                <ns3:creationId id="{D3BFE2FB-0248-4ABD-B45B-C15980528B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DF3A70A-7D3E-4059-AD2B-EA47426874C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기록은 실행할 폴더 안내를 분명하게 바꿨다는 뜻입니다.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D4C193-8EB2-4E53-B34A-C657C6E6A89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기준값 수정이 섞이면 기록 설명과 실제 변경이 어긋납니다.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1DE5E7C-5196-420F-8E6D-B876FFE1DA9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기준값은 별도 목적의 기록으로 나눌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9A1A8D-B65B-4FBD-8660-A9B0F27F69B4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전체보다 바뀐 줄을 읽어 목적과 일치하는지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8BDAA1F-65B8-46CA-B107-35AA938EA7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24B1B362-05D9-4D6E-BF6B-F3F268751C2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307317008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3f649c88d21453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8119F03-C883-44C0-86BE-18AB8946E5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8B0C2FB-CFBE-42B3-87D3-CB6860D28F1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안내와 현재 안내 읽기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5FF5317-1461-4912-A1B2-A847F65E40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ADA65A-817F-4324-9A50-7EC6E96AC7F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3A1A287-C899-4A7A-B525-02E07D405D3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HEAD는 현재 브랜치의 마지막 커밋입니다.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377DB31-A0F3-449D-AA57-B02DA43177A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HEAD~1은 그 커밋의 한 단계 앞 기록입니다.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A50CC3D-4595-482E-99A0-2C3B9CD482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8ED2E45A-26AE-4E4E-A778-0C7B5CC71E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596202649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99bf35431614b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5EE698-3979-450A-ACC3-4DF1CDFCCA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9CB98F7-C6A9-4696-8FEB-AD11C5B58D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안내와 현재 안내 읽기</a:t>
            </a:r>
          </a:p>
        </p:txBody>
      </p:sp>
      <p:sp>
        <p:nvSpPr>
          <p:cNvPr id="4" name="">
            <a:extLst>
              <a:ext uri="{FF2B5EF4-FFF2-40B4-BE49-F238E27FC236}">
                <ns3:creationId id="{81C903CC-90C3-447A-9DE5-CC30816571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BE1811-63EF-4DB7-BAA6-D6A21E9BE31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32009BD-FA50-4272-A798-354EB127804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3F87E6E-075A-4B89-A385-02F1BCC3BE3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-3</a:t>
            </a:r>
          </a:p>
        </p:txBody>
      </p:sp>
      <p:sp>
        <p:nvSpPr>
          <p:cNvPr id="8" name="">
            <a:extLst>
              <a:ext uri="{FF2B5EF4-FFF2-40B4-BE49-F238E27FC236}">
                <ns3:creationId id="{057D6593-C065-4142-A228-00E39AD3566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C832C79-215F-4A96-82C1-8AE0EAB4DE00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show HEAD:README.md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0AE32629-3744-4474-8585-D1708924C0CA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76D0019-BA97-4990-89A1-FF6FC02E899A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show HEAD~1:README.md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D0E420FD-D9C1-4838-AF3B-AEFBE8F9EB6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DC6A8161-634B-4814-80B3-708F6F9F53D8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HEAD~1 HEAD --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AE4E24E1-8DE6-46CA-9BED-07B9811E03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B3038FE0-BFF8-42E5-9F9B-99EDA89F5B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338769165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bca65db0dac46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4148B1F-5568-44B6-BD68-CCF058B081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412D7A3-47AB-4FE8-82C9-EFA4D1F19B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show와 diff의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173D95BB-374F-42C1-BC9F-136380DBB4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8EA600-E625-482F-8B2E-906D99AFCFB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show는 지정한 기록의 README 내용을 보여 줍니다.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3D7250-8E42-4EE1-BB08-5ADA87E69E1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diff는 두 상태에서 어느 줄이 달라졌는지 보여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47F505-9C78-4A1C-971B-FA85B2F6F8F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명령의 -- 뒤는 비교할 파일 이름입니다.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9A7E714-915D-4D47-8801-E75DDFC9360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기록이 하나뿐이면 HEAD~1이 없으므로 log부터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609BFAD-117D-4346-9ECC-B63C59BD2B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43D39582-7E17-4230-AE6C-1476F2CC8A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908564729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f165e68332a4a5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5F80B8C-5381-4C37-AB2A-48F38172EC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B7A4A52-5839-482C-8757-C1C873146E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CC8FC27-D2CE-4468-A865-1F919846515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빈 diff에서 알 수 없는 것</a:t>
            </a:r>
          </a:p>
        </p:txBody>
      </p:sp>
      <p:sp>
        <p:nvSpPr>
          <p:cNvPr id="5" name="">
            <a:extLst>
              <a:ext uri="{FF2B5EF4-FFF2-40B4-BE49-F238E27FC236}">
                <ns3:creationId id="{9C25F2CB-6C73-4899-BCDA-28C60175B5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D88B35B-ED55-4458-8854-867519CFB90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F1CA763-52D2-4496-AB89-401D1E6E6AE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README와 HEAD가 같아 diff가 비어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D35CFD2-9B29-4241-B0BC-FE1FAD95593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0132C0D-0628-4DE0-9C08-ECDFE4E5FEE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“프로그램이 정확하다”와 “파일 내용이 같다” 중 하나를 고릅니다.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68C04FF-1814-4F94-88F4-EB018564F96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945A964-3C50-4B85-9247-1F7D2FCE917A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프로그램의 정확성을 확인하려면 무엇을 추가해야 하나요?</a:t>
            </a:r>
          </a:p>
        </p:txBody>
      </p:sp>
      <p:sp>
        <p:nvSpPr>
          <p:cNvPr id="12" name="">
            <a:extLst>
              <a:ext uri="{FF2B5EF4-FFF2-40B4-BE49-F238E27FC236}">
                <ns3:creationId id="{CD3CA5B2-260D-46A1-BB60-6DD9D8954C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899D2E07-6E78-45FE-B972-647B7B3C689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984197799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22c07153f9847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C5FB561-C730-40AA-B457-0A6390FDA1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990EE8C-7874-44D9-8231-5A4A6C39A3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같다는 것과 맞다는 것은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E579E349-447D-4575-A1B3-5599CE49A1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0267BE3-3281-4321-97E2-9198A150846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diff는 비교한 파일 상태가 같다는 뜻입니다.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FDC3C5E-A54A-463D-B3F0-8CD438AA3B6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 입력과 출력으로 프로그램을 실행한 결과는 알 수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1B1FB4-6805-4F69-86BB-AD117D4449F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동료가 실행할 안내도 실제 명령과 맞는지 따로 읽어야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FE7C60F-0199-4346-97D6-39068DA9BC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09029504-FFFF-4408-ABAB-177E172FA5A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055638524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a4f7e9ff30347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8A7467-F5F8-4F75-AACE-8167B1E0A84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A2E6856-7375-497C-B448-EE4855E851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개인 메모 제외하기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03E16AE7-1727-4289-BB79-54B56D4A96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909F14A-0EEC-4A74-9CDF-7FC48D1190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03894A-223F-4FDA-AAB8-2AAEF052D97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scratch.txt가 아직 Git에 기록되지 않은 상황에서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FBA65D-F112-4152-A10A-4E008BE17F3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.gitignore는 제외할 파일 이름을 적는 설정 문서입니다.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D294B12-EE4A-43D8-9628-1B30D4EF4C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C13D4527-DB2B-4C22-9CDB-07784A4F58A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610512857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17fb341527b44f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4069CA-8AF3-479D-8E18-9A2F972323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1E0C0BD-866A-4365-8C2F-DE19E526B8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개인 메모 제외하기</a:t>
            </a:r>
          </a:p>
        </p:txBody>
      </p:sp>
      <p:sp>
        <p:nvSpPr>
          <p:cNvPr id="4" name="">
            <a:extLst>
              <a:ext uri="{FF2B5EF4-FFF2-40B4-BE49-F238E27FC236}">
                <ns3:creationId id="{0A3E6170-D1FA-4133-9DC0-B71BF916750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7A9B0B2-04D8-44F9-8D8B-031EB33E6B5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78AFA42-9A69-44E3-9937-92C8B42A69B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0176BCA-25A3-4559-972D-946FFA4C767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scratch.txt "private practice memo"</a:t>
            </a:r>
          </a:p>
        </p:txBody>
      </p:sp>
      <p:sp>
        <p:nvSpPr>
          <p:cNvPr id="8" name="">
            <a:extLst>
              <a:ext uri="{FF2B5EF4-FFF2-40B4-BE49-F238E27FC236}">
                <ns3:creationId id="{DEE7AE97-3044-4953-B752-57B1F380279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1F955F7-FACE-4285-B173-9FCABA3A8FE8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.gitignore "scratch.txt"</a:t>
            </a:r>
          </a:p>
        </p:txBody>
      </p:sp>
      <p:sp>
        <p:nvSpPr>
          <p:cNvPr id="10" name="">
            <a:extLst>
              <a:ext uri="{FF2B5EF4-FFF2-40B4-BE49-F238E27FC236}">
                <ns3:creationId id="{158B4ACB-8235-4A8F-A8EE-EB5B797FAF4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0372E1E-D42E-4D2F-8374-DC33A893922E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check-ignore -v scratch.txt</a:t>
            </a:r>
          </a:p>
        </p:txBody>
      </p:sp>
      <p:sp>
        <p:nvSpPr>
          <p:cNvPr id="12" name="">
            <a:extLst>
              <a:ext uri="{FF2B5EF4-FFF2-40B4-BE49-F238E27FC236}">
                <ns3:creationId id="{7765CCF5-35C9-4E2A-92D0-58B496C45A6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7786F88-A05B-4C17-A058-B24E48D5BF7F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.gitignore</a:t>
            </a:r>
          </a:p>
        </p:txBody>
      </p:sp>
      <p:sp>
        <p:nvSpPr>
          <p:cNvPr id="14" name="">
            <a:extLst>
              <a:ext uri="{FF2B5EF4-FFF2-40B4-BE49-F238E27FC236}">
                <ns3:creationId id="{B74C3C73-A6D9-40FE-AFE7-663EAE65F26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4CB8F29F-D24F-471B-8AA5-EE4A2F92B265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"Ignore scratch notes"</a:t>
            </a:r>
          </a:p>
        </p:txBody>
      </p:sp>
      <p:sp>
        <p:nvSpPr>
          <p:cNvPr id="16" name="">
            <a:extLst>
              <a:ext uri="{FF2B5EF4-FFF2-40B4-BE49-F238E27FC236}">
                <ns3:creationId id="{4D4C86E7-1BAD-4C3E-AAF9-1B0199E1C6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7DE5B5F1-4605-4D7F-9721-4F816EF38D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278893484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d208c2a7e8a43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B22891F-E6DA-4B6B-8CDA-9B382530FD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294C2DA-D745-4617-8737-B105F28BC5E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ignore가 할 수 없는 일</a:t>
            </a:r>
          </a:p>
        </p:txBody>
      </p:sp>
      <p:sp>
        <p:nvSpPr>
          <p:cNvPr id="4" name="">
            <a:extLst>
              <a:ext uri="{FF2B5EF4-FFF2-40B4-BE49-F238E27FC236}">
                <ns3:creationId id="{A019475D-8F6B-4694-9D1E-D0AF86164CB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45B68D-3EC9-4B2D-BF7A-6ED7C76670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check-ignore는 적용한 제외 규칙을 보여 줍니다.</a:t>
            </a:r>
          </a:p>
        </p:txBody>
      </p:sp>
      <p:sp>
        <p:nvSpPr>
          <p:cNvPr id="6" name="">
            <a:extLst>
              <a:ext uri="{FF2B5EF4-FFF2-40B4-BE49-F238E27FC236}">
                <ns3:creationId id="{58D6D414-1B10-4D84-8B2C-685214386B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scratch.txt는 status의 추적 대상에서 제외됩니다.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7558B0F-962B-4061-8530-C79296DE4A5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 커밋한 파일은 이름을 ignore에 적어도 계속 추적합니다.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29B95A-097C-462A-8F2A-D1675654F14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과거 기록에 남긴 비밀도 ignore로 지울 수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04C5F9F-AD13-45AB-9FA2-55543441DB4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34ADC2E5-43C7-49B5-A2A9-F7993C67546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2105311017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34fc94e7c4740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E66CA5-6755-4821-9414-7F337A2C52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49ABFD4-6343-436D-A2E2-097253D303C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106C927-E67F-4220-995A-7763379B5D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이미 기록한 암호 파일이라면</a:t>
            </a:r>
          </a:p>
        </p:txBody>
      </p:sp>
      <p:sp>
        <p:nvSpPr>
          <p:cNvPr id="5" name="">
            <a:extLst>
              <a:ext uri="{FF2B5EF4-FFF2-40B4-BE49-F238E27FC236}">
                <ns3:creationId id="{64D8058F-00BC-4689-9C03-549AAC2FAB4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E077838-AA08-48D3-9BC6-A3A6F0DAC7B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114EDB7-E92F-4775-B0F9-83DD0EA33D2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secret.txt를 커밋한 뒤 ignore에 이름을 넣었습니다.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E5C7CC-C2CA-4A51-941E-F6C7601E1D1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D5A9781-0214-48C1-AC0B-C8E8B89D218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과거 암호가 사라졌는지 판단하고 이유를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F816F44-239E-48D1-8284-97DF37D0CED8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DBA6FF1-FD63-42A5-AAB8-1435B1C1AE5C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실제 암호 대신 가상 예시로만 토론합니다.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3DB3E125-FC6F-4188-A004-C77870568F02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42F3E89-2335-42AC-9DF1-F89DB0C80DD4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노출된 실제 암호는 파일 정리 외에 어떤 조치가 필요한가요?</a:t>
            </a:r>
          </a:p>
        </p:txBody>
      </p:sp>
      <p:sp>
        <p:nvSpPr>
          <p:cNvPr id="14" name="">
            <a:extLst>
              <a:ext uri="{FF2B5EF4-FFF2-40B4-BE49-F238E27FC236}">
                <ns3:creationId id="{2D50A1A2-376E-4F52-B8E6-770EC6945C6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AA7CB8CA-E619-4CC8-9A17-9E9F6746D9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631223456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cd44c5ffbbd4dc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ECDA9C1-184C-44B1-B1D1-40881D5312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343022C-043C-4CF4-A2C9-F7750E961C7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제외 규칙은 비밀 삭제 도구가 아닙니다</a:t>
            </a:r>
          </a:p>
        </p:txBody>
      </p:sp>
      <p:sp>
        <p:nvSpPr>
          <p:cNvPr id="4" name="">
            <a:extLst>
              <a:ext uri="{FF2B5EF4-FFF2-40B4-BE49-F238E27FC236}">
                <ns3:creationId id="{01A43949-E7A4-4A25-81F0-1BDFFC0A2F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2FEE08-4C17-4837-9048-46BCB20722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과거 커밋에는 secret.txt의 내용이 남아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F651AF8-9384-4D79-A430-43CF213E9DE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추적 상태도 자동으로 바뀌지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85D5E4A-5162-470D-804A-7A69FAF5F78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암호가 노출됐다면 암호 폐기·재발급 등 별도 대응이 필요합니다.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71109D4-018F-4100-B5B6-6BB6CFDB526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수업에서는 개인 정보와 실제 비밀번호를 기록하지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57B70AE-659D-417D-8B92-C6179051A8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C1793DEB-6215-48B4-82A0-00E1DC587F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820652000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655976fb4c040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B3977D6-9615-4909-A2DF-5ED61C8BE3B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3EB30BE9-89A3-44D9-A30D-3E6452EA79D5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어느 상태를 복구할지 정하기</a:t>
            </a:r>
          </a:p>
        </p:txBody>
      </p:sp>
      <p:sp>
        <p:nvSpPr>
          <p:cNvPr id="4" name="">
            <a:extLst>
              <a:ext uri="{FF2B5EF4-FFF2-40B4-BE49-F238E27FC236}">
                <ns3:creationId id="{E3495718-4C43-48CD-80BE-47EDB252922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좋은 편집은 남기고 선택만 취소해 봅니다.</a:t>
            </a:r>
          </a:p>
        </p:txBody>
      </p:sp>
      <p:sp>
        <p:nvSpPr>
          <p:cNvPr id="5" name="">
            <a:extLst>
              <a:ext uri="{FF2B5EF4-FFF2-40B4-BE49-F238E27FC236}">
                <ns3:creationId id="{F1949610-2CCF-4135-9190-14063ABAB06C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파일의 작업 내용을 마지막 기록으로 돌려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1F4C158-18A9-4161-925D-0B5B5884BC46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CEDCC1C-2EDA-4700-B7BC-792F6579697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45235085-C69B-4C54-A8CE-95E1DE7240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399412276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96af41365370451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848ADD-F2E4-4C39-8A11-6DC764A37A5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68918E8A-C5CF-4274-8F3B-473C816BE71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 다 “취소”라고 부르면 위험합니다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9E53FF4B-13F9-4FF5-91EB-E35ABAB98A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160F31C-5A22-4F1A-AF92-E0FF64EE96D0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선택만 취소</a:t>
            </a:r>
          </a:p>
        </p:txBody>
      </p:sp>
      <p:sp>
        <p:nvSpPr>
          <p:cNvPr id="6" name="">
            <a:extLst>
              <a:ext uri="{FF2B5EF4-FFF2-40B4-BE49-F238E27FC236}">
                <ns3:creationId id="{C4DCF6CB-C8FE-47BF-8B07-0C863FEE6483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작업 파일 복구</a:t>
            </a:r>
          </a:p>
        </p:txBody>
      </p:sp>
      <p:sp>
        <p:nvSpPr>
          <p:cNvPr id="7" name="">
            <a:extLst>
              <a:ext uri="{FF2B5EF4-FFF2-40B4-BE49-F238E27FC236}">
                <ns3:creationId id="{90C8D2B6-92B4-4E5C-AD53-5F34BD96881C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커밋에서 파일만 뺌</a:t>
            </a:r>
          </a:p>
        </p:txBody>
      </p:sp>
      <p:sp>
        <p:nvSpPr>
          <p:cNvPr id="8" name="">
            <a:extLst>
              <a:ext uri="{FF2B5EF4-FFF2-40B4-BE49-F238E27FC236}">
                <ns3:creationId id="{CB847AC6-A254-4CE5-BFA8-77510BAE821D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편집해 둔 좋은 문장은 유지</a:t>
            </a:r>
          </a:p>
        </p:txBody>
      </p:sp>
      <p:sp>
        <p:nvSpPr>
          <p:cNvPr id="9" name="">
            <a:extLst>
              <a:ext uri="{FF2B5EF4-FFF2-40B4-BE49-F238E27FC236}">
                <ns3:creationId id="{81D90F3A-109E-4605-A388-F7C96D91245C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편집을 지정한 사본으로 덮어씀</a:t>
            </a:r>
          </a:p>
        </p:txBody>
      </p:sp>
      <p:sp>
        <p:nvSpPr>
          <p:cNvPr id="10" name="">
            <a:extLst>
              <a:ext uri="{FF2B5EF4-FFF2-40B4-BE49-F238E27FC236}">
                <ns3:creationId id="{FF036A04-982A-4EFE-9B78-2769F9854D20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저장만 한 변경은 사라질 수 있음</a:t>
            </a:r>
          </a:p>
        </p:txBody>
      </p:sp>
      <p:sp>
        <p:nvSpPr>
          <p:cNvPr id="11" name="">
            <a:extLst>
              <a:ext uri="{FF2B5EF4-FFF2-40B4-BE49-F238E27FC236}">
                <ns3:creationId id="{A487433F-D070-4D1F-8B13-92F525E263C2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복구 전에 버릴 내용과 남길 내용을 정합니다.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500EA6CE-4466-4E2F-8403-C7AEA5E1BD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E4E2CC5B-4294-426D-8801-2142EFF2F0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154570110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d6de390283940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74A0E6B-D822-478C-BE8D-EE0D864EB6B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1F21F3-8CB8-4551-A08B-1E1B3EF579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좋은 문장을 선택해 놓기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D65E2F6-A3B0-4664-9EAE-C851AD4F30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ED0B15A-228E-45F9-9789-D3B19875DFF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8CEC4A2-ADCA-4975-A4B3-651C963F021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README에 좋은 안내 한 줄을 추가해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C8509AE-D5F5-4060-BD31-6C8D337F072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지금은 선택 취소를 연습하므로 커밋하지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CA90CB-8ADA-4ECA-8839-3BE76D1DF4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64B531EF-C83C-4D84-AC5E-869E4C96AB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817774534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ec2dd58e472349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D8E0EE-26C2-46DE-9E46-FC77FD5A943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3A2C82B-345A-4B90-A893-DFBB974447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좋은 문장을 선택해 놓기</a:t>
            </a:r>
          </a:p>
        </p:txBody>
      </p:sp>
      <p:sp>
        <p:nvSpPr>
          <p:cNvPr id="4" name="">
            <a:extLst>
              <a:ext uri="{FF2B5EF4-FFF2-40B4-BE49-F238E27FC236}">
                <ns3:creationId id="{20D815A1-39CD-480D-A510-75BDBC76ED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38A206F-AE06-49BD-AF53-861478C7984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6AF9FD7-0E87-4401-B737-886639CFF33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915832D-D991-44D6-9BEF-9ED293754678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8C3142AA-C679-460B-A6D8-E537C1114AC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E0935C1-DA6A-4090-BB0E-1C4B82C4BAD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0" name="">
            <a:extLst>
              <a:ext uri="{FF2B5EF4-FFF2-40B4-BE49-F238E27FC236}">
                <ns3:creationId id="{F0DB2A1C-0220-4BFA-83F1-16C8296B06D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3F0E0E5-5E9C-4F04-87C5-39AE82DB339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2" name="">
            <a:extLst>
              <a:ext uri="{FF2B5EF4-FFF2-40B4-BE49-F238E27FC236}">
                <ns3:creationId id="{27CD4423-6099-4EBB-80A6-DEBD6E0EEA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37087031-FDD3-41F0-97FB-A1A33B0DB56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1004662686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25cca7a72f54cf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D7F0FA-6AB6-4882-8A0A-5415C64E3A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9FD41C0-7A00-4287-817C-20D1F7C531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선택만 빼고 편집은 남기기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185DECC-4B46-42E3-9534-AD7D3D05E0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CF2ADF-83BE-4E87-8383-2CB8563EEC5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--staged는 스테이징만 마지막 기록 상태로 돌립니다.</a:t>
            </a:r>
          </a:p>
        </p:txBody>
      </p:sp>
      <p:sp>
        <p:nvSpPr>
          <p:cNvPr id="6" name="">
            <a:extLst>
              <a:ext uri="{FF2B5EF4-FFF2-40B4-BE49-F238E27FC236}">
                <ns3:creationId id="{F7AEE559-5EF0-4DED-BBE6-20B934D8E58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README.md는 이 명령의 대상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B60C116-976E-48F1-9814-0AC0A6F320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뒤 파일을 열어 좋은 문장이 남았는지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A4D7455-3DAB-4A87-97CF-24002422E1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85E43DDF-8B7F-48C9-A65F-191EDF73B0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551519830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55334cfd2f3465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8B3BD0-B49C-4200-AE6A-6A86AEEA50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AB9A6D8-12BD-4B5C-B576-6FC7C85B9A7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선택만 빼고 편집은 남기기</a:t>
            </a:r>
          </a:p>
        </p:txBody>
      </p:sp>
      <p:sp>
        <p:nvSpPr>
          <p:cNvPr id="4" name="">
            <a:extLst>
              <a:ext uri="{FF2B5EF4-FFF2-40B4-BE49-F238E27FC236}">
                <ns3:creationId id="{2E4D31E0-EBC2-433F-9D2E-298CF6153C3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9D95F7-2054-4BCC-9827-A6D0E43C194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E826CD3-F6E1-4DCF-8F23-EC7F99DE7E8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7CD2A39-5CF1-45A9-B589-A5D52A9D544F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restore --staged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8A0FE27E-F26F-410D-85B1-3002D9BAA2C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6E45645-FF63-4B7C-A5F1-6C5F237341B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0" name="">
            <a:extLst>
              <a:ext uri="{FF2B5EF4-FFF2-40B4-BE49-F238E27FC236}">
                <ns3:creationId id="{D150A097-50BE-49B7-A743-FEDEB63DD544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653DC1B-1B8D-4B31-80EA-F8870E73EBF2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--staged</a:t>
            </a:r>
          </a:p>
        </p:txBody>
      </p:sp>
      <p:sp>
        <p:nvSpPr>
          <p:cNvPr id="12" name="">
            <a:extLst>
              <a:ext uri="{FF2B5EF4-FFF2-40B4-BE49-F238E27FC236}">
                <ns3:creationId id="{CB5DC684-6B6F-4E9B-8C10-C80FB6BDA79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556A590-E09D-4836-A1FC-30D8E28F743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5A44E946-7118-4711-9A4B-664DE2075C4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4BB7B59F-18F0-4755-998A-5CE8C4A82E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804692960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5ed8cd8484641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90EDF89-70FF-480A-A9D2-69DA50E54C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2A1D573-32B8-4B82-8E7A-50566F1BB5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 취소 뒤의 상태</a:t>
            </a:r>
          </a:p>
        </p:txBody>
      </p:sp>
      <p:sp>
        <p:nvSpPr>
          <p:cNvPr id="4" name="">
            <a:extLst>
              <a:ext uri="{FF2B5EF4-FFF2-40B4-BE49-F238E27FC236}">
                <ns3:creationId id="{A743C7C9-0F0F-4ADA-A81D-12F70D87AF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A3BBA6-991F-4D5A-87E9-6FA0D57ADDB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파일에는 새 안내 문장이 그대로 남습니다.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ACC6DCE-A648-4090-9B85-91BE3ACBDC6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파일의 staged diff는 비어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348CDC1-5665-4595-98AA-EFDBE0434CE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status --short의 둘째 자리에 M이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7EBF797-0B2C-4ED3-BAC3-F6025374260D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기록하려면 add부터 진행합니다.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FD35A4D-45D0-422C-8F49-089766473BF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A388DE21-FF80-41CA-83B5-8F11988C78F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661860687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1e03eb345d14b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BD3372-BEE4-4430-8B4C-D1415FC3E3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43475B7-464F-4858-AD0F-03BF118A408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1B39B50-0C06-48B9-8F98-54647D4715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좋은 편집을 유지하려면</a:t>
            </a:r>
          </a:p>
        </p:txBody>
      </p:sp>
      <p:sp>
        <p:nvSpPr>
          <p:cNvPr id="5" name="">
            <a:extLst>
              <a:ext uri="{FF2B5EF4-FFF2-40B4-BE49-F238E27FC236}">
                <ns3:creationId id="{D6F5502A-8ABC-4348-BF98-2BA1E80FD0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39237B5-75CF-4455-9115-849F0300F6C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8232ECD-4D9A-4279-A5BA-CE0EB4FB7F0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좋은 문장을 이번 커밋에는 넣지 않으려고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A452F1C-1FD0-41D4-8CEC-29FDFFBDDA3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06E26AF-76C5-4701-85EB-9BDF9DD543E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restore의 어느 옵션을 사용할지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B536E09-F04B-4DAF-99DD-EE1CA5CFEBE6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1C728CA-4BC7-43AF-8E96-AAF30607212B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실행 뒤 staged diff와 작업 파일을 각각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2587B30-0955-455B-9E05-B07565D11E0E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515113A-36A3-42FA-8703-C7C19FB06116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 내용도 사라졌다는 설명이 맞는지 판단합니다.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8201243-0645-42AF-BE10-4753AE1977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DC191DA7-59F9-4894-A063-7CF83AEEA1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459456188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fa45cebc95849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92B82B1-CD03-4A75-B20A-556D23C1BE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A3DE8F0-B0CA-4690-A594-C43636AFC65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작업과 선택을 따로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709943FE-FD3F-4A90-9EE7-C820B3B8F76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67B717-1B46-4883-9C8D-7089A2D718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restore --staged README.md가 맞습니다.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FE6FD0-3608-49C0-8970-F7461224BE5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선택 사본은 돌아가지만 작업 문장은 남습니다.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A16F424-D354-4F41-872D-7B2ACE21A10E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파일이 덮어써졌다는 설명은 이 명령의 동작과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5FC9401-7CCA-4577-9F20-5E71E90D5A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FE832799-4870-403D-A3D4-58D03E5F4D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22287973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62a982a51dd42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FFF9E1-2575-4018-BB43-AF68E13EF10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0810FF-E3B7-4992-A63F-2B28BD2988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덮어쓰기 전에 사본 남기기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DD48749A-1C34-4E2C-960A-68BF1F8FB3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2FEAD72-4336-4867-A985-0379D480D7F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복구할 파일은 연습용 README 하나로 제한합니다.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8C5FCA-BEF1-41E5-8E97-A591BC0BAD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좋은 편집이 있다면 별도 파일로 복사한 뒤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2FD1223-3B59-4465-B896-DFEFCB5E533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복사 파일은 기록할 대상에 무심코 포함하지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DA9C46-088D-4B18-98DB-EC3E853AE3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B244FA94-A798-4D4A-BE3C-74CD0632D6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1884286275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70a532cf351543d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97F956-DB7E-4A49-BF13-961FAB0F7A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D735B60-411F-4B8E-824F-309E503AD9B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덮어쓰기 전에 사본 남기기</a:t>
            </a:r>
          </a:p>
        </p:txBody>
      </p:sp>
      <p:sp>
        <p:nvSpPr>
          <p:cNvPr id="4" name="">
            <a:extLst>
              <a:ext uri="{FF2B5EF4-FFF2-40B4-BE49-F238E27FC236}">
                <ns3:creationId id="{7D615276-49CB-42EF-BF28-9A9D7AF2FFD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2AF2CA3-9C2B-42DD-AAAF-70BBB612262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63D7033-4863-4B10-995C-7EB73FCA669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17A0A1B-D023-406A-B1E1-BF81E6131BF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Copy-Item README.md ../README-before-restore.md</a:t>
            </a:r>
          </a:p>
        </p:txBody>
      </p:sp>
      <p:sp>
        <p:nvSpPr>
          <p:cNvPr id="8" name="">
            <a:extLst>
              <a:ext uri="{FF2B5EF4-FFF2-40B4-BE49-F238E27FC236}">
                <ns3:creationId id="{FADD8BBE-373F-4020-9AD9-E145F3AD3D1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611CE48-FBBC-4CB4-A925-8BA24FF9834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show HEAD:README.md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52473B5E-BCA3-412E-8835-4EFB7B4BC3EC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7E6252F-443B-47BB-83A7-274BDD4B5CC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591DA714-AFA9-4AD7-93D6-5D09F9BDE7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F29D4ACA-D81A-491B-9C43-89C7CB7B46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570149972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660456f252149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41356E-9262-45A7-A15E-02D976C002A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D5E70F3-98FC-41A9-859B-58E1F5E590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기록으로 파일 복구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9900A29D-7E6C-416F-99D7-4409626FE6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E90250D-97D9-4786-A1D4-D9338C74456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--source=HEAD는 복구할 사본의 출처입니다.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A24ED8-10DE-488A-99E1-159874E3D07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--worktree는 작업 파일을 바꾸라는 옵션입니다.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7341BF-5D89-47DE-809E-8E2AB4219ED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편집이 덮어써지므로 비교한 뒤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20950D4-398C-4B7E-90AC-1763919FBA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5B0C6EEA-F7D2-417F-B9F9-FA2FE5A6E5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210845643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e1a5f8a20ba4f1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5B3A38-4BA4-41C8-BAAF-A52286686C1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2007902-6304-40DF-AD3E-5FD3655F36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기록으로 파일 복구</a:t>
            </a:r>
          </a:p>
        </p:txBody>
      </p:sp>
      <p:sp>
        <p:nvSpPr>
          <p:cNvPr id="4" name="">
            <a:extLst>
              <a:ext uri="{FF2B5EF4-FFF2-40B4-BE49-F238E27FC236}">
                <ns3:creationId id="{84C60A57-7C93-4284-A08D-17B46A6C7F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0BB647-38F7-44AB-A032-00B381B5775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C065834-13E1-4E92-9121-661A5FB4ECD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A8201F1-02D1-4791-A149-42F13E9BB5B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restore --source=HEAD --worktree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6A4A7ECB-BECD-46AF-A935-7FD434FA805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1DC955A-C715-473D-883A-7EE8FA857DED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934CA2CC-82F6-4DB8-9A2F-DBF9ABA50CC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E38DF80-96F1-4224-B591-E775C1795997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HEAD --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53C31D02-590A-4862-A62E-B8BA14F899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BC9DA3C1-61A5-42E9-B2CE-BF6CB0A76C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973703615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1cf1662d54d240a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9D7B8DB-8568-4B78-92C3-6A7E08CBCB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63BDF7E-F01E-4624-9892-87837DE565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7F37A62-5B21-4B8D-8DC2-770768EF18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기록한 적 없는 새 파일은?</a:t>
            </a:r>
          </a:p>
        </p:txBody>
      </p:sp>
      <p:sp>
        <p:nvSpPr>
          <p:cNvPr id="5" name="">
            <a:extLst>
              <a:ext uri="{FF2B5EF4-FFF2-40B4-BE49-F238E27FC236}">
                <ns3:creationId id="{01CD2996-0E1F-484F-A2D7-FF220F4250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FDD9B14-5DA3-4076-A50B-581F9987A1F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167F7E9-5983-4D59-92D7-8128A239121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new.txt를 저장했지만 아직 한 번도 커밋하지 않았습니다.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69D533-5765-468A-A8DE-AE628DA0BFD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2C118A4-300C-4679-85C4-8A020368789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HEAD에 이 파일의 복구 사본이 있는지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78568A6-7A7D-4CD7-B94E-326967CB31BA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4711F34-122D-4CB2-8D11-0631ED440FE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파일을 버리기 전에 할 행동을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B81BB92-C3B0-478C-ADBD-688336FA49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8F9CC084-2567-461A-B71A-335336C48A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626249402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9041fc4da6840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275CCE8-C5B9-4D64-A7F3-9F8CC73928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5841308-8FA0-4250-8A31-17C2AA84E3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복구할 사본의 존재부터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CC6FA459-E6BD-4CD2-95B6-CD130CA8F9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781552E-8F3E-4AAD-91F8-8F465E2F257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HEAD에 new.txt가 없으므로 그 내용으로 되돌릴 수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40DEEC-2D2A-4C50-BB40-CE2ECFDE32A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필요한 내용이라면 다른 폴더에 복사해 보관합니다.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ACA2625-8B82-4F77-B1A7-ED433EB63EC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restore가 모든 저장 파일의 과거를 보관하는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06C88287-9E7A-47F7-B811-5F080E8C91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D6075FEB-5667-4068-B376-79F8215576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957607874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019acd2651b41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EB30394-F0D4-4DC4-88F0-B1BFCC263B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A089B4A-189A-4B86-B0D9-BE7A13BCDE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연습 · 브랜치의 뜻</a:t>
            </a:r>
          </a:p>
        </p:txBody>
      </p:sp>
      <p:sp>
        <p:nvSpPr>
          <p:cNvPr id="4" name="">
            <a:extLst>
              <a:ext uri="{FF2B5EF4-FFF2-40B4-BE49-F238E27FC236}">
                <ns3:creationId id="{535D3E90-8D29-4CD8-A76F-450D454FDC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714964-BEC4-40EA-98B0-B5605317F4A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브랜치는 한 줄로 이어진 기록 흐름의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02D0F1C-5600-42D7-9AAD-22E5A7F1130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안내를 별도 흐름에서 만들고 main에 합칠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5CB56F0A-53A0-4193-8258-63A76BCE94C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브랜치를 만들기만 해서는 서로 다른 변경이 생기지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AF71274-A1D4-42AD-AF45-9E6558D5301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GitHub PR도 자동으로 만들어지지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DCD6C4FE-25BB-4278-831E-F93B9F0D14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ABD8A13D-A0D8-4168-98E5-A5F86B0F8B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454068510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e42566d865f4b1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C37843-E44D-4AB9-9852-8492BF0B79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57AE9F3-881A-4EBB-9A12-141F3B1D59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연습 · 다른 흐름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12609ED-ED6A-4D74-A06F-FDF8929E73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1A31F15-F2B9-47B2-9EF5-37BF328BE8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필수 복구를 마친 뒤 clean 상태에서 시도합니다.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0F361E4-5320-4F9E-A44F-AB891ECBE7D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 흐름에서 README를 고쳐 커밋해야 변경이 남습니다.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EF78EF4-784B-432B-8603-B49E2EB438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예와 6교시 충돌 실습의 폴더는 서로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4B47046-9CD9-42BF-9FE7-EDBED3B9B7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7CB23256-ECE3-4C20-ACBE-206F3CC100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186811217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a2d89fc0584146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592991-44A7-4492-951B-54B948EC38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878A854-C6F1-4A31-A4AC-7B8554B4642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추가 연습 · 다른 흐름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12C9BA63-7C0B-4E07-8083-90D61A2B8E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E30592-64DD-4074-95C5-FE5EA6509DC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6939BB2-0EFA-4B1F-997B-A92F2FC6D8C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56EC6E7-6F25-49A1-891F-5ACFD6E3EC28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switch -c guide</a:t>
            </a:r>
          </a:p>
        </p:txBody>
      </p:sp>
      <p:sp>
        <p:nvSpPr>
          <p:cNvPr id="8" name="">
            <a:extLst>
              <a:ext uri="{FF2B5EF4-FFF2-40B4-BE49-F238E27FC236}">
                <ns3:creationId id="{C8D194A0-8099-49F5-8CF7-DD51DA201AC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65665DE-C579-4290-86DA-660C6572B5B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README 안내를 고쳐 저장한 뒤</a:t>
            </a:r>
          </a:p>
        </p:txBody>
      </p:sp>
      <p:sp>
        <p:nvSpPr>
          <p:cNvPr id="10" name="">
            <a:extLst>
              <a:ext uri="{FF2B5EF4-FFF2-40B4-BE49-F238E27FC236}">
                <ns3:creationId id="{A358EB20-6E23-4F31-9066-BE2E5B5A4AB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C10C10F-0BEF-4B76-B821-00A2639E299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4636A792-49FD-4D47-8032-C631E7978DB6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5F813F4-C69B-40F8-83FD-E8718CDCF729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"Add guide on guide branch"</a:t>
            </a:r>
          </a:p>
        </p:txBody>
      </p:sp>
      <p:sp>
        <p:nvSpPr>
          <p:cNvPr id="14" name="">
            <a:extLst>
              <a:ext uri="{FF2B5EF4-FFF2-40B4-BE49-F238E27FC236}">
                <ns3:creationId id="{24F756B9-1A25-451F-84A3-05CA25C407D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1850E0F-0705-4FBB-8867-9A5543FFB3D5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switch main</a:t>
            </a:r>
          </a:p>
        </p:txBody>
      </p:sp>
      <p:sp>
        <p:nvSpPr>
          <p:cNvPr id="16" name="">
            <a:extLst>
              <a:ext uri="{FF2B5EF4-FFF2-40B4-BE49-F238E27FC236}">
                <ns3:creationId id="{3E3B813D-0C46-47D7-8E9A-871185E533E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63A22D6-41DC-479D-A257-05667BC4452D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merge guide</a:t>
            </a:r>
          </a:p>
        </p:txBody>
      </p:sp>
      <p:sp>
        <p:nvSpPr>
          <p:cNvPr id="18" name="">
            <a:extLst>
              <a:ext uri="{FF2B5EF4-FFF2-40B4-BE49-F238E27FC236}">
                <ns3:creationId id="{D16B9AF3-08E1-4F1F-8AB5-CD1F5A0D340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9" name="">
            <a:extLst>
              <a:ext uri="{FF2B5EF4-FFF2-40B4-BE49-F238E27FC236}">
                <ns3:creationId id="{8EB11870-74D5-4044-8D91-31200DA621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886237650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7abec531c9d4f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8F7C98-A864-4EF1-955F-2B139D446C8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81C85E3-09D3-41CF-B028-DA3871CB88C1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로컬 공유와 동료 리뷰</a:t>
            </a:r>
          </a:p>
        </p:txBody>
      </p:sp>
      <p:sp>
        <p:nvSpPr>
          <p:cNvPr id="4" name="">
            <a:extLst>
              <a:ext uri="{FF2B5EF4-FFF2-40B4-BE49-F238E27FC236}">
                <ns3:creationId id="{B95D8EE4-B0B5-42B9-832B-8EA0B71C328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계정 없이 같은 PC의 공유 저장소에 기록을 보냅니다.</a:t>
            </a:r>
          </a:p>
        </p:txBody>
      </p:sp>
      <p:sp>
        <p:nvSpPr>
          <p:cNvPr id="5" name="">
            <a:extLst>
              <a:ext uri="{FF2B5EF4-FFF2-40B4-BE49-F238E27FC236}">
                <ns3:creationId id="{DC00D6B2-230D-4C13-B817-2F9D7C29253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PR 제공 문서를 읽고 확인한 범위를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A6CD9C6-C2F4-4659-89F3-0820A08F0426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9DD9A14-B245-40F9-BF32-BF3336BEC2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D6060160-9016-4AE3-B67A-93F7233668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976174350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d7d43d042c54d0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ABF710F-7146-4C62-A0DA-416A423749E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E32E7985-F6E4-46C4-B809-0953121FB89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폴더의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69E66A3B-8693-4C4D-AE3D-B342270ACF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DC1FF73-2C55-4B7D-9FDE-28853E478AA0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인터넷 서버 대신 같은 PC의 폴더를 공유 장소로 사용합니다.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985617"/>
                <a:gridCol w="3993658"/>
                <a:gridCol w="284112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course/work 안의 폴더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 편집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git-lab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 작업 저장소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여기서 편집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shared.git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공유 기록 보관소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 파일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colleague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동료 역할의 작업 저장소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받은 파일 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8826AD5E-CE5A-4B8D-9DC2-2B7A713309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DDA7D0B8-39EE-4ABC-934A-F366F7813D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972085864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a30112fb8cd49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CD835D-167B-4CD6-AAE5-9E48287873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328F579-13D8-41A0-9ACD-3E28636DB5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공유 보관소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B5DEB72A-328F-427D-84DA-F64382BAC9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2E937A2-92CC-4E99-A002-FEF68C421C0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9D5E93D-B858-42C0-BC7E-055F59DB49A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shared.git이 없을 때 한 번만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4CBAA6D-C7DB-45CF-AAFA-B50D12728BA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-b main을 명시해 공유 저장소의 시작 브랜치도 맞춥니다.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4DE7D8-5F03-46C2-B9C7-1F0C605EF3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85904FBE-CB7D-481E-8CB4-560FE6BB98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485828528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8bf4e172bb440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AC20123-C3AB-48DC-8542-D46FB8F155D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911DAF9-0CF6-4897-A7CB-30B2C506AF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공유 보관소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0547443A-E71F-4473-A7EE-6D51051CE4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FC290E-016A-4E0E-A773-16E8E3109B5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A004F68-AEB8-4022-B8C0-A100871737E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334940B-4A64-44C8-8F6E-197373C77BD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init --bare -b main ../shared.git</a:t>
            </a:r>
          </a:p>
        </p:txBody>
      </p:sp>
      <p:sp>
        <p:nvSpPr>
          <p:cNvPr id="8" name="">
            <a:extLst>
              <a:ext uri="{FF2B5EF4-FFF2-40B4-BE49-F238E27FC236}">
                <ns3:creationId id="{D48582BB-ADAD-4A39-825B-FC19B8F31A4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506D8F4-30E7-4A8E-B599-99257486B062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remote add origin ../shared.git</a:t>
            </a:r>
          </a:p>
        </p:txBody>
      </p:sp>
      <p:sp>
        <p:nvSpPr>
          <p:cNvPr id="10" name="">
            <a:extLst>
              <a:ext uri="{FF2B5EF4-FFF2-40B4-BE49-F238E27FC236}">
                <ns3:creationId id="{EA46655F-5162-4039-8C8C-3455B75A541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B29FF41-1BDD-40AF-B265-931B42B7EA80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remote -v</a:t>
            </a:r>
          </a:p>
        </p:txBody>
      </p:sp>
      <p:sp>
        <p:nvSpPr>
          <p:cNvPr id="12" name="">
            <a:extLst>
              <a:ext uri="{FF2B5EF4-FFF2-40B4-BE49-F238E27FC236}">
                <ns3:creationId id="{D267005C-74AD-418C-B75D-07FE1F1ED6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A2596658-5316-4BED-A8E1-A2389BAB741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621546650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02f94371a2940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1BD155-A1A1-4575-AFEF-80B2C3A085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44C1303-E13B-4276-A2D4-3417983B28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주소에 이름을 붙인 origin</a:t>
            </a:r>
          </a:p>
        </p:txBody>
      </p:sp>
      <p:sp>
        <p:nvSpPr>
          <p:cNvPr id="4" name="">
            <a:extLst>
              <a:ext uri="{FF2B5EF4-FFF2-40B4-BE49-F238E27FC236}">
                <ns3:creationId id="{325AC0C8-AD1E-47E8-87DF-3C86F10E29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39DF4D7-AD37-4C4A-BBDD-07587A29F2F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--bare는 작업 파일 없이 기록을 보관하는 저장소입니다.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87246A1-83F1-4B3D-9E6F-04080AE00DF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../shared.git은 한 단계 위 work 안의 공유 폴더입니다.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23124C54-12A3-495E-99A2-A777F9BA77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origin은 주소에 붙인 이름이며 GitHub라는 뜻이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F5F0D6CB-531D-46D2-9D05-CF52B50CD63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remote -v에서 보내고 받는 경로를 읽습니다.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06D06113-8CA1-417A-85F6-E80D390715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A7ED78E8-4DC6-4339-A835-9AA481FBC7F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297873235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9847dd18c3d41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960A184-964F-4B12-8996-40C7F36858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696CD25-F95B-4A03-AA72-574107FF80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기록을 공유 장소로 보내기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28D31B28-EF19-43D0-819C-0B9C3625613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DF1CC9-795F-4429-9787-A2192A9FAD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637F59C-2FC7-4A50-B536-5DFD0012BF8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main에 커밋이 있어야 보낼 기록도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8EC9951-20FE-45A2-9E65-8C806AA52BD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명령은 같은 PC의 경로로 보내며 GitHub 로그인은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8D5F29-654A-4585-82C6-DA6781C325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564E266-4692-4564-87B7-2DE37298D3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1827560728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5db588230c042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C7FE60-8A66-4CB7-9B96-1DF1874FFA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E2A864C-5B0E-4688-8EEE-D9D6013BFC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기록을 공유 장소로 보내기</a:t>
            </a:r>
          </a:p>
        </p:txBody>
      </p:sp>
      <p:sp>
        <p:nvSpPr>
          <p:cNvPr id="4" name="">
            <a:extLst>
              <a:ext uri="{FF2B5EF4-FFF2-40B4-BE49-F238E27FC236}">
                <ns3:creationId id="{9D4BB011-20F8-4A85-9D65-E66EB03046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A0D068-81B6-4F02-A3DB-905D495FB31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505EEB3-6842-4371-8C7E-6804571CD94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F88702E-3F75-4C4E-AF4D-6F17489DA83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push -u origin main</a:t>
            </a:r>
          </a:p>
        </p:txBody>
      </p:sp>
      <p:sp>
        <p:nvSpPr>
          <p:cNvPr id="8" name="">
            <a:extLst>
              <a:ext uri="{FF2B5EF4-FFF2-40B4-BE49-F238E27FC236}">
                <ns3:creationId id="{586E7BDC-3B90-471F-95B4-D4C0D510D84B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7B1695B-A918-4EC7-92AB-6F2541286529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-2</a:t>
            </a:r>
          </a:p>
        </p:txBody>
      </p:sp>
      <p:sp>
        <p:nvSpPr>
          <p:cNvPr id="10" name="">
            <a:extLst>
              <a:ext uri="{FF2B5EF4-FFF2-40B4-BE49-F238E27FC236}">
                <ns3:creationId id="{8C7E78A2-D92A-4874-A6A0-A0EEF81DED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1" name="">
            <a:extLst>
              <a:ext uri="{FF2B5EF4-FFF2-40B4-BE49-F238E27FC236}">
                <ns3:creationId id="{86C8EFAF-C57C-4643-8F86-3388F28FE18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91990817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da0648d5bea47f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5D41D9-A400-4762-B84C-3B8000D97BE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D6A83D1-9ABE-444E-B899-84B3D0F683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주소가 이미 등록되어 있다면</a:t>
            </a:r>
          </a:p>
        </p:txBody>
      </p:sp>
      <p:sp>
        <p:nvSpPr>
          <p:cNvPr id="4" name="">
            <a:extLst>
              <a:ext uri="{FF2B5EF4-FFF2-40B4-BE49-F238E27FC236}">
                <ns3:creationId id="{00240063-B904-4505-8921-7D6B43B28D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065C7E-4CE5-43A5-909A-3BD31E43D0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remote origin already exists이면 등록을 반복하지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D9A5030-8735-488E-9E4F-AF4BE6919C4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remote -v로 현재 주소가 ../shared.git인지 먼저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60A2D0-BC5A-4F17-B2C4-6C4315DCC0D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주소라면 어느 연습 저장소인지 확인하고 진행을 멈춥니다.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52B575-2F7E-4902-B6A2-E496DBF0116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공유 보관소는 작업 파일을 직접 편집하는 장소가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B28A2E33-EF12-4378-A6CE-15F4A5669F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D1D093F-42DF-4C00-B304-1399FF1616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204204235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ff1cb10c99c4ed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B913A4D-68D1-4DFB-8701-B8382D3B7B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F13C9B0-7FDC-493D-82B1-A99BCDF489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 역할의 작업본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B1BD0F2-0580-4517-AF3A-5C1411ABFD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EC1E321-8C75-4ED3-828A-E0CC50C6D6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work/git-lab에서 work로 이동합니다.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9D1679-5A3C-40C8-9C45-625F7232C5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colleague가 없는 상태에서 처음 한 번 clone합니다.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6D5ED9-6DAE-4DFE-8153-B3B16B24271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clone은 공유 기록과 편집할 작업 파일을 함께 가져옵니다.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D7252BE-728A-46BE-8B90-8DE1B9D685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CEB6FBB-8C5B-4B58-A173-61E88C19BF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076881298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667420596d16412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029F0A-DF44-4C19-848B-E9AEE5BB9D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7B35CF3-04EA-4A78-8326-3DF17F2FBE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 역할의 작업본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1537A8C2-C1C1-41AB-9324-FAB3DB78D3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C60811-6835-43BC-97DE-ED3DB6C5957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5275626-DB61-4E3C-8052-738328E8A4A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2A73644-1CA9-4B45-BE5F-03EF70AB677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Set-Location ..</a:t>
            </a:r>
          </a:p>
        </p:txBody>
      </p:sp>
      <p:sp>
        <p:nvSpPr>
          <p:cNvPr id="8" name="">
            <a:extLst>
              <a:ext uri="{FF2B5EF4-FFF2-40B4-BE49-F238E27FC236}">
                <ns3:creationId id="{A286555D-3215-4A14-9086-E5323133FB96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D0DCFC5-11AD-4E0F-BA96-918424C596D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clone shared.git colleague</a:t>
            </a:r>
          </a:p>
        </p:txBody>
      </p:sp>
      <p:sp>
        <p:nvSpPr>
          <p:cNvPr id="10" name="">
            <a:extLst>
              <a:ext uri="{FF2B5EF4-FFF2-40B4-BE49-F238E27FC236}">
                <ns3:creationId id="{59C559B5-80CA-461F-A0C7-8514D0E26B3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865644B-5164-46C7-9AE9-ECFCE805B846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Set-Location colleague</a:t>
            </a:r>
          </a:p>
        </p:txBody>
      </p:sp>
      <p:sp>
        <p:nvSpPr>
          <p:cNvPr id="12" name="">
            <a:extLst>
              <a:ext uri="{FF2B5EF4-FFF2-40B4-BE49-F238E27FC236}">
                <ns3:creationId id="{98006F2C-5690-4F1A-87FD-6034404256F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04EF900-11F7-4FA0-B063-A8E88AED6CAB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-3</a:t>
            </a:r>
          </a:p>
        </p:txBody>
      </p:sp>
      <p:sp>
        <p:nvSpPr>
          <p:cNvPr id="14" name="">
            <a:extLst>
              <a:ext uri="{FF2B5EF4-FFF2-40B4-BE49-F238E27FC236}">
                <ns3:creationId id="{6AC1AC9B-DFCC-42AD-A9E3-FA982BD3FD2D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4A7A0CD-4975-4679-A6D0-4484FB4CB081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6" name="">
            <a:extLst>
              <a:ext uri="{FF2B5EF4-FFF2-40B4-BE49-F238E27FC236}">
                <ns3:creationId id="{AB8A3075-1CE8-4CFB-8F38-37C85C8737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F67FB79D-0A0D-41E6-BF43-0DA2DFEEFD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380906933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4702432cc9347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3F761A1-30D0-4547-8831-DF3C910145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446E65F-D284-470D-91E1-82CE962FC0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A511F23-67DE-4101-BA1E-126C95F9A7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내 새 기록을 동료에게 전달하기</a:t>
            </a:r>
          </a:p>
        </p:txBody>
      </p:sp>
      <p:sp>
        <p:nvSpPr>
          <p:cNvPr id="5" name="">
            <a:extLst>
              <a:ext uri="{FF2B5EF4-FFF2-40B4-BE49-F238E27FC236}">
                <ns3:creationId id="{B013A7B4-3556-4E94-B16B-DAE3FB74A44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C7F02FD-57E2-4C79-8CE0-2A7CD708B22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92F3F3C-FB4A-4D25-986A-AC357791CC1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git-lab에서 README에 Shared update.를 추가해 커밋합니다.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953C5AD-B5D7-43A1-8D69-3B00DD0F0F07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C54C7CC-53DB-4B8C-986A-4A64EDF175BB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git-lab에서 push한 뒤 colleague의 파일을 먼저 읽습니다.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65FDEDA-27AF-4A6D-9758-9CE4AEFC1319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F625EBB-0B80-4F9A-AD82-6AFF24E3E7C7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공유 기록만 바뀌면 동료 파일도 즉시 바뀌는지 예상합니다.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71182D2-0379-436A-A38A-DC99A796D77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2FF92B4-0852-487E-B27A-3D8253D95EEC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다음 페이지의 명령으로 동료 작업본을 갱신합니다.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80C5796B-65CE-46F7-9B47-5B4BDC5556B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E569426E-523A-486D-8FC2-DBDA69044EA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1419016963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fcd6e9008df44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8058CC-075E-4DBD-B340-9F1D012036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D00ED0F-4914-4AA9-923C-4C20252393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안내를 공유 저장소에 보내기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5C7BC86-CB48-40C1-A3AE-8D5BB681C03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E4B429-25A2-47C8-9380-5C5F6B44D00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work/git-lab입니다.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766CC8-233C-484A-A91B-BFF440756E8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 맨 아래에 Shared update.를 추가하고 저장한 뒤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5468FD7-3850-480B-8555-29A5C6280B0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동료의 colleague 폴더에서 실행하지 않도록 위치를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FE4478E-0AE6-4719-976F-544063A321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8C86F084-2271-487A-BD0D-38218BBBF90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862175576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4edb6a83c1f4f7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E43B98A-79A0-49C7-AC6C-F70674787D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050A89C-DBD5-4C67-B0EA-B157683E231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안내를 공유 저장소에 보내기</a:t>
            </a:r>
          </a:p>
        </p:txBody>
      </p:sp>
      <p:sp>
        <p:nvSpPr>
          <p:cNvPr id="4" name="">
            <a:extLst>
              <a:ext uri="{FF2B5EF4-FFF2-40B4-BE49-F238E27FC236}">
                <ns3:creationId id="{DBCF63D2-0181-4D85-9DAE-3B777491152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64D5DC-7FD9-48CE-866D-D0378FCB5A6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AF06DEE-F738-44CD-9350-0EA2170863E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96845F1-538B-4362-ADEB-73199B327CEB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diff -- README.md</a:t>
            </a:r>
          </a:p>
        </p:txBody>
      </p:sp>
      <p:sp>
        <p:nvSpPr>
          <p:cNvPr id="8" name="">
            <a:extLst>
              <a:ext uri="{FF2B5EF4-FFF2-40B4-BE49-F238E27FC236}">
                <ns3:creationId id="{1993EBD1-BB22-4213-95F4-F36BD94C98C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C4E99A6-76AF-4CC8-9A12-27BAEA1D40AF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7D2FDD67-08C7-4813-BD10-456D71F2FF7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FB789AD-123A-4A46-9BDB-51FEE47C5C6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"Add shared update guide"</a:t>
            </a:r>
          </a:p>
        </p:txBody>
      </p:sp>
      <p:sp>
        <p:nvSpPr>
          <p:cNvPr id="12" name="">
            <a:extLst>
              <a:ext uri="{FF2B5EF4-FFF2-40B4-BE49-F238E27FC236}">
                <ns3:creationId id="{61F27F0A-27A1-4731-9A09-D5FF862A04B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CF6D79F7-8F2E-45EF-BE8D-CEB12BDBAF59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push origin main</a:t>
            </a:r>
          </a:p>
        </p:txBody>
      </p:sp>
      <p:sp>
        <p:nvSpPr>
          <p:cNvPr id="14" name="">
            <a:extLst>
              <a:ext uri="{FF2B5EF4-FFF2-40B4-BE49-F238E27FC236}">
                <ns3:creationId id="{7D7685B3-310E-4C00-B1CF-4E88259F2D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A8EC9E38-84B6-4FF0-9A06-DBD4324D49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406775364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756d5595e384f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F838E7-5735-4CC6-958A-E3C52590418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4E480C-A125-49A3-BEE5-F6872805282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기록을 비교한 뒤 적용하기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D537154E-B63B-4047-BB07-39FF88F4F0A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F6CCFE-4FBA-4B38-A41C-909C48D90D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work/colleague입니다.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04DDD0-C7CE-4555-9028-4FAD4592FDF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동료 역할에서 별도 편집하지 않은 상태로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376C86C-A316-4ABE-B760-A8A8FBB2598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--ff-only는 갈라진 이력을 억지로 합치지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77D8A24-12BB-492D-A722-9900DFC5CF7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BD6CD2CC-AA93-4C33-9719-CB1313FB72C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607183781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e88aaaea587240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5F417F-0D6E-4B0A-B05A-EF584EED08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CFDF2C3-6C4D-438C-BAB6-AFA827CD2A8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기록을 비교한 뒤 적용하기</a:t>
            </a:r>
          </a:p>
        </p:txBody>
      </p:sp>
      <p:sp>
        <p:nvSpPr>
          <p:cNvPr id="4" name="">
            <a:extLst>
              <a:ext uri="{FF2B5EF4-FFF2-40B4-BE49-F238E27FC236}">
                <ns3:creationId id="{5E8F3513-9CCD-4340-A6E7-5FF11772BA6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EFC4A7-37C7-45EF-B6DB-C9DB7ABF343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36A1AB6-3F08-41D8-9119-598742C8089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085E6EC-53E7-4CA6-8D94-6D201A15171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fetch origin</a:t>
            </a:r>
          </a:p>
        </p:txBody>
      </p:sp>
      <p:sp>
        <p:nvSpPr>
          <p:cNvPr id="8" name="">
            <a:extLst>
              <a:ext uri="{FF2B5EF4-FFF2-40B4-BE49-F238E27FC236}">
                <ns3:creationId id="{D3D101A3-C9A2-4039-81A5-E37A8DC4D6D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EB2F58A-D812-49C5-A98A-29C0B8C7AF1B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log --oneline main..origin/main</a:t>
            </a:r>
          </a:p>
        </p:txBody>
      </p:sp>
      <p:sp>
        <p:nvSpPr>
          <p:cNvPr id="10" name="">
            <a:extLst>
              <a:ext uri="{FF2B5EF4-FFF2-40B4-BE49-F238E27FC236}">
                <ns3:creationId id="{7D09128B-17AC-40E0-9795-9DDE231F9C7F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E110BD6-167E-4FF6-A1F0-2B9F413B838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merge --ff-only origin/main</a:t>
            </a:r>
          </a:p>
        </p:txBody>
      </p:sp>
      <p:sp>
        <p:nvSpPr>
          <p:cNvPr id="12" name="">
            <a:extLst>
              <a:ext uri="{FF2B5EF4-FFF2-40B4-BE49-F238E27FC236}">
                <ns3:creationId id="{D8B876C1-900D-42AF-B00A-A566B3C51F63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D5395EE3-9691-46B8-9443-7F0D5B623A1B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E9EA99F5-7804-44D5-8AE3-92316C314C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FA054C51-08EB-46F0-979D-6D24D7DD16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819009695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95c7d19fc947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AE6109-4962-447A-B758-45A7B6EE3D8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34C8380-541B-430F-AFD9-80BDF0E67FF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fetch와 적용은 별도입니다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F5376895-5331-462C-8141-CF2C1640E66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2ACC08-EA65-40F9-A0B8-658A04FF798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fetch는 공유 기록을 받아 비교할 수 있게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90446B-F550-46C6-95A5-8C8C1224A4F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main..origin/main은 내 main에 없는 받은 커밋을 보여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0CD01557-313F-4A7D-B5B6-B69315E5D32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merge 뒤 README에서 Shared update.를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EFB58D8-4F12-4A23-A794-A60543C896F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갈라진 이력에서 ff-only가 실패하면 변경을 먼저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8101679-1B18-4670-AF89-341823E8B6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82362AC-CD69-4F97-AD51-A5D5DA209D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198545181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d3adb13c4c7482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BA7E22B-F563-4A76-8B44-7F1E5E1C521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8BED18C2-4671-4660-9036-B0106D8D9E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Git과 GitHub의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A7DBA11A-1093-4A17-8A43-714A54A4B36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FACE043-A974-4BE4-BF06-74568D92C6B3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Git</a:t>
            </a:r>
          </a:p>
        </p:txBody>
      </p:sp>
      <p:sp>
        <p:nvSpPr>
          <p:cNvPr id="6" name="">
            <a:extLst>
              <a:ext uri="{FF2B5EF4-FFF2-40B4-BE49-F238E27FC236}">
                <ns3:creationId id="{C1F1F277-6DDD-4ECA-8490-A2159108AE33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GitHub</a:t>
            </a:r>
          </a:p>
        </p:txBody>
      </p:sp>
      <p:sp>
        <p:nvSpPr>
          <p:cNvPr id="7" name="">
            <a:extLst>
              <a:ext uri="{FF2B5EF4-FFF2-40B4-BE49-F238E27FC236}">
                <ns3:creationId id="{CF2102DE-8F83-44B8-BE12-D6DB89AC01CA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내 PC에서 기록·비교·복구</a:t>
            </a:r>
          </a:p>
        </p:txBody>
      </p:sp>
      <p:sp>
        <p:nvSpPr>
          <p:cNvPr id="8" name="">
            <a:extLst>
              <a:ext uri="{FF2B5EF4-FFF2-40B4-BE49-F238E27FC236}">
                <ns3:creationId id="{F5769839-544D-4885-A948-9AB1C180062D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인터넷 계정 없이 사용 가능</a:t>
            </a:r>
          </a:p>
        </p:txBody>
      </p:sp>
      <p:sp>
        <p:nvSpPr>
          <p:cNvPr id="9" name="">
            <a:extLst>
              <a:ext uri="{FF2B5EF4-FFF2-40B4-BE49-F238E27FC236}">
                <ns3:creationId id="{B98078D7-D092-4671-95E8-08A1BE8D2228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온라인 저장소와 PR 검토</a:t>
            </a:r>
          </a:p>
        </p:txBody>
      </p:sp>
      <p:sp>
        <p:nvSpPr>
          <p:cNvPr id="10" name="">
            <a:extLst>
              <a:ext uri="{FF2B5EF4-FFF2-40B4-BE49-F238E27FC236}">
                <ns3:creationId id="{E81CE689-2499-4107-B92B-B1076922E490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로그인·업로드는 추가 실습</a:t>
            </a:r>
          </a:p>
        </p:txBody>
      </p:sp>
      <p:sp>
        <p:nvSpPr>
          <p:cNvPr id="11" name="">
            <a:extLst>
              <a:ext uri="{FF2B5EF4-FFF2-40B4-BE49-F238E27FC236}">
                <ns3:creationId id="{DF4919C3-E8EA-43F5-8D40-3163348AB91F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오늘의 필수 실습은 로컬 저장소와 로컬 공유입니다.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9D43D48-48C7-4E83-B858-9158BF30FA4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3" name="">
            <a:extLst>
              <a:ext uri="{FF2B5EF4-FFF2-40B4-BE49-F238E27FC236}">
                <ns3:creationId id="{205F4A6C-69B3-49DB-A757-6503B77E30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213188294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d5201d736a964c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077F345-9FAD-4DDE-9612-B62E99D5C09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5018754-89D9-4B05-ACF4-65A56A350A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PR 문서를 읽어 봅시다</a:t>
            </a:r>
          </a:p>
        </p:txBody>
      </p:sp>
      <p:sp>
        <p:nvSpPr>
          <p:cNvPr id="4" name="">
            <a:extLst>
              <a:ext uri="{FF2B5EF4-FFF2-40B4-BE49-F238E27FC236}">
                <ns3:creationId id="{E0FD7F5C-DF67-4F2B-9FC8-0C8BF4FFBD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21AC8BA-1065-42E6-A9C8-DA71C65A7B53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course/data/pr_proposal.md와 pr_diff.txt를 엽니다.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925385"/>
                <a:gridCol w="789501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 문서의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실행할 폴더가 불분명함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이전 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Run checker.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바뀐 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Run checker from course.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범위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문구 대조, 프로그램 새 실행은 안 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F63A7C8F-1850-4031-9D5E-38B6A234C9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B8D31636-8ABA-47EF-AE76-DA7881461C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1778294988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63a01a972bd64e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12F5DC-E46B-43C7-94C4-F8D3EAE3EA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1D75F93-8E51-472F-9ED3-2322C0049A3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454ABC7-84AB-44BE-98F4-E485D94059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 검토 의견 쓰기</a:t>
            </a:r>
          </a:p>
        </p:txBody>
      </p:sp>
      <p:sp>
        <p:nvSpPr>
          <p:cNvPr id="5" name="">
            <a:extLst>
              <a:ext uri="{FF2B5EF4-FFF2-40B4-BE49-F238E27FC236}">
                <ns3:creationId id="{2E0545CC-F1C4-4FAB-853B-A46F7FCFA4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19C6F3C-7096-4308-B079-A13D2EBC0BE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3C52241-C282-4E26-9295-43B41F6585F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요청한 문제와 바뀐 줄이 맞는지 설명합니다.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B9535B6-A73F-4924-80C4-3409D8C50A5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5D414B9-1DB7-4C30-8D20-DD4262FD6C9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프로그램 실행도 확인했는지 제공 문서에서 찾습니다.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C0F48E3-442B-4334-8079-376F2E7DE0A3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7971842-05AB-4910-8627-6FC12F7F383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확인하지 않은 것을 확인했다고 쓴 의견은 고칩니다.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DE61760-CA4D-4752-9F93-4EFB9A1CCFB0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FAF50D3-DB71-4BF1-9A28-0818C9609D5F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로그인 없이 work/A15_notes.md에 검토 의견을 작성합니다.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77755F5F-51EE-44F8-91D3-6D05202F3A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29D37FE8-DE5D-43BC-A788-2D1C5E6C6B5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258114774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0d8dc3989e643d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2035CE-1595-499A-A77E-185A84174D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BDD0CE4-85E5-4D86-BC43-A4DE0AFD3F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확인한 문장과 실행 결과를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0C22FC41-EE22-4366-A51B-A4A2CAB385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4234F4C-2BF0-4877-939B-6D5D90C833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실행할 폴더를 명시한 변경은 요청과 맞습니다.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A073DE8-6654-4898-AE84-59D61E1F53D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문서에는 프로그램을 새로 실행하지 않았다고 적혀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3A3BD5E-E31D-4E3A-848F-91D20D23C2E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실행까지 확인하려면 파일·명령·입력·실제 출력을 요청합니다.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2C84BB0-B8F6-4AF7-A45F-25DFF8DE7788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문구 검토만으로 모든 기능이 정상이라고 결론 내리지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8B73DE-20C7-449B-A645-05DB340C23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3886AA0A-2C0A-452A-A96E-1C0ECC643B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124021443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2c3d49cedd3c4d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BACA8E-6B38-44BE-BEDB-FA3F8C72A53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6406616-44A9-469B-B2F1-2F17E0B6FD3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충돌을 해결하고 인계하기</a:t>
            </a:r>
          </a:p>
        </p:txBody>
      </p:sp>
      <p:sp>
        <p:nvSpPr>
          <p:cNvPr id="4" name="">
            <a:extLst>
              <a:ext uri="{FF2B5EF4-FFF2-40B4-BE49-F238E27FC236}">
                <ns3:creationId id="{1EDAF074-22F9-4035-AB4C-D182F50D43D4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시작 문장에서 갈라진 두 기록을 만듭니다.</a:t>
            </a:r>
          </a:p>
        </p:txBody>
      </p:sp>
      <p:sp>
        <p:nvSpPr>
          <p:cNvPr id="5" name="">
            <a:extLst>
              <a:ext uri="{FF2B5EF4-FFF2-40B4-BE49-F238E27FC236}">
                <ns3:creationId id="{9D759385-AA9F-40CC-8E8C-0F491CB6956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합의한 문장을 기록하고 다음 사람에게 실행 순서를 전달합니다.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EE5CA28-EA2D-432A-BA1E-411B79989341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D7BEF1-7FCC-4176-8048-CFB53804D3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8" name="">
            <a:extLst>
              <a:ext uri="{FF2B5EF4-FFF2-40B4-BE49-F238E27FC236}">
                <ns3:creationId id="{54AB9FBE-8815-4849-BF07-4704CA6076F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879229679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e502b06806247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E3A688-7DEA-4E35-BEB0-817F15E63A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B76E667-0D92-44A8-80E8-35DEA969E1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실습은 새 폴더에서 시작</a:t>
            </a:r>
          </a:p>
        </p:txBody>
      </p:sp>
      <p:sp>
        <p:nvSpPr>
          <p:cNvPr id="4" name="">
            <a:extLst>
              <a:ext uri="{FF2B5EF4-FFF2-40B4-BE49-F238E27FC236}">
                <ns3:creationId id="{814E24B0-620A-4875-B640-4ED1CA5200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8F6E8B8-04DB-4D0D-8101-C708B6D2317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앞서 만든 git-lab을 이어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EC06C6-1186-4CE5-834F-68D6D1409C3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course/work/git-conflict-demo를 새로 만듭니다.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F53A46-25C4-47DA-BA28-67EE98C9F6E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공통 시작은 Run from here. 한 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E4EB404-9373-4DA2-BACF-ED29BCAD9F5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줄을 두 브랜치가 다르게 기록해야 충돌을 재현할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C2B87FB2-A642-4BBB-8B78-6A009925FC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B7968734-FBD8-4409-9353-669CA2611AC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725972019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20eab8b4ee84d2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049851-0810-40CB-AE26-E73E2CD7A14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0F47ED5-72C2-4932-A43C-C3791B5686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공통 시작 기록 만들기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F79C04D-5176-4CF8-B4DE-8CC74AB2C01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FADC45B-1585-48AF-A6F3-222F5DBFA4D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 폴더, 새 폴더가 없을 때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C8A83B4-20E4-4B78-8C49-02A55CC060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작성자 설정은 이 새 저장소에만 적용합니다.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BBA92A1-79EA-41A9-879D-4F9A66A3F9E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UTF-8은 글자를 저장할 문자 인코딩입니다.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8C7666E-72B6-4BDE-ABC3-75A6C06A16A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CDE38EFF-45FA-4CCB-BA72-8F639EA5C6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738029281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ff33cce4dfa24e9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0E87D9-47A3-4823-9225-115E9802CA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9CEEBCF-A892-489F-B949-832C4114A3C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공통 시작 기록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EEFBF07A-AC92-47C3-9ED0-661B265CAA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E3A6FD-E7EA-4C3E-B79D-7DC95B7D64A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9291ABE-60C7-4C6D-B169-D8FF2E5A234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D90F678-7079-4CBD-B70E-3260DFAF0996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New-Item -ItemType Directory -Path work/git-conflict-demo</a:t>
            </a:r>
          </a:p>
        </p:txBody>
      </p:sp>
      <p:sp>
        <p:nvSpPr>
          <p:cNvPr id="8" name="">
            <a:extLst>
              <a:ext uri="{FF2B5EF4-FFF2-40B4-BE49-F238E27FC236}">
                <ns3:creationId id="{6BAF8EF0-2F39-45CE-801C-A82C842E569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A4BBBAE-B4E5-4B9A-AA19-EEDAD6B7D97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Set-Location work/git-conflict-demo</a:t>
            </a:r>
          </a:p>
        </p:txBody>
      </p:sp>
      <p:sp>
        <p:nvSpPr>
          <p:cNvPr id="10" name="">
            <a:extLst>
              <a:ext uri="{FF2B5EF4-FFF2-40B4-BE49-F238E27FC236}">
                <ns3:creationId id="{2F9B0666-9B1A-487E-BB68-0B031CD6089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F0C136B-6D8D-4368-B713-C5BB460398A5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init -b main</a:t>
            </a:r>
          </a:p>
        </p:txBody>
      </p:sp>
      <p:sp>
        <p:nvSpPr>
          <p:cNvPr id="12" name="">
            <a:extLst>
              <a:ext uri="{FF2B5EF4-FFF2-40B4-BE49-F238E27FC236}">
                <ns3:creationId id="{F71304E9-3836-4DD3-85AD-2ECD6D49163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7649B52-136E-4359-8497-141CA27BC65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config --local user.name "Learner"</a:t>
            </a:r>
          </a:p>
        </p:txBody>
      </p:sp>
      <p:sp>
        <p:nvSpPr>
          <p:cNvPr id="14" name="">
            <a:extLst>
              <a:ext uri="{FF2B5EF4-FFF2-40B4-BE49-F238E27FC236}">
                <ns3:creationId id="{1B071C39-C5C3-490F-ADED-710DCE30566B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AA918952-8563-46E5-AFB5-1BDBD3FCCAB8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config --local user.email "learner@example.invalid"</a:t>
            </a:r>
          </a:p>
        </p:txBody>
      </p:sp>
      <p:sp>
        <p:nvSpPr>
          <p:cNvPr id="16" name="">
            <a:extLst>
              <a:ext uri="{FF2B5EF4-FFF2-40B4-BE49-F238E27FC236}">
                <ns3:creationId id="{6D392709-0864-44E5-8113-776D7F8A4758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39EC26D8-E3F3-4B8A-A10A-2FDF2CC53CC9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README.md "Run from here." -Encoding utf8</a:t>
            </a:r>
          </a:p>
        </p:txBody>
      </p:sp>
      <p:sp>
        <p:nvSpPr>
          <p:cNvPr id="18" name="">
            <a:extLst>
              <a:ext uri="{FF2B5EF4-FFF2-40B4-BE49-F238E27FC236}">
                <ns3:creationId id="{0221FAF1-7657-43F2-B1E6-97F3EBB9CEF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7652C6D4-50D1-4629-9344-6D551915C8FD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20" name="">
            <a:extLst>
              <a:ext uri="{FF2B5EF4-FFF2-40B4-BE49-F238E27FC236}">
                <ns3:creationId id="{B15639B1-CC03-48C3-84B4-5583F5817505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76D32A68-78A0-4AC4-8F2B-0A9F1D2A0F2B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"Initial common instructions"</a:t>
            </a:r>
          </a:p>
        </p:txBody>
      </p:sp>
      <p:sp>
        <p:nvSpPr>
          <p:cNvPr id="22" name="">
            <a:extLst>
              <a:ext uri="{FF2B5EF4-FFF2-40B4-BE49-F238E27FC236}">
                <ns3:creationId id="{7C2E2B70-36AB-43F0-83F6-97B71ED785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23" name="">
            <a:extLst>
              <a:ext uri="{FF2B5EF4-FFF2-40B4-BE49-F238E27FC236}">
                <ns3:creationId id="{6DA27032-98DB-4601-B7A1-F08591C3E8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186953355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99d6f012daf46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A5C370-2192-48B6-A21C-DD672B2B5E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0F9DE58-6F5E-44ED-BDA4-E7A2E997F6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guide에서 첫 번째 변경 기록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0315975-2C48-4FB0-AE81-4F9F400E80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9C633A-F3DF-4BAA-848B-F495D5AC989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work/git-conflict-demo입니다.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B849FBA-17C6-466E-BDFC-B7822E20BDC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guide는 공통 시작에서 갈라지는 새 기록 흐름입니다.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6F6643E-8CAD-4289-9EC6-8D6752523FC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위치를 work라고 안내하는 문장을 기록합니다.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DCD525B-F0A2-4B1C-9654-79E913DA15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BA7BBEEB-9B3C-4009-BCAF-9DDED7A2345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912850749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851c3bd978f34b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DB126C-89C8-4F47-8CCB-CFFDF25A31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EE18184-4AC2-4AD7-BD0D-C28DD33861D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guide에서 첫 번째 변경 기록</a:t>
            </a:r>
          </a:p>
        </p:txBody>
      </p:sp>
      <p:sp>
        <p:nvSpPr>
          <p:cNvPr id="4" name="">
            <a:extLst>
              <a:ext uri="{FF2B5EF4-FFF2-40B4-BE49-F238E27FC236}">
                <ns3:creationId id="{EBB38A3F-8ADD-4E1F-8A90-D52DB6A5F4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A61FC2-773A-4788-AF14-3B44E5C3972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A7F190A-B4FE-4B20-A95A-E53947A1AE2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927492C-E0C4-4EE4-977B-7FCF1F867B2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switch -c guide</a:t>
            </a:r>
          </a:p>
        </p:txBody>
      </p:sp>
      <p:sp>
        <p:nvSpPr>
          <p:cNvPr id="8" name="">
            <a:extLst>
              <a:ext uri="{FF2B5EF4-FFF2-40B4-BE49-F238E27FC236}">
                <ns3:creationId id="{942A6751-83F6-4203-A133-540FC061A2A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C37B962-65A3-4C90-943C-4052F17997A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README.md "Run from work." -Encoding utf8</a:t>
            </a:r>
          </a:p>
        </p:txBody>
      </p:sp>
      <p:sp>
        <p:nvSpPr>
          <p:cNvPr id="10" name="">
            <a:extLst>
              <a:ext uri="{FF2B5EF4-FFF2-40B4-BE49-F238E27FC236}">
                <ns3:creationId id="{5FF24839-36FB-4564-BB59-677434ECBC1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4198085-C402-425A-A4E0-BCAC45A62064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64251649-FD24-45AB-80F0-D54625775891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36D15871-016A-4DAF-A223-A34B28E0907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"Use work folder"</a:t>
            </a:r>
          </a:p>
        </p:txBody>
      </p:sp>
      <p:sp>
        <p:nvSpPr>
          <p:cNvPr id="14" name="">
            <a:extLst>
              <a:ext uri="{FF2B5EF4-FFF2-40B4-BE49-F238E27FC236}">
                <ns3:creationId id="{ECA6E807-0FF7-4C2F-B356-D93BEF99F9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D6182AFC-6FBB-4C71-963F-C0D092A27B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564430121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2bbc58e20414a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43F4496-C1BE-4424-ABA7-1CD10ABFC5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D2D2FCC-58E0-4A95-BBD6-5DF604BA01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main에서 다른 변경 기록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391E264-B4D3-4597-954D-102E7B6CEF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34E61D-90A3-4EB2-9F2C-7DB081B2AB5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저장소에서 main으로 돌아옵니다.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2031AC-9FE6-4D80-8350-3E86CC3C994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main은 공통 시작 문장을 갖고 있었습니다.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0087F93-0333-43B6-AA22-395B7DEF127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줄을 course라고 다르게 기록한 뒤 guide를 합칩니다.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91756BA-C670-4621-B267-F8CEECF637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CCFD375-900A-4F14-BC2A-99C5E4946A1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388940168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21753cd4dcc48d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71625AD-8348-43FE-8135-10C72F6D5F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653CB91-2D82-4D08-B462-C7CA21D9AD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main에서 다른 변경 기록</a:t>
            </a:r>
          </a:p>
        </p:txBody>
      </p:sp>
      <p:sp>
        <p:nvSpPr>
          <p:cNvPr id="4" name="">
            <a:extLst>
              <a:ext uri="{FF2B5EF4-FFF2-40B4-BE49-F238E27FC236}">
                <ns3:creationId id="{DA1B679C-7823-46EB-9706-91442CD3BA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4711F39-E337-4CC9-A5E0-A2B9F725DFD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A3B5AAE-4611-462A-897B-5AC67B8FA705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100C271-770F-430C-A546-30FC34C6049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switch main</a:t>
            </a:r>
          </a:p>
        </p:txBody>
      </p:sp>
      <p:sp>
        <p:nvSpPr>
          <p:cNvPr id="8" name="">
            <a:extLst>
              <a:ext uri="{FF2B5EF4-FFF2-40B4-BE49-F238E27FC236}">
                <ns3:creationId id="{EE77295E-FEC7-4F39-A6AC-07C355432BC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2816635-79A9-4A33-9AD7-058D726DC14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README.md "Run from course." -Encoding utf8</a:t>
            </a:r>
          </a:p>
        </p:txBody>
      </p:sp>
      <p:sp>
        <p:nvSpPr>
          <p:cNvPr id="10" name="">
            <a:extLst>
              <a:ext uri="{FF2B5EF4-FFF2-40B4-BE49-F238E27FC236}">
                <ns3:creationId id="{EB1CFC8F-3629-4991-81AB-D7C8C58AD45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D157AFC-046F-49DD-86B1-87CBA1462186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2" name="">
            <a:extLst>
              <a:ext uri="{FF2B5EF4-FFF2-40B4-BE49-F238E27FC236}">
                <ns3:creationId id="{92AAFBD0-6033-4023-9B21-0B57DE6D71B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634D515-B118-48BD-8C13-71F01C58434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"Use course folder"</a:t>
            </a:r>
          </a:p>
        </p:txBody>
      </p:sp>
      <p:sp>
        <p:nvSpPr>
          <p:cNvPr id="14" name="">
            <a:extLst>
              <a:ext uri="{FF2B5EF4-FFF2-40B4-BE49-F238E27FC236}">
                <ns3:creationId id="{B2255A22-ECBF-4C72-943E-F3900410003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8D71FB37-6D8E-4471-BB47-0830977639C5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merge guide</a:t>
            </a:r>
          </a:p>
        </p:txBody>
      </p:sp>
      <p:sp>
        <p:nvSpPr>
          <p:cNvPr id="16" name="">
            <a:extLst>
              <a:ext uri="{FF2B5EF4-FFF2-40B4-BE49-F238E27FC236}">
                <ns3:creationId id="{39B78900-9A34-47C0-9B68-6F295A6A346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F739B2CA-B6FA-47E0-A906-C0751E6AF0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763440062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d04c1eb862c46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B5DC26-5D8B-48D7-9233-32107CCB25C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906E6E7-FEE1-4A9D-BC20-D2404075D2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표식의 뜻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E6FC453B-F721-4DDC-AB61-857831C3A6C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AC292A-0ABD-469C-989E-C8C92A99F10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 안의 충돌 구간을 읽는 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D942F63-DA18-47FE-9E70-47C01F734D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&lt;&lt;&lt;&lt;&lt;&lt;&lt;와 &gt;&gt;&gt;&gt;&gt;&gt;&gt;는 남겨 둘 안내 문장이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0A450BFD-3666-4B7C-8666-1D01C938C50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=======를 기준으로 두 브랜치의 같은 줄을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9D7E3A6-4072-458E-A64D-C4DDFCF739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A1170591-5BB8-4D8C-952D-5C3C34FF1B5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839093286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884c9e81e29848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8743977-9F98-4963-BDCA-2DF55E32AC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17E8CD7-97B6-496E-8B10-08AB854CEE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표식의 뜻</a:t>
            </a:r>
          </a:p>
        </p:txBody>
      </p:sp>
      <p:sp>
        <p:nvSpPr>
          <p:cNvPr id="4" name="">
            <a:extLst>
              <a:ext uri="{FF2B5EF4-FFF2-40B4-BE49-F238E27FC236}">
                <ns3:creationId id="{2DEEE0A6-DA06-4CB5-8C04-93B1463566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F8C6568-9147-4400-8133-5200A9C6024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864CCCA-B080-4CC2-A6A5-880B263A9479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3C617BB-15FA-4170-A1F3-9C8A2187CD91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&lt;&lt;&lt;&lt;&lt;&lt;&lt; HEAD</a:t>
            </a:r>
          </a:p>
        </p:txBody>
      </p:sp>
      <p:sp>
        <p:nvSpPr>
          <p:cNvPr id="8" name="">
            <a:extLst>
              <a:ext uri="{FF2B5EF4-FFF2-40B4-BE49-F238E27FC236}">
                <ns3:creationId id="{02BF7A05-35AD-4084-A1B7-ADF953E89B5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0E552E0-CA0F-490B-A1A1-7F355DCEF722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Run from course.</a:t>
            </a:r>
          </a:p>
        </p:txBody>
      </p:sp>
      <p:sp>
        <p:nvSpPr>
          <p:cNvPr id="10" name="">
            <a:extLst>
              <a:ext uri="{FF2B5EF4-FFF2-40B4-BE49-F238E27FC236}">
                <ns3:creationId id="{03EB8678-D8FD-4700-BF1A-16E8A256260B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3D024DE-90AA-4DCE-81DE-8E6FC16019B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=======</a:t>
            </a:r>
          </a:p>
        </p:txBody>
      </p:sp>
      <p:sp>
        <p:nvSpPr>
          <p:cNvPr id="12" name="">
            <a:extLst>
              <a:ext uri="{FF2B5EF4-FFF2-40B4-BE49-F238E27FC236}">
                <ns3:creationId id="{CF4D35E2-499F-47C5-850F-A7F91356431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7F82036-C2ED-45D9-AD8C-2972FD993E5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Run from work.</a:t>
            </a:r>
          </a:p>
        </p:txBody>
      </p:sp>
      <p:sp>
        <p:nvSpPr>
          <p:cNvPr id="14" name="">
            <a:extLst>
              <a:ext uri="{FF2B5EF4-FFF2-40B4-BE49-F238E27FC236}">
                <ns3:creationId id="{DE0EB988-FA4A-4418-A469-9228D05F145F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DC010EF-CA22-4F2B-8983-AB786B332CA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&gt;&gt;&gt;&gt;&gt;&gt;&gt; guide</a:t>
            </a:r>
          </a:p>
        </p:txBody>
      </p:sp>
      <p:sp>
        <p:nvSpPr>
          <p:cNvPr id="16" name="">
            <a:extLst>
              <a:ext uri="{FF2B5EF4-FFF2-40B4-BE49-F238E27FC236}">
                <ns3:creationId id="{BB3DE081-3A83-495E-A2CD-ABF2AAC084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3C83BAAE-A9FB-4FFF-9E5D-62089CD068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417467448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47379a6d4c534f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E17F840-0268-4FC3-A8E2-0F19B6B94E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E737495-8FB9-4E4F-A845-B295E91938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1EAB63B-157D-4898-8934-039E19E12DF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합치기를 취소하면 무엇이 남을까요?</a:t>
            </a:r>
          </a:p>
        </p:txBody>
      </p:sp>
      <p:sp>
        <p:nvSpPr>
          <p:cNvPr id="5" name="">
            <a:extLst>
              <a:ext uri="{FF2B5EF4-FFF2-40B4-BE49-F238E27FC236}">
                <ns3:creationId id="{9A06094D-F210-4AA8-9ACC-E7F1121283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5A2E287-2D76-431D-87F9-98AA42999F5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FEF12B9-D541-4FCA-A10B-8233C237F99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아직 해결하지 않은 충돌에서 git merge --abort를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67AB218-CC9C-4D26-9451-28D43DD87C96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E8002C5-F8EE-4F67-938E-ACB1A92AAD22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README에 남을 문장을 먼저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CB9D3B0-CC9C-49CC-AC3F-87E931137212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D5B6FAE-B623-4C50-A865-26E08BE15321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실행 뒤 Get-Content README.md로 예상과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F2C21832-E2FF-45D4-880A-1398F3E3D5C4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1E61AE8-1312-40D0-BAED-521F6B276D95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취소 후 다시 merge하여 다음 해결 실습을 진행합니다.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F61B284-9F14-4643-841D-F7A8E29EFA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EFAFD35A-5609-4FF0-AAB0-4EB438008F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665808427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f97110f5e974a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423085-5212-40EC-B8D9-A70EB3D3F6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32425D7-B006-4CA8-BAC7-0C5D8A112BE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취소하면 main의 문장으로 돌아옵니다</a:t>
            </a:r>
          </a:p>
        </p:txBody>
      </p:sp>
      <p:sp>
        <p:nvSpPr>
          <p:cNvPr id="4" name="">
            <a:extLst>
              <a:ext uri="{FF2B5EF4-FFF2-40B4-BE49-F238E27FC236}">
                <ns3:creationId id="{2ED914D6-3CDB-4785-BF45-17D42F9D6C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F4A16D-9920-4487-8B4C-EA253F4ACDD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직전 main에는 Run from course.가 기록되어 있었습니다.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EA96C10-A713-453B-8459-1844680B3B7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abort는 진행 중인 병합을 취소합니다.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EAA0F71-8748-4C73-A101-3E10B11C05B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guide의 기록을 삭제하거나 공통 시작으로 되돌리는 명령은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58BF80FD-62D3-4507-A62F-D82F88CF9395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merge guide를 다시 실행하면 같은 충돌을 볼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556900E2-D7C4-4B49-A5C3-529B55F7F2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6DC74C6F-25C2-4000-93EF-C2FA1589479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580726194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0cdeb1b424347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84D3CE3-F2DE-4F31-BAD1-74F30C95A1B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AC3E16A-2DAC-499E-8BD1-4412FCE08F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합의한 문장으로 충돌 완료하기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714944B-A95F-467F-B9F6-891FDF80E27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71C28E0-6312-4239-83D4-C36CEA0C643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과제의 합의된 실행 위치는 work입니다.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BD6E281-477F-4D4D-AD17-197CF788D9A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표식을 포함한 파일을 다음 장의 한 문장으로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C57C2B96-9F77-4658-BCD9-D2B0B87476D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 뒤 파일 문장과 상태를 함께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690751-82F5-4BB2-8D3A-8F4C6DB06C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9" name="">
            <a:extLst>
              <a:ext uri="{FF2B5EF4-FFF2-40B4-BE49-F238E27FC236}">
                <ns3:creationId id="{D12B22A0-85FE-45C4-A0EE-A262A6A881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1945940835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965598bb4e4541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A08530-779C-4880-A941-D7FB3329F4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2420128-B42E-4E0C-A858-DD3CF65B6E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합의한 문장으로 충돌 완료하기</a:t>
            </a:r>
          </a:p>
        </p:txBody>
      </p:sp>
      <p:sp>
        <p:nvSpPr>
          <p:cNvPr id="4" name="">
            <a:extLst>
              <a:ext uri="{FF2B5EF4-FFF2-40B4-BE49-F238E27FC236}">
                <ns3:creationId id="{465C6B86-FACE-423F-93FD-0B2D4973913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ADEED5A-7666-48B1-91D4-8B7980CDB4E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2A5F798-69FC-4BAA-823A-92F20B5DE59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F8B1E38-755D-471D-B412-E79B52BBCC6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Set-Content README.md "Run from work." -Encoding utf8</a:t>
            </a:r>
          </a:p>
        </p:txBody>
      </p:sp>
      <p:sp>
        <p:nvSpPr>
          <p:cNvPr id="8" name="">
            <a:extLst>
              <a:ext uri="{FF2B5EF4-FFF2-40B4-BE49-F238E27FC236}">
                <ns3:creationId id="{CF88F568-79E6-4931-A5A0-BC764C68ACE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EEAF63C-32E9-48A0-A7F4-9C7E1D1BAE41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add README.md</a:t>
            </a:r>
          </a:p>
        </p:txBody>
      </p:sp>
      <p:sp>
        <p:nvSpPr>
          <p:cNvPr id="10" name="">
            <a:extLst>
              <a:ext uri="{FF2B5EF4-FFF2-40B4-BE49-F238E27FC236}">
                <ns3:creationId id="{279486A9-0827-469B-8F35-B353C2DD475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4A810E7-F966-4C46-81D2-AEAB8AE9249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commit -m "Resolve run folder"</a:t>
            </a:r>
          </a:p>
        </p:txBody>
      </p:sp>
      <p:sp>
        <p:nvSpPr>
          <p:cNvPr id="12" name="">
            <a:extLst>
              <a:ext uri="{FF2B5EF4-FFF2-40B4-BE49-F238E27FC236}">
                <ns3:creationId id="{505C87D6-07CB-4924-837D-9742E55A0A9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DDA7BFA-FA30-49EA-B41A-7289CAE986C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README.md</a:t>
            </a:r>
          </a:p>
        </p:txBody>
      </p:sp>
      <p:sp>
        <p:nvSpPr>
          <p:cNvPr id="14" name="">
            <a:extLst>
              <a:ext uri="{FF2B5EF4-FFF2-40B4-BE49-F238E27FC236}">
                <ns3:creationId id="{F6CE8592-FF34-4B87-9B5F-FF0FCB54F0F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7335A82C-8AD3-47FB-87B0-199D5827D6BE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git status --short</a:t>
            </a:r>
          </a:p>
        </p:txBody>
      </p:sp>
      <p:sp>
        <p:nvSpPr>
          <p:cNvPr id="16" name="">
            <a:extLst>
              <a:ext uri="{FF2B5EF4-FFF2-40B4-BE49-F238E27FC236}">
                <ns3:creationId id="{FF97B2F9-C389-4B51-9E7E-C295F1C531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7" name="">
            <a:extLst>
              <a:ext uri="{FF2B5EF4-FFF2-40B4-BE49-F238E27FC236}">
                <ns3:creationId id="{34ABEC24-C914-4E23-A1E7-9F6F8F0BD0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549141731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2552569dac248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9267871-0BBF-42C4-A792-364F00C303B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84CD9B8-D55A-4ACA-89FF-E277797DBE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해결의 두 확인</a:t>
            </a:r>
          </a:p>
        </p:txBody>
      </p:sp>
      <p:sp>
        <p:nvSpPr>
          <p:cNvPr id="4" name="">
            <a:extLst>
              <a:ext uri="{FF2B5EF4-FFF2-40B4-BE49-F238E27FC236}">
                <ns3:creationId id="{6788369B-4612-441B-9E51-234174B34C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BCEA13A-3A67-4E56-949C-9F1D17D5109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README에는 Run from work. 한 줄이 남습니다.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98D2145-5C92-4BA3-8ADF-BF8113CFC813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표식은 남기지 않고 status --short는 비어야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86E646D-7FBE-4FA1-9EA9-4B5D05AC3C6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clean 상태만으로 선택한 실행 위치가 맞는지는 알 수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943941D-97BE-4F5B-AE4C-047C65F31DE0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합의한 요구와 최종 문장이 같은지도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C36DC36-5C77-4140-AC45-CD0077DE52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458D6579-531A-4419-A05B-3ACBF8EEF0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1223370294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d0e6b384750479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202ADB-6A2A-4B3B-A4FB-3013F0FAB0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4B99CA8-3130-41DE-8EAD-028D6BEF34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E4232B5-C400-4C95-9A3B-8B53551B2A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요청 · 결과 파일 확인 안내</a:t>
            </a:r>
          </a:p>
        </p:txBody>
      </p:sp>
      <p:sp>
        <p:nvSpPr>
          <p:cNvPr id="5" name="">
            <a:extLst>
              <a:ext uri="{FF2B5EF4-FFF2-40B4-BE49-F238E27FC236}">
                <ns3:creationId id="{ECCC12AD-B84C-4E0A-A7E3-75918C627BC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018A314-1757-4360-9D18-DC8422477C0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ADE44B1-CE06-4732-B0CD-0B02D4E7CDF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git-lab의 README에 결과 JSON을 확인하라는 안내를 추가합니다.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E975C4-FA40-4C5D-92C5-93B182959BD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1A9A2CC-1AE9-440E-9A9D-21E8F8FC55EB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줄을 스스로 작성하고 다른 목적의 줄은 유지합니다.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3E1356F-BA22-4D67-8293-11588B7DA4D7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722466F-2227-42D4-9F2C-4431EB67D6EA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diff·add·staged diff·commit 순서로 기록합니다.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E34606C9-DB87-40B9-92D6-C9BA88E957B0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7F179C3-E31C-4CD1-BFEF-34ADA005FE26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파일이 아닌 엉뚱한 폴더에서 실행하지 않도록 위치를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CEC7D28-B9B7-488E-B389-901A75E47B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7867F674-85AE-4B85-AB38-747B010C4C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1694849817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12c2736ee6a4e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5E1A99-F110-4030-BA36-393268728E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574BE28-ADBA-41A2-9D54-B772657334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요청에 맞는 안내와 기록</a:t>
            </a:r>
          </a:p>
        </p:txBody>
      </p:sp>
      <p:sp>
        <p:nvSpPr>
          <p:cNvPr id="4" name="">
            <a:extLst>
              <a:ext uri="{FF2B5EF4-FFF2-40B4-BE49-F238E27FC236}">
                <ns3:creationId id="{6FD80C3A-0722-4F2C-9673-8E06B75F8D8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F006643-4D79-49F3-BFC1-235F0E51591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예: Check the result JSON after running the checker.</a:t>
            </a:r>
          </a:p>
        </p:txBody>
      </p:sp>
      <p:sp>
        <p:nvSpPr>
          <p:cNvPr id="6" name="">
            <a:extLst>
              <a:ext uri="{FF2B5EF4-FFF2-40B4-BE49-F238E27FC236}">
                <ns3:creationId id="{BEC243B5-AE2B-47B2-83DC-C22C3B56005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git-lab에서 README.md를 저장한 뒤 변경한 줄을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3857073-833B-404F-9F1B-48FFFAB1334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메시지는 Add result JSON check guide처럼 목적을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DF4C4AC-557B-4C63-82B2-108BC8B740F2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안내에 적은 프로그램이나 결과 파일의 존재는 따로 확인해야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AD92E61-D203-4AB3-8138-D67DB2C930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577DDF33-F04D-49A6-9D69-19C3252226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2063213997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4ba70c7741f45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E05D67-4E9F-46B1-8DF6-6FA381F452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9362840-8B62-4694-9755-BA5AD40248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따라 할 인계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2C1D1CCA-9263-4695-A9A7-95D46F0914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76B218-AEF4-4F71-A070-58B539178E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course/work/A18_notes.md에 다음 장의 항목을 작성합니다.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514FAFD-348D-4B84-A9E7-E16FCD3044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7" name="">
            <a:extLst>
              <a:ext uri="{FF2B5EF4-FFF2-40B4-BE49-F238E27FC236}">
                <ns3:creationId id="{79A6AB78-7E35-46EC-8DD8-074DF055313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330767128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589df4e55c0485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E4831D-2EC0-4399-8904-B6E6415ABD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4C5F531B-BC7D-4B16-B9B0-E823987E04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따라 할 인계</a:t>
            </a:r>
          </a:p>
        </p:txBody>
      </p:sp>
      <p:sp>
        <p:nvSpPr>
          <p:cNvPr id="4" name="">
            <a:extLst>
              <a:ext uri="{FF2B5EF4-FFF2-40B4-BE49-F238E27FC236}">
                <ns3:creationId id="{45CFEFC7-C7D4-493C-B39C-4A79104E8E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842967"/>
                <a:gridCol w="797743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내가 적을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work/git-lab/README.md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변경 목적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JSON 확인 안내 추가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명령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git diff --staged / git log --oneline -1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결과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기록한 문장과 커밋 메시지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공유 범위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커밋 / 로컬 push 여부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남은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프로그램 실행·GitHub 게시 여부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1DF1484-8DB5-480F-B92C-94F506FA9D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7" name="">
            <a:extLst>
              <a:ext uri="{FF2B5EF4-FFF2-40B4-BE49-F238E27FC236}">
                <ns3:creationId id="{787E30F1-21DF-43E5-B800-92F8F5884C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1491167330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92d772cde0fc49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138237-9AF4-47B9-81A1-5C8DD8CDBC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0B74E55-4A6C-4CD9-A1A8-B9152ADDB5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EB79253-4B77-46AE-9DA4-DA2DA98C0B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승인된 기준을 따르기</a:t>
            </a:r>
          </a:p>
        </p:txBody>
      </p:sp>
      <p:sp>
        <p:nvSpPr>
          <p:cNvPr id="5" name="">
            <a:extLst>
              <a:ext uri="{FF2B5EF4-FFF2-40B4-BE49-F238E27FC236}">
                <ns3:creationId id="{96A2B8ED-4DDE-4A2C-8B53-70E4043993B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668A0B8-38EA-48A4-B08A-E06A5AD2DC0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72A58C6-E3DC-49B6-972E-FBE5E609274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충돌한 두 온도 기준은 28과 30입니다.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97FFEC-7CC2-4737-9F87-A11766A0522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B22EEB6-F89A-4F87-B8BD-EB51FE737A4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승인된 요구는 28 이상일 때 주의입니다.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959CB8C-CF4F-40B1-96DE-1C8B465EC02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639F0F8-8EA4-4956-8F75-70A41617515D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최종 값을 결정하고 경계 아래·같음·위의 입력을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C1C96E7-466D-4344-AD12-11DCFF3EB8EE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963199A-F1E3-4C77-83A0-8F357B75FB33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두 값의 평균으로 정하면 왜 요청과 달라지는지 설명합니다.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7D01E2C-856E-4A00-AFA6-A28383D428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5" name="">
            <a:extLst>
              <a:ext uri="{FF2B5EF4-FFF2-40B4-BE49-F238E27FC236}">
                <ns3:creationId id="{41FC13E3-F698-4DF0-AD83-251017C482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1747255878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32ac4cd310249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DD602E4-C412-4C0A-9DA4-643B708C1D5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534B9C8-CE56-449B-AD2F-380E101860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28·27.9·28.1로 판단하기</a:t>
            </a:r>
          </a:p>
        </p:txBody>
      </p:sp>
      <p:sp>
        <p:nvSpPr>
          <p:cNvPr id="4" name="">
            <a:extLst>
              <a:ext uri="{FF2B5EF4-FFF2-40B4-BE49-F238E27FC236}">
                <ns3:creationId id="{48062383-AC54-4045-9259-95A2300A2C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52D8FC-572A-4AFD-B103-023025598D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기준은 승인된 28이며 평균 29로 임의 변경하지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BAF63E-EE05-4173-A81B-D4ABE3186A3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27.9는 정상, 28과 28.1은 주의가 기대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274A67-AB11-433A-9B8C-44518BDC5777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충돌 해결 뒤 같은 입력으로 판정 코드도 검사합니다.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3C622F6-B7F2-47E7-9169-AF3185110023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충돌 표식을 없앤 것과 판정이 맞는 것은 따로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14056A8-A35F-4310-B8AE-61C5E087D8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0" name="">
            <a:extLst>
              <a:ext uri="{FF2B5EF4-FFF2-40B4-BE49-F238E27FC236}">
                <ns3:creationId id="{2D7055BA-7620-44B4-B492-82035B3AB2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1886884736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aea235e95d3c4c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C6FEAF-2614-49F6-B418-8F7C0C40D7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4CA1CA3-43E4-433D-9241-A2D7C93CC5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문서로 명령 다시 확인</a:t>
            </a:r>
          </a:p>
        </p:txBody>
      </p:sp>
      <p:sp>
        <p:nvSpPr>
          <p:cNvPr id="4" name="">
            <a:extLst>
              <a:ext uri="{FF2B5EF4-FFF2-40B4-BE49-F238E27FC236}">
                <ns3:creationId id="{EE8DF8FD-2309-4276-A34B-F37C0C5B73D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505176-93B7-4044-A6FE-76FB74523A1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diff: 작업·선택·기록의 비교 옵션을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F33C84-B40D-47E2-8C2B-DB29D3C9AE5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 restore: 복구 대상과 사본의 출처를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976D05B-B852-4C32-AF7F-5E366A66740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GitHub PR: 온라인 변경 검토 요청의 역할을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AF4FE28-D89B-4F62-9827-18CCDC732D78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Git 공식 문서 · git diff</a:t>
            </a:r>
          </a:p>
        </p:txBody>
      </p:sp>
      <p:sp>
        <p:nvSpPr>
          <p:cNvPr id="9" name="">
            <a:extLst>
              <a:ext uri="{FF2B5EF4-FFF2-40B4-BE49-F238E27FC236}">
                <ns3:creationId id="{7E1B2759-E95B-44AB-83D8-A0606C769427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https://git-scm.com/docs/git-diff</a:t>
            </a:r>
          </a:p>
        </p:txBody>
      </p:sp>
      <p:sp>
        <p:nvSpPr>
          <p:cNvPr id="10" name="">
            <a:extLst>
              <a:ext uri="{FF2B5EF4-FFF2-40B4-BE49-F238E27FC236}">
                <ns3:creationId id="{6D6214C5-9FC2-490C-85B6-89E9EC6864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1" name="">
            <a:extLst>
              <a:ext uri="{FF2B5EF4-FFF2-40B4-BE49-F238E27FC236}">
                <ns3:creationId id="{3F4828A1-C7F6-4A59-869D-3DF5E49A46A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755566186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b6f6b0ada0749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B42BBB-0860-41F1-8071-DA9ABF259A9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F46550F-B91A-4626-A228-E5F5BCE6AD9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참고 주소</a:t>
            </a:r>
          </a:p>
        </p:txBody>
      </p:sp>
      <p:sp>
        <p:nvSpPr>
          <p:cNvPr id="4" name="">
            <a:extLst>
              <a:ext uri="{FF2B5EF4-FFF2-40B4-BE49-F238E27FC236}">
                <ns3:creationId id="{5E5CA4D5-78BF-4DB4-97BE-BBB5F0D290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1A53B9-CB38-46B4-9EFD-42D353A0665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https://git-scm.com/docs/git-restore</a:t>
            </a:r>
          </a:p>
        </p:txBody>
      </p:sp>
      <p:sp>
        <p:nvSpPr>
          <p:cNvPr id="6" name="">
            <a:extLst>
              <a:ext uri="{FF2B5EF4-FFF2-40B4-BE49-F238E27FC236}">
                <ns3:creationId id="{DED4EAF4-0837-4531-AFF8-EC3B07D7038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https://docs.github.com/en/pull-requests/reference/pull-requests</a:t>
            </a:r>
          </a:p>
        </p:txBody>
      </p:sp>
      <p:sp>
        <p:nvSpPr>
          <p:cNvPr id="7" name="">
            <a:extLst>
              <a:ext uri="{FF2B5EF4-FFF2-40B4-BE49-F238E27FC236}">
                <ns3:creationId id="{82957B98-CE2E-45DD-BE64-4104040FF87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https://git-scm.com/docs/git-init</a:t>
            </a:r>
          </a:p>
        </p:txBody>
      </p:sp>
      <p:sp>
        <p:nvSpPr>
          <p:cNvPr id="8" name="">
            <a:extLst>
              <a:ext uri="{FF2B5EF4-FFF2-40B4-BE49-F238E27FC236}">
                <ns3:creationId id="{05EB3C82-59D1-4579-8E7F-A883B34D717A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Git·GitHub 공식 문서</a:t>
            </a:r>
          </a:p>
        </p:txBody>
      </p:sp>
      <p:sp>
        <p:nvSpPr>
          <p:cNvPr id="9" name="">
            <a:extLst>
              <a:ext uri="{FF2B5EF4-FFF2-40B4-BE49-F238E27FC236}">
                <ns3:creationId id="{52E8330A-4C64-4034-A0DB-664FF08235D1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https://git-scm.com/docs/git-restore</a:t>
            </a:r>
          </a:p>
        </p:txBody>
      </p:sp>
      <p:sp>
        <p:nvSpPr>
          <p:cNvPr id="10" name="">
            <a:extLst>
              <a:ext uri="{FF2B5EF4-FFF2-40B4-BE49-F238E27FC236}">
                <ns3:creationId id="{FB481152-A340-4718-B0EA-71569033730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10/16   Git/GitHub · 변경을 비교하고 기록하기</a:t>
            </a:r>
          </a:p>
        </p:txBody>
      </p:sp>
      <p:sp>
        <p:nvSpPr>
          <p:cNvPr id="11" name="">
            <a:extLst>
              <a:ext uri="{FF2B5EF4-FFF2-40B4-BE49-F238E27FC236}">
                <ns3:creationId id="{0DD1FB27-1644-4A62-B3D7-3842044F66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13353180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2026-10-05T08:06:43.1280000Z</dcterms:created>
  <dcterms:modified xsi:type="dcterms:W3CDTF">2026-10-05T08:06:43.1280000Z</dcterms:modified>
</cp:coreProperties>
</file>