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590c7e21b0214a34" /><ns0:Relationship Type="http://schemas.openxmlformats.org/officeDocument/2006/relationships/extended-properties" Target="/docProps/app.xml" Id="Re305bb443ee64d39" /><ns0:Relationship Type="http://schemas.openxmlformats.org/officeDocument/2006/relationships/officeDocument" Target="/ppt/presentation.xml" Id="R36039238282842bb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c2fc3a6b315b4688"/>
  </ns0:sldMasterIdLst>
  <ns0:sldIdLst>
    <ns0:sldId id="256" ns1:id="Ra7abdf73927440f4"/>
    <ns0:sldId id="257" ns1:id="Ra7f3f1e6a57342d4"/>
    <ns0:sldId id="258" ns1:id="Rd2fbab4be0bb4adf"/>
    <ns0:sldId id="259" ns1:id="Rfc73ed590f254830"/>
    <ns0:sldId id="260" ns1:id="Rfb5456761a814931"/>
    <ns0:sldId id="261" ns1:id="R9371e6c224064ff7"/>
    <ns0:sldId id="262" ns1:id="Rd85126d807d14167"/>
    <ns0:sldId id="263" ns1:id="R0e9d9f942d2d4707"/>
    <ns0:sldId id="264" ns1:id="R4fb18a9e0e7145c2"/>
    <ns0:sldId id="265" ns1:id="R06639d819cd941fb"/>
    <ns0:sldId id="266" ns1:id="R4ed5874f6acc4a65"/>
    <ns0:sldId id="267" ns1:id="Rda3fcadc2c184ced"/>
    <ns0:sldId id="268" ns1:id="Rf75636162b784568"/>
    <ns0:sldId id="269" ns1:id="Rd8c851364aa64fdc"/>
    <ns0:sldId id="270" ns1:id="R1f9199048a5d4c98"/>
    <ns0:sldId id="271" ns1:id="R53a2962cf1fe42a4"/>
    <ns0:sldId id="272" ns1:id="R2508d15259cc481f"/>
    <ns0:sldId id="273" ns1:id="Rcc2c9177420d421b"/>
    <ns0:sldId id="274" ns1:id="Re04670ebd6f24c43"/>
    <ns0:sldId id="275" ns1:id="R1137068131c648fe"/>
    <ns0:sldId id="276" ns1:id="R1ca3804061c24959"/>
    <ns0:sldId id="277" ns1:id="Rcc622e05c0fc438c"/>
    <ns0:sldId id="278" ns1:id="Rd49bd12ab3ff40fa"/>
    <ns0:sldId id="279" ns1:id="R4a049164f922461e"/>
    <ns0:sldId id="280" ns1:id="R20a8850c764e45ba"/>
    <ns0:sldId id="281" ns1:id="Re0cbba5cb5a74701"/>
    <ns0:sldId id="282" ns1:id="R442665a34ad64b1c"/>
    <ns0:sldId id="283" ns1:id="R6f3fa685193a4f7f"/>
    <ns0:sldId id="284" ns1:id="R59612d9a72b74d4b"/>
    <ns0:sldId id="285" ns1:id="R433ca991b0614d3a"/>
    <ns0:sldId id="286" ns1:id="R248f92a58d3c4fe1"/>
    <ns0:sldId id="287" ns1:id="Rcde43c07e2c143f5"/>
    <ns0:sldId id="288" ns1:id="R76bc3c4f280e43de"/>
    <ns0:sldId id="289" ns1:id="R7f42c692d1f74cc2"/>
    <ns0:sldId id="290" ns1:id="Rb5170a10f63b4811"/>
    <ns0:sldId id="291" ns1:id="Rf633b691362141bc"/>
    <ns0:sldId id="292" ns1:id="R7eb34444eb7a4aef"/>
    <ns0:sldId id="293" ns1:id="Rcc8b41f1a8b94bc3"/>
    <ns0:sldId id="294" ns1:id="Rb21fbd75fbe04cca"/>
    <ns0:sldId id="295" ns1:id="R0a6f27298e994741"/>
    <ns0:sldId id="296" ns1:id="Rdcd54ae0d94f4fc1"/>
    <ns0:sldId id="297" ns1:id="R3de9169e37b1456f"/>
    <ns0:sldId id="298" ns1:id="R6ce22c8062a84626"/>
    <ns0:sldId id="299" ns1:id="R8216400e7f8a4b60"/>
    <ns0:sldId id="300" ns1:id="R1efc5c6b6d7f4ab6"/>
    <ns0:sldId id="301" ns1:id="Rf398d99efc6e4dc3"/>
    <ns0:sldId id="302" ns1:id="R5169a411b3ed450f"/>
    <ns0:sldId id="303" ns1:id="R7906db78d8e04a2f"/>
    <ns0:sldId id="304" ns1:id="R557a2367e0364c61"/>
    <ns0:sldId id="305" ns1:id="Rfafb9b4f69fd4588"/>
    <ns0:sldId id="306" ns1:id="Ra52cb78a00ce4b00"/>
    <ns0:sldId id="307" ns1:id="Rd3c961d96b5c4773"/>
    <ns0:sldId id="308" ns1:id="Rb5e504f4e4a34d05"/>
    <ns0:sldId id="309" ns1:id="Rc7311dcd2cfa45fa"/>
    <ns0:sldId id="310" ns1:id="R4aa291c49d4f4d4b"/>
    <ns0:sldId id="311" ns1:id="Recba29b98b924b4b"/>
    <ns0:sldId id="312" ns1:id="Reda6f4bb07674607"/>
    <ns0:sldId id="313" ns1:id="R377ba2fa7c37494d"/>
    <ns0:sldId id="314" ns1:id="R8977716538fa49bc"/>
    <ns0:sldId id="315" ns1:id="Rff131844c06741d1"/>
    <ns0:sldId id="316" ns1:id="R2650f3246226430f"/>
    <ns0:sldId id="317" ns1:id="Rf8be0b0165c541ca"/>
    <ns0:sldId id="318" ns1:id="R3a47f4836fb540f2"/>
    <ns0:sldId id="319" ns1:id="Re769e7f6e9394ca8"/>
    <ns0:sldId id="320" ns1:id="R32138d8e14a442d5"/>
    <ns0:sldId id="321" ns1:id="Rbd67746a1e274bd7"/>
    <ns0:sldId id="322" ns1:id="Re2b3ac2b3fd44a52"/>
    <ns0:sldId id="323" ns1:id="Rd5e15805c27a4090"/>
    <ns0:sldId id="324" ns1:id="R6324cf689c684282"/>
    <ns0:sldId id="325" ns1:id="R12bbc157bc084793"/>
    <ns0:sldId id="326" ns1:id="Rb771ebf61b8d47fc"/>
    <ns0:sldId id="327" ns1:id="R01bd169b16f044c1"/>
    <ns0:sldId id="328" ns1:id="R4aec50a692664e8b"/>
    <ns0:sldId id="329" ns1:id="Rfad85f803b6847e9"/>
    <ns0:sldId id="330" ns1:id="Rf95f463f308e47dd"/>
    <ns0:sldId id="331" ns1:id="Rcd84d2084cea42a4"/>
    <ns0:sldId id="332" ns1:id="Re1000fc93d724dbf"/>
    <ns0:sldId id="333" ns1:id="Ra25eba8d7d554b05"/>
    <ns0:sldId id="334" ns1:id="R043c77cc65784a4f"/>
    <ns0:sldId id="335" ns1:id="R9c23919b5158400d"/>
    <ns0:sldId id="336" ns1:id="R69c6d5a8b7e740f8"/>
    <ns0:sldId id="337" ns1:id="R4f06037d69374ce0"/>
    <ns0:sldId id="338" ns1:id="Rad1667a698374e29"/>
    <ns0:sldId id="339" ns1:id="R6a107a3a821e4523"/>
    <ns0:sldId id="340" ns1:id="R455c1a0c24c1401d"/>
    <ns0:sldId id="341" ns1:id="Rf2fb5486ea2b415f"/>
    <ns0:sldId id="342" ns1:id="Rc9c6154d89304f35"/>
    <ns0:sldId id="343" ns1:id="R8d25c98adda64999"/>
    <ns0:sldId id="344" ns1:id="R7b633c38f03245f5"/>
    <ns0:sldId id="345" ns1:id="R440153a5d17a4266"/>
    <ns0:sldId id="346" ns1:id="R4a35e71c15674ca9"/>
    <ns0:sldId id="347" ns1:id="R7a94ebf571634e2e"/>
    <ns0:sldId id="348" ns1:id="R4fdcd3bc15524c9a"/>
    <ns0:sldId id="349" ns1:id="R045a918e6ee34705"/>
    <ns0:sldId id="350" ns1:id="R6705e8661202452f"/>
    <ns0:sldId id="351" ns1:id="R36214bd338614cde"/>
    <ns0:sldId id="352" ns1:id="R0797c34d399e41e8"/>
    <ns0:sldId id="353" ns1:id="R53ebbc8a60214126"/>
    <ns0:sldId id="354" ns1:id="R6fd565ebe1b1484a"/>
    <ns0:sldId id="355" ns1:id="R8649dd0273574ad7"/>
    <ns0:sldId id="356" ns1:id="R74e23dd88fad4116"/>
    <ns0:sldId id="357" ns1:id="R50c43b1074dd400d"/>
    <ns0:sldId id="358" ns1:id="Rf696ea7f0d2a40b4"/>
    <ns0:sldId id="359" ns1:id="R111210153e1e4ba3"/>
    <ns0:sldId id="360" ns1:id="R587d7d01c4a74614"/>
    <ns0:sldId id="361" ns1:id="Rc080bb8bfe0343df"/>
    <ns0:sldId id="362" ns1:id="Rbe74613201e449c2"/>
    <ns0:sldId id="363" ns1:id="R01b0501ebff34a0e"/>
    <ns0:sldId id="364" ns1:id="Rdde331f5d9254f69"/>
    <ns0:sldId id="365" ns1:id="Rf05cd013e4994dc5"/>
    <ns0:sldId id="366" ns1:id="R679add9de0c34195"/>
    <ns0:sldId id="367" ns1:id="R12ef1d5b551046fb"/>
    <ns0:sldId id="368" ns1:id="Rd405192ad48a42aa"/>
    <ns0:sldId id="369" ns1:id="R3e2ad93f448f4b8f"/>
    <ns0:sldId id="370" ns1:id="R82b18e6dad39441e"/>
    <ns0:sldId id="371" ns1:id="Re4744757a1d34a3f"/>
    <ns0:sldId id="372" ns1:id="Re812af8f1b534af7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d9e03f0cd33b4b0f" /><ns0:Relationship Type="http://schemas.openxmlformats.org/officeDocument/2006/relationships/slideMaster" Target="/ppt/slideMasters/slideMaster1.xml" Id="Rc2fc3a6b315b4688" /><ns0:Relationship Type="http://schemas.openxmlformats.org/officeDocument/2006/relationships/presProps" Target="/ppt/presProps.xml" Id="Raff0abc298f549d5" /><ns0:Relationship Type="http://schemas.openxmlformats.org/officeDocument/2006/relationships/tableStyles" Target="/ppt/tableStyles.xml" Id="Ree5df94cd8e14afc" /><ns0:Relationship Type="http://schemas.openxmlformats.org/officeDocument/2006/relationships/slide" Target="/ppt/slides/slide1.xml" Id="Ra7abdf73927440f4" /><ns0:Relationship Type="http://schemas.openxmlformats.org/officeDocument/2006/relationships/slide" Target="/ppt/slides/slide2.xml" Id="Ra7f3f1e6a57342d4" /><ns0:Relationship Type="http://schemas.openxmlformats.org/officeDocument/2006/relationships/slide" Target="/ppt/slides/slide3.xml" Id="Rd2fbab4be0bb4adf" /><ns0:Relationship Type="http://schemas.openxmlformats.org/officeDocument/2006/relationships/slide" Target="/ppt/slides/slide4.xml" Id="Rfc73ed590f254830" /><ns0:Relationship Type="http://schemas.openxmlformats.org/officeDocument/2006/relationships/slide" Target="/ppt/slides/slide5.xml" Id="Rfb5456761a814931" /><ns0:Relationship Type="http://schemas.openxmlformats.org/officeDocument/2006/relationships/slide" Target="/ppt/slides/slide6.xml" Id="R9371e6c224064ff7" /><ns0:Relationship Type="http://schemas.openxmlformats.org/officeDocument/2006/relationships/slide" Target="/ppt/slides/slide7.xml" Id="Rd85126d807d14167" /><ns0:Relationship Type="http://schemas.openxmlformats.org/officeDocument/2006/relationships/slide" Target="/ppt/slides/slide8.xml" Id="R0e9d9f942d2d4707" /><ns0:Relationship Type="http://schemas.openxmlformats.org/officeDocument/2006/relationships/slide" Target="/ppt/slides/slide9.xml" Id="R4fb18a9e0e7145c2" /><ns0:Relationship Type="http://schemas.openxmlformats.org/officeDocument/2006/relationships/slide" Target="/ppt/slides/slide10.xml" Id="R06639d819cd941fb" /><ns0:Relationship Type="http://schemas.openxmlformats.org/officeDocument/2006/relationships/slide" Target="/ppt/slides/slide11.xml" Id="R4ed5874f6acc4a65" /><ns0:Relationship Type="http://schemas.openxmlformats.org/officeDocument/2006/relationships/slide" Target="/ppt/slides/slide12.xml" Id="Rda3fcadc2c184ced" /><ns0:Relationship Type="http://schemas.openxmlformats.org/officeDocument/2006/relationships/slide" Target="/ppt/slides/slide13.xml" Id="Rf75636162b784568" /><ns0:Relationship Type="http://schemas.openxmlformats.org/officeDocument/2006/relationships/slide" Target="/ppt/slides/slide14.xml" Id="Rd8c851364aa64fdc" /><ns0:Relationship Type="http://schemas.openxmlformats.org/officeDocument/2006/relationships/slide" Target="/ppt/slides/slide15.xml" Id="R1f9199048a5d4c98" /><ns0:Relationship Type="http://schemas.openxmlformats.org/officeDocument/2006/relationships/slide" Target="/ppt/slides/slide16.xml" Id="R53a2962cf1fe42a4" /><ns0:Relationship Type="http://schemas.openxmlformats.org/officeDocument/2006/relationships/slide" Target="/ppt/slides/slide17.xml" Id="R2508d15259cc481f" /><ns0:Relationship Type="http://schemas.openxmlformats.org/officeDocument/2006/relationships/slide" Target="/ppt/slides/slide18.xml" Id="Rcc2c9177420d421b" /><ns0:Relationship Type="http://schemas.openxmlformats.org/officeDocument/2006/relationships/slide" Target="/ppt/slides/slide19.xml" Id="Re04670ebd6f24c43" /><ns0:Relationship Type="http://schemas.openxmlformats.org/officeDocument/2006/relationships/slide" Target="/ppt/slides/slide20.xml" Id="R1137068131c648fe" /><ns0:Relationship Type="http://schemas.openxmlformats.org/officeDocument/2006/relationships/slide" Target="/ppt/slides/slide21.xml" Id="R1ca3804061c24959" /><ns0:Relationship Type="http://schemas.openxmlformats.org/officeDocument/2006/relationships/slide" Target="/ppt/slides/slide22.xml" Id="Rcc622e05c0fc438c" /><ns0:Relationship Type="http://schemas.openxmlformats.org/officeDocument/2006/relationships/slide" Target="/ppt/slides/slide23.xml" Id="Rd49bd12ab3ff40fa" /><ns0:Relationship Type="http://schemas.openxmlformats.org/officeDocument/2006/relationships/slide" Target="/ppt/slides/slide24.xml" Id="R4a049164f922461e" /><ns0:Relationship Type="http://schemas.openxmlformats.org/officeDocument/2006/relationships/slide" Target="/ppt/slides/slide25.xml" Id="R20a8850c764e45ba" /><ns0:Relationship Type="http://schemas.openxmlformats.org/officeDocument/2006/relationships/slide" Target="/ppt/slides/slide26.xml" Id="Re0cbba5cb5a74701" /><ns0:Relationship Type="http://schemas.openxmlformats.org/officeDocument/2006/relationships/slide" Target="/ppt/slides/slide27.xml" Id="R442665a34ad64b1c" /><ns0:Relationship Type="http://schemas.openxmlformats.org/officeDocument/2006/relationships/slide" Target="/ppt/slides/slide28.xml" Id="R6f3fa685193a4f7f" /><ns0:Relationship Type="http://schemas.openxmlformats.org/officeDocument/2006/relationships/slide" Target="/ppt/slides/slide29.xml" Id="R59612d9a72b74d4b" /><ns0:Relationship Type="http://schemas.openxmlformats.org/officeDocument/2006/relationships/slide" Target="/ppt/slides/slide30.xml" Id="R433ca991b0614d3a" /><ns0:Relationship Type="http://schemas.openxmlformats.org/officeDocument/2006/relationships/slide" Target="/ppt/slides/slide31.xml" Id="R248f92a58d3c4fe1" /><ns0:Relationship Type="http://schemas.openxmlformats.org/officeDocument/2006/relationships/slide" Target="/ppt/slides/slide32.xml" Id="Rcde43c07e2c143f5" /><ns0:Relationship Type="http://schemas.openxmlformats.org/officeDocument/2006/relationships/slide" Target="/ppt/slides/slide33.xml" Id="R76bc3c4f280e43de" /><ns0:Relationship Type="http://schemas.openxmlformats.org/officeDocument/2006/relationships/slide" Target="/ppt/slides/slide34.xml" Id="R7f42c692d1f74cc2" /><ns0:Relationship Type="http://schemas.openxmlformats.org/officeDocument/2006/relationships/slide" Target="/ppt/slides/slide35.xml" Id="Rb5170a10f63b4811" /><ns0:Relationship Type="http://schemas.openxmlformats.org/officeDocument/2006/relationships/slide" Target="/ppt/slides/slide36.xml" Id="Rf633b691362141bc" /><ns0:Relationship Type="http://schemas.openxmlformats.org/officeDocument/2006/relationships/slide" Target="/ppt/slides/slide37.xml" Id="R7eb34444eb7a4aef" /><ns0:Relationship Type="http://schemas.openxmlformats.org/officeDocument/2006/relationships/slide" Target="/ppt/slides/slide38.xml" Id="Rcc8b41f1a8b94bc3" /><ns0:Relationship Type="http://schemas.openxmlformats.org/officeDocument/2006/relationships/slide" Target="/ppt/slides/slide39.xml" Id="Rb21fbd75fbe04cca" /><ns0:Relationship Type="http://schemas.openxmlformats.org/officeDocument/2006/relationships/slide" Target="/ppt/slides/slide40.xml" Id="R0a6f27298e994741" /><ns0:Relationship Type="http://schemas.openxmlformats.org/officeDocument/2006/relationships/slide" Target="/ppt/slides/slide41.xml" Id="Rdcd54ae0d94f4fc1" /><ns0:Relationship Type="http://schemas.openxmlformats.org/officeDocument/2006/relationships/slide" Target="/ppt/slides/slide42.xml" Id="R3de9169e37b1456f" /><ns0:Relationship Type="http://schemas.openxmlformats.org/officeDocument/2006/relationships/slide" Target="/ppt/slides/slide43.xml" Id="R6ce22c8062a84626" /><ns0:Relationship Type="http://schemas.openxmlformats.org/officeDocument/2006/relationships/slide" Target="/ppt/slides/slide44.xml" Id="R8216400e7f8a4b60" /><ns0:Relationship Type="http://schemas.openxmlformats.org/officeDocument/2006/relationships/slide" Target="/ppt/slides/slide45.xml" Id="R1efc5c6b6d7f4ab6" /><ns0:Relationship Type="http://schemas.openxmlformats.org/officeDocument/2006/relationships/slide" Target="/ppt/slides/slide46.xml" Id="Rf398d99efc6e4dc3" /><ns0:Relationship Type="http://schemas.openxmlformats.org/officeDocument/2006/relationships/slide" Target="/ppt/slides/slide47.xml" Id="R5169a411b3ed450f" /><ns0:Relationship Type="http://schemas.openxmlformats.org/officeDocument/2006/relationships/slide" Target="/ppt/slides/slide48.xml" Id="R7906db78d8e04a2f" /><ns0:Relationship Type="http://schemas.openxmlformats.org/officeDocument/2006/relationships/slide" Target="/ppt/slides/slide49.xml" Id="R557a2367e0364c61" /><ns0:Relationship Type="http://schemas.openxmlformats.org/officeDocument/2006/relationships/slide" Target="/ppt/slides/slide50.xml" Id="Rfafb9b4f69fd4588" /><ns0:Relationship Type="http://schemas.openxmlformats.org/officeDocument/2006/relationships/slide" Target="/ppt/slides/slide51.xml" Id="Ra52cb78a00ce4b00" /><ns0:Relationship Type="http://schemas.openxmlformats.org/officeDocument/2006/relationships/slide" Target="/ppt/slides/slide52.xml" Id="Rd3c961d96b5c4773" /><ns0:Relationship Type="http://schemas.openxmlformats.org/officeDocument/2006/relationships/slide" Target="/ppt/slides/slide53.xml" Id="Rb5e504f4e4a34d05" /><ns0:Relationship Type="http://schemas.openxmlformats.org/officeDocument/2006/relationships/slide" Target="/ppt/slides/slide54.xml" Id="Rc7311dcd2cfa45fa" /><ns0:Relationship Type="http://schemas.openxmlformats.org/officeDocument/2006/relationships/slide" Target="/ppt/slides/slide55.xml" Id="R4aa291c49d4f4d4b" /><ns0:Relationship Type="http://schemas.openxmlformats.org/officeDocument/2006/relationships/slide" Target="/ppt/slides/slide56.xml" Id="Recba29b98b924b4b" /><ns0:Relationship Type="http://schemas.openxmlformats.org/officeDocument/2006/relationships/slide" Target="/ppt/slides/slide57.xml" Id="Reda6f4bb07674607" /><ns0:Relationship Type="http://schemas.openxmlformats.org/officeDocument/2006/relationships/slide" Target="/ppt/slides/slide58.xml" Id="R377ba2fa7c37494d" /><ns0:Relationship Type="http://schemas.openxmlformats.org/officeDocument/2006/relationships/slide" Target="/ppt/slides/slide59.xml" Id="R8977716538fa49bc" /><ns0:Relationship Type="http://schemas.openxmlformats.org/officeDocument/2006/relationships/slide" Target="/ppt/slides/slide60.xml" Id="Rff131844c06741d1" /><ns0:Relationship Type="http://schemas.openxmlformats.org/officeDocument/2006/relationships/slide" Target="/ppt/slides/slide61.xml" Id="R2650f3246226430f" /><ns0:Relationship Type="http://schemas.openxmlformats.org/officeDocument/2006/relationships/slide" Target="/ppt/slides/slide62.xml" Id="Rf8be0b0165c541ca" /><ns0:Relationship Type="http://schemas.openxmlformats.org/officeDocument/2006/relationships/slide" Target="/ppt/slides/slide63.xml" Id="R3a47f4836fb540f2" /><ns0:Relationship Type="http://schemas.openxmlformats.org/officeDocument/2006/relationships/slide" Target="/ppt/slides/slide64.xml" Id="Re769e7f6e9394ca8" /><ns0:Relationship Type="http://schemas.openxmlformats.org/officeDocument/2006/relationships/slide" Target="/ppt/slides/slide65.xml" Id="R32138d8e14a442d5" /><ns0:Relationship Type="http://schemas.openxmlformats.org/officeDocument/2006/relationships/slide" Target="/ppt/slides/slide66.xml" Id="Rbd67746a1e274bd7" /><ns0:Relationship Type="http://schemas.openxmlformats.org/officeDocument/2006/relationships/slide" Target="/ppt/slides/slide67.xml" Id="Re2b3ac2b3fd44a52" /><ns0:Relationship Type="http://schemas.openxmlformats.org/officeDocument/2006/relationships/slide" Target="/ppt/slides/slide68.xml" Id="Rd5e15805c27a4090" /><ns0:Relationship Type="http://schemas.openxmlformats.org/officeDocument/2006/relationships/slide" Target="/ppt/slides/slide69.xml" Id="R6324cf689c684282" /><ns0:Relationship Type="http://schemas.openxmlformats.org/officeDocument/2006/relationships/slide" Target="/ppt/slides/slide70.xml" Id="R12bbc157bc084793" /><ns0:Relationship Type="http://schemas.openxmlformats.org/officeDocument/2006/relationships/slide" Target="/ppt/slides/slide71.xml" Id="Rb771ebf61b8d47fc" /><ns0:Relationship Type="http://schemas.openxmlformats.org/officeDocument/2006/relationships/slide" Target="/ppt/slides/slide72.xml" Id="R01bd169b16f044c1" /><ns0:Relationship Type="http://schemas.openxmlformats.org/officeDocument/2006/relationships/slide" Target="/ppt/slides/slide73.xml" Id="R4aec50a692664e8b" /><ns0:Relationship Type="http://schemas.openxmlformats.org/officeDocument/2006/relationships/slide" Target="/ppt/slides/slide74.xml" Id="Rfad85f803b6847e9" /><ns0:Relationship Type="http://schemas.openxmlformats.org/officeDocument/2006/relationships/slide" Target="/ppt/slides/slide75.xml" Id="Rf95f463f308e47dd" /><ns0:Relationship Type="http://schemas.openxmlformats.org/officeDocument/2006/relationships/slide" Target="/ppt/slides/slide76.xml" Id="Rcd84d2084cea42a4" /><ns0:Relationship Type="http://schemas.openxmlformats.org/officeDocument/2006/relationships/slide" Target="/ppt/slides/slide77.xml" Id="Re1000fc93d724dbf" /><ns0:Relationship Type="http://schemas.openxmlformats.org/officeDocument/2006/relationships/slide" Target="/ppt/slides/slide78.xml" Id="Ra25eba8d7d554b05" /><ns0:Relationship Type="http://schemas.openxmlformats.org/officeDocument/2006/relationships/slide" Target="/ppt/slides/slide79.xml" Id="R043c77cc65784a4f" /><ns0:Relationship Type="http://schemas.openxmlformats.org/officeDocument/2006/relationships/slide" Target="/ppt/slides/slide80.xml" Id="R9c23919b5158400d" /><ns0:Relationship Type="http://schemas.openxmlformats.org/officeDocument/2006/relationships/slide" Target="/ppt/slides/slide81.xml" Id="R69c6d5a8b7e740f8" /><ns0:Relationship Type="http://schemas.openxmlformats.org/officeDocument/2006/relationships/slide" Target="/ppt/slides/slide82.xml" Id="R4f06037d69374ce0" /><ns0:Relationship Type="http://schemas.openxmlformats.org/officeDocument/2006/relationships/slide" Target="/ppt/slides/slide83.xml" Id="Rad1667a698374e29" /><ns0:Relationship Type="http://schemas.openxmlformats.org/officeDocument/2006/relationships/slide" Target="/ppt/slides/slide84.xml" Id="R6a107a3a821e4523" /><ns0:Relationship Type="http://schemas.openxmlformats.org/officeDocument/2006/relationships/slide" Target="/ppt/slides/slide85.xml" Id="R455c1a0c24c1401d" /><ns0:Relationship Type="http://schemas.openxmlformats.org/officeDocument/2006/relationships/slide" Target="/ppt/slides/slide86.xml" Id="Rf2fb5486ea2b415f" /><ns0:Relationship Type="http://schemas.openxmlformats.org/officeDocument/2006/relationships/slide" Target="/ppt/slides/slide87.xml" Id="Rc9c6154d89304f35" /><ns0:Relationship Type="http://schemas.openxmlformats.org/officeDocument/2006/relationships/slide" Target="/ppt/slides/slide88.xml" Id="R8d25c98adda64999" /><ns0:Relationship Type="http://schemas.openxmlformats.org/officeDocument/2006/relationships/slide" Target="/ppt/slides/slide89.xml" Id="R7b633c38f03245f5" /><ns0:Relationship Type="http://schemas.openxmlformats.org/officeDocument/2006/relationships/slide" Target="/ppt/slides/slide90.xml" Id="R440153a5d17a4266" /><ns0:Relationship Type="http://schemas.openxmlformats.org/officeDocument/2006/relationships/slide" Target="/ppt/slides/slide91.xml" Id="R4a35e71c15674ca9" /><ns0:Relationship Type="http://schemas.openxmlformats.org/officeDocument/2006/relationships/slide" Target="/ppt/slides/slide92.xml" Id="R7a94ebf571634e2e" /><ns0:Relationship Type="http://schemas.openxmlformats.org/officeDocument/2006/relationships/slide" Target="/ppt/slides/slide93.xml" Id="R4fdcd3bc15524c9a" /><ns0:Relationship Type="http://schemas.openxmlformats.org/officeDocument/2006/relationships/slide" Target="/ppt/slides/slide94.xml" Id="R045a918e6ee34705" /><ns0:Relationship Type="http://schemas.openxmlformats.org/officeDocument/2006/relationships/slide" Target="/ppt/slides/slide95.xml" Id="R6705e8661202452f" /><ns0:Relationship Type="http://schemas.openxmlformats.org/officeDocument/2006/relationships/slide" Target="/ppt/slides/slide96.xml" Id="R36214bd338614cde" /><ns0:Relationship Type="http://schemas.openxmlformats.org/officeDocument/2006/relationships/slide" Target="/ppt/slides/slide97.xml" Id="R0797c34d399e41e8" /><ns0:Relationship Type="http://schemas.openxmlformats.org/officeDocument/2006/relationships/slide" Target="/ppt/slides/slide98.xml" Id="R53ebbc8a60214126" /><ns0:Relationship Type="http://schemas.openxmlformats.org/officeDocument/2006/relationships/slide" Target="/ppt/slides/slide99.xml" Id="R6fd565ebe1b1484a" /><ns0:Relationship Type="http://schemas.openxmlformats.org/officeDocument/2006/relationships/slide" Target="/ppt/slides/slide100.xml" Id="R8649dd0273574ad7" /><ns0:Relationship Type="http://schemas.openxmlformats.org/officeDocument/2006/relationships/slide" Target="/ppt/slides/slide101.xml" Id="R74e23dd88fad4116" /><ns0:Relationship Type="http://schemas.openxmlformats.org/officeDocument/2006/relationships/slide" Target="/ppt/slides/slide102.xml" Id="R50c43b1074dd400d" /><ns0:Relationship Type="http://schemas.openxmlformats.org/officeDocument/2006/relationships/slide" Target="/ppt/slides/slide103.xml" Id="Rf696ea7f0d2a40b4" /><ns0:Relationship Type="http://schemas.openxmlformats.org/officeDocument/2006/relationships/slide" Target="/ppt/slides/slide104.xml" Id="R111210153e1e4ba3" /><ns0:Relationship Type="http://schemas.openxmlformats.org/officeDocument/2006/relationships/slide" Target="/ppt/slides/slide105.xml" Id="R587d7d01c4a74614" /><ns0:Relationship Type="http://schemas.openxmlformats.org/officeDocument/2006/relationships/slide" Target="/ppt/slides/slide106.xml" Id="Rc080bb8bfe0343df" /><ns0:Relationship Type="http://schemas.openxmlformats.org/officeDocument/2006/relationships/slide" Target="/ppt/slides/slide107.xml" Id="Rbe74613201e449c2" /><ns0:Relationship Type="http://schemas.openxmlformats.org/officeDocument/2006/relationships/slide" Target="/ppt/slides/slide108.xml" Id="R01b0501ebff34a0e" /><ns0:Relationship Type="http://schemas.openxmlformats.org/officeDocument/2006/relationships/slide" Target="/ppt/slides/slide109.xml" Id="Rdde331f5d9254f69" /><ns0:Relationship Type="http://schemas.openxmlformats.org/officeDocument/2006/relationships/slide" Target="/ppt/slides/slide110.xml" Id="Rf05cd013e4994dc5" /><ns0:Relationship Type="http://schemas.openxmlformats.org/officeDocument/2006/relationships/slide" Target="/ppt/slides/slide111.xml" Id="R679add9de0c34195" /><ns0:Relationship Type="http://schemas.openxmlformats.org/officeDocument/2006/relationships/slide" Target="/ppt/slides/slide112.xml" Id="R12ef1d5b551046fb" /><ns0:Relationship Type="http://schemas.openxmlformats.org/officeDocument/2006/relationships/slide" Target="/ppt/slides/slide113.xml" Id="Rd405192ad48a42aa" /><ns0:Relationship Type="http://schemas.openxmlformats.org/officeDocument/2006/relationships/slide" Target="/ppt/slides/slide114.xml" Id="R3e2ad93f448f4b8f" /><ns0:Relationship Type="http://schemas.openxmlformats.org/officeDocument/2006/relationships/slide" Target="/ppt/slides/slide115.xml" Id="R82b18e6dad39441e" /><ns0:Relationship Type="http://schemas.openxmlformats.org/officeDocument/2006/relationships/slide" Target="/ppt/slides/slide116.xml" Id="Re4744757a1d34a3f" /><ns0:Relationship Type="http://schemas.openxmlformats.org/officeDocument/2006/relationships/slide" Target="/ppt/slides/slide117.xml" Id="Re812af8f1b534af7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0f18c1fc2ad4edc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179b976c22d94971" /><ns0:Relationship Type="http://schemas.openxmlformats.org/officeDocument/2006/relationships/slideLayout" Target="/ppt/slideLayouts/slideLayout1.xml" Id="R7c2113db2567457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2113db256745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f6aa6c4e094149" /><ns0:Relationship Type="http://schemas.openxmlformats.org/officeDocument/2006/relationships/image" Target="/ppt/media/image.png" Id="R4800ffb1db8b452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539864cd254970" /><ns0:Relationship Type="http://schemas.openxmlformats.org/officeDocument/2006/relationships/image" Target="/ppt/media/image2.png" Id="R7a0e3202c2214735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153810130e47be" /><ns0:Relationship Type="http://schemas.openxmlformats.org/officeDocument/2006/relationships/image" Target="../media/image2.png" Id="R16ef889dac3a4462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a06440ebf41e4" /><ns0:Relationship Type="http://schemas.openxmlformats.org/officeDocument/2006/relationships/image" Target="../media/image2.png" Id="Ra670aa6eb38c42ac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f89b00c8a04f99" /><ns0:Relationship Type="http://schemas.openxmlformats.org/officeDocument/2006/relationships/image" Target="../media/image2.png" Id="Rdcc28c5c3587421d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899edc6d434eb5" /><ns0:Relationship Type="http://schemas.openxmlformats.org/officeDocument/2006/relationships/image" Target="../media/image.png" Id="R0fa6ac81632d4c8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f674a73b9341e7" /><ns0:Relationship Type="http://schemas.openxmlformats.org/officeDocument/2006/relationships/image" Target="../media/image2.png" Id="R5ddf77fc979e4b89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72ab105f81442d" /><ns0:Relationship Type="http://schemas.openxmlformats.org/officeDocument/2006/relationships/image" Target="../media/image2.png" Id="Raa835b8e84124c5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3d8650fb634e1a" /><ns0:Relationship Type="http://schemas.openxmlformats.org/officeDocument/2006/relationships/image" Target="../media/image.png" Id="R826a2d94f9b74b9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f6cdd79aae4d9f" /><ns0:Relationship Type="http://schemas.openxmlformats.org/officeDocument/2006/relationships/image" Target="../media/image2.png" Id="Rc50291e461754b6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528f8c69f4b8a" /><ns0:Relationship Type="http://schemas.openxmlformats.org/officeDocument/2006/relationships/image" Target="../media/image2.png" Id="R73937397f4cd4d61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77b847965742d8" /><ns0:Relationship Type="http://schemas.openxmlformats.org/officeDocument/2006/relationships/image" Target="../media/image2.png" Id="R4cf4094b0bd646f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8216d28da04456" /><ns0:Relationship Type="http://schemas.openxmlformats.org/officeDocument/2006/relationships/image" Target="../media/image2.png" Id="R61c7c2d9a95b457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bcce81d9d1489e" /><ns0:Relationship Type="http://schemas.openxmlformats.org/officeDocument/2006/relationships/image" Target="../media/image2.png" Id="R7ff411dd494a445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3f70986b3e413c" /><ns0:Relationship Type="http://schemas.openxmlformats.org/officeDocument/2006/relationships/image" Target="../media/image2.png" Id="Ref4a21a78e544030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876c9aa04d4a19" /><ns0:Relationship Type="http://schemas.openxmlformats.org/officeDocument/2006/relationships/image" Target="../media/image2.png" Id="Rb1bddcaa5df947e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e907c16225d45c4" /><ns0:Relationship Type="http://schemas.openxmlformats.org/officeDocument/2006/relationships/image" Target="../media/image2.png" Id="R12a0a8b0f0214bc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65148618954dc7" /><ns0:Relationship Type="http://schemas.openxmlformats.org/officeDocument/2006/relationships/image" Target="../media/image2.png" Id="R3a19a580cfcc476e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260b7e87a14ecf" /><ns0:Relationship Type="http://schemas.openxmlformats.org/officeDocument/2006/relationships/image" Target="../media/image2.png" Id="R3c2960a86a684cb3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ee50dfade8457b" /><ns0:Relationship Type="http://schemas.openxmlformats.org/officeDocument/2006/relationships/image" Target="../media/image2.png" Id="Rd5c9a85393c849a9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621bb780984ae4" /><ns0:Relationship Type="http://schemas.openxmlformats.org/officeDocument/2006/relationships/image" Target="../media/image2.png" Id="R74bdb5b446084e3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58c5c06564452e" /><ns0:Relationship Type="http://schemas.openxmlformats.org/officeDocument/2006/relationships/image" Target="../media/image2.png" Id="R9873baf7b6c448a2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82a5032bec4948" /><ns0:Relationship Type="http://schemas.openxmlformats.org/officeDocument/2006/relationships/image" Target="../media/image.png" Id="R8326317f68604e3b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2b5511fa914d63" /><ns0:Relationship Type="http://schemas.openxmlformats.org/officeDocument/2006/relationships/image" Target="../media/image2.png" Id="Rc56990d286d341c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8b0806326f45ab" /><ns0:Relationship Type="http://schemas.openxmlformats.org/officeDocument/2006/relationships/image" Target="../media/image.png" Id="Rbf33d56c1e7a42dd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0828725377446c" /><ns0:Relationship Type="http://schemas.openxmlformats.org/officeDocument/2006/relationships/image" Target="../media/image2.png" Id="R04df92f72326437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de0f5d5c114187" /><ns0:Relationship Type="http://schemas.openxmlformats.org/officeDocument/2006/relationships/image" Target="../media/image.png" Id="R94cf6817f5f848a5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3c60bee2fc47bf" /><ns0:Relationship Type="http://schemas.openxmlformats.org/officeDocument/2006/relationships/image" Target="../media/image2.png" Id="Rf66e1334e9cb4381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a035fe235a4477" /><ns0:Relationship Type="http://schemas.openxmlformats.org/officeDocument/2006/relationships/image" Target="../media/image2.png" Id="R2d519643e084414c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d67c82f3d94ee4" /><ns0:Relationship Type="http://schemas.openxmlformats.org/officeDocument/2006/relationships/image" Target="../media/image2.png" Id="Ra99cbd5355c7453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0712c89ec64a6b" /><ns0:Relationship Type="http://schemas.openxmlformats.org/officeDocument/2006/relationships/image" Target="../media/image2.png" Id="R7d3508063b694524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855d700a5a4a8d" /><ns0:Relationship Type="http://schemas.openxmlformats.org/officeDocument/2006/relationships/image" Target="../media/image2.png" Id="R21b8e06aee0d411d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4da612c1c243d4" /><ns0:Relationship Type="http://schemas.openxmlformats.org/officeDocument/2006/relationships/image" Target="../media/image2.png" Id="R24242ca914b74c7e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b20a89bc2c4377" /><ns0:Relationship Type="http://schemas.openxmlformats.org/officeDocument/2006/relationships/image" Target="../media/image2.png" Id="Rd2b7523152c04f03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a3beacdea74767" /><ns0:Relationship Type="http://schemas.openxmlformats.org/officeDocument/2006/relationships/image" Target="../media/image2.png" Id="R4d1b248768014960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b2478b4c8a4688" /><ns0:Relationship Type="http://schemas.openxmlformats.org/officeDocument/2006/relationships/image" Target="../media/image2.png" Id="Re3b00573cb694ea4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26dbec23044c67" /><ns0:Relationship Type="http://schemas.openxmlformats.org/officeDocument/2006/relationships/image" Target="../media/image2.png" Id="Re9616025386640ce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d3ef2c60e446a3" /><ns0:Relationship Type="http://schemas.openxmlformats.org/officeDocument/2006/relationships/image" Target="../media/image2.png" Id="Rc82cd48e90bb43ea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3aa13646724956" /><ns0:Relationship Type="http://schemas.openxmlformats.org/officeDocument/2006/relationships/image" Target="../media/image2.png" Id="R0f8a72bdaf024ce7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e04a52385b47d8" /><ns0:Relationship Type="http://schemas.openxmlformats.org/officeDocument/2006/relationships/image" Target="../media/image2.png" Id="Refb0c42050dc4422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68b6f9764e4308" /><ns0:Relationship Type="http://schemas.openxmlformats.org/officeDocument/2006/relationships/image" Target="../media/image.png" Id="Rfc4b172d275b4f1c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c6045f159244e2" /><ns0:Relationship Type="http://schemas.openxmlformats.org/officeDocument/2006/relationships/image" Target="../media/image2.png" Id="R8ce56cdf8d044dc7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98cded1166431a" /><ns0:Relationship Type="http://schemas.openxmlformats.org/officeDocument/2006/relationships/image" Target="../media/image.png" Id="R85798b56aa9a493c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da3475a1ca492d" /><ns0:Relationship Type="http://schemas.openxmlformats.org/officeDocument/2006/relationships/image" Target="../media/image2.png" Id="R1178e92e85de4863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32921d37f74e14" /><ns0:Relationship Type="http://schemas.openxmlformats.org/officeDocument/2006/relationships/image" Target="../media/image.png" Id="Rc1268967a53b454e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a554badc2c45b2" /><ns0:Relationship Type="http://schemas.openxmlformats.org/officeDocument/2006/relationships/image" Target="../media/image2.png" Id="Rfc9b02970ca44329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f2f06cc3d64eae" /><ns0:Relationship Type="http://schemas.openxmlformats.org/officeDocument/2006/relationships/image" Target="../media/image2.png" Id="R9cc537b27f264318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149a00baa04048" /><ns0:Relationship Type="http://schemas.openxmlformats.org/officeDocument/2006/relationships/image" Target="../media/image2.png" Id="R996b0579bb15424a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272856548e4bc3" /><ns0:Relationship Type="http://schemas.openxmlformats.org/officeDocument/2006/relationships/image" Target="../media/image2.png" Id="R8a274a6a46f244a6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310f0f2b6f4d3c" /><ns0:Relationship Type="http://schemas.openxmlformats.org/officeDocument/2006/relationships/image" Target="../media/image2.png" Id="Rbaeee4a63f364af4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7451da9e874b5b" /><ns0:Relationship Type="http://schemas.openxmlformats.org/officeDocument/2006/relationships/image" Target="../media/image2.png" Id="R1f13056824e34871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36eece2b9e4d4f" /><ns0:Relationship Type="http://schemas.openxmlformats.org/officeDocument/2006/relationships/image" Target="../media/image2.png" Id="Re5e5ae81e82f48da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37348e79284d9a" /><ns0:Relationship Type="http://schemas.openxmlformats.org/officeDocument/2006/relationships/image" Target="../media/image2.png" Id="Rc2ed467898db4989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43b1d765144589" /><ns0:Relationship Type="http://schemas.openxmlformats.org/officeDocument/2006/relationships/image" Target="../media/image2.png" Id="R33065b94df05495b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794e646b314b96" /><ns0:Relationship Type="http://schemas.openxmlformats.org/officeDocument/2006/relationships/image" Target="../media/image2.png" Id="R4a01e2f2de5b41f7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57261aafc141b0" /><ns0:Relationship Type="http://schemas.openxmlformats.org/officeDocument/2006/relationships/image" Target="../media/image2.png" Id="R9f217df5cada4fb1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9db00f2622449f" /><ns0:Relationship Type="http://schemas.openxmlformats.org/officeDocument/2006/relationships/image" Target="../media/image2.png" Id="Rd2c18d47f1fc4d1b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7daaff952a4546" /><ns0:Relationship Type="http://schemas.openxmlformats.org/officeDocument/2006/relationships/image" Target="../media/image2.png" Id="R1fe6f0d05e804b91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c7a1a5f4ca48ad" /><ns0:Relationship Type="http://schemas.openxmlformats.org/officeDocument/2006/relationships/image" Target="../media/image.png" Id="R4cd73b9b2d9945fe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f5e710145046d8" /><ns0:Relationship Type="http://schemas.openxmlformats.org/officeDocument/2006/relationships/image" Target="../media/image2.png" Id="R0dba27f46ffc4b35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6c866fc662473f" /><ns0:Relationship Type="http://schemas.openxmlformats.org/officeDocument/2006/relationships/image" Target="../media/image.png" Id="Rc7a119289c9a47a4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2fd7c13dcb94b31" /><ns0:Relationship Type="http://schemas.openxmlformats.org/officeDocument/2006/relationships/image" Target="../media/image2.png" Id="R418716b41cd74659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6ff7ac138a4f30" /><ns0:Relationship Type="http://schemas.openxmlformats.org/officeDocument/2006/relationships/image" Target="../media/image.png" Id="R646b2d3294c346e3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3e905a8b7942a6" /><ns0:Relationship Type="http://schemas.openxmlformats.org/officeDocument/2006/relationships/image" Target="../media/image2.png" Id="R544d342f527d43b7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a7c6e965a646c5" /><ns0:Relationship Type="http://schemas.openxmlformats.org/officeDocument/2006/relationships/image" Target="../media/image2.png" Id="R593b8ff98a824494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0cb20c22464fd4" /><ns0:Relationship Type="http://schemas.openxmlformats.org/officeDocument/2006/relationships/image" Target="../media/image2.png" Id="Raedab0154a3c41e3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49ff95a0e14cf9" /><ns0:Relationship Type="http://schemas.openxmlformats.org/officeDocument/2006/relationships/image" Target="../media/image2.png" Id="R6bcddacbf4d1459c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0803a8a5614d97" /><ns0:Relationship Type="http://schemas.openxmlformats.org/officeDocument/2006/relationships/image" Target="../media/image2.png" Id="Rd8ddb40054974b10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e87b45eb7c462e" /><ns0:Relationship Type="http://schemas.openxmlformats.org/officeDocument/2006/relationships/image" Target="../media/image2.png" Id="R23801aa2fb9a43f3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28c32803eda43e2" /><ns0:Relationship Type="http://schemas.openxmlformats.org/officeDocument/2006/relationships/image" Target="../media/image2.png" Id="Rc67c8b43908d4f75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0cc665fdc348e1" /><ns0:Relationship Type="http://schemas.openxmlformats.org/officeDocument/2006/relationships/image" Target="../media/image2.png" Id="Rc62f60d2a116409f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eb4e7cb99c40d2" /><ns0:Relationship Type="http://schemas.openxmlformats.org/officeDocument/2006/relationships/image" Target="../media/image2.png" Id="Rde77039cd6414ab8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fed40bb4ee425f" /><ns0:Relationship Type="http://schemas.openxmlformats.org/officeDocument/2006/relationships/image" Target="../media/image2.png" Id="Red0ccecf8c1d45e1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27adf432e34104" /><ns0:Relationship Type="http://schemas.openxmlformats.org/officeDocument/2006/relationships/image" Target="../media/image2.png" Id="R5bedcc40af844068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c02d98a6bf4a78" /><ns0:Relationship Type="http://schemas.openxmlformats.org/officeDocument/2006/relationships/image" Target="../media/image2.png" Id="R27392bc284784f1a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61d6487b24445c" /><ns0:Relationship Type="http://schemas.openxmlformats.org/officeDocument/2006/relationships/image" Target="../media/image2.png" Id="R0bc3cf13855a49df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a9d4564aa84732" /><ns0:Relationship Type="http://schemas.openxmlformats.org/officeDocument/2006/relationships/image" Target="../media/image2.png" Id="Rb6a4fe49ee744734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f1c49c57ce4374" /><ns0:Relationship Type="http://schemas.openxmlformats.org/officeDocument/2006/relationships/image" Target="../media/image.png" Id="Rc9f6a78d8eb24d7e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1e9095a3c245f1" /><ns0:Relationship Type="http://schemas.openxmlformats.org/officeDocument/2006/relationships/image" Target="../media/image2.png" Id="R66f9f4434a7b4633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0419a01004e4dac" /><ns0:Relationship Type="http://schemas.openxmlformats.org/officeDocument/2006/relationships/image" Target="../media/image.png" Id="R19a7795ec7414bff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77b78200cd4c68" /><ns0:Relationship Type="http://schemas.openxmlformats.org/officeDocument/2006/relationships/image" Target="../media/image2.png" Id="Ra4086b72b4ff43ca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61ab552f7d4008" /><ns0:Relationship Type="http://schemas.openxmlformats.org/officeDocument/2006/relationships/image" Target="../media/image.png" Id="R7d44ffff6a504386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cbc42721ce4fdf" /><ns0:Relationship Type="http://schemas.openxmlformats.org/officeDocument/2006/relationships/image" Target="../media/image2.png" Id="Ra030314e0dac4672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9a1575be78494a" /><ns0:Relationship Type="http://schemas.openxmlformats.org/officeDocument/2006/relationships/image" Target="../media/image2.png" Id="R1f885be5cc5c4f83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d7c21bd6224184" /><ns0:Relationship Type="http://schemas.openxmlformats.org/officeDocument/2006/relationships/image" Target="../media/image2.png" Id="R03e474b4e59c41e0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afe8d2791741dd" /><ns0:Relationship Type="http://schemas.openxmlformats.org/officeDocument/2006/relationships/image" Target="../media/image2.png" Id="Re5d518eec30143e9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6c7c28a4834c75" /><ns0:Relationship Type="http://schemas.openxmlformats.org/officeDocument/2006/relationships/image" Target="../media/image2.png" Id="Raf1e868234fd4eb6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8032d4d88143c6" /><ns0:Relationship Type="http://schemas.openxmlformats.org/officeDocument/2006/relationships/image" Target="../media/image2.png" Id="R7d03cb077d1b4e1b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b8f6cdcb914d49" /><ns0:Relationship Type="http://schemas.openxmlformats.org/officeDocument/2006/relationships/image" Target="../media/image2.png" Id="Rf04da8841b544b50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98c031213d485b" /><ns0:Relationship Type="http://schemas.openxmlformats.org/officeDocument/2006/relationships/image" Target="../media/image2.png" Id="Rcc705aed403740bd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f926c5907f4f7e" /><ns0:Relationship Type="http://schemas.openxmlformats.org/officeDocument/2006/relationships/image" Target="../media/image2.png" Id="R03861390c460482c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bcc1c5e39b47bb" /><ns0:Relationship Type="http://schemas.openxmlformats.org/officeDocument/2006/relationships/image" Target="../media/image2.png" Id="R80e5127958d44157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97f0e920eb44e3" /><ns0:Relationship Type="http://schemas.openxmlformats.org/officeDocument/2006/relationships/image" Target="../media/image2.png" Id="R968e78a04cea45dc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38983b1eef4bd0" /><ns0:Relationship Type="http://schemas.openxmlformats.org/officeDocument/2006/relationships/image" Target="../media/image2.png" Id="R6fffd05db19543f8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ca288b3b194a22" /><ns0:Relationship Type="http://schemas.openxmlformats.org/officeDocument/2006/relationships/image" Target="../media/image.png" Id="Rdb1788258d37490b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02d10d3934117" /><ns0:Relationship Type="http://schemas.openxmlformats.org/officeDocument/2006/relationships/image" Target="../media/image.png" Id="R8e8e137705194147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ec00b7fad54f05" /><ns0:Relationship Type="http://schemas.openxmlformats.org/officeDocument/2006/relationships/image" Target="../media/image2.png" Id="R4eff94e1bb244805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0440a7e0624827" /><ns0:Relationship Type="http://schemas.openxmlformats.org/officeDocument/2006/relationships/image" Target="../media/image.png" Id="R27a33d0eebc847ad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5026178867a45d9" /><ns0:Relationship Type="http://schemas.openxmlformats.org/officeDocument/2006/relationships/image" Target="../media/image2.png" Id="Re3da5f61c9ea469a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757f7d904d4875" /><ns0:Relationship Type="http://schemas.openxmlformats.org/officeDocument/2006/relationships/image" Target="../media/image.png" Id="R44fbfba1d9e3494a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63813f97c143d9" /><ns0:Relationship Type="http://schemas.openxmlformats.org/officeDocument/2006/relationships/image" Target="../media/image2.png" Id="R392e7454cc214216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90fe9307e140c6" /><ns0:Relationship Type="http://schemas.openxmlformats.org/officeDocument/2006/relationships/image" Target="../media/image2.png" Id="Recad27d144b34504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a267b13f8a4dcb" /><ns0:Relationship Type="http://schemas.openxmlformats.org/officeDocument/2006/relationships/image" Target="../media/image2.png" Id="R515bf11157e7420a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2652066c204a5d" /><ns0:Relationship Type="http://schemas.openxmlformats.org/officeDocument/2006/relationships/image" Target="../media/image2.png" Id="R834a973e221d413e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1f1f182f6e4119" /><ns0:Relationship Type="http://schemas.openxmlformats.org/officeDocument/2006/relationships/image" Target="../media/image2.png" Id="R9222bd896ba14245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2c8b41c337434b" /><ns0:Relationship Type="http://schemas.openxmlformats.org/officeDocument/2006/relationships/image" Target="../media/image2.png" Id="R44c6f3fff5064f1e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b47d2a16cb4690" /><ns0:Relationship Type="http://schemas.openxmlformats.org/officeDocument/2006/relationships/image" Target="../media/image2.png" Id="R477aba0b40a24376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8ce76b00e948de" /><ns0:Relationship Type="http://schemas.openxmlformats.org/officeDocument/2006/relationships/image" Target="../media/image2.png" Id="R6c019c9a97234fc5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aa427fc486432b" /><ns0:Relationship Type="http://schemas.openxmlformats.org/officeDocument/2006/relationships/image" Target="../media/image.png" Id="Rf3b6f2d1753e484a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deb5e2384d44e5" /><ns0:Relationship Type="http://schemas.openxmlformats.org/officeDocument/2006/relationships/image" Target="../media/image.png" Id="R39257b83e9d848d2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a6c57de51c47e6" /><ns0:Relationship Type="http://schemas.openxmlformats.org/officeDocument/2006/relationships/image" Target="../media/image2.png" Id="R83dd481781ac4edb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be3a3d5e634140" /><ns0:Relationship Type="http://schemas.openxmlformats.org/officeDocument/2006/relationships/image" Target="../media/image.png" Id="Rcfbde859d8434ba5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046ba7f6aa40b0" /><ns0:Relationship Type="http://schemas.openxmlformats.org/officeDocument/2006/relationships/image" Target="../media/image2.png" Id="R74bd3578fd3b4e80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0794986c5347b1" /><ns0:Relationship Type="http://schemas.openxmlformats.org/officeDocument/2006/relationships/image" Target="../media/image2.png" Id="R690c6116f2bf4830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74d99d5b644dc2" /><ns0:Relationship Type="http://schemas.openxmlformats.org/officeDocument/2006/relationships/image" Target="../media/image2.png" Id="R1dc5347757844f3f" /><ns0:Relationship Id="rIdLink1" Type="http://schemas.openxmlformats.org/officeDocument/2006/relationships/hyperlink" Target="https://docs.espressif.com/projects/arduino-esp32/en/latest/api/gpio.html" TargetMode="External" /><ns0:Relationship Id="rIdLink2" Type="http://schemas.openxmlformats.org/officeDocument/2006/relationships/hyperlink" Target="https://docs.espressif.com/projects/arduino-esp32/en/latest/api/gpio.html" TargetMode="External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44b86f748d4f7c" /><ns0:Relationship Type="http://schemas.openxmlformats.org/officeDocument/2006/relationships/image" Target="../media/image2.png" Id="Rd99b82296e1a4237" /><ns0:Relationship Id="rIdLink1" Type="http://schemas.openxmlformats.org/officeDocument/2006/relationships/hyperlink" Target="https://docs.espressif.com/projects/arduino-esp32/en/latest/api/adc.html" TargetMode="External" /><ns0:Relationship Id="rIdLink2" Type="http://schemas.openxmlformats.org/officeDocument/2006/relationships/hyperlink" Target="https://docs.espressif.com/projects/arduino-esp32/en/latest/api/adc.html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9889cf67fa4e31" /><ns0:Relationship Type="http://schemas.openxmlformats.org/officeDocument/2006/relationships/image" Target="../media/image2.png" Id="R1bc9ab66c42d4c1a" /><ns0:Relationship Id="rIdLink1" Type="http://schemas.openxmlformats.org/officeDocument/2006/relationships/hyperlink" Target="https://docs.espressif.com/projects/arduino-esp32/en/latest/api/serial.html" TargetMode="External" /><ns0:Relationship Id="rIdLink2" Type="http://schemas.openxmlformats.org/officeDocument/2006/relationships/hyperlink" Target="https://docs.espressif.com/projects/arduino-esp32/en/latest/api/serial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800ffb1db8b45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4D90B9-09ED-4D29-9A88-628C08926CD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B8D4385A-C96B-4C7D-8AC5-58F3E7B222DB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전자회로와 ESP32</a:t>
            </a:r>
          </a:p>
        </p:txBody>
      </p:sp>
      <p:sp>
        <p:nvSpPr>
          <p:cNvPr id="4" name="">
            <a:extLst>
              <a:ext uri="{FF2B5EF4-FFF2-40B4-BE49-F238E27FC236}">
                <ns3:creationId id="{CE24F463-82CB-4E65-A2C2-8BA6BE1BA321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2026-10-23</a:t>
            </a:r>
          </a:p>
        </p:txBody>
      </p:sp>
      <p:sp>
        <p:nvSpPr>
          <p:cNvPr id="5" name="">
            <a:extLst>
              <a:ext uri="{FF2B5EF4-FFF2-40B4-BE49-F238E27FC236}">
                <ns3:creationId id="{7130B09C-96D3-4B18-9F1B-20BD20D26713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파일과 코드로 개념을 확인하고 직접 결과를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EF5518-A868-4B97-A280-94F3F6FC4F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0903EA17-F5FA-4356-976B-A4D2B7AB96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1244456124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a0e3202c22147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41CF2A-C120-4EFD-8926-42DDB4DB60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82A06F5-C098-491D-9DDE-A996D988F9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풀고 course 폴더 찾기</a:t>
            </a:r>
          </a:p>
        </p:txBody>
      </p:sp>
      <p:sp>
        <p:nvSpPr>
          <p:cNvPr id="4" name="">
            <a:extLst>
              <a:ext uri="{FF2B5EF4-FFF2-40B4-BE49-F238E27FC236}">
                <ns3:creationId id="{EF22DB13-D449-4ADA-A082-7E47D653A8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33C70B3-3932-4212-9D32-0D53A0C311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 ZIP을 내려받고 압축을 먼저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0446E8-BA9A-461A-8B36-09708A2D36B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푼 폴더 안에서 course를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B85341-FF06-4EBF-AB3A-B7108F2BAF2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data는 입력, code는 참고 코드, work는 내 작업 폴더입니다.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67ED33-1A61-4919-869E-770D0F07F2E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파일을 바꿀 때는 원본을 보존하고 복사본을 만듭니다.</a:t>
            </a:r>
          </a:p>
        </p:txBody>
      </p:sp>
      <p:sp>
        <p:nvSpPr>
          <p:cNvPr id="9" name="">
            <a:extLst>
              <a:ext uri="{FF2B5EF4-FFF2-40B4-BE49-F238E27FC236}">
                <ns3:creationId id="{027D339B-0947-4C17-9DBC-BB1B99C458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19B0FA2-2527-4AF5-A553-818F526C20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588557097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6ef889dac3a44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0D07F2-3294-4564-BC48-035DE4F3BE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2D19A4-8224-4485-8C73-2F3814D8A3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확장자</a:t>
            </a:r>
          </a:p>
        </p:txBody>
      </p:sp>
      <p:sp>
        <p:nvSpPr>
          <p:cNvPr id="4" name="">
            <a:extLst>
              <a:ext uri="{FF2B5EF4-FFF2-40B4-BE49-F238E27FC236}">
                <ns3:creationId id="{F23272A1-2904-4AAB-9666-49DA281A05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3B8EC7-8FD4-4502-87CB-B1753DD47B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두는 장소입니다.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8B1A6B-3EB0-4203-9C16-162CBE108A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뒤 .py는 Python 코드, .json은 데이터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14A68C-3B6D-4D64-99B4-E702882A9EF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.png는 이미지, .md는 글과 표를 담은 문서입니다.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6BA8BC3-F62F-4AA4-9D32-9445146C77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확장자를 표시해 .py.txt인지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A064806-2F09-431E-BC93-A4B5C2023D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34CC069-EEB3-4E42-A771-75CB2FEBC98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595327595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670aa6eb38c42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B3F432-0366-4775-8348-175D92FDCF3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775C558-C1AD-45E5-828A-ADB32152213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창과 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2DA909E6-AB85-475B-84AD-5166C24FDDF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E33C37-299F-4D0A-A9B0-0756D765B1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창에서는 내용을 입력하고 Ctrl+S로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3B90BF-85FE-47C3-B346-FE530357E3C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터미널에서는 저장한 파일을 실행할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6A1A00-3A3F-4214-8AFE-A12EB386EA0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저장만 하면 결과가 나오지 않습니다. 실행은 별도 단계입니다.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5F3543-9048-4CA1-871D-024CA921855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앞의 python은 코드 파일을 읽어 실행하는 프로그램입니다.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EA4F087-6BCA-43B1-89F1-C292FAD8840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6A9A979-F69C-429A-AEB8-DBEB8EBEFD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621149873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cc28c5c358742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25EF55-1133-4C4F-8C17-F89E89F854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82BD9FE-0DD7-487E-995E-05BF7C888DC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위치</a:t>
            </a:r>
          </a:p>
        </p:txBody>
      </p:sp>
      <p:sp>
        <p:nvSpPr>
          <p:cNvPr id="4" name="">
            <a:extLst>
              <a:ext uri="{FF2B5EF4-FFF2-40B4-BE49-F238E27FC236}">
                <ns3:creationId id="{4D5A20AF-727B-4314-AD65-56223DF703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59A58BE-D434-4F1E-A9E9-828707584A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course 폴더를 열고 터미널을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EF85AE-26ED-407D-89CA-C81929E8323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위치가 course인지 확인한 뒤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ADBF345-6548-4AD9-8859-74DA42A996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work/파일.py는 현재 폴더 안 work의 파일을 뜻합니다.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23C5916-2959-4EA0-A54D-5159C5CF6FE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utf8은 한글을 UTF-8로 다루며 실행하는 옵션입니다.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8E0487D-1F67-4FDD-891D-A21473CAE2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5D17488-938A-4D51-BEBE-F2A926601E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793154849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fa6ac81632d4c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1A3C0B-159A-4058-9C56-0564B2A26B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C1A1734-D4DE-4FF3-8EB0-20F023B69E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8B5814E-1F1A-411B-A3F9-B474F5F8C1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저장과 실행 확인</a:t>
            </a:r>
          </a:p>
        </p:txBody>
      </p:sp>
      <p:sp>
        <p:nvSpPr>
          <p:cNvPr id="5" name="">
            <a:extLst>
              <a:ext uri="{FF2B5EF4-FFF2-40B4-BE49-F238E27FC236}">
                <ns3:creationId id="{75304235-0B80-4CED-A220-C94ADCFF1A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0A7F14D-68FE-4698-A461-4C2465D7FB8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588F98F-6023-4039-8B4A-50B6B9B8C38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 python --version을 입력합니다.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EDCDC04-649D-49F7-B7E9-83E29CF03C6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0EED379-BE56-476E-A176-2631F37E424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3.x가 보이면 실행 프로그램을 찾은 것입니다.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3E1758B-3837-4FF0-B1DD-AD23D4DC77E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4FCE142-F9A7-45DA-BB05-FEF3A414F0C4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인식할 수 없다는 오류면 설치 상태와 실행 명령을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5665B17-443A-410E-A512-1FBBB900A317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1DA7283-49E1-40BD-87D9-42F87F8A2BA0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설치가 막히면 입력 파일과 제공 출력을 읽고 예상 결과를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B1A3AEEA-A223-4868-9750-CD3933BB23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5" name="">
            <a:extLst>
              <a:ext uri="{FF2B5EF4-FFF2-40B4-BE49-F238E27FC236}">
                <ns3:creationId id="{63E58768-4C59-46AC-917E-19F1D3F88B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1835410500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df77fc979e4b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C6E63B7-4693-439B-B972-D7774E7A39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092F014-A21E-49A1-B2E2-3C0E70248A0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실습은 계산과 파일 재생</a:t>
            </a:r>
          </a:p>
        </p:txBody>
      </p:sp>
      <p:sp>
        <p:nvSpPr>
          <p:cNvPr id="4" name="">
            <a:extLst>
              <a:ext uri="{FF2B5EF4-FFF2-40B4-BE49-F238E27FC236}">
                <ns3:creationId id="{A5DEAA64-7D4B-426D-BD0D-F60526CA28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80B480-B31A-4A03-AE89-9EE9F51409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모델과 핀 기능을 모르는 상태에서는 연결하지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074F931-204B-4E03-8E7F-6CC1021707E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계산과 가상 센서 JSON은 보드 없이 실행할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7B5CC8-96ED-43C6-8327-194762EEA4F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.ino 파일은 보드에 올릴 프로그램을 읽는 참고 자료입니다.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4AC3FBC-089C-49E1-8C42-D79694AD375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계산값이 맞아도 실제 연결·통전·업로드 성공을 뜻하지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070C6A1-4871-4906-BAA8-438A8D4C91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C375C39-55A9-429B-AF96-6B31BC892D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2111932915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a835b8e84124c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9CAF97-9111-448D-890D-3068A79644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9E3ACE9-0656-473C-B27E-EA941FE17A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수업 시간</a:t>
            </a:r>
          </a:p>
        </p:txBody>
      </p:sp>
      <p:sp>
        <p:nvSpPr>
          <p:cNvPr id="4" name="">
            <a:extLst>
              <a:ext uri="{FF2B5EF4-FFF2-40B4-BE49-F238E27FC236}">
                <ns3:creationId id="{DAD8DA1D-97B1-4775-BC2C-AB9A7F4F0C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484581-C883-468E-B960-297D9D6FFCC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1교시10:00~10:50, 2교시11:00~11:50입니다.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1EEE120-3863-4E6B-A6E9-F42E015714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중식은11:50~13:00입니다.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9A0612C-7126-4621-B6F1-DA2CF432CCA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3~6교시는13:00부터 매시50분 수업과10분 휴식입니다.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A4E09C-8BBC-4071-8471-C97DB8521EC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수업은16:00~16:50이며17:00까지 파일을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73B8F8B-D140-4233-907D-4B153A8888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7024856A-8823-4A22-A96D-47A36484A9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850883324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26a2d94f9b74b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F947BA-2B4C-459E-9B20-0DE3A5C9672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AFA0A29-AE04-4FEF-84F7-99FE6EE6D29A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전기 기초와 계산</a:t>
            </a:r>
          </a:p>
        </p:txBody>
      </p:sp>
      <p:sp>
        <p:nvSpPr>
          <p:cNvPr id="4" name="">
            <a:extLst>
              <a:ext uri="{FF2B5EF4-FFF2-40B4-BE49-F238E27FC236}">
                <ns3:creationId id="{2D04B707-F0F9-4BBD-9258-6C25C2DB14E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8B81753-0D5F-4262-BCC1-27D70D7A1D5E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A01~A03: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F8E440-4447-4B32-A2AB-6F8DF19CEC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192C8EBE-3041-4980-B85B-C6CC37A80E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886921158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50291e461754b6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B89C504-7CA5-4327-B978-54EEA1DE30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C7F678-D0A6-4D97-897E-336BBBF1AA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전압과 전위차</a:t>
            </a:r>
          </a:p>
        </p:txBody>
      </p:sp>
      <p:sp>
        <p:nvSpPr>
          <p:cNvPr id="4" name="">
            <a:extLst>
              <a:ext uri="{FF2B5EF4-FFF2-40B4-BE49-F238E27FC236}">
                <ns3:creationId id="{9BAAD0BE-FD4A-4959-A9E6-E7FA8064A2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D999443-C3A5-4775-9ECC-FD1E15D7788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전압은 두 점 사이의 차이입니다.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AA54ED-A919-4B11-8FB6-A7F833A4D4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단위는 V입니다.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556E407-AB15-4317-A46F-FBB5AF8528F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3.3V라고 말할 때 어느 두 점 사이인지 함께 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6F31397-BFC8-4911-86C3-62FC4A21064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점의 차이가 있어도 전류 길이 끊겨 있으면 흐름은 생기지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6F9AD4E-BFA2-4E47-9730-A4750E2F77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5604F8F-E3C9-4240-B357-856877603D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889328860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3937397f4cd4d6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EA3E127-111E-4C0F-B8C7-9A7E015FDD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73B236-D8A7-401A-A63C-E010CD668E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전류와 단위 A</a:t>
            </a:r>
          </a:p>
        </p:txBody>
      </p:sp>
      <p:sp>
        <p:nvSpPr>
          <p:cNvPr id="4" name="">
            <a:extLst>
              <a:ext uri="{FF2B5EF4-FFF2-40B4-BE49-F238E27FC236}">
                <ns3:creationId id="{0E3F23F0-E09E-4958-B892-A170DE57A6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99C51E-E1A0-46F7-8037-35856BC558E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시간당 이동하는 전하량입니다.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6C7BB54-8FFB-4786-9CA3-DAFF2AE3014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단위는 A, 작은 전류는 mA로 씁니다.</a:t>
            </a:r>
          </a:p>
        </p:txBody>
      </p:sp>
      <p:sp>
        <p:nvSpPr>
          <p:cNvPr id="7" name="">
            <a:extLst>
              <a:ext uri="{FF2B5EF4-FFF2-40B4-BE49-F238E27FC236}">
                <ns3:creationId id="{E12D5CDB-FD97-4268-B5A5-C11654BE2CC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1A는 1000mA이므로 0.01A는 10mA입니다.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7D3E89E-41D1-452B-B3B7-86DE0DD1681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숫자만 적지 말고 단위를 붙여 계산값의 크기를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E9DB39F-EF67-44D1-A131-65A955F607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81CAA4C-E971-45AB-8125-78918064FF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844638309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cf4094b0bd646f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72871AE-CE7F-4500-8B36-47CC74E187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E5C93C6-784E-4F01-A299-27C52F836A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저항과 옴의 법칙</a:t>
            </a:r>
          </a:p>
        </p:txBody>
      </p:sp>
      <p:sp>
        <p:nvSpPr>
          <p:cNvPr id="4" name="">
            <a:extLst>
              <a:ext uri="{FF2B5EF4-FFF2-40B4-BE49-F238E27FC236}">
                <ns3:creationId id="{F73537EA-1841-4003-A999-C31DB4FAEE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293CE24-2BE0-442C-8F3C-FA9423B0C30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옴성 저항의 관계는 V=IR입니다.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9CF49E5-E4B7-45E6-BA57-0C1455F7B28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단위는 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1FDAF6D-C184-4C63-995D-6F64A1B6A06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전압이 같다면 저항을 두 배로 할 때 전류는 절반이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BFDF46-C510-445A-8AA3-D8CD04AA9F8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계산은 저항에 걸리는 전압과 저항값을 알고 있을 때 씁니다.</a:t>
            </a:r>
          </a:p>
        </p:txBody>
      </p:sp>
      <p:sp>
        <p:nvSpPr>
          <p:cNvPr id="9" name="">
            <a:extLst>
              <a:ext uri="{FF2B5EF4-FFF2-40B4-BE49-F238E27FC236}">
                <ns3:creationId id="{5C06E79D-E764-43BC-BFCA-FCE6309711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5F2D9AA-F98F-4270-A381-DA88CA3EB0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219413663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1c7c2d9a95b45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330402-8A23-487C-B473-D9B54266C8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CFDFE28-500F-4001-B250-9D674A0F1D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닫힌 회로와 전류가 돌아오는 길</a:t>
            </a:r>
          </a:p>
        </p:txBody>
      </p:sp>
      <p:sp>
        <p:nvSpPr>
          <p:cNvPr id="4" name="">
            <a:extLst>
              <a:ext uri="{FF2B5EF4-FFF2-40B4-BE49-F238E27FC236}">
                <ns3:creationId id="{9D3752FA-2F32-4DD8-9DD7-25AD05FCEDF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B094A7-F491-4321-A039-151894A77BA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 + → 저항 → 전원 −</a:t>
            </a:r>
          </a:p>
        </p:txBody>
      </p:sp>
      <p:sp>
        <p:nvSpPr>
          <p:cNvPr id="6" name="">
            <a:extLst>
              <a:ext uri="{FF2B5EF4-FFF2-40B4-BE49-F238E27FC236}">
                <ns3:creationId id="{056F225C-FEA0-4A1E-AB60-0F97A70F55A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완전히 이어진 길이 닫힌 회로입니다.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A7950B-2F48-489B-88C5-4EDF493B69A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회로의 한 곳이라도 끊겨 있으면 지속 전류가 흐르지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44276C4-1F5F-4A62-B0B4-E43420363BA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그림에서 출발점뿐 아니라 전원으로 돌아오는 끝까지 찾습니다.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6E782396-2CE9-4BA9-84FA-9ED8A9E4DE3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5F3188D-03BE-48A4-9CD3-C5DE5184AE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2047958921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ff411dd494a445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8D97C2-56DE-42C5-BA2C-1D571B7CBD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A944939-2BDD-4B92-8B40-CB29C3A194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GND와 전압 기준</a:t>
            </a:r>
          </a:p>
        </p:txBody>
      </p:sp>
      <p:sp>
        <p:nvSpPr>
          <p:cNvPr id="4" name="">
            <a:extLst>
              <a:ext uri="{FF2B5EF4-FFF2-40B4-BE49-F238E27FC236}">
                <ns3:creationId id="{0429AEAB-8FC1-416D-8EE3-BECDAA6BCD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F7AF79C-9D02-4685-AB72-D598C912333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신호의 높고 낮음을 비교하는 기준입니다.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07F410-A1D4-4742-ACE5-4660300FF18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GND가 건물 접지는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427C4B64-2762-4D6B-8314-1FA93045EE0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전압을 말할 때 어느 기준점과 어느 점을 비교했는지 함께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C70CF48-9E1E-4E53-92B7-EDA4B34C5B7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GND라는 이름만으로 건물 접지와 연결됐다고 판단하지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6D415F24-815A-49B7-9B11-0272316E79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DC919CF-4DE8-4A75-BDEF-056FACB8B3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1601162832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4a21a78e5440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0A6528-03CA-4432-8A56-7FDA667DE4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F7D36FD-E30A-4045-95E6-45BD37B8FD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A와 mA 단위 변환</a:t>
            </a:r>
          </a:p>
        </p:txBody>
      </p:sp>
      <p:sp>
        <p:nvSpPr>
          <p:cNvPr id="4" name="">
            <a:extLst>
              <a:ext uri="{FF2B5EF4-FFF2-40B4-BE49-F238E27FC236}">
                <ns3:creationId id="{35BFA027-F46F-4CF5-9637-4F9C2D5CBB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B931572-AA40-4519-BD5E-DB96B239A33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1A = 1000mA</a:t>
            </a:r>
          </a:p>
        </p:txBody>
      </p:sp>
      <p:sp>
        <p:nvSpPr>
          <p:cNvPr id="6" name="">
            <a:extLst>
              <a:ext uri="{FF2B5EF4-FFF2-40B4-BE49-F238E27FC236}">
                <ns3:creationId id="{958FDCD2-D64C-42E4-9BB3-939487DE80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0.010A = 10mA</a:t>
            </a:r>
          </a:p>
        </p:txBody>
      </p:sp>
      <p:sp>
        <p:nvSpPr>
          <p:cNvPr id="7" name="">
            <a:extLst>
              <a:ext uri="{FF2B5EF4-FFF2-40B4-BE49-F238E27FC236}">
                <ns3:creationId id="{4139B25F-B35E-4347-9A76-8C80B098F2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A에서 mA로 바꾸려면 1000을 곱합니다.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B8533C-E21C-48CF-8195-D24506F5C9B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10mA를 A로 바꾸면 1000으로 나눈 0.010A입니다.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0A04C17-DE7B-4CD7-BD81-911ECB58EC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B17C563-DB88-43DB-8218-79F6C98AAF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567616521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b1bddcaa5df947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C8A3FE7-F577-4783-9EE8-95B0468C89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DC85D47-D1D8-4D42-9548-FE0D0579BB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전류 계산 예제</a:t>
            </a:r>
          </a:p>
        </p:txBody>
      </p:sp>
      <p:sp>
        <p:nvSpPr>
          <p:cNvPr id="4" name="">
            <a:extLst>
              <a:ext uri="{FF2B5EF4-FFF2-40B4-BE49-F238E27FC236}">
                <ns3:creationId id="{DC05984A-3951-4F80-A775-73A0FD9CF10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228774-CEE0-4316-9061-D79BFC3077B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9AAE07D-0AA5-4003-8220-2271923EF46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B92B0FE-E26C-4BFE-B10C-3A7943A9249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voltage_v = 3.3</a:t>
            </a:r>
          </a:p>
        </p:txBody>
      </p:sp>
      <p:sp>
        <p:nvSpPr>
          <p:cNvPr id="8" name="">
            <a:extLst>
              <a:ext uri="{FF2B5EF4-FFF2-40B4-BE49-F238E27FC236}">
                <ns3:creationId id="{55E1CD12-CAED-4B35-832A-6EFEFFA4F4D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9576597-F55B-4242-9BC2-F0CE3C09BB7B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resistance_ohm = 330</a:t>
            </a:r>
          </a:p>
        </p:txBody>
      </p:sp>
      <p:sp>
        <p:nvSpPr>
          <p:cNvPr id="10" name="">
            <a:extLst>
              <a:ext uri="{FF2B5EF4-FFF2-40B4-BE49-F238E27FC236}">
                <ns3:creationId id="{DBFDAE49-4586-4696-A65C-BCB9992FD9E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84CFBE-4619-40EC-A09C-367D989BC6F2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resistance_ohm &lt;= 0:</a:t>
            </a:r>
          </a:p>
        </p:txBody>
      </p:sp>
      <p:sp>
        <p:nvSpPr>
          <p:cNvPr id="12" name="">
            <a:extLst>
              <a:ext uri="{FF2B5EF4-FFF2-40B4-BE49-F238E27FC236}">
                <ns3:creationId id="{A55E5699-26C9-48DF-BF38-EB73D7EFC47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B49C583-08CA-4DAC-A575-B2D62CE99AD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raise ValueError("positive resistance only")</a:t>
            </a:r>
          </a:p>
        </p:txBody>
      </p:sp>
      <p:sp>
        <p:nvSpPr>
          <p:cNvPr id="14" name="">
            <a:extLst>
              <a:ext uri="{FF2B5EF4-FFF2-40B4-BE49-F238E27FC236}">
                <ns3:creationId id="{977A86B7-54FB-40A4-B3BC-6FF34DE2C245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CCBE995-E144-40CF-8C83-6ED950B18F7E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current_a = voltage_v / resistance_ohm</a:t>
            </a:r>
          </a:p>
        </p:txBody>
      </p:sp>
      <p:sp>
        <p:nvSpPr>
          <p:cNvPr id="16" name="">
            <a:extLst>
              <a:ext uri="{FF2B5EF4-FFF2-40B4-BE49-F238E27FC236}">
                <ns3:creationId id="{53968CD2-4D40-425C-AFC1-8B01C6651033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969F7DCC-2B25-4ADC-92A4-A85A400AB5FB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current_ma = current_a * 1000</a:t>
            </a:r>
          </a:p>
        </p:txBody>
      </p:sp>
      <p:sp>
        <p:nvSpPr>
          <p:cNvPr id="18" name="">
            <a:extLst>
              <a:ext uri="{FF2B5EF4-FFF2-40B4-BE49-F238E27FC236}">
                <ns3:creationId id="{B6C26510-1467-4020-AFE9-AA2F7DB4A5A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46EF71DD-E640-4D98-8A79-1483250F0EE2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print(round(current_ma, 2))</a:t>
            </a:r>
          </a:p>
        </p:txBody>
      </p:sp>
      <p:sp>
        <p:nvSpPr>
          <p:cNvPr id="20" name="">
            <a:extLst>
              <a:ext uri="{FF2B5EF4-FFF2-40B4-BE49-F238E27FC236}">
                <ns3:creationId id="{95897200-AF18-42A1-BAB5-9FFAF512D7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1" name="">
            <a:extLst>
              <a:ext uri="{FF2B5EF4-FFF2-40B4-BE49-F238E27FC236}">
                <ns3:creationId id="{8F4BA308-2556-4372-AE21-66F7CE0522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376070888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2a0a8b0f0214b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5559D8-690A-45EC-8BB0-E5214B9743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72BE88-674C-45B6-8022-CBEE6644E3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23E15376-92FB-4B52-8B93-94090871B4D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A9A987B-C341-4978-B866-F22F5D429AC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1~2행의 =는 3.3V와 330Ω을 각각 이름에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BD0836-A215-491D-B2C7-DFB30E79F1C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3~4행의 &lt;=0이면 raise로 계산을 멈추고 오류를 알립니다.</a:t>
            </a:r>
          </a:p>
        </p:txBody>
      </p:sp>
      <p:sp>
        <p:nvSpPr>
          <p:cNvPr id="7" name="">
            <a:extLst>
              <a:ext uri="{FF2B5EF4-FFF2-40B4-BE49-F238E27FC236}">
                <ns3:creationId id="{5E1CE5B0-EACE-4799-954E-F8E4F9BF471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5행의 /는 저항 전압을 저항값으로 나눠 A를 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11C08B2-590B-4754-90C6-30479809148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6행의 *1000은 A를 mA로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C670E9-C335-40FD-900E-A465346ADF43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7행의 round(...,2)는 소수 둘째 자리까지 반올림하고 print는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823F028-56BE-46BB-9F57-C59A53D8BC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08C279D5-537A-42E6-88B2-91E8870A75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530286006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a19a580cfcc476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7EF82F-EFB8-4FD9-8287-B49B43A788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A6F13BF-E289-4599-9477-EA630943D7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157EB111-0B33-4602-8B8E-ACB14DFC49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5720E3-824E-47C1-A228-97C4200F3AB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36C7CC14-3123-41BF-B95E-7E08899BDD9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9DB58AE-F373-4509-B7AA-AFBB8795A04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work/ohm_trace.py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E627F26C-B488-4759-A452-451F8096CFA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work/ohm_trace.py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737771D3-1BB7-4F3F-B990-451B35F30748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53E6559-2349-40C8-825F-6C8510708E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C7F3C90B-0E67-4757-A67D-2D1049D732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425950906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c2960a86a684cb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3ABA95-092F-495A-88DF-20EDB72C66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9154135-632C-4804-8FE0-D1772EE4D1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59F98C62-CA91-42C7-ADB8-94A9F8EDD5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B1C4D9-D977-44F2-BFEC-B87FE039F35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3.3÷330 = 0.010A</a:t>
            </a:r>
          </a:p>
        </p:txBody>
      </p:sp>
      <p:sp>
        <p:nvSpPr>
          <p:cNvPr id="6" name="">
            <a:extLst>
              <a:ext uri="{FF2B5EF4-FFF2-40B4-BE49-F238E27FC236}">
                <ns3:creationId id="{4E880CA0-4995-4C35-AC4E-628D59F9357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0.010×1000 = 10mA</a:t>
            </a:r>
          </a:p>
        </p:txBody>
      </p:sp>
      <p:sp>
        <p:nvSpPr>
          <p:cNvPr id="7" name="">
            <a:extLst>
              <a:ext uri="{FF2B5EF4-FFF2-40B4-BE49-F238E27FC236}">
                <ns3:creationId id="{52CA315B-B5E8-47C4-BE65-A0D226100C5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출력: 10.0</a:t>
            </a:r>
          </a:p>
        </p:txBody>
      </p:sp>
      <p:sp>
        <p:nvSpPr>
          <p:cNvPr id="8" name="">
            <a:extLst>
              <a:ext uri="{FF2B5EF4-FFF2-40B4-BE49-F238E27FC236}">
                <ns3:creationId id="{97502EE2-841A-4B7A-BAF3-44139A7772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8F0669BC-BDD3-40A3-9D91-8359956C79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388981945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5c9a85393c849a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7D7046F-BE0B-4F07-8809-DB823D3A1C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FF53EF8-1FFE-42CD-8633-1C49F2072D8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전압·전류·저항의 구분</a:t>
            </a:r>
          </a:p>
        </p:txBody>
      </p:sp>
      <p:sp>
        <p:nvSpPr>
          <p:cNvPr id="4" name="">
            <a:extLst>
              <a:ext uri="{FF2B5EF4-FFF2-40B4-BE49-F238E27FC236}">
                <ns3:creationId id="{F2B61682-1AEE-467E-9414-4F926F5CAE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5ABAC7-1E90-4C8C-9DD1-2F4E7EFB2E08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전압은 흐르는 양이 아니라 두 점을 비교한 차이입니다.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E76831D-34CA-483C-AA2F-F835AFE6B911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전류를 계산하려면 저항 양단의 전압이 얼마인지 정해야 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505689"/>
                <a:gridCol w="5679562"/>
                <a:gridCol w="263515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점의 전위 차이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시간당 이동하는 전하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A, mA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전압과 전류의 관계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6FE56318-A581-4E08-8157-CA26CC8766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8FA42594-3E70-424E-846A-E3854548A9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524788274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4bdb5b446084e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7C09B3-99FE-45F4-923A-283F1EAE24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318CD68-F43F-4FB8-BB2C-71C9A8E2055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저항 코드로 계산하기</a:t>
            </a:r>
          </a:p>
        </p:txBody>
      </p:sp>
      <p:sp>
        <p:nvSpPr>
          <p:cNvPr id="4" name="">
            <a:extLst>
              <a:ext uri="{FF2B5EF4-FFF2-40B4-BE49-F238E27FC236}">
                <ns3:creationId id="{83F51322-140F-42E9-9D99-1D72AA0723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0AB5BEE-31E9-4AF4-B9D8-95690AD3C2A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code/01_ohm.py를 work/01_ohm.py로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C96321-6B6C-40BE-8596-261947A794D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work/01_ohm.py</a:t>
            </a:r>
          </a:p>
        </p:txBody>
      </p:sp>
      <p:sp>
        <p:nvSpPr>
          <p:cNvPr id="7" name="">
            <a:extLst>
              <a:ext uri="{FF2B5EF4-FFF2-40B4-BE49-F238E27FC236}">
                <ns3:creationId id="{50C38DB1-55C3-4C34-B328-F8FFA24858A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current_mA: 10.0입니다.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A21BBD6-8D41-4E34-9D26-1AE099C4DDE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저항을 660Ω으로 바꾸면 current_mA: 5.0이 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B36087C-7468-4840-89EB-4992094607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F652A04-617C-445D-A56C-5E382D954F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272235276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873baf7b6c448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D5577F7-8740-48D0-9F9B-76381CDA78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9704726-1F5F-4FA7-B85D-F5C6F7629A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계산식과 오류 조건의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54E9B3DE-781D-4A52-84F3-860C62B300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5F77330-5893-4B9A-B421-F9DCD11B606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계산 결과를 이름에 저장하고 /는 나눗셈입니다.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EEF506-D28B-4553-AAF8-153FEA6DC62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* 1000은 A를 mA로 바꾸는 단위 변환입니다.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E070F2-0268-4280-B109-84E8C3E646F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&lt;= 0은 저항이 0 이하인지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2ACF13-693E-493E-B9EF-54CD87ABE35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:와 들여쓰기는 조건이 맞을 때 실행할 줄을 묶습니다.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45CCEF2-62FF-4279-B1BB-C1E542828B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3A37472B-445E-4D15-AB2F-C6C862E4AC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710362365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326317f68604e3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DAFB76-2374-41BD-9AD8-05670C4BAD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B92488B-DA60-40BC-8A11-4D0A541B0A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AB31BFA-3C99-4775-8B2F-065132B847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93485843-1BDD-4F21-A155-CA9ADD8407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60E4FEB-CB42-4D9D-AE7E-8B1B7317BE5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9C4B966-2FE0-4A64-A2E2-8D9AB4B1153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저항 양단 5V · 저항 1000Ω</a:t>
            </a:r>
          </a:p>
        </p:txBody>
      </p:sp>
      <p:sp>
        <p:nvSpPr>
          <p:cNvPr id="8" name="">
            <a:extLst>
              <a:ext uri="{FF2B5EF4-FFF2-40B4-BE49-F238E27FC236}">
                <ns3:creationId id="{E688A31A-6869-4F73-A82A-53ED2439E81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8A17730-F12A-4906-B2FC-472A97AEE06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전류를 A와 mA로 계산하세요.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758A4F67-8A17-4695-9E72-472E62804F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D00B83B8-5385-4ECF-93E1-0294B1ECD6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326980069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56990d286d341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C37115-8A91-4E56-9539-11D783E6766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E6880AA-2605-418E-B9F2-F05CC58820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1D61EA9F-3393-423D-AD3D-126FC02623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70DA1B5-7CA0-4F3E-A2ED-84C222D7C10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0.005A = 5mA</a:t>
            </a:r>
          </a:p>
        </p:txBody>
      </p:sp>
      <p:sp>
        <p:nvSpPr>
          <p:cNvPr id="6" name="">
            <a:extLst>
              <a:ext uri="{FF2B5EF4-FFF2-40B4-BE49-F238E27FC236}">
                <ns3:creationId id="{D7B6A54B-7049-4A1C-B49D-00F612BEA76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 변환을 한 번 더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5C4BD8-C26C-432B-AE6B-B0BB9839DC5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계산만으로 GPIO에 5V를 연결해도 된다고 판단할 수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8D1BF02-9E70-41B1-8664-6E798010C7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E8AF37A7-9258-4BA3-9050-651BD2F6D2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978198168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f33d56c1e7a42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9C8A3C-0E91-4D7E-B18C-368990EE95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3CB3F2C-B19F-4709-93AC-82B3019471A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7032B2A-F003-460F-94A0-6D0A835FEE2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D8F71FAC-3AEF-4654-9751-C9822B6027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0490575-9BA7-4DEA-9CD4-05DC51D9939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B5B410C-B7C0-4959-B735-FF63E8316E8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저항을 660Ω으로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C56FE9FE-5A77-4B0F-B7B3-6D695067D4B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93515CB-E3A0-47D9-9DF5-38B86BC2878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전류는 5mA가 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A48EC74-6ABC-4E20-8ECE-9A8C311BB4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3E89CEE7-5BB6-49CB-B6DC-BACB971F36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708866565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4df92f72326437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8CF56F-E607-4287-B87C-C07D7BF556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2721F17-E10A-43CF-8CDF-697546070D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0E463F33-78F2-41E3-8E88-7A9E84D456F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53AFB8-4959-44DF-BB5E-C6AEDF89728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0은 계산 입력 오류입니다.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5154CC-B0E9-4E0F-9726-702E0C8FC6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단락을 만들어 시험하지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CC6C8E5-433F-4585-A6ED-15182DF388E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B8CDC42-A350-43AB-A615-174E3C2FF7B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3B61F9B-6AB0-403F-B7B2-F161591342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6B44A08-B911-4406-BCA2-54119AB358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1898392513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4cf6817f5f848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1CD9D0-D9B5-4FD9-8142-D64C44E4C80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02BDA4B-4987-4F15-A1FC-C6FBF580D42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LED·보드·신호 전압</a:t>
            </a:r>
          </a:p>
        </p:txBody>
      </p:sp>
      <p:sp>
        <p:nvSpPr>
          <p:cNvPr id="4" name="">
            <a:extLst>
              <a:ext uri="{FF2B5EF4-FFF2-40B4-BE49-F238E27FC236}">
                <ns3:creationId id="{468B9A7C-853A-4B69-813A-A357B249FCC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09B8F56-C702-46F9-933B-5104B57AFEC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A04~A06: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0C2A4D-9AA9-41C2-ABAC-0B05299BB73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C2A47BCA-580D-46E1-9C31-CC1BED3CB1C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497938450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66e1334e9cb43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0F2955-6884-43F1-99A8-7166045BBCD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7CEFE05-9C34-4A89-AC51-DE2471FC3D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LED의 방향과 전압 강하</a:t>
            </a:r>
          </a:p>
        </p:txBody>
      </p:sp>
      <p:sp>
        <p:nvSpPr>
          <p:cNvPr id="4" name="">
            <a:extLst>
              <a:ext uri="{FF2B5EF4-FFF2-40B4-BE49-F238E27FC236}">
                <ns3:creationId id="{55814D57-952B-4F36-AD0E-6D7B411A62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3771EE2-78B9-40DC-944B-2EEF67A376E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빛을 내는 다이오드입니다.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A704455-8E86-4F74-86D8-5755F532394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저항처럼 계산하지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64C1522-355E-4DB9-AEF2-DC922A66D88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LED에는 방향이 있으며 정격과 전압 강하를 문서로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9D1A8B0-E3C6-4669-A6D6-E297489863B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2.0V는 계산 가정입니다. 모든 LED에 같은 값을 쓰지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8B48DEF-F8B6-4ECA-A08D-EC8B76AC59A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E842BB8E-DEF9-4816-ACC6-DCF2A7BA31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48745948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d519643e08441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13ED49-3B81-43B4-8EF4-6F02FEAA3CB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B04B099-EDBE-4158-9011-282F5C4083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 저항의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73522581-0010-4F77-BB00-88B0C94A6A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E7DC7E-A74B-47D8-9975-A8F5CD933AA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가지의 전류는 같습니다.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543A7B-1FB0-463C-86D7-A62DBECCB0E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공급 전압과 LED 강하를 구분합니다.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3AA4A48-2971-40F9-86BD-3DA4A2F32FC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저항이 전류를 제한하므로 LED만 전원에 직접 붙이지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A413F51-17E9-4F77-962A-FB30B87287D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직렬에서는 공급 전압을 LED와 저항의 전압 강하로 나눕니다.</a:t>
            </a:r>
          </a:p>
        </p:txBody>
      </p:sp>
      <p:sp>
        <p:nvSpPr>
          <p:cNvPr id="9" name="">
            <a:extLst>
              <a:ext uri="{FF2B5EF4-FFF2-40B4-BE49-F238E27FC236}">
                <ns3:creationId id="{0214D44D-84A1-4FF8-A7AA-04219152A1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0F87016-4FB2-43AD-A577-9B843A1B5C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900960987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99cbd5355c7453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C5A1FA2-FAB6-4F9C-9ED8-7358846370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6B9BEB9-2D2C-4E98-ACA9-E7ED4B07FB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양단 전압 1.3V</a:t>
            </a:r>
          </a:p>
        </p:txBody>
      </p:sp>
      <p:sp>
        <p:nvSpPr>
          <p:cNvPr id="4" name="">
            <a:extLst>
              <a:ext uri="{FF2B5EF4-FFF2-40B4-BE49-F238E27FC236}">
                <ns3:creationId id="{B23BDCFE-F18F-4FE6-9013-D3DD87EA36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07F54B2-5D11-4DA9-9206-6C527E944CA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 가정: 공급 3.3V · LED 강하 2.0V</a:t>
            </a:r>
          </a:p>
        </p:txBody>
      </p:sp>
      <p:sp>
        <p:nvSpPr>
          <p:cNvPr id="6" name="">
            <a:extLst>
              <a:ext uri="{FF2B5EF4-FFF2-40B4-BE49-F238E27FC236}">
                <ns3:creationId id="{14883AD9-367E-49E3-ADAC-905DD4480BA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전압 = 3.3−2.0 = 1.3V</a:t>
            </a:r>
          </a:p>
        </p:txBody>
      </p:sp>
      <p:sp>
        <p:nvSpPr>
          <p:cNvPr id="7" name="">
            <a:extLst>
              <a:ext uri="{FF2B5EF4-FFF2-40B4-BE49-F238E27FC236}">
                <ns3:creationId id="{9089FE03-A0CE-4570-8DF8-9AE3BDDA069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1.3÷330 ≈ 0.00394A, 즉 3.94mA입니다.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D49EB6-B91D-4268-8C82-DD7D716A996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공급 3.3V를 그대로 나누면 LED 강하를 빼먹은 계산입니다.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27E4D5C-B14F-4CEA-8668-78693606BA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69EE616-A39A-4CBC-B2B6-8A1BCF66DA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740327358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d3508063b6945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59A6AE-6335-4DA4-B1E3-64A76FBB8D8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6DE74E0-FBC1-4DCA-8E5E-00EEF71C6D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칩·모듈·개발 보드</a:t>
            </a:r>
          </a:p>
        </p:txBody>
      </p:sp>
      <p:sp>
        <p:nvSpPr>
          <p:cNvPr id="4" name="">
            <a:extLst>
              <a:ext uri="{FF2B5EF4-FFF2-40B4-BE49-F238E27FC236}">
                <ns3:creationId id="{AC137548-D5FF-42BE-AE0A-C8CB30C93C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421E42C-340E-4C2F-BC85-73507C70890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칩: 계산과 입출력</a:t>
            </a:r>
          </a:p>
        </p:txBody>
      </p:sp>
      <p:sp>
        <p:nvSpPr>
          <p:cNvPr id="6" name="">
            <a:extLst>
              <a:ext uri="{FF2B5EF4-FFF2-40B4-BE49-F238E27FC236}">
                <ns3:creationId id="{125DB897-F366-4BE2-8F9F-ABBB247FFCB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모듈: 주변 부품 묶음 · 보드: 개발 연결판</a:t>
            </a:r>
          </a:p>
        </p:txBody>
      </p:sp>
      <p:sp>
        <p:nvSpPr>
          <p:cNvPr id="7" name="">
            <a:extLst>
              <a:ext uri="{FF2B5EF4-FFF2-40B4-BE49-F238E27FC236}">
                <ns3:creationId id="{205F1658-DA0F-4344-A8F4-9EBC069A233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USB 연결이나 전원 변환 부품은 보드마다 다를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1DE7775-3D83-4816-A0D9-F0B128E23F9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ESP32 이름만 보고 핀 위치와 전원 연결을 추정하지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58A7AB5-EBA4-4949-A1B5-3227FCA2F4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FDE4834-DEF8-4868-BBB6-0D4CDEAB92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273900076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b8e06aee0d41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E3FED7-4CFB-4E50-870A-5135AEC577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F51A00C-4663-4305-946E-770473C594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GPIO와 논리 수준</a:t>
            </a:r>
          </a:p>
        </p:txBody>
      </p:sp>
      <p:sp>
        <p:nvSpPr>
          <p:cNvPr id="4" name="">
            <a:extLst>
              <a:ext uri="{FF2B5EF4-FFF2-40B4-BE49-F238E27FC236}">
                <ns3:creationId id="{E568ADB0-0CA3-4EA0-AF42-FC177BE34F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D69513B-EF98-4A35-B90D-1EFC83EF74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프로그램으로 디지털 신호를 읽고 출력합니다.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9910C6-6089-4D56-997B-88535094A87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HIGH의 전압 범위는 보드 문서로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38E9512-B456-46F3-BB01-A850E588353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GPIO는 범용 입출력 핀이라는 이름입니다.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4DF678-14BE-4DA0-A5ED-BF23D743140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 HIGH는 무제한 전원 공급이 아니므로 허용 전류도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4532532-5DCA-4643-874B-7970A0735D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87D533D-3A76-4413-9A4C-678D161B1D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793864848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4242ca914b74c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146E4D-3590-4BCB-91F1-A9855A8AD7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CAC29CA-B531-46C0-AC26-AC9F2CDA348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 입력과 신호 정격</a:t>
            </a:r>
          </a:p>
        </p:txBody>
      </p:sp>
      <p:sp>
        <p:nvSpPr>
          <p:cNvPr id="4" name="">
            <a:extLst>
              <a:ext uri="{FF2B5EF4-FFF2-40B4-BE49-F238E27FC236}">
                <ns3:creationId id="{7E3B94E1-34E0-48B4-89D6-2D0A6B5C57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96FD58-233F-4D39-8087-09CE1FACD8D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전원 단자만 보고 신호 전압을 정하지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10BC0E4-A94B-43DE-A5B8-37991CFBE7C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정확한 보드·핀 문서가 필요합니다.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B9938F1-A4C1-4D91-A933-10AE51D6F0F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USB 전원이 5V여도 모든 신호 핀이 5V를 받아도 되는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A312B5D5-7884-469A-AFB3-4789F26A77A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모델 문서에서 입력 허용 범위와 연결 부품의 출력 범위를 대조합니다.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ED1FF31-8712-4B82-AB8A-52B4887649E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B3F3337-8A4B-4B3D-9565-84CDD9870E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837970090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d2b7523152c04f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0688E7-C982-4FBF-B396-E4FDEE33BF1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F25B9E6-D265-4962-AB02-C3B3E3AC08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LED 전류 계산 예제</a:t>
            </a:r>
          </a:p>
        </p:txBody>
      </p:sp>
      <p:sp>
        <p:nvSpPr>
          <p:cNvPr id="4" name="">
            <a:extLst>
              <a:ext uri="{FF2B5EF4-FFF2-40B4-BE49-F238E27FC236}">
                <ns3:creationId id="{9BC3608C-46DB-4A81-A7B0-3DC24FF697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0D0AE8F-392D-4D9B-8E36-2EA8339970B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B57A18C-9682-4F27-B997-5A22614B7239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F7D3DC0-D14C-464F-84E5-6DC1C261414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supply_v = 3.3</a:t>
            </a:r>
          </a:p>
        </p:txBody>
      </p:sp>
      <p:sp>
        <p:nvSpPr>
          <p:cNvPr id="8" name="">
            <a:extLst>
              <a:ext uri="{FF2B5EF4-FFF2-40B4-BE49-F238E27FC236}">
                <ns3:creationId id="{5AE9412D-6A82-450D-84B3-D4670370287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5832E93-CEC5-4996-8D81-28B2FC0DA07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led_v = 2.0</a:t>
            </a:r>
          </a:p>
        </p:txBody>
      </p:sp>
      <p:sp>
        <p:nvSpPr>
          <p:cNvPr id="10" name="">
            <a:extLst>
              <a:ext uri="{FF2B5EF4-FFF2-40B4-BE49-F238E27FC236}">
                <ns3:creationId id="{D1AFD27C-062B-4EF1-AAAA-9EF237306E0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E494EA7-E862-4031-A2C4-804A1DD1E89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resistance_ohm = 330</a:t>
            </a:r>
          </a:p>
        </p:txBody>
      </p:sp>
      <p:sp>
        <p:nvSpPr>
          <p:cNvPr id="12" name="">
            <a:extLst>
              <a:ext uri="{FF2B5EF4-FFF2-40B4-BE49-F238E27FC236}">
                <ns3:creationId id="{6BDEFDD6-7429-412B-83AD-24A8926002B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3828788-F30E-4B1A-A3D0-BEB9AB1DE10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resistance_ohm &lt;= 0 or supply_v &lt; led_v:</a:t>
            </a:r>
          </a:p>
        </p:txBody>
      </p:sp>
      <p:sp>
        <p:nvSpPr>
          <p:cNvPr id="14" name="">
            <a:extLst>
              <a:ext uri="{FF2B5EF4-FFF2-40B4-BE49-F238E27FC236}">
                <ns3:creationId id="{19A63F01-DA90-4F05-B28B-5B685866D31E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927F8F3-B993-47D9-879C-66746BF2CBF9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raise ValueError("check assumptions")</a:t>
            </a:r>
          </a:p>
        </p:txBody>
      </p:sp>
      <p:sp>
        <p:nvSpPr>
          <p:cNvPr id="16" name="">
            <a:extLst>
              <a:ext uri="{FF2B5EF4-FFF2-40B4-BE49-F238E27FC236}">
                <ns3:creationId id="{D1A74ED6-ED75-4501-87EA-62058CE9C18B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19D1FEA5-7DEE-4F02-96ED-F76290E34033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current_ma = (supply_v - led_v) / resistance_ohm * 1000</a:t>
            </a:r>
          </a:p>
        </p:txBody>
      </p:sp>
      <p:sp>
        <p:nvSpPr>
          <p:cNvPr id="18" name="">
            <a:extLst>
              <a:ext uri="{FF2B5EF4-FFF2-40B4-BE49-F238E27FC236}">
                <ns3:creationId id="{A0BB6458-E5C1-4E57-B995-15DDDC522684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000A4473-9187-401C-BDB5-4C281EF24CF8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print(round(current_ma, 2))</a:t>
            </a:r>
          </a:p>
        </p:txBody>
      </p:sp>
      <p:sp>
        <p:nvSpPr>
          <p:cNvPr id="20" name="">
            <a:extLst>
              <a:ext uri="{FF2B5EF4-FFF2-40B4-BE49-F238E27FC236}">
                <ns3:creationId id="{7066498F-68B3-4DFD-B5D8-059802B10F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1" name="">
            <a:extLst>
              <a:ext uri="{FF2B5EF4-FFF2-40B4-BE49-F238E27FC236}">
                <ns3:creationId id="{E96A3470-ED1B-49DB-9236-D948B14463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921907024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d1b24876801496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B4065-7074-495F-BF95-8B7D0BE031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40FE62-0E62-400C-A701-E811ACC3F33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D6B5092C-A5C8-4F09-94D9-DFA639CD3B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6792816-FDFE-4806-A253-49CCE8CB2C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1~3행은 공급 전압·LED 강하·저항값을 이름에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D63AC31-A42A-4EFA-BF7E-4A0B81FBC3B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4행의 or는 두 잘못된 조건 중 하나라도 맞으면 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19951A7-2674-4315-9084-81B92CA5088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5행의 raise는 가정이 잘못됐다는 오류로 계산을 멈춥니다.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0745C9-A40E-4481-803C-F5DFE43DCA3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6행은 괄호 안 3.3−2.0부터 구한 뒤 저항으로 나눠 mA로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953AD523-E829-432B-92A8-CF46D4DAFE9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7행은 반올림한 전류를 출력합니다. LED 강하는 가정값입니다.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5306B9E-8711-41B1-8419-39AA21C8E9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2A5FDDF6-05DE-41F0-B2B2-5B8514C86A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387088927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3b00573cb694e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CE2D94-57E3-41CD-9D90-A2FED9B02F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3EB2BD9-D453-4FE2-8472-778C80A59D8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C1D19CE1-6EEF-44FA-AF86-898684137D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CAFD22-7B17-4093-8BC4-EC0552F2CB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690F715D-85A6-4173-9B6E-C44542D29EB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7445F8F-05EF-4917-9563-A6DC7A371B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work/05_led_calculation.py</a:t>
            </a:r>
          </a:p>
        </p:txBody>
      </p:sp>
      <p:sp>
        <p:nvSpPr>
          <p:cNvPr id="8" name="">
            <a:extLst>
              <a:ext uri="{FF2B5EF4-FFF2-40B4-BE49-F238E27FC236}">
                <ns3:creationId id="{83905D52-0241-4615-8DE6-DD8886D4A8D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work/05_led_calculation.py</a:t>
            </a:r>
          </a:p>
        </p:txBody>
      </p:sp>
      <p:sp>
        <p:nvSpPr>
          <p:cNvPr id="9" name="">
            <a:extLst>
              <a:ext uri="{FF2B5EF4-FFF2-40B4-BE49-F238E27FC236}">
                <ns3:creationId id="{E7123213-8929-4958-AB3F-50796460AA2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7B19A0F-4EBD-4C3E-A510-D64AC298EA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CCBA4982-23D8-40D9-9859-19E91F642A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1114040518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9616025386640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7BF0AC-2AA1-4797-BA70-E7D36CF07E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4115FC1-4505-4D73-B35B-F98882A86B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9FFFCA73-774D-483C-BA73-269C5767C0B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1E54A8-2A4C-4D63-8673-15D189C1A65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(3.3−2.0)÷330×1000</a:t>
            </a:r>
          </a:p>
        </p:txBody>
      </p:sp>
      <p:sp>
        <p:nvSpPr>
          <p:cNvPr id="6" name="">
            <a:extLst>
              <a:ext uri="{FF2B5EF4-FFF2-40B4-BE49-F238E27FC236}">
                <ns3:creationId id="{71B1C982-6281-40DC-AC85-EC3378519C4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가정 전류: 3.94mA</a:t>
            </a:r>
          </a:p>
        </p:txBody>
      </p:sp>
      <p:sp>
        <p:nvSpPr>
          <p:cNvPr id="7" name="">
            <a:extLst>
              <a:ext uri="{FF2B5EF4-FFF2-40B4-BE49-F238E27FC236}">
                <ns3:creationId id="{9D512A08-CDCC-44C3-8769-69ADE3AC04B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저항만 연결한 10mA와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9479FE-5D52-4F40-A92A-99742ED203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EBEC745E-9234-49B3-B063-C59839E505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1192475940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82cd48e90bb43e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AB37A0-F5EE-4F1D-B43A-C4AA252B7B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DEB56E1-51FF-4884-AB1E-A80C54D1F8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저항만 연결한 경우와 LED 직렬</a:t>
            </a:r>
          </a:p>
        </p:txBody>
      </p:sp>
      <p:sp>
        <p:nvSpPr>
          <p:cNvPr id="4" name="">
            <a:extLst>
              <a:ext uri="{FF2B5EF4-FFF2-40B4-BE49-F238E27FC236}">
                <ns3:creationId id="{FDF4421F-4466-45ED-8C46-4EA1611A20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ACAD9F-6FE0-4745-B82E-0026405256F6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LED가 있으면 공급 전압 전체를 저항 전압으로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8EC43B-D6BD-488B-AA72-C74A8A20156B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LED의 2.0V는 계산 가정이며 실제 부품 특성표로 확인해야 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4988626"/>
                <a:gridCol w="2915887"/>
                <a:gridCol w="291588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저항 전압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전류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저항만 330Ω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3.3V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10mA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LED 강하 2.0V + 330Ω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1.3V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약3.94mA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LED 강하 2.0V + 660Ω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1.3V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약1.97mA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944EF9A1-28C2-4A2B-BCCC-F648749ED81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60D7D64-051E-4EEB-802A-9659EB3A70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934359275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f8a72bdaf024c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05476B-1CD2-4F84-85E3-A18E1B767E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E9B34F-5391-4B57-958D-189951B887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LED 계산 코드 실행</a:t>
            </a:r>
          </a:p>
        </p:txBody>
      </p:sp>
      <p:sp>
        <p:nvSpPr>
          <p:cNvPr id="4" name="">
            <a:extLst>
              <a:ext uri="{FF2B5EF4-FFF2-40B4-BE49-F238E27FC236}">
                <ns3:creationId id="{0AE06890-54D0-435F-8F94-9C7292D3AD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2A7835E-9209-4E03-85D4-2EBEBF2D5B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code/05_led_calculation.py를 work에 같은 이름으로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BB4CBF-5AAE-4AAC-8BD5-C2889FBF815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work/05_led_calculation.py</a:t>
            </a:r>
          </a:p>
        </p:txBody>
      </p:sp>
      <p:sp>
        <p:nvSpPr>
          <p:cNvPr id="7" name="">
            <a:extLst>
              <a:ext uri="{FF2B5EF4-FFF2-40B4-BE49-F238E27FC236}">
                <ns3:creationId id="{1D722D9C-419C-48E3-85B8-D80D9A446D8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assumed_LED_mA: 3.94입니다.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01A5884-21F4-4D82-9E88-DA4DA4C3F9F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supply_v-led_v를 먼저 계산해 저항 양단의 전압을 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5622B74-1333-48D5-82B5-D4973A6F08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59A9631-2639-4762-94EC-0A75F06E54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62180219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b0c42050dc44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66536E7-7EC1-4F2E-BE4A-6FF1E82B05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BFDAB57-AD4B-4314-81F2-A9AE9372CF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칩·모듈·개발 보드와 핀</a:t>
            </a:r>
          </a:p>
        </p:txBody>
      </p:sp>
      <p:sp>
        <p:nvSpPr>
          <p:cNvPr id="4" name="">
            <a:extLst>
              <a:ext uri="{FF2B5EF4-FFF2-40B4-BE49-F238E27FC236}">
                <ns3:creationId id="{4FB50C35-3EFA-45D6-AF1D-744365F53A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3E9C46-8C3F-45A4-A610-C9C615A420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칩은 계산과 입출력을 담당하는 반도체입니다.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96B5B12-4F16-4AFB-9852-2F2227C3942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모듈은 칩과 주변 부품을 묶고 개발 보드는 연결판을 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0E21A3-DE54-4DA0-B446-7D059AB777F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 단자의 허용 전압이 모든 신호 핀의 허용 전압은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AC5BCDE5-CDC4-4EE4-9763-6335F720579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모델·핀 기능·부품 정격·전류의 돌아오는 길을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BCFCC52-1C59-4E64-9D71-C61EABF72B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EB51D42-A3BC-48B0-BA75-731A2A4E9F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958542107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c4b172d275b4f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E9A490-4F45-422C-9977-FD2FA6EFC2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5A9E58D-67F8-478C-8908-021B64C710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6471A43-3B4A-40AC-8D0A-B5EDCB3CBD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720B976-A05A-4C81-8757-BFE432428FE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ECFE41E-679F-4EF1-9673-622C346977F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12BE914-9EB4-4402-869F-E46DB1BE676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공급 3.3V · LED 가정 1.8V · 저항 500Ω</a:t>
            </a:r>
          </a:p>
        </p:txBody>
      </p:sp>
      <p:sp>
        <p:nvSpPr>
          <p:cNvPr id="8" name="">
            <a:extLst>
              <a:ext uri="{FF2B5EF4-FFF2-40B4-BE49-F238E27FC236}">
                <ns3:creationId id="{D2745EC4-E6FA-4F39-B40C-4338F4936F2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16702B6-4F85-47E0-A6AF-7361A19759A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계산 전류와 GPIO 연결 조건을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20531C9-6551-4327-A37F-E7A8967F14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3A60DA39-0D5B-419D-92F2-1C9A0A8C7D0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569641913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ce56cdf8d044d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29FE01-FE60-43BB-9654-F9DEBDF772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DA582A7-175A-4660-8548-C584D6B6E4F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8272162F-0449-4280-AAA8-77E8DBCCFA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F89524-FCBC-47A1-B126-739F1A0E01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전압: 1.5V</a:t>
            </a:r>
          </a:p>
        </p:txBody>
      </p:sp>
      <p:sp>
        <p:nvSpPr>
          <p:cNvPr id="6" name="">
            <a:extLst>
              <a:ext uri="{FF2B5EF4-FFF2-40B4-BE49-F238E27FC236}">
                <ns3:creationId id="{D54360AC-8006-44EF-B53D-A48F6D170F5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전류: 3mA</a:t>
            </a:r>
          </a:p>
        </p:txBody>
      </p:sp>
      <p:sp>
        <p:nvSpPr>
          <p:cNvPr id="7" name="">
            <a:extLst>
              <a:ext uri="{FF2B5EF4-FFF2-40B4-BE49-F238E27FC236}">
                <ns3:creationId id="{21EE222C-D8B8-4237-A5F9-B7A1E45767D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연결해도 되는지는 보드와 부품의 정격 문서로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12B82F-E410-468C-895C-527C50255A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80E9BA40-F0F7-4AA8-AA73-3381F31651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522292116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5798b56aa9a49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9441E4-7C67-42BB-88C5-48F435824C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EFD2D00-723C-4314-8FDF-9E32546830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6384FFE-8582-4B83-B490-3ED04598D8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F516FC6B-2F90-4386-8BA8-59418FD2E7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2FAEA73-D16C-451C-9AAF-E3AE071268E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C7CFBC-CADE-4D99-B0A7-3765364F929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저항을 660Ω으로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27E837AA-2891-4369-8F1B-B225706E52D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926B904-1566-404D-B940-D5D243B1072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계산 전류는 약 1.97mA입니다.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DD3A343-0BE9-4AC6-9485-6ECBB29FA8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D7478C2A-8287-4D97-8B44-301C17A5DD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329237475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178e92e85de48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88B7DB-0E03-4E19-BCFA-39887001963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8C86E81-EEC6-4539-97CA-BA1DEEEA4F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663C824C-3749-49BB-9EC2-D392670576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640AC31-DF9B-4B47-BF2A-9B5AC8CAFFB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없이 LED를 바로 연결하지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024204-C5A9-4CCC-AFDA-7D08B3AC22D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모델·극성·정격을 확인할 때까지 연결하지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D304B572-D52E-43A5-979F-58158FC5131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20D52B-105F-4720-A3E9-DEFEAC3DC8B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CFDFFF-D860-49AD-86FE-19D97FC988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0ABE232-B9CE-450C-B2B8-69B4C527672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253167293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1268967a53b454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04C36D-D402-403F-A93B-063F2A83EA7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8857D8A-C342-4D11-977E-0DE1614B4CC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신호에서 숫자와 기록으로</a:t>
            </a:r>
          </a:p>
        </p:txBody>
      </p:sp>
      <p:sp>
        <p:nvSpPr>
          <p:cNvPr id="4" name="">
            <a:extLst>
              <a:ext uri="{FF2B5EF4-FFF2-40B4-BE49-F238E27FC236}">
                <ns3:creationId id="{52AECC76-3A99-409E-ADE8-73872B4AD00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EF43C97A-A6C8-402B-8196-40C54EBE295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A07~A09: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5EBE0D-8995-43E8-BAA1-FDABAE8178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E4B2D8B4-5144-4300-A371-794CBBA5E5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790914013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c9b02970ca443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903EC9-2B6C-443F-B073-8D42B37070D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B037FAA-939C-4A92-A872-BDA9DA76AE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아날로그 신호와 ADC</a:t>
            </a:r>
          </a:p>
        </p:txBody>
      </p:sp>
      <p:sp>
        <p:nvSpPr>
          <p:cNvPr id="4" name="">
            <a:extLst>
              <a:ext uri="{FF2B5EF4-FFF2-40B4-BE49-F238E27FC236}">
                <ns3:creationId id="{BB8A2A6C-9D55-4157-8497-0A9EAE644A6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4F3D8F-C324-4867-B219-D362FD289A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전압이 연속적으로 바뀔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8538C6-10E4-4B46-BE15-8055085CB6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ADC가 제한된 숫자 단계로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52C3CC-DA1C-4606-847D-305C2904B8D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ADC는 아날로그 값을 디지털 코드로 바꾸는 변환기입니다.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0ADF322-3E01-4442-A66D-253B9120875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단계 수가 많아도 잡음과 오차가 없어지는 것은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A24585A9-0E03-46EA-9E73-8810181424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3B860670-FE8D-4588-9A5E-43B6D2B6AB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260791253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cc537b27f2643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70AE9D-C3B7-4899-904D-4933A6CE4D6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71E3735-FE27-4375-BCC8-FF43C1BBA6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ADC 코드와 온도 단위</a:t>
            </a:r>
          </a:p>
        </p:txBody>
      </p:sp>
      <p:sp>
        <p:nvSpPr>
          <p:cNvPr id="4" name="">
            <a:extLst>
              <a:ext uri="{FF2B5EF4-FFF2-40B4-BE49-F238E27FC236}">
                <ns3:creationId id="{0C49DFD4-6BFD-4679-9BAA-89E2A6EEFE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D20AEF-F1D3-4832-82FE-03FE8E6FEE4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 환산과 센서 변환식이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3C61DB-C914-4500-B5D7-9F81311E462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단위를 확인하고 기록합니다.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08738FC-634A-4794-B42E-32538369E81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2048은 ADC가 내놓은 숫자 단계이며 2048℃가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38F8F6E2-46A6-4F49-8E20-8870F46B02C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전압으로 환산한 다음 센서의 변환 규칙이 있어야 온도로 바꿀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0E1559F-94A6-45AC-B5D0-799E443219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AECD145-3AFB-4A88-97C2-E945AFC469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419292256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96b0579bb1542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3A8EA4-5F66-4CB8-8A23-73D43C7E97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94807EE-EE1A-4840-A605-970519542E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이상적 ADC 환산 모델</a:t>
            </a:r>
          </a:p>
        </p:txBody>
      </p:sp>
      <p:sp>
        <p:nvSpPr>
          <p:cNvPr id="4" name="">
            <a:extLst>
              <a:ext uri="{FF2B5EF4-FFF2-40B4-BE49-F238E27FC236}">
                <ns3:creationId id="{68C3A728-4150-4C70-B1F7-A72B332CF44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169FBBA-F268-4EF7-A066-6992EF47969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가정: 0~3.3V ↔ 코드 0~4095</a:t>
            </a:r>
          </a:p>
        </p:txBody>
      </p:sp>
      <p:sp>
        <p:nvSpPr>
          <p:cNvPr id="6" name="">
            <a:extLst>
              <a:ext uri="{FF2B5EF4-FFF2-40B4-BE49-F238E27FC236}">
                <ns3:creationId id="{1E71D280-7190-490E-9170-A05FC0618B6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2048÷4095×3.3 ≈ 1.6504V</a:t>
            </a:r>
          </a:p>
        </p:txBody>
      </p:sp>
      <p:sp>
        <p:nvSpPr>
          <p:cNvPr id="7" name="">
            <a:extLst>
              <a:ext uri="{FF2B5EF4-FFF2-40B4-BE49-F238E27FC236}">
                <ns3:creationId id="{5859BA87-BD6B-48E0-A0E0-2BAF807AEF5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4095는 이 가정에서 최대 코드이며 온도 단위가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E3858E9F-D4C5-41E7-8A2F-EAF11AC647A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범위·감쇠 설정·교정은 이 단순 환산식과 따로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0312F73-9CC7-46B5-965F-2AA4C9B443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A7F1A16-6B02-4254-A98F-9DA880D6DD4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19972913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a274a6a46f244a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260DFD-3F51-446C-88F1-144DCC3091A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0C13DC7-AA77-42D5-9A0F-A4747B4165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ADC의 교정 조건</a:t>
            </a:r>
          </a:p>
        </p:txBody>
      </p:sp>
      <p:sp>
        <p:nvSpPr>
          <p:cNvPr id="4" name="">
            <a:extLst>
              <a:ext uri="{FF2B5EF4-FFF2-40B4-BE49-F238E27FC236}">
                <ns3:creationId id="{FD279884-9E88-49D6-B37E-F03DDC9E82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28D5CB3-D8CF-49BC-A618-C5930A607AD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분해능 설정 · 감쇠 · 오차 · 교정</a:t>
            </a:r>
          </a:p>
        </p:txBody>
      </p:sp>
      <p:sp>
        <p:nvSpPr>
          <p:cNvPr id="6" name="">
            <a:extLst>
              <a:ext uri="{FF2B5EF4-FFF2-40B4-BE49-F238E27FC236}">
                <ns3:creationId id="{16CF9778-CC2A-4ECD-86C9-250B35745AC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이상적 계산을 실물 교정값으로 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4FE9ABC-D513-406E-A5CA-F82059C0CD7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범위와 설정은 실제 보드 문서로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08DD92B-1A5C-412F-AE64-8B9D0DE945D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기준값과 비교한 오차를 기록해야 실제 측정 정확도를 설명할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ED7851C-1034-4C52-AE2E-952D241271E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7A459242-C636-478A-BD5A-D33AC02DBC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388664968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aeee4a63f364a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C0728F-F83A-4D5B-A9A7-D9BF337D00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D921280-F675-42BD-95E1-725BE0E5A06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기록의 JSON 구조</a:t>
            </a:r>
          </a:p>
        </p:txBody>
      </p:sp>
      <p:sp>
        <p:nvSpPr>
          <p:cNvPr id="4" name="">
            <a:extLst>
              <a:ext uri="{FF2B5EF4-FFF2-40B4-BE49-F238E27FC236}">
                <ns3:creationId id="{43643097-8408-4678-BF97-AC0990626B1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7BF5BBD-253C-4980-B49B-5B45C44F957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 · seq · temperature_c</a:t>
            </a:r>
          </a:p>
        </p:txBody>
      </p:sp>
      <p:sp>
        <p:nvSpPr>
          <p:cNvPr id="6" name="">
            <a:extLst>
              <a:ext uri="{FF2B5EF4-FFF2-40B4-BE49-F238E27FC236}">
                <ns3:creationId id="{B3D424EC-E8EB-46EB-A9D2-455557FA88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단위는 ℃로 약속합니다.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C49C155-90A6-417A-A54F-B5598DDA9D0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sensor_id는 장치 이름, seq는 기록 순번입니다.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9E67B9C-832F-4BEE-BACD-3661DEE7545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temperature_c의 숫자·null·문자열을 다르게 처리합니다.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F905E1D-D0A3-453E-BA94-415425BCCC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3FE7CB89-C35F-488A-85F6-4A6C733867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2029818064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f13056824e3487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A9F17D-FC94-4A2C-91A8-8F3AA60097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E3072C1-1FB1-41D8-AE68-EDE572AF40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숫자·결측·문자열</a:t>
            </a:r>
          </a:p>
        </p:txBody>
      </p:sp>
      <p:sp>
        <p:nvSpPr>
          <p:cNvPr id="4" name="">
            <a:extLst>
              <a:ext uri="{FF2B5EF4-FFF2-40B4-BE49-F238E27FC236}">
                <ns3:creationId id="{1E6D624E-E75A-47DF-9857-19B183087EE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76233A0-DEBB-4D30-A6E5-14AC156F5CE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0: 숫자 온도 · null: 미측정</a:t>
            </a:r>
          </a:p>
        </p:txBody>
      </p:sp>
      <p:sp>
        <p:nvSpPr>
          <p:cNvPr id="6" name="">
            <a:extLst>
              <a:ext uri="{FF2B5EF4-FFF2-40B4-BE49-F238E27FC236}">
                <ns3:creationId id="{8E88A1FF-E7EB-4A9B-A07C-6350F59042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"0": 문자열이라 현재 입력 규칙에서 invalid</a:t>
            </a:r>
          </a:p>
        </p:txBody>
      </p:sp>
      <p:sp>
        <p:nvSpPr>
          <p:cNvPr id="7" name="">
            <a:extLst>
              <a:ext uri="{FF2B5EF4-FFF2-40B4-BE49-F238E27FC236}">
                <ns3:creationId id="{667396BC-3E0C-4DEC-AE9D-1ED8F36A24F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 null은 Python으로 읽으면 None이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CE8895-1541-4A8B-B859-02398207B28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문자열을 자동 숫자로 바꾸는 규칙은 현재 센서 판정 코드에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51C6A2-6D49-4015-A15B-246BBE25D2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7185B6A-4762-43DB-9BBC-A83EF27070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051455394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e5e5ae81e82f48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724F98-4ADA-4735-8E8B-039107DCE6F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E428250-8AA9-46D7-AFB2-7DEF6D17260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판단 코드 예제</a:t>
            </a:r>
          </a:p>
        </p:txBody>
      </p:sp>
      <p:sp>
        <p:nvSpPr>
          <p:cNvPr id="4" name="">
            <a:extLst>
              <a:ext uri="{FF2B5EF4-FFF2-40B4-BE49-F238E27FC236}">
                <ns3:creationId id="{AEB193CB-0686-4B39-8283-1B3D040FE7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AB904A5-329C-42A7-8614-19C248827DE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2ED1C6C-4767-461B-A003-19A92DC23994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83384FD-3055-4C6D-93E4-C891441D8A4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 = 28.0</a:t>
            </a:r>
          </a:p>
        </p:txBody>
      </p:sp>
      <p:sp>
        <p:nvSpPr>
          <p:cNvPr id="8" name="">
            <a:extLst>
              <a:ext uri="{FF2B5EF4-FFF2-40B4-BE49-F238E27FC236}">
                <ns3:creationId id="{02530E90-50B7-4E9A-AC88-771F08B13BD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ADACE7B-C2B3-4296-A22E-156763A0FE3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EFB9275A-4977-4D6E-9ADD-369AB8BF870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53F9F16-47CF-4F0A-B1F8-2D9A35750A0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"missing"</a:t>
            </a:r>
          </a:p>
        </p:txBody>
      </p:sp>
      <p:sp>
        <p:nvSpPr>
          <p:cNvPr id="12" name="">
            <a:extLst>
              <a:ext uri="{FF2B5EF4-FFF2-40B4-BE49-F238E27FC236}">
                <ns3:creationId id="{41C185B0-194A-460B-BC38-E7F4C745C42F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8D685A4-2196-4C85-9157-ECA26D3DCC9E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type(value) not in (int, float):</a:t>
            </a:r>
          </a:p>
        </p:txBody>
      </p:sp>
      <p:sp>
        <p:nvSpPr>
          <p:cNvPr id="14" name="">
            <a:extLst>
              <a:ext uri="{FF2B5EF4-FFF2-40B4-BE49-F238E27FC236}">
                <ns3:creationId id="{0D6E1887-2F08-47C8-9BCD-9FB3ED4D80A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5F4B062E-0853-439B-92A8-458FEFA6A640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"invalid"</a:t>
            </a:r>
          </a:p>
        </p:txBody>
      </p:sp>
      <p:sp>
        <p:nvSpPr>
          <p:cNvPr id="16" name="">
            <a:extLst>
              <a:ext uri="{FF2B5EF4-FFF2-40B4-BE49-F238E27FC236}">
                <ns3:creationId id="{90F17D74-5460-435A-B795-E49A97EEE9FC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A124720A-F518-41C1-B15B-C7DE72898931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value &gt;= 28.0:</a:t>
            </a:r>
          </a:p>
        </p:txBody>
      </p:sp>
      <p:sp>
        <p:nvSpPr>
          <p:cNvPr id="18" name="">
            <a:extLst>
              <a:ext uri="{FF2B5EF4-FFF2-40B4-BE49-F238E27FC236}">
                <ns3:creationId id="{F8CA6782-439B-4A9C-B99E-507E8A9D1139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E56F69B2-BDF2-4513-9207-D416B77C07AE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"alert"</a:t>
            </a:r>
          </a:p>
        </p:txBody>
      </p:sp>
      <p:sp>
        <p:nvSpPr>
          <p:cNvPr id="20" name="">
            <a:extLst>
              <a:ext uri="{FF2B5EF4-FFF2-40B4-BE49-F238E27FC236}">
                <ns3:creationId id="{2617D065-63E9-43AE-859B-A866247F7D14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4FE6E7C3-A546-4475-87A5-46D9B5A51BB2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22" name="">
            <a:extLst>
              <a:ext uri="{FF2B5EF4-FFF2-40B4-BE49-F238E27FC236}">
                <ns3:creationId id="{3B78113C-AA9D-4485-8FFC-0247F6C061B3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E0A5CE7F-9309-4683-ADB6-456BFFCD55FA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"normal"</a:t>
            </a:r>
          </a:p>
        </p:txBody>
      </p:sp>
      <p:sp>
        <p:nvSpPr>
          <p:cNvPr id="24" name="">
            <a:extLst>
              <a:ext uri="{FF2B5EF4-FFF2-40B4-BE49-F238E27FC236}">
                <ns3:creationId id="{3F319301-C71A-4F79-9AB2-A1D14E55E011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ABE70D73-EECE-430A-9478-1FA89DC631D4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print(state)</a:t>
            </a:r>
          </a:p>
        </p:txBody>
      </p:sp>
      <p:sp>
        <p:nvSpPr>
          <p:cNvPr id="26" name="">
            <a:extLst>
              <a:ext uri="{FF2B5EF4-FFF2-40B4-BE49-F238E27FC236}">
                <ns3:creationId id="{7F7DBE91-2D4F-47E8-A780-37DB389F0E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7" name="">
            <a:extLst>
              <a:ext uri="{FF2B5EF4-FFF2-40B4-BE49-F238E27FC236}">
                <ns3:creationId id="{142C3D28-5B48-4F8F-9830-0DDBD2F5536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185742849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2ed467898db49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2BE331-044D-41A8-8801-36FEAD0D7A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11F862C-3776-481A-BE2C-409D4B888AC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BCFE7CC2-BCD8-459F-B9CE-D5D7AC0E67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1CE5BF-D259-4DA2-91DF-6E457DC90AA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1~3행: 입력과 누락을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4360998-F1CA-42DC-961A-23581C13148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4~5행: 숫자 자료형을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D813F79-D39C-433C-97B1-0327F6CC406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6~9행: 경계에 맞게 상태를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F635AD7-86B8-496E-AA3A-2101947D66D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10행: 상태를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2E17984-FE05-4702-8366-178336767C7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C354BD5-DCAA-4B5C-87FC-82132BD0E6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900965786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3065b94df05495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FBDF15-8CA0-436A-8281-C2DB5BEB92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418BFA3-4C13-4FEB-9FB1-482CD7AA32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B2C9DD02-BB65-4051-98A8-CAC283CFCB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DC75B6-3D88-4593-A878-E7C8AC7278D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7F95A11B-B2FC-45A5-B7B1-344D4861D84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C7C9E81-78AF-45B5-A591-316842E278E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work/sensor_state.py</a:t>
            </a:r>
          </a:p>
        </p:txBody>
      </p:sp>
      <p:sp>
        <p:nvSpPr>
          <p:cNvPr id="8" name="">
            <a:extLst>
              <a:ext uri="{FF2B5EF4-FFF2-40B4-BE49-F238E27FC236}">
                <ns3:creationId id="{5C363820-CA8C-4DFA-92E0-6E303D9B5E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work/sensor_state.py</a:t>
            </a:r>
          </a:p>
        </p:txBody>
      </p:sp>
      <p:sp>
        <p:nvSpPr>
          <p:cNvPr id="9" name="">
            <a:extLst>
              <a:ext uri="{FF2B5EF4-FFF2-40B4-BE49-F238E27FC236}">
                <ns3:creationId id="{17E81D1F-DD98-4726-B65D-6800E60ED13C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0E90098-94A1-43B1-A272-47A25E9537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58B62DDD-7C77-42F7-9768-2A895DC13F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256287992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a01e2f2de5b41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64D7A8-42C8-4B66-AD7C-7F3FCF0C47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CE875F1-7D59-44D2-AC0E-FBD136E038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E9713564-0AC4-4CC2-9E1F-3377632277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12CE823-A2B4-4254-9BFB-EA6A59FFC46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입력: 숫자 28.0</a:t>
            </a:r>
          </a:p>
        </p:txBody>
      </p:sp>
      <p:sp>
        <p:nvSpPr>
          <p:cNvPr id="6" name="">
            <a:extLst>
              <a:ext uri="{FF2B5EF4-FFF2-40B4-BE49-F238E27FC236}">
                <ns3:creationId id="{1ED2100C-D6C5-403F-B45D-E5585DD6396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출력: alert</a:t>
            </a:r>
          </a:p>
        </p:txBody>
      </p:sp>
      <p:sp>
        <p:nvSpPr>
          <p:cNvPr id="7" name="">
            <a:extLst>
              <a:ext uri="{FF2B5EF4-FFF2-40B4-BE49-F238E27FC236}">
                <ns3:creationId id="{5C9AC841-7DD5-4904-B110-41B5B5E0175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28.0은 이상 조건에 포함됩니다.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3E07C1-1C55-4B22-AEFB-8C64A767EC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7D384A11-5E79-43A3-8E05-F0D54B2FD5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305370861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f217df5cada4f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6E3FD3-F293-497F-9CFB-7533E81885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8F16F7A-2BDF-4CC2-AE74-CAE3759DA2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센서 JSON을 실제로 재생</a:t>
            </a:r>
          </a:p>
        </p:txBody>
      </p:sp>
      <p:sp>
        <p:nvSpPr>
          <p:cNvPr id="4" name="">
            <a:extLst>
              <a:ext uri="{FF2B5EF4-FFF2-40B4-BE49-F238E27FC236}">
                <ns3:creationId id="{C5B41D70-BE63-49C7-A83E-13A0885A81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470CD1-B90E-4664-9F4B-0BFEEA5A8FC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입력은 data/sensor_samples.json입니다. 센서 측정 파일이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16015732-A652-4C8A-8F42-553B2EB6A56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code/02_sensor_replay.py를 work에 같은 이름으로 복사합니다.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D6FB3D4-3A71-443E-B31B-02C803ADDD3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work/02_sensor_replay.py</a:t>
            </a:r>
          </a:p>
        </p:txBody>
      </p:sp>
      <p:sp>
        <p:nvSpPr>
          <p:cNvPr id="8" name="">
            <a:extLst>
              <a:ext uri="{FF2B5EF4-FFF2-40B4-BE49-F238E27FC236}">
                <ns3:creationId id="{C30971D3-2B47-44FA-998D-6A396EBA7CE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seq 순서에 따라 값과 상태가 한 줄씩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8059B4E-4147-441C-8DB2-7529A93A7A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B508CCB-B4AA-4157-AF17-16333D9B3E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577442616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2c18d47f1fc4d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876ED3-C2E2-46B2-8828-CE01757780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FE9D008-50AA-43BA-A1C7-2817CA2FEC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JSON의 다섯 결과</a:t>
            </a:r>
          </a:p>
        </p:txBody>
      </p:sp>
      <p:sp>
        <p:nvSpPr>
          <p:cNvPr id="4" name="">
            <a:extLst>
              <a:ext uri="{FF2B5EF4-FFF2-40B4-BE49-F238E27FC236}">
                <ns3:creationId id="{A927B299-91A1-4986-9FAC-3F28A834BB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FAA4F0B-FE34-47C3-BB6F-0ACA7DC6421F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따옴표로 감싼 숫자 모양의 글자와 실제 숫자를 구분합니다.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127BD2-DF7A-4255-8239-3E5032322F8A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이 예에는 센서를 읽는 함수가 없고 파일 값을 판단합니다.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3114675"/>
        </p:xfrm>
        <a:graphic>
          <a:graphicData uri="http://schemas.openxmlformats.org/drawingml/2006/table">
            <a:tbl>
              <a:tblPr firstRow="1" bandRow="0"/>
              <a:tblGrid>
                <a:gridCol w="2525940"/>
                <a:gridCol w="4622779"/>
                <a:gridCol w="3671681"/>
              </a:tblGrid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seq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 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normal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alert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 → 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missing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normal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 "29.0"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invalid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039471A0-58D0-45D8-BBDC-ABEE1B6FF52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4DCD6A84-FCC0-4C63-8902-37CACF99610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841704003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fe6f0d05e804b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6CB053-CFE5-4628-B448-305E83AE67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FEA56D3-6E91-4C87-A7F9-81A918F5AF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숫자와 문자열을 고르는 기호</a:t>
            </a:r>
          </a:p>
        </p:txBody>
      </p:sp>
      <p:sp>
        <p:nvSpPr>
          <p:cNvPr id="4" name="">
            <a:extLst>
              <a:ext uri="{FF2B5EF4-FFF2-40B4-BE49-F238E27FC236}">
                <ns3:creationId id="{8550DFE8-06BD-4697-B584-9763EB64B1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E39B04-ED8E-4E8D-9794-4A60EA70DD9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값이 없다는 Python 표현이고 JSON에서는 null입니다.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27873C-0B54-485F-AE63-B8BFBDB4115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type(value)는 값이 숫자인지 문자열인지 자료형을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956720-EFFA-4813-8440-48FC3791186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elif는 앞 조건이 맞지 않을 때 다음 조건을 검사합니다.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DB8D385-23CF-4790-B2AA-3D3E9BD326B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&gt;= 28.0은 28.0과 그보다 큰 숫자를 alert로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79B3BA6-9711-4012-B08A-77CE5E07B2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FB9F763-284E-415F-ADD9-D348172EBC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429934961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cd73b9b2d9945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4A1214-3481-4F8C-8D73-7D75BACED6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B8A3092-2D11-4ED0-B23D-1CDFCE185B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405AA6F-ED28-474B-A99B-8FE7E14B85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CBE6829-8478-4D54-A34C-558FF5E089C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4DC1EAE-D1EE-45FB-9293-98B18A8BF5E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CF5B3CE-2E7D-4316-AEEF-F80B6E94506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0 · None · "0"의 상태는?</a:t>
            </a:r>
          </a:p>
        </p:txBody>
      </p:sp>
      <p:sp>
        <p:nvSpPr>
          <p:cNvPr id="8" name="">
            <a:extLst>
              <a:ext uri="{FF2B5EF4-FFF2-40B4-BE49-F238E27FC236}">
                <ns3:creationId id="{DED97880-B79C-4BCC-BD69-273FECC860A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6886476-6DE0-4065-91F0-9C88F58F44B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누락을 0으로 바꾸면 어떤 문제가 생기나요?</a:t>
            </a:r>
          </a:p>
        </p:txBody>
      </p:sp>
      <p:sp>
        <p:nvSpPr>
          <p:cNvPr id="10" name="">
            <a:extLst>
              <a:ext uri="{FF2B5EF4-FFF2-40B4-BE49-F238E27FC236}">
                <ns3:creationId id="{3B78F1C5-AF12-440A-B164-12E2BC83BA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BB7C87B2-6CF1-418E-89B5-6921D40C66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741689237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dba27f46ffc4b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1083AD5-4733-4ACD-A89E-BBBF148932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6422BD7-1B88-4971-9CC8-9E96975F97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46139C98-AF66-4C5F-B840-0CDC3B0285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791B890-9F9A-4B5C-8CEB-3D2D2FF768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 → normal · None → missing</a:t>
            </a:r>
          </a:p>
        </p:txBody>
      </p:sp>
      <p:sp>
        <p:nvSpPr>
          <p:cNvPr id="6" name="">
            <a:extLst>
              <a:ext uri="{FF2B5EF4-FFF2-40B4-BE49-F238E27FC236}">
                <ns3:creationId id="{EDE22B14-C059-4859-9189-4139002E42A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"0" → invalid</a:t>
            </a:r>
          </a:p>
        </p:txBody>
      </p:sp>
      <p:sp>
        <p:nvSpPr>
          <p:cNvPr id="7" name="">
            <a:extLst>
              <a:ext uri="{FF2B5EF4-FFF2-40B4-BE49-F238E27FC236}">
                <ns3:creationId id="{3E6DBD03-B48D-4906-85E0-9D912303FDC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영도와 미측정을 구별해야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609C77A-98B9-42DA-9991-4345EDAEB6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34CB459F-3595-4235-A1D8-A364B495EF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733300133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7a119289c9a47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B4555E-A2B1-4AAD-8FB3-9FF0C31B8A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C64D9E4-1D0C-4FF5-B557-C9A3D023525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3EA2920-5365-4B7B-9C4A-11861D8548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AE227D93-B177-4277-A949-BEF371C3DC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99F5BCB-227A-4F73-A8D4-96E27AA9960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A821A03-600A-4D93-962C-686AC69B40D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value를 27.9로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B463DCAC-57C1-4A9D-A4E6-5711F90EF35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EF378E8-51A1-4FC2-B456-F8FBF88D331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출력은 normal입니다.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84E1AB8-6937-4074-BA2A-A452F60CDC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1176C4BC-CE13-4CA8-BB14-958596209A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626382286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18716b41cd7465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79F0CE-0A2F-44D0-8D48-F9924E9D970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24E362-355A-42CC-9B91-84271A5E01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C576E44F-2FAA-4927-B8FF-47A2A33DF3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C6B60C9-F10A-45EC-9717-04F660277AA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"28.0"은 숫자 28.0과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4BE4576-F74F-4A4B-BC81-E358AB33E8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값을 확인하고 정한 변환 규칙에 따라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EC922A5-09E2-4261-96DB-EDB79D5D24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2A5125-9C47-4DFA-BF38-3D546BC014C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26DB7F0-B478-4379-A52A-CB5C3EC12B4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711019E-CF9D-41D0-A798-47DE5B4C29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44427911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46b2d3294c346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8807BA9-0461-4AB4-ADDC-C1DCCD2FB66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83893DB1-8F13-4579-9EAE-B49BD3C9649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경계와 상태 기억하기</a:t>
            </a:r>
          </a:p>
        </p:txBody>
      </p:sp>
      <p:sp>
        <p:nvSpPr>
          <p:cNvPr id="4" name="">
            <a:extLst>
              <a:ext uri="{FF2B5EF4-FFF2-40B4-BE49-F238E27FC236}">
                <ns3:creationId id="{5F48BA78-5F7C-4BEC-B255-DA3FCA58AD0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D36E813-C440-4C45-9788-EF70C90BE2E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A10~A12: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60B458-2387-4C8E-9E73-192130177C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4B671C47-5507-414A-B113-467133285A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16018396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44d342f527d43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3C480A-7838-4224-AC7C-5B264D40000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D0DD21A-1842-4A10-9863-34E3FCAA8A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문턱의 상태 흔들림</a:t>
            </a:r>
          </a:p>
        </p:txBody>
      </p:sp>
      <p:sp>
        <p:nvSpPr>
          <p:cNvPr id="4" name="">
            <a:extLst>
              <a:ext uri="{FF2B5EF4-FFF2-40B4-BE49-F238E27FC236}">
                <ns3:creationId id="{FCDEF841-F8C3-4A42-84CF-5B6D4B2984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F498324-2CA0-49AE-8F8C-31B8734D544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27.9↔28.1을 오가면 상태가 반복 변경됩니다.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D697A3-6492-4245-A919-8768CB053BB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상태를 함께 볼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10C8675-4D23-418E-9AEF-0AEC858BB32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값이 경계 근처에서 흔들리면 알림도 자주 바뀔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68CE6B1-BEAD-4EB5-962D-9DE03258E81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켜는 기준과 끄는 기준을 다르게 두는 방법을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D6C9166-DA3A-4D4D-B28F-27AEBC8833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F160C78-24CA-44A2-B993-3F5B9613C8C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883310587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93b8ff98a8244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715CB8-23D2-42E0-B595-06B7C73410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03F68F-8CB6-4352-A546-358B26E947D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켜짐·꺼짐의 두 문턱</a:t>
            </a:r>
          </a:p>
        </p:txBody>
      </p:sp>
      <p:sp>
        <p:nvSpPr>
          <p:cNvPr id="4" name="">
            <a:extLst>
              <a:ext uri="{FF2B5EF4-FFF2-40B4-BE49-F238E27FC236}">
                <ns3:creationId id="{66605A85-9F7D-4BE7-93B4-25A35E8F19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64536BD-C696-4434-AA26-80B9521959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 이상이면 켜짐</a:t>
            </a:r>
          </a:p>
        </p:txBody>
      </p:sp>
      <p:sp>
        <p:nvSpPr>
          <p:cNvPr id="6" name="">
            <a:extLst>
              <a:ext uri="{FF2B5EF4-FFF2-40B4-BE49-F238E27FC236}">
                <ns3:creationId id="{79E0E608-1C85-4C79-A234-BCA751B19C2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27.5 이하이면 꺼짐</a:t>
            </a:r>
          </a:p>
        </p:txBody>
      </p:sp>
      <p:sp>
        <p:nvSpPr>
          <p:cNvPr id="7" name="">
            <a:extLst>
              <a:ext uri="{FF2B5EF4-FFF2-40B4-BE49-F238E27FC236}">
                <ns3:creationId id="{E2A31A9D-5506-4A73-9515-238B569A3AC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사이에서는 이전 상태를 유지하는 히스테리시스 규칙입니다.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AC6BA59-6163-41CB-8839-08F24FBC2C7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&gt;=와 &lt;=에 등호가 있으므로 28.0과 27.5도 경계 조건에 포함됩니다.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F80B082-54A0-40DA-991F-11CEB32544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A0DA815-D8BA-49BB-85F7-4536568583E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522188375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edab0154a3c41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D7DEE6-FAF2-4332-A2AC-670636CA3A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2D80BFB-36E4-4689-9EF2-F2AF4A9C19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구간과 이전 상태</a:t>
            </a:r>
          </a:p>
        </p:txBody>
      </p:sp>
      <p:sp>
        <p:nvSpPr>
          <p:cNvPr id="4" name="">
            <a:extLst>
              <a:ext uri="{FF2B5EF4-FFF2-40B4-BE49-F238E27FC236}">
                <ns3:creationId id="{D39E4B93-E5B7-4942-906C-863C4EB9713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E6F656D-56BE-4FEC-8C69-EEA917CACB6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27.5 초과·28.0 미만</a:t>
            </a:r>
          </a:p>
        </p:txBody>
      </p:sp>
      <p:sp>
        <p:nvSpPr>
          <p:cNvPr id="6" name="">
            <a:extLst>
              <a:ext uri="{FF2B5EF4-FFF2-40B4-BE49-F238E27FC236}">
                <ns3:creationId id="{4D41B328-A8C4-4A5E-8B00-431ACC555FF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바로 이전 상태를 그대로 둡니다.</a:t>
            </a:r>
          </a:p>
        </p:txBody>
      </p:sp>
      <p:sp>
        <p:nvSpPr>
          <p:cNvPr id="7" name="">
            <a:extLst>
              <a:ext uri="{FF2B5EF4-FFF2-40B4-BE49-F238E27FC236}">
                <ns3:creationId id="{1756B9E7-F5EA-47C3-835D-D9F40335236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27.7은 직전 True이면 True, 직전 False이면 False입니다.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D56F91-789C-4DE3-95FD-933F25A3CB9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입력에도 이전 상태에 따라 결과가 다르다는 점을 기록합니다.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0B4BF86-C50B-4A16-9737-06230FAC9B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78A2E3A-A77A-478A-962F-DBB6CBB5C9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2131411114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bcddacbf4d145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106C35-9C0D-4890-A874-23B8B140CF9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B9B4C72-B49E-4FD4-841E-E64A8E1C3C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상태의 영향</a:t>
            </a:r>
          </a:p>
        </p:txBody>
      </p:sp>
      <p:sp>
        <p:nvSpPr>
          <p:cNvPr id="4" name="">
            <a:extLst>
              <a:ext uri="{FF2B5EF4-FFF2-40B4-BE49-F238E27FC236}">
                <ns3:creationId id="{68DD0331-8AFF-4B75-8A67-8021D7035B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6FAD4AB-459D-4D23-9758-ED5CF7E8392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alert=False로 시작합니다.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59233AE-BCAA-4F59-9DE0-742647E96C4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값이 중간이면 초기 상태가 유지됩니다.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87D703-97CA-4790-8FC8-FA59CB1E08F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실행은 직전 프로그램의 상태를 자동으로 이어받지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40A734-B10C-4CAF-BB7E-7306B88B22A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값부터 시작하는 시험에는 초기 상태도 적어야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DB13F75-E4AC-4097-9B6C-B6C9AE10F3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CA7E0AC-36AA-4D1A-BCBC-E758F68EFF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508650871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8ddb40054974b1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0C0B51-8203-44C0-8A82-F7E78083D4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F4D573A-4B1A-417E-A993-D8A2A16D5C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결측과 상태 유지</a:t>
            </a:r>
          </a:p>
        </p:txBody>
      </p:sp>
      <p:sp>
        <p:nvSpPr>
          <p:cNvPr id="4" name="">
            <a:extLst>
              <a:ext uri="{FF2B5EF4-FFF2-40B4-BE49-F238E27FC236}">
                <ns3:creationId id="{D9E63733-F61E-480B-BCF7-41EDA0F9B30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3BC7FE-63BF-483C-B8EB-1C9BC974249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missing · no command를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5B8825-A08C-4273-BF99-48A4BC0157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내부 상태와 측정 유효성을 구분합니다.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6CA673-3C40-45C7-8D90-D67681A0D33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온도가 없으므로 새 온도 판정이나 장치 명령을 내리지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31B6A5-2105-439E-8F9B-16EBAAE2EF4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장비의 고장 안전 동작은 별도로 정해야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A3FCD84-DA5D-4B56-88B9-4A784D417D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CF7E4C0-A120-4D1B-91B4-D0C98B371A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36383267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3801aa2fb9a43f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68DD81-4DD7-4363-8D72-FB2A497BD40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EAC6C5-1440-4C24-B219-7316E30B03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원시값과 판단 기록</a:t>
            </a:r>
          </a:p>
        </p:txBody>
      </p:sp>
      <p:sp>
        <p:nvSpPr>
          <p:cNvPr id="4" name="">
            <a:extLst>
              <a:ext uri="{FF2B5EF4-FFF2-40B4-BE49-F238E27FC236}">
                <ns3:creationId id="{61EF9AEC-DC90-40F7-8627-A25A2ACAA8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DFD0071-2ECB-4399-A27F-0A4040019A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순번 · 입력값 · 이전 상태 · 새 상태</a:t>
            </a:r>
          </a:p>
        </p:txBody>
      </p:sp>
      <p:sp>
        <p:nvSpPr>
          <p:cNvPr id="6" name="">
            <a:extLst>
              <a:ext uri="{FF2B5EF4-FFF2-40B4-BE49-F238E27FC236}">
                <ns3:creationId id="{46E9BB44-C304-4A74-925D-40CBB00B422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 상태가 유지됐는지 다시 읽을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4152D6B-B15A-4DC8-8170-79156BADFED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입력만 기록하면 초기 상태 때문에 달라진 결과를 설명하기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424634-79E1-40F7-A552-2CADDE924F1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결측 줄에는 온도 대신 누락 상태와 명령 없음도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3E59365-4DB8-4D73-A45F-D8CF98BCA7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198A665-947B-4E90-B87F-159CAC1635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275353278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c67c8b43908d4f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3FF704-6767-4AA4-BF86-D3A885B482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4E33277-26F2-4CC2-AF56-258CD4A8F5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히스테리시스 추적 예제</a:t>
            </a:r>
          </a:p>
        </p:txBody>
      </p:sp>
      <p:sp>
        <p:nvSpPr>
          <p:cNvPr id="4" name="">
            <a:extLst>
              <a:ext uri="{FF2B5EF4-FFF2-40B4-BE49-F238E27FC236}">
                <ns3:creationId id="{9506AF47-25BB-4A5C-8F41-56E67E7223A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3BAD5D-B9F8-45AD-80FE-F9CE8279D41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D3EF7F1-7AFC-419D-BCB2-597749E4BFB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7873FE6-1104-4B7A-A6B8-AF060E0E1DC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values = [27.8, 28.1, 27.9, 27.4]</a:t>
            </a:r>
          </a:p>
        </p:txBody>
      </p:sp>
      <p:sp>
        <p:nvSpPr>
          <p:cNvPr id="8" name="">
            <a:extLst>
              <a:ext uri="{FF2B5EF4-FFF2-40B4-BE49-F238E27FC236}">
                <ns3:creationId id="{0F0EE6CE-F03D-4244-8D7B-DC6F8824CD9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A892A6A-C9A5-433B-B20B-FAFC86C96ED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alert = False</a:t>
            </a:r>
          </a:p>
        </p:txBody>
      </p:sp>
      <p:sp>
        <p:nvSpPr>
          <p:cNvPr id="10" name="">
            <a:extLst>
              <a:ext uri="{FF2B5EF4-FFF2-40B4-BE49-F238E27FC236}">
                <ns3:creationId id="{8602496D-90C0-4091-A278-8BBAE57DC14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630DABE-BAF8-43A3-A657-60370D6A834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value in values:</a:t>
            </a:r>
          </a:p>
        </p:txBody>
      </p:sp>
      <p:sp>
        <p:nvSpPr>
          <p:cNvPr id="12" name="">
            <a:extLst>
              <a:ext uri="{FF2B5EF4-FFF2-40B4-BE49-F238E27FC236}">
                <ns3:creationId id="{33A72C56-0415-44B2-8809-01EF89966B99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95EC956-6D0A-47E8-8F80-8D3FE48CBC1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28.0:</a:t>
            </a:r>
          </a:p>
        </p:txBody>
      </p:sp>
      <p:sp>
        <p:nvSpPr>
          <p:cNvPr id="14" name="">
            <a:extLst>
              <a:ext uri="{FF2B5EF4-FFF2-40B4-BE49-F238E27FC236}">
                <ns3:creationId id="{77C85FA7-9067-4B9B-A248-7DF254462AA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9C3801F-E9E9-4D86-9ECC-5C875B10B2CB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True</a:t>
            </a:r>
          </a:p>
        </p:txBody>
      </p:sp>
      <p:sp>
        <p:nvSpPr>
          <p:cNvPr id="16" name="">
            <a:extLst>
              <a:ext uri="{FF2B5EF4-FFF2-40B4-BE49-F238E27FC236}">
                <ns3:creationId id="{B6F196D1-18C3-45CF-B53A-80EC0A3E29B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B3E04794-B6F1-46E9-81F6-53DA588CE06C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elif value &lt;= 27.5:</a:t>
            </a:r>
          </a:p>
        </p:txBody>
      </p:sp>
      <p:sp>
        <p:nvSpPr>
          <p:cNvPr id="18" name="">
            <a:extLst>
              <a:ext uri="{FF2B5EF4-FFF2-40B4-BE49-F238E27FC236}">
                <ns3:creationId id="{2204BD14-8C16-4895-AC12-C48C674B7F91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4D979ECD-F0D5-4B58-BF3C-77D5A7279C1F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False</a:t>
            </a:r>
          </a:p>
        </p:txBody>
      </p:sp>
      <p:sp>
        <p:nvSpPr>
          <p:cNvPr id="20" name="">
            <a:extLst>
              <a:ext uri="{FF2B5EF4-FFF2-40B4-BE49-F238E27FC236}">
                <ns3:creationId id="{7D53AA06-C0B1-40F0-9F50-ADD0AFC5BCF1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E8B5586C-303F-47F2-846A-55DFFF069441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print(value, alert)</a:t>
            </a:r>
          </a:p>
        </p:txBody>
      </p:sp>
      <p:sp>
        <p:nvSpPr>
          <p:cNvPr id="22" name="">
            <a:extLst>
              <a:ext uri="{FF2B5EF4-FFF2-40B4-BE49-F238E27FC236}">
                <ns3:creationId id="{2BFD775C-0726-404C-BC61-53E8F81A17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3" name="">
            <a:extLst>
              <a:ext uri="{FF2B5EF4-FFF2-40B4-BE49-F238E27FC236}">
                <ns3:creationId id="{B719846C-55A5-4DD0-B605-1FCE01D342B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2073287540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62f60d2a11640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00750A5-8C38-4E0C-986E-05855DCC58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F22CAB-801D-4885-986D-526F6B7A63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8AE006B6-0D7D-4875-BC70-9EAF9792BF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E59FC50-9DAD-47FF-9452-08120BAEA79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1행의 []는 순서가 있는 입력 목록이고 2행은 초기 False입니다.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0F783C-1634-46C8-9088-5BDE0579368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for는 한 값씩 꺼내 들여쓴 문장을 반복합니다.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29531C6-E877-4580-9D6B-E363206240C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4~5행은 &gt;=28.0일 때 True를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28716F9-E4D4-403D-BA1C-CAAE9473434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6~7행의 elif는 앞 조건이 아니면서 &lt;=27.5일 때 False를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E9C4400-320D-42B9-B2B8-9685661BF1BB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조건도 아니면 상태를 유지하고 8행에서 입력과 상태를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E3CAA67-89FC-4910-AA96-6C2C70E5CB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A1905EA0-8055-4346-8798-FE4FAF989D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173915739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de77039cd6414a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905714-E3ED-47AE-B919-5B4BB71D5A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6BC17D-FE37-46B4-A95A-0657096CCC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FE4BD1B1-65B8-4976-92CD-8C6F65AADD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934BE1-C79B-4856-AD93-5F569C9936D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CEEC41D2-130F-4E0F-820D-8B6A40610B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1854118-2661-401B-B1AA-0E708612A96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work/hysteresis_trace.py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1A60796C-F5D2-4B5F-9205-2DDEC548F40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work/hysteresis_trace.py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39BFA4B8-9190-4BC6-9CC0-18F50AF46507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F13B57E-51EB-4CB6-AF37-4767716F602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0887F5A1-40AC-468A-9A61-07A1D30BE2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801762338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d0ccecf8c1d45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C956A29-A30B-485C-8253-709C1159CC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EB8B64C-831E-4E62-A975-330AD4FF01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559DC197-436F-4EF2-B002-5A68DD14A7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099799-73ED-4EDF-A88D-3B73AA26F5C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27.8 False → 28.1 True</a:t>
            </a:r>
          </a:p>
        </p:txBody>
      </p:sp>
      <p:sp>
        <p:nvSpPr>
          <p:cNvPr id="6" name="">
            <a:extLst>
              <a:ext uri="{FF2B5EF4-FFF2-40B4-BE49-F238E27FC236}">
                <ns3:creationId id="{7FAF2A38-4E59-43A4-AE84-33E4CAE8D52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 True → 27.4 False</a:t>
            </a:r>
          </a:p>
        </p:txBody>
      </p:sp>
      <p:sp>
        <p:nvSpPr>
          <p:cNvPr id="7" name="">
            <a:extLst>
              <a:ext uri="{FF2B5EF4-FFF2-40B4-BE49-F238E27FC236}">
                <ns3:creationId id="{C8B6B57D-D554-485C-995F-5CDBD60757E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27.9에서는 이전 True를 유지합니다.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51607A7-66CD-4408-9109-C49B992480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0EBBFCBB-8CA2-4A77-B8E9-DDB71B9364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806748083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bedcc40af8440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2EC02D4-D507-4AF2-B333-8F50C7ADA5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A0FA751-57D9-46CE-891B-03B08C8991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누락도 들어 있는 전체 재생 코드</a:t>
            </a:r>
          </a:p>
        </p:txBody>
      </p:sp>
      <p:sp>
        <p:nvSpPr>
          <p:cNvPr id="4" name="">
            <a:extLst>
              <a:ext uri="{FF2B5EF4-FFF2-40B4-BE49-F238E27FC236}">
                <ns3:creationId id="{C2208F44-BA6F-4A2C-A6D8-FDE545D1D18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67787F-2285-4D08-83EC-991A0A11FA1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code/03_hysteresis.py를 work에 같은 이름으로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AB5E9D4-DB99-417B-BEF2-2B4A3D70EA5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work/03_hysteresis.py</a:t>
            </a:r>
          </a:p>
        </p:txBody>
      </p:sp>
      <p:sp>
        <p:nvSpPr>
          <p:cNvPr id="7" name="">
            <a:extLst>
              <a:ext uri="{FF2B5EF4-FFF2-40B4-BE49-F238E27FC236}">
                <ns3:creationId id="{0D09DBD6-09E3-48B2-BB30-0B9BE7B150B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입력은 27.8,28.1,27.9,28.2,27.4,None,28.3입니다.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659BDA4-AE35-4350-A211-6C377618A95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False,True,True,True,False,누락 메시지,True입니다.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BBBEE23-54CA-4A23-96A0-B3C75F183B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143590F-71BD-4598-8D0C-C01B6BAD2B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94761012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7392bc284784f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9A32A6-E3D0-4EE0-9739-D252401C5C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8270A8E-9475-4F19-B373-C92A5EB3CB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이전 상태 처리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C142084-F287-4F60-BD5C-BA856046C0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0EDD22-663E-4E20-A6B6-CA2B4896EAD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work/missing_trace.py에 전체를 저장하고 Python으로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081B42B-809E-4CE4-934A-E83301A8FF9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work/missing_trace.py</a:t>
            </a:r>
          </a:p>
        </p:txBody>
      </p:sp>
      <p:sp>
        <p:nvSpPr>
          <p:cNvPr id="7" name="">
            <a:extLst>
              <a:ext uri="{FF2B5EF4-FFF2-40B4-BE49-F238E27FC236}">
                <ns3:creationId id="{A40ECBF2-9EF6-4670-A3B7-A72B4CAC015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True→True→missing no command→False가 출력됩니다.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CB1742F-769D-408B-B171-0323D2545A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EDEDB166-EE67-4FAF-900F-27B29C30F7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844117423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0" name=""/>
          <p:cNvPicPr>
            <a:picLocks noChangeAspect="1"/>
          </p:cNvPicPr>
          <p:nvPr/>
        </p:nvPicPr>
        <p:blipFill>
          <a:blip r:embed="R0bc3cf13855a49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D7F3A1-3F1D-4BBB-98E8-D61A0719FC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9B9A37E-012D-4ECA-9EB1-0158350E8E6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이전 상태 처리</a:t>
            </a:r>
          </a:p>
        </p:txBody>
      </p:sp>
      <p:sp>
        <p:nvSpPr>
          <p:cNvPr id="4" name="">
            <a:extLst>
              <a:ext uri="{FF2B5EF4-FFF2-40B4-BE49-F238E27FC236}">
                <ns3:creationId id="{603476D7-B746-4352-9DC0-2E041D8F5F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FC2157-E32E-499B-827D-4BB4134E2E1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6909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D3D648F-A693-414D-A0FE-5584591EA05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F355CB7-E4D9-4145-A661-90A8712EB6A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values = [28.0, 27.7, None, 27.5]</a:t>
            </a:r>
          </a:p>
        </p:txBody>
      </p:sp>
      <p:sp>
        <p:nvSpPr>
          <p:cNvPr id="8" name="">
            <a:extLst>
              <a:ext uri="{FF2B5EF4-FFF2-40B4-BE49-F238E27FC236}">
                <ns3:creationId id="{46BFBB34-E4AE-49E5-8331-13A53A0F1BC3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F2BCFA5-3D79-4B39-88DF-DB386C8B51D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alert = False</a:t>
            </a:r>
          </a:p>
        </p:txBody>
      </p:sp>
      <p:sp>
        <p:nvSpPr>
          <p:cNvPr id="10" name="">
            <a:extLst>
              <a:ext uri="{FF2B5EF4-FFF2-40B4-BE49-F238E27FC236}">
                <ns3:creationId id="{9D488DE7-F4DD-451B-B073-0812CB84D45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458CDD1-5563-4E6A-A46D-E216CB0F3F79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value in values:</a:t>
            </a:r>
          </a:p>
        </p:txBody>
      </p:sp>
      <p:sp>
        <p:nvSpPr>
          <p:cNvPr id="12" name="">
            <a:extLst>
              <a:ext uri="{FF2B5EF4-FFF2-40B4-BE49-F238E27FC236}">
                <ns3:creationId id="{DD24DCCB-E1B4-40D5-99A9-296DFAC81EC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E772661-7E9C-4370-8FD5-507130A43E9E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4" name="">
            <a:extLst>
              <a:ext uri="{FF2B5EF4-FFF2-40B4-BE49-F238E27FC236}">
                <ns3:creationId id="{939F3315-BD3D-45F5-B054-EF249C9EDAC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BF4A8070-56F7-4F85-8D03-70EECD585D0F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print("missing", "no command")</a:t>
            </a:r>
          </a:p>
        </p:txBody>
      </p:sp>
      <p:sp>
        <p:nvSpPr>
          <p:cNvPr id="16" name="">
            <a:extLst>
              <a:ext uri="{FF2B5EF4-FFF2-40B4-BE49-F238E27FC236}">
                <ns3:creationId id="{31692B77-F17D-4463-80B9-D881F8B8FFC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C36DF7C5-8216-4D64-8AAC-18DE4E337541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continue</a:t>
            </a:r>
          </a:p>
        </p:txBody>
      </p:sp>
      <p:sp>
        <p:nvSpPr>
          <p:cNvPr id="18" name="">
            <a:extLst>
              <a:ext uri="{FF2B5EF4-FFF2-40B4-BE49-F238E27FC236}">
                <ns3:creationId id="{E69E76F5-E49E-4635-A771-1794E4A770F2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C0F3878-2050-4444-9DED-31307368BDB1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28.0:</a:t>
            </a:r>
          </a:p>
        </p:txBody>
      </p:sp>
      <p:sp>
        <p:nvSpPr>
          <p:cNvPr id="20" name="">
            <a:extLst>
              <a:ext uri="{FF2B5EF4-FFF2-40B4-BE49-F238E27FC236}">
                <ns3:creationId id="{3CB93F86-37CB-4A62-9B01-986F8CB70215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3CDC0D74-B42C-4441-9014-627A4BDB07E9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True</a:t>
            </a:r>
          </a:p>
        </p:txBody>
      </p:sp>
      <p:sp>
        <p:nvSpPr>
          <p:cNvPr id="22" name="">
            <a:extLst>
              <a:ext uri="{FF2B5EF4-FFF2-40B4-BE49-F238E27FC236}">
                <ns3:creationId id="{F867F6A6-DDFB-4AA8-879D-C87094FEE3AB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C7197789-414B-4782-9E0E-E196D23930C0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elif value &lt;= 27.5:</a:t>
            </a:r>
          </a:p>
        </p:txBody>
      </p:sp>
      <p:sp>
        <p:nvSpPr>
          <p:cNvPr id="24" name="">
            <a:extLst>
              <a:ext uri="{FF2B5EF4-FFF2-40B4-BE49-F238E27FC236}">
                <ns3:creationId id="{44C6838B-A1A7-4BB6-9F5A-31A392BFF708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25455AB0-298C-4CCF-89C2-D29A5AD41832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False</a:t>
            </a:r>
          </a:p>
        </p:txBody>
      </p:sp>
      <p:sp>
        <p:nvSpPr>
          <p:cNvPr id="26" name="">
            <a:extLst>
              <a:ext uri="{FF2B5EF4-FFF2-40B4-BE49-F238E27FC236}">
                <ns3:creationId id="{7DBF8407-74E8-42A5-B364-DA5646497EB3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E26B9E6C-84E6-4B57-9C3C-D3884678B456}"/>
              </a:ext>
            </a:extLst>
          </p:cNvPr>
          <p:cNvSpPr>
            <a:spLocks noGrp="1"/>
          </p:cNvSpPr>
          <p:nvPr/>
        </p:nvSpPr>
        <p:spPr>
          <a:xfrm>
            <a:off x="1257300" y="51435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print(value, alert)</a:t>
            </a:r>
          </a:p>
        </p:txBody>
      </p:sp>
      <p:sp>
        <p:nvSpPr>
          <p:cNvPr id="28" name="">
            <a:extLst>
              <a:ext uri="{FF2B5EF4-FFF2-40B4-BE49-F238E27FC236}">
                <ns3:creationId id="{9D7654D6-8D16-4A8C-82DE-DD7869A9C9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9" name="">
            <a:extLst>
              <a:ext uri="{FF2B5EF4-FFF2-40B4-BE49-F238E27FC236}">
                <ns3:creationId id="{9F1D83B6-70D7-4E3A-B344-1108B262AE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259329230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6a4fe49ee74473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024F502-1366-4BE5-8AFA-4DAC8E4EA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9E16A3C-EF74-4A6D-8DF5-3A5C55176F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값과 continue의 뜻</a:t>
            </a:r>
          </a:p>
        </p:txBody>
      </p:sp>
      <p:sp>
        <p:nvSpPr>
          <p:cNvPr id="4" name="">
            <a:extLst>
              <a:ext uri="{FF2B5EF4-FFF2-40B4-BE49-F238E27FC236}">
                <ns3:creationId id="{C38D263D-45C5-4108-B0D5-8C7A33783E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0E308C-C4F2-4501-B922-082061F2857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27.5 초과·28.0 미만에서는 alert에 새 값을 넣지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4D8209-5C8F-4D94-A370-15140379612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그래서 27.7은 바로 이전 True를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AF12031-F4CF-4AC2-935E-3792C146CFC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continue는 누락 메시지를 출력한 뒤 다음 반복으로 넘어갑니다.</a:t>
            </a:r>
          </a:p>
        </p:txBody>
      </p:sp>
      <p:sp>
        <p:nvSpPr>
          <p:cNvPr id="8" name="">
            <a:extLst>
              <a:ext uri="{FF2B5EF4-FFF2-40B4-BE49-F238E27FC236}">
                <ns3:creationId id="{D2F54304-526B-4A33-8C85-F687F281C94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누락을 0으로 넣어 False를 만들면 실제 값처럼 잘못 판단합니다.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9954942-3C5F-481F-AA7E-F37BC2E63B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9537B3B-5D8A-401B-9798-872F77291F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661033611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9f6a78d8eb24d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93509C-A48B-406C-BF3B-3F68FFBB75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0CFC1DF-0812-4C8C-8380-2088C6CABAA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F80D1AF-C357-48CB-AB00-6503C2EC20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748E894B-DBCB-40D6-BFAC-B0116885D3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FDAE810-7A27-4FF1-9DF5-53973314D62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2F13111-8A1C-48ED-8E9F-498246ACCAD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초기 False · 입력 [28.0,27.7,None,27.5]</a:t>
            </a:r>
          </a:p>
        </p:txBody>
      </p:sp>
      <p:sp>
        <p:nvSpPr>
          <p:cNvPr id="8" name="">
            <a:extLst>
              <a:ext uri="{FF2B5EF4-FFF2-40B4-BE49-F238E27FC236}">
                <ns3:creationId id="{4E78A983-F9B4-4B44-A007-39E406A3936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E2F3841-1701-4851-8025-E92883457A07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상태와 누락 메시지를 순서대로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205BD8C5-994A-4E5F-B588-1CE3D784CD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1C7D0BAF-912D-42CC-966F-6E92BDC157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992658620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6f9f4434a7b46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477E03-E86E-4FF4-9288-3A90336652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8B9F622-D006-467A-AD72-7C0F441E7F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D314B631-C2E0-4804-A7A4-894BE503EC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92B5557-14FB-4C93-A954-2F4265A8224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 → True → 상태 유지·no command → False</a:t>
            </a:r>
          </a:p>
        </p:txBody>
      </p:sp>
      <p:sp>
        <p:nvSpPr>
          <p:cNvPr id="6" name="">
            <a:extLst>
              <a:ext uri="{FF2B5EF4-FFF2-40B4-BE49-F238E27FC236}">
                <ns3:creationId id="{E352F2EF-CDF7-453D-A8A8-BF89CC6E164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None을 0으로 넣어 꺼짐 판정을 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8BF25AD-600C-453B-8B9A-54E2D32D4C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8" name="">
            <a:extLst>
              <a:ext uri="{FF2B5EF4-FFF2-40B4-BE49-F238E27FC236}">
                <ns3:creationId id="{0CF228F8-E456-479B-9F94-0F0E019259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694775793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9a7795ec7414bf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8785B7-4B65-4F82-BC7F-0EEB59CA8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5411D2C-FD0A-485F-B5B5-1594C88714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6F4095F-ABC7-4957-AD1F-ABE5EB9FC3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8067D06A-4595-4E5D-BF00-41F0DCFB6F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A67609F-92FF-4383-B7AC-0A13DF4BE2E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4D1C4E4-8535-4820-B855-1A9ABD47773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초기 상태를 True로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E4748108-E95C-4197-8FA4-1923A23CE2C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C99618F-657D-41CB-AB2A-5C8F3DCFA3A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27.8에서 True가 유지됩니다.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CA883A1-2297-4BC9-A69E-91367C524C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6F23B141-9D8C-42A5-871B-2161E0607B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427312049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4086b72b4ff43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02F0CD-F209-4714-BDC6-1EDF3AE2DE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14C24B2-B083-4C83-A0C0-39E80A4728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AD36BC0B-AFF3-4FDF-B3F8-722993F58F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A70B28-0E8F-4517-98DB-24A6C18448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제어의 안전 정책은 별도입니다.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976B4E6-03A4-42C6-9475-F72ADEA494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결측 처리 예를 모든 장비에 그대로 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EB2794-5DF5-4573-AD32-2D9B9907B3C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ABAD18-DEA3-4743-BC1F-31D82B596B7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66F2B5F-B897-4659-B0DB-72678823C3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E53CF6D3-6FB7-42CF-BC3A-A78DD560C0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042650494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d44ffff6a5043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68AE9C-8650-43DE-8CDF-C67372F8E46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4D81A7CF-DCAB-46E1-872C-95F101EA6905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펌웨어·직렬 통신·배선 검토</a:t>
            </a:r>
          </a:p>
        </p:txBody>
      </p:sp>
      <p:sp>
        <p:nvSpPr>
          <p:cNvPr id="4" name="">
            <a:extLst>
              <a:ext uri="{FF2B5EF4-FFF2-40B4-BE49-F238E27FC236}">
                <ns3:creationId id="{68C1AC9F-6362-4474-8268-C017C0C8D36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C8586DB-D430-4E59-9830-31691FFB6C6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A13~A15: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F4B13A-4860-49F8-8EA2-5C9CDC3D1D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E4D28EE6-5556-403D-A457-EF3BFCF713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35367262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030314e0dac467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C556ED5-B919-459B-A9C8-5C99B2DAEB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86397D2-51F0-45BA-8683-414F77BDCDC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PC 코드와 보드 펌웨어</a:t>
            </a:r>
          </a:p>
        </p:txBody>
      </p:sp>
      <p:sp>
        <p:nvSpPr>
          <p:cNvPr id="4" name="">
            <a:extLst>
              <a:ext uri="{FF2B5EF4-FFF2-40B4-BE49-F238E27FC236}">
                <ns3:creationId id="{76613191-CA4E-4C6D-B5B2-160EFF594D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58B8C1-74F6-407C-9937-4882EC7AF5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파일은 PC에서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4DB283B-A320-4FAA-9DA6-B809C960FA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펌웨어는 보드에 넣어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85E33FD-0D4F-4789-AA52-938954D244B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.py를 Python으로 실행하는 것과 .ino를 보드에 올리는 것은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C1CCB72-A851-4E97-B5EC-D7471D6F29F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PC 모의 결과로 실제 핀 출력이 일어났다고 판단하지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3C02845-C483-4EDD-BFD1-97A52C02C54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8D53EE5-DFDC-425C-98A8-68A1080B9E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502610263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f885be5cc5c4f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5666F5-85B5-4741-8F11-A736E3F593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A9BFDF3-54C4-4080-A1E4-F26AC90802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setup과 loop</a:t>
            </a:r>
          </a:p>
        </p:txBody>
      </p:sp>
      <p:sp>
        <p:nvSpPr>
          <p:cNvPr id="4" name="">
            <a:extLst>
              <a:ext uri="{FF2B5EF4-FFF2-40B4-BE49-F238E27FC236}">
                <ns3:creationId id="{6904918F-B8D2-4EC8-93B6-F5A1A6E20C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BEF9EC-E478-41DE-9C09-308D94724F9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통신 등 시작 설정을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03CC02-092E-4F40-8C9F-9A9EF7F8560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loop는 그 뒤 반복되는 함수입니다.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90B4364-4803-47EE-B4BC-092E9C427C3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setup은 시작할 때 한 번, loop는 그 뒤 반복 실행됩니다.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4E760B4-47F2-4076-A7AC-5FBBF95FCAD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안의 문장은 중괄호 { } 사이에 들어갑니다.</a:t>
            </a:r>
          </a:p>
        </p:txBody>
      </p:sp>
      <p:sp>
        <p:nvSpPr>
          <p:cNvPr id="9" name="">
            <a:extLst>
              <a:ext uri="{FF2B5EF4-FFF2-40B4-BE49-F238E27FC236}">
                <ns3:creationId id="{D7E7A5BC-7BC8-486B-B22A-F45A9FEA684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DC1A004-F859-41BE-8928-E85283100D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447629702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3e474b4e59c41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DC8CC84-B2FE-4818-8F66-A50BF61F2B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32A94FB-1F47-46D8-9887-273B093EDE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 통신과 속도 설정</a:t>
            </a:r>
          </a:p>
        </p:txBody>
      </p:sp>
      <p:sp>
        <p:nvSpPr>
          <p:cNvPr id="4" name="">
            <a:extLst>
              <a:ext uri="{FF2B5EF4-FFF2-40B4-BE49-F238E27FC236}">
                <ns3:creationId id="{D707FE01-C440-477E-8663-D53625FE240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6F66BB1-E769-4AA5-9CCE-3EC0DC188D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양쪽 통신 속도를 맞춥니다.</a:t>
            </a:r>
          </a:p>
        </p:txBody>
      </p:sp>
      <p:sp>
        <p:nvSpPr>
          <p:cNvPr id="6" name="">
            <a:extLst>
              <a:ext uri="{FF2B5EF4-FFF2-40B4-BE49-F238E27FC236}">
                <ns3:creationId id="{20B13019-0CA9-41F3-8344-86F29292925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예제는 Serial.begin(115200)을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B7FCF3D-C4CC-4BA7-ACC7-3F48AB442C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 모니터의 속도도 115200으로 맞춰야 읽을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0E6EDAA-CF81-4D51-AC73-D50C9601CDD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문자가 깨지면 먼저 포트·속도·연결 상태를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6BE94E-369E-4AB2-9AD9-A4FF5B7776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801C884B-6AF9-4F49-9161-1290B9DD1E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497605803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5d518eec30143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DE62A-BBCF-498E-B4EB-186DA36826C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E9FF92-74DA-4935-A221-F4CD15237E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출력과 센서 측정</a:t>
            </a:r>
          </a:p>
        </p:txBody>
      </p:sp>
      <p:sp>
        <p:nvSpPr>
          <p:cNvPr id="4" name="">
            <a:extLst>
              <a:ext uri="{FF2B5EF4-FFF2-40B4-BE49-F238E27FC236}">
                <ns3:creationId id="{9C1DD379-66C8-4C40-B6F8-FE87239A1A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3EAE43F-AB24-45D6-91CA-26807290FC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Serial.println이 같은 문장을 보냅니다.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2450D7D-9B60-4F27-BF2A-77A5C2ACA25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예에는 센서를 읽는 함수가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812E992-373F-43F9-AFD1-431E385C39F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28.0이라는 글자가 보이는 것은 입력한 문장을 출력한 결과입니다.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E8ECC8-9F33-4E58-8E72-A14EA51337A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측정이라면 실제 읽기 함수와 단위 변환 과정을 확인해야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6B8523B-8DAD-4B5F-AF1C-3537168164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2413503-3F96-4929-AB41-52F78AF372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350379965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f1e868234fd4e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094FF6-172F-4F50-9B06-4809209874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BB870E9-689F-49ED-AA2D-27EB4B36C56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delay와 실행 주기</a:t>
            </a:r>
          </a:p>
        </p:txBody>
      </p:sp>
      <p:sp>
        <p:nvSpPr>
          <p:cNvPr id="4" name="">
            <a:extLst>
              <a:ext uri="{FF2B5EF4-FFF2-40B4-BE49-F238E27FC236}">
                <ns3:creationId id="{068F0998-4FC6-462F-BE9E-B665E029BF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436DA8-CE51-4160-BEFB-AAB414A353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delay(1000)은 1000ms 대기입니다.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0201ED7-DEF3-4170-A2A4-740B822F014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주기 정확도를 측정한 결과는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78566DA7-5EEC-43EA-B21B-A9B5949112F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1000ms는 1초이며 대기 전후 코드 실행 시간도 더해집니다.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F7ED6C-DE8F-4022-9243-00A27C7273D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정확한 측정 간격은 출력 시각을 기록해 비교해야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078FDB7-4A8A-405E-9F80-B6C6EE7F29E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B259EB4-9CB4-4233-BEAE-F72783263C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200771077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d03cb077d1b4e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D7AA0C-4EA4-4C10-80E5-403C7FE9181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ED8B69F-2A14-49BF-B152-C65DFB6B6F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배선 전 확인 조건</a:t>
            </a:r>
          </a:p>
        </p:txBody>
      </p:sp>
      <p:sp>
        <p:nvSpPr>
          <p:cNvPr id="4" name="">
            <a:extLst>
              <a:ext uri="{FF2B5EF4-FFF2-40B4-BE49-F238E27FC236}">
                <ns3:creationId id="{DB3F853C-8B7E-47C6-913A-6E89089A97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162256-84BD-40ED-BCF2-ED406E72D44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 · 핀 기능 · 전압 · 전류가 돌아오는 길</a:t>
            </a:r>
          </a:p>
        </p:txBody>
      </p:sp>
      <p:sp>
        <p:nvSpPr>
          <p:cNvPr id="6" name="">
            <a:extLst>
              <a:ext uri="{FF2B5EF4-FFF2-40B4-BE49-F238E27FC236}">
                <ns3:creationId id="{BA47B9B6-09EF-4A0A-8E5A-B078448F976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전원을 끈 상태의 도면부터 검토합니다.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5AF9016-A833-4921-A6C2-B0D9B857773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핀의 이름만이 아니라 입력·출력 기능과 정격을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98A297-2208-44AE-9081-2206905DFEF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정보가 부족하면 연결 대신 도면과 가상 기록 실습을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C45648A-2760-4BC4-BE47-B969CC43D12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0D0535F3-A4A6-412E-A925-A43DBB1D92E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1634156284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f04da8841b544b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4115C4-1E78-4D00-9F06-DAA2DBF379F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5A579B6-12DF-456B-9C8A-F26C30FD55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반복 코드 읽기 예제</a:t>
            </a:r>
          </a:p>
        </p:txBody>
      </p:sp>
      <p:sp>
        <p:nvSpPr>
          <p:cNvPr id="4" name="">
            <a:extLst>
              <a:ext uri="{FF2B5EF4-FFF2-40B4-BE49-F238E27FC236}">
                <ns3:creationId id="{EAE90379-76E5-41B9-A48A-0ECABB2740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05425E-ABDC-4E9D-8C2A-BE05200A5BB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3EDED99-BF05-403A-943F-5BA5F1FC814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CB7BD91-4432-4AA5-BE0D-D5564D10D6E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setup() {</a:t>
            </a:r>
          </a:p>
        </p:txBody>
      </p:sp>
      <p:sp>
        <p:nvSpPr>
          <p:cNvPr id="8" name="">
            <a:extLst>
              <a:ext uri="{FF2B5EF4-FFF2-40B4-BE49-F238E27FC236}">
                <ns3:creationId id="{FA6BB89B-36A6-45AE-9D43-14DCA2F9F6A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8D6E9BD-5369-48F3-86D7-0003A2CABD8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Serial.begin(115200);</a:t>
            </a:r>
          </a:p>
        </p:txBody>
      </p:sp>
      <p:sp>
        <p:nvSpPr>
          <p:cNvPr id="10" name="">
            <a:extLst>
              <a:ext uri="{FF2B5EF4-FFF2-40B4-BE49-F238E27FC236}">
                <ns3:creationId id="{F85901F0-F75E-463A-9758-A3116A5F75B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A13A0FF-5AC2-412D-89D5-AE9F490A105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2" name="">
            <a:extLst>
              <a:ext uri="{FF2B5EF4-FFF2-40B4-BE49-F238E27FC236}">
                <ns3:creationId id="{F078651F-E63E-40AA-B40F-96405BB87AF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915E6D9-98C1-42E1-9EE4-23F063947B6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loop() {</a:t>
            </a:r>
          </a:p>
        </p:txBody>
      </p:sp>
      <p:sp>
        <p:nvSpPr>
          <p:cNvPr id="14" name="">
            <a:extLst>
              <a:ext uri="{FF2B5EF4-FFF2-40B4-BE49-F238E27FC236}">
                <ns3:creationId id="{DA2ECE2F-5FB9-454B-A774-08F74121352E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AA46ABA6-994E-49D5-94CB-F79F1D7F095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Serial.println("mock:28.0");</a:t>
            </a:r>
          </a:p>
        </p:txBody>
      </p:sp>
      <p:sp>
        <p:nvSpPr>
          <p:cNvPr id="16" name="">
            <a:extLst>
              <a:ext uri="{FF2B5EF4-FFF2-40B4-BE49-F238E27FC236}">
                <ns3:creationId id="{C3B63F87-E30B-4C07-BB7F-08307110C641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9591EC79-61B1-4C37-BE24-61CBF31DFC14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delay(1000);</a:t>
            </a:r>
          </a:p>
        </p:txBody>
      </p:sp>
      <p:sp>
        <p:nvSpPr>
          <p:cNvPr id="18" name="">
            <a:extLst>
              <a:ext uri="{FF2B5EF4-FFF2-40B4-BE49-F238E27FC236}">
                <ns3:creationId id="{EBA02621-DB66-41CB-80F7-767F9C697157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26E0937C-FA64-4077-8E73-C3096741F59F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0" name="">
            <a:extLst>
              <a:ext uri="{FF2B5EF4-FFF2-40B4-BE49-F238E27FC236}">
                <ns3:creationId id="{52E74D7E-6838-44A5-8457-230724AB99E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1" name="">
            <a:extLst>
              <a:ext uri="{FF2B5EF4-FFF2-40B4-BE49-F238E27FC236}">
                <ns3:creationId id="{C336C667-4DAB-4E69-9CFF-936BA0C089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574398317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c705aed403740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900D4E-4FC2-4376-AE9B-8946A55F0B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28E4FA0-A9DA-4C20-9DA0-804FB0F657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25B9E715-AF68-4368-948B-C4B231D1AD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2CBCCC-5E67-4C22-B572-48B86E644DC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1~3행: 시작할 때 통신을 설정합니다.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38863A2-1099-44E3-B56E-28D5FB0FAAD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4~7행: 고정 문장을 반복 출력합니다.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DFF100-8A7C-479A-B604-F8F31787DA8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중괄호: 문장 묶음 · 세미콜론: 문장 끝</a:t>
            </a:r>
          </a:p>
        </p:txBody>
      </p:sp>
      <p:sp>
        <p:nvSpPr>
          <p:cNvPr id="8" name="">
            <a:extLst>
              <a:ext uri="{FF2B5EF4-FFF2-40B4-BE49-F238E27FC236}">
                <ns3:creationId id="{6E0023C3-1BC4-4BCF-8C54-A1E590F16DA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delay(1000): 1초를 기다립니다.</a:t>
            </a:r>
          </a:p>
        </p:txBody>
      </p:sp>
      <p:sp>
        <p:nvSpPr>
          <p:cNvPr id="9" name="">
            <a:extLst>
              <a:ext uri="{FF2B5EF4-FFF2-40B4-BE49-F238E27FC236}">
                <ns3:creationId id="{CF5FAB1D-4824-4DE4-8EEC-4E8CB5BBDD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7A256727-163F-4F2C-A3ED-4DA90FD63BD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742741429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3861390c46048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52EFD8-CEDA-4A1B-8D51-5A3456A90C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C9E0498-62A9-4CA7-81F4-C9F61C1BA5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863361EB-F37A-4C12-99BD-1C574C0E21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B77EA93-A35E-4E9E-84A1-AC0F3F992BD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화면은 보드 코드 읽기 활동입니다.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ECF1E27-F4A0-4E67-AF75-A75BBA7325D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읽기 예제는 work/serial_mock.ino에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C8F7EFA-65FE-41D4-8D50-5D2FBB96B80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코드는 Python으로 실행하지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A7F7219-CA63-490B-8FEA-F71934D3813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모델·핀·포트·설치 조건을 확인한 뒤 실물 실행을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69DE510-FC2D-4892-9040-B1155C14CAF4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다음의 전체 참고 파일 code/04_serial_mock.ino는 JSON 형식으로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F888356-BC71-4F79-9A2B-977F06077F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6A8E4439-BDA1-4F61-8A0F-A0A9548EFA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913804312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0e5127958d4415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A89953-DF2C-40E5-8DCB-2D740D5FB0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364BD63-22F5-4560-9E48-1126EB0C875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F780B095-2496-4436-BB65-1C9FF3E080F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666C79D-9011-4519-BC5A-51D676C995D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 예의 문장: mock:28.0</a:t>
            </a:r>
          </a:p>
        </p:txBody>
      </p:sp>
      <p:sp>
        <p:nvSpPr>
          <p:cNvPr id="6" name="">
            <a:extLst>
              <a:ext uri="{FF2B5EF4-FFF2-40B4-BE49-F238E27FC236}">
                <ns3:creationId id="{4D71E5CB-C035-4A77-8524-0FC1EEC4776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출력이며 실제 측정값이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0735CB2A-B8CD-4746-859B-DC83FE1BD2B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실행은 보드·포트·설치 조건을 확인한 뒤 진행합니다.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15AD9E2-4D63-4B03-BF8F-D3F64A362E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98F83A3D-3808-424F-8EDD-5378EEABFD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2092286297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968e78a04cea45d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7D6B8B-39EF-4AF5-80A2-11BC66F76C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CE51511-A0F6-4418-AF72-C0851901D6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보드 코드의 전체 내용</a:t>
            </a:r>
          </a:p>
        </p:txBody>
      </p:sp>
      <p:sp>
        <p:nvSpPr>
          <p:cNvPr id="4" name="">
            <a:extLst>
              <a:ext uri="{FF2B5EF4-FFF2-40B4-BE49-F238E27FC236}">
                <ns3:creationId id="{9C760448-BBB7-4876-AED8-33AFFC1F12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66D2D1-110E-4600-B2C9-08C71C6F65D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code/04_serial_mock.ino의 전체 참고 코드입니다.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ADA3AA-692B-4B4F-9124-CCD5D4C06F05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보드·포트·설치 조건을 확인하기 전에는 읽기 활동만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1BD82D-46E5-4108-B3DE-322616B7D56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1E7C70E-78C9-490A-95A1-BCF67BB9AC84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E757A447-C23B-41C7-9483-C48A2189C715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setup() {</a:t>
            </a:r>
          </a:p>
        </p:txBody>
      </p:sp>
      <p:sp>
        <p:nvSpPr>
          <p:cNvPr id="10" name="">
            <a:extLst>
              <a:ext uri="{FF2B5EF4-FFF2-40B4-BE49-F238E27FC236}">
                <ns3:creationId id="{219A7406-F659-4346-9EAF-710CD3C34651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8373F785-CFFF-4C79-ADF2-CCB7CA79C738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Serial.begin(115200);</a:t>
            </a:r>
          </a:p>
        </p:txBody>
      </p:sp>
      <p:sp>
        <p:nvSpPr>
          <p:cNvPr id="12" name="">
            <a:extLst>
              <a:ext uri="{FF2B5EF4-FFF2-40B4-BE49-F238E27FC236}">
                <ns3:creationId id="{DFE2ED54-24A7-4B66-AF0B-5FE5DF93313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AE0CA07-3039-4926-989C-A1005FE5D30E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8F8BB7CD-AFDF-4AC8-A6CF-F2D9D3BBDEB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BDAF34B9-62F9-4435-8989-BFC57789D9ED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loop() {</a:t>
            </a:r>
          </a:p>
        </p:txBody>
      </p:sp>
      <p:sp>
        <p:nvSpPr>
          <p:cNvPr id="16" name="">
            <a:extLst>
              <a:ext uri="{FF2B5EF4-FFF2-40B4-BE49-F238E27FC236}">
                <ns3:creationId id="{71DB7B01-2504-4E22-A8FE-A511F086B32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B724A3D-1DA2-4C9D-A825-02FB5BC8C773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Serial.println("{\"sensor_id\":\"S01\",\"temperature_c\":28.0}");</a:t>
            </a:r>
          </a:p>
        </p:txBody>
      </p:sp>
      <p:sp>
        <p:nvSpPr>
          <p:cNvPr id="18" name="">
            <a:extLst>
              <a:ext uri="{FF2B5EF4-FFF2-40B4-BE49-F238E27FC236}">
                <ns3:creationId id="{210951F3-A8EF-49E7-B9A5-CF2014195FC6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85360494-059C-46FE-BF1A-2FAF9F421481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delay(1000);</a:t>
            </a:r>
          </a:p>
        </p:txBody>
      </p:sp>
      <p:sp>
        <p:nvSpPr>
          <p:cNvPr id="20" name="">
            <a:extLst>
              <a:ext uri="{FF2B5EF4-FFF2-40B4-BE49-F238E27FC236}">
                <ns3:creationId id="{33A8992B-D397-4F39-9FA3-C5C2699878A7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41785537-8602-4518-8DD4-E86F2E3F8C90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2" name="">
            <a:extLst>
              <a:ext uri="{FF2B5EF4-FFF2-40B4-BE49-F238E27FC236}">
                <ns3:creationId id="{73CA4487-F4C2-4D4B-B3FC-EF1606BA99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3" name="">
            <a:extLst>
              <a:ext uri="{FF2B5EF4-FFF2-40B4-BE49-F238E27FC236}">
                <ns3:creationId id="{24262025-3CEA-49F8-83EB-D06B732A6D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585229008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fffd05db19543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6E39A0-B81D-4764-8717-11397633F0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AB32F6-FF6C-4C8A-9EE9-E13EBB3C3D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코드의 기호와 출력</a:t>
            </a:r>
          </a:p>
        </p:txBody>
      </p:sp>
      <p:sp>
        <p:nvSpPr>
          <p:cNvPr id="4" name="">
            <a:extLst>
              <a:ext uri="{FF2B5EF4-FFF2-40B4-BE49-F238E27FC236}">
                <ns3:creationId id="{52ABBE27-4D56-4FA9-A6C8-594F22158A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EB29DB-CEEA-492B-BB03-6EF3D0CA266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중괄호는 함수 안에서 실행할 문장 묶음입니다.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CC12F4F-8DE5-4FEA-845F-F8E3975C6F4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세미콜론 ;은 문장을 끝내고 괄호 안에는 함수에 줄 값을 씁니다.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BBD75B-D437-4CC0-9987-6422B2A693C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Serial.println은 고정 JSON 문장을 출력하며 센서를 읽지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EB72B8-762A-4ECB-B24F-4BD2EF6EC5E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delay(1000)은 1000ms 대기이며 전체 주기의 실측값은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BEAD6B88-589A-4B59-B01E-148F35F6B3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8248EBD-77B8-4EFF-AFA8-3928306DBC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609067010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b1788258d3749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78EA31-A4DD-48C5-9B78-E195238BE1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70E86E9-EC4C-4820-A92F-4098D3F499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6C50559-CEBB-431C-B914-4DC810DE809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연결 전 종이 점검표</a:t>
            </a:r>
          </a:p>
        </p:txBody>
      </p:sp>
      <p:sp>
        <p:nvSpPr>
          <p:cNvPr id="5" name="">
            <a:extLst>
              <a:ext uri="{FF2B5EF4-FFF2-40B4-BE49-F238E27FC236}">
                <ns3:creationId id="{A28806F8-0DD1-4984-A230-A4E644A6B92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6AB6C72-F664-40C9-84C1-7C50D04B58F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72A887C-5EE4-4E77-A5EF-540FD6AFBCB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보드 모델, 사용할 핀, 공급 전압, 부품 정격을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EF003C-427B-4221-969B-2106629FB35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AD89801-DC3B-467F-97DF-A990E91F7BF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전원 +부터 부품을 지나 전원 −로 돌아오는 길을 그립니다.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A87B90E-98FC-4BC6-9E26-34BFDDDEF490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4081F6C-2EE6-4663-A58C-0E7FFB7795F4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모르는 핀과 정격은 빈칸으로 남기고 연결을 멈춥니다.</a:t>
            </a:r>
          </a:p>
        </p:txBody>
      </p:sp>
      <p:sp>
        <p:nvSpPr>
          <p:cNvPr id="12" name="">
            <a:extLst>
              <a:ext uri="{FF2B5EF4-FFF2-40B4-BE49-F238E27FC236}">
                <ns3:creationId id="{47DFED91-8B16-44F3-A0DF-EB37897FDF06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C4B34B0-D794-4F5A-B260-BD8EB4F69FE3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가상 파일의 상태 출력으로 오늘의 판단 규칙 실습을 계속합니다.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5E0AFD24-1E21-4706-BC4E-0FA1D00A27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5" name="">
            <a:extLst>
              <a:ext uri="{FF2B5EF4-FFF2-40B4-BE49-F238E27FC236}">
                <ns3:creationId id="{D2224590-EDE8-4E9F-B5BC-0190EC5A2D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564616511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e8e1377051941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BD2A1DA-8F9F-46CC-80B2-07FEB375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0308BF0-4745-4FAC-8805-36EAA662C0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2152250-77D0-4E89-9940-7A1086D009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A4FD33A-92D2-40AC-AD7A-693C61E18B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A71058E-506C-461C-A311-0E4B302076D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1C43551-5973-4507-A0D2-D280E3C4ADC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글자가 깨질 때와 포트가 없을 때</a:t>
            </a:r>
          </a:p>
        </p:txBody>
      </p:sp>
      <p:sp>
        <p:nvSpPr>
          <p:cNvPr id="8" name="">
            <a:extLst>
              <a:ext uri="{FF2B5EF4-FFF2-40B4-BE49-F238E27FC236}">
                <ns3:creationId id="{594FA5F5-4937-4A9C-BA5F-B547813BC29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1FA9E6E-084D-47A2-BD5D-698F6FF7A01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확인할 항목을 각각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B6AAD0AF-9B84-4E61-A238-A54B9B28D1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F3087FD4-0348-4D9B-A9E7-993680E855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283459364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eff94e1bb24480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14BFE02-EC7D-44A5-A94C-C79F90E9B1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8F42327-6DF1-4A74-8C7F-32809B0D03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0B28DF2C-22D8-4569-B1F0-B6D93FDFCD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CC3EA90-6E26-446D-A1BC-5E8E33909F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 깨짐: 양쪽 속도 설정</a:t>
            </a:r>
          </a:p>
        </p:txBody>
      </p:sp>
      <p:sp>
        <p:nvSpPr>
          <p:cNvPr id="6" name="">
            <a:extLst>
              <a:ext uri="{FF2B5EF4-FFF2-40B4-BE49-F238E27FC236}">
                <ns3:creationId id="{4165859E-9D8B-453B-85C1-DF65D292D56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포트 없음: 케이블·드라이버·장치 인식</a:t>
            </a:r>
          </a:p>
        </p:txBody>
      </p:sp>
      <p:sp>
        <p:nvSpPr>
          <p:cNvPr id="7" name="">
            <a:extLst>
              <a:ext uri="{FF2B5EF4-FFF2-40B4-BE49-F238E27FC236}">
                <ns3:creationId id="{47761479-1E8A-451F-81CD-170E92C432D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문장이 보이는 것과 센서를 읽는 것은 별도로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064E65-D939-48C2-921D-7DA594FDB7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D6C1A29A-74BE-4297-9273-7F4FBDD7F4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17061785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27a33d0eebc847a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548056-D0BF-45ED-93B6-3391578405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0B3378E-CA9D-4626-8ED6-A5F7D6D0C4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D29FAA7-BFEF-42FB-9E34-1FCB82DF91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27CD4040-A063-465C-99B1-5F10F36C26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9D49FAB-AF30-47CB-B5C2-A0C37F70234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0DA5BAB-FA14-4004-90A7-6117D874200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출력 문장을 mock:25.0으로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FD115BD-8BBA-4371-A270-F92AB20286F4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90EBC79-36AF-4B8C-AE1E-AE9E486F8E5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센서를 읽는 기능이 생긴 것은 아닙니다.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47034DD-4F9A-4A81-AB1C-8172BDB071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2FD62CB5-0C50-4CE4-94E3-69EB80D06A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815487482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3da5f61c9ea46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2203C50-7717-4290-B78B-10A39A5148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D4475FD-7616-4FA4-839D-1A982335C8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223B668D-840A-4D12-B890-1D7731C73B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6B99D1-6255-42F4-99C3-41D2BCCEFF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핀 번호를 추측해 전원을 넣지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07DAA3A-A774-452A-BE23-627A7C87BA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모델을 모르면 확인표에 적고 배선을 멈춥니다.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4EDF90-78E5-4FD8-824D-6A49C9EF75C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4ACF972-60EC-4EFE-950F-1E331C1D70F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6B7AEB3-F039-4E32-8ABC-212609D6CEA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1B84F58-4E8A-4DFB-AAEB-DD4157DD0E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950880818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4fbfba1d9e349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2D1CD9B-DB5E-4BCD-A855-FB966C6E060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10B7679-58F5-4049-8072-CC802E0934F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판정 시험과 추가 확인</a:t>
            </a:r>
          </a:p>
        </p:txBody>
      </p:sp>
      <p:sp>
        <p:nvSpPr>
          <p:cNvPr id="4" name="">
            <a:extLst>
              <a:ext uri="{FF2B5EF4-FFF2-40B4-BE49-F238E27FC236}">
                <ns3:creationId id="{02FD4FCF-56C2-4F29-B036-8832F8311D4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D18D458-B6E9-4783-B669-74EEEA9B254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A16~A18: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A0A74F-1957-45B0-A44A-07131C97A7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E7FFDF8F-2605-4470-B4B5-FF80D86C79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981486811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92e7454cc21421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27421A-A0CD-4435-9E4B-E7494C798B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FAD5383-1D05-4B3D-BD58-E2F09A818A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요구와 기대 상태</a:t>
            </a:r>
          </a:p>
        </p:txBody>
      </p:sp>
      <p:sp>
        <p:nvSpPr>
          <p:cNvPr id="4" name="">
            <a:extLst>
              <a:ext uri="{FF2B5EF4-FFF2-40B4-BE49-F238E27FC236}">
                <ns3:creationId id="{D8A4E498-D5FE-4747-865A-FC4356217C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C1177D-8C07-404D-8734-F6A4389F75B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 이상 → alert</a:t>
            </a:r>
          </a:p>
        </p:txBody>
      </p:sp>
      <p:sp>
        <p:nvSpPr>
          <p:cNvPr id="6" name="">
            <a:extLst>
              <a:ext uri="{FF2B5EF4-FFF2-40B4-BE49-F238E27FC236}">
                <ns3:creationId id="{590DF4DF-1851-4BC4-BCFB-25EA7AD4F5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 → missing</a:t>
            </a:r>
          </a:p>
        </p:txBody>
      </p:sp>
      <p:sp>
        <p:nvSpPr>
          <p:cNvPr id="7" name="">
            <a:extLst>
              <a:ext uri="{FF2B5EF4-FFF2-40B4-BE49-F238E27FC236}">
                <ns3:creationId id="{E4379396-3DC1-46DE-836A-CAD0E97136C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단일 문턱 코드는 28.0 미만의 유효 숫자를 normal로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3ABFEBB-F06C-4A1F-BA7C-2B7CB07001E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히스테리시스 코드는 이전 상태도 필요하므로 같은 표로 혼동하지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2FC304F-FCB8-4C63-8A1D-7A5C5431E1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A8CF858-250D-4ACD-A9A6-A5BB0FDBDF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930049130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cad27d144b345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68424B-C946-4435-94E6-2C673BAE40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CAB1CA4-42B1-4283-AC43-6632A0509D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경계·결측·형식 시험</a:t>
            </a:r>
          </a:p>
        </p:txBody>
      </p:sp>
      <p:sp>
        <p:nvSpPr>
          <p:cNvPr id="4" name="">
            <a:extLst>
              <a:ext uri="{FF2B5EF4-FFF2-40B4-BE49-F238E27FC236}">
                <ns3:creationId id="{C9C2D576-A8BC-4620-AB36-BFCCD86275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0B4C15-E765-4E15-9D19-6AFA1EC6ADC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 · 28.0 · None · "28.0"</a:t>
            </a:r>
          </a:p>
        </p:txBody>
      </p:sp>
      <p:sp>
        <p:nvSpPr>
          <p:cNvPr id="6" name="">
            <a:extLst>
              <a:ext uri="{FF2B5EF4-FFF2-40B4-BE49-F238E27FC236}">
                <ns3:creationId id="{B9337438-2A73-46BC-AC04-1C78B4BFF23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 상태를 실행 전에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D018CC85-F129-483F-9418-A8EE89C65C9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missing, 문자열은 invalid인지 각각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3F8B82-4320-4ED7-8D02-1EDFED0D32B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 다 온도가 없거나 잘못됐지만 오류 원인과 복구가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A5E7785A-6F7C-49D0-ABA5-550648837DC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04D00050-C2F8-48AD-8E3E-EFE6FD98FC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813345625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15bf11157e742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D8079C-2A0B-4D88-B6FB-EFA77C4353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FF9ACB-5020-45E5-9B85-2F0400F0F9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시험의 검증 범위</a:t>
            </a:r>
          </a:p>
        </p:txBody>
      </p:sp>
      <p:sp>
        <p:nvSpPr>
          <p:cNvPr id="4" name="">
            <a:extLst>
              <a:ext uri="{FF2B5EF4-FFF2-40B4-BE49-F238E27FC236}">
                <ns3:creationId id="{5B53ECF2-3217-4952-83C6-F40554CCBC3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3A00480-C105-4964-AC32-4557961403F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입력값에 대한 판단을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37A6760-F0C8-45A8-B026-5529570458E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정확도나 배선 성공은 별도입니다.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CA681AD-53DB-4140-95DC-5A8CF0E2E9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JSON은 온도계가 실제로 측정한 기록이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1DD359-FDA2-42E9-93BB-7AD4AAC58D7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오차 확인에는 기준 온도계와 비교한 기록이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08C732F-467F-487E-BDBD-D4C60F79AF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9AB9FBE-9D30-4C66-A038-C974660221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691729790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34a973e221d413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FC8C0C-C7AB-4CA2-BE5D-9F53A20AE9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B71303-8F3F-498F-BBD7-490701AB01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문턱 변경과 시험 갱신</a:t>
            </a:r>
          </a:p>
        </p:txBody>
      </p:sp>
      <p:sp>
        <p:nvSpPr>
          <p:cNvPr id="4" name="">
            <a:extLst>
              <a:ext uri="{FF2B5EF4-FFF2-40B4-BE49-F238E27FC236}">
                <ns3:creationId id="{FDCDBE98-2A29-466C-924A-3E4EA452E4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5BB3EDE-D955-4F81-9AB5-7CAFF360636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30.0으로 바꾸면 29.9·30.0·30.1을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AD5CC76-E364-4A18-9DDD-A2F0CA35459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초기 상태도 재검토합니다.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F25EEB-8DB6-4990-9355-68C34BE8B58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단일 문턱인지 켜짐·꺼짐 두 문턱인지 먼저 구별합니다.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3DAAE9-472C-41DA-827D-6D755B5358B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기준을 바꾼 뒤 해당 경계 바로 아래·같음·위 값을 시험합니다.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A4EBAB9-C151-4762-8A8A-07199F5D98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173709F-0440-403F-AF53-699C90EB8F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294513202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222bd896ba1424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268A92C-2FDE-4E8F-AF5B-9429F690D6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13AF44C-2360-4879-BE0F-7E4B147C10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실물 조건</a:t>
            </a:r>
          </a:p>
        </p:txBody>
      </p:sp>
      <p:sp>
        <p:nvSpPr>
          <p:cNvPr id="4" name="">
            <a:extLst>
              <a:ext uri="{FF2B5EF4-FFF2-40B4-BE49-F238E27FC236}">
                <ns3:creationId id="{E2CF5096-8759-4B2C-B14A-C7EAD42AB3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AFD02F7-1D70-4647-B627-EC55E9A48AC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 · 신호 전압 · 센서 오차</a:t>
            </a:r>
          </a:p>
        </p:txBody>
      </p:sp>
      <p:sp>
        <p:nvSpPr>
          <p:cNvPr id="6" name="">
            <a:extLst>
              <a:ext uri="{FF2B5EF4-FFF2-40B4-BE49-F238E27FC236}">
                <ns3:creationId id="{B3F6C738-67DB-4FF6-A9A4-0BDB589E6F3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모르는 항목은 비워 두고 확인할 자료를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6728961-E440-44D9-A0B1-D773CC6D6B3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확인할 수 없는 숫자를 예제 계산값으로 채우지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1CD713A-6E0F-4FBB-BE82-9586DE3B47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부품 문서와 보드 핀 설명을 확보한 뒤 연결 계획을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07C2591-881B-4E35-9070-60AADF735C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55A655B-D0A2-4FFE-98A0-DC0B66F298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431577663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4c6f3fff5064f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5D1438-22F1-4FF6-B2DA-F302B0766E4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0C08F2-F5E6-4D76-9C37-BF997E260F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판정 시험 자료 전달</a:t>
            </a:r>
          </a:p>
        </p:txBody>
      </p:sp>
      <p:sp>
        <p:nvSpPr>
          <p:cNvPr id="4" name="">
            <a:extLst>
              <a:ext uri="{FF2B5EF4-FFF2-40B4-BE49-F238E27FC236}">
                <ns3:creationId id="{2B788200-8551-409A-88F1-4586E4453C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39F51A-4DE3-4B97-9B6B-08F97E4D424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· 코드 · 명령 · 출력 · 시험표</a:t>
            </a:r>
          </a:p>
        </p:txBody>
      </p:sp>
      <p:sp>
        <p:nvSpPr>
          <p:cNvPr id="6" name="">
            <a:extLst>
              <a:ext uri="{FF2B5EF4-FFF2-40B4-BE49-F238E27FC236}">
                <ns3:creationId id="{2381FEBC-7B38-4815-B46A-65A8AB03C92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 실행 결과를 적고, 장비에서 아직 시험하지 못한 항목을 표시합니다.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6A91367-341C-49F4-B324-89AD0C61C49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입력과 수정 입력을 구별해 예상과 실제 출력을 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BEC0610-D2D7-4601-866C-4677EF1F745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사람이 같은 순서로 실행할 수 있게 시작 상태도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0BA7043-432A-4A77-8A35-4B82CB8366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1424281-F676-43AD-AD52-C43A2FAD08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77391232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77aba0b40a243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DAF862-55DC-4C28-8076-FB1446B143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7275533E-72CE-4FE7-8ABD-93348C9F157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입력과 기대 상태</a:t>
            </a:r>
          </a:p>
        </p:txBody>
      </p:sp>
      <p:sp>
        <p:nvSpPr>
          <p:cNvPr id="4" name="">
            <a:extLst>
              <a:ext uri="{FF2B5EF4-FFF2-40B4-BE49-F238E27FC236}">
                <ns3:creationId id="{53E0834C-AFF7-4A39-A17E-039E2AAA4B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410200"/>
                <a:gridCol w="541020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 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normal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alert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missing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"28.0"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invalid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24C0A1D2-387B-4D16-AE5E-7C00E3B56D3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A63C50DE-8EEF-4FDE-8F49-BA09BE7C45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873758411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c019c9a97234f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26253B-4802-476A-9892-62A6A970C8E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B6404D0-05E1-4DB1-ACFC-E69F171081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F7C262B8-FE99-4CEE-B739-A88F6713B3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3436DA-1722-4DEB-B500-6527761A8D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기대 상태와 관찰을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F44B7E9-12FF-4955-9692-9A9A15A2B3B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측정 정확도는 별도 시험입니다.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CB75131-B13C-46D6-B684-CDC30E2469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8" name="">
            <a:extLst>
              <a:ext uri="{FF2B5EF4-FFF2-40B4-BE49-F238E27FC236}">
                <ns3:creationId id="{EA819C4D-490C-4DA2-BE85-5433475D75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555053602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3b6f2d1753e48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C46973C-4E69-4825-9E11-06A07AB92D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2208ED1-F718-4D4D-B98C-0E9D0CB76DE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C05F203-703F-49CB-9D14-5E89D243C1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판단 시험표 완성</a:t>
            </a:r>
          </a:p>
        </p:txBody>
      </p:sp>
      <p:sp>
        <p:nvSpPr>
          <p:cNvPr id="5" name="">
            <a:extLst>
              <a:ext uri="{FF2B5EF4-FFF2-40B4-BE49-F238E27FC236}">
                <ns3:creationId id="{A959E177-6E57-4F7C-8155-BA2B8A107A7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15C7E8B-1FCD-4AE9-B98B-63269A0B90C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1411EB0-ACF9-424C-813F-CB2172D384F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27.9,28.0,None,"28.0"의 결과를 먼저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414558-ACFF-4803-A839-01753300253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ED88E2D-CC38-4CE4-A5BA-AB632A30D23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코드에 한 값씩 넣어 예상과 출력을 비교합니다.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14F23A5-12C5-4261-AB8C-56F0B2E81849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95BA6C5-F99A-4B59-A2E1-F1ECDB87CD7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기준을 30.0으로 바꾸면 29.9·30.0·30.1도 다시 시험합니다.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F57B3A7-96BC-4B90-9B86-2A1EF7F985E0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0F2D77C-7103-43AB-8860-E789BA4E6EB1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입력값·기준·출력을 적고 실제 센서 비교가 필요한 항목을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3888D94-F5CE-4CFF-8B01-EE38B15214B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5" name="">
            <a:extLst>
              <a:ext uri="{FF2B5EF4-FFF2-40B4-BE49-F238E27FC236}">
                <ns3:creationId id="{E8014F18-9A43-4C80-B21F-0D0CDCA217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746859769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9257b83e9d848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9ACDD1-0F06-4511-AA51-40DD636EA5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7D3BC43-C6C3-4E5D-9AF1-34395FD21F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555E1D2-D391-437A-B0E8-B5FFA3833D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638FFC9-52E0-4410-A998-76418B5D84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5240995-4B09-4A21-B0F5-FF42F3EDCE7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E13BAD6-D6B7-42A8-8342-BB8EB4587C0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센서 오차 ±0.5℃도 확인된 것인가요?</a:t>
            </a:r>
          </a:p>
        </p:txBody>
      </p:sp>
      <p:sp>
        <p:nvSpPr>
          <p:cNvPr id="8" name="">
            <a:extLst>
              <a:ext uri="{FF2B5EF4-FFF2-40B4-BE49-F238E27FC236}">
                <ns3:creationId id="{0BFB06E8-B9E7-4D5C-A126-58658975526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D81F1C0-47C2-4A62-B470-23F803A1635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예제에서 확인한 결과와 센서에서 시험할 내용을 각각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F30B1AFE-AD3D-40EF-B3C7-638C90E915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BD2688C6-60BB-4FA5-A226-8DD63C4DB9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36286102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3dd481781ac4e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B89F1D-A1A3-4B25-8171-9206C79B45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E394C57-B49E-4C66-993A-5C3D63FB47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545412B0-22B7-4CCC-8BB9-EB109DDA61A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7DB98B5-C90A-43A4-B469-C09641CF49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현재는 모의 판단 규칙만 확인했습니다.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B9E2F5E-DE1F-4A23-B074-2AA622AE0E9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온도계와 실제 센서의 비교가 필요합니다.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684A5C4-0ADB-4467-AE04-A114E54A5E8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여러 온도 조건과 측정 방법을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F4C1FEB-1192-433A-AAAA-140DED7ABC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0469F9E7-9CB0-40D0-8E66-1E4748EDF4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969445693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fbde859d8434b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267F5E-DA10-4F15-8352-8297352D3C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AE68D65-3C64-4BFB-879B-C6DFAC29A68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518F61F-918C-4345-91F7-CD69144A48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4D49A5CF-16AF-43FC-BBCD-2C3044E91A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1C07400-9415-4664-AE34-F2412BA4730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4E82424-4A9A-4158-B200-82A6B7B7DEA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기준 30.0에 맞춰</a:t>
            </a:r>
          </a:p>
        </p:txBody>
      </p:sp>
      <p:sp>
        <p:nvSpPr>
          <p:cNvPr id="8" name="">
            <a:extLst>
              <a:ext uri="{FF2B5EF4-FFF2-40B4-BE49-F238E27FC236}">
                <ns3:creationId id="{88260459-B0C3-4B56-BC38-89C92B1921B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FF84698-FEE2-4CA7-A71F-96BC3851D14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입력·기대 상태·표시 설명을 갱신합니다.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42E150C-D65B-4413-9DA5-3457F6B597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297BCBD0-86D8-46DF-8838-4DF3ABFEE0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436214234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4bd3578fd3b4e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80F3E5-543E-441D-A2C1-CD973A16E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629372-C6CD-4113-8617-5FEF97B28E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215D9750-F4AF-41CF-A58D-984EF3F940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58D2FF-679B-4CA2-901C-0E1408A9DD5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28.0 일치를 센서 정확도로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4E7AA0-D32A-40C9-9D5C-9DB3EFCB58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장비가 없어 시험하지 못한 항목은 그대로 표시합니다.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0ED9DC-EC17-43AE-8EDE-B0911D9ACD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C02483E-97DE-40C0-A57F-48F43A7CE4A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577738-C09D-49B0-8B1C-D6EC1A65A6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50EBBB8-8D6A-4768-AC9E-3A29835E12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2054202153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90c6116f2bf48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3A97F7-8EB2-46D1-80C6-C4D48FA825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9D71CF-727D-4871-A79F-1E802BFAC4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제출할 기록과 파일</a:t>
            </a:r>
          </a:p>
        </p:txBody>
      </p:sp>
      <p:sp>
        <p:nvSpPr>
          <p:cNvPr id="4" name="">
            <a:extLst>
              <a:ext uri="{FF2B5EF4-FFF2-40B4-BE49-F238E27FC236}">
                <ns3:creationId id="{55EEEC64-9881-406B-97C2-2205ECE1C0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097F4EB-7A8C-4C88-BD30-B7993FBFC0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work의 기록과 수정본을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F45671-95EE-4F13-B1EB-CD8E0DA3ACB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입력·설정·결과가 같은 실행인지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CFAEB17-ADED-4A6B-9234-CB4D0BB1508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어떻게 확인했는지, 아직 시험하지 못한 것은 무엇인지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D609163-67D9-4ADD-98C4-AF5B34786D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7F03DA9-062D-45FA-BFBA-507FE123A8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758917786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dc5347757844f3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EFF59F-81E8-4935-B0EE-9721113787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7A86BDF-41C2-4169-BAB8-E6F637C9C3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GPIO</a:t>
            </a:r>
          </a:p>
        </p:txBody>
      </p:sp>
      <p:sp>
        <p:nvSpPr>
          <p:cNvPr id="4" name="">
            <a:extLst>
              <a:ext uri="{FF2B5EF4-FFF2-40B4-BE49-F238E27FC236}">
                <ns3:creationId id="{0DF6122A-CB07-42FA-BCB2-9DEE093C25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B0D04DA-9654-46B4-A246-AAFFA4FD38B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2B185B-363B-478F-B800-06C28793AE3C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GPIO</a:t>
            </a:r>
          </a:p>
        </p:txBody>
      </p:sp>
      <p:sp>
        <p:nvSpPr>
          <p:cNvPr id="7" name="">
            <a:extLst>
              <a:ext uri="{FF2B5EF4-FFF2-40B4-BE49-F238E27FC236}">
                <ns3:creationId id="{25DC5DDC-F9C4-418F-BDDC-1BE36FC4048E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https://docs.espressif.com/projects/arduino-esp32/en/latest/api/gpio.html</a:t>
            </a:r>
          </a:p>
        </p:txBody>
      </p:sp>
      <p:sp>
        <p:nvSpPr>
          <p:cNvPr id="8" name="">
            <a:extLst>
              <a:ext uri="{FF2B5EF4-FFF2-40B4-BE49-F238E27FC236}">
                <ns3:creationId id="{852842EE-6EB0-46C9-A952-F7C3611F64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9641C89-B800-4940-9AC8-7DDEDB3142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1589720594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99b82296e1a42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9B20D6-2EC7-42C1-A294-EC582D292B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898EF2B-9E5A-42DB-B060-1AD9C95E7A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ADC</a:t>
            </a:r>
          </a:p>
        </p:txBody>
      </p:sp>
      <p:sp>
        <p:nvSpPr>
          <p:cNvPr id="4" name="">
            <a:extLst>
              <a:ext uri="{FF2B5EF4-FFF2-40B4-BE49-F238E27FC236}">
                <ns3:creationId id="{709A2EBC-7CDC-4E43-9546-83305B57C1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CE391C5-51F8-45A8-A18E-DD3F188971E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548908-E4A1-4EA8-9BD9-9C4C8E76C28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ADC</a:t>
            </a:r>
          </a:p>
        </p:txBody>
      </p:sp>
      <p:sp>
        <p:nvSpPr>
          <p:cNvPr id="7" name="">
            <a:extLst>
              <a:ext uri="{FF2B5EF4-FFF2-40B4-BE49-F238E27FC236}">
                <ns3:creationId id="{4F500C4B-7799-495D-BC90-D1AF66D5CF85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https://docs.espressif.com/projects/arduino-esp32/en/latest/api/adc.html</a:t>
            </a:r>
          </a:p>
        </p:txBody>
      </p:sp>
      <p:sp>
        <p:nvSpPr>
          <p:cNvPr id="8" name="">
            <a:extLst>
              <a:ext uri="{FF2B5EF4-FFF2-40B4-BE49-F238E27FC236}">
                <ns3:creationId id="{6ACDB383-CB28-44EB-99E3-220FC38F07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52B1001-E782-4C50-A981-16DD1CC460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397053896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bc9ab66c42d4c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BFE5EF6-DF35-4157-8FDA-7520009E418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C485E58-678A-4800-9D06-10A99B0F42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직렬 통신</a:t>
            </a:r>
          </a:p>
        </p:txBody>
      </p:sp>
      <p:sp>
        <p:nvSpPr>
          <p:cNvPr id="4" name="">
            <a:extLst>
              <a:ext uri="{FF2B5EF4-FFF2-40B4-BE49-F238E27FC236}">
                <ns3:creationId id="{FB0AC486-D1FA-4042-80F3-ABF75D3CAE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A42030E-71DA-4997-809A-8EEF45B76E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55DF39-05CC-4CA5-BB61-4EB1B99924D0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직렬 통신</a:t>
            </a:r>
          </a:p>
        </p:txBody>
      </p:sp>
      <p:sp>
        <p:nvSpPr>
          <p:cNvPr id="7" name="">
            <a:extLst>
              <a:ext uri="{FF2B5EF4-FFF2-40B4-BE49-F238E27FC236}">
                <ns3:creationId id="{4E33C484-23C6-4E0B-979F-C88D7416AD60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https://docs.espressif.com/projects/arduino-esp32/en/latest/api/serial.html</a:t>
            </a:r>
          </a:p>
        </p:txBody>
      </p:sp>
      <p:sp>
        <p:nvSpPr>
          <p:cNvPr id="8" name="">
            <a:extLst>
              <a:ext uri="{FF2B5EF4-FFF2-40B4-BE49-F238E27FC236}">
                <ns3:creationId id="{1078A1BC-7551-490A-9007-F219ADFCD3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FE06CAF1-A619-4BE7-8F11-30E59E56AC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5619161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2026-10-05T08:06:43.2980000Z</ns2:created>
  <ns2:modified xsi:type="dcterms:W3CDTF">2026-10-05T08:06:43.2980000Z</ns2:modified>
</ns0:coreProperties>
</file>