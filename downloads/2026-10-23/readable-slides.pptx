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6ff37507014a1b" /><Relationship Type="http://schemas.openxmlformats.org/officeDocument/2006/relationships/extended-properties" Target="/docProps/app.xml" Id="R2f78ff70ba6a4d50" /><Relationship Type="http://schemas.openxmlformats.org/officeDocument/2006/relationships/officeDocument" Target="/ppt/presentation.xml" Id="Rd2389a6fc3704ac8" /></Relationships>
</file>

<file path=ppt/presentation.xml><?xml version="1.0" encoding="utf-8"?>
<p:presentation xmlns:p="http://schemas.openxmlformats.org/presentationml/2006/main">
  <p:sldMasterIdLst>
    <p:sldMasterId xmlns:r="http://schemas.openxmlformats.org/officeDocument/2006/relationships" id="2147483648" r:id="Rb118a30302634672"/>
  </p:sldMasterIdLst>
  <p:notesMasterIdLst>
    <p:notesMasterId xmlns:r="http://schemas.openxmlformats.org/officeDocument/2006/relationships" r:id="Re75940217a4b4ba1"/>
  </p:notesMasterIdLst>
  <p:sldIdLst>
    <p:sldId xmlns:r="http://schemas.openxmlformats.org/officeDocument/2006/relationships" id="256" r:id="R8469338396954c6a"/>
    <p:sldId xmlns:r="http://schemas.openxmlformats.org/officeDocument/2006/relationships" id="257" r:id="R5f1348df99b9491d"/>
    <p:sldId xmlns:r="http://schemas.openxmlformats.org/officeDocument/2006/relationships" id="258" r:id="R0e1d9d4836e24642"/>
    <p:sldId xmlns:r="http://schemas.openxmlformats.org/officeDocument/2006/relationships" id="259" r:id="R6bca6384ce8a4487"/>
    <p:sldId xmlns:r="http://schemas.openxmlformats.org/officeDocument/2006/relationships" id="260" r:id="R8de87da7b4bc48c2"/>
    <p:sldId xmlns:r="http://schemas.openxmlformats.org/officeDocument/2006/relationships" id="261" r:id="R318c666346fc45f3"/>
    <p:sldId xmlns:r="http://schemas.openxmlformats.org/officeDocument/2006/relationships" id="262" r:id="R69544b2301bb4223"/>
    <p:sldId xmlns:r="http://schemas.openxmlformats.org/officeDocument/2006/relationships" id="263" r:id="R374cc774f8814137"/>
    <p:sldId xmlns:r="http://schemas.openxmlformats.org/officeDocument/2006/relationships" id="264" r:id="Reabe55e4b15e4640"/>
    <p:sldId xmlns:r="http://schemas.openxmlformats.org/officeDocument/2006/relationships" id="265" r:id="Rc60b02bab961419f"/>
    <p:sldId xmlns:r="http://schemas.openxmlformats.org/officeDocument/2006/relationships" id="266" r:id="Re1cc951dfd904c04"/>
    <p:sldId xmlns:r="http://schemas.openxmlformats.org/officeDocument/2006/relationships" id="267" r:id="R3aebb81eb88847c6"/>
    <p:sldId xmlns:r="http://schemas.openxmlformats.org/officeDocument/2006/relationships" id="268" r:id="R183ae891abda4b04"/>
    <p:sldId xmlns:r="http://schemas.openxmlformats.org/officeDocument/2006/relationships" id="269" r:id="R7636f7d8470c4fec"/>
    <p:sldId xmlns:r="http://schemas.openxmlformats.org/officeDocument/2006/relationships" id="270" r:id="Ra3ce8e483f204b2b"/>
    <p:sldId xmlns:r="http://schemas.openxmlformats.org/officeDocument/2006/relationships" id="271" r:id="Rfeafa71bff8b48bc"/>
    <p:sldId xmlns:r="http://schemas.openxmlformats.org/officeDocument/2006/relationships" id="272" r:id="R2da5836b8f6945cc"/>
    <p:sldId xmlns:r="http://schemas.openxmlformats.org/officeDocument/2006/relationships" id="273" r:id="R620fa09a107f4b75"/>
    <p:sldId xmlns:r="http://schemas.openxmlformats.org/officeDocument/2006/relationships" id="274" r:id="R4e3cc53f406444a1"/>
    <p:sldId xmlns:r="http://schemas.openxmlformats.org/officeDocument/2006/relationships" id="275" r:id="Ra27bb8ecb74f44f0"/>
    <p:sldId xmlns:r="http://schemas.openxmlformats.org/officeDocument/2006/relationships" id="276" r:id="R667209e3c98c461c"/>
    <p:sldId xmlns:r="http://schemas.openxmlformats.org/officeDocument/2006/relationships" id="277" r:id="R7dfcd5102a664e08"/>
    <p:sldId xmlns:r="http://schemas.openxmlformats.org/officeDocument/2006/relationships" id="278" r:id="R9233026fa962420c"/>
    <p:sldId xmlns:r="http://schemas.openxmlformats.org/officeDocument/2006/relationships" id="279" r:id="R248003fabd3c4a45"/>
    <p:sldId xmlns:r="http://schemas.openxmlformats.org/officeDocument/2006/relationships" id="280" r:id="R64d5d30eb5f241f7"/>
    <p:sldId xmlns:r="http://schemas.openxmlformats.org/officeDocument/2006/relationships" id="281" r:id="Rf623a788ae6a495c"/>
    <p:sldId xmlns:r="http://schemas.openxmlformats.org/officeDocument/2006/relationships" id="282" r:id="Rc8bf5b63e82549eb"/>
    <p:sldId xmlns:r="http://schemas.openxmlformats.org/officeDocument/2006/relationships" id="283" r:id="R41400c0fee494872"/>
    <p:sldId xmlns:r="http://schemas.openxmlformats.org/officeDocument/2006/relationships" id="284" r:id="Rc0fb43ada58b4b73"/>
    <p:sldId xmlns:r="http://schemas.openxmlformats.org/officeDocument/2006/relationships" id="285" r:id="Rf1143254ef8c40a4"/>
    <p:sldId xmlns:r="http://schemas.openxmlformats.org/officeDocument/2006/relationships" id="286" r:id="R8d56ad0b2ae84726"/>
    <p:sldId xmlns:r="http://schemas.openxmlformats.org/officeDocument/2006/relationships" id="287" r:id="R1b9d049a53d74e7c"/>
    <p:sldId xmlns:r="http://schemas.openxmlformats.org/officeDocument/2006/relationships" id="288" r:id="R18af916c7b5146b1"/>
    <p:sldId xmlns:r="http://schemas.openxmlformats.org/officeDocument/2006/relationships" id="289" r:id="R236373536c96480f"/>
    <p:sldId xmlns:r="http://schemas.openxmlformats.org/officeDocument/2006/relationships" id="290" r:id="R926a727b8330404e"/>
    <p:sldId xmlns:r="http://schemas.openxmlformats.org/officeDocument/2006/relationships" id="291" r:id="Rdb774452aa6e4fed"/>
    <p:sldId xmlns:r="http://schemas.openxmlformats.org/officeDocument/2006/relationships" id="292" r:id="Rc6085123aa6f46e6"/>
    <p:sldId xmlns:r="http://schemas.openxmlformats.org/officeDocument/2006/relationships" id="293" r:id="Ra1866ae111d648b3"/>
    <p:sldId xmlns:r="http://schemas.openxmlformats.org/officeDocument/2006/relationships" id="294" r:id="R6943aeef8ea84115"/>
    <p:sldId xmlns:r="http://schemas.openxmlformats.org/officeDocument/2006/relationships" id="295" r:id="R39c830352ae848b8"/>
    <p:sldId xmlns:r="http://schemas.openxmlformats.org/officeDocument/2006/relationships" id="296" r:id="Rd7d812085f5d4586"/>
    <p:sldId xmlns:r="http://schemas.openxmlformats.org/officeDocument/2006/relationships" id="297" r:id="R31ec54767a514277"/>
    <p:sldId xmlns:r="http://schemas.openxmlformats.org/officeDocument/2006/relationships" id="298" r:id="R5524b2dd727b4092"/>
    <p:sldId xmlns:r="http://schemas.openxmlformats.org/officeDocument/2006/relationships" id="299" r:id="R86a5ed73fe644b3e"/>
    <p:sldId xmlns:r="http://schemas.openxmlformats.org/officeDocument/2006/relationships" id="300" r:id="R96026ccbb38e478c"/>
    <p:sldId xmlns:r="http://schemas.openxmlformats.org/officeDocument/2006/relationships" id="301" r:id="R27ea2ce9fce04145"/>
    <p:sldId xmlns:r="http://schemas.openxmlformats.org/officeDocument/2006/relationships" id="302" r:id="R15120dd3c75b4056"/>
    <p:sldId xmlns:r="http://schemas.openxmlformats.org/officeDocument/2006/relationships" id="303" r:id="R85fea3f236af4d54"/>
    <p:sldId xmlns:r="http://schemas.openxmlformats.org/officeDocument/2006/relationships" id="304" r:id="Re672b73765554ef8"/>
    <p:sldId xmlns:r="http://schemas.openxmlformats.org/officeDocument/2006/relationships" id="305" r:id="Ra7b22f38ba764011"/>
    <p:sldId xmlns:r="http://schemas.openxmlformats.org/officeDocument/2006/relationships" id="306" r:id="R7b44fc4c72694005"/>
    <p:sldId xmlns:r="http://schemas.openxmlformats.org/officeDocument/2006/relationships" id="307" r:id="Rc947f6e13c2a4352"/>
    <p:sldId xmlns:r="http://schemas.openxmlformats.org/officeDocument/2006/relationships" id="308" r:id="R82d17f472e984f76"/>
    <p:sldId xmlns:r="http://schemas.openxmlformats.org/officeDocument/2006/relationships" id="309" r:id="R13cf9a4f4f7948c0"/>
    <p:sldId xmlns:r="http://schemas.openxmlformats.org/officeDocument/2006/relationships" id="310" r:id="R76ceff7223564975"/>
    <p:sldId xmlns:r="http://schemas.openxmlformats.org/officeDocument/2006/relationships" id="311" r:id="R0645f5312019497d"/>
    <p:sldId xmlns:r="http://schemas.openxmlformats.org/officeDocument/2006/relationships" id="312" r:id="R41ea791c67814acc"/>
    <p:sldId xmlns:r="http://schemas.openxmlformats.org/officeDocument/2006/relationships" id="313" r:id="R923ae8a076eb4fcc"/>
    <p:sldId xmlns:r="http://schemas.openxmlformats.org/officeDocument/2006/relationships" id="314" r:id="R35e7a528fcbc4c7f"/>
    <p:sldId xmlns:r="http://schemas.openxmlformats.org/officeDocument/2006/relationships" id="315" r:id="Ra8c64f29acb44bcd"/>
    <p:sldId xmlns:r="http://schemas.openxmlformats.org/officeDocument/2006/relationships" id="316" r:id="R8ac5a92627a74aae"/>
    <p:sldId xmlns:r="http://schemas.openxmlformats.org/officeDocument/2006/relationships" id="317" r:id="R9de3c4bece5c423d"/>
    <p:sldId xmlns:r="http://schemas.openxmlformats.org/officeDocument/2006/relationships" id="318" r:id="Re50c781a34904adb"/>
    <p:sldId xmlns:r="http://schemas.openxmlformats.org/officeDocument/2006/relationships" id="319" r:id="R6d3cac449db64d21"/>
    <p:sldId xmlns:r="http://schemas.openxmlformats.org/officeDocument/2006/relationships" id="320" r:id="Ree739c0348d24a14"/>
    <p:sldId xmlns:r="http://schemas.openxmlformats.org/officeDocument/2006/relationships" id="321" r:id="R64c08e9710814c6e"/>
    <p:sldId xmlns:r="http://schemas.openxmlformats.org/officeDocument/2006/relationships" id="322" r:id="R83cc49cb5d1a4a7e"/>
    <p:sldId xmlns:r="http://schemas.openxmlformats.org/officeDocument/2006/relationships" id="323" r:id="Rb8be85ad896145d9"/>
    <p:sldId xmlns:r="http://schemas.openxmlformats.org/officeDocument/2006/relationships" id="324" r:id="Rb416cc44582c4b61"/>
    <p:sldId xmlns:r="http://schemas.openxmlformats.org/officeDocument/2006/relationships" id="325" r:id="R570a756f4e104ab7"/>
    <p:sldId xmlns:r="http://schemas.openxmlformats.org/officeDocument/2006/relationships" id="326" r:id="R49ac74341c0c4c7d"/>
    <p:sldId xmlns:r="http://schemas.openxmlformats.org/officeDocument/2006/relationships" id="327" r:id="Rd555008a04084998"/>
    <p:sldId xmlns:r="http://schemas.openxmlformats.org/officeDocument/2006/relationships" id="328" r:id="R418ae5fe5eee4641"/>
    <p:sldId xmlns:r="http://schemas.openxmlformats.org/officeDocument/2006/relationships" id="329" r:id="Re7310a53997d46e5"/>
    <p:sldId xmlns:r="http://schemas.openxmlformats.org/officeDocument/2006/relationships" id="330" r:id="R0e535e80d8204731"/>
    <p:sldId xmlns:r="http://schemas.openxmlformats.org/officeDocument/2006/relationships" id="331" r:id="Reda977377fca461c"/>
    <p:sldId xmlns:r="http://schemas.openxmlformats.org/officeDocument/2006/relationships" id="332" r:id="R2c0fd0c8db534797"/>
    <p:sldId xmlns:r="http://schemas.openxmlformats.org/officeDocument/2006/relationships" id="333" r:id="R3838e27ab01f491f"/>
    <p:sldId xmlns:r="http://schemas.openxmlformats.org/officeDocument/2006/relationships" id="334" r:id="R4f96b90765624e89"/>
    <p:sldId xmlns:r="http://schemas.openxmlformats.org/officeDocument/2006/relationships" id="335" r:id="R36fe65bf78cd496b"/>
    <p:sldId xmlns:r="http://schemas.openxmlformats.org/officeDocument/2006/relationships" id="336" r:id="Ra75c9734a5bf48cd"/>
    <p:sldId xmlns:r="http://schemas.openxmlformats.org/officeDocument/2006/relationships" id="337" r:id="Re7179bc2bffb44b4"/>
    <p:sldId xmlns:r="http://schemas.openxmlformats.org/officeDocument/2006/relationships" id="338" r:id="R4ecc77154695445d"/>
    <p:sldId xmlns:r="http://schemas.openxmlformats.org/officeDocument/2006/relationships" id="339" r:id="R3c40e699c86e4527"/>
    <p:sldId xmlns:r="http://schemas.openxmlformats.org/officeDocument/2006/relationships" id="340" r:id="R308cc4ccf51b447a"/>
    <p:sldId xmlns:r="http://schemas.openxmlformats.org/officeDocument/2006/relationships" id="341" r:id="R50c9e4bd01c84643"/>
    <p:sldId xmlns:r="http://schemas.openxmlformats.org/officeDocument/2006/relationships" id="342" r:id="Rc339bd3b47504feb"/>
    <p:sldId xmlns:r="http://schemas.openxmlformats.org/officeDocument/2006/relationships" id="343" r:id="R25ad3217b34e494f"/>
    <p:sldId xmlns:r="http://schemas.openxmlformats.org/officeDocument/2006/relationships" id="344" r:id="Rda1730469ed3439a"/>
    <p:sldId xmlns:r="http://schemas.openxmlformats.org/officeDocument/2006/relationships" id="345" r:id="Rfbd8a8d39a4f41be"/>
    <p:sldId xmlns:r="http://schemas.openxmlformats.org/officeDocument/2006/relationships" id="346" r:id="R9b88aa6157fd4574"/>
    <p:sldId xmlns:r="http://schemas.openxmlformats.org/officeDocument/2006/relationships" id="347" r:id="Rbe4bdc87f1c54b7c"/>
    <p:sldId xmlns:r="http://schemas.openxmlformats.org/officeDocument/2006/relationships" id="348" r:id="R74f21256a10b455b"/>
    <p:sldId xmlns:r="http://schemas.openxmlformats.org/officeDocument/2006/relationships" id="349" r:id="Reed328385d494340"/>
    <p:sldId xmlns:r="http://schemas.openxmlformats.org/officeDocument/2006/relationships" id="350" r:id="R963f0ed659a84637"/>
    <p:sldId xmlns:r="http://schemas.openxmlformats.org/officeDocument/2006/relationships" id="351" r:id="R267d6fe3234e4c2b"/>
    <p:sldId xmlns:r="http://schemas.openxmlformats.org/officeDocument/2006/relationships" id="352" r:id="R30fea7d16d904932"/>
    <p:sldId xmlns:r="http://schemas.openxmlformats.org/officeDocument/2006/relationships" id="353" r:id="R806d0f7c0edc44d2"/>
    <p:sldId xmlns:r="http://schemas.openxmlformats.org/officeDocument/2006/relationships" id="354" r:id="R298b834631d64a3b"/>
    <p:sldId xmlns:r="http://schemas.openxmlformats.org/officeDocument/2006/relationships" id="355" r:id="Rc933efd8870e4b21"/>
    <p:sldId xmlns:r="http://schemas.openxmlformats.org/officeDocument/2006/relationships" id="356" r:id="Rf43f0c42d1244849"/>
    <p:sldId xmlns:r="http://schemas.openxmlformats.org/officeDocument/2006/relationships" id="357" r:id="R62bbcf5ff4f843cf"/>
    <p:sldId xmlns:r="http://schemas.openxmlformats.org/officeDocument/2006/relationships" id="358" r:id="R316f38f5a6a44e32"/>
    <p:sldId xmlns:r="http://schemas.openxmlformats.org/officeDocument/2006/relationships" id="359" r:id="Rf4dc4bf670c24677"/>
    <p:sldId xmlns:r="http://schemas.openxmlformats.org/officeDocument/2006/relationships" id="360" r:id="R3b635f821ae64d12"/>
    <p:sldId xmlns:r="http://schemas.openxmlformats.org/officeDocument/2006/relationships" id="361" r:id="R1d03b6c40739471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1664abda784b95" /><Relationship Type="http://schemas.openxmlformats.org/officeDocument/2006/relationships/slideMaster" Target="/ppt/slideMasters/slideMaster1.xml" Id="Rb118a30302634672" /><Relationship Type="http://schemas.openxmlformats.org/officeDocument/2006/relationships/notesMaster" Target="/ppt/notesMasters/notesMaster1.xml" Id="Re75940217a4b4ba1" /><Relationship Type="http://schemas.openxmlformats.org/officeDocument/2006/relationships/presProps" Target="/ppt/presProps.xml" Id="R1cb0f4b1a062472b" /><Relationship Type="http://schemas.openxmlformats.org/officeDocument/2006/relationships/tableStyles" Target="/ppt/tableStyles.xml" Id="R559a296ad94b4c55" /><Relationship Type="http://schemas.openxmlformats.org/officeDocument/2006/relationships/slide" Target="/ppt/slides/slide1.xml" Id="R8469338396954c6a" /><Relationship Type="http://schemas.openxmlformats.org/officeDocument/2006/relationships/slide" Target="/ppt/slides/slide2.xml" Id="R5f1348df99b9491d" /><Relationship Type="http://schemas.openxmlformats.org/officeDocument/2006/relationships/slide" Target="/ppt/slides/slide3.xml" Id="R0e1d9d4836e24642" /><Relationship Type="http://schemas.openxmlformats.org/officeDocument/2006/relationships/slide" Target="/ppt/slides/slide4.xml" Id="R6bca6384ce8a4487" /><Relationship Type="http://schemas.openxmlformats.org/officeDocument/2006/relationships/slide" Target="/ppt/slides/slide5.xml" Id="R8de87da7b4bc48c2" /><Relationship Type="http://schemas.openxmlformats.org/officeDocument/2006/relationships/slide" Target="/ppt/slides/slide6.xml" Id="R318c666346fc45f3" /><Relationship Type="http://schemas.openxmlformats.org/officeDocument/2006/relationships/slide" Target="/ppt/slides/slide7.xml" Id="R69544b2301bb4223" /><Relationship Type="http://schemas.openxmlformats.org/officeDocument/2006/relationships/slide" Target="/ppt/slides/slide8.xml" Id="R374cc774f8814137" /><Relationship Type="http://schemas.openxmlformats.org/officeDocument/2006/relationships/slide" Target="/ppt/slides/slide9.xml" Id="Reabe55e4b15e4640" /><Relationship Type="http://schemas.openxmlformats.org/officeDocument/2006/relationships/slide" Target="/ppt/slides/slide10.xml" Id="Rc60b02bab961419f" /><Relationship Type="http://schemas.openxmlformats.org/officeDocument/2006/relationships/slide" Target="/ppt/slides/slide11.xml" Id="Re1cc951dfd904c04" /><Relationship Type="http://schemas.openxmlformats.org/officeDocument/2006/relationships/slide" Target="/ppt/slides/slide12.xml" Id="R3aebb81eb88847c6" /><Relationship Type="http://schemas.openxmlformats.org/officeDocument/2006/relationships/slide" Target="/ppt/slides/slide13.xml" Id="R183ae891abda4b04" /><Relationship Type="http://schemas.openxmlformats.org/officeDocument/2006/relationships/slide" Target="/ppt/slides/slide14.xml" Id="R7636f7d8470c4fec" /><Relationship Type="http://schemas.openxmlformats.org/officeDocument/2006/relationships/slide" Target="/ppt/slides/slide15.xml" Id="Ra3ce8e483f204b2b" /><Relationship Type="http://schemas.openxmlformats.org/officeDocument/2006/relationships/slide" Target="/ppt/slides/slide16.xml" Id="Rfeafa71bff8b48bc" /><Relationship Type="http://schemas.openxmlformats.org/officeDocument/2006/relationships/slide" Target="/ppt/slides/slide17.xml" Id="R2da5836b8f6945cc" /><Relationship Type="http://schemas.openxmlformats.org/officeDocument/2006/relationships/slide" Target="/ppt/slides/slide18.xml" Id="R620fa09a107f4b75" /><Relationship Type="http://schemas.openxmlformats.org/officeDocument/2006/relationships/slide" Target="/ppt/slides/slide19.xml" Id="R4e3cc53f406444a1" /><Relationship Type="http://schemas.openxmlformats.org/officeDocument/2006/relationships/slide" Target="/ppt/slides/slide20.xml" Id="Ra27bb8ecb74f44f0" /><Relationship Type="http://schemas.openxmlformats.org/officeDocument/2006/relationships/slide" Target="/ppt/slides/slide21.xml" Id="R667209e3c98c461c" /><Relationship Type="http://schemas.openxmlformats.org/officeDocument/2006/relationships/slide" Target="/ppt/slides/slide22.xml" Id="R7dfcd5102a664e08" /><Relationship Type="http://schemas.openxmlformats.org/officeDocument/2006/relationships/slide" Target="/ppt/slides/slide23.xml" Id="R9233026fa962420c" /><Relationship Type="http://schemas.openxmlformats.org/officeDocument/2006/relationships/slide" Target="/ppt/slides/slide24.xml" Id="R248003fabd3c4a45" /><Relationship Type="http://schemas.openxmlformats.org/officeDocument/2006/relationships/slide" Target="/ppt/slides/slide25.xml" Id="R64d5d30eb5f241f7" /><Relationship Type="http://schemas.openxmlformats.org/officeDocument/2006/relationships/slide" Target="/ppt/slides/slide26.xml" Id="Rf623a788ae6a495c" /><Relationship Type="http://schemas.openxmlformats.org/officeDocument/2006/relationships/slide" Target="/ppt/slides/slide27.xml" Id="Rc8bf5b63e82549eb" /><Relationship Type="http://schemas.openxmlformats.org/officeDocument/2006/relationships/slide" Target="/ppt/slides/slide28.xml" Id="R41400c0fee494872" /><Relationship Type="http://schemas.openxmlformats.org/officeDocument/2006/relationships/slide" Target="/ppt/slides/slide29.xml" Id="Rc0fb43ada58b4b73" /><Relationship Type="http://schemas.openxmlformats.org/officeDocument/2006/relationships/slide" Target="/ppt/slides/slide30.xml" Id="Rf1143254ef8c40a4" /><Relationship Type="http://schemas.openxmlformats.org/officeDocument/2006/relationships/slide" Target="/ppt/slides/slide31.xml" Id="R8d56ad0b2ae84726" /><Relationship Type="http://schemas.openxmlformats.org/officeDocument/2006/relationships/slide" Target="/ppt/slides/slide32.xml" Id="R1b9d049a53d74e7c" /><Relationship Type="http://schemas.openxmlformats.org/officeDocument/2006/relationships/slide" Target="/ppt/slides/slide33.xml" Id="R18af916c7b5146b1" /><Relationship Type="http://schemas.openxmlformats.org/officeDocument/2006/relationships/slide" Target="/ppt/slides/slide34.xml" Id="R236373536c96480f" /><Relationship Type="http://schemas.openxmlformats.org/officeDocument/2006/relationships/slide" Target="/ppt/slides/slide35.xml" Id="R926a727b8330404e" /><Relationship Type="http://schemas.openxmlformats.org/officeDocument/2006/relationships/slide" Target="/ppt/slides/slide36.xml" Id="Rdb774452aa6e4fed" /><Relationship Type="http://schemas.openxmlformats.org/officeDocument/2006/relationships/slide" Target="/ppt/slides/slide37.xml" Id="Rc6085123aa6f46e6" /><Relationship Type="http://schemas.openxmlformats.org/officeDocument/2006/relationships/slide" Target="/ppt/slides/slide38.xml" Id="Ra1866ae111d648b3" /><Relationship Type="http://schemas.openxmlformats.org/officeDocument/2006/relationships/slide" Target="/ppt/slides/slide39.xml" Id="R6943aeef8ea84115" /><Relationship Type="http://schemas.openxmlformats.org/officeDocument/2006/relationships/slide" Target="/ppt/slides/slide40.xml" Id="R39c830352ae848b8" /><Relationship Type="http://schemas.openxmlformats.org/officeDocument/2006/relationships/slide" Target="/ppt/slides/slide41.xml" Id="Rd7d812085f5d4586" /><Relationship Type="http://schemas.openxmlformats.org/officeDocument/2006/relationships/slide" Target="/ppt/slides/slide42.xml" Id="R31ec54767a514277" /><Relationship Type="http://schemas.openxmlformats.org/officeDocument/2006/relationships/slide" Target="/ppt/slides/slide43.xml" Id="R5524b2dd727b4092" /><Relationship Type="http://schemas.openxmlformats.org/officeDocument/2006/relationships/slide" Target="/ppt/slides/slide44.xml" Id="R86a5ed73fe644b3e" /><Relationship Type="http://schemas.openxmlformats.org/officeDocument/2006/relationships/slide" Target="/ppt/slides/slide45.xml" Id="R96026ccbb38e478c" /><Relationship Type="http://schemas.openxmlformats.org/officeDocument/2006/relationships/slide" Target="/ppt/slides/slide46.xml" Id="R27ea2ce9fce04145" /><Relationship Type="http://schemas.openxmlformats.org/officeDocument/2006/relationships/slide" Target="/ppt/slides/slide47.xml" Id="R15120dd3c75b4056" /><Relationship Type="http://schemas.openxmlformats.org/officeDocument/2006/relationships/slide" Target="/ppt/slides/slide48.xml" Id="R85fea3f236af4d54" /><Relationship Type="http://schemas.openxmlformats.org/officeDocument/2006/relationships/slide" Target="/ppt/slides/slide49.xml" Id="Re672b73765554ef8" /><Relationship Type="http://schemas.openxmlformats.org/officeDocument/2006/relationships/slide" Target="/ppt/slides/slide50.xml" Id="Ra7b22f38ba764011" /><Relationship Type="http://schemas.openxmlformats.org/officeDocument/2006/relationships/slide" Target="/ppt/slides/slide51.xml" Id="R7b44fc4c72694005" /><Relationship Type="http://schemas.openxmlformats.org/officeDocument/2006/relationships/slide" Target="/ppt/slides/slide52.xml" Id="Rc947f6e13c2a4352" /><Relationship Type="http://schemas.openxmlformats.org/officeDocument/2006/relationships/slide" Target="/ppt/slides/slide53.xml" Id="R82d17f472e984f76" /><Relationship Type="http://schemas.openxmlformats.org/officeDocument/2006/relationships/slide" Target="/ppt/slides/slide54.xml" Id="R13cf9a4f4f7948c0" /><Relationship Type="http://schemas.openxmlformats.org/officeDocument/2006/relationships/slide" Target="/ppt/slides/slide55.xml" Id="R76ceff7223564975" /><Relationship Type="http://schemas.openxmlformats.org/officeDocument/2006/relationships/slide" Target="/ppt/slides/slide56.xml" Id="R0645f5312019497d" /><Relationship Type="http://schemas.openxmlformats.org/officeDocument/2006/relationships/slide" Target="/ppt/slides/slide57.xml" Id="R41ea791c67814acc" /><Relationship Type="http://schemas.openxmlformats.org/officeDocument/2006/relationships/slide" Target="/ppt/slides/slide58.xml" Id="R923ae8a076eb4fcc" /><Relationship Type="http://schemas.openxmlformats.org/officeDocument/2006/relationships/slide" Target="/ppt/slides/slide59.xml" Id="R35e7a528fcbc4c7f" /><Relationship Type="http://schemas.openxmlformats.org/officeDocument/2006/relationships/slide" Target="/ppt/slides/slide60.xml" Id="Ra8c64f29acb44bcd" /><Relationship Type="http://schemas.openxmlformats.org/officeDocument/2006/relationships/slide" Target="/ppt/slides/slide61.xml" Id="R8ac5a92627a74aae" /><Relationship Type="http://schemas.openxmlformats.org/officeDocument/2006/relationships/slide" Target="/ppt/slides/slide62.xml" Id="R9de3c4bece5c423d" /><Relationship Type="http://schemas.openxmlformats.org/officeDocument/2006/relationships/slide" Target="/ppt/slides/slide63.xml" Id="Re50c781a34904adb" /><Relationship Type="http://schemas.openxmlformats.org/officeDocument/2006/relationships/slide" Target="/ppt/slides/slide64.xml" Id="R6d3cac449db64d21" /><Relationship Type="http://schemas.openxmlformats.org/officeDocument/2006/relationships/slide" Target="/ppt/slides/slide65.xml" Id="Ree739c0348d24a14" /><Relationship Type="http://schemas.openxmlformats.org/officeDocument/2006/relationships/slide" Target="/ppt/slides/slide66.xml" Id="R64c08e9710814c6e" /><Relationship Type="http://schemas.openxmlformats.org/officeDocument/2006/relationships/slide" Target="/ppt/slides/slide67.xml" Id="R83cc49cb5d1a4a7e" /><Relationship Type="http://schemas.openxmlformats.org/officeDocument/2006/relationships/slide" Target="/ppt/slides/slide68.xml" Id="Rb8be85ad896145d9" /><Relationship Type="http://schemas.openxmlformats.org/officeDocument/2006/relationships/slide" Target="/ppt/slides/slide69.xml" Id="Rb416cc44582c4b61" /><Relationship Type="http://schemas.openxmlformats.org/officeDocument/2006/relationships/slide" Target="/ppt/slides/slide70.xml" Id="R570a756f4e104ab7" /><Relationship Type="http://schemas.openxmlformats.org/officeDocument/2006/relationships/slide" Target="/ppt/slides/slide71.xml" Id="R49ac74341c0c4c7d" /><Relationship Type="http://schemas.openxmlformats.org/officeDocument/2006/relationships/slide" Target="/ppt/slides/slide72.xml" Id="Rd555008a04084998" /><Relationship Type="http://schemas.openxmlformats.org/officeDocument/2006/relationships/slide" Target="/ppt/slides/slide73.xml" Id="R418ae5fe5eee4641" /><Relationship Type="http://schemas.openxmlformats.org/officeDocument/2006/relationships/slide" Target="/ppt/slides/slide74.xml" Id="Re7310a53997d46e5" /><Relationship Type="http://schemas.openxmlformats.org/officeDocument/2006/relationships/slide" Target="/ppt/slides/slide75.xml" Id="R0e535e80d8204731" /><Relationship Type="http://schemas.openxmlformats.org/officeDocument/2006/relationships/slide" Target="/ppt/slides/slide76.xml" Id="Reda977377fca461c" /><Relationship Type="http://schemas.openxmlformats.org/officeDocument/2006/relationships/slide" Target="/ppt/slides/slide77.xml" Id="R2c0fd0c8db534797" /><Relationship Type="http://schemas.openxmlformats.org/officeDocument/2006/relationships/slide" Target="/ppt/slides/slide78.xml" Id="R3838e27ab01f491f" /><Relationship Type="http://schemas.openxmlformats.org/officeDocument/2006/relationships/slide" Target="/ppt/slides/slide79.xml" Id="R4f96b90765624e89" /><Relationship Type="http://schemas.openxmlformats.org/officeDocument/2006/relationships/slide" Target="/ppt/slides/slide80.xml" Id="R36fe65bf78cd496b" /><Relationship Type="http://schemas.openxmlformats.org/officeDocument/2006/relationships/slide" Target="/ppt/slides/slide81.xml" Id="Ra75c9734a5bf48cd" /><Relationship Type="http://schemas.openxmlformats.org/officeDocument/2006/relationships/slide" Target="/ppt/slides/slide82.xml" Id="Re7179bc2bffb44b4" /><Relationship Type="http://schemas.openxmlformats.org/officeDocument/2006/relationships/slide" Target="/ppt/slides/slide83.xml" Id="R4ecc77154695445d" /><Relationship Type="http://schemas.openxmlformats.org/officeDocument/2006/relationships/slide" Target="/ppt/slides/slide84.xml" Id="R3c40e699c86e4527" /><Relationship Type="http://schemas.openxmlformats.org/officeDocument/2006/relationships/slide" Target="/ppt/slides/slide85.xml" Id="R308cc4ccf51b447a" /><Relationship Type="http://schemas.openxmlformats.org/officeDocument/2006/relationships/slide" Target="/ppt/slides/slide86.xml" Id="R50c9e4bd01c84643" /><Relationship Type="http://schemas.openxmlformats.org/officeDocument/2006/relationships/slide" Target="/ppt/slides/slide87.xml" Id="Rc339bd3b47504feb" /><Relationship Type="http://schemas.openxmlformats.org/officeDocument/2006/relationships/slide" Target="/ppt/slides/slide88.xml" Id="R25ad3217b34e494f" /><Relationship Type="http://schemas.openxmlformats.org/officeDocument/2006/relationships/slide" Target="/ppt/slides/slide89.xml" Id="Rda1730469ed3439a" /><Relationship Type="http://schemas.openxmlformats.org/officeDocument/2006/relationships/slide" Target="/ppt/slides/slide90.xml" Id="Rfbd8a8d39a4f41be" /><Relationship Type="http://schemas.openxmlformats.org/officeDocument/2006/relationships/slide" Target="/ppt/slides/slide91.xml" Id="R9b88aa6157fd4574" /><Relationship Type="http://schemas.openxmlformats.org/officeDocument/2006/relationships/slide" Target="/ppt/slides/slide92.xml" Id="Rbe4bdc87f1c54b7c" /><Relationship Type="http://schemas.openxmlformats.org/officeDocument/2006/relationships/slide" Target="/ppt/slides/slide93.xml" Id="R74f21256a10b455b" /><Relationship Type="http://schemas.openxmlformats.org/officeDocument/2006/relationships/slide" Target="/ppt/slides/slide94.xml" Id="Reed328385d494340" /><Relationship Type="http://schemas.openxmlformats.org/officeDocument/2006/relationships/slide" Target="/ppt/slides/slide95.xml" Id="R963f0ed659a84637" /><Relationship Type="http://schemas.openxmlformats.org/officeDocument/2006/relationships/slide" Target="/ppt/slides/slide96.xml" Id="R267d6fe3234e4c2b" /><Relationship Type="http://schemas.openxmlformats.org/officeDocument/2006/relationships/slide" Target="/ppt/slides/slide97.xml" Id="R30fea7d16d904932" /><Relationship Type="http://schemas.openxmlformats.org/officeDocument/2006/relationships/slide" Target="/ppt/slides/slide98.xml" Id="R806d0f7c0edc44d2" /><Relationship Type="http://schemas.openxmlformats.org/officeDocument/2006/relationships/slide" Target="/ppt/slides/slide99.xml" Id="R298b834631d64a3b" /><Relationship Type="http://schemas.openxmlformats.org/officeDocument/2006/relationships/slide" Target="/ppt/slides/slide100.xml" Id="Rc933efd8870e4b21" /><Relationship Type="http://schemas.openxmlformats.org/officeDocument/2006/relationships/slide" Target="/ppt/slides/slide101.xml" Id="Rf43f0c42d1244849" /><Relationship Type="http://schemas.openxmlformats.org/officeDocument/2006/relationships/slide" Target="/ppt/slides/slide102.xml" Id="R62bbcf5ff4f843cf" /><Relationship Type="http://schemas.openxmlformats.org/officeDocument/2006/relationships/slide" Target="/ppt/slides/slide103.xml" Id="R316f38f5a6a44e32" /><Relationship Type="http://schemas.openxmlformats.org/officeDocument/2006/relationships/slide" Target="/ppt/slides/slide104.xml" Id="Rf4dc4bf670c24677" /><Relationship Type="http://schemas.openxmlformats.org/officeDocument/2006/relationships/slide" Target="/ppt/slides/slide105.xml" Id="R3b635f821ae64d12" /><Relationship Type="http://schemas.openxmlformats.org/officeDocument/2006/relationships/slide" Target="/ppt/slides/slide106.xml" Id="R1d03b6c4073947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5e8baa5d0346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4929a43dd274877" /><Relationship Type="http://schemas.openxmlformats.org/officeDocument/2006/relationships/notesMaster" Target="/ppt/notesMasters/notesMaster1.xml" Id="R1d48caa93ee94df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9e3a49a3c0940d3" /><Relationship Type="http://schemas.openxmlformats.org/officeDocument/2006/relationships/notesMaster" Target="/ppt/notesMasters/notesMaster1.xml" Id="R1bd93f3d2f844c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ab6c6b1cfe499c" /><Relationship Type="http://schemas.openxmlformats.org/officeDocument/2006/relationships/notesMaster" Target="/ppt/notesMasters/notesMaster1.xml" Id="R72c81e64a36e4da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ef2dcb7bb794381" /><Relationship Type="http://schemas.openxmlformats.org/officeDocument/2006/relationships/notesMaster" Target="/ppt/notesMasters/notesMaster1.xml" Id="R5acb375594fe48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ac8997c3ae640da" /><Relationship Type="http://schemas.openxmlformats.org/officeDocument/2006/relationships/notesMaster" Target="/ppt/notesMasters/notesMaster1.xml" Id="Rbfff73ec241a49e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d7aa602ba3c4da2" /><Relationship Type="http://schemas.openxmlformats.org/officeDocument/2006/relationships/notesMaster" Target="/ppt/notesMasters/notesMaster1.xml" Id="Rf6c93815c4c742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1e5157c1214086" /><Relationship Type="http://schemas.openxmlformats.org/officeDocument/2006/relationships/notesMaster" Target="/ppt/notesMasters/notesMaster1.xml" Id="Re2f8de9a530c4f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0c228438baa4613" /><Relationship Type="http://schemas.openxmlformats.org/officeDocument/2006/relationships/notesMaster" Target="/ppt/notesMasters/notesMaster1.xml" Id="R8cce112c1bc24c7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c1d1209eb884b6f" /><Relationship Type="http://schemas.openxmlformats.org/officeDocument/2006/relationships/notesMaster" Target="/ppt/notesMasters/notesMaster1.xml" Id="R5bd651b8da8f44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15db2de5a34411" /><Relationship Type="http://schemas.openxmlformats.org/officeDocument/2006/relationships/notesMaster" Target="/ppt/notesMasters/notesMaster1.xml" Id="Rba6413e5da8f43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30ed75c318419f" /><Relationship Type="http://schemas.openxmlformats.org/officeDocument/2006/relationships/notesMaster" Target="/ppt/notesMasters/notesMaster1.xml" Id="Rcc21048057214da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4f41df54db04712" /><Relationship Type="http://schemas.openxmlformats.org/officeDocument/2006/relationships/notesMaster" Target="/ppt/notesMasters/notesMaster1.xml" Id="R5e21918ba42447b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5b0d1f360b470a" /><Relationship Type="http://schemas.openxmlformats.org/officeDocument/2006/relationships/notesMaster" Target="/ppt/notesMasters/notesMaster1.xml" Id="R29bcd205de9f44a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ad79a231e464a47" /><Relationship Type="http://schemas.openxmlformats.org/officeDocument/2006/relationships/notesMaster" Target="/ppt/notesMasters/notesMaster1.xml" Id="R729a8646d58846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1d89b4bdb9e4530" /><Relationship Type="http://schemas.openxmlformats.org/officeDocument/2006/relationships/notesMaster" Target="/ppt/notesMasters/notesMaster1.xml" Id="R61ed5918ccdb4d5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cfe59e1c1814684" /><Relationship Type="http://schemas.openxmlformats.org/officeDocument/2006/relationships/notesMaster" Target="/ppt/notesMasters/notesMaster1.xml" Id="Rca45d605421742f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3edd93f14814d64" /><Relationship Type="http://schemas.openxmlformats.org/officeDocument/2006/relationships/notesMaster" Target="/ppt/notesMasters/notesMaster1.xml" Id="Rea0a2a24824b46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505f8c91c7047e9" /><Relationship Type="http://schemas.openxmlformats.org/officeDocument/2006/relationships/notesMaster" Target="/ppt/notesMasters/notesMaster1.xml" Id="R43ec4d6aef49456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471efce23754020" /><Relationship Type="http://schemas.openxmlformats.org/officeDocument/2006/relationships/notesMaster" Target="/ppt/notesMasters/notesMaster1.xml" Id="Rb03eac58abd2494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d9a3d919e2c45d7" /><Relationship Type="http://schemas.openxmlformats.org/officeDocument/2006/relationships/notesMaster" Target="/ppt/notesMasters/notesMaster1.xml" Id="R14c7196361e84d7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305c231d57a4194" /><Relationship Type="http://schemas.openxmlformats.org/officeDocument/2006/relationships/notesMaster" Target="/ppt/notesMasters/notesMaster1.xml" Id="R6520faa8c6964b1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e5d431ef8bd429b" /><Relationship Type="http://schemas.openxmlformats.org/officeDocument/2006/relationships/notesMaster" Target="/ppt/notesMasters/notesMaster1.xml" Id="R057561fe457c423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0a164add6e94812" /><Relationship Type="http://schemas.openxmlformats.org/officeDocument/2006/relationships/notesMaster" Target="/ppt/notesMasters/notesMaster1.xml" Id="R76a41b0658c842f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8219fd3754b4af5" /><Relationship Type="http://schemas.openxmlformats.org/officeDocument/2006/relationships/notesMaster" Target="/ppt/notesMasters/notesMaster1.xml" Id="R077e23e9c32a48c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6968f7ffce84f41" /><Relationship Type="http://schemas.openxmlformats.org/officeDocument/2006/relationships/notesMaster" Target="/ppt/notesMasters/notesMaster1.xml" Id="R7350063131f5476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c6a9937cb2c4e4a" /><Relationship Type="http://schemas.openxmlformats.org/officeDocument/2006/relationships/notesMaster" Target="/ppt/notesMasters/notesMaster1.xml" Id="Rf5260c5e28ed49d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e212aa733854547" /><Relationship Type="http://schemas.openxmlformats.org/officeDocument/2006/relationships/notesMaster" Target="/ppt/notesMasters/notesMaster1.xml" Id="R342f2a49a51941f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e435340bae24d4d" /><Relationship Type="http://schemas.openxmlformats.org/officeDocument/2006/relationships/notesMaster" Target="/ppt/notesMasters/notesMaster1.xml" Id="Rd2d20b57dadb453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08016d200614b6b" /><Relationship Type="http://schemas.openxmlformats.org/officeDocument/2006/relationships/notesMaster" Target="/ppt/notesMasters/notesMaster1.xml" Id="R160e73df4fd9408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ff057c72b274845" /><Relationship Type="http://schemas.openxmlformats.org/officeDocument/2006/relationships/notesMaster" Target="/ppt/notesMasters/notesMaster1.xml" Id="Ra21bc5eca218475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73bc1ab24b14ae2" /><Relationship Type="http://schemas.openxmlformats.org/officeDocument/2006/relationships/notesMaster" Target="/ppt/notesMasters/notesMaster1.xml" Id="Rc5d883d6334a4d7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945342474b04ebd" /><Relationship Type="http://schemas.openxmlformats.org/officeDocument/2006/relationships/notesMaster" Target="/ppt/notesMasters/notesMaster1.xml" Id="R834a362e6a054a6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eb31056768c4aec" /><Relationship Type="http://schemas.openxmlformats.org/officeDocument/2006/relationships/notesMaster" Target="/ppt/notesMasters/notesMaster1.xml" Id="R9e4aa348fe8c46c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7a03f856a2e4163" /><Relationship Type="http://schemas.openxmlformats.org/officeDocument/2006/relationships/notesMaster" Target="/ppt/notesMasters/notesMaster1.xml" Id="Re4920e3bb302452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008e4583d024bbd" /><Relationship Type="http://schemas.openxmlformats.org/officeDocument/2006/relationships/notesMaster" Target="/ppt/notesMasters/notesMaster1.xml" Id="R784ec3cd33b749e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a27b70fa1a9423a" /><Relationship Type="http://schemas.openxmlformats.org/officeDocument/2006/relationships/notesMaster" Target="/ppt/notesMasters/notesMaster1.xml" Id="R7f031da0cd54442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9d9b0f590e54fe7" /><Relationship Type="http://schemas.openxmlformats.org/officeDocument/2006/relationships/notesMaster" Target="/ppt/notesMasters/notesMaster1.xml" Id="R67ff3d236fda447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b62e3442ef6481f" /><Relationship Type="http://schemas.openxmlformats.org/officeDocument/2006/relationships/notesMaster" Target="/ppt/notesMasters/notesMaster1.xml" Id="R3a70f52ce3e9451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89d37f323544623" /><Relationship Type="http://schemas.openxmlformats.org/officeDocument/2006/relationships/notesMaster" Target="/ppt/notesMasters/notesMaster1.xml" Id="Rbee46a6041994e9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ee83b96c1be4e44" /><Relationship Type="http://schemas.openxmlformats.org/officeDocument/2006/relationships/notesMaster" Target="/ppt/notesMasters/notesMaster1.xml" Id="Rc409cf9fdb4c48e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91e11fdee1e410d" /><Relationship Type="http://schemas.openxmlformats.org/officeDocument/2006/relationships/notesMaster" Target="/ppt/notesMasters/notesMaster1.xml" Id="R3538c5ee8b8d4c5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52f84a4ef694df4" /><Relationship Type="http://schemas.openxmlformats.org/officeDocument/2006/relationships/notesMaster" Target="/ppt/notesMasters/notesMaster1.xml" Id="R3d3f9e0b6981404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58e0a79e76f4a32" /><Relationship Type="http://schemas.openxmlformats.org/officeDocument/2006/relationships/notesMaster" Target="/ppt/notesMasters/notesMaster1.xml" Id="Re24c76e8f9d3491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db2184dfc574868" /><Relationship Type="http://schemas.openxmlformats.org/officeDocument/2006/relationships/notesMaster" Target="/ppt/notesMasters/notesMaster1.xml" Id="R64c8132906d1415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98fe5a2b14f4ef6" /><Relationship Type="http://schemas.openxmlformats.org/officeDocument/2006/relationships/notesMaster" Target="/ppt/notesMasters/notesMaster1.xml" Id="Rd1933acc5af3410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5ca7bfbd88a4a8f" /><Relationship Type="http://schemas.openxmlformats.org/officeDocument/2006/relationships/notesMaster" Target="/ppt/notesMasters/notesMaster1.xml" Id="R11ea81fd129e4a1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2e80719477c43e1" /><Relationship Type="http://schemas.openxmlformats.org/officeDocument/2006/relationships/notesMaster" Target="/ppt/notesMasters/notesMaster1.xml" Id="R4ffe9ea422d1446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e7e508fc3e1432b" /><Relationship Type="http://schemas.openxmlformats.org/officeDocument/2006/relationships/notesMaster" Target="/ppt/notesMasters/notesMaster1.xml" Id="R17a1abda6e9247e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2d737df2bed4d90" /><Relationship Type="http://schemas.openxmlformats.org/officeDocument/2006/relationships/notesMaster" Target="/ppt/notesMasters/notesMaster1.xml" Id="Rec1e499eccb64fc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b65badc9bbf465d" /><Relationship Type="http://schemas.openxmlformats.org/officeDocument/2006/relationships/notesMaster" Target="/ppt/notesMasters/notesMaster1.xml" Id="R08147e5a14774a5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c9fed2c9078409c" /><Relationship Type="http://schemas.openxmlformats.org/officeDocument/2006/relationships/notesMaster" Target="/ppt/notesMasters/notesMaster1.xml" Id="R6010c032bdbd44b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cb6dfd5d26c42d4" /><Relationship Type="http://schemas.openxmlformats.org/officeDocument/2006/relationships/notesMaster" Target="/ppt/notesMasters/notesMaster1.xml" Id="R9142b7505e21468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559a4e126434667" /><Relationship Type="http://schemas.openxmlformats.org/officeDocument/2006/relationships/notesMaster" Target="/ppt/notesMasters/notesMaster1.xml" Id="Rb8c3a0e777b7407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421498acdaf422e" /><Relationship Type="http://schemas.openxmlformats.org/officeDocument/2006/relationships/notesMaster" Target="/ppt/notesMasters/notesMaster1.xml" Id="R5960359d20df46b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8d16dd5efb94119" /><Relationship Type="http://schemas.openxmlformats.org/officeDocument/2006/relationships/notesMaster" Target="/ppt/notesMasters/notesMaster1.xml" Id="Rf43180e2e287426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1f40a45e2b74a83" /><Relationship Type="http://schemas.openxmlformats.org/officeDocument/2006/relationships/notesMaster" Target="/ppt/notesMasters/notesMaster1.xml" Id="R3217d6545fca444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c2589e8a03548b8" /><Relationship Type="http://schemas.openxmlformats.org/officeDocument/2006/relationships/notesMaster" Target="/ppt/notesMasters/notesMaster1.xml" Id="R14f2e4c10178425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573643856af4b6d" /><Relationship Type="http://schemas.openxmlformats.org/officeDocument/2006/relationships/notesMaster" Target="/ppt/notesMasters/notesMaster1.xml" Id="R3dcdd10453ad42c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4c36396898f44ed" /><Relationship Type="http://schemas.openxmlformats.org/officeDocument/2006/relationships/notesMaster" Target="/ppt/notesMasters/notesMaster1.xml" Id="R9ba33cc0ce7648b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1edbff56fa74c59" /><Relationship Type="http://schemas.openxmlformats.org/officeDocument/2006/relationships/notesMaster" Target="/ppt/notesMasters/notesMaster1.xml" Id="Re7d0858cb02a405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0062207ebc74786" /><Relationship Type="http://schemas.openxmlformats.org/officeDocument/2006/relationships/notesMaster" Target="/ppt/notesMasters/notesMaster1.xml" Id="R59052799b96e4aa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88ece81c67d4c0e" /><Relationship Type="http://schemas.openxmlformats.org/officeDocument/2006/relationships/notesMaster" Target="/ppt/notesMasters/notesMaster1.xml" Id="Rde15f69ab3d14d7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8430dcc3a7d4137" /><Relationship Type="http://schemas.openxmlformats.org/officeDocument/2006/relationships/notesMaster" Target="/ppt/notesMasters/notesMaster1.xml" Id="Rb16eca095aa9480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70cb3affc3a4086" /><Relationship Type="http://schemas.openxmlformats.org/officeDocument/2006/relationships/notesMaster" Target="/ppt/notesMasters/notesMaster1.xml" Id="Ra72fa9f29c35442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531f75404dc4980" /><Relationship Type="http://schemas.openxmlformats.org/officeDocument/2006/relationships/notesMaster" Target="/ppt/notesMasters/notesMaster1.xml" Id="R306b80bf0343429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c7ff44776834015" /><Relationship Type="http://schemas.openxmlformats.org/officeDocument/2006/relationships/notesMaster" Target="/ppt/notesMasters/notesMaster1.xml" Id="R237d45d0e8204ae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04546be093e4eca" /><Relationship Type="http://schemas.openxmlformats.org/officeDocument/2006/relationships/notesMaster" Target="/ppt/notesMasters/notesMaster1.xml" Id="Ra850513dc1d14f2a"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1f9789c2d0374baf" /><Relationship Type="http://schemas.openxmlformats.org/officeDocument/2006/relationships/notesMaster" Target="/ppt/notesMasters/notesMaster1.xml" Id="R46dfb8c6a87e46b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fb7b8b38f2149e4" /><Relationship Type="http://schemas.openxmlformats.org/officeDocument/2006/relationships/notesMaster" Target="/ppt/notesMasters/notesMaster1.xml" Id="R7e8ecd326dcd44d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bc3b2f468424ebd" /><Relationship Type="http://schemas.openxmlformats.org/officeDocument/2006/relationships/notesMaster" Target="/ppt/notesMasters/notesMaster1.xml" Id="Rae25474487a3416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f05b94bd2f4409e" /><Relationship Type="http://schemas.openxmlformats.org/officeDocument/2006/relationships/notesMaster" Target="/ppt/notesMasters/notesMaster1.xml" Id="R74124659036d441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0ed2e4e93914a6a" /><Relationship Type="http://schemas.openxmlformats.org/officeDocument/2006/relationships/notesMaster" Target="/ppt/notesMasters/notesMaster1.xml" Id="R5aab04282521462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13932eaa1c042e7" /><Relationship Type="http://schemas.openxmlformats.org/officeDocument/2006/relationships/notesMaster" Target="/ppt/notesMasters/notesMaster1.xml" Id="R6179eca62f6c407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b65fa4113d04dac" /><Relationship Type="http://schemas.openxmlformats.org/officeDocument/2006/relationships/notesMaster" Target="/ppt/notesMasters/notesMaster1.xml" Id="Re20a89474dd246c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42bb71dd2da4d1c" /><Relationship Type="http://schemas.openxmlformats.org/officeDocument/2006/relationships/notesMaster" Target="/ppt/notesMasters/notesMaster1.xml" Id="Raafea407c895479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337ec2e9c3e4356" /><Relationship Type="http://schemas.openxmlformats.org/officeDocument/2006/relationships/notesMaster" Target="/ppt/notesMasters/notesMaster1.xml" Id="R670337cb468744d6"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6fefc2323a2449d" /><Relationship Type="http://schemas.openxmlformats.org/officeDocument/2006/relationships/notesMaster" Target="/ppt/notesMasters/notesMaster1.xml" Id="Rffdd51b849aa49f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b945cd77b3c45e0" /><Relationship Type="http://schemas.openxmlformats.org/officeDocument/2006/relationships/notesMaster" Target="/ppt/notesMasters/notesMaster1.xml" Id="R182fb731e6424f9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acc1c9e2a6644c3" /><Relationship Type="http://schemas.openxmlformats.org/officeDocument/2006/relationships/notesMaster" Target="/ppt/notesMasters/notesMaster1.xml" Id="R3a37ff10eb7f4e2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b3221165b004583" /><Relationship Type="http://schemas.openxmlformats.org/officeDocument/2006/relationships/notesMaster" Target="/ppt/notesMasters/notesMaster1.xml" Id="R06f16a6263e64e99"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ebca0ea8d224ea1" /><Relationship Type="http://schemas.openxmlformats.org/officeDocument/2006/relationships/notesMaster" Target="/ppt/notesMasters/notesMaster1.xml" Id="Rc910160e5f544a9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c12f74b1e6ce49a2" /><Relationship Type="http://schemas.openxmlformats.org/officeDocument/2006/relationships/notesMaster" Target="/ppt/notesMasters/notesMaster1.xml" Id="Rf0a411f69f194187"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e7c9052be484ec0" /><Relationship Type="http://schemas.openxmlformats.org/officeDocument/2006/relationships/notesMaster" Target="/ppt/notesMasters/notesMaster1.xml" Id="R4cc5f9af6b4b465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93e4c08ed9f46a7" /><Relationship Type="http://schemas.openxmlformats.org/officeDocument/2006/relationships/notesMaster" Target="/ppt/notesMasters/notesMaster1.xml" Id="R8472fde67831433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69ccd58c56144778" /><Relationship Type="http://schemas.openxmlformats.org/officeDocument/2006/relationships/notesMaster" Target="/ppt/notesMasters/notesMaster1.xml" Id="Rde009b2986cc44f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990e2f27c7d44a9c" /><Relationship Type="http://schemas.openxmlformats.org/officeDocument/2006/relationships/notesMaster" Target="/ppt/notesMasters/notesMaster1.xml" Id="R94890c1e6a2c468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a6e926842994201" /><Relationship Type="http://schemas.openxmlformats.org/officeDocument/2006/relationships/notesMaster" Target="/ppt/notesMasters/notesMaster1.xml" Id="R0a71802aab094d5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3c4bf4f82354b20" /><Relationship Type="http://schemas.openxmlformats.org/officeDocument/2006/relationships/notesMaster" Target="/ppt/notesMasters/notesMaster1.xml" Id="R2c7e64b351324ea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abe93ef075d54ebd" /><Relationship Type="http://schemas.openxmlformats.org/officeDocument/2006/relationships/notesMaster" Target="/ppt/notesMasters/notesMaster1.xml" Id="R7f09a5f0f43945e4"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037d84d91e04859" /><Relationship Type="http://schemas.openxmlformats.org/officeDocument/2006/relationships/notesMaster" Target="/ppt/notesMasters/notesMaster1.xml" Id="R984a7e81c0b844c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a4bd96818d34ca2" /><Relationship Type="http://schemas.openxmlformats.org/officeDocument/2006/relationships/notesMaster" Target="/ppt/notesMasters/notesMaster1.xml" Id="Re034e8e3971e4565"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ae54b53d08284525" /><Relationship Type="http://schemas.openxmlformats.org/officeDocument/2006/relationships/notesMaster" Target="/ppt/notesMasters/notesMaster1.xml" Id="Rfe101b5bbe6544dd"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8a238ec9cb924ae7" /><Relationship Type="http://schemas.openxmlformats.org/officeDocument/2006/relationships/notesMaster" Target="/ppt/notesMasters/notesMaster1.xml" Id="Rbb70ef385f334997"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60632d749a742de" /><Relationship Type="http://schemas.openxmlformats.org/officeDocument/2006/relationships/notesMaster" Target="/ppt/notesMasters/notesMaster1.xml" Id="R744d4c2e23394e8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2fa42c89bfbe4001" /><Relationship Type="http://schemas.openxmlformats.org/officeDocument/2006/relationships/notesMaster" Target="/ppt/notesMasters/notesMaster1.xml" Id="R53f03b278e3e47de"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e8388244b9dd4f85" /><Relationship Type="http://schemas.openxmlformats.org/officeDocument/2006/relationships/notesMaster" Target="/ppt/notesMasters/notesMaster1.xml" Id="R02e549ab52114975"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8ef94b10a13c4c79" /><Relationship Type="http://schemas.openxmlformats.org/officeDocument/2006/relationships/notesMaster" Target="/ppt/notesMasters/notesMaster1.xml" Id="Rcdcd219f2b67460d"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2ceffec2e44942c7" /><Relationship Type="http://schemas.openxmlformats.org/officeDocument/2006/relationships/notesMaster" Target="/ppt/notesMasters/notesMaster1.xml" Id="Rf9377e5f9bb9439b"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d1354838f7d4646" /><Relationship Type="http://schemas.openxmlformats.org/officeDocument/2006/relationships/notesMaster" Target="/ppt/notesMasters/notesMaster1.xml" Id="R9989f20def124245"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133ca8dee1444b17" /><Relationship Type="http://schemas.openxmlformats.org/officeDocument/2006/relationships/notesMaster" Target="/ppt/notesMasters/notesMaster1.xml" Id="R61fc90807e9c443e"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e1ad99f239a244d3" /><Relationship Type="http://schemas.openxmlformats.org/officeDocument/2006/relationships/notesMaster" Target="/ppt/notesMasters/notesMaster1.xml" Id="Rf5df9227fb6542a5"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f94fe57ed8c348a5" /><Relationship Type="http://schemas.openxmlformats.org/officeDocument/2006/relationships/notesMaster" Target="/ppt/notesMasters/notesMaster1.xml" Id="R4779532df9ff4ed9"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41ac11f2ea6d4925" /><Relationship Type="http://schemas.openxmlformats.org/officeDocument/2006/relationships/notesMaster" Target="/ppt/notesMasters/notesMaster1.xml" Id="R52acbdcc80834ba3"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60f6f812db4b4ada" /><Relationship Type="http://schemas.openxmlformats.org/officeDocument/2006/relationships/notesMaster" Target="/ppt/notesMasters/notesMaster1.xml" Id="Ra5e8402f21d9420a"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e6850b43d288455d" /><Relationship Type="http://schemas.openxmlformats.org/officeDocument/2006/relationships/notesMaster" Target="/ppt/notesMasters/notesMaster1.xml" Id="Raebe3029544c47b8"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88d903c693d7431c" /><Relationship Type="http://schemas.openxmlformats.org/officeDocument/2006/relationships/notesMaster" Target="/ppt/notesMasters/notesMaster1.xml" Id="R9ebe27be11444f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2026-10-23 · 처음 시작</a:t>
            </a:r>
          </a:p>
          <a:p xmlns:a="http://schemas.openxmlformats.org/drawingml/2006/main">
            <a:r>
              <a:t/>
            </a:r>
          </a:p>
          <a:p xmlns:a="http://schemas.openxmlformats.org/drawingml/2006/main">
            <a:r>
              <a:t>이번 수업에서는 실제 연결·통전·시리얼 포트 열기를 하지 않습니다. Python표준 라이브러리로 가상센서 파일을 읽습니다. .ino는 모델 확정 후 실행할 완성 예의 읽기 자료이며,현재컴파일·업로드 결과가 아닙니다.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최소 성공: 전기량 세 단위를 구분하고0·null·문자열을 다른 상태로 처리하며 모의/실물 검증 경계를 설명합니다.</a:t>
            </a:r>
          </a:p>
          <a:p xmlns:a="http://schemas.openxmlformats.org/drawingml/2006/main">
            <a:r>
              <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단위</a:t>
            </a:r>
          </a:p>
          <a:p xmlns:a="http://schemas.openxmlformats.org/drawingml/2006/main">
            <a:r>
              <a:t/>
            </a:r>
          </a:p>
          <a:p xmlns:a="http://schemas.openxmlformats.org/drawingml/2006/main">
            <a:r>
              <a:t>질문: 3.3V와 3.3mA를 같은 크기로 비교하나요?</a:t>
            </a:r>
          </a:p>
          <a:p xmlns:a="http://schemas.openxmlformats.org/drawingml/2006/main">
            <a:r>
              <a:t/>
            </a:r>
          </a:p>
          <a:p xmlns:a="http://schemas.openxmlformats.org/drawingml/2006/main">
            <a:r>
              <a:t>풀이: 전압은 밀어주는 정도, 전류는 흐르는 양이며 다른 물리량입니다. 숫자만 같다고 같은 조건이 아닙니다.</a:t>
            </a:r>
          </a:p>
          <a:p xmlns:a="http://schemas.openxmlformats.org/drawingml/2006/main">
            <a:r>
              <a:t/>
            </a:r>
          </a:p>
          <a:p xmlns:a="http://schemas.openxmlformats.org/drawingml/2006/main">
            <a:r>
              <a:t>회로 경로</a:t>
            </a:r>
          </a:p>
          <a:p xmlns:a="http://schemas.openxmlformats.org/drawingml/2006/main">
            <a:r>
              <a:t/>
            </a:r>
          </a:p>
          <a:p xmlns:a="http://schemas.openxmlformats.org/drawingml/2006/main">
            <a:r>
              <a:t>질문: LED와 저항을 놓기만 하면 전류가 흐르나요?</a:t>
            </a:r>
          </a:p>
          <a:p xmlns:a="http://schemas.openxmlformats.org/drawingml/2006/main">
            <a:r>
              <a:t/>
            </a:r>
          </a:p>
          <a:p xmlns:a="http://schemas.openxmlformats.org/drawingml/2006/main">
            <a:r>
              <a:t>풀이: 전원에서 부품을 거쳐 돌아오는 연결 경로가 필요합니다. 회로 검토와 실제 전원 인가를 구분합니다.</a:t>
            </a:r>
          </a:p>
          <a:p xmlns:a="http://schemas.openxmlformats.org/drawingml/2006/main">
            <a:r>
              <a:t/>
            </a:r>
          </a:p>
          <a:p xmlns:a="http://schemas.openxmlformats.org/drawingml/2006/main">
            <a:r>
              <a:t>판정</a:t>
            </a:r>
          </a:p>
          <a:p xmlns:a="http://schemas.openxmlformats.org/drawingml/2006/main">
            <a:r>
              <a:t/>
            </a:r>
          </a:p>
          <a:p xmlns:a="http://schemas.openxmlformats.org/drawingml/2006/main">
            <a:r>
              <a:t>질문: 모의 입력에서 명령이 나왔다면 실물 LED도 켜졌나요?</a:t>
            </a:r>
          </a:p>
          <a:p xmlns:a="http://schemas.openxmlformats.org/drawingml/2006/main">
            <a:r>
              <a:t/>
            </a:r>
          </a:p>
          <a:p xmlns:a="http://schemas.openxmlformats.org/drawingml/2006/main">
            <a:r>
              <a:t>풀이: 코드의 판단 결과를 확인한 것입니다. 핀 연결·전압·보드 환경을 확인한 실물 검증은 별도입니다.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1교시 필수 개념 보충 · 전류가 돌아오는 길과 단위 계산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0.005A=5mA이며 + → 저항 → −입니다. 선이 끊어진 이상적 경로는 0A입니다. 5V를 ESP32 신호 입력에 연결해도 된다는 뜻은 아닙니다. 단위 계산과 연결 허용 판단은 별도 문제입니다.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전압은 몇 점 사이인가요? → 두 점 사이입니다.</a:t>
            </a:r>
          </a:p>
          <a:p xmlns:a="http://schemas.openxmlformats.org/drawingml/2006/main">
            <a:r>
              <a:t>2. 0.002A는? → 2mA입니다.</a:t>
            </a:r>
          </a:p>
          <a:p xmlns:a="http://schemas.openxmlformats.org/drawingml/2006/main">
            <a:r>
              <a:t>3. GND는 버리는 구멍인가요? → 전압 기준과 반환 경로의 역할을 읽어야 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전압은 두 점 사이의 차이입니다.</a:t>
            </a:r>
          </a:p>
          <a:p xmlns:a="http://schemas.openxmlformats.org/drawingml/2006/main">
            <a:r>
              <a:t>단위는 V입니다.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시간당 이동하는 전하량입니다.</a:t>
            </a:r>
          </a:p>
          <a:p xmlns:a="http://schemas.openxmlformats.org/drawingml/2006/main">
            <a:r>
              <a:t>단위는 A, 작은 전류는 mA로 씁니다.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옴성 저항의 관계는 V=IR입니다.</a:t>
            </a:r>
          </a:p>
          <a:p xmlns:a="http://schemas.openxmlformats.org/drawingml/2006/main">
            <a:r>
              <a:t>저항 단위는 Ω입니다.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전원 + → 저항 → 전원 −</a:t>
            </a:r>
          </a:p>
          <a:p xmlns:a="http://schemas.openxmlformats.org/drawingml/2006/main">
            <a:r>
              <a:t>완전히 이어진 길이 닫힌 회로입니다.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신호의 높고 낮음을 비교하는 기준입니다.</a:t>
            </a:r>
          </a:p>
          <a:p xmlns:a="http://schemas.openxmlformats.org/drawingml/2006/main">
            <a:r>
              <a:t>모든 GND가 건물 접지는 아닙니다.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1A = 1000mA</a:t>
            </a:r>
          </a:p>
          <a:p xmlns:a="http://schemas.openxmlformats.org/drawingml/2006/main">
            <a:r>
              <a:t>0.010A = 10mA</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전압은저항양단의3.3V라는가정이다. voltage_v/resistance_ohm이A를구하고1000배해mA로바꾼다. &lt;=는비교, =는대입, /는나눗셈, *는곱셈이다. if뒤콜론과들여쓴raise는조건이맞을때오류를알린다. round(...,2)는소수둘째자리반올림이며 허용 전류 승인과무관하다.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전압은저항양단의3.3V라는가정이다. voltage_v/resistance_ohm이A를구하고1000배해mA로바꾼다. &lt;=는비교, =는대입, /는나눗셈, *는곱셈이다. if뒤콜론과들여쓴raise는조건이맞을때오류를알린다. round(...,2)는소수둘째자리반올림이며 허용 전류 승인과무관하다.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전압은저항양단의3.3V라는가정이다. voltage_v/resistance_ohm이A를구하고1000배해mA로바꾼다. &lt;=는비교, =는대입, /는나눗셈, *는곱셈이다. if뒤콜론과들여쓴raise는조건이맞을때오류를알린다. round(...,2)는소수둘째자리반올림이며 허용 전류 승인과무관하다.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3.3÷330 = 0.010A</a:t>
            </a:r>
          </a:p>
          <a:p xmlns:a="http://schemas.openxmlformats.org/drawingml/2006/main">
            <a:r>
              <a:t>0.010×1000 = 10mA</a:t>
            </a:r>
          </a:p>
          <a:p xmlns:a="http://schemas.openxmlformats.org/drawingml/2006/main">
            <a:r>
              <a:t>출력: 10.0</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저항 양단 5V · 저항 1000Ω</a:t>
            </a:r>
          </a:p>
          <a:p xmlns:a="http://schemas.openxmlformats.org/drawingml/2006/main">
            <a:r>
              <a:t>전류를 A와 mA로 계산하세요.</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0.005A = 5mA</a:t>
            </a:r>
          </a:p>
          <a:p xmlns:a="http://schemas.openxmlformats.org/drawingml/2006/main">
            <a:r>
              <a:t>단위 변환을 한 번 더 확인합니다.</a:t>
            </a:r>
          </a:p>
          <a:p xmlns:a="http://schemas.openxmlformats.org/drawingml/2006/main">
            <a:r>
              <a:t>5V GPIO 연결 승인을 뜻하지 않습니다.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저항을 660Ω으로 바꿉니다.</a:t>
            </a:r>
          </a:p>
          <a:p xmlns:a="http://schemas.openxmlformats.org/drawingml/2006/main">
            <a:r>
              <a:t>전류는 5mA가 됩니다.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저항 0은 계산 입력 오류입니다.</a:t>
            </a:r>
          </a:p>
          <a:p xmlns:a="http://schemas.openxmlformats.org/drawingml/2006/main">
            <a:r>
              <a:t>실제 단락을 만들어 시험하지 않습니다.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전압·전류·저항의 단위를 말해 봅시다.</a:t>
            </a:r>
          </a:p>
          <a:p xmlns:a="http://schemas.openxmlformats.org/drawingml/2006/main">
            <a:r>
              <a:t>계산과 실물 측정의 차이도 설명합니다.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2.4V · 1200Ω</a:t>
            </a:r>
          </a:p>
          <a:p xmlns:a="http://schemas.openxmlformats.org/drawingml/2006/main">
            <a:r>
              <a:t>계산 전류와 돌아오는 길을 설명하세요.</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저항 양단 2.4V·1200Ω일 때 A와 mA를 계산하고 닫힌 경로를 설명하세요.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0.002A=2mA입니다. 전원 +에서 저항을 거쳐 −로 돌아오는 길을 포함합니다.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2교시 필수 개념 보충 · LED 직렬 저항과 보드 신호의 전압</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알림등을 달고 싶은 담당자는 LED가 밝아지면 성공이라고 생각합니다. 그러나 빛이 보이는 것과 부품이 정격 안에서 동작하는 것은 다릅니다. LED는 방향이 있는 다이오드이며 저항처럼 일정한 V/I 값으로 취급하지 않습니다. 직렬 저항은 같은 가지를 흐르는 전류를 제한합니다.</a:t>
            </a:r>
          </a:p>
          <a:p xmlns:a="http://schemas.openxmlformats.org/drawingml/2006/main">
            <a:r>
              <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저항 전압은 1.5V, 전류는 3mA입니다. GPIO 허용 전압은 별도 사양으로 확인해야 합니다. LED 강하를 더해 5.1V로 계산하거나 USB 전원과 신호 입력 정격을 같은 것으로 읽으면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직렬 가지의 전류는? → 같은 가지에서 같습니다.</a:t>
            </a:r>
          </a:p>
          <a:p xmlns:a="http://schemas.openxmlformats.org/drawingml/2006/main">
            <a:r>
              <a:t>2. 2.0V는 확정 사양인가요? → 여기서는 계산용 가정입니다.</a:t>
            </a:r>
          </a:p>
          <a:p xmlns:a="http://schemas.openxmlformats.org/drawingml/2006/main">
            <a:r>
              <a:t>3. 모델 미확정 시 핀 번호는? → 확정하지 않고 확인 항목으로 남깁니다.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빛을 내는 다이오드입니다.</a:t>
            </a:r>
          </a:p>
          <a:p xmlns:a="http://schemas.openxmlformats.org/drawingml/2006/main">
            <a:r>
              <a:t>고정 저항처럼 계산하지 않습니다.</a:t>
            </a:r>
          </a:p>
          <a:p xmlns:a="http://schemas.openxmlformats.org/drawingml/2006/main">
            <a:r>
              <a:t>알림등을 달고 싶은 담당자는 LED가 밝아지면 성공이라고 생각합니다. 그러나 빛이 보이는 것과 부품이 정격 안에서 동작하는 것은 다릅니다. LED는 방향이 있는 다이오드이며 저항처럼 일정한 V/I 값으로 취급하지 않습니다. 직렬 저항은 같은 가지를 흐르는 전류를 제한합니다.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같은 가지의 전류는 같습니다.</a:t>
            </a:r>
          </a:p>
          <a:p xmlns:a="http://schemas.openxmlformats.org/drawingml/2006/main">
            <a:r>
              <a:t>공급 전압과 LED 강하를 구분합니다.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계산 가정: 공급 3.3V · LED 강하 2.0V</a:t>
            </a:r>
          </a:p>
          <a:p xmlns:a="http://schemas.openxmlformats.org/drawingml/2006/main">
            <a:r>
              <a:t>저항 전압 = 3.3−2.0 = 1.3V</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칩: 계산과 입출력</a:t>
            </a:r>
          </a:p>
          <a:p xmlns:a="http://schemas.openxmlformats.org/drawingml/2006/main">
            <a:r>
              <a:t>모듈: 주변 부품 묶음 · 보드: 개발 연결판</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프로그램으로 디지털 신호를 읽고 출력합니다.</a:t>
            </a:r>
          </a:p>
          <a:p xmlns:a="http://schemas.openxmlformats.org/drawingml/2006/main">
            <a:r>
              <a:t>HIGH는 약속한 논리 수준입니다.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보드 전원 단자만 보고 신호 전압을 정하지 않습니다.</a:t>
            </a:r>
          </a:p>
          <a:p xmlns:a="http://schemas.openxmlformats.org/drawingml/2006/main">
            <a:r>
              <a:t>정확한 보드·핀 문서가 필요합니다.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LED강하2.0V는 교육용가정이다. 괄호는3.3−2.0을먼저계산하며저항에는1.3V가걸린다. /330은A, *1000은mA변환이다. or는두조건중하나라도참이라는뜻이다. supply_v &lt;led_v를거절하는것은이상적전류계산의입력검사이며실제다이오드특성을모델링한것은아니다. 참고파일과같은계산으로3.94mA가나온다.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LED강하2.0V는 교육용가정이다. 괄호는3.3−2.0을먼저계산하며저항에는1.3V가걸린다. /330은A, *1000은mA변환이다. or는두조건중하나라도참이라는뜻이다. supply_v &lt;led_v를거절하는것은이상적전류계산의입력검사이며실제다이오드특성을모델링한것은아니다. 참고파일과같은계산으로3.94mA가나온다.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LED강하2.0V는 교육용가정이다. 괄호는3.3−2.0을먼저계산하며저항에는1.3V가걸린다. /330은A, *1000은mA변환이다. or는두조건중하나라도참이라는뜻이다. supply_v &lt;led_v를거절하는것은이상적전류계산의입력검사이며실제다이오드특성을모델링한것은아니다. 참고파일과같은계산으로3.94mA가나온다.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(3.3−2.0)÷330×1000</a:t>
            </a:r>
          </a:p>
          <a:p xmlns:a="http://schemas.openxmlformats.org/drawingml/2006/main">
            <a:r>
              <a:t>가정 전류: 3.94mA</a:t>
            </a:r>
          </a:p>
          <a:p xmlns:a="http://schemas.openxmlformats.org/drawingml/2006/main">
            <a:r>
              <a:t>저항만 연결한 10mA와 다릅니다.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공급 3.3V · LED 가정 1.8V · 저항 500Ω</a:t>
            </a:r>
          </a:p>
          <a:p xmlns:a="http://schemas.openxmlformats.org/drawingml/2006/main">
            <a:r>
              <a:t>계산 전류와 GPIO 연결 조건을 쓰세요.</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저항 전압: 1.5V</a:t>
            </a:r>
          </a:p>
          <a:p xmlns:a="http://schemas.openxmlformats.org/drawingml/2006/main">
            <a:r>
              <a:t>전류: 3mA</a:t>
            </a:r>
          </a:p>
          <a:p xmlns:a="http://schemas.openxmlformats.org/drawingml/2006/main">
            <a:r>
              <a:t>연결 허용은 보드와 부품 문서로 따로 확인합니다.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저항을 660Ω으로 바꿉니다.</a:t>
            </a:r>
          </a:p>
          <a:p xmlns:a="http://schemas.openxmlformats.org/drawingml/2006/main">
            <a:r>
              <a:t>계산 전류는 약 1.97mA입니다.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저항 없이 LED를 바로 연결하지 않습니다.</a:t>
            </a:r>
          </a:p>
          <a:p xmlns:a="http://schemas.openxmlformats.org/drawingml/2006/main">
            <a:r>
              <a:t>모델·극성·정격이 미확정이면 배선은 보류합니다.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LED의 2.0V는 무엇을 뜻하나요?</a:t>
            </a:r>
          </a:p>
          <a:p xmlns:a="http://schemas.openxmlformats.org/drawingml/2006/main">
            <a:r>
              <a:t>가정 계산이 연결 승인은 아닌 이유를 설명합니다.</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추가·도전: 목표 전류 5mA 가정</a:t>
            </a:r>
          </a:p>
          <a:p xmlns:a="http://schemas.openxmlformats.org/drawingml/2006/main">
            <a:r>
              <a:t>이상적 저항 260Ω과 실제 선택을 구분하세요.</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공급 5V·가정 LED 강하 2V·저항 1000Ω의 계산 전류와 GPIO 연결 승인 여부를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3mA입니다. 수학 계산만으로 연결을 승인하지 않으며 정확한 보드·핀·부품 정격을 확인해야 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3교시 필수 개념 보충 · 전압 신호를 숫자 기록으로 옮기기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가상 기록 세 개의 temperature_c가 0, null, "0"일 때 숫자 온도, 미측정, 잘못된 형식을 구분하세요. ADC 코드와 섭씨 값 사이에 필요한 정보 한 가지도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0은 숫자, null은 미측정, "0"은 문자열이라 현재 계약에서는 invalid입니다. 센서 변환식과 교정 조건이 필요합니다. 결측을 0으로 채우면 실제 영도 측정과 구별되지 않는 새 오류가 생깁니다.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ADC 값은 바로 온도인가요? → 아닙니다.</a:t>
            </a:r>
          </a:p>
          <a:p xmlns:a="http://schemas.openxmlformats.org/drawingml/2006/main">
            <a:r>
              <a:t>2. JSON null의 Python 값은? → None입니다.</a:t>
            </a:r>
          </a:p>
          <a:p xmlns:a="http://schemas.openxmlformats.org/drawingml/2006/main">
            <a:r>
              <a:t>3. 2048 계산은 실물 교정인가요? → 이상적 모델의 연습입니다.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전압이 연속적으로 바뀔 수 있습니다.</a:t>
            </a:r>
          </a:p>
          <a:p xmlns:a="http://schemas.openxmlformats.org/drawingml/2006/main">
            <a:r>
              <a:t>ADC가 제한된 숫자 단계로 바꿉니다.</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전압 환산과 센서 변환식이 필요합니다.</a:t>
            </a:r>
          </a:p>
          <a:p xmlns:a="http://schemas.openxmlformats.org/drawingml/2006/main">
            <a:r>
              <a:t>단위를 확인하고 기록합니다.</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가정: 0~3.3V ↔ 코드 0~4095</a:t>
            </a:r>
          </a:p>
          <a:p xmlns:a="http://schemas.openxmlformats.org/drawingml/2006/main">
            <a:r>
              <a:t>2048÷4095×3.3 ≈ 1.6504V</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분해능 설정 · 감쇠 · 오차 · 교정</a:t>
            </a:r>
          </a:p>
          <a:p xmlns:a="http://schemas.openxmlformats.org/drawingml/2006/main">
            <a:r>
              <a:t>이상적 계산을 실물 교정값으로 쓰지 않습니다.</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sensor_id · seq · temperature_c</a:t>
            </a:r>
          </a:p>
          <a:p xmlns:a="http://schemas.openxmlformats.org/drawingml/2006/main">
            <a:r>
              <a:t>온도 단위는 ℃로 약속합니다.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0: 숫자 온도 · null: 미측정</a:t>
            </a:r>
          </a:p>
          <a:p xmlns:a="http://schemas.openxmlformats.org/drawingml/2006/main">
            <a:r>
              <a:t>"0": 문자열이라 현재 계약에서 invalid</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PythonNone은 값없음, type(value)는자료형이다. type을정확히검사하므로 bool True를온도로인정하지않는다. elif는이전조건이거짓일때다음조건을보며28.0이상이면alert다. 따옴표를쓴"28.0"은문자열이라invalid이고숫자28.0은alert다. 이코드에는센서입력이나ADC호출이없다.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PythonNone은 값없음, type(value)는자료형이다. type을정확히검사하므로 bool True를온도로인정하지않는다. elif는이전조건이거짓일때다음조건을보며28.0이상이면alert다. 따옴표를쓴"28.0"은문자열이라invalid이고숫자28.0은alert다. 이코드에는센서입력이나ADC호출이없다.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PythonNone은 값없음, type(value)는자료형이다. type을정확히검사하므로 bool True를온도로인정하지않는다. elif는이전조건이거짓일때다음조건을보며28.0이상이면alert다. 따옴표를쓴"28.0"은문자열이라invalid이고숫자28.0은alert다. 이코드에는센서입력이나ADC호출이없다.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입력: 숫자 28.0</a:t>
            </a:r>
          </a:p>
          <a:p xmlns:a="http://schemas.openxmlformats.org/drawingml/2006/main">
            <a:r>
              <a:t>출력: alert</a:t>
            </a:r>
          </a:p>
          <a:p xmlns:a="http://schemas.openxmlformats.org/drawingml/2006/main">
            <a:r>
              <a:t>28.0은 이상 조건에 포함됩니다.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값 0 · None · "0"의 상태는?</a:t>
            </a:r>
          </a:p>
          <a:p xmlns:a="http://schemas.openxmlformats.org/drawingml/2006/main">
            <a:r>
              <a:t>누락을 0으로 바꾸면 어떤 문제가 생기나요?</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0 → normal · None → missing</a:t>
            </a:r>
          </a:p>
          <a:p xmlns:a="http://schemas.openxmlformats.org/drawingml/2006/main">
            <a:r>
              <a:t>"0" → invalid</a:t>
            </a:r>
          </a:p>
          <a:p xmlns:a="http://schemas.openxmlformats.org/drawingml/2006/main">
            <a:r>
              <a:t>실제 영도와 미측정을 구별해야 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value를 27.9로 바꿉니다.</a:t>
            </a:r>
          </a:p>
          <a:p xmlns:a="http://schemas.openxmlformats.org/drawingml/2006/main">
            <a:r>
              <a:t>출력은 normal입니다.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"28.0"은 숫자 28.0과 다릅니다.</a:t>
            </a:r>
          </a:p>
          <a:p xmlns:a="http://schemas.openxmlformats.org/drawingml/2006/main">
            <a:r>
              <a:t>원문을 확인하고 합의 없이 바꾸지 않습니다.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ADC 코드와 섭씨 온도의 차이를 설명합니다.</a:t>
            </a:r>
          </a:p>
          <a:p xmlns:a="http://schemas.openxmlformats.org/drawingml/2006/main">
            <a:r>
              <a:t>값·단위·자료형을 각각 말해 봅시다.</a:t>
            </a:r>
          </a:p>
          <a:p xmlns:a="http://schemas.openxmlformats.org/drawingml/2006/main">
            <a:r>
              <a:t>복습 문제: 가상 기록 세 개의 temperature_c가 0, null, "0"일 때 숫자 온도, 미측정, 잘못된 형식을 구분하세요. ADC 코드와 섭씨 값 사이에 필요한 정보 한 가지도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가정 ADC 코드 4095</a:t>
            </a:r>
          </a:p>
          <a:p xmlns:a="http://schemas.openxmlformats.org/drawingml/2006/main">
            <a:r>
              <a:t>전압은 얼마이며 실물 교정인가요?</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이상적 0~3.3V·0~4095 끝점 대응에서 코드 4095와 JSON null의 의미를 각각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4095는 모델의 3.3V, null은 값 없음입니다. 실물 교정이나 섭씨 온도를 직접 뜻하지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4교시 필수 개념 보충 · 경계값과 상태를 기억하는 판단</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
            </a:r>
          </a:p>
          <a:p xmlns:a="http://schemas.openxmlformats.org/drawingml/2006/main">
            <a:r>
              <a:t>None은 온도가 아니라 측정 누락입니다. 예제는 missing과 no command를 출력하고 이전 내부 상태를 유지합니다. 이는 통신 실패 시 실제 부하를 안전하게 제어하는 정책이 완성되었다는 뜻은 아닙니다. 보존한 상태와 현재 유효한 측정이 있다는 사실을 구분합니다. 완성 추적표에는 순번, 원시값, 이전 상태, 적용한 조건, 새 상태, 측정 유효 여부를 둡니다. elif는 앞 조건이 거짓인 경우에만 다음 조건을 확인하고, continue는 이번 반복의 나머지 처리를 건너뜁니다. 결측 행을 지우거나 이전 온도를 새 측정처럼 복사하면 왜 판단이 유지되었는지 알 수 없습니다.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초기 False, 새 입력 [28.0,27.7,None,27.5]의 상태와 결측 시 출력 메시지를 순서대로 작성하세요. 중간 27.7이 True인 이유도 설명하세요.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중간 구간은? → 이전 상태를 유지합니다.</a:t>
            </a:r>
          </a:p>
          <a:p xmlns:a="http://schemas.openxmlformats.org/drawingml/2006/main">
            <a:r>
              <a:t>2. 초기 상태가 필요한 이유는? → 첫 중간 값의 판단이 달라질 수 있습니다.</a:t>
            </a:r>
          </a:p>
          <a:p xmlns:a="http://schemas.openxmlformats.org/drawingml/2006/main">
            <a:r>
              <a:t>3. 결측 출력은 새 온도인가요?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27.9↔28.1을 오가면 상태가 반복 변경됩니다.</a:t>
            </a:r>
          </a:p>
          <a:p xmlns:a="http://schemas.openxmlformats.org/drawingml/2006/main">
            <a:r>
              <a:t>이전 상태를 함께 볼 수 있습니다.</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28.0 이상이면 켜짐</a:t>
            </a:r>
          </a:p>
          <a:p xmlns:a="http://schemas.openxmlformats.org/drawingml/2006/main">
            <a:r>
              <a:t>27.5 이하이면 꺼짐</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27.5 초과·28.0 미만</a:t>
            </a:r>
          </a:p>
          <a:p xmlns:a="http://schemas.openxmlformats.org/drawingml/2006/main">
            <a:r>
              <a:t>바로 이전 상태를 그대로 둡니다.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처음 alert=False로 시작합니다.</a:t>
            </a:r>
          </a:p>
          <a:p xmlns:a="http://schemas.openxmlformats.org/drawingml/2006/main">
            <a:r>
              <a:t>첫 값이 중간이면 초기 상태가 유지됩니다.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missing · no command를 기록합니다.</a:t>
            </a:r>
          </a:p>
          <a:p xmlns:a="http://schemas.openxmlformats.org/drawingml/2006/main">
            <a:r>
              <a:t>내부 상태와 측정 유효성을 구분합니다.</a:t>
            </a:r>
          </a:p>
          <a:p xmlns:a="http://schemas.openxmlformats.org/drawingml/2006/main">
            <a:r>
              <a:t>None은 온도가 아니라 측정 누락입니다. 예제는 missing과 no command를 출력하고 이전 내부 상태를 유지합니다. 이는 통신 실패 시 실제 부하를 안전하게 제어하는 정책이 완성되었다는 뜻은 아닙니다. 보존한 상태와 현재 유효한 측정이 있다는 사실을 구분합니다. 완성 추적표에는 순번, 원시값, 이전 상태, 적용한 조건, 새 상태, 측정 유효 여부를 둡니다. elif는 앞 조건이 거짓인 경우에만 다음 조건을 확인하고, continue는 이번 반복의 나머지 처리를 건너뜁니다. 결측 행을 지우거나 이전 온도를 새 측정처럼 복사하면 왜 판단이 유지되었는지 알 수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순번 · 입력값 · 이전 상태 · 새 상태</a:t>
            </a:r>
          </a:p>
          <a:p xmlns:a="http://schemas.openxmlformats.org/drawingml/2006/main">
            <a:r>
              <a:t>왜 상태가 유지됐는지 다시 읽을 수 있습니다.</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중간구간에는대입문이없어이전alert가유지된다. 28.0이상True,27.5이하False가규칙이다. 첫27.8은초기False를유지한다. 화면짧은예에는None이없다. 전체03_hysteresis.py에서None은missing/no command를출력하고continue로다음반복으로이동한다. 실물부하를어떻게안전하게유지/해제할지는별도정책이다.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중간구간에는대입문이없어이전alert가유지된다. 28.0이상True,27.5이하False가규칙이다. 첫27.8은초기False를유지한다. 화면짧은예에는None이없다. 전체03_hysteresis.py에서None은missing/no command를출력하고continue로다음반복으로이동한다. 실물부하를어떻게안전하게유지/해제할지는별도정책이다.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중간구간에는대입문이없어이전alert가유지된다. 28.0이상True,27.5이하False가규칙이다. 첫27.8은초기False를유지한다. 화면짧은예에는None이없다. 전체03_hysteresis.py에서None은missing/no command를출력하고continue로다음반복으로이동한다. 실물부하를어떻게안전하게유지/해제할지는별도정책이다.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27.8 False → 28.1 True</a:t>
            </a:r>
          </a:p>
          <a:p xmlns:a="http://schemas.openxmlformats.org/drawingml/2006/main">
            <a:r>
              <a:t>27.9 True → 27.4 False</a:t>
            </a:r>
          </a:p>
          <a:p xmlns:a="http://schemas.openxmlformats.org/drawingml/2006/main">
            <a:r>
              <a:t>중간 27.9에서는 이전 True를 유지합니다.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초기 False · 입력 [28.0,27.7,None,27.5]</a:t>
            </a:r>
          </a:p>
          <a:p xmlns:a="http://schemas.openxmlformats.org/drawingml/2006/main">
            <a:r>
              <a:t>상태와 누락 메시지를 순서대로 쓰세요.</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True → True → 상태 유지·no command → False</a:t>
            </a:r>
          </a:p>
          <a:p xmlns:a="http://schemas.openxmlformats.org/drawingml/2006/main">
            <a:r>
              <a:t>None을 0으로 넣어 꺼짐 판정을 하지 않습니다.</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초기 상태를 True로 바꿉니다.</a:t>
            </a:r>
          </a:p>
          <a:p xmlns:a="http://schemas.openxmlformats.org/drawingml/2006/main">
            <a:r>
              <a:t>첫 27.8에서 True가 유지됩니다.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실물 제어의 안전 정책은 별도입니다.</a:t>
            </a:r>
          </a:p>
          <a:p xmlns:a="http://schemas.openxmlformats.org/drawingml/2006/main">
            <a:r>
              <a:t>결측 처리 예를 모든 장비에 그대로 쓰지 않습니다.</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히스테리시스가 이전 상태를 쓰는 이유는?</a:t>
            </a:r>
          </a:p>
          <a:p xmlns:a="http://schemas.openxmlformats.org/drawingml/2006/main">
            <a:r>
              <a:t>중간 값 한 개로 설명해 봅시다.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초기 True, [27.6,27.5,None,28]</a:t>
            </a:r>
          </a:p>
          <a:p xmlns:a="http://schemas.openxmlformats.org/drawingml/2006/main">
            <a:r>
              <a:t>값과 상태 유효 여부를 따로 추적하세요.</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초기 True, 문턱 28/27.5, 입력 [27.6,27.5,None,28]의 상태를 추적하세요.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True,False,False 유지와 no command,True입니다. 결측을 영도로 바꾸지 않고 상태와 측정 유효성을 나눕니다.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5교시 필수 개념 보충 · 펌웨어 반복과 직렬 통신의 경계</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고정 문장 출력을 센서 측정으로 바꾸려면 어떤 입력 단계가 빠져 있는지 쓰세요. 모니터에 글자가 깨질 때와 포트 자체가 없을 때 확인 순서를 구분하세요.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실제 센서를 읽고 단위로 변환하는 단계가 빠져 있습니다. 깨진 문자는 양쪽 속도 설정부터, 포트 없음은 데이터 케이블·드라이버·장치 인식부터 확인합니다. Python 출력 성공을 보드 업로드 성공이라고 쓰면 실행 위치를 혼동한 것입니다.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setup 실행 횟수는? → 시작 때 한 번입니다.</a:t>
            </a:r>
          </a:p>
          <a:p xmlns:a="http://schemas.openxmlformats.org/drawingml/2006/main">
            <a:r>
              <a:t>2. 고정 28.0은 측정인가요? → 아닙니다.</a:t>
            </a:r>
          </a:p>
          <a:p xmlns:a="http://schemas.openxmlformats.org/drawingml/2006/main">
            <a:r>
              <a:t>3. 115200의 역할은? → 직렬 통신 속도 설정입니다.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Python 파일은 PC에서 실행합니다.</a:t>
            </a:r>
          </a:p>
          <a:p xmlns:a="http://schemas.openxmlformats.org/drawingml/2006/main">
            <a:r>
              <a:t>펌웨어는 보드에 넣어 실행합니다.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통신 등 시작 설정을 합니다.</a:t>
            </a:r>
          </a:p>
          <a:p xmlns:a="http://schemas.openxmlformats.org/drawingml/2006/main">
            <a:r>
              <a:t>loop는 그 뒤 반복되는 함수입니다.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양쪽 통신 속도를 맞춥니다.</a:t>
            </a:r>
          </a:p>
          <a:p xmlns:a="http://schemas.openxmlformats.org/drawingml/2006/main">
            <a:r>
              <a:t>예제는 Serial.begin(115200)을 사용합니다.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Serial.println이 같은 문장을 보냅니다.</a:t>
            </a:r>
          </a:p>
          <a:p xmlns:a="http://schemas.openxmlformats.org/drawingml/2006/main">
            <a:r>
              <a:t>이 예에는 센서를 읽는 함수가 없습니다.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delay(1000)은 1000ms 대기입니다.</a:t>
            </a:r>
          </a:p>
          <a:p xmlns:a="http://schemas.openxmlformats.org/drawingml/2006/main">
            <a:r>
              <a:t>전체 주기 정확도를 측정한 결과는 아닙니다.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보드 모델 · 핀 기능 · 전압 · 반환 경로</a:t>
            </a:r>
          </a:p>
          <a:p xmlns:a="http://schemas.openxmlformats.org/drawingml/2006/main">
            <a:r>
              <a:t>전원을 끈 상태의 도면부터 검토합니다.</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setup은시작때한번,loop는그뒤반복한다. Serial.begin의115200은통신속도설정이다. println은한줄문자열출력,delay는밀리초대기다. 출력시간과다른처리가있으므로전체주기가정확히1초라측정한것은아니다. 화면은짧은mock문장이며실제참고04_serial_mock.ino의JSON고정문장과둘다센서를읽지않는다.</a:t>
            </a:r>
          </a:p>
          <a:p xmlns:a="http://schemas.openxmlformats.org/drawingml/2006/main">
            <a:r>
              <a:t>최신 운영은 50분×6</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setup은시작때한번,loop는그뒤반복한다. Serial.begin의115200은통신속도설정이다. println은한줄문자열출력,delay는밀리초대기다. 출력시간과다른처리가있으므로전체주기가정확히1초라측정한것은아니다. 화면은짧은mock문장이며실제참고04_serial_mock.ino의JSON고정문장과둘다센서를읽지않는다.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제공 code/04_serial_mock.ino는 원본으로 보존한다. .ino 읽기 예는 모델 확정 후 work 복사본으로 저장한다. Arduino 개발 환경·보드 패키지·포트·통신 속도 확인 후의 실물 경로이며 현재 실행이나 연결을 요구하지 않는다.</a:t>
            </a:r>
          </a:p>
          <a:p xmlns:a="http://schemas.openxmlformats.org/drawingml/2006/main">
            <a:r>
              <a:t>setup은시작때한번,loop는그뒤반복한다. Serial.begin의115200은통신속도설정이다. println은한줄문자열출력,delay는밀리초대기다. 출력시간과다른처리가있으므로전체주기가정확히1초라측정한것은아니다. 화면은짧은mock문장이며실제참고04_serial_mock.ino의JSON고정문장과둘다센서를읽지않는다.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읽기 예의 문장: mock:28.0</a:t>
            </a:r>
          </a:p>
          <a:p xmlns:a="http://schemas.openxmlformats.org/drawingml/2006/main">
            <a:r>
              <a:t>가상 출력이며 실제 측정값이 아닙니다.</a:t>
            </a:r>
          </a:p>
          <a:p xmlns:a="http://schemas.openxmlformats.org/drawingml/2006/main">
            <a:r>
              <a:t>컴파일·업로드 성공은 아직 확인하지 않았습니다.</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글자가 깨질 때와 포트가 없을 때</a:t>
            </a:r>
          </a:p>
          <a:p xmlns:a="http://schemas.openxmlformats.org/drawingml/2006/main">
            <a:r>
              <a:t>처음 확인할 항목을 각각 쓰세요.</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글자 깨짐: 양쪽 속도 설정</a:t>
            </a:r>
          </a:p>
          <a:p xmlns:a="http://schemas.openxmlformats.org/drawingml/2006/main">
            <a:r>
              <a:t>포트 없음: 케이블·드라이버·장치 인식</a:t>
            </a:r>
          </a:p>
          <a:p xmlns:a="http://schemas.openxmlformats.org/drawingml/2006/main">
            <a:r>
              <a:t>고정 출력 성공과 센서 측정 성공도 나눕니다.</a:t>
            </a:r>
          </a:p>
          <a:p xmlns:a="http://schemas.openxmlformats.org/drawingml/2006/main">
            <a:r>
              <a:t>실제 센서를 읽고 단위로 변환하는 단계가 빠져 있습니다. 깨진 문자는 양쪽 속도 설정부터, 포트 없음은 데이터 케이블·드라이버·장치 인식부터 확인합니다. Python 출력 성공을 보드 업로드 성공이라고 쓰면 실행 위치를 혼동한 것입니다.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출력 문장을 mock:25.0으로 바꿉니다.</a:t>
            </a:r>
          </a:p>
          <a:p xmlns:a="http://schemas.openxmlformats.org/drawingml/2006/main">
            <a:r>
              <a:t>입력 센서를 읽는 기능이 생긴 것은 아닙니다.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핀 번호를 추측해 전원을 넣지 않습니다.</a:t>
            </a:r>
          </a:p>
          <a:p xmlns:a="http://schemas.openxmlformats.org/drawingml/2006/main">
            <a:r>
              <a:t>모델이 미확정이면 확인표로 남깁니다.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setup과 loop의 역할을 말해 봅시다.</a:t>
            </a:r>
          </a:p>
          <a:p xmlns:a="http://schemas.openxmlformats.org/drawingml/2006/main">
            <a:r>
              <a:t>PC 파일 재생과 보드 실행을 구분합니다.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추가·도전: 고정값을 실제 온도로 바꾸려면</a:t>
            </a:r>
          </a:p>
          <a:p xmlns:a="http://schemas.openxmlformats.org/drawingml/2006/main">
            <a:r>
              <a:t>빠진 입력·변환·확인 단계를 쓰세요.</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물리량을 읽은 근거는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Serial.println으로 고정 25를 출력했습니다. 센서와 직렬 전송 검증의 상태를 나눠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실제로 보드·포트에서 관찰했다면 고정 문자열 전송만 확인한 것입니다. 센서 측정 정확도는 그 코드에 읽기 단계가 없어 미검증입니다.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6교시 필수 개념 보충 · 모의 검증과 실물 인수인계의 증거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다음 팀이 “센서 오차 ±0.5℃도 검증된 것인가?”라고 물었습니다. 현재 근거로 답변을 작성하고 추가 시험의 입력·비교 기준·필요 장비를 제안하세요.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 일치는 센서 정확도 증거가 아닙니다.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모의 실행이 확인한 것은? → 주어진 값에 대한 처리 규칙입니다.</a:t>
            </a:r>
          </a:p>
          <a:p xmlns:a="http://schemas.openxmlformats.org/drawingml/2006/main">
            <a:r>
              <a:t>2. 새 경계 요청이면? → 기대값과 시험도 갱신합니다.</a:t>
            </a:r>
          </a:p>
          <a:p xmlns:a="http://schemas.openxmlformats.org/drawingml/2006/main">
            <a:r>
              <a:t>3. 실물 조건이 빈칸이면? → 미확인으로 남깁니다.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28.0 이상 → alert</a:t>
            </a:r>
          </a:p>
          <a:p xmlns:a="http://schemas.openxmlformats.org/drawingml/2006/main">
            <a:r>
              <a:t>null → missing</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27.9 · 28.0 · None · "28.0"</a:t>
            </a:r>
          </a:p>
          <a:p xmlns:a="http://schemas.openxmlformats.org/drawingml/2006/main">
            <a:r>
              <a:t>기대 상태를 실행 전에 적습니다.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입력값에 대한 판단을 확인합니다.</a:t>
            </a:r>
          </a:p>
          <a:p xmlns:a="http://schemas.openxmlformats.org/drawingml/2006/main">
            <a:r>
              <a:t>센서 정확도나 배선 성공은 별도입니다.</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 일치는 센서 정확도 증거가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30.0으로 바꾸면 29.9·30.0·30.1을 비교합니다.</a:t>
            </a:r>
          </a:p>
          <a:p xmlns:a="http://schemas.openxmlformats.org/drawingml/2006/main">
            <a:r>
              <a:t>누락과 초기 상태도 재검토합니다.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보드 모델 · 신호 전압 · 센서 오차</a:t>
            </a:r>
          </a:p>
          <a:p xmlns:a="http://schemas.openxmlformats.org/drawingml/2006/main">
            <a:r>
              <a:t>빈칸을 추측으로 채우지 않습니다.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입력 · 코드 · 명령 · 출력 · 시험표</a:t>
            </a:r>
          </a:p>
          <a:p xmlns:a="http://schemas.openxmlformats.org/drawingml/2006/main">
            <a:r>
              <a:t>모의 검증과 실물 미실행을 구분합니다.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네 기대 상태와 관찰을 비교합니다.</a:t>
            </a:r>
          </a:p>
          <a:p xmlns:a="http://schemas.openxmlformats.org/drawingml/2006/main">
            <a:r>
              <a:t>실물 측정 정확도는 별도 시험입니다.</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센서 오차 ±0.5℃도 확인된 것인가요?</a:t>
            </a:r>
          </a:p>
          <a:p xmlns:a="http://schemas.openxmlformats.org/drawingml/2006/main">
            <a:r>
              <a:t>현재 증거와 다음 시험을 나눠 답하세요.</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현재는 모의 판단 규칙만 확인했습니다.</a:t>
            </a:r>
          </a:p>
          <a:p xmlns:a="http://schemas.openxmlformats.org/drawingml/2006/main">
            <a:r>
              <a:t>기준 온도계와 실제 센서의 비교가 필요합니다.</a:t>
            </a:r>
          </a:p>
          <a:p xmlns:a="http://schemas.openxmlformats.org/drawingml/2006/main">
            <a:r>
              <a:t>여러 온도 조건과 측정 방법을 기록합니다.</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 일치는 센서 정확도 증거가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outputs/2026-10-23/practice-guide.md</a:t>
            </a:r>
          </a:p>
          <a:p xmlns:a="http://schemas.openxmlformats.org/drawingml/2006/main">
            <a:r>
              <a:t>화면 초점:</a:t>
            </a:r>
          </a:p>
          <a:p xmlns:a="http://schemas.openxmlformats.org/drawingml/2006/main">
            <a:r>
              <a:t>새 기준 30.0에 맞춰</a:t>
            </a:r>
          </a:p>
          <a:p xmlns:a="http://schemas.openxmlformats.org/drawingml/2006/main">
            <a:r>
              <a:t>입력·기대 상태·표시 설명을 갱신합니다.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outputs/2026-10-23/beginner-start.md</a:t>
            </a:r>
          </a:p>
          <a:p xmlns:a="http://schemas.openxmlformats.org/drawingml/2006/main">
            <a:r>
              <a:t>화면 초점:</a:t>
            </a:r>
          </a:p>
          <a:p xmlns:a="http://schemas.openxmlformats.org/drawingml/2006/main">
            <a:r>
              <a:t>모의 28.0 일치를 센서 정확도로 쓰지 않습니다.</a:t>
            </a:r>
          </a:p>
          <a:p xmlns:a="http://schemas.openxmlformats.org/drawingml/2006/main">
            <a:r>
              <a:t>실물 없는 항목은 미실행입니다.</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outputs/2026-10-23/lesson.md</a:t>
            </a:r>
          </a:p>
          <a:p xmlns:a="http://schemas.openxmlformats.org/drawingml/2006/main">
            <a:r>
              <a:t>화면 초점:</a:t>
            </a:r>
          </a:p>
          <a:p xmlns:a="http://schemas.openxmlformats.org/drawingml/2006/main">
            <a:r>
              <a:t>오늘 확인한 것과 아직 안 한 것을 말합니다.</a:t>
            </a:r>
          </a:p>
          <a:p xmlns:a="http://schemas.openxmlformats.org/drawingml/2006/main">
            <a:r>
              <a:t>다음 팀에 줄 파일 묶음을 가리켜 봅니다.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추가·복습: 경계 30.0</a:t>
            </a:r>
          </a:p>
          <a:p xmlns:a="http://schemas.openxmlformats.org/drawingml/2006/main">
            <a:r>
              <a:t>시험 세 입력과 실물 미확인 두 가지를 쓰세요.</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경계가 28에서 30으로 바뀌었습니다. 새 시험 세 입력과 실물 미확인 항목을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29.9,30.0,30.1 및 결측을 시험하고 기대 상태를 갱신합니다. 보드 신호 전압·센서 오차 등은 별도 실물 확인입니다.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outputs/2026-10-23/instructor-notes.md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근거를 재현할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outputs/2026-10-23/instructor-notes.md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b027d4dde14a9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9789d3e34c461e" /><Relationship Type="http://schemas.openxmlformats.org/officeDocument/2006/relationships/slideLayout" Target="/ppt/slideLayouts/slideLayout1.xml" Id="Rdaca76a4ed0c46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ca76a4ed0c46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53206bc03344f6a" /><Relationship Type="http://schemas.openxmlformats.org/officeDocument/2006/relationships/notesSlide" Target="/ppt/notesSlides/notesSlide1.xml" Id="R64a1c35c98a042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1aee95977a44fbb" /><Relationship Type="http://schemas.openxmlformats.org/officeDocument/2006/relationships/notesSlide" Target="/ppt/notesSlides/notesSlide2.xml" Id="R732e7d1118ed4d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bddc0f6c8654159" /><Relationship Type="http://schemas.openxmlformats.org/officeDocument/2006/relationships/notesSlide" Target="/ppt/notesSlides/notesSlide3.xml" Id="R0767a927062e424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2cd55f1a4d4b2d" /><Relationship Type="http://schemas.openxmlformats.org/officeDocument/2006/relationships/notesSlide" Target="/ppt/notesSlides/notesSlide4.xml" Id="R48391a16c9964a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fc4a4aa34fe47dc" /><Relationship Type="http://schemas.openxmlformats.org/officeDocument/2006/relationships/notesSlide" Target="/ppt/notesSlides/notesSlide5.xml" Id="R30df49f0e347479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67d1e808a5e4b7b" /><Relationship Type="http://schemas.openxmlformats.org/officeDocument/2006/relationships/notesSlide" Target="/ppt/notesSlides/notesSlide6.xml" Id="Rb89e820eb8134f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de563a5009c498b" /><Relationship Type="http://schemas.openxmlformats.org/officeDocument/2006/relationships/notesSlide" Target="/ppt/notesSlides/notesSlide7.xml" Id="R4cda23b42c4142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dfbf6cbd494548" /><Relationship Type="http://schemas.openxmlformats.org/officeDocument/2006/relationships/notesSlide" Target="/ppt/notesSlides/notesSlide8.xml" Id="R8793db93201841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d4754778fe4918" /><Relationship Type="http://schemas.openxmlformats.org/officeDocument/2006/relationships/notesSlide" Target="/ppt/notesSlides/notesSlide9.xml" Id="R2b4fb996a22e4b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d5a41f4045e4d85" /><Relationship Type="http://schemas.openxmlformats.org/officeDocument/2006/relationships/notesSlide" Target="/ppt/notesSlides/notesSlide10.xml" Id="R081ff6525aac44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76800754f8b4f65" /><Relationship Type="http://schemas.openxmlformats.org/officeDocument/2006/relationships/notesSlide" Target="/ppt/notesSlides/notesSlide11.xml" Id="R1712bc80096c4a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7e6222d6dd94138" /><Relationship Type="http://schemas.openxmlformats.org/officeDocument/2006/relationships/notesSlide" Target="/ppt/notesSlides/notesSlide12.xml" Id="Rb05f3652fb5c4e1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f2e0fe98fb947dc" /><Relationship Type="http://schemas.openxmlformats.org/officeDocument/2006/relationships/notesSlide" Target="/ppt/notesSlides/notesSlide13.xml" Id="R49fa11d8c7304ca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25bde93b9fe4c46" /><Relationship Type="http://schemas.openxmlformats.org/officeDocument/2006/relationships/notesSlide" Target="/ppt/notesSlides/notesSlide14.xml" Id="R6ea8682079c74cc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12df028b9aa4d2e" /><Relationship Type="http://schemas.openxmlformats.org/officeDocument/2006/relationships/notesSlide" Target="/ppt/notesSlides/notesSlide15.xml" Id="Ra12b00cd2c424d7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de40f0bbba44a8d" /><Relationship Type="http://schemas.openxmlformats.org/officeDocument/2006/relationships/notesSlide" Target="/ppt/notesSlides/notesSlide16.xml" Id="R1dcf43933a5c416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10ba22707d348e3" /><Relationship Type="http://schemas.openxmlformats.org/officeDocument/2006/relationships/notesSlide" Target="/ppt/notesSlides/notesSlide17.xml" Id="Rf9ba8547950f4b1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de7a831bcdf4b54" /><Relationship Type="http://schemas.openxmlformats.org/officeDocument/2006/relationships/notesSlide" Target="/ppt/notesSlides/notesSlide18.xml" Id="R92331818480148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8c26e9190c44571" /><Relationship Type="http://schemas.openxmlformats.org/officeDocument/2006/relationships/notesSlide" Target="/ppt/notesSlides/notesSlide19.xml" Id="Raf2e0376c3a04fb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8383496c8364bf4" /><Relationship Type="http://schemas.openxmlformats.org/officeDocument/2006/relationships/notesSlide" Target="/ppt/notesSlides/notesSlide20.xml" Id="Ra853d9178855420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e5a6af802004d07" /><Relationship Type="http://schemas.openxmlformats.org/officeDocument/2006/relationships/notesSlide" Target="/ppt/notesSlides/notesSlide21.xml" Id="R782b14fd4b0a416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5b0c5e7a939485c" /><Relationship Type="http://schemas.openxmlformats.org/officeDocument/2006/relationships/notesSlide" Target="/ppt/notesSlides/notesSlide22.xml" Id="R116ac82b145c468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04dc3ce4fc74a2b" /><Relationship Type="http://schemas.openxmlformats.org/officeDocument/2006/relationships/notesSlide" Target="/ppt/notesSlides/notesSlide23.xml" Id="R7fa0a4008b094f7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cfc285c7bd143a3" /><Relationship Type="http://schemas.openxmlformats.org/officeDocument/2006/relationships/notesSlide" Target="/ppt/notesSlides/notesSlide24.xml" Id="R8a4381be6f964de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2d63877142242bf" /><Relationship Type="http://schemas.openxmlformats.org/officeDocument/2006/relationships/notesSlide" Target="/ppt/notesSlides/notesSlide25.xml" Id="Re6b4a9dd99be497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dd2846cbbcb4240" /><Relationship Type="http://schemas.openxmlformats.org/officeDocument/2006/relationships/notesSlide" Target="/ppt/notesSlides/notesSlide26.xml" Id="R67a59b851f1449e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721e3a590ea43db" /><Relationship Type="http://schemas.openxmlformats.org/officeDocument/2006/relationships/notesSlide" Target="/ppt/notesSlides/notesSlide27.xml" Id="R70c15fda8a844a5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1844599906649d6" /><Relationship Type="http://schemas.openxmlformats.org/officeDocument/2006/relationships/notesSlide" Target="/ppt/notesSlides/notesSlide28.xml" Id="Rcf62c0e8b95d473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4c7e80b82cb4124" /><Relationship Type="http://schemas.openxmlformats.org/officeDocument/2006/relationships/notesSlide" Target="/ppt/notesSlides/notesSlide29.xml" Id="Ra113eb68ed30441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65088fa056f4c7f" /><Relationship Type="http://schemas.openxmlformats.org/officeDocument/2006/relationships/notesSlide" Target="/ppt/notesSlides/notesSlide30.xml" Id="R7561a97e471b457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4763cfa2e0f42a4" /><Relationship Type="http://schemas.openxmlformats.org/officeDocument/2006/relationships/notesSlide" Target="/ppt/notesSlides/notesSlide31.xml" Id="Rd2f65a280eef4a7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579e1c9a0944b1a" /><Relationship Type="http://schemas.openxmlformats.org/officeDocument/2006/relationships/notesSlide" Target="/ppt/notesSlides/notesSlide32.xml" Id="Rca53ed8a60ca4d3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81f2b31cfbe4dee" /><Relationship Type="http://schemas.openxmlformats.org/officeDocument/2006/relationships/notesSlide" Target="/ppt/notesSlides/notesSlide33.xml" Id="R8b87bb9441c84ef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e8c7c5ddf1f4dc0" /><Relationship Type="http://schemas.openxmlformats.org/officeDocument/2006/relationships/notesSlide" Target="/ppt/notesSlides/notesSlide34.xml" Id="Rd546f38238f44b0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9ee86ff51b04aae" /><Relationship Type="http://schemas.openxmlformats.org/officeDocument/2006/relationships/notesSlide" Target="/ppt/notesSlides/notesSlide35.xml" Id="Rbed14b1e68294e8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de8246253e2041c7" /><Relationship Type="http://schemas.openxmlformats.org/officeDocument/2006/relationships/notesSlide" Target="/ppt/notesSlides/notesSlide36.xml" Id="Rc17af372e3e7486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1cf2357c99f4d7e" /><Relationship Type="http://schemas.openxmlformats.org/officeDocument/2006/relationships/notesSlide" Target="/ppt/notesSlides/notesSlide37.xml" Id="R25cce26bf9ca4f0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16ea34239e3426c" /><Relationship Type="http://schemas.openxmlformats.org/officeDocument/2006/relationships/notesSlide" Target="/ppt/notesSlides/notesSlide38.xml" Id="R5fdd5299e1f940b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316c86b1d4743c9" /><Relationship Type="http://schemas.openxmlformats.org/officeDocument/2006/relationships/notesSlide" Target="/ppt/notesSlides/notesSlide39.xml" Id="R60c68c8cbbdf43f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4feaa56dc854b71" /><Relationship Type="http://schemas.openxmlformats.org/officeDocument/2006/relationships/notesSlide" Target="/ppt/notesSlides/notesSlide40.xml" Id="Re30ce4cc8c78448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c1b4cfb4d8464f01" /><Relationship Type="http://schemas.openxmlformats.org/officeDocument/2006/relationships/notesSlide" Target="/ppt/notesSlides/notesSlide41.xml" Id="R625b7ab72e9a46f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06255ef2e084883" /><Relationship Type="http://schemas.openxmlformats.org/officeDocument/2006/relationships/notesSlide" Target="/ppt/notesSlides/notesSlide42.xml" Id="R0db6ba047a9d43e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76273bd3fc44221" /><Relationship Type="http://schemas.openxmlformats.org/officeDocument/2006/relationships/notesSlide" Target="/ppt/notesSlides/notesSlide43.xml" Id="Rb2f161668a47483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09a02b10023409f" /><Relationship Type="http://schemas.openxmlformats.org/officeDocument/2006/relationships/notesSlide" Target="/ppt/notesSlides/notesSlide44.xml" Id="R95d54cf816f74ae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88e54e2a40c4892" /><Relationship Type="http://schemas.openxmlformats.org/officeDocument/2006/relationships/notesSlide" Target="/ppt/notesSlides/notesSlide45.xml" Id="Rbe06974a835f4a6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ee255ff8bbdd4575" /><Relationship Type="http://schemas.openxmlformats.org/officeDocument/2006/relationships/notesSlide" Target="/ppt/notesSlides/notesSlide46.xml" Id="Rdf1686d9db22457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17fa777910aa4ccc" /><Relationship Type="http://schemas.openxmlformats.org/officeDocument/2006/relationships/notesSlide" Target="/ppt/notesSlides/notesSlide47.xml" Id="R4c75546ed6d9434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a9d9220ffb554eae" /><Relationship Type="http://schemas.openxmlformats.org/officeDocument/2006/relationships/notesSlide" Target="/ppt/notesSlides/notesSlide48.xml" Id="Rb80327a949ca493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cf0997d883c4f44" /><Relationship Type="http://schemas.openxmlformats.org/officeDocument/2006/relationships/notesSlide" Target="/ppt/notesSlides/notesSlide49.xml" Id="Rd5f4c62727984eb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7dff82580af4a1a" /><Relationship Type="http://schemas.openxmlformats.org/officeDocument/2006/relationships/notesSlide" Target="/ppt/notesSlides/notesSlide50.xml" Id="R76a2d103cfc24d7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d53cdc86d5d4291" /><Relationship Type="http://schemas.openxmlformats.org/officeDocument/2006/relationships/notesSlide" Target="/ppt/notesSlides/notesSlide51.xml" Id="R5ac8c690b21e414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ac2efd963344597" /><Relationship Type="http://schemas.openxmlformats.org/officeDocument/2006/relationships/notesSlide" Target="/ppt/notesSlides/notesSlide52.xml" Id="Rb812ebae12fd4ee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ca06a50eafc43ed" /><Relationship Type="http://schemas.openxmlformats.org/officeDocument/2006/relationships/notesSlide" Target="/ppt/notesSlides/notesSlide53.xml" Id="R2f28c1d694d94dc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56efd7665ba04901" /><Relationship Type="http://schemas.openxmlformats.org/officeDocument/2006/relationships/notesSlide" Target="/ppt/notesSlides/notesSlide54.xml" Id="Rb16863ab1973411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d731f8ad4344492f" /><Relationship Type="http://schemas.openxmlformats.org/officeDocument/2006/relationships/notesSlide" Target="/ppt/notesSlides/notesSlide55.xml" Id="Rce25670eb7064f9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66f612085094eb1" /><Relationship Type="http://schemas.openxmlformats.org/officeDocument/2006/relationships/notesSlide" Target="/ppt/notesSlides/notesSlide56.xml" Id="Re11d9410224a462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b0917f447e1d440d" /><Relationship Type="http://schemas.openxmlformats.org/officeDocument/2006/relationships/notesSlide" Target="/ppt/notesSlides/notesSlide57.xml" Id="Rdceead4081b7421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616a991722f94643" /><Relationship Type="http://schemas.openxmlformats.org/officeDocument/2006/relationships/notesSlide" Target="/ppt/notesSlides/notesSlide58.xml" Id="R8ce78aca19974a3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cbd946d42de242c5" /><Relationship Type="http://schemas.openxmlformats.org/officeDocument/2006/relationships/notesSlide" Target="/ppt/notesSlides/notesSlide59.xml" Id="R44e05fef85d5412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035da4c5d6e4af9" /><Relationship Type="http://schemas.openxmlformats.org/officeDocument/2006/relationships/notesSlide" Target="/ppt/notesSlides/notesSlide60.xml" Id="Rf84e83b4efb44e1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6572fc9830c842af" /><Relationship Type="http://schemas.openxmlformats.org/officeDocument/2006/relationships/notesSlide" Target="/ppt/notesSlides/notesSlide61.xml" Id="R8daa2cdb322e4b5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70de18df02094c7b" /><Relationship Type="http://schemas.openxmlformats.org/officeDocument/2006/relationships/notesSlide" Target="/ppt/notesSlides/notesSlide62.xml" Id="R286b5d0dcd83483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1a7d01369374a4a" /><Relationship Type="http://schemas.openxmlformats.org/officeDocument/2006/relationships/notesSlide" Target="/ppt/notesSlides/notesSlide63.xml" Id="Rb9c1b72cfca64f6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73a423fdb82446da" /><Relationship Type="http://schemas.openxmlformats.org/officeDocument/2006/relationships/notesSlide" Target="/ppt/notesSlides/notesSlide64.xml" Id="Rf741062be437416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55519fa7cc148b4" /><Relationship Type="http://schemas.openxmlformats.org/officeDocument/2006/relationships/notesSlide" Target="/ppt/notesSlides/notesSlide65.xml" Id="R3d717390a6b2492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ee4e874352e4884" /><Relationship Type="http://schemas.openxmlformats.org/officeDocument/2006/relationships/notesSlide" Target="/ppt/notesSlides/notesSlide66.xml" Id="R412375a40aad4ec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4294544ac4434e5f" /><Relationship Type="http://schemas.openxmlformats.org/officeDocument/2006/relationships/notesSlide" Target="/ppt/notesSlides/notesSlide67.xml" Id="R249e18151f6a43f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c4f1f5c008964883" /><Relationship Type="http://schemas.openxmlformats.org/officeDocument/2006/relationships/notesSlide" Target="/ppt/notesSlides/notesSlide68.xml" Id="R1e0977347c114ee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e1d9e87ea83403e" /><Relationship Type="http://schemas.openxmlformats.org/officeDocument/2006/relationships/notesSlide" Target="/ppt/notesSlides/notesSlide69.xml" Id="R12cf38f3dd464ff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2ebf93f73af141f7" /><Relationship Type="http://schemas.openxmlformats.org/officeDocument/2006/relationships/notesSlide" Target="/ppt/notesSlides/notesSlide70.xml" Id="R7587475032fb47d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c03f5a6d89e94ac3" /><Relationship Type="http://schemas.openxmlformats.org/officeDocument/2006/relationships/notesSlide" Target="/ppt/notesSlides/notesSlide71.xml" Id="R14368b8fb22042a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037389b150714176" /><Relationship Type="http://schemas.openxmlformats.org/officeDocument/2006/relationships/notesSlide" Target="/ppt/notesSlides/notesSlide72.xml" Id="R8471af69aad441f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820773784a4b412e" /><Relationship Type="http://schemas.openxmlformats.org/officeDocument/2006/relationships/notesSlide" Target="/ppt/notesSlides/notesSlide73.xml" Id="R2020c4fda06445b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2a16a4302f34ccb" /><Relationship Type="http://schemas.openxmlformats.org/officeDocument/2006/relationships/notesSlide" Target="/ppt/notesSlides/notesSlide74.xml" Id="R534b13a2ff5a425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0bae0fa883d8477b" /><Relationship Type="http://schemas.openxmlformats.org/officeDocument/2006/relationships/notesSlide" Target="/ppt/notesSlides/notesSlide75.xml" Id="Rbc8ba01e7ed74831"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70df896072e04328" /><Relationship Type="http://schemas.openxmlformats.org/officeDocument/2006/relationships/notesSlide" Target="/ppt/notesSlides/notesSlide76.xml" Id="R688f63bc3b794c8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650aa6a7db18475e" /><Relationship Type="http://schemas.openxmlformats.org/officeDocument/2006/relationships/notesSlide" Target="/ppt/notesSlides/notesSlide77.xml" Id="Rce8019b5bcf14f3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814c8d7492c54722" /><Relationship Type="http://schemas.openxmlformats.org/officeDocument/2006/relationships/notesSlide" Target="/ppt/notesSlides/notesSlide78.xml" Id="Rd053e567a582465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94ae2668a30d46fb" /><Relationship Type="http://schemas.openxmlformats.org/officeDocument/2006/relationships/notesSlide" Target="/ppt/notesSlides/notesSlide79.xml" Id="Rcca2b778225842d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8c87976148a4d95" /><Relationship Type="http://schemas.openxmlformats.org/officeDocument/2006/relationships/notesSlide" Target="/ppt/notesSlides/notesSlide80.xml" Id="R522242a4f08749d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da57ee391cb84347" /><Relationship Type="http://schemas.openxmlformats.org/officeDocument/2006/relationships/notesSlide" Target="/ppt/notesSlides/notesSlide81.xml" Id="R6af51ee0073d4db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ccb1d82cd7614d40" /><Relationship Type="http://schemas.openxmlformats.org/officeDocument/2006/relationships/notesSlide" Target="/ppt/notesSlides/notesSlide82.xml" Id="Rcb46280cdc15407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04ea7cb55814731" /><Relationship Type="http://schemas.openxmlformats.org/officeDocument/2006/relationships/notesSlide" Target="/ppt/notesSlides/notesSlide83.xml" Id="R68518d592da843fd"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21562280d8a74943" /><Relationship Type="http://schemas.openxmlformats.org/officeDocument/2006/relationships/notesSlide" Target="/ppt/notesSlides/notesSlide84.xml" Id="R51145ae82a4b4de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eeeabd36734843ee" /><Relationship Type="http://schemas.openxmlformats.org/officeDocument/2006/relationships/notesSlide" Target="/ppt/notesSlides/notesSlide85.xml" Id="R305b0a7a8acc4309"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24ce0cfd27e4af9" /><Relationship Type="http://schemas.openxmlformats.org/officeDocument/2006/relationships/notesSlide" Target="/ppt/notesSlides/notesSlide86.xml" Id="R4cf4f8691d6e4619"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46298643c6b54f99" /><Relationship Type="http://schemas.openxmlformats.org/officeDocument/2006/relationships/notesSlide" Target="/ppt/notesSlides/notesSlide87.xml" Id="R59c49d504780412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7a5457144296445a" /><Relationship Type="http://schemas.openxmlformats.org/officeDocument/2006/relationships/notesSlide" Target="/ppt/notesSlides/notesSlide88.xml" Id="R1931894d2d04451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d784fa113bf1498b" /><Relationship Type="http://schemas.openxmlformats.org/officeDocument/2006/relationships/notesSlide" Target="/ppt/notesSlides/notesSlide89.xml" Id="R2947437293674041"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f90192ed2f0f4c40" /><Relationship Type="http://schemas.openxmlformats.org/officeDocument/2006/relationships/notesSlide" Target="/ppt/notesSlides/notesSlide90.xml" Id="R7b033ee156a64b62"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30e0bab3241b4107" /><Relationship Type="http://schemas.openxmlformats.org/officeDocument/2006/relationships/notesSlide" Target="/ppt/notesSlides/notesSlide91.xml" Id="R52a19fcf38224dd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160ec8bb5e1c4f85" /><Relationship Type="http://schemas.openxmlformats.org/officeDocument/2006/relationships/notesSlide" Target="/ppt/notesSlides/notesSlide92.xml" Id="Rde7bb68a8c7c43e8"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62506a45810141dc" /><Relationship Type="http://schemas.openxmlformats.org/officeDocument/2006/relationships/notesSlide" Target="/ppt/notesSlides/notesSlide93.xml" Id="R0d3c6722e10e4643"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1bf284fc0c274b63" /><Relationship Type="http://schemas.openxmlformats.org/officeDocument/2006/relationships/notesSlide" Target="/ppt/notesSlides/notesSlide94.xml" Id="R15cae1f1a65040c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bbc300f9de8248a8" /><Relationship Type="http://schemas.openxmlformats.org/officeDocument/2006/relationships/notesSlide" Target="/ppt/notesSlides/notesSlide95.xml" Id="R15426d939afe4e24"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4eb99b73c3d644e1" /><Relationship Type="http://schemas.openxmlformats.org/officeDocument/2006/relationships/notesSlide" Target="/ppt/notesSlides/notesSlide96.xml" Id="Rc762c977999d4065"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d906c1c19de474b" /><Relationship Type="http://schemas.openxmlformats.org/officeDocument/2006/relationships/notesSlide" Target="/ppt/notesSlides/notesSlide97.xml" Id="R8b2e5749864a4616"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ae82a45c2bfb40ed" /><Relationship Type="http://schemas.openxmlformats.org/officeDocument/2006/relationships/notesSlide" Target="/ppt/notesSlides/notesSlide98.xml" Id="R75c4d30f6a13410f"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8cfbb5842ff347a2" /><Relationship Type="http://schemas.openxmlformats.org/officeDocument/2006/relationships/notesSlide" Target="/ppt/notesSlides/notesSlide99.xml" Id="R24d0b892649246af"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f58551106d6348ec" /><Relationship Type="http://schemas.openxmlformats.org/officeDocument/2006/relationships/notesSlide" Target="/ppt/notesSlides/notesSlide100.xml" Id="R7198c051fb50415a"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238c71d6e45c4644" /><Relationship Type="http://schemas.openxmlformats.org/officeDocument/2006/relationships/notesSlide" Target="/ppt/notesSlides/notesSlide101.xml" Id="R3aef6ba277c5443c"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7df352ea1e064950" /><Relationship Type="http://schemas.openxmlformats.org/officeDocument/2006/relationships/notesSlide" Target="/ppt/notesSlides/notesSlide102.xml" Id="Ra9c39dba7d254df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ac883fa728d846b2" /><Relationship Type="http://schemas.openxmlformats.org/officeDocument/2006/relationships/notesSlide" Target="/ppt/notesSlides/notesSlide103.xml" Id="R6dbd63df10134227"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24b3bb9ae64d4dad" /><Relationship Type="http://schemas.openxmlformats.org/officeDocument/2006/relationships/notesSlide" Target="/ppt/notesSlides/notesSlide104.xml" Id="Ree5af3516175476c"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f90d4cf829444ffe" /><Relationship Type="http://schemas.openxmlformats.org/officeDocument/2006/relationships/notesSlide" Target="/ppt/notesSlides/notesSlide105.xml" Id="R280ed39498394cf4"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e487c52fe8f14605" /><Relationship Type="http://schemas.openxmlformats.org/officeDocument/2006/relationships/notesSlide" Target="/ppt/notesSlides/notesSlide106.xml" Id="Re247fb53af234600"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003B61-4159-4471-B644-54061296D7B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10/23  전자회로와 ESP32</a:t>
            </a:r>
          </a:p>
        </p:txBody>
      </p:sp>
      <p:sp>
        <p:nvSpPr>
          <p:cNvPr id="2" name="">
            <a:extLst xmlns:a="http://schemas.openxmlformats.org/drawingml/2006/main">
              <a:ext uri="{FF2B5EF4-FFF2-40B4-BE49-F238E27FC236}">
                <a16:creationId xmlns:a16="http://schemas.microsoft.com/office/drawing/2014/main" id="{E5BAE556-4165-4C83-9070-949F98E3CEE9}"/>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전자회로와 ESP32</a:t>
            </a:r>
          </a:p>
        </p:txBody>
      </p:sp>
      <p:sp>
        <p:nvSpPr>
          <p:cNvPr id="3" name="">
            <a:extLst xmlns:a="http://schemas.openxmlformats.org/drawingml/2006/main">
              <a:ext uri="{FF2B5EF4-FFF2-40B4-BE49-F238E27FC236}">
                <a16:creationId xmlns:a16="http://schemas.microsoft.com/office/drawing/2014/main" id="{8AB910B4-8C91-450E-BA77-CD9B40957E72}"/>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2026-10-23</a:t>
            </a:r>
          </a:p>
        </p:txBody>
      </p:sp>
      <p:sp>
        <p:nvSpPr>
          <p:cNvPr id="4" name="">
            <a:extLst xmlns:a="http://schemas.openxmlformats.org/drawingml/2006/main">
              <a:ext uri="{FF2B5EF4-FFF2-40B4-BE49-F238E27FC236}">
                <a16:creationId xmlns:a16="http://schemas.microsoft.com/office/drawing/2014/main" id="{91C6CBD4-444A-439E-889D-F1107A09F287}"/>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오늘은 개념을 읽고 직접 예상해 봅니다.</a:t>
            </a:r>
          </a:p>
        </p:txBody>
      </p:sp>
      <p:sp>
        <p:nvSpPr>
          <p:cNvPr id="5" name="">
            <a:extLst xmlns:a="http://schemas.openxmlformats.org/drawingml/2006/main">
              <a:ext uri="{FF2B5EF4-FFF2-40B4-BE49-F238E27FC236}">
                <a16:creationId xmlns:a16="http://schemas.microsoft.com/office/drawing/2014/main" id="{5EEA54D5-08A1-4C98-8DB4-252BFEAF192D}"/>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4A1C1224-AB45-4D39-AC04-048F154CB4A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2004994335"/>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4E96BF-52D8-46A6-A930-3E5DC82041D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10/23  전자회로와 ESP32</a:t>
            </a:r>
          </a:p>
        </p:txBody>
      </p:sp>
      <p:sp>
        <p:nvSpPr>
          <p:cNvPr id="2" name="">
            <a:extLst xmlns:a="http://schemas.openxmlformats.org/drawingml/2006/main">
              <a:ext uri="{FF2B5EF4-FFF2-40B4-BE49-F238E27FC236}">
                <a16:creationId xmlns:a16="http://schemas.microsoft.com/office/drawing/2014/main" id="{4BBCA150-02D9-4860-9E56-E7987BE2F76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자료 폴더와 학생 작업 파일</a:t>
            </a:r>
          </a:p>
        </p:txBody>
      </p:sp>
      <p:sp>
        <p:nvSpPr>
          <p:cNvPr id="3" name="">
            <a:extLst xmlns:a="http://schemas.openxmlformats.org/drawingml/2006/main">
              <a:ext uri="{FF2B5EF4-FFF2-40B4-BE49-F238E27FC236}">
                <a16:creationId xmlns:a16="http://schemas.microsoft.com/office/drawing/2014/main" id="{2244B4B5-D436-4FF1-90EF-0098E84BB95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data: 읽을 입력</a:t>
            </a:r>
          </a:p>
        </p:txBody>
      </p:sp>
      <p:sp>
        <p:nvSpPr>
          <p:cNvPr id="4" name="">
            <a:extLst xmlns:a="http://schemas.openxmlformats.org/drawingml/2006/main">
              <a:ext uri="{FF2B5EF4-FFF2-40B4-BE49-F238E27FC236}">
                <a16:creationId xmlns:a16="http://schemas.microsoft.com/office/drawing/2014/main" id="{BC46EE34-78E0-4CF9-9F98-6B65DAE86A6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code: 제공 참고 코드</a:t>
            </a:r>
          </a:p>
        </p:txBody>
      </p:sp>
      <p:sp>
        <p:nvSpPr>
          <p:cNvPr id="5" name="">
            <a:extLst xmlns:a="http://schemas.openxmlformats.org/drawingml/2006/main">
              <a:ext uri="{FF2B5EF4-FFF2-40B4-BE49-F238E27FC236}">
                <a16:creationId xmlns:a16="http://schemas.microsoft.com/office/drawing/2014/main" id="{63AE411E-DF9B-4C3A-93A5-4ADAB8E8AF8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 나의 복사본과 기록</a:t>
            </a:r>
          </a:p>
        </p:txBody>
      </p:sp>
      <p:sp>
        <p:nvSpPr>
          <p:cNvPr id="6" name="">
            <a:extLst xmlns:a="http://schemas.openxmlformats.org/drawingml/2006/main">
              <a:ext uri="{FF2B5EF4-FFF2-40B4-BE49-F238E27FC236}">
                <a16:creationId xmlns:a16="http://schemas.microsoft.com/office/drawing/2014/main" id="{9DB5AAD7-4DA7-47A5-A640-61C47EE2AE5E}"/>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저장한 뒤 실행해야 결과가 나옵니다.</a:t>
            </a:r>
          </a:p>
        </p:txBody>
      </p:sp>
      <p:sp>
        <p:nvSpPr>
          <p:cNvPr id="7" name="">
            <a:extLst xmlns:a="http://schemas.openxmlformats.org/drawingml/2006/main">
              <a:ext uri="{FF2B5EF4-FFF2-40B4-BE49-F238E27FC236}">
                <a16:creationId xmlns:a16="http://schemas.microsoft.com/office/drawing/2014/main" id="{1CF5A437-E290-4875-9E56-42BF940AD54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640028596"/>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053398-766A-471F-AB26-FB71C8B4891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10/23  전자회로와 ESP32</a:t>
            </a:r>
          </a:p>
        </p:txBody>
      </p:sp>
      <p:sp>
        <p:nvSpPr>
          <p:cNvPr id="2" name="">
            <a:extLst xmlns:a="http://schemas.openxmlformats.org/drawingml/2006/main">
              <a:ext uri="{FF2B5EF4-FFF2-40B4-BE49-F238E27FC236}">
                <a16:creationId xmlns:a16="http://schemas.microsoft.com/office/drawing/2014/main" id="{5EFA079C-1CA6-42B3-99E2-6549B77B367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오늘의 6교시 일정</a:t>
            </a:r>
          </a:p>
        </p:txBody>
      </p:sp>
      <p:sp>
        <p:nvSpPr>
          <p:cNvPr id="3" name="">
            <a:extLst xmlns:a="http://schemas.openxmlformats.org/drawingml/2006/main">
              <a:ext uri="{FF2B5EF4-FFF2-40B4-BE49-F238E27FC236}">
                <a16:creationId xmlns:a16="http://schemas.microsoft.com/office/drawing/2014/main" id="{2FA85FC8-1582-4B0F-B808-8C1F7C809EB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1·2교시 10:00~11:50</a:t>
            </a:r>
          </a:p>
        </p:txBody>
      </p:sp>
      <p:sp>
        <p:nvSpPr>
          <p:cNvPr id="4" name="">
            <a:extLst xmlns:a="http://schemas.openxmlformats.org/drawingml/2006/main">
              <a:ext uri="{FF2B5EF4-FFF2-40B4-BE49-F238E27FC236}">
                <a16:creationId xmlns:a16="http://schemas.microsoft.com/office/drawing/2014/main" id="{8CFB3CDC-A250-4E7F-9A4F-25F01309CE5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 11:50~13:00</a:t>
            </a:r>
          </a:p>
        </p:txBody>
      </p:sp>
      <p:sp>
        <p:nvSpPr>
          <p:cNvPr id="5" name="">
            <a:extLst xmlns:a="http://schemas.openxmlformats.org/drawingml/2006/main">
              <a:ext uri="{FF2B5EF4-FFF2-40B4-BE49-F238E27FC236}">
                <a16:creationId xmlns:a16="http://schemas.microsoft.com/office/drawing/2014/main" id="{F69B2EFC-6DC8-407C-B489-3EEF8935F66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3~6교시 13:00~16:50</a:t>
            </a:r>
          </a:p>
        </p:txBody>
      </p:sp>
      <p:sp>
        <p:nvSpPr>
          <p:cNvPr id="6" name="">
            <a:extLst xmlns:a="http://schemas.openxmlformats.org/drawingml/2006/main">
              <a:ext uri="{FF2B5EF4-FFF2-40B4-BE49-F238E27FC236}">
                <a16:creationId xmlns:a16="http://schemas.microsoft.com/office/drawing/2014/main" id="{520B8A9D-467D-4AF9-BDEF-5666320021DF}"/>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300분 · 나머지는 휴식과 정리입니다.</a:t>
            </a:r>
          </a:p>
        </p:txBody>
      </p:sp>
      <p:sp>
        <p:nvSpPr>
          <p:cNvPr id="7" name="">
            <a:extLst xmlns:a="http://schemas.openxmlformats.org/drawingml/2006/main">
              <a:ext uri="{FF2B5EF4-FFF2-40B4-BE49-F238E27FC236}">
                <a16:creationId xmlns:a16="http://schemas.microsoft.com/office/drawing/2014/main" id="{6DD6497D-E21B-4260-8D3D-47955ECE345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800186363"/>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8E6EB9-3FCE-4326-BAE0-CBAE9EB06A9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10/23  전자회로와 ESP32</a:t>
            </a:r>
          </a:p>
        </p:txBody>
      </p:sp>
      <p:sp>
        <p:nvSpPr>
          <p:cNvPr id="2" name="">
            <a:extLst xmlns:a="http://schemas.openxmlformats.org/drawingml/2006/main">
              <a:ext uri="{FF2B5EF4-FFF2-40B4-BE49-F238E27FC236}">
                <a16:creationId xmlns:a16="http://schemas.microsoft.com/office/drawing/2014/main" id="{41CD154E-D337-48F5-9CA9-00E278D0CF2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시연·수정·비교·설명</a:t>
            </a:r>
          </a:p>
        </p:txBody>
      </p:sp>
      <p:sp>
        <p:nvSpPr>
          <p:cNvPr id="3" name="">
            <a:extLst xmlns:a="http://schemas.openxmlformats.org/drawingml/2006/main">
              <a:ext uri="{FF2B5EF4-FFF2-40B4-BE49-F238E27FC236}">
                <a16:creationId xmlns:a16="http://schemas.microsoft.com/office/drawing/2014/main" id="{5E0D169A-DDE7-4E6C-86C6-A88C5FE26BD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시연을 봅니다.</a:t>
            </a:r>
          </a:p>
        </p:txBody>
      </p:sp>
      <p:sp>
        <p:nvSpPr>
          <p:cNvPr id="4" name="">
            <a:extLst xmlns:a="http://schemas.openxmlformats.org/drawingml/2006/main">
              <a:ext uri="{FF2B5EF4-FFF2-40B4-BE49-F238E27FC236}">
                <a16:creationId xmlns:a16="http://schemas.microsoft.com/office/drawing/2014/main" id="{74DF6806-AA9B-447B-BBDC-0ECAAF6B146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같이 따라 하고 한 값을 바꿉니다.</a:t>
            </a:r>
          </a:p>
        </p:txBody>
      </p:sp>
      <p:sp>
        <p:nvSpPr>
          <p:cNvPr id="5" name="">
            <a:extLst xmlns:a="http://schemas.openxmlformats.org/drawingml/2006/main">
              <a:ext uri="{FF2B5EF4-FFF2-40B4-BE49-F238E27FC236}">
                <a16:creationId xmlns:a16="http://schemas.microsoft.com/office/drawing/2014/main" id="{C457EAC7-63C4-4501-A0FF-99609BCEF44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예상과 결과를 비교합니다.</a:t>
            </a:r>
          </a:p>
        </p:txBody>
      </p:sp>
      <p:sp>
        <p:nvSpPr>
          <p:cNvPr id="6" name="">
            <a:extLst xmlns:a="http://schemas.openxmlformats.org/drawingml/2006/main">
              <a:ext uri="{FF2B5EF4-FFF2-40B4-BE49-F238E27FC236}">
                <a16:creationId xmlns:a16="http://schemas.microsoft.com/office/drawing/2014/main" id="{2E599FFF-AF48-4407-82C4-22B3EB120C83}"/>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왜 그런지 자기 말로 설명합니다.</a:t>
            </a:r>
          </a:p>
        </p:txBody>
      </p:sp>
      <p:sp>
        <p:nvSpPr>
          <p:cNvPr id="7" name="">
            <a:extLst xmlns:a="http://schemas.openxmlformats.org/drawingml/2006/main">
              <a:ext uri="{FF2B5EF4-FFF2-40B4-BE49-F238E27FC236}">
                <a16:creationId xmlns:a16="http://schemas.microsoft.com/office/drawing/2014/main" id="{043A6800-812F-45B6-AA86-B1D78D16B23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1492617378"/>
      </p:ext>
    </p:extLst>
  </p:cSld>
</p:sld>
</file>

<file path=ppt/slides/slide5.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5E4754-FF65-47B8-B356-9A1E887FDDF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8DBB7E1-49BB-4E25-A761-2C036C90E567}"/>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 전기 기초와 계산</a:t>
            </a:r>
          </a:p>
        </p:txBody>
      </p:sp>
      <p:sp>
        <p:nvSpPr>
          <p:cNvPr id="3" name="">
            <a:extLst xmlns:a="http://schemas.openxmlformats.org/drawingml/2006/main">
              <a:ext uri="{FF2B5EF4-FFF2-40B4-BE49-F238E27FC236}">
                <a16:creationId xmlns:a16="http://schemas.microsoft.com/office/drawing/2014/main" id="{B7CD12E7-5574-4D2C-AFEA-EB6072C629F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10:00~10:50 · 50분</a:t>
            </a:r>
          </a:p>
        </p:txBody>
      </p:sp>
      <p:sp>
        <p:nvSpPr>
          <p:cNvPr id="4" name="">
            <a:extLst xmlns:a="http://schemas.openxmlformats.org/drawingml/2006/main">
              <a:ext uri="{FF2B5EF4-FFF2-40B4-BE49-F238E27FC236}">
                <a16:creationId xmlns:a16="http://schemas.microsoft.com/office/drawing/2014/main" id="{8DE6B0D1-C6DB-45BE-AF59-05E4D8A309C3}"/>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A01 · A02 · A03</a:t>
            </a:r>
          </a:p>
        </p:txBody>
      </p:sp>
      <p:sp>
        <p:nvSpPr>
          <p:cNvPr id="5" name="">
            <a:extLst xmlns:a="http://schemas.openxmlformats.org/drawingml/2006/main">
              <a:ext uri="{FF2B5EF4-FFF2-40B4-BE49-F238E27FC236}">
                <a16:creationId xmlns:a16="http://schemas.microsoft.com/office/drawing/2014/main" id="{F9D43FE7-74EF-469E-A8B5-E4077B3B9971}"/>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9F78E6E9-14E5-4B44-9BEC-DB7757EFD69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05</a:t>
            </a:r>
          </a:p>
        </p:txBody>
      </p:sp>
    </p:spTree>
    <p:extLst>
      <p:ext uri="{BB962C8B-B14F-4D97-AF65-F5344CB8AC3E}">
        <p14:creationId xmlns:p14="http://schemas.microsoft.com/office/powerpoint/2010/main" val="939731614"/>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F9A1BC-8A0C-4E6C-9028-FDCA2B7CAAD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BFD8E54-156F-429F-86E2-99E97F4E6DD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전압과 전위차</a:t>
            </a:r>
          </a:p>
        </p:txBody>
      </p:sp>
      <p:sp>
        <p:nvSpPr>
          <p:cNvPr id="3" name="">
            <a:extLst xmlns:a="http://schemas.openxmlformats.org/drawingml/2006/main">
              <a:ext uri="{FF2B5EF4-FFF2-40B4-BE49-F238E27FC236}">
                <a16:creationId xmlns:a16="http://schemas.microsoft.com/office/drawing/2014/main" id="{EA18920A-0AD6-4EBC-89D5-04A47669860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전압은 두 점 사이의 차이입니다.</a:t>
            </a:r>
          </a:p>
        </p:txBody>
      </p:sp>
      <p:sp>
        <p:nvSpPr>
          <p:cNvPr id="4" name="">
            <a:extLst xmlns:a="http://schemas.openxmlformats.org/drawingml/2006/main">
              <a:ext uri="{FF2B5EF4-FFF2-40B4-BE49-F238E27FC236}">
                <a16:creationId xmlns:a16="http://schemas.microsoft.com/office/drawing/2014/main" id="{E64B32EA-FD1D-45AE-82B3-3E41E8B72CD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단위는 V입니다.</a:t>
            </a:r>
          </a:p>
        </p:txBody>
      </p:sp>
      <p:sp>
        <p:nvSpPr>
          <p:cNvPr id="5" name="">
            <a:extLst xmlns:a="http://schemas.openxmlformats.org/drawingml/2006/main">
              <a:ext uri="{FF2B5EF4-FFF2-40B4-BE49-F238E27FC236}">
                <a16:creationId xmlns:a16="http://schemas.microsoft.com/office/drawing/2014/main" id="{D68F9E8B-0C37-4C5B-A0AC-B5336F76F80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06</a:t>
            </a:r>
          </a:p>
        </p:txBody>
      </p:sp>
    </p:spTree>
    <p:extLst>
      <p:ext uri="{BB962C8B-B14F-4D97-AF65-F5344CB8AC3E}">
        <p14:creationId xmlns:p14="http://schemas.microsoft.com/office/powerpoint/2010/main" val="1121255235"/>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9E33F78-D1B3-4E41-B3E9-8A9CDB69676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D3ED623-E44B-4637-AF60-AC60E670DC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전류와 단위 A</a:t>
            </a:r>
          </a:p>
        </p:txBody>
      </p:sp>
      <p:sp>
        <p:nvSpPr>
          <p:cNvPr id="3" name="">
            <a:extLst xmlns:a="http://schemas.openxmlformats.org/drawingml/2006/main">
              <a:ext uri="{FF2B5EF4-FFF2-40B4-BE49-F238E27FC236}">
                <a16:creationId xmlns:a16="http://schemas.microsoft.com/office/drawing/2014/main" id="{9097D593-FFFB-4D67-817C-6DA86481EA2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시간당 이동하는 전하량입니다.</a:t>
            </a:r>
          </a:p>
        </p:txBody>
      </p:sp>
      <p:sp>
        <p:nvSpPr>
          <p:cNvPr id="4" name="">
            <a:extLst xmlns:a="http://schemas.openxmlformats.org/drawingml/2006/main">
              <a:ext uri="{FF2B5EF4-FFF2-40B4-BE49-F238E27FC236}">
                <a16:creationId xmlns:a16="http://schemas.microsoft.com/office/drawing/2014/main" id="{E59055BF-2ED0-491D-97AD-D9CE9BEE45D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단위는 A, 작은 전류는 mA로 씁니다.</a:t>
            </a:r>
          </a:p>
        </p:txBody>
      </p:sp>
      <p:sp>
        <p:nvSpPr>
          <p:cNvPr id="5" name="">
            <a:extLst xmlns:a="http://schemas.openxmlformats.org/drawingml/2006/main">
              <a:ext uri="{FF2B5EF4-FFF2-40B4-BE49-F238E27FC236}">
                <a16:creationId xmlns:a16="http://schemas.microsoft.com/office/drawing/2014/main" id="{7B33D23B-B11C-47BA-ACD7-67772A3FA54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1403401298"/>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D96C0A-0741-45DC-855C-8A73BB6C45D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6576615-9E5A-4998-A2DB-AF8D0DBB667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저항과 옴의 법칙</a:t>
            </a:r>
          </a:p>
        </p:txBody>
      </p:sp>
      <p:sp>
        <p:nvSpPr>
          <p:cNvPr id="3" name="">
            <a:extLst xmlns:a="http://schemas.openxmlformats.org/drawingml/2006/main">
              <a:ext uri="{FF2B5EF4-FFF2-40B4-BE49-F238E27FC236}">
                <a16:creationId xmlns:a16="http://schemas.microsoft.com/office/drawing/2014/main" id="{D049B08D-4B80-47C1-A364-71EA7173863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옴성 저항의 관계는 V=IR입니다.</a:t>
            </a:r>
          </a:p>
        </p:txBody>
      </p:sp>
      <p:sp>
        <p:nvSpPr>
          <p:cNvPr id="4" name="">
            <a:extLst xmlns:a="http://schemas.openxmlformats.org/drawingml/2006/main">
              <a:ext uri="{FF2B5EF4-FFF2-40B4-BE49-F238E27FC236}">
                <a16:creationId xmlns:a16="http://schemas.microsoft.com/office/drawing/2014/main" id="{9451DA0B-3A36-4249-9E66-E16CBA14832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저항 단위는 Ω입니다.</a:t>
            </a:r>
          </a:p>
        </p:txBody>
      </p:sp>
      <p:sp>
        <p:nvSpPr>
          <p:cNvPr id="5" name="">
            <a:extLst xmlns:a="http://schemas.openxmlformats.org/drawingml/2006/main">
              <a:ext uri="{FF2B5EF4-FFF2-40B4-BE49-F238E27FC236}">
                <a16:creationId xmlns:a16="http://schemas.microsoft.com/office/drawing/2014/main" id="{20CF7D6A-3958-43F1-B2E9-26834A5F810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322624004"/>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AAC2559-E153-475B-8405-E574945CA3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589F0FAE-CD8A-49F3-96B0-8A3BC805A71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닫힌 회로와 반환 경로</a:t>
            </a:r>
          </a:p>
        </p:txBody>
      </p:sp>
      <p:sp>
        <p:nvSpPr>
          <p:cNvPr id="3" name="">
            <a:extLst xmlns:a="http://schemas.openxmlformats.org/drawingml/2006/main">
              <a:ext uri="{FF2B5EF4-FFF2-40B4-BE49-F238E27FC236}">
                <a16:creationId xmlns:a16="http://schemas.microsoft.com/office/drawing/2014/main" id="{5E2A3AD6-3545-4010-BCFE-2F39B5DADCD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전원 + → 저항 → 전원 −</a:t>
            </a:r>
          </a:p>
        </p:txBody>
      </p:sp>
      <p:sp>
        <p:nvSpPr>
          <p:cNvPr id="4" name="">
            <a:extLst xmlns:a="http://schemas.openxmlformats.org/drawingml/2006/main">
              <a:ext uri="{FF2B5EF4-FFF2-40B4-BE49-F238E27FC236}">
                <a16:creationId xmlns:a16="http://schemas.microsoft.com/office/drawing/2014/main" id="{CFF55DA3-9EA1-4137-8CCB-97FFB6A3AC7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완전히 이어진 길이 닫힌 회로입니다.</a:t>
            </a:r>
          </a:p>
        </p:txBody>
      </p:sp>
      <p:sp>
        <p:nvSpPr>
          <p:cNvPr id="5" name="">
            <a:extLst xmlns:a="http://schemas.openxmlformats.org/drawingml/2006/main">
              <a:ext uri="{FF2B5EF4-FFF2-40B4-BE49-F238E27FC236}">
                <a16:creationId xmlns:a16="http://schemas.microsoft.com/office/drawing/2014/main" id="{7D73D06B-6750-493A-9A8C-006A615D241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1402427173"/>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81D9313-51E2-4C45-B519-B28D20DD4D7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A212282-EE87-40D8-869A-506ACD53E79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GND와 전압 기준</a:t>
            </a:r>
          </a:p>
        </p:txBody>
      </p:sp>
      <p:sp>
        <p:nvSpPr>
          <p:cNvPr id="3" name="">
            <a:extLst xmlns:a="http://schemas.openxmlformats.org/drawingml/2006/main">
              <a:ext uri="{FF2B5EF4-FFF2-40B4-BE49-F238E27FC236}">
                <a16:creationId xmlns:a16="http://schemas.microsoft.com/office/drawing/2014/main" id="{620EE75A-6296-4044-9A1C-43CB2F62260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신호의 높고 낮음을 비교하는 기준입니다.</a:t>
            </a:r>
          </a:p>
        </p:txBody>
      </p:sp>
      <p:sp>
        <p:nvSpPr>
          <p:cNvPr id="4" name="">
            <a:extLst xmlns:a="http://schemas.openxmlformats.org/drawingml/2006/main">
              <a:ext uri="{FF2B5EF4-FFF2-40B4-BE49-F238E27FC236}">
                <a16:creationId xmlns:a16="http://schemas.microsoft.com/office/drawing/2014/main" id="{7386FD1D-338A-48D5-B5BD-CF5EA5147E1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모든 GND가 건물 접지는 아닙니다.</a:t>
            </a:r>
          </a:p>
        </p:txBody>
      </p:sp>
      <p:sp>
        <p:nvSpPr>
          <p:cNvPr id="5" name="">
            <a:extLst xmlns:a="http://schemas.openxmlformats.org/drawingml/2006/main">
              <a:ext uri="{FF2B5EF4-FFF2-40B4-BE49-F238E27FC236}">
                <a16:creationId xmlns:a16="http://schemas.microsoft.com/office/drawing/2014/main" id="{17343186-BBA4-43DD-A2A3-DD822E6D8DE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1453424427"/>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D06A07-7349-474B-958A-8D38E390BC4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602317C7-FC19-4086-BA6D-6B95CE43F5E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A와 mA 단위 변환</a:t>
            </a:r>
          </a:p>
        </p:txBody>
      </p:sp>
      <p:sp>
        <p:nvSpPr>
          <p:cNvPr id="3" name="">
            <a:extLst xmlns:a="http://schemas.openxmlformats.org/drawingml/2006/main">
              <a:ext uri="{FF2B5EF4-FFF2-40B4-BE49-F238E27FC236}">
                <a16:creationId xmlns:a16="http://schemas.microsoft.com/office/drawing/2014/main" id="{306E7C31-5DE4-445D-8D4F-D08BB7CFF50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1A = 1000mA</a:t>
            </a:r>
          </a:p>
        </p:txBody>
      </p:sp>
      <p:sp>
        <p:nvSpPr>
          <p:cNvPr id="4" name="">
            <a:extLst xmlns:a="http://schemas.openxmlformats.org/drawingml/2006/main">
              <a:ext uri="{FF2B5EF4-FFF2-40B4-BE49-F238E27FC236}">
                <a16:creationId xmlns:a16="http://schemas.microsoft.com/office/drawing/2014/main" id="{FFE8053E-7E72-4DDB-AB0C-677D8F53CE2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0.010A = 10mA</a:t>
            </a:r>
          </a:p>
        </p:txBody>
      </p:sp>
      <p:sp>
        <p:nvSpPr>
          <p:cNvPr id="5" name="">
            <a:extLst xmlns:a="http://schemas.openxmlformats.org/drawingml/2006/main">
              <a:ext uri="{FF2B5EF4-FFF2-40B4-BE49-F238E27FC236}">
                <a16:creationId xmlns:a16="http://schemas.microsoft.com/office/drawing/2014/main" id="{7365A88F-7AED-4488-BCFA-B319C81F71B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418344763"/>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BB94D1E-D378-4CBA-9A1F-B1AB6C543CF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601B77B-7C0F-476D-B66E-79BBBCB0C21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저항 전류 계산 예제</a:t>
            </a:r>
          </a:p>
        </p:txBody>
      </p:sp>
      <p:sp>
        <p:nvSpPr>
          <p:cNvPr id="3" name="">
            <a:extLst xmlns:a="http://schemas.openxmlformats.org/drawingml/2006/main">
              <a:ext uri="{FF2B5EF4-FFF2-40B4-BE49-F238E27FC236}">
                <a16:creationId xmlns:a16="http://schemas.microsoft.com/office/drawing/2014/main" id="{66D4A65D-E3B4-4E49-AA58-F1FDA0788B54}"/>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voltage_v = 3.3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resistance_ohm = 330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resistance_ohm &lt;= 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raise ValueError("positive resistance only")</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current_a = voltage_v / resistance_ohm</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current_ma = current_a * 1000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print(round(current_ma, 2))</a:t>
            </a:r>
          </a:p>
        </p:txBody>
      </p:sp>
      <p:sp>
        <p:nvSpPr>
          <p:cNvPr id="4" name="">
            <a:extLst xmlns:a="http://schemas.openxmlformats.org/drawingml/2006/main">
              <a:ext uri="{FF2B5EF4-FFF2-40B4-BE49-F238E27FC236}">
                <a16:creationId xmlns:a16="http://schemas.microsoft.com/office/drawing/2014/main" id="{F6E60457-DB2B-4965-9645-A4C2690F9E5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235610240"/>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4D34DC-2E6F-4F3A-979A-10C964BBAB9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DC1D153-7247-4970-9379-40282911D83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DCF5ABC3-2285-4B63-90A5-A82CEDF5834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1~2행: 전압과 저항 값을 저장합니다.</a:t>
            </a:r>
          </a:p>
        </p:txBody>
      </p:sp>
      <p:sp>
        <p:nvSpPr>
          <p:cNvPr id="4" name="">
            <a:extLst xmlns:a="http://schemas.openxmlformats.org/drawingml/2006/main">
              <a:ext uri="{FF2B5EF4-FFF2-40B4-BE49-F238E27FC236}">
                <a16:creationId xmlns:a16="http://schemas.microsoft.com/office/drawing/2014/main" id="{EBBC2894-8ACE-45F1-955B-8626D3D9F7C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3~4행: 0 이하 저항을 거절합니다.</a:t>
            </a:r>
          </a:p>
        </p:txBody>
      </p:sp>
      <p:sp>
        <p:nvSpPr>
          <p:cNvPr id="5" name="">
            <a:extLst xmlns:a="http://schemas.openxmlformats.org/drawingml/2006/main">
              <a:ext uri="{FF2B5EF4-FFF2-40B4-BE49-F238E27FC236}">
                <a16:creationId xmlns:a16="http://schemas.microsoft.com/office/drawing/2014/main" id="{80F31C78-0EDE-4AD9-BE68-31B987FA70D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5~6행: A를 구하고 mA로 바꿉니다.</a:t>
            </a:r>
          </a:p>
        </p:txBody>
      </p:sp>
      <p:sp>
        <p:nvSpPr>
          <p:cNvPr id="6" name="">
            <a:extLst xmlns:a="http://schemas.openxmlformats.org/drawingml/2006/main">
              <a:ext uri="{FF2B5EF4-FFF2-40B4-BE49-F238E27FC236}">
                <a16:creationId xmlns:a16="http://schemas.microsoft.com/office/drawing/2014/main" id="{FE120027-2114-4D57-98A6-7F2B5CC8279D}"/>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7행: 반올림해 출력합니다.</a:t>
            </a:r>
          </a:p>
        </p:txBody>
      </p:sp>
      <p:sp>
        <p:nvSpPr>
          <p:cNvPr id="7" name="">
            <a:extLst xmlns:a="http://schemas.openxmlformats.org/drawingml/2006/main">
              <a:ext uri="{FF2B5EF4-FFF2-40B4-BE49-F238E27FC236}">
                <a16:creationId xmlns:a16="http://schemas.microsoft.com/office/drawing/2014/main" id="{B3332CAA-EC8E-4E3C-8DA3-E38052740AE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740417653"/>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CDB9E3-1FCD-4D40-A770-0DE1C52F557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C4A66DA-8902-4BBF-8643-DE7B3AC0D8E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07AED5AE-A1F7-49A8-BE72-133C7C23BB1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8C52EF55-EBB6-44D8-AECC-C4F6DA28597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work/ohm_trace.py</a:t>
            </a:r>
          </a:p>
        </p:txBody>
      </p:sp>
      <p:sp>
        <p:nvSpPr>
          <p:cNvPr id="5" name="">
            <a:extLst xmlns:a="http://schemas.openxmlformats.org/drawingml/2006/main">
              <a:ext uri="{FF2B5EF4-FFF2-40B4-BE49-F238E27FC236}">
                <a16:creationId xmlns:a16="http://schemas.microsoft.com/office/drawing/2014/main" id="{4E43D6FF-3E93-4FD2-B3D4-01930C92C2B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work/ohm_trace.py</a:t>
            </a:r>
          </a:p>
        </p:txBody>
      </p:sp>
      <p:sp>
        <p:nvSpPr>
          <p:cNvPr id="6" name="">
            <a:extLst xmlns:a="http://schemas.openxmlformats.org/drawingml/2006/main">
              <a:ext uri="{FF2B5EF4-FFF2-40B4-BE49-F238E27FC236}">
                <a16:creationId xmlns:a16="http://schemas.microsoft.com/office/drawing/2014/main" id="{0D0A97C9-F0BF-4897-A405-D2E3092446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947315764"/>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7CA860-F414-4500-AC26-8EFBE5536A0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B646E8A-0CF3-44EC-9D5A-B2993E1F36C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5F2A921C-E330-4D32-BDE1-6A253F8E867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3.3÷330 = 0.010A</a:t>
            </a:r>
          </a:p>
        </p:txBody>
      </p:sp>
      <p:sp>
        <p:nvSpPr>
          <p:cNvPr id="4" name="">
            <a:extLst xmlns:a="http://schemas.openxmlformats.org/drawingml/2006/main">
              <a:ext uri="{FF2B5EF4-FFF2-40B4-BE49-F238E27FC236}">
                <a16:creationId xmlns:a16="http://schemas.microsoft.com/office/drawing/2014/main" id="{17A577A9-FBE0-4222-958C-4C0A8AFD2B8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0.010×1000 = 10mA</a:t>
            </a:r>
          </a:p>
        </p:txBody>
      </p:sp>
      <p:sp>
        <p:nvSpPr>
          <p:cNvPr id="5" name="">
            <a:extLst xmlns:a="http://schemas.openxmlformats.org/drawingml/2006/main">
              <a:ext uri="{FF2B5EF4-FFF2-40B4-BE49-F238E27FC236}">
                <a16:creationId xmlns:a16="http://schemas.microsoft.com/office/drawing/2014/main" id="{AD2A77DE-BD0A-44CA-950E-9802083DBDD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출력: 10.0</a:t>
            </a:r>
          </a:p>
        </p:txBody>
      </p:sp>
      <p:sp>
        <p:nvSpPr>
          <p:cNvPr id="6" name="">
            <a:extLst xmlns:a="http://schemas.openxmlformats.org/drawingml/2006/main">
              <a:ext uri="{FF2B5EF4-FFF2-40B4-BE49-F238E27FC236}">
                <a16:creationId xmlns:a16="http://schemas.microsoft.com/office/drawing/2014/main" id="{A7CE32B9-6506-47C5-B28B-AC90B39F984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1075321512"/>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726367E-6EEF-4592-8778-540E5917662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D53B150-657D-4DFD-A2E1-3C4ABD58E0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A924E8BD-78C4-44D3-8AF6-F00F0FB52B9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저항 양단 5V · 저항 1000Ω</a:t>
            </a:r>
          </a:p>
        </p:txBody>
      </p:sp>
      <p:sp>
        <p:nvSpPr>
          <p:cNvPr id="4" name="">
            <a:extLst xmlns:a="http://schemas.openxmlformats.org/drawingml/2006/main">
              <a:ext uri="{FF2B5EF4-FFF2-40B4-BE49-F238E27FC236}">
                <a16:creationId xmlns:a16="http://schemas.microsoft.com/office/drawing/2014/main" id="{D95837C7-66CD-4919-9376-CE88050FF47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전류를 A와 mA로 계산하세요.</a:t>
            </a:r>
          </a:p>
        </p:txBody>
      </p:sp>
      <p:sp>
        <p:nvSpPr>
          <p:cNvPr id="5" name="">
            <a:extLst xmlns:a="http://schemas.openxmlformats.org/drawingml/2006/main">
              <a:ext uri="{FF2B5EF4-FFF2-40B4-BE49-F238E27FC236}">
                <a16:creationId xmlns:a16="http://schemas.microsoft.com/office/drawing/2014/main" id="{EF9038B9-A9EC-4259-9985-46886C46086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1806021729"/>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83EE57F-C560-423C-A580-FC5999C7832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CFDB3D1-D05E-416E-B418-875934FBD17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66384DD8-21BA-4921-853D-DE84BC5F088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0.005A = 5mA</a:t>
            </a:r>
          </a:p>
        </p:txBody>
      </p:sp>
      <p:sp>
        <p:nvSpPr>
          <p:cNvPr id="4" name="">
            <a:extLst xmlns:a="http://schemas.openxmlformats.org/drawingml/2006/main">
              <a:ext uri="{FF2B5EF4-FFF2-40B4-BE49-F238E27FC236}">
                <a16:creationId xmlns:a16="http://schemas.microsoft.com/office/drawing/2014/main" id="{EA96ABC8-63ED-4928-92EA-577F7B48039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단위 변환을 한 번 더 확인합니다.</a:t>
            </a:r>
          </a:p>
        </p:txBody>
      </p:sp>
      <p:sp>
        <p:nvSpPr>
          <p:cNvPr id="5" name="">
            <a:extLst xmlns:a="http://schemas.openxmlformats.org/drawingml/2006/main">
              <a:ext uri="{FF2B5EF4-FFF2-40B4-BE49-F238E27FC236}">
                <a16:creationId xmlns:a16="http://schemas.microsoft.com/office/drawing/2014/main" id="{0C9D73FF-02AE-4945-B491-6DD0D139BB5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5V GPIO 연결 승인을 뜻하지 않습니다.</a:t>
            </a:r>
          </a:p>
        </p:txBody>
      </p:sp>
      <p:sp>
        <p:nvSpPr>
          <p:cNvPr id="6" name="">
            <a:extLst xmlns:a="http://schemas.openxmlformats.org/drawingml/2006/main">
              <a:ext uri="{FF2B5EF4-FFF2-40B4-BE49-F238E27FC236}">
                <a16:creationId xmlns:a16="http://schemas.microsoft.com/office/drawing/2014/main" id="{EF39E410-C27B-4112-872A-041D1283B2D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955824834"/>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F01698-109F-47BA-8C0F-9010D1DD477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D9F9998-ED3E-42C6-8DCF-6F16367B044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3AB1FDD5-8BC8-4957-8FC0-C462E54F11B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저항을 660Ω으로 바꿉니다.</a:t>
            </a:r>
          </a:p>
        </p:txBody>
      </p:sp>
      <p:sp>
        <p:nvSpPr>
          <p:cNvPr id="4" name="">
            <a:extLst xmlns:a="http://schemas.openxmlformats.org/drawingml/2006/main">
              <a:ext uri="{FF2B5EF4-FFF2-40B4-BE49-F238E27FC236}">
                <a16:creationId xmlns:a16="http://schemas.microsoft.com/office/drawing/2014/main" id="{60714B4A-53BC-44A6-8E28-5140B854DC4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전류는 5mA가 됩니다.</a:t>
            </a:r>
          </a:p>
        </p:txBody>
      </p:sp>
      <p:sp>
        <p:nvSpPr>
          <p:cNvPr id="5" name="">
            <a:extLst xmlns:a="http://schemas.openxmlformats.org/drawingml/2006/main">
              <a:ext uri="{FF2B5EF4-FFF2-40B4-BE49-F238E27FC236}">
                <a16:creationId xmlns:a16="http://schemas.microsoft.com/office/drawing/2014/main" id="{F4098626-F6DB-4687-BF06-F2B345B5AD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1641854308"/>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9327B3E-7761-4074-857A-167ACA74610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2FDC3DD-F108-47BB-93F7-31F4B325734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C35DCE25-66D7-49DF-94F2-CEFCA276958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저항 0은 계산 입력 오류입니다.</a:t>
            </a:r>
          </a:p>
        </p:txBody>
      </p:sp>
      <p:sp>
        <p:nvSpPr>
          <p:cNvPr id="4" name="">
            <a:extLst xmlns:a="http://schemas.openxmlformats.org/drawingml/2006/main">
              <a:ext uri="{FF2B5EF4-FFF2-40B4-BE49-F238E27FC236}">
                <a16:creationId xmlns:a16="http://schemas.microsoft.com/office/drawing/2014/main" id="{3E837E90-DCA3-4883-A797-1B932CAC11F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실제 단락을 만들어 시험하지 않습니다.</a:t>
            </a:r>
          </a:p>
        </p:txBody>
      </p:sp>
      <p:sp>
        <p:nvSpPr>
          <p:cNvPr id="5" name="">
            <a:extLst xmlns:a="http://schemas.openxmlformats.org/drawingml/2006/main">
              <a:ext uri="{FF2B5EF4-FFF2-40B4-BE49-F238E27FC236}">
                <a16:creationId xmlns:a16="http://schemas.microsoft.com/office/drawing/2014/main" id="{B6C5C8F8-C558-470A-8C28-40695EF6371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656922875"/>
      </p:ext>
    </p:extLst>
  </p:cSld>
</p:sld>
</file>

<file path=ppt/slides/slide2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E214577-1680-437B-927A-EBCE3B3FB22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DA5B112-A0F2-4832-9650-3B2576A9BF0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E87A6A78-66A5-4454-89B5-8899F5BD782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전압·전류·저항의 단위를 말해 봅시다.</a:t>
            </a:r>
          </a:p>
        </p:txBody>
      </p:sp>
      <p:sp>
        <p:nvSpPr>
          <p:cNvPr id="4" name="">
            <a:extLst xmlns:a="http://schemas.openxmlformats.org/drawingml/2006/main">
              <a:ext uri="{FF2B5EF4-FFF2-40B4-BE49-F238E27FC236}">
                <a16:creationId xmlns:a16="http://schemas.microsoft.com/office/drawing/2014/main" id="{078F801B-0D28-4B24-AA88-EEBCBD50D5E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계산과 실물 측정의 차이도 설명합니다.</a:t>
            </a:r>
          </a:p>
        </p:txBody>
      </p:sp>
      <p:sp>
        <p:nvSpPr>
          <p:cNvPr id="5" name="">
            <a:extLst xmlns:a="http://schemas.openxmlformats.org/drawingml/2006/main">
              <a:ext uri="{FF2B5EF4-FFF2-40B4-BE49-F238E27FC236}">
                <a16:creationId xmlns:a16="http://schemas.microsoft.com/office/drawing/2014/main" id="{A2E47AFF-8F8A-4CE3-AF00-3E880EC8BEB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20</a:t>
            </a:r>
          </a:p>
        </p:txBody>
      </p:sp>
    </p:spTree>
    <p:extLst>
      <p:ext uri="{BB962C8B-B14F-4D97-AF65-F5344CB8AC3E}">
        <p14:creationId xmlns:p14="http://schemas.microsoft.com/office/powerpoint/2010/main" val="1223116571"/>
      </p:ext>
    </p:extLst>
  </p:cSld>
</p:sld>
</file>

<file path=ppt/slides/slide2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09C5CFE-7847-4E92-B471-8A6365D0827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7FC336DD-2332-4023-B248-8F910C25461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7D5CF811-1BDE-4038-A1C0-4B662D294E2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2.4V · 1200Ω</a:t>
            </a:r>
          </a:p>
        </p:txBody>
      </p:sp>
      <p:sp>
        <p:nvSpPr>
          <p:cNvPr id="4" name="">
            <a:extLst xmlns:a="http://schemas.openxmlformats.org/drawingml/2006/main">
              <a:ext uri="{FF2B5EF4-FFF2-40B4-BE49-F238E27FC236}">
                <a16:creationId xmlns:a16="http://schemas.microsoft.com/office/drawing/2014/main" id="{3F2CFA10-F60D-4521-AB24-DE9185B54FF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계산 전류와 돌아오는 길을 설명하세요.</a:t>
            </a:r>
          </a:p>
        </p:txBody>
      </p:sp>
      <p:sp>
        <p:nvSpPr>
          <p:cNvPr id="5" name="">
            <a:extLst xmlns:a="http://schemas.openxmlformats.org/drawingml/2006/main">
              <a:ext uri="{FF2B5EF4-FFF2-40B4-BE49-F238E27FC236}">
                <a16:creationId xmlns:a16="http://schemas.microsoft.com/office/drawing/2014/main" id="{79AFBB68-3ACD-4224-8B51-FB5C6A1AEFB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21</a:t>
            </a:r>
          </a:p>
        </p:txBody>
      </p:sp>
    </p:spTree>
    <p:extLst>
      <p:ext uri="{BB962C8B-B14F-4D97-AF65-F5344CB8AC3E}">
        <p14:creationId xmlns:p14="http://schemas.microsoft.com/office/powerpoint/2010/main" val="1307440707"/>
      </p:ext>
    </p:extLst>
  </p:cSld>
</p:sld>
</file>

<file path=ppt/slides/slide22.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D2B5FD-1824-4A3A-8595-22B2941B80C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59E3F020-347F-4F32-B821-5830475ACA44}"/>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 LED·보드·신호 전압</a:t>
            </a:r>
          </a:p>
        </p:txBody>
      </p:sp>
      <p:sp>
        <p:nvSpPr>
          <p:cNvPr id="3" name="">
            <a:extLst xmlns:a="http://schemas.openxmlformats.org/drawingml/2006/main">
              <a:ext uri="{FF2B5EF4-FFF2-40B4-BE49-F238E27FC236}">
                <a16:creationId xmlns:a16="http://schemas.microsoft.com/office/drawing/2014/main" id="{4786DBA5-1A4F-4079-8B0F-AC2C086D9387}"/>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11:00~11:50 · 50분</a:t>
            </a:r>
          </a:p>
        </p:txBody>
      </p:sp>
      <p:sp>
        <p:nvSpPr>
          <p:cNvPr id="4" name="">
            <a:extLst xmlns:a="http://schemas.openxmlformats.org/drawingml/2006/main">
              <a:ext uri="{FF2B5EF4-FFF2-40B4-BE49-F238E27FC236}">
                <a16:creationId xmlns:a16="http://schemas.microsoft.com/office/drawing/2014/main" id="{54147874-E898-4263-AA69-D57840656D4B}"/>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A04 · A05 · A06</a:t>
            </a:r>
          </a:p>
        </p:txBody>
      </p:sp>
      <p:sp>
        <p:nvSpPr>
          <p:cNvPr id="5" name="">
            <a:extLst xmlns:a="http://schemas.openxmlformats.org/drawingml/2006/main">
              <a:ext uri="{FF2B5EF4-FFF2-40B4-BE49-F238E27FC236}">
                <a16:creationId xmlns:a16="http://schemas.microsoft.com/office/drawing/2014/main" id="{B37B06BD-0151-4471-A23C-370BDB012CF3}"/>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2027AAA6-E938-42D4-918C-BBCF4EEF91A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22</a:t>
            </a:r>
          </a:p>
        </p:txBody>
      </p:sp>
    </p:spTree>
    <p:extLst>
      <p:ext uri="{BB962C8B-B14F-4D97-AF65-F5344CB8AC3E}">
        <p14:creationId xmlns:p14="http://schemas.microsoft.com/office/powerpoint/2010/main" val="499435825"/>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8DF803F-8789-4349-99FF-AD8A7B21526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5DD3005C-6D4E-474E-929E-5D74B9F07A3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LED의 방향과 전압 강하</a:t>
            </a:r>
          </a:p>
        </p:txBody>
      </p:sp>
      <p:sp>
        <p:nvSpPr>
          <p:cNvPr id="3" name="">
            <a:extLst xmlns:a="http://schemas.openxmlformats.org/drawingml/2006/main">
              <a:ext uri="{FF2B5EF4-FFF2-40B4-BE49-F238E27FC236}">
                <a16:creationId xmlns:a16="http://schemas.microsoft.com/office/drawing/2014/main" id="{EE3ED836-EE0B-4874-AF6E-FE33B435D9A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빛을 내는 다이오드입니다.</a:t>
            </a:r>
          </a:p>
        </p:txBody>
      </p:sp>
      <p:sp>
        <p:nvSpPr>
          <p:cNvPr id="4" name="">
            <a:extLst xmlns:a="http://schemas.openxmlformats.org/drawingml/2006/main">
              <a:ext uri="{FF2B5EF4-FFF2-40B4-BE49-F238E27FC236}">
                <a16:creationId xmlns:a16="http://schemas.microsoft.com/office/drawing/2014/main" id="{B2343C19-678F-4856-9424-9ED0BED81A7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고정 저항처럼 계산하지 않습니다.</a:t>
            </a:r>
          </a:p>
        </p:txBody>
      </p:sp>
      <p:sp>
        <p:nvSpPr>
          <p:cNvPr id="5" name="">
            <a:extLst xmlns:a="http://schemas.openxmlformats.org/drawingml/2006/main">
              <a:ext uri="{FF2B5EF4-FFF2-40B4-BE49-F238E27FC236}">
                <a16:creationId xmlns:a16="http://schemas.microsoft.com/office/drawing/2014/main" id="{1AFB3366-64D8-41B1-8687-692C814EE6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1667076966"/>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19B077A-D963-40CA-9F62-5466E58BE85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4D029CE-832A-4C98-BD23-3142C8EB6F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직렬 저항의 역할</a:t>
            </a:r>
          </a:p>
        </p:txBody>
      </p:sp>
      <p:sp>
        <p:nvSpPr>
          <p:cNvPr id="3" name="">
            <a:extLst xmlns:a="http://schemas.openxmlformats.org/drawingml/2006/main">
              <a:ext uri="{FF2B5EF4-FFF2-40B4-BE49-F238E27FC236}">
                <a16:creationId xmlns:a16="http://schemas.microsoft.com/office/drawing/2014/main" id="{4B5AB0A7-8706-43E0-80D3-143DE0B4BE1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가지의 전류는 같습니다.</a:t>
            </a:r>
          </a:p>
        </p:txBody>
      </p:sp>
      <p:sp>
        <p:nvSpPr>
          <p:cNvPr id="4" name="">
            <a:extLst xmlns:a="http://schemas.openxmlformats.org/drawingml/2006/main">
              <a:ext uri="{FF2B5EF4-FFF2-40B4-BE49-F238E27FC236}">
                <a16:creationId xmlns:a16="http://schemas.microsoft.com/office/drawing/2014/main" id="{B7DD417C-A0AF-4D56-89F7-8EB9AB013F6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공급 전압과 LED 강하를 구분합니다.</a:t>
            </a:r>
          </a:p>
        </p:txBody>
      </p:sp>
      <p:sp>
        <p:nvSpPr>
          <p:cNvPr id="5" name="">
            <a:extLst xmlns:a="http://schemas.openxmlformats.org/drawingml/2006/main">
              <a:ext uri="{FF2B5EF4-FFF2-40B4-BE49-F238E27FC236}">
                <a16:creationId xmlns:a16="http://schemas.microsoft.com/office/drawing/2014/main" id="{F0423685-B330-491F-B00E-A9DB77D81A3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1425566036"/>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1AF057C-1BBF-40BE-BF7B-B45644846B7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5E329EE1-F190-4B3A-831C-6101ACA340E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저항 양단 전압 1.3V</a:t>
            </a:r>
          </a:p>
        </p:txBody>
      </p:sp>
      <p:sp>
        <p:nvSpPr>
          <p:cNvPr id="3" name="">
            <a:extLst xmlns:a="http://schemas.openxmlformats.org/drawingml/2006/main">
              <a:ext uri="{FF2B5EF4-FFF2-40B4-BE49-F238E27FC236}">
                <a16:creationId xmlns:a16="http://schemas.microsoft.com/office/drawing/2014/main" id="{848AD920-11BC-49CD-A7C1-6E0E55D57F9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계산 가정: 공급 3.3V · LED 강하 2.0V</a:t>
            </a:r>
          </a:p>
        </p:txBody>
      </p:sp>
      <p:sp>
        <p:nvSpPr>
          <p:cNvPr id="4" name="">
            <a:extLst xmlns:a="http://schemas.openxmlformats.org/drawingml/2006/main">
              <a:ext uri="{FF2B5EF4-FFF2-40B4-BE49-F238E27FC236}">
                <a16:creationId xmlns:a16="http://schemas.microsoft.com/office/drawing/2014/main" id="{297F608C-797C-4A8A-899A-7093A0CE871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저항 전압 = 3.3−2.0 = 1.3V</a:t>
            </a:r>
          </a:p>
        </p:txBody>
      </p:sp>
      <p:sp>
        <p:nvSpPr>
          <p:cNvPr id="5" name="">
            <a:extLst xmlns:a="http://schemas.openxmlformats.org/drawingml/2006/main">
              <a:ext uri="{FF2B5EF4-FFF2-40B4-BE49-F238E27FC236}">
                <a16:creationId xmlns:a16="http://schemas.microsoft.com/office/drawing/2014/main" id="{5B1ACECA-8360-4923-A172-F5FC3FA8E0E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1327946224"/>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70CC901-2C1D-4084-ACBC-A67EA4EDF4D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4366B9B-6FCA-4623-9CC9-AB48275B760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칩·모듈·개발 보드</a:t>
            </a:r>
          </a:p>
        </p:txBody>
      </p:sp>
      <p:sp>
        <p:nvSpPr>
          <p:cNvPr id="3" name="">
            <a:extLst xmlns:a="http://schemas.openxmlformats.org/drawingml/2006/main">
              <a:ext uri="{FF2B5EF4-FFF2-40B4-BE49-F238E27FC236}">
                <a16:creationId xmlns:a16="http://schemas.microsoft.com/office/drawing/2014/main" id="{54C92C76-3EE7-45E1-87F1-E26AB399F45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칩: 계산과 입출력</a:t>
            </a:r>
          </a:p>
        </p:txBody>
      </p:sp>
      <p:sp>
        <p:nvSpPr>
          <p:cNvPr id="4" name="">
            <a:extLst xmlns:a="http://schemas.openxmlformats.org/drawingml/2006/main">
              <a:ext uri="{FF2B5EF4-FFF2-40B4-BE49-F238E27FC236}">
                <a16:creationId xmlns:a16="http://schemas.microsoft.com/office/drawing/2014/main" id="{9EA6DA81-6C80-4EEE-8C29-22F6E85AC40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모듈: 주변 부품 묶음 · 보드: 개발 연결판</a:t>
            </a:r>
          </a:p>
        </p:txBody>
      </p:sp>
      <p:sp>
        <p:nvSpPr>
          <p:cNvPr id="5" name="">
            <a:extLst xmlns:a="http://schemas.openxmlformats.org/drawingml/2006/main">
              <a:ext uri="{FF2B5EF4-FFF2-40B4-BE49-F238E27FC236}">
                <a16:creationId xmlns:a16="http://schemas.microsoft.com/office/drawing/2014/main" id="{FDBFEAB0-14C6-4B1F-ABB8-48E84EDBBC6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730981472"/>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92D0B6E-0D16-4082-8382-DCC1E8EC854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78BE407-AC33-4F72-9380-A14FDDA93B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GPIO와 논리 수준</a:t>
            </a:r>
          </a:p>
        </p:txBody>
      </p:sp>
      <p:sp>
        <p:nvSpPr>
          <p:cNvPr id="3" name="">
            <a:extLst xmlns:a="http://schemas.openxmlformats.org/drawingml/2006/main">
              <a:ext uri="{FF2B5EF4-FFF2-40B4-BE49-F238E27FC236}">
                <a16:creationId xmlns:a16="http://schemas.microsoft.com/office/drawing/2014/main" id="{06501E36-A595-4432-BF02-E616F99ECEE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프로그램으로 디지털 신호를 읽고 출력합니다.</a:t>
            </a:r>
          </a:p>
        </p:txBody>
      </p:sp>
      <p:sp>
        <p:nvSpPr>
          <p:cNvPr id="4" name="">
            <a:extLst xmlns:a="http://schemas.openxmlformats.org/drawingml/2006/main">
              <a:ext uri="{FF2B5EF4-FFF2-40B4-BE49-F238E27FC236}">
                <a16:creationId xmlns:a16="http://schemas.microsoft.com/office/drawing/2014/main" id="{969DE2E2-E4AE-4BF7-A896-F0610E03820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HIGH는 약속한 논리 수준입니다.</a:t>
            </a:r>
          </a:p>
        </p:txBody>
      </p:sp>
      <p:sp>
        <p:nvSpPr>
          <p:cNvPr id="5" name="">
            <a:extLst xmlns:a="http://schemas.openxmlformats.org/drawingml/2006/main">
              <a:ext uri="{FF2B5EF4-FFF2-40B4-BE49-F238E27FC236}">
                <a16:creationId xmlns:a16="http://schemas.microsoft.com/office/drawing/2014/main" id="{2ACDC5CD-EA7E-464F-B315-F39CB119D65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1128202830"/>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4EA7E41-09A8-49DE-832A-157F4466924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47E83F09-1A48-40D8-A374-A7A7B523A5C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전원 입력과 신호 정격</a:t>
            </a:r>
          </a:p>
        </p:txBody>
      </p:sp>
      <p:sp>
        <p:nvSpPr>
          <p:cNvPr id="3" name="">
            <a:extLst xmlns:a="http://schemas.openxmlformats.org/drawingml/2006/main">
              <a:ext uri="{FF2B5EF4-FFF2-40B4-BE49-F238E27FC236}">
                <a16:creationId xmlns:a16="http://schemas.microsoft.com/office/drawing/2014/main" id="{73A1DB47-1456-4873-A1CF-63396E76FA8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보드 전원 단자만 보고 신호 전압을 정하지 않습니다.</a:t>
            </a:r>
          </a:p>
        </p:txBody>
      </p:sp>
      <p:sp>
        <p:nvSpPr>
          <p:cNvPr id="4" name="">
            <a:extLst xmlns:a="http://schemas.openxmlformats.org/drawingml/2006/main">
              <a:ext uri="{FF2B5EF4-FFF2-40B4-BE49-F238E27FC236}">
                <a16:creationId xmlns:a16="http://schemas.microsoft.com/office/drawing/2014/main" id="{B711FBE6-6BEB-425F-BAAE-F097AED6C46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정확한 보드·핀 문서가 필요합니다.</a:t>
            </a:r>
          </a:p>
        </p:txBody>
      </p:sp>
      <p:sp>
        <p:nvSpPr>
          <p:cNvPr id="5" name="">
            <a:extLst xmlns:a="http://schemas.openxmlformats.org/drawingml/2006/main">
              <a:ext uri="{FF2B5EF4-FFF2-40B4-BE49-F238E27FC236}">
                <a16:creationId xmlns:a16="http://schemas.microsoft.com/office/drawing/2014/main" id="{92BA229D-95C2-42CC-8043-541153CBBF8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642981021"/>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58A6BB-499F-4DB4-B66B-C3FAB996A3B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31D01D9-8C8A-4C72-8339-791BB447C74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LED 전류 계산 예제</a:t>
            </a:r>
          </a:p>
        </p:txBody>
      </p:sp>
      <p:sp>
        <p:nvSpPr>
          <p:cNvPr id="3" name="">
            <a:extLst xmlns:a="http://schemas.openxmlformats.org/drawingml/2006/main">
              <a:ext uri="{FF2B5EF4-FFF2-40B4-BE49-F238E27FC236}">
                <a16:creationId xmlns:a16="http://schemas.microsoft.com/office/drawing/2014/main" id="{4F042E24-4205-4EDD-9F44-273B038384C4}"/>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supply_v = 3.3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led_v = 2.0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resistance_ohm = 330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resistance_ohm &lt;= 0 or supply_v &lt; led_v:</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raise ValueError("check assumptions")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current_ma = (supply_v - led_v) / resistance_ohm * 1000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print(round(current_ma, 2))</a:t>
            </a:r>
          </a:p>
        </p:txBody>
      </p:sp>
      <p:sp>
        <p:nvSpPr>
          <p:cNvPr id="4" name="">
            <a:extLst xmlns:a="http://schemas.openxmlformats.org/drawingml/2006/main">
              <a:ext uri="{FF2B5EF4-FFF2-40B4-BE49-F238E27FC236}">
                <a16:creationId xmlns:a16="http://schemas.microsoft.com/office/drawing/2014/main" id="{1D577A78-160A-427C-AC84-E7A7C8CAF3C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171284446"/>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CCF6B3-C99C-43CA-8879-BE453817080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A19CCCFD-55D8-4FC3-8E93-C018C3C3547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D4352D50-A938-4937-BB39-2CB1C925A41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공급·LED 강하·저항을 정합니다.</a:t>
            </a:r>
          </a:p>
        </p:txBody>
      </p:sp>
      <p:sp>
        <p:nvSpPr>
          <p:cNvPr id="4" name="">
            <a:extLst xmlns:a="http://schemas.openxmlformats.org/drawingml/2006/main">
              <a:ext uri="{FF2B5EF4-FFF2-40B4-BE49-F238E27FC236}">
                <a16:creationId xmlns:a16="http://schemas.microsoft.com/office/drawing/2014/main" id="{961E68D5-EC96-4918-9CC8-A9754005B16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4~5행: 계산 가정을 검사합니다.</a:t>
            </a:r>
          </a:p>
        </p:txBody>
      </p:sp>
      <p:sp>
        <p:nvSpPr>
          <p:cNvPr id="5" name="">
            <a:extLst xmlns:a="http://schemas.openxmlformats.org/drawingml/2006/main">
              <a:ext uri="{FF2B5EF4-FFF2-40B4-BE49-F238E27FC236}">
                <a16:creationId xmlns:a16="http://schemas.microsoft.com/office/drawing/2014/main" id="{68E78038-B674-468B-AC52-43581DA67A4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6행: 저항 전압으로 전류를 구합니다.</a:t>
            </a:r>
          </a:p>
        </p:txBody>
      </p:sp>
      <p:sp>
        <p:nvSpPr>
          <p:cNvPr id="6" name="">
            <a:extLst xmlns:a="http://schemas.openxmlformats.org/drawingml/2006/main">
              <a:ext uri="{FF2B5EF4-FFF2-40B4-BE49-F238E27FC236}">
                <a16:creationId xmlns:a16="http://schemas.microsoft.com/office/drawing/2014/main" id="{CCBF2118-5161-41FC-A9E0-5A99A0FDDFC7}"/>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7행: mA를 출력합니다.</a:t>
            </a:r>
          </a:p>
        </p:txBody>
      </p:sp>
      <p:sp>
        <p:nvSpPr>
          <p:cNvPr id="7" name="">
            <a:extLst xmlns:a="http://schemas.openxmlformats.org/drawingml/2006/main">
              <a:ext uri="{FF2B5EF4-FFF2-40B4-BE49-F238E27FC236}">
                <a16:creationId xmlns:a16="http://schemas.microsoft.com/office/drawing/2014/main" id="{154E1A1B-38C4-4BF6-86AA-6581AC994A4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447350381"/>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5C3092-7DD3-42E5-BBA2-D73F3AD91CC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2072688-7518-42A9-BC63-E9A61929EF3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61D79E59-47EB-4BB5-866A-35765AB20C3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92B91F47-F18F-4EEF-AE41-B04CD44E7D5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work/05_led_calculation.py</a:t>
            </a:r>
          </a:p>
        </p:txBody>
      </p:sp>
      <p:sp>
        <p:nvSpPr>
          <p:cNvPr id="5" name="">
            <a:extLst xmlns:a="http://schemas.openxmlformats.org/drawingml/2006/main">
              <a:ext uri="{FF2B5EF4-FFF2-40B4-BE49-F238E27FC236}">
                <a16:creationId xmlns:a16="http://schemas.microsoft.com/office/drawing/2014/main" id="{6E90834A-A5C6-4066-846E-D38C05DCA65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work/05_led_calculation.py</a:t>
            </a:r>
          </a:p>
        </p:txBody>
      </p:sp>
      <p:sp>
        <p:nvSpPr>
          <p:cNvPr id="6" name="">
            <a:extLst xmlns:a="http://schemas.openxmlformats.org/drawingml/2006/main">
              <a:ext uri="{FF2B5EF4-FFF2-40B4-BE49-F238E27FC236}">
                <a16:creationId xmlns:a16="http://schemas.microsoft.com/office/drawing/2014/main" id="{9D7DA8DE-BA36-41CA-AE2C-849AB3A9739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344172296"/>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01CD09-5A3B-4008-8E9F-36CD8AF1424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C32A9F5-C1B6-417B-A57B-9C4047AD039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007CC741-50AA-4350-9D85-C3D3CE854E8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(3.3−2.0)÷330×1000</a:t>
            </a:r>
          </a:p>
        </p:txBody>
      </p:sp>
      <p:sp>
        <p:nvSpPr>
          <p:cNvPr id="4" name="">
            <a:extLst xmlns:a="http://schemas.openxmlformats.org/drawingml/2006/main">
              <a:ext uri="{FF2B5EF4-FFF2-40B4-BE49-F238E27FC236}">
                <a16:creationId xmlns:a16="http://schemas.microsoft.com/office/drawing/2014/main" id="{69F49F40-6620-470B-BA10-CBC8100E111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가정 전류: 3.94mA</a:t>
            </a:r>
          </a:p>
        </p:txBody>
      </p:sp>
      <p:sp>
        <p:nvSpPr>
          <p:cNvPr id="5" name="">
            <a:extLst xmlns:a="http://schemas.openxmlformats.org/drawingml/2006/main">
              <a:ext uri="{FF2B5EF4-FFF2-40B4-BE49-F238E27FC236}">
                <a16:creationId xmlns:a16="http://schemas.microsoft.com/office/drawing/2014/main" id="{EED5D121-BD51-4FFA-8E13-D95D36A749A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저항만 연결한 10mA와 다릅니다.</a:t>
            </a:r>
          </a:p>
        </p:txBody>
      </p:sp>
      <p:sp>
        <p:nvSpPr>
          <p:cNvPr id="6" name="">
            <a:extLst xmlns:a="http://schemas.openxmlformats.org/drawingml/2006/main">
              <a:ext uri="{FF2B5EF4-FFF2-40B4-BE49-F238E27FC236}">
                <a16:creationId xmlns:a16="http://schemas.microsoft.com/office/drawing/2014/main" id="{8BFDB71A-6079-4E85-A168-9B75B9623A0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946031212"/>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B03C045-AD41-41F3-A273-9099CA89B08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E1D5C2E4-F015-40B7-9173-BD89D50AE55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CA80C830-6350-42C8-A1CC-A8BE10F8A2A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공급 3.3V · LED 가정 1.8V · 저항 500Ω</a:t>
            </a:r>
          </a:p>
        </p:txBody>
      </p:sp>
      <p:sp>
        <p:nvSpPr>
          <p:cNvPr id="4" name="">
            <a:extLst xmlns:a="http://schemas.openxmlformats.org/drawingml/2006/main">
              <a:ext uri="{FF2B5EF4-FFF2-40B4-BE49-F238E27FC236}">
                <a16:creationId xmlns:a16="http://schemas.microsoft.com/office/drawing/2014/main" id="{08053AB7-A005-4EED-8417-7B603419451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계산 전류와 GPIO 연결 조건을 쓰세요.</a:t>
            </a:r>
          </a:p>
        </p:txBody>
      </p:sp>
      <p:sp>
        <p:nvSpPr>
          <p:cNvPr id="5" name="">
            <a:extLst xmlns:a="http://schemas.openxmlformats.org/drawingml/2006/main">
              <a:ext uri="{FF2B5EF4-FFF2-40B4-BE49-F238E27FC236}">
                <a16:creationId xmlns:a16="http://schemas.microsoft.com/office/drawing/2014/main" id="{C379C95C-8437-4745-B09D-9C3E20F6104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722142735"/>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A175FB-D670-4423-8A93-E8353717E17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E445790-08F1-4FB7-9BE0-405ACE67956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2B9424AD-1D5F-4A10-922F-FC03B00D383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저항 전압: 1.5V</a:t>
            </a:r>
          </a:p>
        </p:txBody>
      </p:sp>
      <p:sp>
        <p:nvSpPr>
          <p:cNvPr id="4" name="">
            <a:extLst xmlns:a="http://schemas.openxmlformats.org/drawingml/2006/main">
              <a:ext uri="{FF2B5EF4-FFF2-40B4-BE49-F238E27FC236}">
                <a16:creationId xmlns:a16="http://schemas.microsoft.com/office/drawing/2014/main" id="{C20CCCFE-BB79-404C-99BE-2838757EB4A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전류: 3mA</a:t>
            </a:r>
          </a:p>
        </p:txBody>
      </p:sp>
      <p:sp>
        <p:nvSpPr>
          <p:cNvPr id="5" name="">
            <a:extLst xmlns:a="http://schemas.openxmlformats.org/drawingml/2006/main">
              <a:ext uri="{FF2B5EF4-FFF2-40B4-BE49-F238E27FC236}">
                <a16:creationId xmlns:a16="http://schemas.microsoft.com/office/drawing/2014/main" id="{CDA1A94F-13C7-4E13-B788-E777C79D9D5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연결 허용은 보드와 부품 문서로 따로 확인합니다.</a:t>
            </a:r>
          </a:p>
        </p:txBody>
      </p:sp>
      <p:sp>
        <p:nvSpPr>
          <p:cNvPr id="6" name="">
            <a:extLst xmlns:a="http://schemas.openxmlformats.org/drawingml/2006/main">
              <a:ext uri="{FF2B5EF4-FFF2-40B4-BE49-F238E27FC236}">
                <a16:creationId xmlns:a16="http://schemas.microsoft.com/office/drawing/2014/main" id="{96E2555B-2F13-423B-8A92-3D5959E46B6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803840888"/>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BAB1772-1226-488F-BAB8-8C1034A6AB8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E37F2C1-5FC9-40C6-9A1C-02A6C8F3D17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7712C9C7-6CD3-4AB0-80AC-04740BF925D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저항을 660Ω으로 바꿉니다.</a:t>
            </a:r>
          </a:p>
        </p:txBody>
      </p:sp>
      <p:sp>
        <p:nvSpPr>
          <p:cNvPr id="4" name="">
            <a:extLst xmlns:a="http://schemas.openxmlformats.org/drawingml/2006/main">
              <a:ext uri="{FF2B5EF4-FFF2-40B4-BE49-F238E27FC236}">
                <a16:creationId xmlns:a16="http://schemas.microsoft.com/office/drawing/2014/main" id="{499E50E5-194B-489C-B931-FE8910DFF63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계산 전류는 약 1.97mA입니다.</a:t>
            </a:r>
          </a:p>
        </p:txBody>
      </p:sp>
      <p:sp>
        <p:nvSpPr>
          <p:cNvPr id="5" name="">
            <a:extLst xmlns:a="http://schemas.openxmlformats.org/drawingml/2006/main">
              <a:ext uri="{FF2B5EF4-FFF2-40B4-BE49-F238E27FC236}">
                <a16:creationId xmlns:a16="http://schemas.microsoft.com/office/drawing/2014/main" id="{EE0DA339-5147-4E9C-BC18-C934964B965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1646799820"/>
      </p:ext>
    </p:extLst>
  </p:cSld>
</p:sld>
</file>

<file path=ppt/slides/slide3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EF20DD5-BD6C-4673-AA2B-4A92E2BB62F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7E98B239-13A5-4CFA-A802-5219CC5567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B10E1739-FC2A-48CF-8BB0-92F1D1FF01C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저항 없이 LED를 바로 연결하지 않습니다.</a:t>
            </a:r>
          </a:p>
        </p:txBody>
      </p:sp>
      <p:sp>
        <p:nvSpPr>
          <p:cNvPr id="4" name="">
            <a:extLst xmlns:a="http://schemas.openxmlformats.org/drawingml/2006/main">
              <a:ext uri="{FF2B5EF4-FFF2-40B4-BE49-F238E27FC236}">
                <a16:creationId xmlns:a16="http://schemas.microsoft.com/office/drawing/2014/main" id="{9923EC87-1698-461E-A44E-BEF28A61506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모델·극성·정격이 미확정이면 배선은 보류합니다.</a:t>
            </a:r>
          </a:p>
        </p:txBody>
      </p:sp>
      <p:sp>
        <p:nvSpPr>
          <p:cNvPr id="5" name="">
            <a:extLst xmlns:a="http://schemas.openxmlformats.org/drawingml/2006/main">
              <a:ext uri="{FF2B5EF4-FFF2-40B4-BE49-F238E27FC236}">
                <a16:creationId xmlns:a16="http://schemas.microsoft.com/office/drawing/2014/main" id="{2C9711D6-5980-4072-8609-6651C445ED7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36</a:t>
            </a:r>
          </a:p>
        </p:txBody>
      </p:sp>
    </p:spTree>
    <p:extLst>
      <p:ext uri="{BB962C8B-B14F-4D97-AF65-F5344CB8AC3E}">
        <p14:creationId xmlns:p14="http://schemas.microsoft.com/office/powerpoint/2010/main" val="2091291233"/>
      </p:ext>
    </p:extLst>
  </p:cSld>
</p:sld>
</file>

<file path=ppt/slides/slide3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41825B-8AF3-465C-B226-C7133ED3EAC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37C0705-F103-4D70-B04F-0A53CD8A3FE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6C036328-322C-4E77-A683-27689D24139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LED의 2.0V는 무엇을 뜻하나요?</a:t>
            </a:r>
          </a:p>
        </p:txBody>
      </p:sp>
      <p:sp>
        <p:nvSpPr>
          <p:cNvPr id="4" name="">
            <a:extLst xmlns:a="http://schemas.openxmlformats.org/drawingml/2006/main">
              <a:ext uri="{FF2B5EF4-FFF2-40B4-BE49-F238E27FC236}">
                <a16:creationId xmlns:a16="http://schemas.microsoft.com/office/drawing/2014/main" id="{B4F4A84D-E66A-4F22-8626-7F98AFF2100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가정 계산이 연결 승인은 아닌 이유를 설명합니다.</a:t>
            </a:r>
          </a:p>
        </p:txBody>
      </p:sp>
      <p:sp>
        <p:nvSpPr>
          <p:cNvPr id="5" name="">
            <a:extLst xmlns:a="http://schemas.openxmlformats.org/drawingml/2006/main">
              <a:ext uri="{FF2B5EF4-FFF2-40B4-BE49-F238E27FC236}">
                <a16:creationId xmlns:a16="http://schemas.microsoft.com/office/drawing/2014/main" id="{CC21E798-5E3F-452C-9A15-00291225A24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37</a:t>
            </a:r>
          </a:p>
        </p:txBody>
      </p:sp>
    </p:spTree>
    <p:extLst>
      <p:ext uri="{BB962C8B-B14F-4D97-AF65-F5344CB8AC3E}">
        <p14:creationId xmlns:p14="http://schemas.microsoft.com/office/powerpoint/2010/main" val="1375201694"/>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1C62B0-B4D8-4171-BFBD-CA9AAAFDCAA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CC67EC0-1668-4C25-B14B-409AE0612FA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B9CD2970-73B9-476E-8C33-E07B3F02E84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목표 전류 5mA 가정</a:t>
            </a:r>
          </a:p>
        </p:txBody>
      </p:sp>
      <p:sp>
        <p:nvSpPr>
          <p:cNvPr id="4" name="">
            <a:extLst xmlns:a="http://schemas.openxmlformats.org/drawingml/2006/main">
              <a:ext uri="{FF2B5EF4-FFF2-40B4-BE49-F238E27FC236}">
                <a16:creationId xmlns:a16="http://schemas.microsoft.com/office/drawing/2014/main" id="{D8578DE5-90BE-44BE-8B92-6A114B5F93B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이상적 저항 260Ω과 실제 선택을 구분하세요.</a:t>
            </a:r>
          </a:p>
        </p:txBody>
      </p:sp>
      <p:sp>
        <p:nvSpPr>
          <p:cNvPr id="5" name="">
            <a:extLst xmlns:a="http://schemas.openxmlformats.org/drawingml/2006/main">
              <a:ext uri="{FF2B5EF4-FFF2-40B4-BE49-F238E27FC236}">
                <a16:creationId xmlns:a16="http://schemas.microsoft.com/office/drawing/2014/main" id="{A59844C6-57A9-4D26-89BD-B2A0F150E83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702104328"/>
      </p:ext>
    </p:extLst>
  </p:cSld>
</p:sld>
</file>

<file path=ppt/slides/slide39.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DD8760-E04C-4BDC-B1FF-9D899406550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0C2B9BC-157C-4D10-98A3-CF76F56BD7DA}"/>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 신호에서 숫자와 기록으로</a:t>
            </a:r>
          </a:p>
        </p:txBody>
      </p:sp>
      <p:sp>
        <p:nvSpPr>
          <p:cNvPr id="3" name="">
            <a:extLst xmlns:a="http://schemas.openxmlformats.org/drawingml/2006/main">
              <a:ext uri="{FF2B5EF4-FFF2-40B4-BE49-F238E27FC236}">
                <a16:creationId xmlns:a16="http://schemas.microsoft.com/office/drawing/2014/main" id="{ACB27BBD-4855-47F4-8006-AACD8CAAF75F}"/>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13:00~13:50 · 50분</a:t>
            </a:r>
          </a:p>
        </p:txBody>
      </p:sp>
      <p:sp>
        <p:nvSpPr>
          <p:cNvPr id="4" name="">
            <a:extLst xmlns:a="http://schemas.openxmlformats.org/drawingml/2006/main">
              <a:ext uri="{FF2B5EF4-FFF2-40B4-BE49-F238E27FC236}">
                <a16:creationId xmlns:a16="http://schemas.microsoft.com/office/drawing/2014/main" id="{BC80DB8B-F11C-4446-BD4B-00E97AD32D8B}"/>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A07 · A08 · A09</a:t>
            </a:r>
          </a:p>
        </p:txBody>
      </p:sp>
      <p:sp>
        <p:nvSpPr>
          <p:cNvPr id="5" name="">
            <a:extLst xmlns:a="http://schemas.openxmlformats.org/drawingml/2006/main">
              <a:ext uri="{FF2B5EF4-FFF2-40B4-BE49-F238E27FC236}">
                <a16:creationId xmlns:a16="http://schemas.microsoft.com/office/drawing/2014/main" id="{1F263DF0-43C4-473B-8A44-8E6F85E95C85}"/>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62604FE1-F8E8-40BD-84FC-5A0462D7ECE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39</a:t>
            </a:r>
          </a:p>
        </p:txBody>
      </p:sp>
    </p:spTree>
    <p:extLst>
      <p:ext uri="{BB962C8B-B14F-4D97-AF65-F5344CB8AC3E}">
        <p14:creationId xmlns:p14="http://schemas.microsoft.com/office/powerpoint/2010/main" val="1177611643"/>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20FE50F-49D0-4B68-82ED-FB977C188EE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F7311EBD-6A6E-4FB8-A280-27233793502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아날로그 신호와 ADC</a:t>
            </a:r>
          </a:p>
        </p:txBody>
      </p:sp>
      <p:sp>
        <p:nvSpPr>
          <p:cNvPr id="3" name="">
            <a:extLst xmlns:a="http://schemas.openxmlformats.org/drawingml/2006/main">
              <a:ext uri="{FF2B5EF4-FFF2-40B4-BE49-F238E27FC236}">
                <a16:creationId xmlns:a16="http://schemas.microsoft.com/office/drawing/2014/main" id="{1A8F3592-3102-449B-A7E6-DFABCE6DAC7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전압이 연속적으로 바뀔 수 있습니다.</a:t>
            </a:r>
          </a:p>
        </p:txBody>
      </p:sp>
      <p:sp>
        <p:nvSpPr>
          <p:cNvPr id="4" name="">
            <a:extLst xmlns:a="http://schemas.openxmlformats.org/drawingml/2006/main">
              <a:ext uri="{FF2B5EF4-FFF2-40B4-BE49-F238E27FC236}">
                <a16:creationId xmlns:a16="http://schemas.microsoft.com/office/drawing/2014/main" id="{D46482B2-B751-4102-86A2-4A44905E0E0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ADC가 제한된 숫자 단계로 바꿉니다.</a:t>
            </a:r>
          </a:p>
        </p:txBody>
      </p:sp>
      <p:sp>
        <p:nvSpPr>
          <p:cNvPr id="5" name="">
            <a:extLst xmlns:a="http://schemas.openxmlformats.org/drawingml/2006/main">
              <a:ext uri="{FF2B5EF4-FFF2-40B4-BE49-F238E27FC236}">
                <a16:creationId xmlns:a16="http://schemas.microsoft.com/office/drawing/2014/main" id="{DC1AEFA2-7ADF-4F81-A0B5-679B5646C00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571807131"/>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5A3059-5492-4A5C-8D0D-A06AED0D335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2EBF8D3-B5D5-4C0A-B0B9-5D82201113B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ADC 코드와 온도 단위</a:t>
            </a:r>
          </a:p>
        </p:txBody>
      </p:sp>
      <p:sp>
        <p:nvSpPr>
          <p:cNvPr id="3" name="">
            <a:extLst xmlns:a="http://schemas.openxmlformats.org/drawingml/2006/main">
              <a:ext uri="{FF2B5EF4-FFF2-40B4-BE49-F238E27FC236}">
                <a16:creationId xmlns:a16="http://schemas.microsoft.com/office/drawing/2014/main" id="{FBDF7D45-FFA5-432A-8CEC-2676A8696E0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전압 환산과 센서 변환식이 필요합니다.</a:t>
            </a:r>
          </a:p>
        </p:txBody>
      </p:sp>
      <p:sp>
        <p:nvSpPr>
          <p:cNvPr id="4" name="">
            <a:extLst xmlns:a="http://schemas.openxmlformats.org/drawingml/2006/main">
              <a:ext uri="{FF2B5EF4-FFF2-40B4-BE49-F238E27FC236}">
                <a16:creationId xmlns:a16="http://schemas.microsoft.com/office/drawing/2014/main" id="{5AC3C364-0C4D-4051-9D30-86A93A216D1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단위를 확인하고 기록합니다.</a:t>
            </a:r>
          </a:p>
        </p:txBody>
      </p:sp>
      <p:sp>
        <p:nvSpPr>
          <p:cNvPr id="5" name="">
            <a:extLst xmlns:a="http://schemas.openxmlformats.org/drawingml/2006/main">
              <a:ext uri="{FF2B5EF4-FFF2-40B4-BE49-F238E27FC236}">
                <a16:creationId xmlns:a16="http://schemas.microsoft.com/office/drawing/2014/main" id="{0A0BFC92-F98D-409D-81DA-D219FECE71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155779290"/>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C4F3AA3-8AB4-4141-9AE0-F3C36F6744E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F324A9A-F84E-47A5-B32C-48AD08AF582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이상적 ADC 환산 모델</a:t>
            </a:r>
          </a:p>
        </p:txBody>
      </p:sp>
      <p:sp>
        <p:nvSpPr>
          <p:cNvPr id="3" name="">
            <a:extLst xmlns:a="http://schemas.openxmlformats.org/drawingml/2006/main">
              <a:ext uri="{FF2B5EF4-FFF2-40B4-BE49-F238E27FC236}">
                <a16:creationId xmlns:a16="http://schemas.microsoft.com/office/drawing/2014/main" id="{CA2E8C34-F045-47F6-A412-7C9A4CDB787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가정: 0~3.3V ↔ 코드 0~4095</a:t>
            </a:r>
          </a:p>
        </p:txBody>
      </p:sp>
      <p:sp>
        <p:nvSpPr>
          <p:cNvPr id="4" name="">
            <a:extLst xmlns:a="http://schemas.openxmlformats.org/drawingml/2006/main">
              <a:ext uri="{FF2B5EF4-FFF2-40B4-BE49-F238E27FC236}">
                <a16:creationId xmlns:a16="http://schemas.microsoft.com/office/drawing/2014/main" id="{A5EB01DE-B51E-4503-B0C8-8D8C7A2C73D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2048÷4095×3.3 ≈ 1.6504V</a:t>
            </a:r>
          </a:p>
        </p:txBody>
      </p:sp>
      <p:sp>
        <p:nvSpPr>
          <p:cNvPr id="5" name="">
            <a:extLst xmlns:a="http://schemas.openxmlformats.org/drawingml/2006/main">
              <a:ext uri="{FF2B5EF4-FFF2-40B4-BE49-F238E27FC236}">
                <a16:creationId xmlns:a16="http://schemas.microsoft.com/office/drawing/2014/main" id="{63EBF310-90A0-47F5-A21C-E151A68FCFE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1751850373"/>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8740AC9-C117-4807-B758-FAEA918FBE9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A4130EC-24AD-488F-BCC2-C8028750078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실물 ADC의 교정 조건</a:t>
            </a:r>
          </a:p>
        </p:txBody>
      </p:sp>
      <p:sp>
        <p:nvSpPr>
          <p:cNvPr id="3" name="">
            <a:extLst xmlns:a="http://schemas.openxmlformats.org/drawingml/2006/main">
              <a:ext uri="{FF2B5EF4-FFF2-40B4-BE49-F238E27FC236}">
                <a16:creationId xmlns:a16="http://schemas.microsoft.com/office/drawing/2014/main" id="{CE10A08B-0FF5-40B3-886E-E57444546B9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분해능 설정 · 감쇠 · 오차 · 교정</a:t>
            </a:r>
          </a:p>
        </p:txBody>
      </p:sp>
      <p:sp>
        <p:nvSpPr>
          <p:cNvPr id="4" name="">
            <a:extLst xmlns:a="http://schemas.openxmlformats.org/drawingml/2006/main">
              <a:ext uri="{FF2B5EF4-FFF2-40B4-BE49-F238E27FC236}">
                <a16:creationId xmlns:a16="http://schemas.microsoft.com/office/drawing/2014/main" id="{0D593F96-0346-4C90-9E5D-E26DD30E0AC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이상적 계산을 실물 교정값으로 쓰지 않습니다.</a:t>
            </a:r>
          </a:p>
        </p:txBody>
      </p:sp>
      <p:sp>
        <p:nvSpPr>
          <p:cNvPr id="5" name="">
            <a:extLst xmlns:a="http://schemas.openxmlformats.org/drawingml/2006/main">
              <a:ext uri="{FF2B5EF4-FFF2-40B4-BE49-F238E27FC236}">
                <a16:creationId xmlns:a16="http://schemas.microsoft.com/office/drawing/2014/main" id="{663C1AF9-C15B-49BC-AA11-F1B7DC663BF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64564421"/>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A5F0198-6F1B-442D-961F-C8C719B2152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EB5B403-0184-4D2D-AE8C-51D201AC10A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센서 기록의 JSON 구조</a:t>
            </a:r>
          </a:p>
        </p:txBody>
      </p:sp>
      <p:sp>
        <p:nvSpPr>
          <p:cNvPr id="3" name="">
            <a:extLst xmlns:a="http://schemas.openxmlformats.org/drawingml/2006/main">
              <a:ext uri="{FF2B5EF4-FFF2-40B4-BE49-F238E27FC236}">
                <a16:creationId xmlns:a16="http://schemas.microsoft.com/office/drawing/2014/main" id="{DAEEBAEF-8463-4F7A-994E-62AC9716466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sensor_id · seq · temperature_c</a:t>
            </a:r>
          </a:p>
        </p:txBody>
      </p:sp>
      <p:sp>
        <p:nvSpPr>
          <p:cNvPr id="4" name="">
            <a:extLst xmlns:a="http://schemas.openxmlformats.org/drawingml/2006/main">
              <a:ext uri="{FF2B5EF4-FFF2-40B4-BE49-F238E27FC236}">
                <a16:creationId xmlns:a16="http://schemas.microsoft.com/office/drawing/2014/main" id="{07857A12-5373-4FC2-B3D6-2A7630DE8C8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온도 단위는 ℃로 약속합니다.</a:t>
            </a:r>
          </a:p>
        </p:txBody>
      </p:sp>
      <p:sp>
        <p:nvSpPr>
          <p:cNvPr id="5" name="">
            <a:extLst xmlns:a="http://schemas.openxmlformats.org/drawingml/2006/main">
              <a:ext uri="{FF2B5EF4-FFF2-40B4-BE49-F238E27FC236}">
                <a16:creationId xmlns:a16="http://schemas.microsoft.com/office/drawing/2014/main" id="{91ED3CE0-0E9F-4B3B-AF08-6B6B68401D6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468990944"/>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4685C9-505C-404D-8B08-858E2D7FC91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BF6EA40-2FF6-4EBC-84F6-89FC3A78FA3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숫자·결측·문자열</a:t>
            </a:r>
          </a:p>
        </p:txBody>
      </p:sp>
      <p:sp>
        <p:nvSpPr>
          <p:cNvPr id="3" name="">
            <a:extLst xmlns:a="http://schemas.openxmlformats.org/drawingml/2006/main">
              <a:ext uri="{FF2B5EF4-FFF2-40B4-BE49-F238E27FC236}">
                <a16:creationId xmlns:a16="http://schemas.microsoft.com/office/drawing/2014/main" id="{1BEABAED-1D70-4B1C-BD5E-1F506558BDA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 숫자 온도 · null: 미측정</a:t>
            </a:r>
          </a:p>
        </p:txBody>
      </p:sp>
      <p:sp>
        <p:nvSpPr>
          <p:cNvPr id="4" name="">
            <a:extLst xmlns:a="http://schemas.openxmlformats.org/drawingml/2006/main">
              <a:ext uri="{FF2B5EF4-FFF2-40B4-BE49-F238E27FC236}">
                <a16:creationId xmlns:a16="http://schemas.microsoft.com/office/drawing/2014/main" id="{D3B273B4-2E24-4528-A028-E98E2C28073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 문자열이라 현재 계약에서 invalid</a:t>
            </a:r>
          </a:p>
        </p:txBody>
      </p:sp>
      <p:sp>
        <p:nvSpPr>
          <p:cNvPr id="5" name="">
            <a:extLst xmlns:a="http://schemas.openxmlformats.org/drawingml/2006/main">
              <a:ext uri="{FF2B5EF4-FFF2-40B4-BE49-F238E27FC236}">
                <a16:creationId xmlns:a16="http://schemas.microsoft.com/office/drawing/2014/main" id="{F7496A30-555F-4437-9D0B-BA4639589AD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699092834"/>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8554CA8-14F4-46C3-B201-E2C80AEA25C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C3D504E-F19B-494F-9A77-6977DCEE44B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온도 판단 코드 예제</a:t>
            </a:r>
          </a:p>
        </p:txBody>
      </p:sp>
      <p:sp>
        <p:nvSpPr>
          <p:cNvPr id="3" name="">
            <a:extLst xmlns:a="http://schemas.openxmlformats.org/drawingml/2006/main">
              <a:ext uri="{FF2B5EF4-FFF2-40B4-BE49-F238E27FC236}">
                <a16:creationId xmlns:a16="http://schemas.microsoft.com/office/drawing/2014/main" id="{E06B60E0-3D08-4B54-BEE1-96841D5C008D}"/>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value = 28.0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value is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state = "missing"</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elif type(value) not in (int, float):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state = "invalid"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elif value &gt;= 28.0: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state = "alert"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state = "normal"</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print(state)</a:t>
            </a:r>
          </a:p>
        </p:txBody>
      </p:sp>
      <p:sp>
        <p:nvSpPr>
          <p:cNvPr id="4" name="">
            <a:extLst xmlns:a="http://schemas.openxmlformats.org/drawingml/2006/main">
              <a:ext uri="{FF2B5EF4-FFF2-40B4-BE49-F238E27FC236}">
                <a16:creationId xmlns:a16="http://schemas.microsoft.com/office/drawing/2014/main" id="{7308E721-2B11-4D00-8FFC-529F44A643B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1252525809"/>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4E0943-E630-4DF5-9D77-7BB5EE5F4A3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397A62B-367F-4B2C-9868-BA53AF3DCE8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0EE81A5E-44B6-412C-A9E0-C451379DA7E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입력과 누락을 확인합니다.</a:t>
            </a:r>
          </a:p>
        </p:txBody>
      </p:sp>
      <p:sp>
        <p:nvSpPr>
          <p:cNvPr id="4" name="">
            <a:extLst xmlns:a="http://schemas.openxmlformats.org/drawingml/2006/main">
              <a:ext uri="{FF2B5EF4-FFF2-40B4-BE49-F238E27FC236}">
                <a16:creationId xmlns:a16="http://schemas.microsoft.com/office/drawing/2014/main" id="{825E4AF1-3A41-4D7B-A1C0-6501C4ABD69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4~5행: 숫자 자료형을 검사합니다.</a:t>
            </a:r>
          </a:p>
        </p:txBody>
      </p:sp>
      <p:sp>
        <p:nvSpPr>
          <p:cNvPr id="5" name="">
            <a:extLst xmlns:a="http://schemas.openxmlformats.org/drawingml/2006/main">
              <a:ext uri="{FF2B5EF4-FFF2-40B4-BE49-F238E27FC236}">
                <a16:creationId xmlns:a16="http://schemas.microsoft.com/office/drawing/2014/main" id="{43B174D7-8A2E-4C6C-A1F3-EC2D5F479E3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6~9행: 경계에 맞게 상태를 정합니다.</a:t>
            </a:r>
          </a:p>
        </p:txBody>
      </p:sp>
      <p:sp>
        <p:nvSpPr>
          <p:cNvPr id="6" name="">
            <a:extLst xmlns:a="http://schemas.openxmlformats.org/drawingml/2006/main">
              <a:ext uri="{FF2B5EF4-FFF2-40B4-BE49-F238E27FC236}">
                <a16:creationId xmlns:a16="http://schemas.microsoft.com/office/drawing/2014/main" id="{B48AF319-7F0A-4725-AB14-46F939628298}"/>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10행: 상태를 출력합니다.</a:t>
            </a:r>
          </a:p>
        </p:txBody>
      </p:sp>
      <p:sp>
        <p:nvSpPr>
          <p:cNvPr id="7" name="">
            <a:extLst xmlns:a="http://schemas.openxmlformats.org/drawingml/2006/main">
              <a:ext uri="{FF2B5EF4-FFF2-40B4-BE49-F238E27FC236}">
                <a16:creationId xmlns:a16="http://schemas.microsoft.com/office/drawing/2014/main" id="{B4004E7F-3EF6-4DC3-89F2-0D07D388EC2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850552738"/>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5D1263-9D0A-4285-AC5A-1D78EBF107D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84A0A42-E772-4509-A1F2-85106E3DA65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FB41611D-2BCC-4C20-8725-63235C0741E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834A3FE2-0250-4CE4-920D-2BD6DFF6DC3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work/sensor_state.py</a:t>
            </a:r>
          </a:p>
        </p:txBody>
      </p:sp>
      <p:sp>
        <p:nvSpPr>
          <p:cNvPr id="5" name="">
            <a:extLst xmlns:a="http://schemas.openxmlformats.org/drawingml/2006/main">
              <a:ext uri="{FF2B5EF4-FFF2-40B4-BE49-F238E27FC236}">
                <a16:creationId xmlns:a16="http://schemas.microsoft.com/office/drawing/2014/main" id="{ABEE1BE1-4EA6-4035-B26C-86A69009B65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work/sensor_state.py</a:t>
            </a:r>
          </a:p>
        </p:txBody>
      </p:sp>
      <p:sp>
        <p:nvSpPr>
          <p:cNvPr id="6" name="">
            <a:extLst xmlns:a="http://schemas.openxmlformats.org/drawingml/2006/main">
              <a:ext uri="{FF2B5EF4-FFF2-40B4-BE49-F238E27FC236}">
                <a16:creationId xmlns:a16="http://schemas.microsoft.com/office/drawing/2014/main" id="{5C77B6EC-809D-4909-9AA6-3F38FF307D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820122001"/>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177D06-EEF8-494E-BA1C-54DCEA87832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C710429-9267-44EB-826A-ADC3EEF19E0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72E3D2F6-7776-4D92-828E-65219E783F7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 숫자 28.0</a:t>
            </a:r>
          </a:p>
        </p:txBody>
      </p:sp>
      <p:sp>
        <p:nvSpPr>
          <p:cNvPr id="4" name="">
            <a:extLst xmlns:a="http://schemas.openxmlformats.org/drawingml/2006/main">
              <a:ext uri="{FF2B5EF4-FFF2-40B4-BE49-F238E27FC236}">
                <a16:creationId xmlns:a16="http://schemas.microsoft.com/office/drawing/2014/main" id="{16F77404-7439-4ACA-929D-8BD8ECF1A13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출력: alert</a:t>
            </a:r>
          </a:p>
        </p:txBody>
      </p:sp>
      <p:sp>
        <p:nvSpPr>
          <p:cNvPr id="5" name="">
            <a:extLst xmlns:a="http://schemas.openxmlformats.org/drawingml/2006/main">
              <a:ext uri="{FF2B5EF4-FFF2-40B4-BE49-F238E27FC236}">
                <a16:creationId xmlns:a16="http://schemas.microsoft.com/office/drawing/2014/main" id="{2F78C58E-98EF-413C-BBA8-B89AEA3E264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28.0은 이상 조건에 포함됩니다.</a:t>
            </a:r>
          </a:p>
        </p:txBody>
      </p:sp>
      <p:sp>
        <p:nvSpPr>
          <p:cNvPr id="6" name="">
            <a:extLst xmlns:a="http://schemas.openxmlformats.org/drawingml/2006/main">
              <a:ext uri="{FF2B5EF4-FFF2-40B4-BE49-F238E27FC236}">
                <a16:creationId xmlns:a16="http://schemas.microsoft.com/office/drawing/2014/main" id="{7EB5034C-915A-4B7B-AEC5-514C2BA7229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1913029599"/>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311316-5253-4CAD-8BA6-5312FA31D9F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AD33A7B-0AFD-4D81-A14E-7EEE4139E58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E61477F-A2B9-47EE-B872-3F9C3C381B2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값 0 · None · "0"의 상태는?</a:t>
            </a:r>
          </a:p>
        </p:txBody>
      </p:sp>
      <p:sp>
        <p:nvSpPr>
          <p:cNvPr id="4" name="">
            <a:extLst xmlns:a="http://schemas.openxmlformats.org/drawingml/2006/main">
              <a:ext uri="{FF2B5EF4-FFF2-40B4-BE49-F238E27FC236}">
                <a16:creationId xmlns:a16="http://schemas.microsoft.com/office/drawing/2014/main" id="{0B78EE9A-058F-4A6B-907D-2C45A35A81F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누락을 0으로 바꾸면 어떤 문제가 생기나요?</a:t>
            </a:r>
          </a:p>
        </p:txBody>
      </p:sp>
      <p:sp>
        <p:nvSpPr>
          <p:cNvPr id="5" name="">
            <a:extLst xmlns:a="http://schemas.openxmlformats.org/drawingml/2006/main">
              <a:ext uri="{FF2B5EF4-FFF2-40B4-BE49-F238E27FC236}">
                <a16:creationId xmlns:a16="http://schemas.microsoft.com/office/drawing/2014/main" id="{6C5E5EDE-471D-4905-8FEA-8FFECF56E0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434519221"/>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0B0FE0-443F-4424-ADCD-7C76CAF25F6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14182A6-D91F-45DC-895D-569D8BF2DC1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9ADEBC2C-610C-4518-A7E0-998E9AD4069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 → normal · None → missing</a:t>
            </a:r>
          </a:p>
        </p:txBody>
      </p:sp>
      <p:sp>
        <p:nvSpPr>
          <p:cNvPr id="4" name="">
            <a:extLst xmlns:a="http://schemas.openxmlformats.org/drawingml/2006/main">
              <a:ext uri="{FF2B5EF4-FFF2-40B4-BE49-F238E27FC236}">
                <a16:creationId xmlns:a16="http://schemas.microsoft.com/office/drawing/2014/main" id="{52892524-A759-4765-8B82-02B868FA400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 → invalid</a:t>
            </a:r>
          </a:p>
        </p:txBody>
      </p:sp>
      <p:sp>
        <p:nvSpPr>
          <p:cNvPr id="5" name="">
            <a:extLst xmlns:a="http://schemas.openxmlformats.org/drawingml/2006/main">
              <a:ext uri="{FF2B5EF4-FFF2-40B4-BE49-F238E27FC236}">
                <a16:creationId xmlns:a16="http://schemas.microsoft.com/office/drawing/2014/main" id="{033FF650-4DAC-4FCE-AAD5-ABCE9F7DC57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영도와 미측정을 구별해야 합니다.</a:t>
            </a:r>
          </a:p>
        </p:txBody>
      </p:sp>
      <p:sp>
        <p:nvSpPr>
          <p:cNvPr id="6" name="">
            <a:extLst xmlns:a="http://schemas.openxmlformats.org/drawingml/2006/main">
              <a:ext uri="{FF2B5EF4-FFF2-40B4-BE49-F238E27FC236}">
                <a16:creationId xmlns:a16="http://schemas.microsoft.com/office/drawing/2014/main" id="{1C0CFB41-C8B4-4236-9BCE-22FEFC2D523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1301413452"/>
      </p:ext>
    </p:extLst>
  </p:cSld>
</p:sld>
</file>

<file path=ppt/slides/slide5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D6D48F2-3840-4BC7-9649-F7AF415FD95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58FE6DE-3482-4E0B-9CD0-B373500C315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1676BEB5-FFCF-4B38-A1A7-899A3A566CD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value를 27.9로 바꿉니다.</a:t>
            </a:r>
          </a:p>
        </p:txBody>
      </p:sp>
      <p:sp>
        <p:nvSpPr>
          <p:cNvPr id="4" name="">
            <a:extLst xmlns:a="http://schemas.openxmlformats.org/drawingml/2006/main">
              <a:ext uri="{FF2B5EF4-FFF2-40B4-BE49-F238E27FC236}">
                <a16:creationId xmlns:a16="http://schemas.microsoft.com/office/drawing/2014/main" id="{B427FA41-92C4-48B2-8D53-2826528B513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출력은 normal입니다.</a:t>
            </a:r>
          </a:p>
        </p:txBody>
      </p:sp>
      <p:sp>
        <p:nvSpPr>
          <p:cNvPr id="5" name="">
            <a:extLst xmlns:a="http://schemas.openxmlformats.org/drawingml/2006/main">
              <a:ext uri="{FF2B5EF4-FFF2-40B4-BE49-F238E27FC236}">
                <a16:creationId xmlns:a16="http://schemas.microsoft.com/office/drawing/2014/main" id="{C6191BC6-D8A8-42F9-91E4-58A818DE243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52</a:t>
            </a:r>
          </a:p>
        </p:txBody>
      </p:sp>
    </p:spTree>
    <p:extLst>
      <p:ext uri="{BB962C8B-B14F-4D97-AF65-F5344CB8AC3E}">
        <p14:creationId xmlns:p14="http://schemas.microsoft.com/office/powerpoint/2010/main" val="897939651"/>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7AF301-0827-4886-B73D-FB1241C10CF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BB3A9BC-5952-44A0-93AE-85F88DE914C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0D01D71E-F5CA-4CFD-9D6E-5C4980BA6A9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"28.0"은 숫자 28.0과 다릅니다.</a:t>
            </a:r>
          </a:p>
        </p:txBody>
      </p:sp>
      <p:sp>
        <p:nvSpPr>
          <p:cNvPr id="4" name="">
            <a:extLst xmlns:a="http://schemas.openxmlformats.org/drawingml/2006/main">
              <a:ext uri="{FF2B5EF4-FFF2-40B4-BE49-F238E27FC236}">
                <a16:creationId xmlns:a16="http://schemas.microsoft.com/office/drawing/2014/main" id="{D7FDC2D6-060E-41BC-9F1D-F06BCC5973A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원문을 확인하고 합의 없이 바꾸지 않습니다.</a:t>
            </a:r>
          </a:p>
        </p:txBody>
      </p:sp>
      <p:sp>
        <p:nvSpPr>
          <p:cNvPr id="5" name="">
            <a:extLst xmlns:a="http://schemas.openxmlformats.org/drawingml/2006/main">
              <a:ext uri="{FF2B5EF4-FFF2-40B4-BE49-F238E27FC236}">
                <a16:creationId xmlns:a16="http://schemas.microsoft.com/office/drawing/2014/main" id="{ACE359EC-4072-4432-8358-737B8431569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1237283682"/>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3E23850-0884-42FD-8CB7-BF71986D743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FF0FED5-3000-4594-A255-0E5ECE2D9E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2B9708EF-22D0-4D37-8F48-762CDD48566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ADC 코드와 섭씨 온도의 차이를 설명합니다.</a:t>
            </a:r>
          </a:p>
        </p:txBody>
      </p:sp>
      <p:sp>
        <p:nvSpPr>
          <p:cNvPr id="4" name="">
            <a:extLst xmlns:a="http://schemas.openxmlformats.org/drawingml/2006/main">
              <a:ext uri="{FF2B5EF4-FFF2-40B4-BE49-F238E27FC236}">
                <a16:creationId xmlns:a16="http://schemas.microsoft.com/office/drawing/2014/main" id="{D7996607-113D-48FE-B084-EE0C8F730D1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값·단위·자료형을 각각 말해 봅시다.</a:t>
            </a:r>
          </a:p>
        </p:txBody>
      </p:sp>
      <p:sp>
        <p:nvSpPr>
          <p:cNvPr id="5" name="">
            <a:extLst xmlns:a="http://schemas.openxmlformats.org/drawingml/2006/main">
              <a:ext uri="{FF2B5EF4-FFF2-40B4-BE49-F238E27FC236}">
                <a16:creationId xmlns:a16="http://schemas.microsoft.com/office/drawing/2014/main" id="{0B29AAD4-C194-486B-B3A1-B3D70535CA2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409258440"/>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DBEAEBC-B837-40A1-88B9-A3D363E41CC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2C721BA-BAA5-42A6-98B9-EF569D240AA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F0C6A515-D3A9-4973-8C9B-A237CC4728B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가정 ADC 코드 4095</a:t>
            </a:r>
          </a:p>
        </p:txBody>
      </p:sp>
      <p:sp>
        <p:nvSpPr>
          <p:cNvPr id="4" name="">
            <a:extLst xmlns:a="http://schemas.openxmlformats.org/drawingml/2006/main">
              <a:ext uri="{FF2B5EF4-FFF2-40B4-BE49-F238E27FC236}">
                <a16:creationId xmlns:a16="http://schemas.microsoft.com/office/drawing/2014/main" id="{9E803B3E-F433-42C2-A76C-8BDDC1E5134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전압은 얼마이며 실물 교정인가요?</a:t>
            </a:r>
          </a:p>
        </p:txBody>
      </p:sp>
      <p:sp>
        <p:nvSpPr>
          <p:cNvPr id="5" name="">
            <a:extLst xmlns:a="http://schemas.openxmlformats.org/drawingml/2006/main">
              <a:ext uri="{FF2B5EF4-FFF2-40B4-BE49-F238E27FC236}">
                <a16:creationId xmlns:a16="http://schemas.microsoft.com/office/drawing/2014/main" id="{3C5D3FAF-6B91-437E-9A4E-EC6848A653D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738807547"/>
      </p:ext>
    </p:extLst>
  </p:cSld>
</p:sld>
</file>

<file path=ppt/slides/slide5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D3F256-6D28-40F4-B3A1-F1C0128F1A6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2C61040-3E72-410D-88EA-2709D873334C}"/>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 경계와 상태 기억하기</a:t>
            </a:r>
          </a:p>
        </p:txBody>
      </p:sp>
      <p:sp>
        <p:nvSpPr>
          <p:cNvPr id="3" name="">
            <a:extLst xmlns:a="http://schemas.openxmlformats.org/drawingml/2006/main">
              <a:ext uri="{FF2B5EF4-FFF2-40B4-BE49-F238E27FC236}">
                <a16:creationId xmlns:a16="http://schemas.microsoft.com/office/drawing/2014/main" id="{2A3BFD63-DA12-4E3F-B294-6ACBA2C7ABFD}"/>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14:00~14:50 · 50분</a:t>
            </a:r>
          </a:p>
        </p:txBody>
      </p:sp>
      <p:sp>
        <p:nvSpPr>
          <p:cNvPr id="4" name="">
            <a:extLst xmlns:a="http://schemas.openxmlformats.org/drawingml/2006/main">
              <a:ext uri="{FF2B5EF4-FFF2-40B4-BE49-F238E27FC236}">
                <a16:creationId xmlns:a16="http://schemas.microsoft.com/office/drawing/2014/main" id="{76011324-8596-44BD-882C-970A0CC55D49}"/>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A10 · A11 · A12</a:t>
            </a:r>
          </a:p>
        </p:txBody>
      </p:sp>
      <p:sp>
        <p:nvSpPr>
          <p:cNvPr id="5" name="">
            <a:extLst xmlns:a="http://schemas.openxmlformats.org/drawingml/2006/main">
              <a:ext uri="{FF2B5EF4-FFF2-40B4-BE49-F238E27FC236}">
                <a16:creationId xmlns:a16="http://schemas.microsoft.com/office/drawing/2014/main" id="{1233BF14-957F-436D-AEF4-4790798F095B}"/>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73DA65A7-6F92-47FB-A4D4-4AADFF546F7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56</a:t>
            </a:r>
          </a:p>
        </p:txBody>
      </p:sp>
    </p:spTree>
    <p:extLst>
      <p:ext uri="{BB962C8B-B14F-4D97-AF65-F5344CB8AC3E}">
        <p14:creationId xmlns:p14="http://schemas.microsoft.com/office/powerpoint/2010/main" val="1750988727"/>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21D552-3F88-4DB0-8067-F61AA7FA99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681BCB5-B05D-47C4-9FCA-1AF9BB31D06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문턱의 상태 흔들림</a:t>
            </a:r>
          </a:p>
        </p:txBody>
      </p:sp>
      <p:sp>
        <p:nvSpPr>
          <p:cNvPr id="3" name="">
            <a:extLst xmlns:a="http://schemas.openxmlformats.org/drawingml/2006/main">
              <a:ext uri="{FF2B5EF4-FFF2-40B4-BE49-F238E27FC236}">
                <a16:creationId xmlns:a16="http://schemas.microsoft.com/office/drawing/2014/main" id="{DED58668-D08C-419C-8FC3-6310AE42EF4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27.9↔28.1을 오가면 상태가 반복 변경됩니다.</a:t>
            </a:r>
          </a:p>
        </p:txBody>
      </p:sp>
      <p:sp>
        <p:nvSpPr>
          <p:cNvPr id="4" name="">
            <a:extLst xmlns:a="http://schemas.openxmlformats.org/drawingml/2006/main">
              <a:ext uri="{FF2B5EF4-FFF2-40B4-BE49-F238E27FC236}">
                <a16:creationId xmlns:a16="http://schemas.microsoft.com/office/drawing/2014/main" id="{512C0661-B8C5-4E12-BF4D-467DD518BD8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이전 상태를 함께 볼 수 있습니다.</a:t>
            </a:r>
          </a:p>
        </p:txBody>
      </p:sp>
      <p:sp>
        <p:nvSpPr>
          <p:cNvPr id="5" name="">
            <a:extLst xmlns:a="http://schemas.openxmlformats.org/drawingml/2006/main">
              <a:ext uri="{FF2B5EF4-FFF2-40B4-BE49-F238E27FC236}">
                <a16:creationId xmlns:a16="http://schemas.microsoft.com/office/drawing/2014/main" id="{8B1D8735-7C35-44DE-B261-1628D8A0F7B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1937608557"/>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6A4A572-DE82-4CA2-AAD0-6FF8EFBBC5E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B14197A4-C750-4B19-ADB6-DC75ABE5F91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켜짐·꺼짐의 두 문턱</a:t>
            </a:r>
          </a:p>
        </p:txBody>
      </p:sp>
      <p:sp>
        <p:nvSpPr>
          <p:cNvPr id="3" name="">
            <a:extLst xmlns:a="http://schemas.openxmlformats.org/drawingml/2006/main">
              <a:ext uri="{FF2B5EF4-FFF2-40B4-BE49-F238E27FC236}">
                <a16:creationId xmlns:a16="http://schemas.microsoft.com/office/drawing/2014/main" id="{BDB92160-102C-4AFE-897A-94E3172446C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28.0 이상이면 켜짐</a:t>
            </a:r>
          </a:p>
        </p:txBody>
      </p:sp>
      <p:sp>
        <p:nvSpPr>
          <p:cNvPr id="4" name="">
            <a:extLst xmlns:a="http://schemas.openxmlformats.org/drawingml/2006/main">
              <a:ext uri="{FF2B5EF4-FFF2-40B4-BE49-F238E27FC236}">
                <a16:creationId xmlns:a16="http://schemas.microsoft.com/office/drawing/2014/main" id="{16BF2BEC-5BFA-45A8-A64A-5D48BBD546E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27.5 이하이면 꺼짐</a:t>
            </a:r>
          </a:p>
        </p:txBody>
      </p:sp>
      <p:sp>
        <p:nvSpPr>
          <p:cNvPr id="5" name="">
            <a:extLst xmlns:a="http://schemas.openxmlformats.org/drawingml/2006/main">
              <a:ext uri="{FF2B5EF4-FFF2-40B4-BE49-F238E27FC236}">
                <a16:creationId xmlns:a16="http://schemas.microsoft.com/office/drawing/2014/main" id="{D46B605D-F83D-4CFE-A2C4-604BC2029AE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1341410473"/>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DFB7AFC-1199-4604-95D0-BD5ED597D50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BCC49961-FCEA-4440-BCA3-A875C0FCBE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중간 구간과 이전 상태</a:t>
            </a:r>
          </a:p>
        </p:txBody>
      </p:sp>
      <p:sp>
        <p:nvSpPr>
          <p:cNvPr id="3" name="">
            <a:extLst xmlns:a="http://schemas.openxmlformats.org/drawingml/2006/main">
              <a:ext uri="{FF2B5EF4-FFF2-40B4-BE49-F238E27FC236}">
                <a16:creationId xmlns:a16="http://schemas.microsoft.com/office/drawing/2014/main" id="{9F82F6F9-2FD3-4F03-ADA2-6853C515B7C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27.5 초과·28.0 미만</a:t>
            </a:r>
          </a:p>
        </p:txBody>
      </p:sp>
      <p:sp>
        <p:nvSpPr>
          <p:cNvPr id="4" name="">
            <a:extLst xmlns:a="http://schemas.openxmlformats.org/drawingml/2006/main">
              <a:ext uri="{FF2B5EF4-FFF2-40B4-BE49-F238E27FC236}">
                <a16:creationId xmlns:a16="http://schemas.microsoft.com/office/drawing/2014/main" id="{C14811F6-AC5F-42ED-B42C-9AE5B9C922B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바로 이전 상태를 그대로 둡니다.</a:t>
            </a:r>
          </a:p>
        </p:txBody>
      </p:sp>
      <p:sp>
        <p:nvSpPr>
          <p:cNvPr id="5" name="">
            <a:extLst xmlns:a="http://schemas.openxmlformats.org/drawingml/2006/main">
              <a:ext uri="{FF2B5EF4-FFF2-40B4-BE49-F238E27FC236}">
                <a16:creationId xmlns:a16="http://schemas.microsoft.com/office/drawing/2014/main" id="{F90F842A-6713-4358-A90F-66DB8309936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1410268624"/>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4A7FDC-5FF8-4FD5-A536-5B135DD6B04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1F79B66-0300-47AF-AC6D-EF2449FFF41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초기 상태의 영향</a:t>
            </a:r>
          </a:p>
        </p:txBody>
      </p:sp>
      <p:sp>
        <p:nvSpPr>
          <p:cNvPr id="3" name="">
            <a:extLst xmlns:a="http://schemas.openxmlformats.org/drawingml/2006/main">
              <a:ext uri="{FF2B5EF4-FFF2-40B4-BE49-F238E27FC236}">
                <a16:creationId xmlns:a16="http://schemas.microsoft.com/office/drawing/2014/main" id="{49D41D21-BF0A-45C9-9CA9-05263653559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처음 alert=False로 시작합니다.</a:t>
            </a:r>
          </a:p>
        </p:txBody>
      </p:sp>
      <p:sp>
        <p:nvSpPr>
          <p:cNvPr id="4" name="">
            <a:extLst xmlns:a="http://schemas.openxmlformats.org/drawingml/2006/main">
              <a:ext uri="{FF2B5EF4-FFF2-40B4-BE49-F238E27FC236}">
                <a16:creationId xmlns:a16="http://schemas.microsoft.com/office/drawing/2014/main" id="{0BCE832F-A5FC-4A97-90EA-5E35BD26395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첫 값이 중간이면 초기 상태가 유지됩니다.</a:t>
            </a:r>
          </a:p>
        </p:txBody>
      </p:sp>
      <p:sp>
        <p:nvSpPr>
          <p:cNvPr id="5" name="">
            <a:extLst xmlns:a="http://schemas.openxmlformats.org/drawingml/2006/main">
              <a:ext uri="{FF2B5EF4-FFF2-40B4-BE49-F238E27FC236}">
                <a16:creationId xmlns:a16="http://schemas.microsoft.com/office/drawing/2014/main" id="{C16AAE2F-A230-4513-8677-3E310A8EA58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1218674342"/>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8C18D9-4833-4E7D-87F0-D34EF8B1EF7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C1D4BC8-4CEC-47A2-86EB-5EF182B279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결측과 상태 유지</a:t>
            </a:r>
          </a:p>
        </p:txBody>
      </p:sp>
      <p:sp>
        <p:nvSpPr>
          <p:cNvPr id="3" name="">
            <a:extLst xmlns:a="http://schemas.openxmlformats.org/drawingml/2006/main">
              <a:ext uri="{FF2B5EF4-FFF2-40B4-BE49-F238E27FC236}">
                <a16:creationId xmlns:a16="http://schemas.microsoft.com/office/drawing/2014/main" id="{622441D6-C57B-4193-A169-FFEEE8EF4B2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missing · no command를 기록합니다.</a:t>
            </a:r>
          </a:p>
        </p:txBody>
      </p:sp>
      <p:sp>
        <p:nvSpPr>
          <p:cNvPr id="4" name="">
            <a:extLst xmlns:a="http://schemas.openxmlformats.org/drawingml/2006/main">
              <a:ext uri="{FF2B5EF4-FFF2-40B4-BE49-F238E27FC236}">
                <a16:creationId xmlns:a16="http://schemas.microsoft.com/office/drawing/2014/main" id="{6C685DAE-5226-4CFD-996F-90446D51F50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내부 상태와 측정 유효성을 구분합니다.</a:t>
            </a:r>
          </a:p>
        </p:txBody>
      </p:sp>
      <p:sp>
        <p:nvSpPr>
          <p:cNvPr id="5" name="">
            <a:extLst xmlns:a="http://schemas.openxmlformats.org/drawingml/2006/main">
              <a:ext uri="{FF2B5EF4-FFF2-40B4-BE49-F238E27FC236}">
                <a16:creationId xmlns:a16="http://schemas.microsoft.com/office/drawing/2014/main" id="{3D83AFC0-CE51-43EF-92B0-B61C2EE7B14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1053355076"/>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F5F079A-8D05-4399-90DA-E91714CE72A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0274430F-C613-456C-A04D-484508BF88E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원시값과 판단 기록</a:t>
            </a:r>
          </a:p>
        </p:txBody>
      </p:sp>
      <p:sp>
        <p:nvSpPr>
          <p:cNvPr id="3" name="">
            <a:extLst xmlns:a="http://schemas.openxmlformats.org/drawingml/2006/main">
              <a:ext uri="{FF2B5EF4-FFF2-40B4-BE49-F238E27FC236}">
                <a16:creationId xmlns:a16="http://schemas.microsoft.com/office/drawing/2014/main" id="{A536E117-9331-4E4E-8359-6A5158B57CE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순번 · 입력값 · 이전 상태 · 새 상태</a:t>
            </a:r>
          </a:p>
        </p:txBody>
      </p:sp>
      <p:sp>
        <p:nvSpPr>
          <p:cNvPr id="4" name="">
            <a:extLst xmlns:a="http://schemas.openxmlformats.org/drawingml/2006/main">
              <a:ext uri="{FF2B5EF4-FFF2-40B4-BE49-F238E27FC236}">
                <a16:creationId xmlns:a16="http://schemas.microsoft.com/office/drawing/2014/main" id="{DBDDFB21-67E4-4E31-80D7-800A39A4E92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왜 상태가 유지됐는지 다시 읽을 수 있습니다.</a:t>
            </a:r>
          </a:p>
        </p:txBody>
      </p:sp>
      <p:sp>
        <p:nvSpPr>
          <p:cNvPr id="5" name="">
            <a:extLst xmlns:a="http://schemas.openxmlformats.org/drawingml/2006/main">
              <a:ext uri="{FF2B5EF4-FFF2-40B4-BE49-F238E27FC236}">
                <a16:creationId xmlns:a16="http://schemas.microsoft.com/office/drawing/2014/main" id="{FEA499BC-0AE6-4FB6-A74D-E1C9673D61B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2100453653"/>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2849437-C4A5-4196-8A1D-07D7D4CE85E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5FB8FE0-AF59-4EF8-A730-C2490C8E9E5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히스테리시스 추적 예제</a:t>
            </a:r>
          </a:p>
        </p:txBody>
      </p:sp>
      <p:sp>
        <p:nvSpPr>
          <p:cNvPr id="3" name="">
            <a:extLst xmlns:a="http://schemas.openxmlformats.org/drawingml/2006/main">
              <a:ext uri="{FF2B5EF4-FFF2-40B4-BE49-F238E27FC236}">
                <a16:creationId xmlns:a16="http://schemas.microsoft.com/office/drawing/2014/main" id="{4E88ACBE-BEAD-43DA-98E6-93514DA59C80}"/>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values = [27.8, 28.1, 27.9, 27.4]</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alert = False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value in values: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value &gt;= 28.0: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alert = True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elif value &lt;= 27.5: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alert = False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print(value, alert)</a:t>
            </a:r>
          </a:p>
        </p:txBody>
      </p:sp>
      <p:sp>
        <p:nvSpPr>
          <p:cNvPr id="4" name="">
            <a:extLst xmlns:a="http://schemas.openxmlformats.org/drawingml/2006/main">
              <a:ext uri="{FF2B5EF4-FFF2-40B4-BE49-F238E27FC236}">
                <a16:creationId xmlns:a16="http://schemas.microsoft.com/office/drawing/2014/main" id="{71E9A826-A48B-4253-995F-10B80F2ECCD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1514702130"/>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6985CE-EDAF-45C3-9CB7-6233ED6F588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046B0E3A-C698-435D-9012-ED7DAFB77F9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FBD22A73-1D56-4E5A-BD67-0E188FB4409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1~2행: 입력 목록과 초기 상태를 정합니다.</a:t>
            </a:r>
          </a:p>
        </p:txBody>
      </p:sp>
      <p:sp>
        <p:nvSpPr>
          <p:cNvPr id="4" name="">
            <a:extLst xmlns:a="http://schemas.openxmlformats.org/drawingml/2006/main">
              <a:ext uri="{FF2B5EF4-FFF2-40B4-BE49-F238E27FC236}">
                <a16:creationId xmlns:a16="http://schemas.microsoft.com/office/drawing/2014/main" id="{33C8FD54-1C6F-4D5D-9BB8-45DC48B6037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3행: 한 값씩 꺼냅니다.</a:t>
            </a:r>
          </a:p>
        </p:txBody>
      </p:sp>
      <p:sp>
        <p:nvSpPr>
          <p:cNvPr id="5" name="">
            <a:extLst xmlns:a="http://schemas.openxmlformats.org/drawingml/2006/main">
              <a:ext uri="{FF2B5EF4-FFF2-40B4-BE49-F238E27FC236}">
                <a16:creationId xmlns:a16="http://schemas.microsoft.com/office/drawing/2014/main" id="{80BA1DF8-8CED-4D38-A4C4-4C2055355BB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4~7행: 켜짐·꺼짐 문턱을 검사합니다.</a:t>
            </a:r>
          </a:p>
        </p:txBody>
      </p:sp>
      <p:sp>
        <p:nvSpPr>
          <p:cNvPr id="6" name="">
            <a:extLst xmlns:a="http://schemas.openxmlformats.org/drawingml/2006/main">
              <a:ext uri="{FF2B5EF4-FFF2-40B4-BE49-F238E27FC236}">
                <a16:creationId xmlns:a16="http://schemas.microsoft.com/office/drawing/2014/main" id="{0B178501-2E0A-40EB-91EF-53C5CAFD965F}"/>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8행: 값과 상태를 출력합니다.</a:t>
            </a:r>
          </a:p>
        </p:txBody>
      </p:sp>
      <p:sp>
        <p:nvSpPr>
          <p:cNvPr id="7" name="">
            <a:extLst xmlns:a="http://schemas.openxmlformats.org/drawingml/2006/main">
              <a:ext uri="{FF2B5EF4-FFF2-40B4-BE49-F238E27FC236}">
                <a16:creationId xmlns:a16="http://schemas.microsoft.com/office/drawing/2014/main" id="{673F88D2-CFF8-4D90-AA9E-E65455D9F4E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1380107753"/>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8D1144-EEF7-4D26-B87F-33263B9877C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F27599E-63B3-444D-9F28-D2E6A407F34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41AEE4F6-3DA2-433A-A15E-DEED1F4B759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8DA1A4FD-90DC-4C69-B1D2-403F2DAD754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work/hysteresis_trace.py</a:t>
            </a:r>
          </a:p>
        </p:txBody>
      </p:sp>
      <p:sp>
        <p:nvSpPr>
          <p:cNvPr id="5" name="">
            <a:extLst xmlns:a="http://schemas.openxmlformats.org/drawingml/2006/main">
              <a:ext uri="{FF2B5EF4-FFF2-40B4-BE49-F238E27FC236}">
                <a16:creationId xmlns:a16="http://schemas.microsoft.com/office/drawing/2014/main" id="{230CF0D5-EFF4-4C1B-BDAE-9572337AED8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work/hysteresis_trace.py</a:t>
            </a:r>
          </a:p>
        </p:txBody>
      </p:sp>
      <p:sp>
        <p:nvSpPr>
          <p:cNvPr id="6" name="">
            <a:extLst xmlns:a="http://schemas.openxmlformats.org/drawingml/2006/main">
              <a:ext uri="{FF2B5EF4-FFF2-40B4-BE49-F238E27FC236}">
                <a16:creationId xmlns:a16="http://schemas.microsoft.com/office/drawing/2014/main" id="{CD0EC15A-313A-4BB9-8D7D-22DFD5169D8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434891706"/>
      </p:ext>
    </p:extLst>
  </p:cSld>
</p:sld>
</file>

<file path=ppt/slides/slide6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555AD5-0A82-4361-954A-8F86B2A576B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3106BE2-3822-484C-9D15-5F645499E89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366CD488-9EC4-46D4-B7F7-B8AE2A1F74E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27.8 False → 28.1 True</a:t>
            </a:r>
          </a:p>
        </p:txBody>
      </p:sp>
      <p:sp>
        <p:nvSpPr>
          <p:cNvPr id="4" name="">
            <a:extLst xmlns:a="http://schemas.openxmlformats.org/drawingml/2006/main">
              <a:ext uri="{FF2B5EF4-FFF2-40B4-BE49-F238E27FC236}">
                <a16:creationId xmlns:a16="http://schemas.microsoft.com/office/drawing/2014/main" id="{83394323-923E-4E08-920D-8B20B344ED1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27.9 True → 27.4 False</a:t>
            </a:r>
          </a:p>
        </p:txBody>
      </p:sp>
      <p:sp>
        <p:nvSpPr>
          <p:cNvPr id="5" name="">
            <a:extLst xmlns:a="http://schemas.openxmlformats.org/drawingml/2006/main">
              <a:ext uri="{FF2B5EF4-FFF2-40B4-BE49-F238E27FC236}">
                <a16:creationId xmlns:a16="http://schemas.microsoft.com/office/drawing/2014/main" id="{7320307B-9682-4C14-99E3-E7C5AB11A84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중간 27.9에서는 이전 True를 유지합니다.</a:t>
            </a:r>
          </a:p>
        </p:txBody>
      </p:sp>
      <p:sp>
        <p:nvSpPr>
          <p:cNvPr id="6" name="">
            <a:extLst xmlns:a="http://schemas.openxmlformats.org/drawingml/2006/main">
              <a:ext uri="{FF2B5EF4-FFF2-40B4-BE49-F238E27FC236}">
                <a16:creationId xmlns:a16="http://schemas.microsoft.com/office/drawing/2014/main" id="{6D329AE4-C4B0-4DC1-8465-C3D14545C6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66</a:t>
            </a:r>
          </a:p>
        </p:txBody>
      </p:sp>
    </p:spTree>
    <p:extLst>
      <p:ext uri="{BB962C8B-B14F-4D97-AF65-F5344CB8AC3E}">
        <p14:creationId xmlns:p14="http://schemas.microsoft.com/office/powerpoint/2010/main" val="1118482314"/>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975E18E-8607-4B0A-BD6D-B7A1CC42747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D18F332-5522-4DD8-B597-27CF2DB74F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4817558A-D133-4F5A-AB4E-E940807C3AE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초기 False · 입력 [28.0,27.7,None,27.5]</a:t>
            </a:r>
          </a:p>
        </p:txBody>
      </p:sp>
      <p:sp>
        <p:nvSpPr>
          <p:cNvPr id="4" name="">
            <a:extLst xmlns:a="http://schemas.openxmlformats.org/drawingml/2006/main">
              <a:ext uri="{FF2B5EF4-FFF2-40B4-BE49-F238E27FC236}">
                <a16:creationId xmlns:a16="http://schemas.microsoft.com/office/drawing/2014/main" id="{27B85464-F897-47B2-8C66-AA12474C9C7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상태와 누락 메시지를 순서대로 쓰세요.</a:t>
            </a:r>
          </a:p>
        </p:txBody>
      </p:sp>
      <p:sp>
        <p:nvSpPr>
          <p:cNvPr id="5" name="">
            <a:extLst xmlns:a="http://schemas.openxmlformats.org/drawingml/2006/main">
              <a:ext uri="{FF2B5EF4-FFF2-40B4-BE49-F238E27FC236}">
                <a16:creationId xmlns:a16="http://schemas.microsoft.com/office/drawing/2014/main" id="{DB011EE3-C15D-415C-AD74-8DE6041E404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2002658495"/>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B62857-9DCC-421E-91E3-6BC8EFC9E17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DE15CA7-0D6D-45BC-B3C0-398EBFD0C87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8F6A440C-F232-44A2-8552-894D1DEC896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True → True → 상태 유지·no command → False</a:t>
            </a:r>
          </a:p>
        </p:txBody>
      </p:sp>
      <p:sp>
        <p:nvSpPr>
          <p:cNvPr id="4" name="">
            <a:extLst xmlns:a="http://schemas.openxmlformats.org/drawingml/2006/main">
              <a:ext uri="{FF2B5EF4-FFF2-40B4-BE49-F238E27FC236}">
                <a16:creationId xmlns:a16="http://schemas.microsoft.com/office/drawing/2014/main" id="{00B2F053-8316-466E-853C-30445FBC2A5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None을 0으로 넣어 꺼짐 판정을 하지 않습니다.</a:t>
            </a:r>
          </a:p>
        </p:txBody>
      </p:sp>
      <p:sp>
        <p:nvSpPr>
          <p:cNvPr id="5" name="">
            <a:extLst xmlns:a="http://schemas.openxmlformats.org/drawingml/2006/main">
              <a:ext uri="{FF2B5EF4-FFF2-40B4-BE49-F238E27FC236}">
                <a16:creationId xmlns:a16="http://schemas.microsoft.com/office/drawing/2014/main" id="{91F28960-A092-4AB7-8972-3FF6C050501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911161095"/>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50FD40F-DB84-463B-84D4-DA59B545A18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9DA1C25-88CE-421F-9EA7-7E65BD98365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3CC44AA6-F847-4470-91AB-3B5E8E22A8B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초기 상태를 True로 바꿉니다.</a:t>
            </a:r>
          </a:p>
        </p:txBody>
      </p:sp>
      <p:sp>
        <p:nvSpPr>
          <p:cNvPr id="4" name="">
            <a:extLst xmlns:a="http://schemas.openxmlformats.org/drawingml/2006/main">
              <a:ext uri="{FF2B5EF4-FFF2-40B4-BE49-F238E27FC236}">
                <a16:creationId xmlns:a16="http://schemas.microsoft.com/office/drawing/2014/main" id="{9E9D60B9-57A7-482C-A64F-9D2D2D9DED8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첫 27.8에서 True가 유지됩니다.</a:t>
            </a:r>
          </a:p>
        </p:txBody>
      </p:sp>
      <p:sp>
        <p:nvSpPr>
          <p:cNvPr id="5" name="">
            <a:extLst xmlns:a="http://schemas.openxmlformats.org/drawingml/2006/main">
              <a:ext uri="{FF2B5EF4-FFF2-40B4-BE49-F238E27FC236}">
                <a16:creationId xmlns:a16="http://schemas.microsoft.com/office/drawing/2014/main" id="{8F5F3D3D-22F7-4C9B-9833-6011CBCEF7A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766138073"/>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B0C0447-A2AC-4A87-AE10-64BC8BA122D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E9B9193-28D7-49FC-ABED-08B13D9E48B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0A8F439B-4A61-4FCD-A04F-D028E17DBE2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실물 제어의 안전 정책은 별도입니다.</a:t>
            </a:r>
          </a:p>
        </p:txBody>
      </p:sp>
      <p:sp>
        <p:nvSpPr>
          <p:cNvPr id="4" name="">
            <a:extLst xmlns:a="http://schemas.openxmlformats.org/drawingml/2006/main">
              <a:ext uri="{FF2B5EF4-FFF2-40B4-BE49-F238E27FC236}">
                <a16:creationId xmlns:a16="http://schemas.microsoft.com/office/drawing/2014/main" id="{0329780C-E054-487C-A059-123E05F4537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결측 처리 예를 모든 장비에 그대로 쓰지 않습니다.</a:t>
            </a:r>
          </a:p>
        </p:txBody>
      </p:sp>
      <p:sp>
        <p:nvSpPr>
          <p:cNvPr id="5" name="">
            <a:extLst xmlns:a="http://schemas.openxmlformats.org/drawingml/2006/main">
              <a:ext uri="{FF2B5EF4-FFF2-40B4-BE49-F238E27FC236}">
                <a16:creationId xmlns:a16="http://schemas.microsoft.com/office/drawing/2014/main" id="{55D35660-B102-452A-8554-53410BB443A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111389754"/>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800345-1D3C-406F-9AD6-049D8C2F58C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820BB50-6F1E-4016-B845-E26B1236448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1AAD0B70-A484-47A5-BD61-A25F3097EC6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히스테리시스가 이전 상태를 쓰는 이유는?</a:t>
            </a:r>
          </a:p>
        </p:txBody>
      </p:sp>
      <p:sp>
        <p:nvSpPr>
          <p:cNvPr id="4" name="">
            <a:extLst xmlns:a="http://schemas.openxmlformats.org/drawingml/2006/main">
              <a:ext uri="{FF2B5EF4-FFF2-40B4-BE49-F238E27FC236}">
                <a16:creationId xmlns:a16="http://schemas.microsoft.com/office/drawing/2014/main" id="{014AAD31-2F12-4214-950E-EB33E15EFEF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중간 값 한 개로 설명해 봅시다.</a:t>
            </a:r>
          </a:p>
        </p:txBody>
      </p:sp>
      <p:sp>
        <p:nvSpPr>
          <p:cNvPr id="5" name="">
            <a:extLst xmlns:a="http://schemas.openxmlformats.org/drawingml/2006/main">
              <a:ext uri="{FF2B5EF4-FFF2-40B4-BE49-F238E27FC236}">
                <a16:creationId xmlns:a16="http://schemas.microsoft.com/office/drawing/2014/main" id="{A211D4EC-5C8E-4757-A5AF-BF217B1438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1278133965"/>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1ABE0A1-12A1-43B4-9D2B-6BF4E3DF5FF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02E4481-F880-4C2C-8400-315603F2BBE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9C820962-3879-469D-826D-184FBB7BABB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초기 True, [27.6,27.5,None,28]</a:t>
            </a:r>
          </a:p>
        </p:txBody>
      </p:sp>
      <p:sp>
        <p:nvSpPr>
          <p:cNvPr id="4" name="">
            <a:extLst xmlns:a="http://schemas.openxmlformats.org/drawingml/2006/main">
              <a:ext uri="{FF2B5EF4-FFF2-40B4-BE49-F238E27FC236}">
                <a16:creationId xmlns:a16="http://schemas.microsoft.com/office/drawing/2014/main" id="{53EA7C96-43CC-4B26-B9F7-510A440B2B7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값과 상태 유효 여부를 따로 추적하세요.</a:t>
            </a:r>
          </a:p>
        </p:txBody>
      </p:sp>
      <p:sp>
        <p:nvSpPr>
          <p:cNvPr id="5" name="">
            <a:extLst xmlns:a="http://schemas.openxmlformats.org/drawingml/2006/main">
              <a:ext uri="{FF2B5EF4-FFF2-40B4-BE49-F238E27FC236}">
                <a16:creationId xmlns:a16="http://schemas.microsoft.com/office/drawing/2014/main" id="{CB044E38-60CC-4A78-88F9-8029D3C2508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32855702"/>
      </p:ext>
    </p:extLst>
  </p:cSld>
</p:sld>
</file>

<file path=ppt/slides/slide73.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BA0E89-39E5-46AB-856C-75BC1349014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8F0940D-989B-4425-8C2B-16C7704F3A32}"/>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 펌웨어·직렬 통신·배선 검토</a:t>
            </a:r>
          </a:p>
        </p:txBody>
      </p:sp>
      <p:sp>
        <p:nvSpPr>
          <p:cNvPr id="3" name="">
            <a:extLst xmlns:a="http://schemas.openxmlformats.org/drawingml/2006/main">
              <a:ext uri="{FF2B5EF4-FFF2-40B4-BE49-F238E27FC236}">
                <a16:creationId xmlns:a16="http://schemas.microsoft.com/office/drawing/2014/main" id="{C5781F4E-A555-4A17-9F21-CA041ED508EA}"/>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15:00~15:50 · 50분</a:t>
            </a:r>
          </a:p>
        </p:txBody>
      </p:sp>
      <p:sp>
        <p:nvSpPr>
          <p:cNvPr id="4" name="">
            <a:extLst xmlns:a="http://schemas.openxmlformats.org/drawingml/2006/main">
              <a:ext uri="{FF2B5EF4-FFF2-40B4-BE49-F238E27FC236}">
                <a16:creationId xmlns:a16="http://schemas.microsoft.com/office/drawing/2014/main" id="{19BDE198-A1CF-4FA8-9CDF-4041C8A33FC7}"/>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A13 · A14 · A15</a:t>
            </a:r>
          </a:p>
        </p:txBody>
      </p:sp>
      <p:sp>
        <p:nvSpPr>
          <p:cNvPr id="5" name="">
            <a:extLst xmlns:a="http://schemas.openxmlformats.org/drawingml/2006/main">
              <a:ext uri="{FF2B5EF4-FFF2-40B4-BE49-F238E27FC236}">
                <a16:creationId xmlns:a16="http://schemas.microsoft.com/office/drawing/2014/main" id="{174A14FC-65E5-4B0C-AC52-2146D106532B}"/>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0728DB4F-238C-4D98-9815-0F186C5A131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73</a:t>
            </a:r>
          </a:p>
        </p:txBody>
      </p:sp>
    </p:spTree>
    <p:extLst>
      <p:ext uri="{BB962C8B-B14F-4D97-AF65-F5344CB8AC3E}">
        <p14:creationId xmlns:p14="http://schemas.microsoft.com/office/powerpoint/2010/main" val="311402942"/>
      </p:ext>
    </p:extLst>
  </p:cSld>
</p:sld>
</file>

<file path=ppt/slides/slide7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5F34B78-7FFC-4920-B571-39783FC0184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F0E7EBBC-E69C-4258-AAB8-305C7D5A12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PC 코드와 보드 펌웨어</a:t>
            </a:r>
          </a:p>
        </p:txBody>
      </p:sp>
      <p:sp>
        <p:nvSpPr>
          <p:cNvPr id="3" name="">
            <a:extLst xmlns:a="http://schemas.openxmlformats.org/drawingml/2006/main">
              <a:ext uri="{FF2B5EF4-FFF2-40B4-BE49-F238E27FC236}">
                <a16:creationId xmlns:a16="http://schemas.microsoft.com/office/drawing/2014/main" id="{4A3D91DC-EB53-465D-9191-68A6ACA01AE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Python 파일은 PC에서 실행합니다.</a:t>
            </a:r>
          </a:p>
        </p:txBody>
      </p:sp>
      <p:sp>
        <p:nvSpPr>
          <p:cNvPr id="4" name="">
            <a:extLst xmlns:a="http://schemas.openxmlformats.org/drawingml/2006/main">
              <a:ext uri="{FF2B5EF4-FFF2-40B4-BE49-F238E27FC236}">
                <a16:creationId xmlns:a16="http://schemas.microsoft.com/office/drawing/2014/main" id="{BB3CB5B5-AA64-411F-8551-B54464DEC74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펌웨어는 보드에 넣어 실행합니다.</a:t>
            </a:r>
          </a:p>
        </p:txBody>
      </p:sp>
      <p:sp>
        <p:nvSpPr>
          <p:cNvPr id="5" name="">
            <a:extLst xmlns:a="http://schemas.openxmlformats.org/drawingml/2006/main">
              <a:ext uri="{FF2B5EF4-FFF2-40B4-BE49-F238E27FC236}">
                <a16:creationId xmlns:a16="http://schemas.microsoft.com/office/drawing/2014/main" id="{496522F5-4A7F-4341-B5E6-F274675305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74</a:t>
            </a:r>
          </a:p>
        </p:txBody>
      </p:sp>
    </p:spTree>
    <p:extLst>
      <p:ext uri="{BB962C8B-B14F-4D97-AF65-F5344CB8AC3E}">
        <p14:creationId xmlns:p14="http://schemas.microsoft.com/office/powerpoint/2010/main" val="1859272954"/>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092F2DB-27DD-4A58-9277-48AEFB6CCE8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8EBD27C-F40D-4A6D-9C40-620B7692FE7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setup과 loop</a:t>
            </a:r>
          </a:p>
        </p:txBody>
      </p:sp>
      <p:sp>
        <p:nvSpPr>
          <p:cNvPr id="3" name="">
            <a:extLst xmlns:a="http://schemas.openxmlformats.org/drawingml/2006/main">
              <a:ext uri="{FF2B5EF4-FFF2-40B4-BE49-F238E27FC236}">
                <a16:creationId xmlns:a16="http://schemas.microsoft.com/office/drawing/2014/main" id="{D445674C-8075-44C7-B758-E7CE2FD867B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통신 등 시작 설정을 합니다.</a:t>
            </a:r>
          </a:p>
        </p:txBody>
      </p:sp>
      <p:sp>
        <p:nvSpPr>
          <p:cNvPr id="4" name="">
            <a:extLst xmlns:a="http://schemas.openxmlformats.org/drawingml/2006/main">
              <a:ext uri="{FF2B5EF4-FFF2-40B4-BE49-F238E27FC236}">
                <a16:creationId xmlns:a16="http://schemas.microsoft.com/office/drawing/2014/main" id="{31EC8C2B-9397-4618-9D62-1786F001ED5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loop는 그 뒤 반복되는 함수입니다.</a:t>
            </a:r>
          </a:p>
        </p:txBody>
      </p:sp>
      <p:sp>
        <p:nvSpPr>
          <p:cNvPr id="5" name="">
            <a:extLst xmlns:a="http://schemas.openxmlformats.org/drawingml/2006/main">
              <a:ext uri="{FF2B5EF4-FFF2-40B4-BE49-F238E27FC236}">
                <a16:creationId xmlns:a16="http://schemas.microsoft.com/office/drawing/2014/main" id="{CDC66ECC-57B3-409B-8C82-E68AA4E179F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1866752549"/>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0852719-ABA9-43C8-BC1B-7FEBAB75E2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7082C3E-2C55-4942-B3B6-7C2A458D356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직렬 통신과 속도 설정</a:t>
            </a:r>
          </a:p>
        </p:txBody>
      </p:sp>
      <p:sp>
        <p:nvSpPr>
          <p:cNvPr id="3" name="">
            <a:extLst xmlns:a="http://schemas.openxmlformats.org/drawingml/2006/main">
              <a:ext uri="{FF2B5EF4-FFF2-40B4-BE49-F238E27FC236}">
                <a16:creationId xmlns:a16="http://schemas.microsoft.com/office/drawing/2014/main" id="{824CC7C0-8AA8-4BDB-8C55-F3A1A8B2CD1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양쪽 통신 속도를 맞춥니다.</a:t>
            </a:r>
          </a:p>
        </p:txBody>
      </p:sp>
      <p:sp>
        <p:nvSpPr>
          <p:cNvPr id="4" name="">
            <a:extLst xmlns:a="http://schemas.openxmlformats.org/drawingml/2006/main">
              <a:ext uri="{FF2B5EF4-FFF2-40B4-BE49-F238E27FC236}">
                <a16:creationId xmlns:a16="http://schemas.microsoft.com/office/drawing/2014/main" id="{68A6B96D-32F3-4022-BA69-34AF16AF83F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예제는 Serial.begin(115200)을 사용합니다.</a:t>
            </a:r>
          </a:p>
        </p:txBody>
      </p:sp>
      <p:sp>
        <p:nvSpPr>
          <p:cNvPr id="5" name="">
            <a:extLst xmlns:a="http://schemas.openxmlformats.org/drawingml/2006/main">
              <a:ext uri="{FF2B5EF4-FFF2-40B4-BE49-F238E27FC236}">
                <a16:creationId xmlns:a16="http://schemas.microsoft.com/office/drawing/2014/main" id="{C617CE30-C946-4F66-8DDE-C2C76965442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256208413"/>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99A900-FEA8-490E-B40E-C06D623F1C6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422C9F0D-871C-438D-9651-B294A3B4088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고정 출력과 센서 측정</a:t>
            </a:r>
          </a:p>
        </p:txBody>
      </p:sp>
      <p:sp>
        <p:nvSpPr>
          <p:cNvPr id="3" name="">
            <a:extLst xmlns:a="http://schemas.openxmlformats.org/drawingml/2006/main">
              <a:ext uri="{FF2B5EF4-FFF2-40B4-BE49-F238E27FC236}">
                <a16:creationId xmlns:a16="http://schemas.microsoft.com/office/drawing/2014/main" id="{6E01ACAE-1968-4455-B475-CBCF98D3FA4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Serial.println이 같은 문장을 보냅니다.</a:t>
            </a:r>
          </a:p>
        </p:txBody>
      </p:sp>
      <p:sp>
        <p:nvSpPr>
          <p:cNvPr id="4" name="">
            <a:extLst xmlns:a="http://schemas.openxmlformats.org/drawingml/2006/main">
              <a:ext uri="{FF2B5EF4-FFF2-40B4-BE49-F238E27FC236}">
                <a16:creationId xmlns:a16="http://schemas.microsoft.com/office/drawing/2014/main" id="{B9DC0690-2A31-47E8-98E2-72E803FF370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 예에는 센서를 읽는 함수가 없습니다.</a:t>
            </a:r>
          </a:p>
        </p:txBody>
      </p:sp>
      <p:sp>
        <p:nvSpPr>
          <p:cNvPr id="5" name="">
            <a:extLst xmlns:a="http://schemas.openxmlformats.org/drawingml/2006/main">
              <a:ext uri="{FF2B5EF4-FFF2-40B4-BE49-F238E27FC236}">
                <a16:creationId xmlns:a16="http://schemas.microsoft.com/office/drawing/2014/main" id="{3C321E84-BCD1-41F1-B705-7A908EC3316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631795339"/>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E97A11-8EFC-4809-9DE6-CBF41846F08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3D3F207-52F9-4012-8B8F-3A5D71E7E55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delay와 실행 주기</a:t>
            </a:r>
          </a:p>
        </p:txBody>
      </p:sp>
      <p:sp>
        <p:nvSpPr>
          <p:cNvPr id="3" name="">
            <a:extLst xmlns:a="http://schemas.openxmlformats.org/drawingml/2006/main">
              <a:ext uri="{FF2B5EF4-FFF2-40B4-BE49-F238E27FC236}">
                <a16:creationId xmlns:a16="http://schemas.microsoft.com/office/drawing/2014/main" id="{3DFB9974-4B4D-40B1-8D5B-09B201FF2CD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delay(1000)은 1000ms 대기입니다.</a:t>
            </a:r>
          </a:p>
        </p:txBody>
      </p:sp>
      <p:sp>
        <p:nvSpPr>
          <p:cNvPr id="4" name="">
            <a:extLst xmlns:a="http://schemas.openxmlformats.org/drawingml/2006/main">
              <a:ext uri="{FF2B5EF4-FFF2-40B4-BE49-F238E27FC236}">
                <a16:creationId xmlns:a16="http://schemas.microsoft.com/office/drawing/2014/main" id="{16AFADCE-5514-4CF4-9AC5-C2965BED45A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전체 주기 정확도를 측정한 결과는 아닙니다.</a:t>
            </a:r>
          </a:p>
        </p:txBody>
      </p:sp>
      <p:sp>
        <p:nvSpPr>
          <p:cNvPr id="5" name="">
            <a:extLst xmlns:a="http://schemas.openxmlformats.org/drawingml/2006/main">
              <a:ext uri="{FF2B5EF4-FFF2-40B4-BE49-F238E27FC236}">
                <a16:creationId xmlns:a16="http://schemas.microsoft.com/office/drawing/2014/main" id="{8EF64DAB-D594-4743-BDAF-EFEB4BC5541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1166957790"/>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8794EA-9FE6-40F9-B708-BE473A3A31B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4B341FA-2C0B-4E9B-9C89-046B4ADAD82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배선 전 확인 조건</a:t>
            </a:r>
          </a:p>
        </p:txBody>
      </p:sp>
      <p:sp>
        <p:nvSpPr>
          <p:cNvPr id="3" name="">
            <a:extLst xmlns:a="http://schemas.openxmlformats.org/drawingml/2006/main">
              <a:ext uri="{FF2B5EF4-FFF2-40B4-BE49-F238E27FC236}">
                <a16:creationId xmlns:a16="http://schemas.microsoft.com/office/drawing/2014/main" id="{B7C9F87D-9A26-4471-9582-F49C8302929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보드 모델 · 핀 기능 · 전압 · 반환 경로</a:t>
            </a:r>
          </a:p>
        </p:txBody>
      </p:sp>
      <p:sp>
        <p:nvSpPr>
          <p:cNvPr id="4" name="">
            <a:extLst xmlns:a="http://schemas.openxmlformats.org/drawingml/2006/main">
              <a:ext uri="{FF2B5EF4-FFF2-40B4-BE49-F238E27FC236}">
                <a16:creationId xmlns:a16="http://schemas.microsoft.com/office/drawing/2014/main" id="{702B3145-0DC1-4BE0-BE3F-F7F872B8BC4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전원을 끈 상태의 도면부터 검토합니다.</a:t>
            </a:r>
          </a:p>
        </p:txBody>
      </p:sp>
      <p:sp>
        <p:nvSpPr>
          <p:cNvPr id="5" name="">
            <a:extLst xmlns:a="http://schemas.openxmlformats.org/drawingml/2006/main">
              <a:ext uri="{FF2B5EF4-FFF2-40B4-BE49-F238E27FC236}">
                <a16:creationId xmlns:a16="http://schemas.microsoft.com/office/drawing/2014/main" id="{FADFA19C-95C9-4382-9F18-840E7E399F5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986539957"/>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7EB2BAC-35EE-45D6-8926-146D97278A2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F3B2813-68AC-4DEE-8A3A-38077440580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보드 반복 코드 읽기 예제</a:t>
            </a:r>
          </a:p>
        </p:txBody>
      </p:sp>
      <p:sp>
        <p:nvSpPr>
          <p:cNvPr id="3" name="">
            <a:extLst xmlns:a="http://schemas.openxmlformats.org/drawingml/2006/main">
              <a:ext uri="{FF2B5EF4-FFF2-40B4-BE49-F238E27FC236}">
                <a16:creationId xmlns:a16="http://schemas.microsoft.com/office/drawing/2014/main" id="{071E2032-263E-46E0-B219-876271AD923A}"/>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void setup()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Serial.begin(115200);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void loop()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Serial.println("mock:28.0");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delay(1000);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p:txBody>
      </p:sp>
      <p:sp>
        <p:nvSpPr>
          <p:cNvPr id="4" name="">
            <a:extLst xmlns:a="http://schemas.openxmlformats.org/drawingml/2006/main">
              <a:ext uri="{FF2B5EF4-FFF2-40B4-BE49-F238E27FC236}">
                <a16:creationId xmlns:a16="http://schemas.microsoft.com/office/drawing/2014/main" id="{E265E120-D348-4D7A-86BA-B0E0173E02F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727383071"/>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FF1DCF-B6D5-452F-A65E-1BC097C980F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26C3717-7E7E-4BCB-AA87-5CDF0385570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DF510A33-378E-44B5-95D3-878775BFBF0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시작할 때 통신을 설정합니다.</a:t>
            </a:r>
          </a:p>
        </p:txBody>
      </p:sp>
      <p:sp>
        <p:nvSpPr>
          <p:cNvPr id="4" name="">
            <a:extLst xmlns:a="http://schemas.openxmlformats.org/drawingml/2006/main">
              <a:ext uri="{FF2B5EF4-FFF2-40B4-BE49-F238E27FC236}">
                <a16:creationId xmlns:a16="http://schemas.microsoft.com/office/drawing/2014/main" id="{31696AE7-2D00-4C55-AB32-282491BBF9A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4~7행: 고정 문장을 반복 출력합니다.</a:t>
            </a:r>
          </a:p>
        </p:txBody>
      </p:sp>
      <p:sp>
        <p:nvSpPr>
          <p:cNvPr id="5" name="">
            <a:extLst xmlns:a="http://schemas.openxmlformats.org/drawingml/2006/main">
              <a:ext uri="{FF2B5EF4-FFF2-40B4-BE49-F238E27FC236}">
                <a16:creationId xmlns:a16="http://schemas.microsoft.com/office/drawing/2014/main" id="{08B23202-B569-4E8F-9C69-11C2A301666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중괄호: 문장 묶음 · 세미콜론: 문장 끝</a:t>
            </a:r>
          </a:p>
        </p:txBody>
      </p:sp>
      <p:sp>
        <p:nvSpPr>
          <p:cNvPr id="6" name="">
            <a:extLst xmlns:a="http://schemas.openxmlformats.org/drawingml/2006/main">
              <a:ext uri="{FF2B5EF4-FFF2-40B4-BE49-F238E27FC236}">
                <a16:creationId xmlns:a16="http://schemas.microsoft.com/office/drawing/2014/main" id="{398DF8BD-8883-427C-814D-EF756BC4D1E6}"/>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delay(1000): 1초를 기다립니다.</a:t>
            </a:r>
          </a:p>
        </p:txBody>
      </p:sp>
      <p:sp>
        <p:nvSpPr>
          <p:cNvPr id="7" name="">
            <a:extLst xmlns:a="http://schemas.openxmlformats.org/drawingml/2006/main">
              <a:ext uri="{FF2B5EF4-FFF2-40B4-BE49-F238E27FC236}">
                <a16:creationId xmlns:a16="http://schemas.microsoft.com/office/drawing/2014/main" id="{A1F654B0-412B-404F-87BF-A086344C593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402796425"/>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BF0FD91-67DA-4E6F-BE0E-85747A3FD1E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4C120DF-BD44-4D6F-A7F2-C160D3095DC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620D5130-4743-4CB4-B90F-0CA8CD12BCF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 코드는 Python으로 실행하지 않습니다.</a:t>
            </a:r>
          </a:p>
        </p:txBody>
      </p:sp>
      <p:sp>
        <p:nvSpPr>
          <p:cNvPr id="4" name="">
            <a:extLst xmlns:a="http://schemas.openxmlformats.org/drawingml/2006/main">
              <a:ext uri="{FF2B5EF4-FFF2-40B4-BE49-F238E27FC236}">
                <a16:creationId xmlns:a16="http://schemas.microsoft.com/office/drawing/2014/main" id="{E7F636BB-C480-483F-A1C5-6E5B65BC6B9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정확한 보드 모델을 먼저 확인합니다.</a:t>
            </a:r>
          </a:p>
        </p:txBody>
      </p:sp>
      <p:sp>
        <p:nvSpPr>
          <p:cNvPr id="5" name="">
            <a:extLst xmlns:a="http://schemas.openxmlformats.org/drawingml/2006/main">
              <a:ext uri="{FF2B5EF4-FFF2-40B4-BE49-F238E27FC236}">
                <a16:creationId xmlns:a16="http://schemas.microsoft.com/office/drawing/2014/main" id="{C4CB6D48-39F9-4AE3-8AD2-120690A5038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컴파일·업로드·모니터 관찰은 아직 미수행입니다.</a:t>
            </a:r>
          </a:p>
        </p:txBody>
      </p:sp>
      <p:sp>
        <p:nvSpPr>
          <p:cNvPr id="6" name="">
            <a:extLst xmlns:a="http://schemas.openxmlformats.org/drawingml/2006/main">
              <a:ext uri="{FF2B5EF4-FFF2-40B4-BE49-F238E27FC236}">
                <a16:creationId xmlns:a16="http://schemas.microsoft.com/office/drawing/2014/main" id="{1A218857-BA76-444B-8CB5-E4423DB8B43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1968970518"/>
      </p:ext>
    </p:extLst>
  </p:cSld>
</p:sld>
</file>

<file path=ppt/slides/slide8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A354E3-812F-4400-9EF8-FFB44FD3A1B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5D643E6-95F9-4150-8FBA-BB8F3C2772B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D876DFEA-4841-46C8-943E-6473580DA1E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읽기 예의 문장: mock:28.0</a:t>
            </a:r>
          </a:p>
        </p:txBody>
      </p:sp>
      <p:sp>
        <p:nvSpPr>
          <p:cNvPr id="4" name="">
            <a:extLst xmlns:a="http://schemas.openxmlformats.org/drawingml/2006/main">
              <a:ext uri="{FF2B5EF4-FFF2-40B4-BE49-F238E27FC236}">
                <a16:creationId xmlns:a16="http://schemas.microsoft.com/office/drawing/2014/main" id="{227747D3-7FFB-4FF3-A549-6FC70D8D49B9}"/>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가상 출력이며 실제 측정값이 아닙니다.</a:t>
            </a:r>
          </a:p>
        </p:txBody>
      </p:sp>
      <p:sp>
        <p:nvSpPr>
          <p:cNvPr id="5" name="">
            <a:extLst xmlns:a="http://schemas.openxmlformats.org/drawingml/2006/main">
              <a:ext uri="{FF2B5EF4-FFF2-40B4-BE49-F238E27FC236}">
                <a16:creationId xmlns:a16="http://schemas.microsoft.com/office/drawing/2014/main" id="{2484F4FE-51C6-4252-8074-DC35A56C599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컴파일·업로드 성공은 아직 확인하지 않았습니다.</a:t>
            </a:r>
          </a:p>
        </p:txBody>
      </p:sp>
      <p:sp>
        <p:nvSpPr>
          <p:cNvPr id="6" name="">
            <a:extLst xmlns:a="http://schemas.openxmlformats.org/drawingml/2006/main">
              <a:ext uri="{FF2B5EF4-FFF2-40B4-BE49-F238E27FC236}">
                <a16:creationId xmlns:a16="http://schemas.microsoft.com/office/drawing/2014/main" id="{A152364C-606E-4A17-AEA7-1ADDB3D984A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83</a:t>
            </a:r>
          </a:p>
        </p:txBody>
      </p:sp>
    </p:spTree>
    <p:extLst>
      <p:ext uri="{BB962C8B-B14F-4D97-AF65-F5344CB8AC3E}">
        <p14:creationId xmlns:p14="http://schemas.microsoft.com/office/powerpoint/2010/main" val="836051640"/>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259F4F2-5756-4115-8953-1BE72BC8E0C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CB4136A-EF3A-431B-A022-BADA8870717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2986E34-353A-4BF9-9785-BA5191647FF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글자가 깨질 때와 포트가 없을 때</a:t>
            </a:r>
          </a:p>
        </p:txBody>
      </p:sp>
      <p:sp>
        <p:nvSpPr>
          <p:cNvPr id="4" name="">
            <a:extLst xmlns:a="http://schemas.openxmlformats.org/drawingml/2006/main">
              <a:ext uri="{FF2B5EF4-FFF2-40B4-BE49-F238E27FC236}">
                <a16:creationId xmlns:a16="http://schemas.microsoft.com/office/drawing/2014/main" id="{CFBB1008-D85F-49DA-B1B2-5731532C0D6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처음 확인할 항목을 각각 쓰세요.</a:t>
            </a:r>
          </a:p>
        </p:txBody>
      </p:sp>
      <p:sp>
        <p:nvSpPr>
          <p:cNvPr id="5" name="">
            <a:extLst xmlns:a="http://schemas.openxmlformats.org/drawingml/2006/main">
              <a:ext uri="{FF2B5EF4-FFF2-40B4-BE49-F238E27FC236}">
                <a16:creationId xmlns:a16="http://schemas.microsoft.com/office/drawing/2014/main" id="{EF7A5450-9615-470D-A054-8CB77CDFF96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1617185609"/>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2F2CA3-1617-4B16-B2E0-B023EFCBC79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305713B-61AC-484E-9110-830226B081B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9262345F-F66D-427A-BEE6-BFC085FBB90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글자 깨짐: 양쪽 속도 설정</a:t>
            </a:r>
          </a:p>
        </p:txBody>
      </p:sp>
      <p:sp>
        <p:nvSpPr>
          <p:cNvPr id="4" name="">
            <a:extLst xmlns:a="http://schemas.openxmlformats.org/drawingml/2006/main">
              <a:ext uri="{FF2B5EF4-FFF2-40B4-BE49-F238E27FC236}">
                <a16:creationId xmlns:a16="http://schemas.microsoft.com/office/drawing/2014/main" id="{F747C7AF-021E-426F-8C25-FBEE491A82B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포트 없음: 케이블·드라이버·장치 인식</a:t>
            </a:r>
          </a:p>
        </p:txBody>
      </p:sp>
      <p:sp>
        <p:nvSpPr>
          <p:cNvPr id="5" name="">
            <a:extLst xmlns:a="http://schemas.openxmlformats.org/drawingml/2006/main">
              <a:ext uri="{FF2B5EF4-FFF2-40B4-BE49-F238E27FC236}">
                <a16:creationId xmlns:a16="http://schemas.microsoft.com/office/drawing/2014/main" id="{CD999E3D-D3A4-44CB-97F8-506019443FC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고정 출력 성공과 센서 측정 성공도 나눕니다.</a:t>
            </a:r>
          </a:p>
        </p:txBody>
      </p:sp>
      <p:sp>
        <p:nvSpPr>
          <p:cNvPr id="6" name="">
            <a:extLst xmlns:a="http://schemas.openxmlformats.org/drawingml/2006/main">
              <a:ext uri="{FF2B5EF4-FFF2-40B4-BE49-F238E27FC236}">
                <a16:creationId xmlns:a16="http://schemas.microsoft.com/office/drawing/2014/main" id="{8C761684-02D5-4413-9F22-14D8FB7C2F2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1856828541"/>
      </p:ext>
    </p:extLst>
  </p:cSld>
</p:sld>
</file>

<file path=ppt/slides/slide8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A221818-FA49-4C67-9EAC-C96B303FB6C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6E0DD067-3235-437A-9520-9CA2E5EF3C6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BFD520EA-7460-4CBE-BBEC-F834BCEAE9D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출력 문장을 mock:25.0으로 바꿉니다.</a:t>
            </a:r>
          </a:p>
        </p:txBody>
      </p:sp>
      <p:sp>
        <p:nvSpPr>
          <p:cNvPr id="4" name="">
            <a:extLst xmlns:a="http://schemas.openxmlformats.org/drawingml/2006/main">
              <a:ext uri="{FF2B5EF4-FFF2-40B4-BE49-F238E27FC236}">
                <a16:creationId xmlns:a16="http://schemas.microsoft.com/office/drawing/2014/main" id="{7D7A9AD0-6A13-491F-ACC0-D5514939D29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 센서를 읽는 기능이 생긴 것은 아닙니다.</a:t>
            </a:r>
          </a:p>
        </p:txBody>
      </p:sp>
      <p:sp>
        <p:nvSpPr>
          <p:cNvPr id="5" name="">
            <a:extLst xmlns:a="http://schemas.openxmlformats.org/drawingml/2006/main">
              <a:ext uri="{FF2B5EF4-FFF2-40B4-BE49-F238E27FC236}">
                <a16:creationId xmlns:a16="http://schemas.microsoft.com/office/drawing/2014/main" id="{6A1BB7BF-C4CF-43DA-8747-75CFED801B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86</a:t>
            </a:r>
          </a:p>
        </p:txBody>
      </p:sp>
    </p:spTree>
    <p:extLst>
      <p:ext uri="{BB962C8B-B14F-4D97-AF65-F5344CB8AC3E}">
        <p14:creationId xmlns:p14="http://schemas.microsoft.com/office/powerpoint/2010/main" val="527225123"/>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72A020C-2F87-403F-A455-C96F5DEAC2E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7EE9F73-5DCC-4C68-9617-32005639BA2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C1A29F52-25A7-4A4B-A194-BEDDC96FD28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핀 번호를 추측해 전원을 넣지 않습니다.</a:t>
            </a:r>
          </a:p>
        </p:txBody>
      </p:sp>
      <p:sp>
        <p:nvSpPr>
          <p:cNvPr id="4" name="">
            <a:extLst xmlns:a="http://schemas.openxmlformats.org/drawingml/2006/main">
              <a:ext uri="{FF2B5EF4-FFF2-40B4-BE49-F238E27FC236}">
                <a16:creationId xmlns:a16="http://schemas.microsoft.com/office/drawing/2014/main" id="{80CDFD3D-6344-4DFB-BDC1-F575621782D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모델이 미확정이면 확인표로 남깁니다.</a:t>
            </a:r>
          </a:p>
        </p:txBody>
      </p:sp>
      <p:sp>
        <p:nvSpPr>
          <p:cNvPr id="5" name="">
            <a:extLst xmlns:a="http://schemas.openxmlformats.org/drawingml/2006/main">
              <a:ext uri="{FF2B5EF4-FFF2-40B4-BE49-F238E27FC236}">
                <a16:creationId xmlns:a16="http://schemas.microsoft.com/office/drawing/2014/main" id="{D30A5F56-8A00-4544-8F31-93067E5E18C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2028311825"/>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9D43AE6-9390-4108-B353-AA868555DCE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B9C79DD9-FDF0-4ABD-8135-FDAEC6FD5B4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17078498-3469-4181-AEB8-FB04D5B86C1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setup과 loop의 역할을 말해 봅시다.</a:t>
            </a:r>
          </a:p>
        </p:txBody>
      </p:sp>
      <p:sp>
        <p:nvSpPr>
          <p:cNvPr id="4" name="">
            <a:extLst xmlns:a="http://schemas.openxmlformats.org/drawingml/2006/main">
              <a:ext uri="{FF2B5EF4-FFF2-40B4-BE49-F238E27FC236}">
                <a16:creationId xmlns:a16="http://schemas.microsoft.com/office/drawing/2014/main" id="{6D3AA446-36F2-40B2-95B8-0CD9075862E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PC 파일 재생과 보드 실행을 구분합니다.</a:t>
            </a:r>
          </a:p>
        </p:txBody>
      </p:sp>
      <p:sp>
        <p:nvSpPr>
          <p:cNvPr id="5" name="">
            <a:extLst xmlns:a="http://schemas.openxmlformats.org/drawingml/2006/main">
              <a:ext uri="{FF2B5EF4-FFF2-40B4-BE49-F238E27FC236}">
                <a16:creationId xmlns:a16="http://schemas.microsoft.com/office/drawing/2014/main" id="{B5CAAFA5-2FB7-4613-AA69-85883F085EC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1386135145"/>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83DB723-36A6-45FC-9344-040AF313930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835B1E6-8584-4E0C-82D5-4A6B0CE6284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3BF43DAD-6BDD-49C5-8396-32847A1DD15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고정값을 실제 온도로 바꾸려면</a:t>
            </a:r>
          </a:p>
        </p:txBody>
      </p:sp>
      <p:sp>
        <p:nvSpPr>
          <p:cNvPr id="4" name="">
            <a:extLst xmlns:a="http://schemas.openxmlformats.org/drawingml/2006/main">
              <a:ext uri="{FF2B5EF4-FFF2-40B4-BE49-F238E27FC236}">
                <a16:creationId xmlns:a16="http://schemas.microsoft.com/office/drawing/2014/main" id="{97222A90-44E6-4C02-953C-57A99211E08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빠진 입력·변환·확인 단계를 쓰세요.</a:t>
            </a:r>
          </a:p>
        </p:txBody>
      </p:sp>
      <p:sp>
        <p:nvSpPr>
          <p:cNvPr id="5" name="">
            <a:extLst xmlns:a="http://schemas.openxmlformats.org/drawingml/2006/main">
              <a:ext uri="{FF2B5EF4-FFF2-40B4-BE49-F238E27FC236}">
                <a16:creationId xmlns:a16="http://schemas.microsoft.com/office/drawing/2014/main" id="{6B228425-AB81-46A7-93A3-BC84144AB29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1532411105"/>
      </p:ext>
    </p:extLst>
  </p:cSld>
</p:sld>
</file>

<file path=ppt/slides/slide90.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B0AFE8-D6AF-4CD0-9D5A-2B4F1BD6033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4E3C73C-CC93-4772-9129-1C035E5B184F}"/>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 모의 시험과 실물 증거 전달</a:t>
            </a:r>
          </a:p>
        </p:txBody>
      </p:sp>
      <p:sp>
        <p:nvSpPr>
          <p:cNvPr id="3" name="">
            <a:extLst xmlns:a="http://schemas.openxmlformats.org/drawingml/2006/main">
              <a:ext uri="{FF2B5EF4-FFF2-40B4-BE49-F238E27FC236}">
                <a16:creationId xmlns:a16="http://schemas.microsoft.com/office/drawing/2014/main" id="{C02D5D28-22A1-49A1-828E-36A70CD8CC3A}"/>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16:00~16:50 · 50분</a:t>
            </a:r>
          </a:p>
        </p:txBody>
      </p:sp>
      <p:sp>
        <p:nvSpPr>
          <p:cNvPr id="4" name="">
            <a:extLst xmlns:a="http://schemas.openxmlformats.org/drawingml/2006/main">
              <a:ext uri="{FF2B5EF4-FFF2-40B4-BE49-F238E27FC236}">
                <a16:creationId xmlns:a16="http://schemas.microsoft.com/office/drawing/2014/main" id="{D459109C-E9CD-4910-8DBD-EDFA8CF65E46}"/>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A16 · A17 · A18</a:t>
            </a:r>
          </a:p>
        </p:txBody>
      </p:sp>
      <p:sp>
        <p:nvSpPr>
          <p:cNvPr id="5" name="">
            <a:extLst xmlns:a="http://schemas.openxmlformats.org/drawingml/2006/main">
              <a:ext uri="{FF2B5EF4-FFF2-40B4-BE49-F238E27FC236}">
                <a16:creationId xmlns:a16="http://schemas.microsoft.com/office/drawing/2014/main" id="{74D23425-F61C-4D3D-8AB4-ACE838BA6AD7}"/>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F9D74ED1-A987-48BC-81BD-76261D5E75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90</a:t>
            </a:r>
          </a:p>
        </p:txBody>
      </p:sp>
    </p:spTree>
    <p:extLst>
      <p:ext uri="{BB962C8B-B14F-4D97-AF65-F5344CB8AC3E}">
        <p14:creationId xmlns:p14="http://schemas.microsoft.com/office/powerpoint/2010/main" val="933807228"/>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0BBA859-7227-44AA-AF21-97F8F74F1FF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8CC9E90-6A33-4C5F-928E-7BF3AB56607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온도 요구와 기대 상태</a:t>
            </a:r>
          </a:p>
        </p:txBody>
      </p:sp>
      <p:sp>
        <p:nvSpPr>
          <p:cNvPr id="3" name="">
            <a:extLst xmlns:a="http://schemas.openxmlformats.org/drawingml/2006/main">
              <a:ext uri="{FF2B5EF4-FFF2-40B4-BE49-F238E27FC236}">
                <a16:creationId xmlns:a16="http://schemas.microsoft.com/office/drawing/2014/main" id="{8569FE23-8F97-4B3B-83EA-3F35D553DC2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28.0 이상 → alert</a:t>
            </a:r>
          </a:p>
        </p:txBody>
      </p:sp>
      <p:sp>
        <p:nvSpPr>
          <p:cNvPr id="4" name="">
            <a:extLst xmlns:a="http://schemas.openxmlformats.org/drawingml/2006/main">
              <a:ext uri="{FF2B5EF4-FFF2-40B4-BE49-F238E27FC236}">
                <a16:creationId xmlns:a16="http://schemas.microsoft.com/office/drawing/2014/main" id="{56BB0010-9BAD-42CA-B96E-08D7341F305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null → missing</a:t>
            </a:r>
          </a:p>
        </p:txBody>
      </p:sp>
      <p:sp>
        <p:nvSpPr>
          <p:cNvPr id="5" name="">
            <a:extLst xmlns:a="http://schemas.openxmlformats.org/drawingml/2006/main">
              <a:ext uri="{FF2B5EF4-FFF2-40B4-BE49-F238E27FC236}">
                <a16:creationId xmlns:a16="http://schemas.microsoft.com/office/drawing/2014/main" id="{1A60F95E-0002-4075-9E79-06D73C3663F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223555011"/>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45EE2A0-5DAD-4EAA-B566-12F1BC50172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23D6F25-7C99-43BC-8E90-610D617BADA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경계·결측·형식 시험</a:t>
            </a:r>
          </a:p>
        </p:txBody>
      </p:sp>
      <p:sp>
        <p:nvSpPr>
          <p:cNvPr id="3" name="">
            <a:extLst xmlns:a="http://schemas.openxmlformats.org/drawingml/2006/main">
              <a:ext uri="{FF2B5EF4-FFF2-40B4-BE49-F238E27FC236}">
                <a16:creationId xmlns:a16="http://schemas.microsoft.com/office/drawing/2014/main" id="{1A248D6D-4A15-419E-A4B2-FE0E564B22D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27.9 · 28.0 · None · "28.0"</a:t>
            </a:r>
          </a:p>
        </p:txBody>
      </p:sp>
      <p:sp>
        <p:nvSpPr>
          <p:cNvPr id="4" name="">
            <a:extLst xmlns:a="http://schemas.openxmlformats.org/drawingml/2006/main">
              <a:ext uri="{FF2B5EF4-FFF2-40B4-BE49-F238E27FC236}">
                <a16:creationId xmlns:a16="http://schemas.microsoft.com/office/drawing/2014/main" id="{06CEA3D3-5330-45D3-8D51-7056EAF3DFB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기대 상태를 실행 전에 적습니다.</a:t>
            </a:r>
          </a:p>
        </p:txBody>
      </p:sp>
      <p:sp>
        <p:nvSpPr>
          <p:cNvPr id="5" name="">
            <a:extLst xmlns:a="http://schemas.openxmlformats.org/drawingml/2006/main">
              <a:ext uri="{FF2B5EF4-FFF2-40B4-BE49-F238E27FC236}">
                <a16:creationId xmlns:a16="http://schemas.microsoft.com/office/drawing/2014/main" id="{74356A5C-CE37-42D2-BDB0-BDC38827174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878624796"/>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3125653-777B-425C-A3E8-9D5906966F7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0625B81-8527-490F-A585-E2DFB700257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모의 시험의 검증 범위</a:t>
            </a:r>
          </a:p>
        </p:txBody>
      </p:sp>
      <p:sp>
        <p:nvSpPr>
          <p:cNvPr id="3" name="">
            <a:extLst xmlns:a="http://schemas.openxmlformats.org/drawingml/2006/main">
              <a:ext uri="{FF2B5EF4-FFF2-40B4-BE49-F238E27FC236}">
                <a16:creationId xmlns:a16="http://schemas.microsoft.com/office/drawing/2014/main" id="{B51B0241-94EB-469B-89DC-5B46D027489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입력값에 대한 판단을 확인합니다.</a:t>
            </a:r>
          </a:p>
        </p:txBody>
      </p:sp>
      <p:sp>
        <p:nvSpPr>
          <p:cNvPr id="4" name="">
            <a:extLst xmlns:a="http://schemas.openxmlformats.org/drawingml/2006/main">
              <a:ext uri="{FF2B5EF4-FFF2-40B4-BE49-F238E27FC236}">
                <a16:creationId xmlns:a16="http://schemas.microsoft.com/office/drawing/2014/main" id="{093AAD3A-BDC7-4DCC-B580-59EC31D4B53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센서 정확도나 배선 성공은 별도입니다.</a:t>
            </a:r>
          </a:p>
        </p:txBody>
      </p:sp>
      <p:sp>
        <p:nvSpPr>
          <p:cNvPr id="5" name="">
            <a:extLst xmlns:a="http://schemas.openxmlformats.org/drawingml/2006/main">
              <a:ext uri="{FF2B5EF4-FFF2-40B4-BE49-F238E27FC236}">
                <a16:creationId xmlns:a16="http://schemas.microsoft.com/office/drawing/2014/main" id="{71C3A524-77A8-40A5-B997-8BF0AC6C51F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1416195034"/>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0FB8B8-165C-489F-AB6A-BECEE9BBAF3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81BC9541-F729-4DAA-8E5D-CC0F82DC4D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문턱 변경과 시험 갱신</a:t>
            </a:r>
          </a:p>
        </p:txBody>
      </p:sp>
      <p:sp>
        <p:nvSpPr>
          <p:cNvPr id="3" name="">
            <a:extLst xmlns:a="http://schemas.openxmlformats.org/drawingml/2006/main">
              <a:ext uri="{FF2B5EF4-FFF2-40B4-BE49-F238E27FC236}">
                <a16:creationId xmlns:a16="http://schemas.microsoft.com/office/drawing/2014/main" id="{AD5E2B5E-2CA1-4560-BEA2-19E31D81A4F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30.0으로 바꾸면 29.9·30.0·30.1을 비교합니다.</a:t>
            </a:r>
          </a:p>
        </p:txBody>
      </p:sp>
      <p:sp>
        <p:nvSpPr>
          <p:cNvPr id="4" name="">
            <a:extLst xmlns:a="http://schemas.openxmlformats.org/drawingml/2006/main">
              <a:ext uri="{FF2B5EF4-FFF2-40B4-BE49-F238E27FC236}">
                <a16:creationId xmlns:a16="http://schemas.microsoft.com/office/drawing/2014/main" id="{476DA620-384D-42DA-AC95-3E125623805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누락과 초기 상태도 재검토합니다.</a:t>
            </a:r>
          </a:p>
        </p:txBody>
      </p:sp>
      <p:sp>
        <p:nvSpPr>
          <p:cNvPr id="5" name="">
            <a:extLst xmlns:a="http://schemas.openxmlformats.org/drawingml/2006/main">
              <a:ext uri="{FF2B5EF4-FFF2-40B4-BE49-F238E27FC236}">
                <a16:creationId xmlns:a16="http://schemas.microsoft.com/office/drawing/2014/main" id="{618DC292-6FE8-48AB-A23D-4CE6D15F9DA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973712052"/>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7F14630-A6F0-4B3B-B399-9448ED01722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E9EE97A-3FCD-4AAB-AA84-35668B65F1E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미확인 실물 조건</a:t>
            </a:r>
          </a:p>
        </p:txBody>
      </p:sp>
      <p:sp>
        <p:nvSpPr>
          <p:cNvPr id="3" name="">
            <a:extLst xmlns:a="http://schemas.openxmlformats.org/drawingml/2006/main">
              <a:ext uri="{FF2B5EF4-FFF2-40B4-BE49-F238E27FC236}">
                <a16:creationId xmlns:a16="http://schemas.microsoft.com/office/drawing/2014/main" id="{1B84CA54-210F-4813-9598-215BE326932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보드 모델 · 신호 전압 · 센서 오차</a:t>
            </a:r>
          </a:p>
        </p:txBody>
      </p:sp>
      <p:sp>
        <p:nvSpPr>
          <p:cNvPr id="4" name="">
            <a:extLst xmlns:a="http://schemas.openxmlformats.org/drawingml/2006/main">
              <a:ext uri="{FF2B5EF4-FFF2-40B4-BE49-F238E27FC236}">
                <a16:creationId xmlns:a16="http://schemas.microsoft.com/office/drawing/2014/main" id="{AC909258-B96C-42A1-A6C0-2C8EBC5FB28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빈칸을 추측으로 채우지 않습니다.</a:t>
            </a:r>
          </a:p>
        </p:txBody>
      </p:sp>
      <p:sp>
        <p:nvSpPr>
          <p:cNvPr id="5" name="">
            <a:extLst xmlns:a="http://schemas.openxmlformats.org/drawingml/2006/main">
              <a:ext uri="{FF2B5EF4-FFF2-40B4-BE49-F238E27FC236}">
                <a16:creationId xmlns:a16="http://schemas.microsoft.com/office/drawing/2014/main" id="{25D36AAB-EF18-42BE-A019-F0CB18A36AA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495754471"/>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7A4AE6-4811-428F-B024-C27F6208C2B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F4BDD21-AE06-47C9-AED0-99812F5699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모의 검증의 인수인계</a:t>
            </a:r>
          </a:p>
        </p:txBody>
      </p:sp>
      <p:sp>
        <p:nvSpPr>
          <p:cNvPr id="3" name="">
            <a:extLst xmlns:a="http://schemas.openxmlformats.org/drawingml/2006/main">
              <a:ext uri="{FF2B5EF4-FFF2-40B4-BE49-F238E27FC236}">
                <a16:creationId xmlns:a16="http://schemas.microsoft.com/office/drawing/2014/main" id="{98291172-6C26-495C-91F9-70CAC112A88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 · 코드 · 명령 · 출력 · 시험표</a:t>
            </a:r>
          </a:p>
        </p:txBody>
      </p:sp>
      <p:sp>
        <p:nvSpPr>
          <p:cNvPr id="4" name="">
            <a:extLst xmlns:a="http://schemas.openxmlformats.org/drawingml/2006/main">
              <a:ext uri="{FF2B5EF4-FFF2-40B4-BE49-F238E27FC236}">
                <a16:creationId xmlns:a16="http://schemas.microsoft.com/office/drawing/2014/main" id="{7F3DE594-08A4-4ACC-B78E-CEDC74A16A2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모의 검증과 실물 미실행을 구분합니다.</a:t>
            </a:r>
          </a:p>
        </p:txBody>
      </p:sp>
      <p:sp>
        <p:nvSpPr>
          <p:cNvPr id="5" name="">
            <a:extLst xmlns:a="http://schemas.openxmlformats.org/drawingml/2006/main">
              <a:ext uri="{FF2B5EF4-FFF2-40B4-BE49-F238E27FC236}">
                <a16:creationId xmlns:a16="http://schemas.microsoft.com/office/drawing/2014/main" id="{E0976620-9E2B-4E80-94A5-ABE0A9B7DEC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220678229"/>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3E6EFBF-B20D-46E1-A3FC-DB415D43F5E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2CCF174-9B82-4E4A-9C69-C6F78D6ACD8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모의 입력과 기대 상태</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온도 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기대 상태</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27.9</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normal</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28.0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alert</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None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missing</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"28.0"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invalid</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690C40EB-4E1F-41B5-8E04-775E36B0309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1523919764"/>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4027EF-D43A-4BD5-8E20-C83B6D2D6C8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5C50550-D30E-49CC-9D77-C1436848955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907339D4-8C52-4C1E-9670-B72AD1A7651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네 기대 상태와 관찰을 비교합니다.</a:t>
            </a:r>
          </a:p>
        </p:txBody>
      </p:sp>
      <p:sp>
        <p:nvSpPr>
          <p:cNvPr id="4" name="">
            <a:extLst xmlns:a="http://schemas.openxmlformats.org/drawingml/2006/main">
              <a:ext uri="{FF2B5EF4-FFF2-40B4-BE49-F238E27FC236}">
                <a16:creationId xmlns:a16="http://schemas.microsoft.com/office/drawing/2014/main" id="{07C2E309-2D29-49A9-BD49-4C66EC5E8EA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실물 측정 정확도는 별도 시험입니다.</a:t>
            </a:r>
          </a:p>
        </p:txBody>
      </p:sp>
      <p:sp>
        <p:nvSpPr>
          <p:cNvPr id="5" name="">
            <a:extLst xmlns:a="http://schemas.openxmlformats.org/drawingml/2006/main">
              <a:ext uri="{FF2B5EF4-FFF2-40B4-BE49-F238E27FC236}">
                <a16:creationId xmlns:a16="http://schemas.microsoft.com/office/drawing/2014/main" id="{2AA897A0-2423-45D7-92E0-F8DB9970857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1699699812"/>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EDD379-AA69-4F63-9151-B37EA7FD1C1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1EF7372-1D90-4877-9D1D-78D0C8504CA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F727134F-F640-4936-990A-B4C0A66AC5F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센서 오차 ±0.5℃도 확인된 것인가요?</a:t>
            </a:r>
          </a:p>
        </p:txBody>
      </p:sp>
      <p:sp>
        <p:nvSpPr>
          <p:cNvPr id="4" name="">
            <a:extLst xmlns:a="http://schemas.openxmlformats.org/drawingml/2006/main">
              <a:ext uri="{FF2B5EF4-FFF2-40B4-BE49-F238E27FC236}">
                <a16:creationId xmlns:a16="http://schemas.microsoft.com/office/drawing/2014/main" id="{9152B7CC-2D4C-4BAE-9AED-B67F4815F52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증거와 다음 시험을 나눠 답하세요.</a:t>
            </a:r>
          </a:p>
        </p:txBody>
      </p:sp>
      <p:sp>
        <p:nvSpPr>
          <p:cNvPr id="5" name="">
            <a:extLst xmlns:a="http://schemas.openxmlformats.org/drawingml/2006/main">
              <a:ext uri="{FF2B5EF4-FFF2-40B4-BE49-F238E27FC236}">
                <a16:creationId xmlns:a16="http://schemas.microsoft.com/office/drawing/2014/main" id="{4096B607-ADC7-48D7-B95A-B3E559BF936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1257744874"/>
      </p:ext>
    </p:extLst>
  </p:cSld>
</p:sld>
</file>

<file path=ppt/slides/slide10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4F056D-3AEA-4C9D-BAE2-4B646C449DC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A197301-7FFC-44B7-B183-0CFA0DC328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8C8DABE1-12D1-4CBE-B434-3C329A95E6B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현재는 모의 판단 규칙만 확인했습니다.</a:t>
            </a:r>
          </a:p>
        </p:txBody>
      </p:sp>
      <p:sp>
        <p:nvSpPr>
          <p:cNvPr id="4" name="">
            <a:extLst xmlns:a="http://schemas.openxmlformats.org/drawingml/2006/main">
              <a:ext uri="{FF2B5EF4-FFF2-40B4-BE49-F238E27FC236}">
                <a16:creationId xmlns:a16="http://schemas.microsoft.com/office/drawing/2014/main" id="{13D0AA15-8F1A-42E9-874D-CA5C176E883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기준 온도계와 실제 센서의 비교가 필요합니다.</a:t>
            </a:r>
          </a:p>
        </p:txBody>
      </p:sp>
      <p:sp>
        <p:nvSpPr>
          <p:cNvPr id="5" name="">
            <a:extLst xmlns:a="http://schemas.openxmlformats.org/drawingml/2006/main">
              <a:ext uri="{FF2B5EF4-FFF2-40B4-BE49-F238E27FC236}">
                <a16:creationId xmlns:a16="http://schemas.microsoft.com/office/drawing/2014/main" id="{42B056F4-0228-49FA-AA42-7BD43BAE5C1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여러 온도 조건과 측정 방법을 기록합니다.</a:t>
            </a:r>
          </a:p>
        </p:txBody>
      </p:sp>
      <p:sp>
        <p:nvSpPr>
          <p:cNvPr id="6" name="">
            <a:extLst xmlns:a="http://schemas.openxmlformats.org/drawingml/2006/main">
              <a:ext uri="{FF2B5EF4-FFF2-40B4-BE49-F238E27FC236}">
                <a16:creationId xmlns:a16="http://schemas.microsoft.com/office/drawing/2014/main" id="{C11E02FD-9224-4F54-93FA-D593E8B6BFC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100</a:t>
            </a:r>
          </a:p>
        </p:txBody>
      </p:sp>
    </p:spTree>
    <p:extLst>
      <p:ext uri="{BB962C8B-B14F-4D97-AF65-F5344CB8AC3E}">
        <p14:creationId xmlns:p14="http://schemas.microsoft.com/office/powerpoint/2010/main" val="2117808802"/>
      </p:ext>
    </p:extLst>
  </p:cSld>
</p:sld>
</file>

<file path=ppt/slides/slide10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F9BA90D-78BB-455F-BBF6-7A0134D73BD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51AFE67D-8C9B-465A-9C86-512C727B9D3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CDF6F546-5FC4-4529-B309-3026C231D11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새 기준 30.0에 맞춰</a:t>
            </a:r>
          </a:p>
        </p:txBody>
      </p:sp>
      <p:sp>
        <p:nvSpPr>
          <p:cNvPr id="4" name="">
            <a:extLst xmlns:a="http://schemas.openxmlformats.org/drawingml/2006/main">
              <a:ext uri="{FF2B5EF4-FFF2-40B4-BE49-F238E27FC236}">
                <a16:creationId xmlns:a16="http://schemas.microsoft.com/office/drawing/2014/main" id="{0EF700BE-8D13-4AEF-8A95-0522349E67F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입력·기대 상태·표시 설명을 갱신합니다.</a:t>
            </a:r>
          </a:p>
        </p:txBody>
      </p:sp>
      <p:sp>
        <p:nvSpPr>
          <p:cNvPr id="5" name="">
            <a:extLst xmlns:a="http://schemas.openxmlformats.org/drawingml/2006/main">
              <a:ext uri="{FF2B5EF4-FFF2-40B4-BE49-F238E27FC236}">
                <a16:creationId xmlns:a16="http://schemas.microsoft.com/office/drawing/2014/main" id="{28ECABEF-78E4-4876-AD41-AD5286F08BF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101</a:t>
            </a:r>
          </a:p>
        </p:txBody>
      </p:sp>
    </p:spTree>
    <p:extLst>
      <p:ext uri="{BB962C8B-B14F-4D97-AF65-F5344CB8AC3E}">
        <p14:creationId xmlns:p14="http://schemas.microsoft.com/office/powerpoint/2010/main" val="303282765"/>
      </p:ext>
    </p:extLst>
  </p:cSld>
</p:sld>
</file>

<file path=ppt/slides/slide10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AE9E3E-01E1-4E13-A45C-49980B15276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1BBD5C8-D6B4-4B76-8AE6-EBD885F3693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FF182068-D6FA-4E20-8EA0-3FFA4119886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모의 28.0 일치를 센서 정확도로 쓰지 않습니다.</a:t>
            </a:r>
          </a:p>
        </p:txBody>
      </p:sp>
      <p:sp>
        <p:nvSpPr>
          <p:cNvPr id="4" name="">
            <a:extLst xmlns:a="http://schemas.openxmlformats.org/drawingml/2006/main">
              <a:ext uri="{FF2B5EF4-FFF2-40B4-BE49-F238E27FC236}">
                <a16:creationId xmlns:a16="http://schemas.microsoft.com/office/drawing/2014/main" id="{0FA99215-8AD8-4BFE-BA49-998F4E586B7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실물 없는 항목은 미실행입니다.</a:t>
            </a:r>
          </a:p>
        </p:txBody>
      </p:sp>
      <p:sp>
        <p:nvSpPr>
          <p:cNvPr id="5" name="">
            <a:extLst xmlns:a="http://schemas.openxmlformats.org/drawingml/2006/main">
              <a:ext uri="{FF2B5EF4-FFF2-40B4-BE49-F238E27FC236}">
                <a16:creationId xmlns:a16="http://schemas.microsoft.com/office/drawing/2014/main" id="{63357CCF-C7E0-4A2E-9E26-78C7CFBA6FC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102</a:t>
            </a:r>
          </a:p>
        </p:txBody>
      </p:sp>
    </p:spTree>
    <p:extLst>
      <p:ext uri="{BB962C8B-B14F-4D97-AF65-F5344CB8AC3E}">
        <p14:creationId xmlns:p14="http://schemas.microsoft.com/office/powerpoint/2010/main" val="879353264"/>
      </p:ext>
    </p:extLst>
  </p:cSld>
</p:sld>
</file>

<file path=ppt/slides/slide10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17C2ACB-51B7-4BA7-964E-ED9433421B5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E3904FA-C859-4D71-A2EA-FCC4A6EE32A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B34991B3-1275-4172-820B-1ED63960C33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오늘 확인한 것과 아직 안 한 것을 말합니다.</a:t>
            </a:r>
          </a:p>
        </p:txBody>
      </p:sp>
      <p:sp>
        <p:nvSpPr>
          <p:cNvPr id="4" name="">
            <a:extLst xmlns:a="http://schemas.openxmlformats.org/drawingml/2006/main">
              <a:ext uri="{FF2B5EF4-FFF2-40B4-BE49-F238E27FC236}">
                <a16:creationId xmlns:a16="http://schemas.microsoft.com/office/drawing/2014/main" id="{98966888-45CF-476F-AC23-09CEC7C01C6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다음 팀에 줄 파일 묶음을 가리켜 봅니다.</a:t>
            </a:r>
          </a:p>
        </p:txBody>
      </p:sp>
      <p:sp>
        <p:nvSpPr>
          <p:cNvPr id="5" name="">
            <a:extLst xmlns:a="http://schemas.openxmlformats.org/drawingml/2006/main">
              <a:ext uri="{FF2B5EF4-FFF2-40B4-BE49-F238E27FC236}">
                <a16:creationId xmlns:a16="http://schemas.microsoft.com/office/drawing/2014/main" id="{4FDF3666-E1E1-4142-A722-D685CD16DAB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103</a:t>
            </a:r>
          </a:p>
        </p:txBody>
      </p:sp>
    </p:spTree>
    <p:extLst>
      <p:ext uri="{BB962C8B-B14F-4D97-AF65-F5344CB8AC3E}">
        <p14:creationId xmlns:p14="http://schemas.microsoft.com/office/powerpoint/2010/main" val="567174159"/>
      </p:ext>
    </p:extLst>
  </p:cSld>
</p:sld>
</file>

<file path=ppt/slides/slide10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266B193-D700-4A1E-A462-874C0B6691D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9024431-61DD-49F0-B28C-7FE9CB5B5E2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3F45D266-6E95-4B53-A588-292EB783B1D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경계 30.0</a:t>
            </a:r>
          </a:p>
        </p:txBody>
      </p:sp>
      <p:sp>
        <p:nvSpPr>
          <p:cNvPr id="4" name="">
            <a:extLst xmlns:a="http://schemas.openxmlformats.org/drawingml/2006/main">
              <a:ext uri="{FF2B5EF4-FFF2-40B4-BE49-F238E27FC236}">
                <a16:creationId xmlns:a16="http://schemas.microsoft.com/office/drawing/2014/main" id="{86A53FF7-21FA-415E-96C9-FADBC65E1F9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시험 세 입력과 실물 미확인 두 가지를 쓰세요.</a:t>
            </a:r>
          </a:p>
        </p:txBody>
      </p:sp>
      <p:sp>
        <p:nvSpPr>
          <p:cNvPr id="5" name="">
            <a:extLst xmlns:a="http://schemas.openxmlformats.org/drawingml/2006/main">
              <a:ext uri="{FF2B5EF4-FFF2-40B4-BE49-F238E27FC236}">
                <a16:creationId xmlns:a16="http://schemas.microsoft.com/office/drawing/2014/main" id="{D33DDC74-40EC-4ED0-9135-8056FDCC4B8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104</a:t>
            </a:r>
          </a:p>
        </p:txBody>
      </p:sp>
    </p:spTree>
    <p:extLst>
      <p:ext uri="{BB962C8B-B14F-4D97-AF65-F5344CB8AC3E}">
        <p14:creationId xmlns:p14="http://schemas.microsoft.com/office/powerpoint/2010/main" val="690148728"/>
      </p:ext>
    </p:extLst>
  </p:cSld>
</p:sld>
</file>

<file path=ppt/slides/slide10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0EFDC1-104E-4667-9006-76F3AEC200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3A1EB45-E1DE-4D57-B459-E3126AA2D44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제출할 기록과 파일</a:t>
            </a:r>
          </a:p>
        </p:txBody>
      </p:sp>
      <p:sp>
        <p:nvSpPr>
          <p:cNvPr id="3" name="">
            <a:extLst xmlns:a="http://schemas.openxmlformats.org/drawingml/2006/main">
              <a:ext uri="{FF2B5EF4-FFF2-40B4-BE49-F238E27FC236}">
                <a16:creationId xmlns:a16="http://schemas.microsoft.com/office/drawing/2014/main" id="{FAF8FFF9-F695-4469-A10A-6FED12CFC6E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work의 기록과 수정본을 저장합니다.</a:t>
            </a:r>
          </a:p>
        </p:txBody>
      </p:sp>
      <p:sp>
        <p:nvSpPr>
          <p:cNvPr id="4" name="">
            <a:extLst xmlns:a="http://schemas.openxmlformats.org/drawingml/2006/main">
              <a:ext uri="{FF2B5EF4-FFF2-40B4-BE49-F238E27FC236}">
                <a16:creationId xmlns:a16="http://schemas.microsoft.com/office/drawing/2014/main" id="{414DE2B6-3F33-4172-A3DE-CABBB38CCF7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입력·설정·결과가 같은 실행인지 확인합니다.</a:t>
            </a:r>
          </a:p>
        </p:txBody>
      </p:sp>
      <p:sp>
        <p:nvSpPr>
          <p:cNvPr id="5" name="">
            <a:extLst xmlns:a="http://schemas.openxmlformats.org/drawingml/2006/main">
              <a:ext uri="{FF2B5EF4-FFF2-40B4-BE49-F238E27FC236}">
                <a16:creationId xmlns:a16="http://schemas.microsoft.com/office/drawing/2014/main" id="{5ACEA22A-3BAD-4292-850B-CFF87720C2F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 방법과 아직 하지 않은 일을 적습니다.</a:t>
            </a:r>
          </a:p>
        </p:txBody>
      </p:sp>
      <p:sp>
        <p:nvSpPr>
          <p:cNvPr id="6" name="">
            <a:extLst xmlns:a="http://schemas.openxmlformats.org/drawingml/2006/main">
              <a:ext uri="{FF2B5EF4-FFF2-40B4-BE49-F238E27FC236}">
                <a16:creationId xmlns:a16="http://schemas.microsoft.com/office/drawing/2014/main" id="{F93F51C0-4AF5-48C3-91E9-22F49F6A889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105</a:t>
            </a:r>
          </a:p>
        </p:txBody>
      </p:sp>
    </p:spTree>
    <p:extLst>
      <p:ext uri="{BB962C8B-B14F-4D97-AF65-F5344CB8AC3E}">
        <p14:creationId xmlns:p14="http://schemas.microsoft.com/office/powerpoint/2010/main" val="2076220389"/>
      </p:ext>
    </p:extLst>
  </p:cSld>
</p:sld>
</file>

<file path=ppt/slides/slide10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64844D-8DE5-460E-9881-79D966F16E1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7124AF2-780C-405C-90F1-8A105CC1F93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인수인계 확인 질문</a:t>
            </a:r>
          </a:p>
        </p:txBody>
      </p:sp>
      <p:sp>
        <p:nvSpPr>
          <p:cNvPr id="3" name="">
            <a:extLst xmlns:a="http://schemas.openxmlformats.org/drawingml/2006/main">
              <a:ext uri="{FF2B5EF4-FFF2-40B4-BE49-F238E27FC236}">
                <a16:creationId xmlns:a16="http://schemas.microsoft.com/office/drawing/2014/main" id="{56D3E88F-BFDD-47D5-A399-0CCF910AC48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시작 폴더와 실행 명령을 설명합니다.</a:t>
            </a:r>
          </a:p>
        </p:txBody>
      </p:sp>
      <p:sp>
        <p:nvSpPr>
          <p:cNvPr id="4" name="">
            <a:extLst xmlns:a="http://schemas.openxmlformats.org/drawingml/2006/main">
              <a:ext uri="{FF2B5EF4-FFF2-40B4-BE49-F238E27FC236}">
                <a16:creationId xmlns:a16="http://schemas.microsoft.com/office/drawing/2014/main" id="{18F2481E-AA43-4C37-8B39-88101C1ADF4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결과의 의미와 한계를 말합니다.</a:t>
            </a:r>
          </a:p>
        </p:txBody>
      </p:sp>
      <p:sp>
        <p:nvSpPr>
          <p:cNvPr id="5" name="">
            <a:extLst xmlns:a="http://schemas.openxmlformats.org/drawingml/2006/main">
              <a:ext uri="{FF2B5EF4-FFF2-40B4-BE49-F238E27FC236}">
                <a16:creationId xmlns:a16="http://schemas.microsoft.com/office/drawing/2014/main" id="{BE113B2D-47D9-4FFA-AC23-5BACE99F1D4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막혔던 단계와 다음 확인을 적습니다.</a:t>
            </a:r>
          </a:p>
        </p:txBody>
      </p:sp>
      <p:sp>
        <p:nvSpPr>
          <p:cNvPr id="6" name="">
            <a:extLst xmlns:a="http://schemas.openxmlformats.org/drawingml/2006/main">
              <a:ext uri="{FF2B5EF4-FFF2-40B4-BE49-F238E27FC236}">
                <a16:creationId xmlns:a16="http://schemas.microsoft.com/office/drawing/2014/main" id="{AC8F1B75-B546-459E-98C8-953F94CEAAC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106</a:t>
            </a:r>
          </a:p>
        </p:txBody>
      </p:sp>
    </p:spTree>
    <p:extLst>
      <p:ext uri="{BB962C8B-B14F-4D97-AF65-F5344CB8AC3E}">
        <p14:creationId xmlns:p14="http://schemas.microsoft.com/office/powerpoint/2010/main" val="21196882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2026-10-05T03:03:23.0680000Z</dcterms:created>
  <dcterms:modified xsi:type="dcterms:W3CDTF">2026-10-05T03:03:23.0680000Z</dcterms:modified>
</coreProperties>
</file>