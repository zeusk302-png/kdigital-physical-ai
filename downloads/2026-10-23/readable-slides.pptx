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aaf6969afe64c62" /><Relationship Type="http://schemas.openxmlformats.org/officeDocument/2006/relationships/extended-properties" Target="/docProps/app.xml" Id="R119b3b35c88f48ce" /><Relationship Type="http://schemas.openxmlformats.org/officeDocument/2006/relationships/officeDocument" Target="/ppt/presentation.xml" Id="Rcd668bf475a34a77" /></Relationships>
</file>

<file path=ppt/presentation.xml><?xml version="1.0" encoding="utf-8"?>
<p:presentation xmlns:p="http://schemas.openxmlformats.org/presentationml/2006/main">
  <p:sldMasterIdLst>
    <p:sldMasterId xmlns:r="http://schemas.openxmlformats.org/officeDocument/2006/relationships" id="2147483648" r:id="Rc278f1382a2a4db9"/>
  </p:sldMasterIdLst>
  <p:notesMasterIdLst>
    <p:notesMasterId xmlns:r="http://schemas.openxmlformats.org/officeDocument/2006/relationships" r:id="R00495a3dce97453b"/>
  </p:notesMasterIdLst>
  <p:sldIdLst>
    <p:sldId xmlns:r="http://schemas.openxmlformats.org/officeDocument/2006/relationships" id="256" r:id="Rebd330267feb482a"/>
    <p:sldId xmlns:r="http://schemas.openxmlformats.org/officeDocument/2006/relationships" id="257" r:id="Ree8305fef7774c4c"/>
    <p:sldId xmlns:r="http://schemas.openxmlformats.org/officeDocument/2006/relationships" id="258" r:id="R1f076942bd9a4eb4"/>
    <p:sldId xmlns:r="http://schemas.openxmlformats.org/officeDocument/2006/relationships" id="259" r:id="R504d8aaff76e4fb6"/>
    <p:sldId xmlns:r="http://schemas.openxmlformats.org/officeDocument/2006/relationships" id="260" r:id="R00c1a7cbf262462a"/>
    <p:sldId xmlns:r="http://schemas.openxmlformats.org/officeDocument/2006/relationships" id="261" r:id="R0bf79672c37c44b0"/>
    <p:sldId xmlns:r="http://schemas.openxmlformats.org/officeDocument/2006/relationships" id="262" r:id="R6d341c4d6c4e4209"/>
    <p:sldId xmlns:r="http://schemas.openxmlformats.org/officeDocument/2006/relationships" id="263" r:id="R1b2ad0c21b654762"/>
    <p:sldId xmlns:r="http://schemas.openxmlformats.org/officeDocument/2006/relationships" id="264" r:id="R5b13d27fed9a4c62"/>
    <p:sldId xmlns:r="http://schemas.openxmlformats.org/officeDocument/2006/relationships" id="265" r:id="Rd0413b0610e14e69"/>
    <p:sldId xmlns:r="http://schemas.openxmlformats.org/officeDocument/2006/relationships" id="266" r:id="R539e97295a254e41"/>
    <p:sldId xmlns:r="http://schemas.openxmlformats.org/officeDocument/2006/relationships" id="267" r:id="Rf92bf0c7626f423a"/>
    <p:sldId xmlns:r="http://schemas.openxmlformats.org/officeDocument/2006/relationships" id="268" r:id="Rbff8fc9ecdaa412d"/>
    <p:sldId xmlns:r="http://schemas.openxmlformats.org/officeDocument/2006/relationships" id="269" r:id="Re39139ab73804890"/>
    <p:sldId xmlns:r="http://schemas.openxmlformats.org/officeDocument/2006/relationships" id="270" r:id="R056b9163016d4147"/>
    <p:sldId xmlns:r="http://schemas.openxmlformats.org/officeDocument/2006/relationships" id="271" r:id="R5f4aa782e52d4d5c"/>
    <p:sldId xmlns:r="http://schemas.openxmlformats.org/officeDocument/2006/relationships" id="272" r:id="R6c7e1d1fa6e14409"/>
    <p:sldId xmlns:r="http://schemas.openxmlformats.org/officeDocument/2006/relationships" id="273" r:id="R5dee65ceaf504fb2"/>
    <p:sldId xmlns:r="http://schemas.openxmlformats.org/officeDocument/2006/relationships" id="274" r:id="R162e960ee83c4b59"/>
    <p:sldId xmlns:r="http://schemas.openxmlformats.org/officeDocument/2006/relationships" id="275" r:id="R13abddb4729645bc"/>
    <p:sldId xmlns:r="http://schemas.openxmlformats.org/officeDocument/2006/relationships" id="276" r:id="Rcfcaf8b2cd604ef3"/>
    <p:sldId xmlns:r="http://schemas.openxmlformats.org/officeDocument/2006/relationships" id="277" r:id="Rcda6372d1dc348a2"/>
    <p:sldId xmlns:r="http://schemas.openxmlformats.org/officeDocument/2006/relationships" id="278" r:id="R4400f48e1804447b"/>
    <p:sldId xmlns:r="http://schemas.openxmlformats.org/officeDocument/2006/relationships" id="279" r:id="R9947c9e4a9b14099"/>
    <p:sldId xmlns:r="http://schemas.openxmlformats.org/officeDocument/2006/relationships" id="280" r:id="R274dc51c3d1048c0"/>
    <p:sldId xmlns:r="http://schemas.openxmlformats.org/officeDocument/2006/relationships" id="281" r:id="R27d3e411f0d04b9c"/>
    <p:sldId xmlns:r="http://schemas.openxmlformats.org/officeDocument/2006/relationships" id="282" r:id="R7c202045765a4654"/>
    <p:sldId xmlns:r="http://schemas.openxmlformats.org/officeDocument/2006/relationships" id="283" r:id="R5d413d0c0aaf42b0"/>
    <p:sldId xmlns:r="http://schemas.openxmlformats.org/officeDocument/2006/relationships" id="284" r:id="R2cb5b43120304b3e"/>
    <p:sldId xmlns:r="http://schemas.openxmlformats.org/officeDocument/2006/relationships" id="285" r:id="R224a1999ba4b490e"/>
    <p:sldId xmlns:r="http://schemas.openxmlformats.org/officeDocument/2006/relationships" id="286" r:id="R3d8d02da292048d4"/>
    <p:sldId xmlns:r="http://schemas.openxmlformats.org/officeDocument/2006/relationships" id="287" r:id="Ra41db15f815c4eb5"/>
    <p:sldId xmlns:r="http://schemas.openxmlformats.org/officeDocument/2006/relationships" id="288" r:id="R0f92baf4b1394e9b"/>
    <p:sldId xmlns:r="http://schemas.openxmlformats.org/officeDocument/2006/relationships" id="289" r:id="R36c8a33279bd457c"/>
    <p:sldId xmlns:r="http://schemas.openxmlformats.org/officeDocument/2006/relationships" id="290" r:id="R65cbde79b06b43d7"/>
    <p:sldId xmlns:r="http://schemas.openxmlformats.org/officeDocument/2006/relationships" id="291" r:id="Rfa97465b04984115"/>
    <p:sldId xmlns:r="http://schemas.openxmlformats.org/officeDocument/2006/relationships" id="292" r:id="R21b0b2d759b14bd0"/>
    <p:sldId xmlns:r="http://schemas.openxmlformats.org/officeDocument/2006/relationships" id="293" r:id="R7b5a82579f72488c"/>
    <p:sldId xmlns:r="http://schemas.openxmlformats.org/officeDocument/2006/relationships" id="294" r:id="R1551c316c1dc4c9d"/>
    <p:sldId xmlns:r="http://schemas.openxmlformats.org/officeDocument/2006/relationships" id="295" r:id="Ra6a67f3f60524c36"/>
    <p:sldId xmlns:r="http://schemas.openxmlformats.org/officeDocument/2006/relationships" id="296" r:id="R18950a133fd64169"/>
    <p:sldId xmlns:r="http://schemas.openxmlformats.org/officeDocument/2006/relationships" id="297" r:id="Ra78f40c211114c83"/>
    <p:sldId xmlns:r="http://schemas.openxmlformats.org/officeDocument/2006/relationships" id="298" r:id="R651c3bf68c7447f0"/>
    <p:sldId xmlns:r="http://schemas.openxmlformats.org/officeDocument/2006/relationships" id="299" r:id="Ra613515a2bee4627"/>
    <p:sldId xmlns:r="http://schemas.openxmlformats.org/officeDocument/2006/relationships" id="300" r:id="R4998f89e8a574f72"/>
    <p:sldId xmlns:r="http://schemas.openxmlformats.org/officeDocument/2006/relationships" id="301" r:id="R5235e1557be1437a"/>
    <p:sldId xmlns:r="http://schemas.openxmlformats.org/officeDocument/2006/relationships" id="302" r:id="Rb8770237b0ed4175"/>
    <p:sldId xmlns:r="http://schemas.openxmlformats.org/officeDocument/2006/relationships" id="303" r:id="R457cbe29527049a5"/>
    <p:sldId xmlns:r="http://schemas.openxmlformats.org/officeDocument/2006/relationships" id="304" r:id="R030ab9afbc5a4565"/>
    <p:sldId xmlns:r="http://schemas.openxmlformats.org/officeDocument/2006/relationships" id="305" r:id="R96fe7682bee94b70"/>
    <p:sldId xmlns:r="http://schemas.openxmlformats.org/officeDocument/2006/relationships" id="306" r:id="R871279764e7940db"/>
    <p:sldId xmlns:r="http://schemas.openxmlformats.org/officeDocument/2006/relationships" id="307" r:id="R4a67bb26eca645cb"/>
    <p:sldId xmlns:r="http://schemas.openxmlformats.org/officeDocument/2006/relationships" id="308" r:id="R7bba60ae43be4bf5"/>
    <p:sldId xmlns:r="http://schemas.openxmlformats.org/officeDocument/2006/relationships" id="309" r:id="R07f9a37dd71941f1"/>
    <p:sldId xmlns:r="http://schemas.openxmlformats.org/officeDocument/2006/relationships" id="310" r:id="Rb29fc2ab9da240ba"/>
    <p:sldId xmlns:r="http://schemas.openxmlformats.org/officeDocument/2006/relationships" id="311" r:id="R2dca581a689442ba"/>
    <p:sldId xmlns:r="http://schemas.openxmlformats.org/officeDocument/2006/relationships" id="312" r:id="R9362a430bdfe4d72"/>
    <p:sldId xmlns:r="http://schemas.openxmlformats.org/officeDocument/2006/relationships" id="313" r:id="Rdfbe7b608a7149a7"/>
    <p:sldId xmlns:r="http://schemas.openxmlformats.org/officeDocument/2006/relationships" id="314" r:id="Rae077f8e85e7423b"/>
    <p:sldId xmlns:r="http://schemas.openxmlformats.org/officeDocument/2006/relationships" id="315" r:id="Ra85a29325d684556"/>
    <p:sldId xmlns:r="http://schemas.openxmlformats.org/officeDocument/2006/relationships" id="316" r:id="Rba20c21ac0fa4979"/>
    <p:sldId xmlns:r="http://schemas.openxmlformats.org/officeDocument/2006/relationships" id="317" r:id="R9ed265231b3c4722"/>
    <p:sldId xmlns:r="http://schemas.openxmlformats.org/officeDocument/2006/relationships" id="318" r:id="Rd06bb0fbaef446ba"/>
    <p:sldId xmlns:r="http://schemas.openxmlformats.org/officeDocument/2006/relationships" id="319" r:id="Rf3d9fe24551f4363"/>
    <p:sldId xmlns:r="http://schemas.openxmlformats.org/officeDocument/2006/relationships" id="320" r:id="R6c012c1449b0498e"/>
    <p:sldId xmlns:r="http://schemas.openxmlformats.org/officeDocument/2006/relationships" id="321" r:id="R0107907833eb45de"/>
    <p:sldId xmlns:r="http://schemas.openxmlformats.org/officeDocument/2006/relationships" id="322" r:id="R28d169ce38764d1c"/>
    <p:sldId xmlns:r="http://schemas.openxmlformats.org/officeDocument/2006/relationships" id="323" r:id="R089e45cda3c3457a"/>
    <p:sldId xmlns:r="http://schemas.openxmlformats.org/officeDocument/2006/relationships" id="324" r:id="R7b6e27c1d5c34fc9"/>
    <p:sldId xmlns:r="http://schemas.openxmlformats.org/officeDocument/2006/relationships" id="325" r:id="R80ec52ce0b764de9"/>
    <p:sldId xmlns:r="http://schemas.openxmlformats.org/officeDocument/2006/relationships" id="326" r:id="R557fc95c98db4562"/>
    <p:sldId xmlns:r="http://schemas.openxmlformats.org/officeDocument/2006/relationships" id="327" r:id="R6e1d9e0043ec47a6"/>
    <p:sldId xmlns:r="http://schemas.openxmlformats.org/officeDocument/2006/relationships" id="328" r:id="Ra8e36f69294846ec"/>
    <p:sldId xmlns:r="http://schemas.openxmlformats.org/officeDocument/2006/relationships" id="329" r:id="Rd899b5464a634cb1"/>
    <p:sldId xmlns:r="http://schemas.openxmlformats.org/officeDocument/2006/relationships" id="330" r:id="Rd06acb68102e48fd"/>
    <p:sldId xmlns:r="http://schemas.openxmlformats.org/officeDocument/2006/relationships" id="331" r:id="Re12ba9e0d1ca4926"/>
    <p:sldId xmlns:r="http://schemas.openxmlformats.org/officeDocument/2006/relationships" id="332" r:id="Ra2c7d343d78d4a1e"/>
    <p:sldId xmlns:r="http://schemas.openxmlformats.org/officeDocument/2006/relationships" id="333" r:id="Rcebf5034f2cf4346"/>
    <p:sldId xmlns:r="http://schemas.openxmlformats.org/officeDocument/2006/relationships" id="334" r:id="Rd70f6b93c97e41ed"/>
    <p:sldId xmlns:r="http://schemas.openxmlformats.org/officeDocument/2006/relationships" id="335" r:id="R1cb457e35f8e47f0"/>
    <p:sldId xmlns:r="http://schemas.openxmlformats.org/officeDocument/2006/relationships" id="336" r:id="R23465784139c4c10"/>
    <p:sldId xmlns:r="http://schemas.openxmlformats.org/officeDocument/2006/relationships" id="337" r:id="Rcb0734e0eec945e6"/>
    <p:sldId xmlns:r="http://schemas.openxmlformats.org/officeDocument/2006/relationships" id="338" r:id="R3c2ea79c2a5e4b71"/>
    <p:sldId xmlns:r="http://schemas.openxmlformats.org/officeDocument/2006/relationships" id="339" r:id="R2ca0281d26f94438"/>
    <p:sldId xmlns:r="http://schemas.openxmlformats.org/officeDocument/2006/relationships" id="340" r:id="R8642fe693e584e56"/>
    <p:sldId xmlns:r="http://schemas.openxmlformats.org/officeDocument/2006/relationships" id="341" r:id="R16e9d46024aa4ee9"/>
    <p:sldId xmlns:r="http://schemas.openxmlformats.org/officeDocument/2006/relationships" id="342" r:id="Rc2706d4c7e3f4ba1"/>
    <p:sldId xmlns:r="http://schemas.openxmlformats.org/officeDocument/2006/relationships" id="343" r:id="R9c93537d3b7c4510"/>
    <p:sldId xmlns:r="http://schemas.openxmlformats.org/officeDocument/2006/relationships" id="344" r:id="R8c445f1e014549df"/>
    <p:sldId xmlns:r="http://schemas.openxmlformats.org/officeDocument/2006/relationships" id="345" r:id="R8fac9e8c11574c1c"/>
    <p:sldId xmlns:r="http://schemas.openxmlformats.org/officeDocument/2006/relationships" id="346" r:id="R0864858ca5e44f16"/>
    <p:sldId xmlns:r="http://schemas.openxmlformats.org/officeDocument/2006/relationships" id="347" r:id="Rd3ea3d3e301a41d3"/>
    <p:sldId xmlns:r="http://schemas.openxmlformats.org/officeDocument/2006/relationships" id="348" r:id="R785edbf8d73a4c41"/>
    <p:sldId xmlns:r="http://schemas.openxmlformats.org/officeDocument/2006/relationships" id="349" r:id="R97d54398151d4bac"/>
    <p:sldId xmlns:r="http://schemas.openxmlformats.org/officeDocument/2006/relationships" id="350" r:id="R6de6ed7971f7407b"/>
    <p:sldId xmlns:r="http://schemas.openxmlformats.org/officeDocument/2006/relationships" id="351" r:id="Rf7af7fe06c524192"/>
    <p:sldId xmlns:r="http://schemas.openxmlformats.org/officeDocument/2006/relationships" id="352" r:id="Rddfe16933bae409b"/>
    <p:sldId xmlns:r="http://schemas.openxmlformats.org/officeDocument/2006/relationships" id="353" r:id="R99eccc9af10844e1"/>
    <p:sldId xmlns:r="http://schemas.openxmlformats.org/officeDocument/2006/relationships" id="354" r:id="Rf1d3e2ffb36a463a"/>
    <p:sldId xmlns:r="http://schemas.openxmlformats.org/officeDocument/2006/relationships" id="355" r:id="R2d11a26a61514d28"/>
    <p:sldId xmlns:r="http://schemas.openxmlformats.org/officeDocument/2006/relationships" id="356" r:id="Rd471bf1a72594a98"/>
    <p:sldId xmlns:r="http://schemas.openxmlformats.org/officeDocument/2006/relationships" id="357" r:id="Rd42e63969e414b54"/>
    <p:sldId xmlns:r="http://schemas.openxmlformats.org/officeDocument/2006/relationships" id="358" r:id="Rb0983496be3347e9"/>
    <p:sldId xmlns:r="http://schemas.openxmlformats.org/officeDocument/2006/relationships" id="359" r:id="R36ae1d6167af4966"/>
    <p:sldId xmlns:r="http://schemas.openxmlformats.org/officeDocument/2006/relationships" id="360" r:id="Rcdac3d50f7db48fe"/>
    <p:sldId xmlns:r="http://schemas.openxmlformats.org/officeDocument/2006/relationships" id="361" r:id="Rd553f7be882745e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85c7783efb3444d" /><Relationship Type="http://schemas.openxmlformats.org/officeDocument/2006/relationships/slideMaster" Target="/ppt/slideMasters/slideMaster1.xml" Id="Rc278f1382a2a4db9" /><Relationship Type="http://schemas.openxmlformats.org/officeDocument/2006/relationships/notesMaster" Target="/ppt/notesMasters/notesMaster1.xml" Id="R00495a3dce97453b" /><Relationship Type="http://schemas.openxmlformats.org/officeDocument/2006/relationships/presProps" Target="/ppt/presProps.xml" Id="R2c3fcb763efa4c9d" /><Relationship Type="http://schemas.openxmlformats.org/officeDocument/2006/relationships/tableStyles" Target="/ppt/tableStyles.xml" Id="R427a0f9ae34544d7" /><Relationship Type="http://schemas.openxmlformats.org/officeDocument/2006/relationships/slide" Target="/ppt/slides/slide1.xml" Id="Rebd330267feb482a" /><Relationship Type="http://schemas.openxmlformats.org/officeDocument/2006/relationships/slide" Target="/ppt/slides/slide2.xml" Id="Ree8305fef7774c4c" /><Relationship Type="http://schemas.openxmlformats.org/officeDocument/2006/relationships/slide" Target="/ppt/slides/slide3.xml" Id="R1f076942bd9a4eb4" /><Relationship Type="http://schemas.openxmlformats.org/officeDocument/2006/relationships/slide" Target="/ppt/slides/slide4.xml" Id="R504d8aaff76e4fb6" /><Relationship Type="http://schemas.openxmlformats.org/officeDocument/2006/relationships/slide" Target="/ppt/slides/slide5.xml" Id="R00c1a7cbf262462a" /><Relationship Type="http://schemas.openxmlformats.org/officeDocument/2006/relationships/slide" Target="/ppt/slides/slide6.xml" Id="R0bf79672c37c44b0" /><Relationship Type="http://schemas.openxmlformats.org/officeDocument/2006/relationships/slide" Target="/ppt/slides/slide7.xml" Id="R6d341c4d6c4e4209" /><Relationship Type="http://schemas.openxmlformats.org/officeDocument/2006/relationships/slide" Target="/ppt/slides/slide8.xml" Id="R1b2ad0c21b654762" /><Relationship Type="http://schemas.openxmlformats.org/officeDocument/2006/relationships/slide" Target="/ppt/slides/slide9.xml" Id="R5b13d27fed9a4c62" /><Relationship Type="http://schemas.openxmlformats.org/officeDocument/2006/relationships/slide" Target="/ppt/slides/slide10.xml" Id="Rd0413b0610e14e69" /><Relationship Type="http://schemas.openxmlformats.org/officeDocument/2006/relationships/slide" Target="/ppt/slides/slide11.xml" Id="R539e97295a254e41" /><Relationship Type="http://schemas.openxmlformats.org/officeDocument/2006/relationships/slide" Target="/ppt/slides/slide12.xml" Id="Rf92bf0c7626f423a" /><Relationship Type="http://schemas.openxmlformats.org/officeDocument/2006/relationships/slide" Target="/ppt/slides/slide13.xml" Id="Rbff8fc9ecdaa412d" /><Relationship Type="http://schemas.openxmlformats.org/officeDocument/2006/relationships/slide" Target="/ppt/slides/slide14.xml" Id="Re39139ab73804890" /><Relationship Type="http://schemas.openxmlformats.org/officeDocument/2006/relationships/slide" Target="/ppt/slides/slide15.xml" Id="R056b9163016d4147" /><Relationship Type="http://schemas.openxmlformats.org/officeDocument/2006/relationships/slide" Target="/ppt/slides/slide16.xml" Id="R5f4aa782e52d4d5c" /><Relationship Type="http://schemas.openxmlformats.org/officeDocument/2006/relationships/slide" Target="/ppt/slides/slide17.xml" Id="R6c7e1d1fa6e14409" /><Relationship Type="http://schemas.openxmlformats.org/officeDocument/2006/relationships/slide" Target="/ppt/slides/slide18.xml" Id="R5dee65ceaf504fb2" /><Relationship Type="http://schemas.openxmlformats.org/officeDocument/2006/relationships/slide" Target="/ppt/slides/slide19.xml" Id="R162e960ee83c4b59" /><Relationship Type="http://schemas.openxmlformats.org/officeDocument/2006/relationships/slide" Target="/ppt/slides/slide20.xml" Id="R13abddb4729645bc" /><Relationship Type="http://schemas.openxmlformats.org/officeDocument/2006/relationships/slide" Target="/ppt/slides/slide21.xml" Id="Rcfcaf8b2cd604ef3" /><Relationship Type="http://schemas.openxmlformats.org/officeDocument/2006/relationships/slide" Target="/ppt/slides/slide22.xml" Id="Rcda6372d1dc348a2" /><Relationship Type="http://schemas.openxmlformats.org/officeDocument/2006/relationships/slide" Target="/ppt/slides/slide23.xml" Id="R4400f48e1804447b" /><Relationship Type="http://schemas.openxmlformats.org/officeDocument/2006/relationships/slide" Target="/ppt/slides/slide24.xml" Id="R9947c9e4a9b14099" /><Relationship Type="http://schemas.openxmlformats.org/officeDocument/2006/relationships/slide" Target="/ppt/slides/slide25.xml" Id="R274dc51c3d1048c0" /><Relationship Type="http://schemas.openxmlformats.org/officeDocument/2006/relationships/slide" Target="/ppt/slides/slide26.xml" Id="R27d3e411f0d04b9c" /><Relationship Type="http://schemas.openxmlformats.org/officeDocument/2006/relationships/slide" Target="/ppt/slides/slide27.xml" Id="R7c202045765a4654" /><Relationship Type="http://schemas.openxmlformats.org/officeDocument/2006/relationships/slide" Target="/ppt/slides/slide28.xml" Id="R5d413d0c0aaf42b0" /><Relationship Type="http://schemas.openxmlformats.org/officeDocument/2006/relationships/slide" Target="/ppt/slides/slide29.xml" Id="R2cb5b43120304b3e" /><Relationship Type="http://schemas.openxmlformats.org/officeDocument/2006/relationships/slide" Target="/ppt/slides/slide30.xml" Id="R224a1999ba4b490e" /><Relationship Type="http://schemas.openxmlformats.org/officeDocument/2006/relationships/slide" Target="/ppt/slides/slide31.xml" Id="R3d8d02da292048d4" /><Relationship Type="http://schemas.openxmlformats.org/officeDocument/2006/relationships/slide" Target="/ppt/slides/slide32.xml" Id="Ra41db15f815c4eb5" /><Relationship Type="http://schemas.openxmlformats.org/officeDocument/2006/relationships/slide" Target="/ppt/slides/slide33.xml" Id="R0f92baf4b1394e9b" /><Relationship Type="http://schemas.openxmlformats.org/officeDocument/2006/relationships/slide" Target="/ppt/slides/slide34.xml" Id="R36c8a33279bd457c" /><Relationship Type="http://schemas.openxmlformats.org/officeDocument/2006/relationships/slide" Target="/ppt/slides/slide35.xml" Id="R65cbde79b06b43d7" /><Relationship Type="http://schemas.openxmlformats.org/officeDocument/2006/relationships/slide" Target="/ppt/slides/slide36.xml" Id="Rfa97465b04984115" /><Relationship Type="http://schemas.openxmlformats.org/officeDocument/2006/relationships/slide" Target="/ppt/slides/slide37.xml" Id="R21b0b2d759b14bd0" /><Relationship Type="http://schemas.openxmlformats.org/officeDocument/2006/relationships/slide" Target="/ppt/slides/slide38.xml" Id="R7b5a82579f72488c" /><Relationship Type="http://schemas.openxmlformats.org/officeDocument/2006/relationships/slide" Target="/ppt/slides/slide39.xml" Id="R1551c316c1dc4c9d" /><Relationship Type="http://schemas.openxmlformats.org/officeDocument/2006/relationships/slide" Target="/ppt/slides/slide40.xml" Id="Ra6a67f3f60524c36" /><Relationship Type="http://schemas.openxmlformats.org/officeDocument/2006/relationships/slide" Target="/ppt/slides/slide41.xml" Id="R18950a133fd64169" /><Relationship Type="http://schemas.openxmlformats.org/officeDocument/2006/relationships/slide" Target="/ppt/slides/slide42.xml" Id="Ra78f40c211114c83" /><Relationship Type="http://schemas.openxmlformats.org/officeDocument/2006/relationships/slide" Target="/ppt/slides/slide43.xml" Id="R651c3bf68c7447f0" /><Relationship Type="http://schemas.openxmlformats.org/officeDocument/2006/relationships/slide" Target="/ppt/slides/slide44.xml" Id="Ra613515a2bee4627" /><Relationship Type="http://schemas.openxmlformats.org/officeDocument/2006/relationships/slide" Target="/ppt/slides/slide45.xml" Id="R4998f89e8a574f72" /><Relationship Type="http://schemas.openxmlformats.org/officeDocument/2006/relationships/slide" Target="/ppt/slides/slide46.xml" Id="R5235e1557be1437a" /><Relationship Type="http://schemas.openxmlformats.org/officeDocument/2006/relationships/slide" Target="/ppt/slides/slide47.xml" Id="Rb8770237b0ed4175" /><Relationship Type="http://schemas.openxmlformats.org/officeDocument/2006/relationships/slide" Target="/ppt/slides/slide48.xml" Id="R457cbe29527049a5" /><Relationship Type="http://schemas.openxmlformats.org/officeDocument/2006/relationships/slide" Target="/ppt/slides/slide49.xml" Id="R030ab9afbc5a4565" /><Relationship Type="http://schemas.openxmlformats.org/officeDocument/2006/relationships/slide" Target="/ppt/slides/slide50.xml" Id="R96fe7682bee94b70" /><Relationship Type="http://schemas.openxmlformats.org/officeDocument/2006/relationships/slide" Target="/ppt/slides/slide51.xml" Id="R871279764e7940db" /><Relationship Type="http://schemas.openxmlformats.org/officeDocument/2006/relationships/slide" Target="/ppt/slides/slide52.xml" Id="R4a67bb26eca645cb" /><Relationship Type="http://schemas.openxmlformats.org/officeDocument/2006/relationships/slide" Target="/ppt/slides/slide53.xml" Id="R7bba60ae43be4bf5" /><Relationship Type="http://schemas.openxmlformats.org/officeDocument/2006/relationships/slide" Target="/ppt/slides/slide54.xml" Id="R07f9a37dd71941f1" /><Relationship Type="http://schemas.openxmlformats.org/officeDocument/2006/relationships/slide" Target="/ppt/slides/slide55.xml" Id="Rb29fc2ab9da240ba" /><Relationship Type="http://schemas.openxmlformats.org/officeDocument/2006/relationships/slide" Target="/ppt/slides/slide56.xml" Id="R2dca581a689442ba" /><Relationship Type="http://schemas.openxmlformats.org/officeDocument/2006/relationships/slide" Target="/ppt/slides/slide57.xml" Id="R9362a430bdfe4d72" /><Relationship Type="http://schemas.openxmlformats.org/officeDocument/2006/relationships/slide" Target="/ppt/slides/slide58.xml" Id="Rdfbe7b608a7149a7" /><Relationship Type="http://schemas.openxmlformats.org/officeDocument/2006/relationships/slide" Target="/ppt/slides/slide59.xml" Id="Rae077f8e85e7423b" /><Relationship Type="http://schemas.openxmlformats.org/officeDocument/2006/relationships/slide" Target="/ppt/slides/slide60.xml" Id="Ra85a29325d684556" /><Relationship Type="http://schemas.openxmlformats.org/officeDocument/2006/relationships/slide" Target="/ppt/slides/slide61.xml" Id="Rba20c21ac0fa4979" /><Relationship Type="http://schemas.openxmlformats.org/officeDocument/2006/relationships/slide" Target="/ppt/slides/slide62.xml" Id="R9ed265231b3c4722" /><Relationship Type="http://schemas.openxmlformats.org/officeDocument/2006/relationships/slide" Target="/ppt/slides/slide63.xml" Id="Rd06bb0fbaef446ba" /><Relationship Type="http://schemas.openxmlformats.org/officeDocument/2006/relationships/slide" Target="/ppt/slides/slide64.xml" Id="Rf3d9fe24551f4363" /><Relationship Type="http://schemas.openxmlformats.org/officeDocument/2006/relationships/slide" Target="/ppt/slides/slide65.xml" Id="R6c012c1449b0498e" /><Relationship Type="http://schemas.openxmlformats.org/officeDocument/2006/relationships/slide" Target="/ppt/slides/slide66.xml" Id="R0107907833eb45de" /><Relationship Type="http://schemas.openxmlformats.org/officeDocument/2006/relationships/slide" Target="/ppt/slides/slide67.xml" Id="R28d169ce38764d1c" /><Relationship Type="http://schemas.openxmlformats.org/officeDocument/2006/relationships/slide" Target="/ppt/slides/slide68.xml" Id="R089e45cda3c3457a" /><Relationship Type="http://schemas.openxmlformats.org/officeDocument/2006/relationships/slide" Target="/ppt/slides/slide69.xml" Id="R7b6e27c1d5c34fc9" /><Relationship Type="http://schemas.openxmlformats.org/officeDocument/2006/relationships/slide" Target="/ppt/slides/slide70.xml" Id="R80ec52ce0b764de9" /><Relationship Type="http://schemas.openxmlformats.org/officeDocument/2006/relationships/slide" Target="/ppt/slides/slide71.xml" Id="R557fc95c98db4562" /><Relationship Type="http://schemas.openxmlformats.org/officeDocument/2006/relationships/slide" Target="/ppt/slides/slide72.xml" Id="R6e1d9e0043ec47a6" /><Relationship Type="http://schemas.openxmlformats.org/officeDocument/2006/relationships/slide" Target="/ppt/slides/slide73.xml" Id="Ra8e36f69294846ec" /><Relationship Type="http://schemas.openxmlformats.org/officeDocument/2006/relationships/slide" Target="/ppt/slides/slide74.xml" Id="Rd899b5464a634cb1" /><Relationship Type="http://schemas.openxmlformats.org/officeDocument/2006/relationships/slide" Target="/ppt/slides/slide75.xml" Id="Rd06acb68102e48fd" /><Relationship Type="http://schemas.openxmlformats.org/officeDocument/2006/relationships/slide" Target="/ppt/slides/slide76.xml" Id="Re12ba9e0d1ca4926" /><Relationship Type="http://schemas.openxmlformats.org/officeDocument/2006/relationships/slide" Target="/ppt/slides/slide77.xml" Id="Ra2c7d343d78d4a1e" /><Relationship Type="http://schemas.openxmlformats.org/officeDocument/2006/relationships/slide" Target="/ppt/slides/slide78.xml" Id="Rcebf5034f2cf4346" /><Relationship Type="http://schemas.openxmlformats.org/officeDocument/2006/relationships/slide" Target="/ppt/slides/slide79.xml" Id="Rd70f6b93c97e41ed" /><Relationship Type="http://schemas.openxmlformats.org/officeDocument/2006/relationships/slide" Target="/ppt/slides/slide80.xml" Id="R1cb457e35f8e47f0" /><Relationship Type="http://schemas.openxmlformats.org/officeDocument/2006/relationships/slide" Target="/ppt/slides/slide81.xml" Id="R23465784139c4c10" /><Relationship Type="http://schemas.openxmlformats.org/officeDocument/2006/relationships/slide" Target="/ppt/slides/slide82.xml" Id="Rcb0734e0eec945e6" /><Relationship Type="http://schemas.openxmlformats.org/officeDocument/2006/relationships/slide" Target="/ppt/slides/slide83.xml" Id="R3c2ea79c2a5e4b71" /><Relationship Type="http://schemas.openxmlformats.org/officeDocument/2006/relationships/slide" Target="/ppt/slides/slide84.xml" Id="R2ca0281d26f94438" /><Relationship Type="http://schemas.openxmlformats.org/officeDocument/2006/relationships/slide" Target="/ppt/slides/slide85.xml" Id="R8642fe693e584e56" /><Relationship Type="http://schemas.openxmlformats.org/officeDocument/2006/relationships/slide" Target="/ppt/slides/slide86.xml" Id="R16e9d46024aa4ee9" /><Relationship Type="http://schemas.openxmlformats.org/officeDocument/2006/relationships/slide" Target="/ppt/slides/slide87.xml" Id="Rc2706d4c7e3f4ba1" /><Relationship Type="http://schemas.openxmlformats.org/officeDocument/2006/relationships/slide" Target="/ppt/slides/slide88.xml" Id="R9c93537d3b7c4510" /><Relationship Type="http://schemas.openxmlformats.org/officeDocument/2006/relationships/slide" Target="/ppt/slides/slide89.xml" Id="R8c445f1e014549df" /><Relationship Type="http://schemas.openxmlformats.org/officeDocument/2006/relationships/slide" Target="/ppt/slides/slide90.xml" Id="R8fac9e8c11574c1c" /><Relationship Type="http://schemas.openxmlformats.org/officeDocument/2006/relationships/slide" Target="/ppt/slides/slide91.xml" Id="R0864858ca5e44f16" /><Relationship Type="http://schemas.openxmlformats.org/officeDocument/2006/relationships/slide" Target="/ppt/slides/slide92.xml" Id="Rd3ea3d3e301a41d3" /><Relationship Type="http://schemas.openxmlformats.org/officeDocument/2006/relationships/slide" Target="/ppt/slides/slide93.xml" Id="R785edbf8d73a4c41" /><Relationship Type="http://schemas.openxmlformats.org/officeDocument/2006/relationships/slide" Target="/ppt/slides/slide94.xml" Id="R97d54398151d4bac" /><Relationship Type="http://schemas.openxmlformats.org/officeDocument/2006/relationships/slide" Target="/ppt/slides/slide95.xml" Id="R6de6ed7971f7407b" /><Relationship Type="http://schemas.openxmlformats.org/officeDocument/2006/relationships/slide" Target="/ppt/slides/slide96.xml" Id="Rf7af7fe06c524192" /><Relationship Type="http://schemas.openxmlformats.org/officeDocument/2006/relationships/slide" Target="/ppt/slides/slide97.xml" Id="Rddfe16933bae409b" /><Relationship Type="http://schemas.openxmlformats.org/officeDocument/2006/relationships/slide" Target="/ppt/slides/slide98.xml" Id="R99eccc9af10844e1" /><Relationship Type="http://schemas.openxmlformats.org/officeDocument/2006/relationships/slide" Target="/ppt/slides/slide99.xml" Id="Rf1d3e2ffb36a463a" /><Relationship Type="http://schemas.openxmlformats.org/officeDocument/2006/relationships/slide" Target="/ppt/slides/slide100.xml" Id="R2d11a26a61514d28" /><Relationship Type="http://schemas.openxmlformats.org/officeDocument/2006/relationships/slide" Target="/ppt/slides/slide101.xml" Id="Rd471bf1a72594a98" /><Relationship Type="http://schemas.openxmlformats.org/officeDocument/2006/relationships/slide" Target="/ppt/slides/slide102.xml" Id="Rd42e63969e414b54" /><Relationship Type="http://schemas.openxmlformats.org/officeDocument/2006/relationships/slide" Target="/ppt/slides/slide103.xml" Id="Rb0983496be3347e9" /><Relationship Type="http://schemas.openxmlformats.org/officeDocument/2006/relationships/slide" Target="/ppt/slides/slide104.xml" Id="R36ae1d6167af4966" /><Relationship Type="http://schemas.openxmlformats.org/officeDocument/2006/relationships/slide" Target="/ppt/slides/slide105.xml" Id="Rcdac3d50f7db48fe" /><Relationship Type="http://schemas.openxmlformats.org/officeDocument/2006/relationships/slide" Target="/ppt/slides/slide106.xml" Id="Rd553f7be882745e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39bac97936748c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02dff1e0b248d8" /><Relationship Type="http://schemas.openxmlformats.org/officeDocument/2006/relationships/notesMaster" Target="/ppt/notesMasters/notesMaster1.xml" Id="Rd689996065e14f2c" /></Relationships>
</file>

<file path=ppt/notesSlides/_rels/notesSlide2.xml.rels>&#65279;<?xml version="1.0" encoding="utf-8"?><Relationships xmlns="http://schemas.openxmlformats.org/package/2006/relationships"><Relationship Type="http://schemas.openxmlformats.org/officeDocument/2006/relationships/slide" Target="/ppt/slides/slide2.xml" Id="Rb7324c4332a04211" /><Relationship Type="http://schemas.openxmlformats.org/officeDocument/2006/relationships/notesMaster" Target="/ppt/notesMasters/notesMaster1.xml" Id="R744a9e4b467c4338" /></Relationships>
</file>

<file path=ppt/notesSlides/_rels/notesSlide3.xml.rels>&#65279;<?xml version="1.0" encoding="utf-8"?><Relationships xmlns="http://schemas.openxmlformats.org/package/2006/relationships"><Relationship Type="http://schemas.openxmlformats.org/officeDocument/2006/relationships/slide" Target="/ppt/slides/slide3.xml" Id="R87b8a0b90a254392" /><Relationship Type="http://schemas.openxmlformats.org/officeDocument/2006/relationships/notesMaster" Target="/ppt/notesMasters/notesMaster1.xml" Id="R059c9aade4a6413b" /></Relationships>
</file>

<file path=ppt/notesSlides/_rels/notesSlide4.xml.rels>&#65279;<?xml version="1.0" encoding="utf-8"?><Relationships xmlns="http://schemas.openxmlformats.org/package/2006/relationships"><Relationship Type="http://schemas.openxmlformats.org/officeDocument/2006/relationships/slide" Target="/ppt/slides/slide4.xml" Id="R3d00e70f95454a81" /><Relationship Type="http://schemas.openxmlformats.org/officeDocument/2006/relationships/notesMaster" Target="/ppt/notesMasters/notesMaster1.xml" Id="R04e0846354ef42a2" /></Relationships>
</file>

<file path=ppt/notesSlides/_rels/notesSlide5.xml.rels>&#65279;<?xml version="1.0" encoding="utf-8"?><Relationships xmlns="http://schemas.openxmlformats.org/package/2006/relationships"><Relationship Type="http://schemas.openxmlformats.org/officeDocument/2006/relationships/slide" Target="/ppt/slides/slide5.xml" Id="R8975143b03e048ef" /><Relationship Type="http://schemas.openxmlformats.org/officeDocument/2006/relationships/notesMaster" Target="/ppt/notesMasters/notesMaster1.xml" Id="R4b723164bb934661" /></Relationships>
</file>

<file path=ppt/notesSlides/_rels/notesSlide6.xml.rels>&#65279;<?xml version="1.0" encoding="utf-8"?><Relationships xmlns="http://schemas.openxmlformats.org/package/2006/relationships"><Relationship Type="http://schemas.openxmlformats.org/officeDocument/2006/relationships/slide" Target="/ppt/slides/slide6.xml" Id="Refde21d1f0554d95" /><Relationship Type="http://schemas.openxmlformats.org/officeDocument/2006/relationships/notesMaster" Target="/ppt/notesMasters/notesMaster1.xml" Id="Re8a99e5705e042e9" /></Relationships>
</file>

<file path=ppt/notesSlides/_rels/notesSlide7.xml.rels>&#65279;<?xml version="1.0" encoding="utf-8"?><Relationships xmlns="http://schemas.openxmlformats.org/package/2006/relationships"><Relationship Type="http://schemas.openxmlformats.org/officeDocument/2006/relationships/slide" Target="/ppt/slides/slide7.xml" Id="R4c2b4c08aaf64802" /><Relationship Type="http://schemas.openxmlformats.org/officeDocument/2006/relationships/notesMaster" Target="/ppt/notesMasters/notesMaster1.xml" Id="R59718f820ffa4a9c" /></Relationships>
</file>

<file path=ppt/notesSlides/_rels/notesSlide8.xml.rels>&#65279;<?xml version="1.0" encoding="utf-8"?><Relationships xmlns="http://schemas.openxmlformats.org/package/2006/relationships"><Relationship Type="http://schemas.openxmlformats.org/officeDocument/2006/relationships/slide" Target="/ppt/slides/slide8.xml" Id="R2e1489a7262d48dc" /><Relationship Type="http://schemas.openxmlformats.org/officeDocument/2006/relationships/notesMaster" Target="/ppt/notesMasters/notesMaster1.xml" Id="R67d45590a6e44db3" /></Relationships>
</file>

<file path=ppt/notesSlides/_rels/notesSlide9.xml.rels>&#65279;<?xml version="1.0" encoding="utf-8"?><Relationships xmlns="http://schemas.openxmlformats.org/package/2006/relationships"><Relationship Type="http://schemas.openxmlformats.org/officeDocument/2006/relationships/slide" Target="/ppt/slides/slide9.xml" Id="R235d8cfd63e44354" /><Relationship Type="http://schemas.openxmlformats.org/officeDocument/2006/relationships/notesMaster" Target="/ppt/notesMasters/notesMaster1.xml" Id="R64402f4bd8fe4de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25d4b1888e94cf8" /><Relationship Type="http://schemas.openxmlformats.org/officeDocument/2006/relationships/notesMaster" Target="/ppt/notesMasters/notesMaster1.xml" Id="R7de1b2b116f3467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f5256d6241f4822" /><Relationship Type="http://schemas.openxmlformats.org/officeDocument/2006/relationships/notesMaster" Target="/ppt/notesMasters/notesMaster1.xml" Id="R36d1ae57a9954ef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8c815f537534e76" /><Relationship Type="http://schemas.openxmlformats.org/officeDocument/2006/relationships/notesMaster" Target="/ppt/notesMasters/notesMaster1.xml" Id="R170a3a1737ff4bc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26ce6069ac74359" /><Relationship Type="http://schemas.openxmlformats.org/officeDocument/2006/relationships/notesMaster" Target="/ppt/notesMasters/notesMaster1.xml" Id="R35ece4e753f1466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4d59e3d187d4c0e" /><Relationship Type="http://schemas.openxmlformats.org/officeDocument/2006/relationships/notesMaster" Target="/ppt/notesMasters/notesMaster1.xml" Id="R939662c0d8e9472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fba5a280f5543a5" /><Relationship Type="http://schemas.openxmlformats.org/officeDocument/2006/relationships/notesMaster" Target="/ppt/notesMasters/notesMaster1.xml" Id="R2dc2dd36cbf64a2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ad47939909f43d9" /><Relationship Type="http://schemas.openxmlformats.org/officeDocument/2006/relationships/notesMaster" Target="/ppt/notesMasters/notesMaster1.xml" Id="R4ca58a832d2a4de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2b1ed838ec94515" /><Relationship Type="http://schemas.openxmlformats.org/officeDocument/2006/relationships/notesMaster" Target="/ppt/notesMasters/notesMaster1.xml" Id="R5ed5e94c78fc498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6537c7367204825" /><Relationship Type="http://schemas.openxmlformats.org/officeDocument/2006/relationships/notesMaster" Target="/ppt/notesMasters/notesMaster1.xml" Id="R6346bdbb4b934a4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8c56c73c4c44610" /><Relationship Type="http://schemas.openxmlformats.org/officeDocument/2006/relationships/notesMaster" Target="/ppt/notesMasters/notesMaster1.xml" Id="Rf4903fcc123249a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a003d1000e34593" /><Relationship Type="http://schemas.openxmlformats.org/officeDocument/2006/relationships/notesMaster" Target="/ppt/notesMasters/notesMaster1.xml" Id="R6c26612c59bf42c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69cb589daa34950" /><Relationship Type="http://schemas.openxmlformats.org/officeDocument/2006/relationships/notesMaster" Target="/ppt/notesMasters/notesMaster1.xml" Id="Rb545fd51761e416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5208789dd0b4b3d" /><Relationship Type="http://schemas.openxmlformats.org/officeDocument/2006/relationships/notesMaster" Target="/ppt/notesMasters/notesMaster1.xml" Id="Rb242102822d74f0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67e7b04dc264081" /><Relationship Type="http://schemas.openxmlformats.org/officeDocument/2006/relationships/notesMaster" Target="/ppt/notesMasters/notesMaster1.xml" Id="R79272e73598f4df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4e5ef9e263141b8" /><Relationship Type="http://schemas.openxmlformats.org/officeDocument/2006/relationships/notesMaster" Target="/ppt/notesMasters/notesMaster1.xml" Id="R887ccbd71db3433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433045c3c78404d" /><Relationship Type="http://schemas.openxmlformats.org/officeDocument/2006/relationships/notesMaster" Target="/ppt/notesMasters/notesMaster1.xml" Id="R7745bd3e296b463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ea5864ab2ef4f91" /><Relationship Type="http://schemas.openxmlformats.org/officeDocument/2006/relationships/notesMaster" Target="/ppt/notesMasters/notesMaster1.xml" Id="R806a8351b77e4cb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17a8493f6414864" /><Relationship Type="http://schemas.openxmlformats.org/officeDocument/2006/relationships/notesMaster" Target="/ppt/notesMasters/notesMaster1.xml" Id="Ra48d2f0aee08464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bd088cf77f24f9b" /><Relationship Type="http://schemas.openxmlformats.org/officeDocument/2006/relationships/notesMaster" Target="/ppt/notesMasters/notesMaster1.xml" Id="Rd8b0b1ae285c4ea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60b72d7d7234be1" /><Relationship Type="http://schemas.openxmlformats.org/officeDocument/2006/relationships/notesMaster" Target="/ppt/notesMasters/notesMaster1.xml" Id="R9fcba9f78486435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07d1e74090e47f0" /><Relationship Type="http://schemas.openxmlformats.org/officeDocument/2006/relationships/notesMaster" Target="/ppt/notesMasters/notesMaster1.xml" Id="Rb31a6680a54a4a5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5b2b6e1479b48b7" /><Relationship Type="http://schemas.openxmlformats.org/officeDocument/2006/relationships/notesMaster" Target="/ppt/notesMasters/notesMaster1.xml" Id="R00293a70465348f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e926f856c7c46ab" /><Relationship Type="http://schemas.openxmlformats.org/officeDocument/2006/relationships/notesMaster" Target="/ppt/notesMasters/notesMaster1.xml" Id="R060541357819474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eafff70266444ff" /><Relationship Type="http://schemas.openxmlformats.org/officeDocument/2006/relationships/notesMaster" Target="/ppt/notesMasters/notesMaster1.xml" Id="R430cde57850f4b0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711e511d1ab4586" /><Relationship Type="http://schemas.openxmlformats.org/officeDocument/2006/relationships/notesMaster" Target="/ppt/notesMasters/notesMaster1.xml" Id="Rb4df7280b1d7422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c1962199ba04c1f" /><Relationship Type="http://schemas.openxmlformats.org/officeDocument/2006/relationships/notesMaster" Target="/ppt/notesMasters/notesMaster1.xml" Id="R08d48ca9a4c5446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1413903361d4148" /><Relationship Type="http://schemas.openxmlformats.org/officeDocument/2006/relationships/notesMaster" Target="/ppt/notesMasters/notesMaster1.xml" Id="Re6f8156aa94649f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c90716af9e14c48" /><Relationship Type="http://schemas.openxmlformats.org/officeDocument/2006/relationships/notesMaster" Target="/ppt/notesMasters/notesMaster1.xml" Id="R9bf36a1b80f9434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97d0bee821c457f" /><Relationship Type="http://schemas.openxmlformats.org/officeDocument/2006/relationships/notesMaster" Target="/ppt/notesMasters/notesMaster1.xml" Id="Rcada66435615452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2ea32bd382d4f9f" /><Relationship Type="http://schemas.openxmlformats.org/officeDocument/2006/relationships/notesMaster" Target="/ppt/notesMasters/notesMaster1.xml" Id="Re2ef81d7832742a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c991390bc014abe" /><Relationship Type="http://schemas.openxmlformats.org/officeDocument/2006/relationships/notesMaster" Target="/ppt/notesMasters/notesMaster1.xml" Id="R377107a4b5654c0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2349463b47a4977" /><Relationship Type="http://schemas.openxmlformats.org/officeDocument/2006/relationships/notesMaster" Target="/ppt/notesMasters/notesMaster1.xml" Id="R750bcb19e94f459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132a23cc3444488" /><Relationship Type="http://schemas.openxmlformats.org/officeDocument/2006/relationships/notesMaster" Target="/ppt/notesMasters/notesMaster1.xml" Id="R545b66060a174cc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5a7063d6da840ca" /><Relationship Type="http://schemas.openxmlformats.org/officeDocument/2006/relationships/notesMaster" Target="/ppt/notesMasters/notesMaster1.xml" Id="Rac3394a22a744b59"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53292d24015444f" /><Relationship Type="http://schemas.openxmlformats.org/officeDocument/2006/relationships/notesMaster" Target="/ppt/notesMasters/notesMaster1.xml" Id="R68688a02f9ea408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6bbefed88b454366" /><Relationship Type="http://schemas.openxmlformats.org/officeDocument/2006/relationships/notesMaster" Target="/ppt/notesMasters/notesMaster1.xml" Id="Reee65750c990456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a6d91ff2e6f4852" /><Relationship Type="http://schemas.openxmlformats.org/officeDocument/2006/relationships/notesMaster" Target="/ppt/notesMasters/notesMaster1.xml" Id="Rd12005c50c914c6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db04f018c924352" /><Relationship Type="http://schemas.openxmlformats.org/officeDocument/2006/relationships/notesMaster" Target="/ppt/notesMasters/notesMaster1.xml" Id="R0e170c55388f4098"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8f0437d154547ff" /><Relationship Type="http://schemas.openxmlformats.org/officeDocument/2006/relationships/notesMaster" Target="/ppt/notesMasters/notesMaster1.xml" Id="R7a5cb189298d41a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b2ebaad78524304" /><Relationship Type="http://schemas.openxmlformats.org/officeDocument/2006/relationships/notesMaster" Target="/ppt/notesMasters/notesMaster1.xml" Id="R30cb341b2ab840a1"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67ea04d9279342fb" /><Relationship Type="http://schemas.openxmlformats.org/officeDocument/2006/relationships/notesMaster" Target="/ppt/notesMasters/notesMaster1.xml" Id="Rf620edcbab6e476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05cc9dfa7d8c47a3" /><Relationship Type="http://schemas.openxmlformats.org/officeDocument/2006/relationships/notesMaster" Target="/ppt/notesMasters/notesMaster1.xml" Id="R94824ad6a3394462"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40a1de4f1dbe4501" /><Relationship Type="http://schemas.openxmlformats.org/officeDocument/2006/relationships/notesMaster" Target="/ppt/notesMasters/notesMaster1.xml" Id="Ra40c8225253b494e"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6ff79b52ec342a1" /><Relationship Type="http://schemas.openxmlformats.org/officeDocument/2006/relationships/notesMaster" Target="/ppt/notesMasters/notesMaster1.xml" Id="Re6fd87a187ae41ff"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0acaa2213bf4f56" /><Relationship Type="http://schemas.openxmlformats.org/officeDocument/2006/relationships/notesMaster" Target="/ppt/notesMasters/notesMaster1.xml" Id="Radb871115a0f4463"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ec0b7f8d7aa475a" /><Relationship Type="http://schemas.openxmlformats.org/officeDocument/2006/relationships/notesMaster" Target="/ppt/notesMasters/notesMaster1.xml" Id="R83d088d98e3643f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e4c0bd2642324200" /><Relationship Type="http://schemas.openxmlformats.org/officeDocument/2006/relationships/notesMaster" Target="/ppt/notesMasters/notesMaster1.xml" Id="R0607179777c2472c"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3f1c2c4eda54424" /><Relationship Type="http://schemas.openxmlformats.org/officeDocument/2006/relationships/notesMaster" Target="/ppt/notesMasters/notesMaster1.xml" Id="Rc7f0ae79dba74319"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3ed7f90f5674d81" /><Relationship Type="http://schemas.openxmlformats.org/officeDocument/2006/relationships/notesMaster" Target="/ppt/notesMasters/notesMaster1.xml" Id="R5c65efe7c1e5406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bc4fa91a14340bc" /><Relationship Type="http://schemas.openxmlformats.org/officeDocument/2006/relationships/notesMaster" Target="/ppt/notesMasters/notesMaster1.xml" Id="R898dda9893c54fa8"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0ccadeb3d9d4c7b" /><Relationship Type="http://schemas.openxmlformats.org/officeDocument/2006/relationships/notesMaster" Target="/ppt/notesMasters/notesMaster1.xml" Id="Rf909eba9e6b64f2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d209155abcb94e1d" /><Relationship Type="http://schemas.openxmlformats.org/officeDocument/2006/relationships/notesMaster" Target="/ppt/notesMasters/notesMaster1.xml" Id="Rd7b5e017f9a44297"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c09cbd9eccd84ab0" /><Relationship Type="http://schemas.openxmlformats.org/officeDocument/2006/relationships/notesMaster" Target="/ppt/notesMasters/notesMaster1.xml" Id="R44d26fae5cfb4bec"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20fd54b427044567" /><Relationship Type="http://schemas.openxmlformats.org/officeDocument/2006/relationships/notesMaster" Target="/ppt/notesMasters/notesMaster1.xml" Id="Rc364dd2596ea4ca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715bf8bd205a4b5c" /><Relationship Type="http://schemas.openxmlformats.org/officeDocument/2006/relationships/notesMaster" Target="/ppt/notesMasters/notesMaster1.xml" Id="Rf74686761a2e49d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d1875ce7629484a" /><Relationship Type="http://schemas.openxmlformats.org/officeDocument/2006/relationships/notesMaster" Target="/ppt/notesMasters/notesMaster1.xml" Id="Rbb8b59dcf9174348"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a0035c4cd7f042fe" /><Relationship Type="http://schemas.openxmlformats.org/officeDocument/2006/relationships/notesMaster" Target="/ppt/notesMasters/notesMaster1.xml" Id="Rb0229657e5b94fa5"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0ee6f407985452a" /><Relationship Type="http://schemas.openxmlformats.org/officeDocument/2006/relationships/notesMaster" Target="/ppt/notesMasters/notesMaster1.xml" Id="Rba515f5489aa4789"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0edba22c96d14c84" /><Relationship Type="http://schemas.openxmlformats.org/officeDocument/2006/relationships/notesMaster" Target="/ppt/notesMasters/notesMaster1.xml" Id="Rb1b61779bf7e4a12"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413a95a5045b4ac3" /><Relationship Type="http://schemas.openxmlformats.org/officeDocument/2006/relationships/notesMaster" Target="/ppt/notesMasters/notesMaster1.xml" Id="R6cdc75d6b20945b4"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000e03ab3eaa49af" /><Relationship Type="http://schemas.openxmlformats.org/officeDocument/2006/relationships/notesMaster" Target="/ppt/notesMasters/notesMaster1.xml" Id="R454fd09d3da842e3"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491dc7c30872486c" /><Relationship Type="http://schemas.openxmlformats.org/officeDocument/2006/relationships/notesMaster" Target="/ppt/notesMasters/notesMaster1.xml" Id="Rb0fa0f0287064d5e"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3e75dc8935f6410c" /><Relationship Type="http://schemas.openxmlformats.org/officeDocument/2006/relationships/notesMaster" Target="/ppt/notesMasters/notesMaster1.xml" Id="R6224bbb34e584532"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4a79825580e64190" /><Relationship Type="http://schemas.openxmlformats.org/officeDocument/2006/relationships/notesMaster" Target="/ppt/notesMasters/notesMaster1.xml" Id="Recc0433ecc464afe"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5a716de66eff47df" /><Relationship Type="http://schemas.openxmlformats.org/officeDocument/2006/relationships/notesMaster" Target="/ppt/notesMasters/notesMaster1.xml" Id="R3b6b9d4d1227428b"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fa2fd4f4f7624a9f" /><Relationship Type="http://schemas.openxmlformats.org/officeDocument/2006/relationships/notesMaster" Target="/ppt/notesMasters/notesMaster1.xml" Id="R6128231ae40e44da"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b22432d5311a431e" /><Relationship Type="http://schemas.openxmlformats.org/officeDocument/2006/relationships/notesMaster" Target="/ppt/notesMasters/notesMaster1.xml" Id="Rc64ccb9ef5464ebc"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59fc383b2cee482d" /><Relationship Type="http://schemas.openxmlformats.org/officeDocument/2006/relationships/notesMaster" Target="/ppt/notesMasters/notesMaster1.xml" Id="R307c1863f1d54f13"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f0948b82eeb41e5" /><Relationship Type="http://schemas.openxmlformats.org/officeDocument/2006/relationships/notesMaster" Target="/ppt/notesMasters/notesMaster1.xml" Id="Rf7f64d88ac0544f1"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baf86336e20f4d8d" /><Relationship Type="http://schemas.openxmlformats.org/officeDocument/2006/relationships/notesMaster" Target="/ppt/notesMasters/notesMaster1.xml" Id="Rfa9a8d8539744aa1"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9958d19455d045b1" /><Relationship Type="http://schemas.openxmlformats.org/officeDocument/2006/relationships/notesMaster" Target="/ppt/notesMasters/notesMaster1.xml" Id="R90f29cd794f74fc2"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aa9b678bc856490d" /><Relationship Type="http://schemas.openxmlformats.org/officeDocument/2006/relationships/notesMaster" Target="/ppt/notesMasters/notesMaster1.xml" Id="Rc3099949c05646d3"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58407e8a3c3c442d" /><Relationship Type="http://schemas.openxmlformats.org/officeDocument/2006/relationships/notesMaster" Target="/ppt/notesMasters/notesMaster1.xml" Id="R10ab6cee933f4e3c"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a8fba464c3d04fc8" /><Relationship Type="http://schemas.openxmlformats.org/officeDocument/2006/relationships/notesMaster" Target="/ppt/notesMasters/notesMaster1.xml" Id="Rca55acc7d3704b95"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8b14dd1d7afc4d78" /><Relationship Type="http://schemas.openxmlformats.org/officeDocument/2006/relationships/notesMaster" Target="/ppt/notesMasters/notesMaster1.xml" Id="R34640e094bea489d"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2e09f2e7e9b242ba" /><Relationship Type="http://schemas.openxmlformats.org/officeDocument/2006/relationships/notesMaster" Target="/ppt/notesMasters/notesMaster1.xml" Id="R20f8bbc9da204875"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d78b04751f0e4ebd" /><Relationship Type="http://schemas.openxmlformats.org/officeDocument/2006/relationships/notesMaster" Target="/ppt/notesMasters/notesMaster1.xml" Id="Rdc31d99d88dd4ac9"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8c4b9c54085847bb" /><Relationship Type="http://schemas.openxmlformats.org/officeDocument/2006/relationships/notesMaster" Target="/ppt/notesMasters/notesMaster1.xml" Id="R9c2324a3c37a493d"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401e01ec18454101" /><Relationship Type="http://schemas.openxmlformats.org/officeDocument/2006/relationships/notesMaster" Target="/ppt/notesMasters/notesMaster1.xml" Id="Rac675df668c24f1d"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bcfeb237c3084523" /><Relationship Type="http://schemas.openxmlformats.org/officeDocument/2006/relationships/notesMaster" Target="/ppt/notesMasters/notesMaster1.xml" Id="R2ae2c38c29b341d8"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4fd9961232f6481e" /><Relationship Type="http://schemas.openxmlformats.org/officeDocument/2006/relationships/notesMaster" Target="/ppt/notesMasters/notesMaster1.xml" Id="R61a1fdf6614544d2"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e6d480141cec4aa1" /><Relationship Type="http://schemas.openxmlformats.org/officeDocument/2006/relationships/notesMaster" Target="/ppt/notesMasters/notesMaster1.xml" Id="R2842bd16fdea43d3"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c8bb90d7dc114b4f" /><Relationship Type="http://schemas.openxmlformats.org/officeDocument/2006/relationships/notesMaster" Target="/ppt/notesMasters/notesMaster1.xml" Id="Rcb1754e0412a4291"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dc5bccb20cfa4b28" /><Relationship Type="http://schemas.openxmlformats.org/officeDocument/2006/relationships/notesMaster" Target="/ppt/notesMasters/notesMaster1.xml" Id="R5835054d987445fe"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46f63456e7b54072" /><Relationship Type="http://schemas.openxmlformats.org/officeDocument/2006/relationships/notesMaster" Target="/ppt/notesMasters/notesMaster1.xml" Id="R697e0b6572964eb7"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c6e8eb52801b41ac" /><Relationship Type="http://schemas.openxmlformats.org/officeDocument/2006/relationships/notesMaster" Target="/ppt/notesMasters/notesMaster1.xml" Id="R24cdf2d2b3174196"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0ab286b84f364a83" /><Relationship Type="http://schemas.openxmlformats.org/officeDocument/2006/relationships/notesMaster" Target="/ppt/notesMasters/notesMaster1.xml" Id="R5d8da5d6c3b04e98"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e2f9597dba5240ab" /><Relationship Type="http://schemas.openxmlformats.org/officeDocument/2006/relationships/notesMaster" Target="/ppt/notesMasters/notesMaster1.xml" Id="Rb34fd29ff97a4fa0"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c2d7c649eef24ce3" /><Relationship Type="http://schemas.openxmlformats.org/officeDocument/2006/relationships/notesMaster" Target="/ppt/notesMasters/notesMaster1.xml" Id="R2180d75adfd1410f"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4f4203466f904b87" /><Relationship Type="http://schemas.openxmlformats.org/officeDocument/2006/relationships/notesMaster" Target="/ppt/notesMasters/notesMaster1.xml" Id="R5dabfa4665624cb9"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c651ac47f761481e" /><Relationship Type="http://schemas.openxmlformats.org/officeDocument/2006/relationships/notesMaster" Target="/ppt/notesMasters/notesMaster1.xml" Id="R33bc72d694754900"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d82c51116df54365" /><Relationship Type="http://schemas.openxmlformats.org/officeDocument/2006/relationships/notesMaster" Target="/ppt/notesMasters/notesMaster1.xml" Id="Ra6e29ac22378478f"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6593f32a1918434e" /><Relationship Type="http://schemas.openxmlformats.org/officeDocument/2006/relationships/notesMaster" Target="/ppt/notesMasters/notesMaster1.xml" Id="R5a543642577f42a4"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f53086df33214fc1" /><Relationship Type="http://schemas.openxmlformats.org/officeDocument/2006/relationships/notesMaster" Target="/ppt/notesMasters/notesMaster1.xml" Id="R2ba413da1b4f43dc"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6573677d0e21425a" /><Relationship Type="http://schemas.openxmlformats.org/officeDocument/2006/relationships/notesMaster" Target="/ppt/notesMasters/notesMaster1.xml" Id="Re3c0544268d5421a"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170a6edbe0674cff" /><Relationship Type="http://schemas.openxmlformats.org/officeDocument/2006/relationships/notesMaster" Target="/ppt/notesMasters/notesMaster1.xml" Id="Ree38695f06d841ff"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06f29e0b74a1446d" /><Relationship Type="http://schemas.openxmlformats.org/officeDocument/2006/relationships/notesMaster" Target="/ppt/notesMasters/notesMaster1.xml" Id="R7d4d7dff9c8d45f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2026-10-23 · 처음 시작</a:t>
            </a:r>
          </a:p>
          <a:p xmlns:a="http://schemas.openxmlformats.org/drawingml/2006/main">
            <a:r>
              <a:t/>
            </a:r>
          </a:p>
          <a:p xmlns:a="http://schemas.openxmlformats.org/drawingml/2006/main">
            <a:r>
              <a:t>이번 수업에서는 실제 연결·통전·시리얼 포트 열기를 하지 않습니다. Python표준 라이브러리로 가상센서 파일을 읽습니다. .ino는 모델 확정 후 실행할 완성 예의 읽기 자료이며,현재컴파일·업로드 결과가 아닙니다.</a:t>
            </a:r>
          </a:p>
          <a:p xmlns:a="http://schemas.openxmlformats.org/drawingml/2006/main">
            <a:r>
              <a:t/>
            </a:r>
          </a:p>
          <a:p xmlns:a="http://schemas.openxmlformats.org/drawingml/2006/main">
            <a:r>
              <a:t>파일과 실행</a:t>
            </a:r>
          </a:p>
          <a:p xmlns:a="http://schemas.openxmlformats.org/drawingml/2006/main">
            <a:r>
              <a:t/>
            </a:r>
          </a:p>
          <a:p xmlns:a="http://schemas.openxmlformats.org/drawingml/2006/main">
            <a:r>
              <a:t>`examples/course/data`는 읽을 입력, `code`는 완성 시연 코드, `work`는 나의 작성·수정 파일입니다. ZIP을 풀고 폴더 구조를 유지합니다. 터미널은 명령을 실행하는 창이며, 에디터는 파일 내용을 쓰고 저장하는 창입니다. 저장만으로 코드가 실행되지는 않습니다.</a:t>
            </a:r>
          </a:p>
          <a:p xmlns:a="http://schemas.openxmlformats.org/drawingml/2006/main">
            <a:r>
              <a:t/>
            </a:r>
          </a:p>
          <a:p xmlns:a="http://schemas.openxmlformats.org/drawingml/2006/main">
            <a:r>
              <a:t>1. [용어](glossary.md)에서 낯선 말을 확인합니다.</a:t>
            </a:r>
          </a:p>
          <a:p xmlns:a="http://schemas.openxmlformats.org/drawingml/2006/main">
            <a:r>
              <a:t>2. [교안](lesson.md)의 개념과 예를 읽습니다.</a:t>
            </a:r>
          </a:p>
          <a:p xmlns:a="http://schemas.openxmlformats.org/drawingml/2006/main">
            <a:r>
              <a:t>3. [활동지](practice-guide.md)의 A01부터 입력을 열고 work 양식에 기록합니다.</a:t>
            </a:r>
          </a:p>
          <a:p xmlns:a="http://schemas.openxmlformats.org/drawingml/2006/main">
            <a:r>
              <a:t>4. 코드 실행은 code/line-guide.md의 명령과 조건을 따릅니다.</a:t>
            </a:r>
          </a:p>
          <a:p xmlns:a="http://schemas.openxmlformats.org/drawingml/2006/main">
            <a:r>
              <a:t/>
            </a:r>
          </a:p>
          <a:p xmlns:a="http://schemas.openxmlformats.org/drawingml/2006/main">
            <a:r>
              <a:t>최소 성공: 전기량 세 단위를 구분하고0·null·문자열을 다른 상태로 처리하며 모의/실물 검증 경계를 설명합니다.</a:t>
            </a:r>
          </a:p>
          <a:p xmlns:a="http://schemas.openxmlformats.org/drawingml/2006/main">
            <a:r>
              <a:t/>
            </a:r>
          </a:p>
          <a:p xmlns:a="http://schemas.openxmlformats.org/drawingml/2006/main">
            <a:r>
              <a:t/>
            </a:r>
          </a:p>
          <a:p xmlns:a="http://schemas.openxmlformats.org/drawingml/2006/main">
            <a:r>
              <a:t/>
            </a:r>
          </a:p>
          <a:p xmlns:a="http://schemas.openxmlformats.org/drawingml/2006/main">
            <a:r>
              <a:t>수업 전, 이 세 가지부터 확인하세요</a:t>
            </a:r>
          </a:p>
          <a:p xmlns:a="http://schemas.openxmlformats.org/drawingml/2006/main">
            <a:r>
              <a:t/>
            </a:r>
          </a:p>
          <a:p xmlns:a="http://schemas.openxmlformats.org/drawingml/2006/main">
            <a:r>
              <a:t>앞선 수업을 기억하지 못해도 아래 질문과 풀이부터 다시 읽으면 됩니다. 먼저 자기 말로 답한 뒤 풀이와 비교하세요.</a:t>
            </a:r>
          </a:p>
          <a:p xmlns:a="http://schemas.openxmlformats.org/drawingml/2006/main">
            <a:r>
              <a:t/>
            </a:r>
          </a:p>
          <a:p xmlns:a="http://schemas.openxmlformats.org/drawingml/2006/main">
            <a:r>
              <a:t>단위</a:t>
            </a:r>
          </a:p>
          <a:p xmlns:a="http://schemas.openxmlformats.org/drawingml/2006/main">
            <a:r>
              <a:t/>
            </a:r>
          </a:p>
          <a:p xmlns:a="http://schemas.openxmlformats.org/drawingml/2006/main">
            <a:r>
              <a:t>질문: 3.3V와 3.3mA를 같은 크기로 비교하나요?</a:t>
            </a:r>
          </a:p>
          <a:p xmlns:a="http://schemas.openxmlformats.org/drawingml/2006/main">
            <a:r>
              <a:t/>
            </a:r>
          </a:p>
          <a:p xmlns:a="http://schemas.openxmlformats.org/drawingml/2006/main">
            <a:r>
              <a:t>풀이: 전압은 밀어주는 정도, 전류는 흐르는 양이며 다른 물리량입니다. 숫자만 같다고 같은 조건이 아닙니다.</a:t>
            </a:r>
          </a:p>
          <a:p xmlns:a="http://schemas.openxmlformats.org/drawingml/2006/main">
            <a:r>
              <a:t/>
            </a:r>
          </a:p>
          <a:p xmlns:a="http://schemas.openxmlformats.org/drawingml/2006/main">
            <a:r>
              <a:t>회로 경로</a:t>
            </a:r>
          </a:p>
          <a:p xmlns:a="http://schemas.openxmlformats.org/drawingml/2006/main">
            <a:r>
              <a:t/>
            </a:r>
          </a:p>
          <a:p xmlns:a="http://schemas.openxmlformats.org/drawingml/2006/main">
            <a:r>
              <a:t>질문: LED와 저항을 놓기만 하면 전류가 흐르나요?</a:t>
            </a:r>
          </a:p>
          <a:p xmlns:a="http://schemas.openxmlformats.org/drawingml/2006/main">
            <a:r>
              <a:t/>
            </a:r>
          </a:p>
          <a:p xmlns:a="http://schemas.openxmlformats.org/drawingml/2006/main">
            <a:r>
              <a:t>풀이: 전원에서 부품을 거쳐 돌아오는 연결 경로가 필요합니다. 회로 검토와 실제 전원 인가를 구분합니다.</a:t>
            </a:r>
          </a:p>
          <a:p xmlns:a="http://schemas.openxmlformats.org/drawingml/2006/main">
            <a:r>
              <a:t/>
            </a:r>
          </a:p>
          <a:p xmlns:a="http://schemas.openxmlformats.org/drawingml/2006/main">
            <a:r>
              <a:t>판정</a:t>
            </a:r>
          </a:p>
          <a:p xmlns:a="http://schemas.openxmlformats.org/drawingml/2006/main">
            <a:r>
              <a:t/>
            </a:r>
          </a:p>
          <a:p xmlns:a="http://schemas.openxmlformats.org/drawingml/2006/main">
            <a:r>
              <a:t>질문: 모의 입력에서 명령이 나왔다면 실물 LED도 켜졌나요?</a:t>
            </a:r>
          </a:p>
          <a:p xmlns:a="http://schemas.openxmlformats.org/drawingml/2006/main">
            <a:r>
              <a:t/>
            </a:r>
          </a:p>
          <a:p xmlns:a="http://schemas.openxmlformats.org/drawingml/2006/main">
            <a:r>
              <a:t>풀이: 코드의 판단 결과를 확인한 것입니다. 핀 연결·전압·보드 환경을 확인한 실물 검증은 별도입니다.</a:t>
            </a:r>
          </a:p>
          <a:p xmlns:a="http://schemas.openxmlformats.org/drawingml/2006/main">
            <a:r>
              <a:t/>
            </a:r>
          </a:p>
          <a:p xmlns:a="http://schemas.openxmlformats.org/drawingml/2006/main">
            <a:r>
              <a:t>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독립 문제는 결과를 확인한 뒤 복습하거나 도전합니다. 모든 페이지를 같은 시간에 끝내라는 뜻은 아닙니다. 설치가 막혔을 때는 제공 출력과 수동 추적으로 개념을 확인하고, 직접 실행했는지는 따로 적습니다.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ZIP은 일반 폴더에 풀고 data·code·work 구조를 유지한다. data는 입력,code는 참고,work는 학생 복사본이다. 에디터는 파일 작성·저장,터미널은명령실행창이다. 저장만누르면실행되지는않는다. 파일이름과확장자를확인한뒤현재폴더에서명령을실행한다. 개인실행이막히면오류문구와경로를남기고강사결과또는제공출력과예상을대조한다.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docs/schedule.md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
            </a:r>
          </a:p>
          <a:p xmlns:a="http://schemas.openxmlformats.org/drawingml/2006/main">
            <a:r>
              <a:t>자료 위치: docs/schedule.md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설치·계정·장비문제는학습성취와분리한다. 개인실행·강사실행관찰·제공출력비교·수동추적중어느방법으로확인했는지기록한다.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1교시 필수 개념 보충 · 전류가 돌아오는 길과 단위 계산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실습 담당자가 3.3V 전원과 330Ω 저항을 종이에 연결합니다. “3.3이 흐른다”라는 말로는 무엇을 측정하는지 알 수 없습니다. 전압은 두 점 사이의 차이이고 단위는 V입니다. 전류는 시간당 이동하는 전하량이며 A, 저항은 전압과 전류의 관계를 나타내며 Ω입니다. 물의 압력 차이와 유량 비유는 역할을 기억하는 출발점으로만 사용합니다.</a:t>
            </a:r>
          </a:p>
          <a:p xmlns:a="http://schemas.openxmlformats.org/drawingml/2006/main">
            <a:r>
              <a:t/>
            </a:r>
          </a:p>
          <a:p xmlns:a="http://schemas.openxmlformats.org/drawingml/2006/main">
            <a:r>
              <a:t>전류의 통상적인 방향을 전원 + → 저항 → 전원 −로 표시합니다. 돌아오는 길까지 이어져야 닫힌 회로입니다. 중간이 끊어진 이상적인 회로에는 지속적인 전류가 흐르지 않습니다. GND는 이 회로에서 전압 비교의 기준으로 정한 지점이며 언제나 건물의 보호 접지라는 뜻은 아닙니다. 저항 없이 전원 +와 −를 잇는 것은 부하를 통과하는 정상 경로와 다릅니다.</a:t>
            </a:r>
          </a:p>
          <a:p xmlns:a="http://schemas.openxmlformats.org/drawingml/2006/main">
            <a:r>
              <a:t/>
            </a:r>
          </a:p>
          <a:p xmlns:a="http://schemas.openxmlformats.org/drawingml/2006/main">
            <a:r>
              <a:t>완성 계산의 입력은 저항 양단 전압 3.3V와 저항 330Ω입니다. 옴성 저항의 관계 V=IR에서 I=V/R로 바꿉니다. 3.3÷330=0.010A이고, 1A=1000mA이므로 10mA입니다. 저항을 660Ω으로 바꾸면 0.005A=5mA입니다. 나눗셈 결과에 바로 mA를 붙이면 1000배의 단위 오류가 됩니다. 계산은 이상적인 저항의 관계를 확인한 것이며 부품 발열, 허용 전류, 보드 출력 능력을 승인한 결과는 아닙니다. 실제 연결 전에는 부품과 보드 사양이 필요합니다. 모의 계산의 실행 여부와 실물 측정 여부를 기록 칸에서 나눕니다.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저항 양단 5V와 1000Ω이라는 새 종이 조건에서 A와 mA를 각각 계산하고 전류가 돌아오는 경로를 화살표로 그리세요. 가운데 선을 지웠을 때의 이상적 전류도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0.005A=5mA이며 + → 저항 → −입니다. 선이 끊어진 이상적 경로는 0A입니다. 5V를 ESP32 신호 입력에 연결해도 된다는 뜻은 아닙니다. 단위 계산과 연결 허용 판단은 별도 문제입니다.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전압은 몇 점 사이인가요? → 두 점 사이입니다.</a:t>
            </a:r>
          </a:p>
          <a:p xmlns:a="http://schemas.openxmlformats.org/drawingml/2006/main">
            <a:r>
              <a:t>2. 0.002A는? → 2mA입니다.</a:t>
            </a:r>
          </a:p>
          <a:p xmlns:a="http://schemas.openxmlformats.org/drawingml/2006/main">
            <a:r>
              <a:t>3. GND는 버리는 구멍인가요? → 전압 기준과 반환 경로의 역할을 읽어야 합니다.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전압은 두 점 사이의 차이입니다.</a:t>
            </a:r>
          </a:p>
          <a:p xmlns:a="http://schemas.openxmlformats.org/drawingml/2006/main">
            <a:r>
              <a:t>단위는 V입니다.</a:t>
            </a:r>
          </a:p>
          <a:p xmlns:a="http://schemas.openxmlformats.org/drawingml/2006/main">
            <a:r>
              <a:t>실습 담당자가 3.3V 전원과 330Ω 저항을 종이에 연결합니다. “3.3이 흐른다”라는 말로는 무엇을 측정하는지 알 수 없습니다. 전압은 두 점 사이의 차이이고 단위는 V입니다. 전류는 시간당 이동하는 전하량이며 A, 저항은 전압과 전류의 관계를 나타내며 Ω입니다. 물의 압력 차이와 유량 비유는 역할을 기억하는 출발점으로만 사용합니다.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시간당 이동하는 전하량입니다.</a:t>
            </a:r>
          </a:p>
          <a:p xmlns:a="http://schemas.openxmlformats.org/drawingml/2006/main">
            <a:r>
              <a:t>단위는 A, 작은 전류는 mA로 씁니다.</a:t>
            </a:r>
          </a:p>
          <a:p xmlns:a="http://schemas.openxmlformats.org/drawingml/2006/main">
            <a:r>
              <a:t>실습 담당자가 3.3V 전원과 330Ω 저항을 종이에 연결합니다. “3.3이 흐른다”라는 말로는 무엇을 측정하는지 알 수 없습니다. 전압은 두 점 사이의 차이이고 단위는 V입니다. 전류는 시간당 이동하는 전하량이며 A, 저항은 전압과 전류의 관계를 나타내며 Ω입니다. 물의 압력 차이와 유량 비유는 역할을 기억하는 출발점으로만 사용합니다.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옴성 저항의 관계는 V=IR입니다.</a:t>
            </a:r>
          </a:p>
          <a:p xmlns:a="http://schemas.openxmlformats.org/drawingml/2006/main">
            <a:r>
              <a:t>저항 단위는 Ω입니다.</a:t>
            </a:r>
          </a:p>
          <a:p xmlns:a="http://schemas.openxmlformats.org/drawingml/2006/main">
            <a:r>
              <a:t>실습 담당자가 3.3V 전원과 330Ω 저항을 종이에 연결합니다. “3.3이 흐른다”라는 말로는 무엇을 측정하는지 알 수 없습니다. 전압은 두 점 사이의 차이이고 단위는 V입니다. 전류는 시간당 이동하는 전하량이며 A, 저항은 전압과 전류의 관계를 나타내며 Ω입니다. 물의 압력 차이와 유량 비유는 역할을 기억하는 출발점으로만 사용합니다.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전원 + → 저항 → 전원 −</a:t>
            </a:r>
          </a:p>
          <a:p xmlns:a="http://schemas.openxmlformats.org/drawingml/2006/main">
            <a:r>
              <a:t>완전히 이어진 길이 닫힌 회로입니다.</a:t>
            </a:r>
          </a:p>
          <a:p xmlns:a="http://schemas.openxmlformats.org/drawingml/2006/main">
            <a:r>
              <a:t>전류의 통상적인 방향을 전원 + → 저항 → 전원 −로 표시합니다. 돌아오는 길까지 이어져야 닫힌 회로입니다. 중간이 끊어진 이상적인 회로에는 지속적인 전류가 흐르지 않습니다. GND는 이 회로에서 전압 비교의 기준으로 정한 지점이며 언제나 건물의 보호 접지라는 뜻은 아닙니다. 저항 없이 전원 +와 −를 잇는 것은 부하를 통과하는 정상 경로와 다릅니다.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신호의 높고 낮음을 비교하는 기준입니다.</a:t>
            </a:r>
          </a:p>
          <a:p xmlns:a="http://schemas.openxmlformats.org/drawingml/2006/main">
            <a:r>
              <a:t>모든 GND가 건물 접지는 아닙니다.</a:t>
            </a:r>
          </a:p>
          <a:p xmlns:a="http://schemas.openxmlformats.org/drawingml/2006/main">
            <a:r>
              <a:t>전류의 통상적인 방향을 전원 + → 저항 → 전원 −로 표시합니다. 돌아오는 길까지 이어져야 닫힌 회로입니다. 중간이 끊어진 이상적인 회로에는 지속적인 전류가 흐르지 않습니다. GND는 이 회로에서 전압 비교의 기준으로 정한 지점이며 언제나 건물의 보호 접지라는 뜻은 아닙니다. 저항 없이 전원 +와 −를 잇는 것은 부하를 통과하는 정상 경로와 다릅니다.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1A = 1000mA</a:t>
            </a:r>
          </a:p>
          <a:p xmlns:a="http://schemas.openxmlformats.org/drawingml/2006/main">
            <a:r>
              <a:t>0.010A = 10mA</a:t>
            </a:r>
          </a:p>
          <a:p xmlns:a="http://schemas.openxmlformats.org/drawingml/2006/main">
            <a:r>
              <a:t>실습 담당자가 3.3V 전원과 330Ω 저항을 종이에 연결합니다. “3.3이 흐른다”라는 말로는 무엇을 측정하는지 알 수 없습니다. 전압은 두 점 사이의 차이이고 단위는 V입니다. 전류는 시간당 이동하는 전하량이며 A, 저항은 전압과 전류의 관계를 나타내며 Ω입니다. 물의 압력 차이와 유량 비유는 역할을 기억하는 출발점으로만 사용합니다.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전압은저항양단의3.3V라는가정이다. voltage_v/resistance_ohm이A를구하고1000배해mA로바꾼다. &lt;=는비교, =는대입, /는나눗셈, *는곱셈이다. if뒤콜론과들여쓴raise는조건이맞을때오류를알린다. round(...,2)는소수둘째자리반올림이며 허용 전류 승인과무관하다.</a:t>
            </a:r>
          </a:p>
          <a:p xmlns:a="http://schemas.openxmlformats.org/drawingml/2006/main">
            <a:r>
              <a:t>최신 운영은 50분×6</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전압은저항양단의3.3V라는가정이다. voltage_v/resistance_ohm이A를구하고1000배해mA로바꾼다. &lt;=는비교, =는대입, /는나눗셈, *는곱셈이다. if뒤콜론과들여쓴raise는조건이맞을때오류를알린다. round(...,2)는소수둘째자리반올림이며 허용 전류 승인과무관하다.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전압은저항양단의3.3V라는가정이다. voltage_v/resistance_ohm이A를구하고1000배해mA로바꾼다. &lt;=는비교, =는대입, /는나눗셈, *는곱셈이다. if뒤콜론과들여쓴raise는조건이맞을때오류를알린다. round(...,2)는소수둘째자리반올림이며 허용 전류 승인과무관하다.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3.3÷330 = 0.010A</a:t>
            </a:r>
          </a:p>
          <a:p xmlns:a="http://schemas.openxmlformats.org/drawingml/2006/main">
            <a:r>
              <a:t>0.010×1000 = 10mA</a:t>
            </a:r>
          </a:p>
          <a:p xmlns:a="http://schemas.openxmlformats.org/drawingml/2006/main">
            <a:r>
              <a:t>출력: 10.0</a:t>
            </a:r>
          </a:p>
          <a:p xmlns:a="http://schemas.openxmlformats.org/drawingml/2006/main">
            <a:r>
              <a:t>완성 계산의 입력은 저항 양단 전압 3.3V와 저항 330Ω입니다. 옴성 저항의 관계 V=IR에서 I=V/R로 바꿉니다. 3.3÷330=0.010A이고, 1A=1000mA이므로 10mA입니다. 저항을 660Ω으로 바꾸면 0.005A=5mA입니다. 나눗셈 결과에 바로 mA를 붙이면 1000배의 단위 오류가 됩니다. 계산은 이상적인 저항의 관계를 확인한 것이며 부품 발열, 허용 전류, 보드 출력 능력을 승인한 결과는 아닙니다. 실제 연결 전에는 부품과 보드 사양이 필요합니다. 모의 계산의 실행 여부와 실물 측정 여부를 기록 칸에서 나눕니다.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저항 양단 5V · 저항 1000Ω</a:t>
            </a:r>
          </a:p>
          <a:p xmlns:a="http://schemas.openxmlformats.org/drawingml/2006/main">
            <a:r>
              <a:t>전류를 A와 mA로 계산하세요.</a:t>
            </a:r>
          </a:p>
          <a:p xmlns:a="http://schemas.openxmlformats.org/drawingml/2006/main">
            <a:r>
              <a:t>복습 문제: 저항 양단 5V와 1000Ω이라는 새 종이 조건에서 A와 mA를 각각 계산하고 전류가 돌아오는 경로를 화살표로 그리세요. 가운데 선을 지웠을 때의 이상적 전류도 쓰세요.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0.005A = 5mA</a:t>
            </a:r>
          </a:p>
          <a:p xmlns:a="http://schemas.openxmlformats.org/drawingml/2006/main">
            <a:r>
              <a:t>단위 변환을 한 번 더 확인합니다.</a:t>
            </a:r>
          </a:p>
          <a:p xmlns:a="http://schemas.openxmlformats.org/drawingml/2006/main">
            <a:r>
              <a:t>5V GPIO 연결 승인을 뜻하지 않습니다.</a:t>
            </a:r>
          </a:p>
          <a:p xmlns:a="http://schemas.openxmlformats.org/drawingml/2006/main">
            <a:r>
              <a:t>완성 계산의 입력은 저항 양단 전압 3.3V와 저항 330Ω입니다. 옴성 저항의 관계 V=IR에서 I=V/R로 바꿉니다. 3.3÷330=0.010A이고, 1A=1000mA이므로 10mA입니다. 저항을 660Ω으로 바꾸면 0.005A=5mA입니다. 나눗셈 결과에 바로 mA를 붙이면 1000배의 단위 오류가 됩니다. 계산은 이상적인 저항의 관계를 확인한 것이며 부품 발열, 허용 전류, 보드 출력 능력을 승인한 결과는 아닙니다. 실제 연결 전에는 부품과 보드 사양이 필요합니다. 모의 계산의 실행 여부와 실물 측정 여부를 기록 칸에서 나눕니다.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저항을 660Ω으로 바꿉니다.</a:t>
            </a:r>
          </a:p>
          <a:p xmlns:a="http://schemas.openxmlformats.org/drawingml/2006/main">
            <a:r>
              <a:t>전류는 5mA가 됩니다.</a:t>
            </a:r>
          </a:p>
          <a:p xmlns:a="http://schemas.openxmlformats.org/drawingml/2006/main">
            <a:r>
              <a:t>완성 계산의 입력은 저항 양단 전압 3.3V와 저항 330Ω입니다. 옴성 저항의 관계 V=IR에서 I=V/R로 바꿉니다. 3.3÷330=0.010A이고, 1A=1000mA이므로 10mA입니다. 저항을 660Ω으로 바꾸면 0.005A=5mA입니다. 나눗셈 결과에 바로 mA를 붙이면 1000배의 단위 오류가 됩니다. 계산은 이상적인 저항의 관계를 확인한 것이며 부품 발열, 허용 전류, 보드 출력 능력을 승인한 결과는 아닙니다. 실제 연결 전에는 부품과 보드 사양이 필요합니다. 모의 계산의 실행 여부와 실물 측정 여부를 기록 칸에서 나눕니다.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화면 초점:</a:t>
            </a:r>
          </a:p>
          <a:p xmlns:a="http://schemas.openxmlformats.org/drawingml/2006/main">
            <a:r>
              <a:t>저항 0은 계산 입력 오류입니다.</a:t>
            </a:r>
          </a:p>
          <a:p xmlns:a="http://schemas.openxmlformats.org/drawingml/2006/main">
            <a:r>
              <a:t>실제 단락을 만들어 시험하지 않습니다.</a:t>
            </a:r>
          </a:p>
          <a:p xmlns:a="http://schemas.openxmlformats.org/drawingml/2006/main">
            <a:r>
              <a:t>전류의 통상적인 방향을 전원 + → 저항 → 전원 −로 표시합니다. 돌아오는 길까지 이어져야 닫힌 회로입니다. 중간이 끊어진 이상적인 회로에는 지속적인 전류가 흐르지 않습니다. GND는 이 회로에서 전압 비교의 기준으로 정한 지점이며 언제나 건물의 보호 접지라는 뜻은 아닙니다. 저항 없이 전원 +와 −를 잇는 것은 부하를 통과하는 정상 경로와 다릅니다.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전압·전류·저항의 단위를 말해 봅시다.</a:t>
            </a:r>
          </a:p>
          <a:p xmlns:a="http://schemas.openxmlformats.org/drawingml/2006/main">
            <a:r>
              <a:t>계산과 실물 측정의 차이도 설명합니다.</a:t>
            </a:r>
          </a:p>
          <a:p xmlns:a="http://schemas.openxmlformats.org/drawingml/2006/main">
            <a:r>
              <a:t>완성 계산의 입력은 저항 양단 전압 3.3V와 저항 330Ω입니다. 옴성 저항의 관계 V=IR에서 I=V/R로 바꿉니다. 3.3÷330=0.010A이고, 1A=1000mA이므로 10mA입니다. 저항을 660Ω으로 바꾸면 0.005A=5mA입니다. 나눗셈 결과에 바로 mA를 붙이면 1000배의 단위 오류가 됩니다. 계산은 이상적인 저항의 관계를 확인한 것이며 부품 발열, 허용 전류, 보드 출력 능력을 승인한 결과는 아닙니다. 실제 연결 전에는 부품과 보드 사양이 필요합니다. 모의 계산의 실행 여부와 실물 측정 여부를 기록 칸에서 나눕니다.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outputs/2026-10-23/assessment.md</a:t>
            </a:r>
          </a:p>
          <a:p xmlns:a="http://schemas.openxmlformats.org/drawingml/2006/main">
            <a:r>
              <a:t>화면 초점:</a:t>
            </a:r>
          </a:p>
          <a:p xmlns:a="http://schemas.openxmlformats.org/drawingml/2006/main">
            <a:r>
              <a:t>추가·복습: 2.4V · 1200Ω</a:t>
            </a:r>
          </a:p>
          <a:p xmlns:a="http://schemas.openxmlformats.org/drawingml/2006/main">
            <a:r>
              <a:t>계산 전류와 돌아오는 길을 설명하세요.</a:t>
            </a:r>
          </a:p>
          <a:p xmlns:a="http://schemas.openxmlformats.org/drawingml/2006/main">
            <a:r>
              <a:t>복습 문제: 저항 양단 5V와 1000Ω이라는 새 종이 조건에서 A와 mA를 각각 계산하고 전류가 돌아오는 경로를 화살표로 그리세요. 가운데 선을 지웠을 때의 이상적 전류도 쓰세요.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저항 양단 2.4V·1200Ω일 때 A와 mA를 계산하고 닫힌 경로를 설명하세요.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0.002A=2mA입니다. 전원 +에서 저항을 거쳐 −로 돌아오는 길을 포함합니다.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2교시 필수 개념 보충 · LED 직렬 저항과 보드 신호의 전압</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알림등을 달고 싶은 담당자는 LED가 밝아지면 성공이라고 생각합니다. 그러나 빛이 보이는 것과 부품이 정격 안에서 동작하는 것은 다릅니다. LED는 방향이 있는 다이오드이며 저항처럼 일정한 V/I 값으로 취급하지 않습니다. 직렬 저항은 같은 가지를 흐르는 전류를 제한합니다.</a:t>
            </a:r>
          </a:p>
          <a:p xmlns:a="http://schemas.openxmlformats.org/drawingml/2006/main">
            <a:r>
              <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공급 3.3V, 가정 LED 강하 1.8V, 저항 500Ω에서 전류를 계산하세요. 보드 전원 입력 표시에 5V가 있다는 이유로 센서의 5V 출력을 GPIO에 연결할 수 있는지도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저항 전압은 1.5V, 전류는 3mA입니다. GPIO 허용 전압은 별도 사양으로 확인해야 합니다. LED 강하를 더해 5.1V로 계산하거나 USB 전원과 신호 입력 정격을 같은 것으로 읽으면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직렬 가지의 전류는? → 같은 가지에서 같습니다.</a:t>
            </a:r>
          </a:p>
          <a:p xmlns:a="http://schemas.openxmlformats.org/drawingml/2006/main">
            <a:r>
              <a:t>2. 2.0V는 확정 사양인가요? → 여기서는 계산용 가정입니다.</a:t>
            </a:r>
          </a:p>
          <a:p xmlns:a="http://schemas.openxmlformats.org/drawingml/2006/main">
            <a:r>
              <a:t>3. 모델 미확정 시 핀 번호는? → 확정하지 않고 확인 항목으로 남깁니다.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빛을 내는 다이오드입니다.</a:t>
            </a:r>
          </a:p>
          <a:p xmlns:a="http://schemas.openxmlformats.org/drawingml/2006/main">
            <a:r>
              <a:t>고정 저항처럼 계산하지 않습니다.</a:t>
            </a:r>
          </a:p>
          <a:p xmlns:a="http://schemas.openxmlformats.org/drawingml/2006/main">
            <a:r>
              <a:t>알림등을 달고 싶은 담당자는 LED가 밝아지면 성공이라고 생각합니다. 그러나 빛이 보이는 것과 부품이 정격 안에서 동작하는 것은 다릅니다. LED는 방향이 있는 다이오드이며 저항처럼 일정한 V/I 값으로 취급하지 않습니다. 직렬 저항은 같은 가지를 흐르는 전류를 제한합니다.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같은 가지의 전류는 같습니다.</a:t>
            </a:r>
          </a:p>
          <a:p xmlns:a="http://schemas.openxmlformats.org/drawingml/2006/main">
            <a:r>
              <a:t>공급 전압과 LED 강하를 구분합니다.</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계산 가정: 공급 3.3V · LED 강하 2.0V</a:t>
            </a:r>
          </a:p>
          <a:p xmlns:a="http://schemas.openxmlformats.org/drawingml/2006/main">
            <a:r>
              <a:t>저항 전압 = 3.3−2.0 = 1.3V</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칩: 계산과 입출력</a:t>
            </a:r>
          </a:p>
          <a:p xmlns:a="http://schemas.openxmlformats.org/drawingml/2006/main">
            <a:r>
              <a:t>모듈: 주변 부품 묶음 · 보드: 개발 연결판</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프로그램으로 디지털 신호를 읽고 출력합니다.</a:t>
            </a:r>
          </a:p>
          <a:p xmlns:a="http://schemas.openxmlformats.org/drawingml/2006/main">
            <a:r>
              <a:t>HIGH는 약속한 논리 수준입니다.</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보드 전원 단자만 보고 신호 전압을 정하지 않습니다.</a:t>
            </a:r>
          </a:p>
          <a:p xmlns:a="http://schemas.openxmlformats.org/drawingml/2006/main">
            <a:r>
              <a:t>정확한 보드·핀 문서가 필요합니다.</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LED강하2.0V는 교육용가정이다. 괄호는3.3−2.0을먼저계산하며저항에는1.3V가걸린다. /330은A, *1000은mA변환이다. or는두조건중하나라도참이라는뜻이다. supply_v &lt;led_v를거절하는것은이상적전류계산의입력검사이며실제다이오드특성을모델링한것은아니다. 참고파일과같은계산으로3.94mA가나온다.</a:t>
            </a:r>
          </a:p>
          <a:p xmlns:a="http://schemas.openxmlformats.org/drawingml/2006/main">
            <a:r>
              <a:t>최신 운영은 50분×6</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LED강하2.0V는 교육용가정이다. 괄호는3.3−2.0을먼저계산하며저항에는1.3V가걸린다. /330은A, *1000은mA변환이다. or는두조건중하나라도참이라는뜻이다. supply_v &lt;led_v를거절하는것은이상적전류계산의입력검사이며실제다이오드특성을모델링한것은아니다. 참고파일과같은계산으로3.94mA가나온다.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LED강하2.0V는 교육용가정이다. 괄호는3.3−2.0을먼저계산하며저항에는1.3V가걸린다. /330은A, *1000은mA변환이다. or는두조건중하나라도참이라는뜻이다. supply_v &lt;led_v를거절하는것은이상적전류계산의입력검사이며실제다이오드특성을모델링한것은아니다. 참고파일과같은계산으로3.94mA가나온다.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(3.3−2.0)÷330×1000</a:t>
            </a:r>
          </a:p>
          <a:p xmlns:a="http://schemas.openxmlformats.org/drawingml/2006/main">
            <a:r>
              <a:t>가정 전류: 3.94mA</a:t>
            </a:r>
          </a:p>
          <a:p xmlns:a="http://schemas.openxmlformats.org/drawingml/2006/main">
            <a:r>
              <a:t>저항만 연결한 10mA와 다릅니다.</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공급 3.3V · LED 가정 1.8V · 저항 500Ω</a:t>
            </a:r>
          </a:p>
          <a:p xmlns:a="http://schemas.openxmlformats.org/drawingml/2006/main">
            <a:r>
              <a:t>계산 전류와 GPIO 연결 조건을 쓰세요.</a:t>
            </a:r>
          </a:p>
          <a:p xmlns:a="http://schemas.openxmlformats.org/drawingml/2006/main">
            <a:r>
              <a:t>복습 문제: 공급 3.3V, 가정 LED 강하 1.8V, 저항 500Ω에서 전류를 계산하세요. 보드 전원 입력 표시에 5V가 있다는 이유로 센서의 5V 출력을 GPIO에 연결할 수 있는지도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저항 전압: 1.5V</a:t>
            </a:r>
          </a:p>
          <a:p xmlns:a="http://schemas.openxmlformats.org/drawingml/2006/main">
            <a:r>
              <a:t>전류: 3mA</a:t>
            </a:r>
          </a:p>
          <a:p xmlns:a="http://schemas.openxmlformats.org/drawingml/2006/main">
            <a:r>
              <a:t>연결 허용은 보드와 부품 문서로 따로 확인합니다.</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저항을 660Ω으로 바꿉니다.</a:t>
            </a:r>
          </a:p>
          <a:p xmlns:a="http://schemas.openxmlformats.org/drawingml/2006/main">
            <a:r>
              <a:t>계산 전류는 약 1.97mA입니다.</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화면 초점:</a:t>
            </a:r>
          </a:p>
          <a:p xmlns:a="http://schemas.openxmlformats.org/drawingml/2006/main">
            <a:r>
              <a:t>저항 없이 LED를 바로 연결하지 않습니다.</a:t>
            </a:r>
          </a:p>
          <a:p xmlns:a="http://schemas.openxmlformats.org/drawingml/2006/main">
            <a:r>
              <a:t>모델·극성·정격이 미확정이면 배선은 보류합니다.</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LED의 2.0V는 무엇을 뜻하나요?</a:t>
            </a:r>
          </a:p>
          <a:p xmlns:a="http://schemas.openxmlformats.org/drawingml/2006/main">
            <a:r>
              <a:t>가정 계산이 연결 승인은 아닌 이유를 설명합니다.</a:t>
            </a:r>
          </a:p>
          <a:p xmlns:a="http://schemas.openxmlformats.org/drawingml/2006/main">
            <a:r>
              <a:t>복습 문제: 공급 3.3V, 가정 LED 강하 1.8V, 저항 500Ω에서 전류를 계산하세요. 보드 전원 입력 표시에 5V가 있다는 이유로 센서의 5V 출력을 GPIO에 연결할 수 있는지도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outputs/2026-10-23/assessment.md</a:t>
            </a:r>
          </a:p>
          <a:p xmlns:a="http://schemas.openxmlformats.org/drawingml/2006/main">
            <a:r>
              <a:t>화면 초점:</a:t>
            </a:r>
          </a:p>
          <a:p xmlns:a="http://schemas.openxmlformats.org/drawingml/2006/main">
            <a:r>
              <a:t>추가·도전: 목표 전류 5mA 가정</a:t>
            </a:r>
          </a:p>
          <a:p xmlns:a="http://schemas.openxmlformats.org/drawingml/2006/main">
            <a:r>
              <a:t>이상적 저항 260Ω과 실제 선택을 구분하세요.</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공급 5V·가정 LED 강하 2V·저항 1000Ω의 계산 전류와 GPIO 연결 승인 여부를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3mA입니다. 수학 계산만으로 연결을 승인하지 않으며 정확한 보드·핀·부품 정격을 확인해야 합니다.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3교시 필수 개념 보충 · 전압 신호를 숫자 기록으로 옮기기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온도 센서 값을 대시보드에 보내려면 전기 신호가 어떤 숫자와 단위를 뜻하는지 약속해야 합니다. 연속적으로 변하는 전압을 아날로그 신호라 부릅니다. ADC는 그 신호를 제한된 개수의 숫자 단계로 바꾸는 변환기입니다. 숫자가 되었다고 바로 섭씨 온도가 되지는 않습니다.</a:t>
            </a:r>
          </a:p>
          <a:p xmlns:a="http://schemas.openxmlformats.org/drawingml/2006/main">
            <a:r>
              <a:t/>
            </a:r>
          </a:p>
          <a:p xmlns:a="http://schemas.openxmlformats.org/drawingml/2006/main">
            <a:r>
              <a:t>계산 연습용으로 0~3.3V를 코드 0~4095에 대응하는 이상적인 선형 모델을 가정합니다. 값 2048의 전압을 끝점 대응식으로 계산하면 2048÷4095×3.3≈1.6504V입니다. 이는 실물 ESP32 ADC의 교정 결과가 아닙니다. 실제 분해능 설정, 감쇠, 비선형성, 센서 변환식과 오차를 확인해야 합니다. 1.65V를 1.65℃라 적는 것은 단위가 생략된 해석 오류입니다.</a:t>
            </a:r>
          </a:p>
          <a:p xmlns:a="http://schemas.openxmlformats.org/drawingml/2006/main">
            <a:r>
              <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가상 기록 세 개의 temperature_c가 0, null, "0"일 때 숫자 온도, 미측정, 잘못된 형식을 구분하세요. ADC 코드와 섭씨 값 사이에 필요한 정보 한 가지도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0은 숫자, null은 미측정, "0"은 문자열이라 현재 계약에서는 invalid입니다. 센서 변환식과 교정 조건이 필요합니다. 결측을 0으로 채우면 실제 영도 측정과 구별되지 않는 새 오류가 생깁니다.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ADC 값은 바로 온도인가요? → 아닙니다.</a:t>
            </a:r>
          </a:p>
          <a:p xmlns:a="http://schemas.openxmlformats.org/drawingml/2006/main">
            <a:r>
              <a:t>2. JSON null의 Python 값은? → None입니다.</a:t>
            </a:r>
          </a:p>
          <a:p xmlns:a="http://schemas.openxmlformats.org/drawingml/2006/main">
            <a:r>
              <a:t>3. 2048 계산은 실물 교정인가요? → 이상적 모델의 연습입니다.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전압이 연속적으로 바뀔 수 있습니다.</a:t>
            </a:r>
          </a:p>
          <a:p xmlns:a="http://schemas.openxmlformats.org/drawingml/2006/main">
            <a:r>
              <a:t>ADC가 제한된 숫자 단계로 바꿉니다.</a:t>
            </a:r>
          </a:p>
          <a:p xmlns:a="http://schemas.openxmlformats.org/drawingml/2006/main">
            <a:r>
              <a:t>온도 센서 값을 대시보드에 보내려면 전기 신호가 어떤 숫자와 단위를 뜻하는지 약속해야 합니다. 연속적으로 변하는 전압을 아날로그 신호라 부릅니다. ADC는 그 신호를 제한된 개수의 숫자 단계로 바꾸는 변환기입니다. 숫자가 되었다고 바로 섭씨 온도가 되지는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전압 환산과 센서 변환식이 필요합니다.</a:t>
            </a:r>
          </a:p>
          <a:p xmlns:a="http://schemas.openxmlformats.org/drawingml/2006/main">
            <a:r>
              <a:t>단위를 확인하고 기록합니다.</a:t>
            </a:r>
          </a:p>
          <a:p xmlns:a="http://schemas.openxmlformats.org/drawingml/2006/main">
            <a:r>
              <a:t>온도 센서 값을 대시보드에 보내려면 전기 신호가 어떤 숫자와 단위를 뜻하는지 약속해야 합니다. 연속적으로 변하는 전압을 아날로그 신호라 부릅니다. ADC는 그 신호를 제한된 개수의 숫자 단계로 바꾸는 변환기입니다. 숫자가 되었다고 바로 섭씨 온도가 되지는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가정: 0~3.3V ↔ 코드 0~4095</a:t>
            </a:r>
          </a:p>
          <a:p xmlns:a="http://schemas.openxmlformats.org/drawingml/2006/main">
            <a:r>
              <a:t>2048÷4095×3.3 ≈ 1.6504V</a:t>
            </a:r>
          </a:p>
          <a:p xmlns:a="http://schemas.openxmlformats.org/drawingml/2006/main">
            <a:r>
              <a:t>계산 연습용으로 0~3.3V를 코드 0~4095에 대응하는 이상적인 선형 모델을 가정합니다. 값 2048의 전압을 끝점 대응식으로 계산하면 2048÷4095×3.3≈1.6504V입니다. 이는 실물 ESP32 ADC의 교정 결과가 아닙니다. 실제 분해능 설정, 감쇠, 비선형성, 센서 변환식과 오차를 확인해야 합니다. 1.65V를 1.65℃라 적는 것은 단위가 생략된 해석 오류입니다.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분해능 설정 · 감쇠 · 오차 · 교정</a:t>
            </a:r>
          </a:p>
          <a:p xmlns:a="http://schemas.openxmlformats.org/drawingml/2006/main">
            <a:r>
              <a:t>이상적 계산을 실물 교정값으로 쓰지 않습니다.</a:t>
            </a:r>
          </a:p>
          <a:p xmlns:a="http://schemas.openxmlformats.org/drawingml/2006/main">
            <a:r>
              <a:t>계산 연습용으로 0~3.3V를 코드 0~4095에 대응하는 이상적인 선형 모델을 가정합니다. 값 2048의 전압을 끝점 대응식으로 계산하면 2048÷4095×3.3≈1.6504V입니다. 이는 실물 ESP32 ADC의 교정 결과가 아닙니다. 실제 분해능 설정, 감쇠, 비선형성, 센서 변환식과 오차를 확인해야 합니다. 1.65V를 1.65℃라 적는 것은 단위가 생략된 해석 오류입니다.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sensor_id · seq · temperature_c</a:t>
            </a:r>
          </a:p>
          <a:p xmlns:a="http://schemas.openxmlformats.org/drawingml/2006/main">
            <a:r>
              <a:t>온도 단위는 ℃로 약속합니다.</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0: 숫자 온도 · null: 미측정</a:t>
            </a:r>
          </a:p>
          <a:p xmlns:a="http://schemas.openxmlformats.org/drawingml/2006/main">
            <a:r>
              <a:t>"0": 문자열이라 현재 계약에서 invalid</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PythonNone은 값없음, type(value)는자료형이다. type을정확히검사하므로 bool True를온도로인정하지않는다. elif는이전조건이거짓일때다음조건을보며28.0이상이면alert다. 따옴표를쓴"28.0"은문자열이라invalid이고숫자28.0은alert다. 이코드에는센서입력이나ADC호출이없다.</a:t>
            </a:r>
          </a:p>
          <a:p xmlns:a="http://schemas.openxmlformats.org/drawingml/2006/main">
            <a:r>
              <a:t>최신 운영은 50분×6</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PythonNone은 값없음, type(value)는자료형이다. type을정확히검사하므로 bool True를온도로인정하지않는다. elif는이전조건이거짓일때다음조건을보며28.0이상이면alert다. 따옴표를쓴"28.0"은문자열이라invalid이고숫자28.0은alert다. 이코드에는센서입력이나ADC호출이없다.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PythonNone은 값없음, type(value)는자료형이다. type을정확히검사하므로 bool True를온도로인정하지않는다. elif는이전조건이거짓일때다음조건을보며28.0이상이면alert다. 따옴표를쓴"28.0"은문자열이라invalid이고숫자28.0은alert다. 이코드에는센서입력이나ADC호출이없다.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입력: 숫자 28.0</a:t>
            </a:r>
          </a:p>
          <a:p xmlns:a="http://schemas.openxmlformats.org/drawingml/2006/main">
            <a:r>
              <a:t>출력: alert</a:t>
            </a:r>
          </a:p>
          <a:p xmlns:a="http://schemas.openxmlformats.org/drawingml/2006/main">
            <a:r>
              <a:t>28.0은 이상 조건에 포함됩니다.</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값 0 · None · "0"의 상태는?</a:t>
            </a:r>
          </a:p>
          <a:p xmlns:a="http://schemas.openxmlformats.org/drawingml/2006/main">
            <a:r>
              <a:t>누락을 0으로 바꾸면 어떤 문제가 생기나요?</a:t>
            </a:r>
          </a:p>
          <a:p xmlns:a="http://schemas.openxmlformats.org/drawingml/2006/main">
            <a:r>
              <a:t>온도 센서 값을 대시보드에 보내려면 전기 신호가 어떤 숫자와 단위를 뜻하는지 약속해야 합니다. 연속적으로 변하는 전압을 아날로그 신호라 부릅니다. ADC는 그 신호를 제한된 개수의 숫자 단계로 바꾸는 변환기입니다. 숫자가 되었다고 바로 섭씨 온도가 되지는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0 → normal · None → missing</a:t>
            </a:r>
          </a:p>
          <a:p xmlns:a="http://schemas.openxmlformats.org/drawingml/2006/main">
            <a:r>
              <a:t>"0" → invalid</a:t>
            </a:r>
          </a:p>
          <a:p xmlns:a="http://schemas.openxmlformats.org/drawingml/2006/main">
            <a:r>
              <a:t>실제 영도와 미측정을 구별해야 합니다.</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value를 27.9로 바꿉니다.</a:t>
            </a:r>
          </a:p>
          <a:p xmlns:a="http://schemas.openxmlformats.org/drawingml/2006/main">
            <a:r>
              <a:t>출력은 normal입니다.</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화면 초점:</a:t>
            </a:r>
          </a:p>
          <a:p xmlns:a="http://schemas.openxmlformats.org/drawingml/2006/main">
            <a:r>
              <a:t>"28.0"은 숫자 28.0과 다릅니다.</a:t>
            </a:r>
          </a:p>
          <a:p xmlns:a="http://schemas.openxmlformats.org/drawingml/2006/main">
            <a:r>
              <a:t>원문을 확인하고 합의 없이 바꾸지 않습니다.</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ADC 코드와 섭씨 온도의 차이를 설명합니다.</a:t>
            </a:r>
          </a:p>
          <a:p xmlns:a="http://schemas.openxmlformats.org/drawingml/2006/main">
            <a:r>
              <a:t>값·단위·자료형을 각각 말해 봅시다.</a:t>
            </a:r>
          </a:p>
          <a:p xmlns:a="http://schemas.openxmlformats.org/drawingml/2006/main">
            <a:r>
              <a:t>복습 문제: 가상 기록 세 개의 temperature_c가 0, null, "0"일 때 숫자 온도, 미측정, 잘못된 형식을 구분하세요. ADC 코드와 섭씨 값 사이에 필요한 정보 한 가지도 쓰세요.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outputs/2026-10-23/assessment.md</a:t>
            </a:r>
          </a:p>
          <a:p xmlns:a="http://schemas.openxmlformats.org/drawingml/2006/main">
            <a:r>
              <a:t>화면 초점:</a:t>
            </a:r>
          </a:p>
          <a:p xmlns:a="http://schemas.openxmlformats.org/drawingml/2006/main">
            <a:r>
              <a:t>추가·복습: 가정 ADC 코드 4095</a:t>
            </a:r>
          </a:p>
          <a:p xmlns:a="http://schemas.openxmlformats.org/drawingml/2006/main">
            <a:r>
              <a:t>전압은 얼마이며 실물 교정인가요?</a:t>
            </a:r>
          </a:p>
          <a:p xmlns:a="http://schemas.openxmlformats.org/drawingml/2006/main">
            <a:r>
              <a:t>계산 연습용으로 0~3.3V를 코드 0~4095에 대응하는 이상적인 선형 모델을 가정합니다. 값 2048의 전압을 끝점 대응식으로 계산하면 2048÷4095×3.3≈1.6504V입니다. 이는 실물 ESP32 ADC의 교정 결과가 아닙니다. 실제 분해능 설정, 감쇠, 비선형성, 센서 변환식과 오차를 확인해야 합니다. 1.65V를 1.65℃라 적는 것은 단위가 생략된 해석 오류입니다.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이상적 0~3.3V·0~4095 끝점 대응에서 코드 4095와 JSON null의 의미를 각각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4095는 모델의 3.3V, null은 값 없음입니다. 실물 교정이나 섭씨 온도를 직접 뜻하지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4교시 필수 개념 보충 · 경계값과 상태를 기억하는 판단</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가상 온도가 27.9와 28.1 사이를 오가면 경보가 켜졌다 꺼졌다 반복될 수 있습니다. 한 문턱만 사용하는 규칙은 현재 값만 봅니다. 서로 다른 켜짐과 꺼짐 문턱을 사용하는 히스테리시스는 이전 상태도 기억합니다. 실제 장비 제어에 적용하려면 별도의 위험과 정격 검토가 필요하며 오늘은 상태 계산만 합니다.</a:t>
            </a:r>
          </a:p>
          <a:p xmlns:a="http://schemas.openxmlformats.org/drawingml/2006/main">
            <a:r>
              <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
            </a:r>
          </a:p>
          <a:p xmlns:a="http://schemas.openxmlformats.org/drawingml/2006/main">
            <a:r>
              <a:t>None은 온도가 아니라 측정 누락입니다. 예제는 missing과 no command를 출력하고 이전 내부 상태를 유지합니다. 이는 통신 실패 시 실제 부하를 안전하게 제어하는 정책이 완성되었다는 뜻은 아닙니다. 보존한 상태와 현재 유효한 측정이 있다는 사실을 구분합니다. 완성 추적표에는 순번, 원시값, 이전 상태, 적용한 조건, 새 상태, 측정 유효 여부를 둡니다. elif는 앞 조건이 거짓인 경우에만 다음 조건을 확인하고, continue는 이번 반복의 나머지 처리를 건너뜁니다. 결측 행을 지우거나 이전 온도를 새 측정처럼 복사하면 왜 판단이 유지되었는지 알 수 없습니다.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초기 False, 새 입력 [28.0,27.7,None,27.5]의 상태와 결측 시 출력 메시지를 순서대로 작성하세요. 중간 27.7이 True인 이유도 설명하세요.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True,True,상태 True 유지와 no command,False입니다. 27.7은 두 문턱 사이입니다. None을 영도로 바꾸어 꺼짐 조건에 넣는 답은 결측과 수치를 혼동한 오답입니다. 실제 출력 장치의 안전 정책은 아직 시험하지 않았습니다.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중간 구간은? → 이전 상태를 유지합니다.</a:t>
            </a:r>
          </a:p>
          <a:p xmlns:a="http://schemas.openxmlformats.org/drawingml/2006/main">
            <a:r>
              <a:t>2. 초기 상태가 필요한 이유는? → 첫 중간 값의 판단이 달라질 수 있습니다.</a:t>
            </a:r>
          </a:p>
          <a:p xmlns:a="http://schemas.openxmlformats.org/drawingml/2006/main">
            <a:r>
              <a:t>3. 결측 출력은 새 온도인가요? → 아닙니다.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27.9↔28.1을 오가면 상태가 반복 변경됩니다.</a:t>
            </a:r>
          </a:p>
          <a:p xmlns:a="http://schemas.openxmlformats.org/drawingml/2006/main">
            <a:r>
              <a:t>이전 상태를 함께 볼 수 있습니다.</a:t>
            </a:r>
          </a:p>
          <a:p xmlns:a="http://schemas.openxmlformats.org/drawingml/2006/main">
            <a:r>
              <a:t>가상 온도가 27.9와 28.1 사이를 오가면 경보가 켜졌다 꺼졌다 반복될 수 있습니다. 한 문턱만 사용하는 규칙은 현재 값만 봅니다. 서로 다른 켜짐과 꺼짐 문턱을 사용하는 히스테리시스는 이전 상태도 기억합니다. 실제 장비 제어에 적용하려면 별도의 위험과 정격 검토가 필요하며 오늘은 상태 계산만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28.0 이상이면 켜짐</a:t>
            </a:r>
          </a:p>
          <a:p xmlns:a="http://schemas.openxmlformats.org/drawingml/2006/main">
            <a:r>
              <a:t>27.5 이하이면 꺼짐</a:t>
            </a:r>
          </a:p>
          <a:p xmlns:a="http://schemas.openxmlformats.org/drawingml/2006/main">
            <a:r>
              <a:t>가상 온도가 27.9와 28.1 사이를 오가면 경보가 켜졌다 꺼졌다 반복될 수 있습니다. 한 문턱만 사용하는 규칙은 현재 값만 봅니다. 서로 다른 켜짐과 꺼짐 문턱을 사용하는 히스테리시스는 이전 상태도 기억합니다. 실제 장비 제어에 적용하려면 별도의 위험과 정격 검토가 필요하며 오늘은 상태 계산만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27.5 초과·28.0 미만</a:t>
            </a:r>
          </a:p>
          <a:p xmlns:a="http://schemas.openxmlformats.org/drawingml/2006/main">
            <a:r>
              <a:t>바로 이전 상태를 그대로 둡니다.</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처음 alert=False로 시작합니다.</a:t>
            </a:r>
          </a:p>
          <a:p xmlns:a="http://schemas.openxmlformats.org/drawingml/2006/main">
            <a:r>
              <a:t>첫 값이 중간이면 초기 상태가 유지됩니다.</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missing · no command를 기록합니다.</a:t>
            </a:r>
          </a:p>
          <a:p xmlns:a="http://schemas.openxmlformats.org/drawingml/2006/main">
            <a:r>
              <a:t>내부 상태와 측정 유효성을 구분합니다.</a:t>
            </a:r>
          </a:p>
          <a:p xmlns:a="http://schemas.openxmlformats.org/drawingml/2006/main">
            <a:r>
              <a:t>None은 온도가 아니라 측정 누락입니다. 예제는 missing과 no command를 출력하고 이전 내부 상태를 유지합니다. 이는 통신 실패 시 실제 부하를 안전하게 제어하는 정책이 완성되었다는 뜻은 아닙니다. 보존한 상태와 현재 유효한 측정이 있다는 사실을 구분합니다. 완성 추적표에는 순번, 원시값, 이전 상태, 적용한 조건, 새 상태, 측정 유효 여부를 둡니다. elif는 앞 조건이 거짓인 경우에만 다음 조건을 확인하고, continue는 이번 반복의 나머지 처리를 건너뜁니다. 결측 행을 지우거나 이전 온도를 새 측정처럼 복사하면 왜 판단이 유지되었는지 알 수 없습니다.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순번 · 입력값 · 이전 상태 · 새 상태</a:t>
            </a:r>
          </a:p>
          <a:p xmlns:a="http://schemas.openxmlformats.org/drawingml/2006/main">
            <a:r>
              <a:t>왜 상태가 유지됐는지 다시 읽을 수 있습니다.</a:t>
            </a:r>
          </a:p>
          <a:p xmlns:a="http://schemas.openxmlformats.org/drawingml/2006/main">
            <a:r>
              <a:t>가상 온도가 27.9와 28.1 사이를 오가면 경보가 켜졌다 꺼졌다 반복될 수 있습니다. 한 문턱만 사용하는 규칙은 현재 값만 봅니다. 서로 다른 켜짐과 꺼짐 문턱을 사용하는 히스테리시스는 이전 상태도 기억합니다. 실제 장비 제어에 적용하려면 별도의 위험과 정격 검토가 필요하며 오늘은 상태 계산만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중간구간에는대입문이없어이전alert가유지된다. 28.0이상True,27.5이하False가규칙이다. 첫27.8은초기False를유지한다. 화면짧은예에는None이없다. 전체03_hysteresis.py에서None은missing/no command를출력하고continue로다음반복으로이동한다. 실물부하를어떻게안전하게유지/해제할지는별도정책이다.</a:t>
            </a:r>
          </a:p>
          <a:p xmlns:a="http://schemas.openxmlformats.org/drawingml/2006/main">
            <a:r>
              <a:t>최신 운영은 50분×6</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중간구간에는대입문이없어이전alert가유지된다. 28.0이상True,27.5이하False가규칙이다. 첫27.8은초기False를유지한다. 화면짧은예에는None이없다. 전체03_hysteresis.py에서None은missing/no command를출력하고continue로다음반복으로이동한다. 실물부하를어떻게안전하게유지/해제할지는별도정책이다.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중간구간에는대입문이없어이전alert가유지된다. 28.0이상True,27.5이하False가규칙이다. 첫27.8은초기False를유지한다. 화면짧은예에는None이없다. 전체03_hysteresis.py에서None은missing/no command를출력하고continue로다음반복으로이동한다. 실물부하를어떻게안전하게유지/해제할지는별도정책이다.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27.8 False → 28.1 True</a:t>
            </a:r>
          </a:p>
          <a:p xmlns:a="http://schemas.openxmlformats.org/drawingml/2006/main">
            <a:r>
              <a:t>27.9 True → 27.4 False</a:t>
            </a:r>
          </a:p>
          <a:p xmlns:a="http://schemas.openxmlformats.org/drawingml/2006/main">
            <a:r>
              <a:t>중간 27.9에서는 이전 True를 유지합니다.</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초기 False · 입력 [28.0,27.7,None,27.5]</a:t>
            </a:r>
          </a:p>
          <a:p xmlns:a="http://schemas.openxmlformats.org/drawingml/2006/main">
            <a:r>
              <a:t>상태와 누락 메시지를 순서대로 쓰세요.</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True → True → 상태 유지·no command → False</a:t>
            </a:r>
          </a:p>
          <a:p xmlns:a="http://schemas.openxmlformats.org/drawingml/2006/main">
            <a:r>
              <a:t>None을 0으로 넣어 꺼짐 판정을 하지 않습니다.</a:t>
            </a:r>
          </a:p>
          <a:p xmlns:a="http://schemas.openxmlformats.org/drawingml/2006/main">
            <a:r>
              <a:t>True,True,상태 True 유지와 no command,False입니다. 27.7은 두 문턱 사이입니다. None을 영도로 바꾸어 꺼짐 조건에 넣는 답은 결측과 수치를 혼동한 오답입니다. 실제 출력 장치의 안전 정책은 아직 시험하지 않았습니다.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초기 상태를 True로 바꿉니다.</a:t>
            </a:r>
          </a:p>
          <a:p xmlns:a="http://schemas.openxmlformats.org/drawingml/2006/main">
            <a:r>
              <a:t>첫 27.8에서 True가 유지됩니다.</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화면 초점:</a:t>
            </a:r>
          </a:p>
          <a:p xmlns:a="http://schemas.openxmlformats.org/drawingml/2006/main">
            <a:r>
              <a:t>실물 제어의 안전 정책은 별도입니다.</a:t>
            </a:r>
          </a:p>
          <a:p xmlns:a="http://schemas.openxmlformats.org/drawingml/2006/main">
            <a:r>
              <a:t>결측 처리 예를 모든 장비에 그대로 쓰지 않습니다.</a:t>
            </a:r>
          </a:p>
          <a:p xmlns:a="http://schemas.openxmlformats.org/drawingml/2006/main">
            <a:r>
              <a:t>True,True,상태 True 유지와 no command,False입니다. 27.7은 두 문턱 사이입니다. None을 영도로 바꾸어 꺼짐 조건에 넣는 답은 결측과 수치를 혼동한 오답입니다. 실제 출력 장치의 안전 정책은 아직 시험하지 않았습니다.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히스테리시스가 이전 상태를 쓰는 이유는?</a:t>
            </a:r>
          </a:p>
          <a:p xmlns:a="http://schemas.openxmlformats.org/drawingml/2006/main">
            <a:r>
              <a:t>중간 값 한 개로 설명해 봅시다.</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outputs/2026-10-23/assessment.md</a:t>
            </a:r>
          </a:p>
          <a:p xmlns:a="http://schemas.openxmlformats.org/drawingml/2006/main">
            <a:r>
              <a:t>화면 초점:</a:t>
            </a:r>
          </a:p>
          <a:p xmlns:a="http://schemas.openxmlformats.org/drawingml/2006/main">
            <a:r>
              <a:t>추가·복습: 초기 True, [27.6,27.5,None,28]</a:t>
            </a:r>
          </a:p>
          <a:p xmlns:a="http://schemas.openxmlformats.org/drawingml/2006/main">
            <a:r>
              <a:t>값과 상태 유효 여부를 따로 추적하세요.</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초기 True, 문턱 28/27.5, 입력 [27.6,27.5,None,28]의 상태를 추적하세요.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True,False,False 유지와 no command,True입니다. 결측을 영도로 바꾸지 않고 상태와 측정 유효성을 나눕니다.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5교시 필수 개념 보충 · 펌웨어 반복과 직렬 통신의 경계</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PC 파일에서 한 줄이 출력되는 것을 보고 센서가 연결되었다고 생각하기 쉽습니다. 그러나 Python 파일 재생과 보드 펌웨어는 실행하는 컴퓨터가 다릅니다. 펌웨어는 보드에 넣어 실행하는 프로그램이며 Arduino 방식의 setup은 시작할 때 한 번, loop는 그 뒤 반복되는 함수입니다.</a:t>
            </a:r>
          </a:p>
          <a:p xmlns:a="http://schemas.openxmlformats.org/drawingml/2006/main">
            <a:r>
              <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물리량을 읽은 근거는 없습니다.</a:t>
            </a:r>
          </a:p>
          <a:p xmlns:a="http://schemas.openxmlformats.org/drawingml/2006/main">
            <a:r>
              <a:t/>
            </a:r>
          </a:p>
          <a:p xmlns:a="http://schemas.openxmlformats.org/drawingml/2006/main">
            <a:r>
              <a:t>직렬 통신은 두 장치가 약속한 설정으로 바이트를 주고받는 경로입니다. 보드와 PC의 속도 설정이 맞지 않으면 글자가 깨질 수 있습니다. JSON 문자열 안의 따옴표는 코드 문자열을 끝내지 않도록 역슬래시로 구분합니다. { }는 함수의 문장 묶음, 세미콜론은 C++ 문장의 끝입니다. Python 코드와 기호 약속이 다르므로 파일 확장자 .ino와 .py도 구분합니다. 완성 확인 순서는 정확한 보드 모델 확인 → 개발 환경과 포트 확인 → 컴파일 → 업로드 → 모니터의 같은 속도 설정 → 원문 관찰입니다. 이 과정은 실물 조건이 갖춰진 경우의 후속 경로이며 이번 파일 재생 검증과 나눠 기록합니다. 배선 검토는 전원을 끈 상태의 도면과 사양 확인부터 시작합니다.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고정 문장 출력을 센서 측정으로 바꾸려면 어떤 입력 단계가 빠져 있는지 쓰세요. 모니터에 글자가 깨질 때와 포트 자체가 없을 때 확인 순서를 구분하세요.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실제 센서를 읽고 단위로 변환하는 단계가 빠져 있습니다. 깨진 문자는 양쪽 속도 설정부터, 포트 없음은 데이터 케이블·드라이버·장치 인식부터 확인합니다. Python 출력 성공을 보드 업로드 성공이라고 쓰면 실행 위치를 혼동한 것입니다.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setup 실행 횟수는? → 시작 때 한 번입니다.</a:t>
            </a:r>
          </a:p>
          <a:p xmlns:a="http://schemas.openxmlformats.org/drawingml/2006/main">
            <a:r>
              <a:t>2. 고정 28.0은 측정인가요? → 아닙니다.</a:t>
            </a:r>
          </a:p>
          <a:p xmlns:a="http://schemas.openxmlformats.org/drawingml/2006/main">
            <a:r>
              <a:t>3. 115200의 역할은? → 직렬 통신 속도 설정입니다.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Python 파일은 PC에서 실행합니다.</a:t>
            </a:r>
          </a:p>
          <a:p xmlns:a="http://schemas.openxmlformats.org/drawingml/2006/main">
            <a:r>
              <a:t>펌웨어는 보드에 넣어 실행합니다.</a:t>
            </a:r>
          </a:p>
          <a:p xmlns:a="http://schemas.openxmlformats.org/drawingml/2006/main">
            <a:r>
              <a:t>PC 파일에서 한 줄이 출력되는 것을 보고 센서가 연결되었다고 생각하기 쉽습니다. 그러나 Python 파일 재생과 보드 펌웨어는 실행하는 컴퓨터가 다릅니다. 펌웨어는 보드에 넣어 실행하는 프로그램이며 Arduino 방식의 setup은 시작할 때 한 번, loop는 그 뒤 반복되는 함수입니다.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통신 등 시작 설정을 합니다.</a:t>
            </a:r>
          </a:p>
          <a:p xmlns:a="http://schemas.openxmlformats.org/drawingml/2006/main">
            <a:r>
              <a:t>loop는 그 뒤 반복되는 함수입니다.</a:t>
            </a:r>
          </a:p>
          <a:p xmlns:a="http://schemas.openxmlformats.org/drawingml/2006/main">
            <a:r>
              <a:t>PC 파일에서 한 줄이 출력되는 것을 보고 센서가 연결되었다고 생각하기 쉽습니다. 그러나 Python 파일 재생과 보드 펌웨어는 실행하는 컴퓨터가 다릅니다. 펌웨어는 보드에 넣어 실행하는 프로그램이며 Arduino 방식의 setup은 시작할 때 한 번, loop는 그 뒤 반복되는 함수입니다.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양쪽 통신 속도를 맞춥니다.</a:t>
            </a:r>
          </a:p>
          <a:p xmlns:a="http://schemas.openxmlformats.org/drawingml/2006/main">
            <a:r>
              <a:t>예제는 Serial.begin(115200)을 사용합니다.</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물리량을 읽은 근거는 없습니다.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Serial.println이 같은 문장을 보냅니다.</a:t>
            </a:r>
          </a:p>
          <a:p xmlns:a="http://schemas.openxmlformats.org/drawingml/2006/main">
            <a:r>
              <a:t>이 예에는 센서를 읽는 함수가 없습니다.</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물리량을 읽은 근거는 없습니다.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delay(1000)은 1000ms 대기입니다.</a:t>
            </a:r>
          </a:p>
          <a:p xmlns:a="http://schemas.openxmlformats.org/drawingml/2006/main">
            <a:r>
              <a:t>전체 주기 정확도를 측정한 결과는 아닙니다.</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물리량을 읽은 근거는 없습니다.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보드 모델 · 핀 기능 · 전압 · 반환 경로</a:t>
            </a:r>
          </a:p>
          <a:p xmlns:a="http://schemas.openxmlformats.org/drawingml/2006/main">
            <a:r>
              <a:t>전원을 끈 상태의 도면부터 검토합니다.</a:t>
            </a:r>
          </a:p>
          <a:p xmlns:a="http://schemas.openxmlformats.org/drawingml/2006/main">
            <a:r>
              <a:t>직렬 통신은 두 장치가 약속한 설정으로 바이트를 주고받는 경로입니다. 보드와 PC의 속도 설정이 맞지 않으면 글자가 깨질 수 있습니다. JSON 문자열 안의 따옴표는 코드 문자열을 끝내지 않도록 역슬래시로 구분합니다. { }는 함수의 문장 묶음, 세미콜론은 C++ 문장의 끝입니다. Python 코드와 기호 약속이 다르므로 파일 확장자 .ino와 .py도 구분합니다. 완성 확인 순서는 정확한 보드 모델 확인 → 개발 환경과 포트 확인 → 컴파일 → 업로드 → 모니터의 같은 속도 설정 → 원문 관찰입니다. 이 과정은 실물 조건이 갖춰진 경우의 후속 경로이며 이번 파일 재생 검증과 나눠 기록합니다. 배선 검토는 전원을 끈 상태의 도면과 사양 확인부터 시작합니다.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setup은시작때한번,loop는그뒤반복한다. Serial.begin의115200은통신속도설정이다. println은한줄문자열출력,delay는밀리초대기다. 출력시간과다른처리가있으므로전체주기가정확히1초라측정한것은아니다. 화면은짧은mock문장이며실제참고04_serial_mock.ino의JSON고정문장과둘다센서를읽지않는다.</a:t>
            </a:r>
          </a:p>
          <a:p xmlns:a="http://schemas.openxmlformats.org/drawingml/2006/main">
            <a:r>
              <a:t>최신 운영은 50분×6</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setup은시작때한번,loop는그뒤반복한다. Serial.begin의115200은통신속도설정이다. println은한줄문자열출력,delay는밀리초대기다. 출력시간과다른처리가있으므로전체주기가정확히1초라측정한것은아니다. 화면은짧은mock문장이며실제참고04_serial_mock.ino의JSON고정문장과둘다센서를읽지않는다.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제공 code/04_serial_mock.ino는 원본으로 보존한다. .ino 읽기 예는 모델 확정 후 work 복사본으로 저장한다. Arduino 개발 환경·보드 패키지·포트·통신 속도 확인 후의 실물 경로이며 현재 실행이나 연결을 요구하지 않는다.</a:t>
            </a:r>
          </a:p>
          <a:p xmlns:a="http://schemas.openxmlformats.org/drawingml/2006/main">
            <a:r>
              <a:t>setup은시작때한번,loop는그뒤반복한다. Serial.begin의115200은통신속도설정이다. println은한줄문자열출력,delay는밀리초대기다. 출력시간과다른처리가있으므로전체주기가정확히1초라측정한것은아니다. 화면은짧은mock문장이며실제참고04_serial_mock.ino의JSON고정문장과둘다센서를읽지않는다.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읽기 예의 문장: mock:28.0</a:t>
            </a:r>
          </a:p>
          <a:p xmlns:a="http://schemas.openxmlformats.org/drawingml/2006/main">
            <a:r>
              <a:t>가상 출력이며 실제 측정값이 아닙니다.</a:t>
            </a:r>
          </a:p>
          <a:p xmlns:a="http://schemas.openxmlformats.org/drawingml/2006/main">
            <a:r>
              <a:t>컴파일·업로드 성공은 아직 확인하지 않았습니다.</a:t>
            </a:r>
          </a:p>
          <a:p xmlns:a="http://schemas.openxmlformats.org/drawingml/2006/main">
            <a:r>
              <a:t>직렬 통신은 두 장치가 약속한 설정으로 바이트를 주고받는 경로입니다. 보드와 PC의 속도 설정이 맞지 않으면 글자가 깨질 수 있습니다. JSON 문자열 안의 따옴표는 코드 문자열을 끝내지 않도록 역슬래시로 구분합니다. { }는 함수의 문장 묶음, 세미콜론은 C++ 문장의 끝입니다. Python 코드와 기호 약속이 다르므로 파일 확장자 .ino와 .py도 구분합니다. 완성 확인 순서는 정확한 보드 모델 확인 → 개발 환경과 포트 확인 → 컴파일 → 업로드 → 모니터의 같은 속도 설정 → 원문 관찰입니다. 이 과정은 실물 조건이 갖춰진 경우의 후속 경로이며 이번 파일 재생 검증과 나눠 기록합니다. 배선 검토는 전원을 끈 상태의 도면과 사양 확인부터 시작합니다.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글자가 깨질 때와 포트가 없을 때</a:t>
            </a:r>
          </a:p>
          <a:p xmlns:a="http://schemas.openxmlformats.org/drawingml/2006/main">
            <a:r>
              <a:t>처음 확인할 항목을 각각 쓰세요.</a:t>
            </a:r>
          </a:p>
          <a:p xmlns:a="http://schemas.openxmlformats.org/drawingml/2006/main">
            <a:r>
              <a:t>직렬 통신은 두 장치가 약속한 설정으로 바이트를 주고받는 경로입니다. 보드와 PC의 속도 설정이 맞지 않으면 글자가 깨질 수 있습니다. JSON 문자열 안의 따옴표는 코드 문자열을 끝내지 않도록 역슬래시로 구분합니다. { }는 함수의 문장 묶음, 세미콜론은 C++ 문장의 끝입니다. Python 코드와 기호 약속이 다르므로 파일 확장자 .ino와 .py도 구분합니다. 완성 확인 순서는 정확한 보드 모델 확인 → 개발 환경과 포트 확인 → 컴파일 → 업로드 → 모니터의 같은 속도 설정 → 원문 관찰입니다. 이 과정은 실물 조건이 갖춰진 경우의 후속 경로이며 이번 파일 재생 검증과 나눠 기록합니다. 배선 검토는 전원을 끈 상태의 도면과 사양 확인부터 시작합니다.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글자 깨짐: 양쪽 속도 설정</a:t>
            </a:r>
          </a:p>
          <a:p xmlns:a="http://schemas.openxmlformats.org/drawingml/2006/main">
            <a:r>
              <a:t>포트 없음: 케이블·드라이버·장치 인식</a:t>
            </a:r>
          </a:p>
          <a:p xmlns:a="http://schemas.openxmlformats.org/drawingml/2006/main">
            <a:r>
              <a:t>고정 출력 성공과 센서 측정 성공도 나눕니다.</a:t>
            </a:r>
          </a:p>
          <a:p xmlns:a="http://schemas.openxmlformats.org/drawingml/2006/main">
            <a:r>
              <a:t>실제 센서를 읽고 단위로 변환하는 단계가 빠져 있습니다. 깨진 문자는 양쪽 속도 설정부터, 포트 없음은 데이터 케이블·드라이버·장치 인식부터 확인합니다. Python 출력 성공을 보드 업로드 성공이라고 쓰면 실행 위치를 혼동한 것입니다.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출력 문장을 mock:25.0으로 바꿉니다.</a:t>
            </a:r>
          </a:p>
          <a:p xmlns:a="http://schemas.openxmlformats.org/drawingml/2006/main">
            <a:r>
              <a:t>입력 센서를 읽는 기능이 생긴 것은 아닙니다.</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물리량을 읽은 근거는 없습니다.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화면 초점:</a:t>
            </a:r>
          </a:p>
          <a:p xmlns:a="http://schemas.openxmlformats.org/drawingml/2006/main">
            <a:r>
              <a:t>핀 번호를 추측해 전원을 넣지 않습니다.</a:t>
            </a:r>
          </a:p>
          <a:p xmlns:a="http://schemas.openxmlformats.org/drawingml/2006/main">
            <a:r>
              <a:t>모델이 미확정이면 확인표로 남깁니다.</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물리량을 읽은 근거는 없습니다.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setup과 loop의 역할을 말해 봅시다.</a:t>
            </a:r>
          </a:p>
          <a:p xmlns:a="http://schemas.openxmlformats.org/drawingml/2006/main">
            <a:r>
              <a:t>PC 파일 재생과 보드 실행을 구분합니다.</a:t>
            </a:r>
          </a:p>
          <a:p xmlns:a="http://schemas.openxmlformats.org/drawingml/2006/main">
            <a:r>
              <a:t>PC 파일에서 한 줄이 출력되는 것을 보고 센서가 연결되었다고 생각하기 쉽습니다. 그러나 Python 파일 재생과 보드 펌웨어는 실행하는 컴퓨터가 다릅니다. 펌웨어는 보드에 넣어 실행하는 프로그램이며 Arduino 방식의 setup은 시작할 때 한 번, loop는 그 뒤 반복되는 함수입니다.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outputs/2026-10-23/assessment.md</a:t>
            </a:r>
          </a:p>
          <a:p xmlns:a="http://schemas.openxmlformats.org/drawingml/2006/main">
            <a:r>
              <a:t>화면 초점:</a:t>
            </a:r>
          </a:p>
          <a:p xmlns:a="http://schemas.openxmlformats.org/drawingml/2006/main">
            <a:r>
              <a:t>추가·도전: 고정값을 실제 온도로 바꾸려면</a:t>
            </a:r>
          </a:p>
          <a:p xmlns:a="http://schemas.openxmlformats.org/drawingml/2006/main">
            <a:r>
              <a:t>빠진 입력·변환·확인 단계를 쓰세요.</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물리량을 읽은 근거는 없습니다.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Serial.println으로 고정 25를 출력했습니다. 센서와 직렬 전송 검증의 상태를 나눠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실제로 보드·포트에서 관찰했다면 고정 문자열 전송만 확인한 것입니다. 센서 측정 정확도는 그 코드에 읽기 단계가 없어 미검증입니다.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6교시 필수 개념 보충 · 모의 검증과 실물 인수인계의 증거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근거를 재현할 수 있도록 입력, 처리 규칙, 출력과 미확인을 묶는 일입니다.</a:t>
            </a:r>
          </a:p>
          <a:p xmlns:a="http://schemas.openxmlformats.org/drawingml/2006/main">
            <a:r>
              <a:t/>
            </a:r>
          </a:p>
          <a:p xmlns:a="http://schemas.openxmlformats.org/drawingml/2006/main">
            <a:r>
              <a:t>완성 예의 요구는 숫자 온도가 28.0 이상일 때 alert를 출력하고 null일 때 missing을 출력하는 것입니다. 시험 입력 [27.9,28.0,None,"28.0"]의 기대는 normal,alert,missing,invalid입니다. 로컬 파일 실행에서 이 네 결과가 관찰되었다면 해당 비교는 통과입니다. 실제 센서의 측정 정확도, 신호 전압, 직렬 전송, 보드 재시작과 출력 부하의 반응은 별도 시험이며 장비가 없으면 미실행입니다. 모의 값은 제어 로직의 경계를 시험하기 좋지만 물리 장치의 정확성을 대신하지 않습니다.</a:t>
            </a:r>
          </a:p>
          <a:p xmlns:a="http://schemas.openxmlformats.org/drawingml/2006/main">
            <a:r>
              <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다음 팀이 “센서 오차 ±0.5℃도 검증된 것인가?”라고 물었습니다. 현재 근거로 답변을 작성하고 추가 시험의 입력·비교 기준·필요 장비를 제안하세요.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현재는 모의 판단만 검증했고 실물 오차는 미확인입니다. 기준 온도계와 실제 센서를 같은 조건에서 비교하고 여러 온도 구간의 차이를 기록하는 시험을 제안합니다. 모의 28.0의 출력 일치는 센서 정확도 증거가 아닙니다.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모의 실행이 확인한 것은? → 주어진 값에 대한 처리 규칙입니다.</a:t>
            </a:r>
          </a:p>
          <a:p xmlns:a="http://schemas.openxmlformats.org/drawingml/2006/main">
            <a:r>
              <a:t>2. 새 경계 요청이면? → 기대값과 시험도 갱신합니다.</a:t>
            </a:r>
          </a:p>
          <a:p xmlns:a="http://schemas.openxmlformats.org/drawingml/2006/main">
            <a:r>
              <a:t>3. 실물 조건이 빈칸이면? → 미확인으로 남깁니다.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28.0 이상 → alert</a:t>
            </a:r>
          </a:p>
          <a:p xmlns:a="http://schemas.openxmlformats.org/drawingml/2006/main">
            <a:r>
              <a:t>null → missing</a:t>
            </a:r>
          </a:p>
          <a:p xmlns:a="http://schemas.openxmlformats.org/drawingml/2006/main">
            <a:r>
              <a:t>완성 예의 요구는 숫자 온도가 28.0 이상일 때 alert를 출력하고 null일 때 missing을 출력하는 것입니다. 시험 입력 [27.9,28.0,None,"28.0"]의 기대는 normal,alert,missing,invalid입니다. 로컬 파일 실행에서 이 네 결과가 관찰되었다면 해당 비교는 통과입니다. 실제 센서의 측정 정확도, 신호 전압, 직렬 전송, 보드 재시작과 출력 부하의 반응은 별도 시험이며 장비가 없으면 미실행입니다. 모의 값은 제어 로직의 경계를 시험하기 좋지만 물리 장치의 정확성을 대신하지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27.9 · 28.0 · None · "28.0"</a:t>
            </a:r>
          </a:p>
          <a:p xmlns:a="http://schemas.openxmlformats.org/drawingml/2006/main">
            <a:r>
              <a:t>기대 상태를 실행 전에 적습니다.</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입력값에 대한 판단을 확인합니다.</a:t>
            </a:r>
          </a:p>
          <a:p xmlns:a="http://schemas.openxmlformats.org/drawingml/2006/main">
            <a:r>
              <a:t>센서 정확도나 배선 성공은 별도입니다.</a:t>
            </a:r>
          </a:p>
          <a:p xmlns:a="http://schemas.openxmlformats.org/drawingml/2006/main">
            <a:r>
              <a:t>현재는 모의 판단만 검증했고 실물 오차는 미확인입니다. 기준 온도계와 실제 센서를 같은 조건에서 비교하고 여러 온도 구간의 차이를 기록하는 시험을 제안합니다. 모의 28.0의 출력 일치는 센서 정확도 증거가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30.0으로 바꾸면 29.9·30.0·30.1을 비교합니다.</a:t>
            </a:r>
          </a:p>
          <a:p xmlns:a="http://schemas.openxmlformats.org/drawingml/2006/main">
            <a:r>
              <a:t>누락과 초기 상태도 재검토합니다.</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보드 모델 · 신호 전압 · 센서 오차</a:t>
            </a:r>
          </a:p>
          <a:p xmlns:a="http://schemas.openxmlformats.org/drawingml/2006/main">
            <a:r>
              <a:t>빈칸을 추측으로 채우지 않습니다.</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입력 · 코드 · 명령 · 출력 · 시험표</a:t>
            </a:r>
          </a:p>
          <a:p xmlns:a="http://schemas.openxmlformats.org/drawingml/2006/main">
            <a:r>
              <a:t>모의 검증과 실물 미실행을 구분합니다.</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근거를 재현할 수 있도록 입력, 처리 규칙, 출력과 미확인을 묶는 일입니다.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네 기대 상태와 관찰을 비교합니다.</a:t>
            </a:r>
          </a:p>
          <a:p xmlns:a="http://schemas.openxmlformats.org/drawingml/2006/main">
            <a:r>
              <a:t>실물 측정 정확도는 별도 시험입니다.</a:t>
            </a:r>
          </a:p>
          <a:p xmlns:a="http://schemas.openxmlformats.org/drawingml/2006/main">
            <a:r>
              <a:t>완성 예의 요구는 숫자 온도가 28.0 이상일 때 alert를 출력하고 null일 때 missing을 출력하는 것입니다. 시험 입력 [27.9,28.0,None,"28.0"]의 기대는 normal,alert,missing,invalid입니다. 로컬 파일 실행에서 이 네 결과가 관찰되었다면 해당 비교는 통과입니다. 실제 센서의 측정 정확도, 신호 전압, 직렬 전송, 보드 재시작과 출력 부하의 반응은 별도 시험이며 장비가 없으면 미실행입니다. 모의 값은 제어 로직의 경계를 시험하기 좋지만 물리 장치의 정확성을 대신하지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센서 오차 ±0.5℃도 확인된 것인가요?</a:t>
            </a:r>
          </a:p>
          <a:p xmlns:a="http://schemas.openxmlformats.org/drawingml/2006/main">
            <a:r>
              <a:t>현재 증거와 다음 시험을 나눠 답하세요.</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근거를 재현할 수 있도록 입력, 처리 규칙, 출력과 미확인을 묶는 일입니다.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현재는 모의 판단 규칙만 확인했습니다.</a:t>
            </a:r>
          </a:p>
          <a:p xmlns:a="http://schemas.openxmlformats.org/drawingml/2006/main">
            <a:r>
              <a:t>기준 온도계와 실제 센서의 비교가 필요합니다.</a:t>
            </a:r>
          </a:p>
          <a:p xmlns:a="http://schemas.openxmlformats.org/drawingml/2006/main">
            <a:r>
              <a:t>여러 온도 조건과 측정 방법을 기록합니다.</a:t>
            </a:r>
          </a:p>
          <a:p xmlns:a="http://schemas.openxmlformats.org/drawingml/2006/main">
            <a:r>
              <a:t>현재는 모의 판단만 검증했고 실물 오차는 미확인입니다. 기준 온도계와 실제 센서를 같은 조건에서 비교하고 여러 온도 구간의 차이를 기록하는 시험을 제안합니다. 모의 28.0의 출력 일치는 센서 정확도 증거가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새 기준 30.0에 맞춰</a:t>
            </a:r>
          </a:p>
          <a:p xmlns:a="http://schemas.openxmlformats.org/drawingml/2006/main">
            <a:r>
              <a:t>입력·기대 상태·표시 설명을 갱신합니다.</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화면 초점:</a:t>
            </a:r>
          </a:p>
          <a:p xmlns:a="http://schemas.openxmlformats.org/drawingml/2006/main">
            <a:r>
              <a:t>모의 28.0 일치를 센서 정확도로 쓰지 않습니다.</a:t>
            </a:r>
          </a:p>
          <a:p xmlns:a="http://schemas.openxmlformats.org/drawingml/2006/main">
            <a:r>
              <a:t>실물 없는 항목은 미실행입니다.</a:t>
            </a:r>
          </a:p>
          <a:p xmlns:a="http://schemas.openxmlformats.org/drawingml/2006/main">
            <a:r>
              <a:t>완성 예의 요구는 숫자 온도가 28.0 이상일 때 alert를 출력하고 null일 때 missing을 출력하는 것입니다. 시험 입력 [27.9,28.0,None,"28.0"]의 기대는 normal,alert,missing,invalid입니다. 로컬 파일 실행에서 이 네 결과가 관찰되었다면 해당 비교는 통과입니다. 실제 센서의 측정 정확도, 신호 전압, 직렬 전송, 보드 재시작과 출력 부하의 반응은 별도 시험이며 장비가 없으면 미실행입니다. 모의 값은 제어 로직의 경계를 시험하기 좋지만 물리 장치의 정확성을 대신하지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오늘 확인한 것과 아직 안 한 것을 말합니다.</a:t>
            </a:r>
          </a:p>
          <a:p xmlns:a="http://schemas.openxmlformats.org/drawingml/2006/main">
            <a:r>
              <a:t>다음 팀에 줄 파일 묶음을 가리켜 봅니다.</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근거를 재현할 수 있도록 입력, 처리 규칙, 출력과 미확인을 묶는 일입니다.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outputs/2026-10-23/assessment.md</a:t>
            </a:r>
          </a:p>
          <a:p xmlns:a="http://schemas.openxmlformats.org/drawingml/2006/main">
            <a:r>
              <a:t>화면 초점:</a:t>
            </a:r>
          </a:p>
          <a:p xmlns:a="http://schemas.openxmlformats.org/drawingml/2006/main">
            <a:r>
              <a:t>추가·복습: 경계 30.0</a:t>
            </a:r>
          </a:p>
          <a:p xmlns:a="http://schemas.openxmlformats.org/drawingml/2006/main">
            <a:r>
              <a:t>시험 세 입력과 실물 미확인 두 가지를 쓰세요.</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경계가 28에서 30으로 바뀌었습니다. 새 시험 세 입력과 실물 미확인 항목을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29.9,30.0,30.1 및 결측을 시험하고 기대 상태를 갱신합니다. 보드 신호 전압·센서 오차 등은 별도 실물 확인입니다.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outputs/2026-10-23/assessment.md</a:t>
            </a:r>
          </a:p>
          <a:p xmlns:a="http://schemas.openxmlformats.org/drawingml/2006/main">
            <a:r>
              <a:t>화면 초점:</a:t>
            </a:r>
          </a:p>
          <a:p xmlns:a="http://schemas.openxmlformats.org/drawingml/2006/main">
            <a:r>
              <a:t>work의 기록과 수정본을 저장합니다.</a:t>
            </a:r>
          </a:p>
          <a:p xmlns:a="http://schemas.openxmlformats.org/drawingml/2006/main">
            <a:r>
              <a:t>입력·설정·결과가 같은 실행인지 확인합니다.</a:t>
            </a:r>
          </a:p>
          <a:p xmlns:a="http://schemas.openxmlformats.org/drawingml/2006/main">
            <a:r>
              <a:t>확인 방법과 아직 하지 않은 일을 적습니다.</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근거를 재현할 수 있도록 입력, 처리 규칙, 출력과 미확인을 묶는 일입니다.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outputs/2026-10-23/instructor-notes.md</a:t>
            </a:r>
          </a:p>
          <a:p xmlns:a="http://schemas.openxmlformats.org/drawingml/2006/main">
            <a:r>
              <a:t>화면 초점:</a:t>
            </a:r>
          </a:p>
          <a:p xmlns:a="http://schemas.openxmlformats.org/drawingml/2006/main">
            <a:r>
              <a:t>시작 폴더와 실행 명령을 설명합니다.</a:t>
            </a:r>
          </a:p>
          <a:p xmlns:a="http://schemas.openxmlformats.org/drawingml/2006/main">
            <a:r>
              <a:t>결과의 의미와 한계를 말합니다.</a:t>
            </a:r>
          </a:p>
          <a:p xmlns:a="http://schemas.openxmlformats.org/drawingml/2006/main">
            <a:r>
              <a:t>막혔던 단계와 다음 확인을 적습니다.</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근거를 재현할 수 있도록 입력, 처리 규칙, 출력과 미확인을 묶는 일입니다.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outputs/2026-10-23/instructor-notes.md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19e315643a4442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aa4039fac234586" /><Relationship Type="http://schemas.openxmlformats.org/officeDocument/2006/relationships/slideLayout" Target="/ppt/slideLayouts/slideLayout1.xml" Id="Raf7992b800aa429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7992b800aa429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4d49b6ed6894567" /><Relationship Type="http://schemas.openxmlformats.org/officeDocument/2006/relationships/notesSlide" Target="/ppt/notesSlides/notesSlide1.xml" Id="R3d4b56eac104487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7140bc78ecd481f" /><Relationship Type="http://schemas.openxmlformats.org/officeDocument/2006/relationships/notesSlide" Target="/ppt/notesSlides/notesSlide2.xml" Id="Rc6cd96c74fe34e7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945c41b12d8445c" /><Relationship Type="http://schemas.openxmlformats.org/officeDocument/2006/relationships/notesSlide" Target="/ppt/notesSlides/notesSlide3.xml" Id="R4918a557dc0d4fe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767e9e996274b9c" /><Relationship Type="http://schemas.openxmlformats.org/officeDocument/2006/relationships/notesSlide" Target="/ppt/notesSlides/notesSlide4.xml" Id="R7f625097689d4de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10f0e4c270c42a9" /><Relationship Type="http://schemas.openxmlformats.org/officeDocument/2006/relationships/notesSlide" Target="/ppt/notesSlides/notesSlide5.xml" Id="Reb27110c85094d1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3d45d090605400c" /><Relationship Type="http://schemas.openxmlformats.org/officeDocument/2006/relationships/notesSlide" Target="/ppt/notesSlides/notesSlide6.xml" Id="R5dafb450d5b4422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2fd3456ed5d4189" /><Relationship Type="http://schemas.openxmlformats.org/officeDocument/2006/relationships/notesSlide" Target="/ppt/notesSlides/notesSlide7.xml" Id="Rca59a7d15dd8428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f09632f68e14300" /><Relationship Type="http://schemas.openxmlformats.org/officeDocument/2006/relationships/notesSlide" Target="/ppt/notesSlides/notesSlide8.xml" Id="Rfde0339b9bb9449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21abdd3d5a247a8" /><Relationship Type="http://schemas.openxmlformats.org/officeDocument/2006/relationships/notesSlide" Target="/ppt/notesSlides/notesSlide9.xml" Id="R2f8d4390113e4e7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3bb8a42dd6c410d" /><Relationship Type="http://schemas.openxmlformats.org/officeDocument/2006/relationships/notesSlide" Target="/ppt/notesSlides/notesSlide10.xml" Id="Rebfe720fbba04b4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5e8f47998eb4789" /><Relationship Type="http://schemas.openxmlformats.org/officeDocument/2006/relationships/notesSlide" Target="/ppt/notesSlides/notesSlide11.xml" Id="R0579d83d30ed47d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2509c9ae0f44048" /><Relationship Type="http://schemas.openxmlformats.org/officeDocument/2006/relationships/notesSlide" Target="/ppt/notesSlides/notesSlide12.xml" Id="R4ae83d663040413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5cf8157072f4318" /><Relationship Type="http://schemas.openxmlformats.org/officeDocument/2006/relationships/notesSlide" Target="/ppt/notesSlides/notesSlide13.xml" Id="Rddda531e268040f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47b1e86f210488a" /><Relationship Type="http://schemas.openxmlformats.org/officeDocument/2006/relationships/notesSlide" Target="/ppt/notesSlides/notesSlide14.xml" Id="Rc57aea6ade474ea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bd9edfa726f4e03" /><Relationship Type="http://schemas.openxmlformats.org/officeDocument/2006/relationships/notesSlide" Target="/ppt/notesSlides/notesSlide15.xml" Id="Rfaa82fe3a743435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d872682b8854785" /><Relationship Type="http://schemas.openxmlformats.org/officeDocument/2006/relationships/notesSlide" Target="/ppt/notesSlides/notesSlide16.xml" Id="R25b61b14df33487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95fb404315342ba" /><Relationship Type="http://schemas.openxmlformats.org/officeDocument/2006/relationships/notesSlide" Target="/ppt/notesSlides/notesSlide17.xml" Id="Ra9a83ddbc538404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dfc406982734e4c" /><Relationship Type="http://schemas.openxmlformats.org/officeDocument/2006/relationships/notesSlide" Target="/ppt/notesSlides/notesSlide18.xml" Id="R07d914c6177f43b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059f342f9474f1d" /><Relationship Type="http://schemas.openxmlformats.org/officeDocument/2006/relationships/notesSlide" Target="/ppt/notesSlides/notesSlide19.xml" Id="Ref197e56bd45458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40237718448424f" /><Relationship Type="http://schemas.openxmlformats.org/officeDocument/2006/relationships/notesSlide" Target="/ppt/notesSlides/notesSlide20.xml" Id="Rc0fc6bcfbc244ec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53ffcac1def4313" /><Relationship Type="http://schemas.openxmlformats.org/officeDocument/2006/relationships/notesSlide" Target="/ppt/notesSlides/notesSlide21.xml" Id="R7b7e5a2c14364e2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e7cc997594b4e41" /><Relationship Type="http://schemas.openxmlformats.org/officeDocument/2006/relationships/notesSlide" Target="/ppt/notesSlides/notesSlide22.xml" Id="R8b3dca477eeb4d3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ca8694a095a48a8" /><Relationship Type="http://schemas.openxmlformats.org/officeDocument/2006/relationships/notesSlide" Target="/ppt/notesSlides/notesSlide23.xml" Id="R8d49036876b74c4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f6092a0c7004979" /><Relationship Type="http://schemas.openxmlformats.org/officeDocument/2006/relationships/notesSlide" Target="/ppt/notesSlides/notesSlide24.xml" Id="Re0a8ff010fa0434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8f87d83f4474a66" /><Relationship Type="http://schemas.openxmlformats.org/officeDocument/2006/relationships/notesSlide" Target="/ppt/notesSlides/notesSlide25.xml" Id="Rd16943a0c47f450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4aaf1d907ae4723" /><Relationship Type="http://schemas.openxmlformats.org/officeDocument/2006/relationships/notesSlide" Target="/ppt/notesSlides/notesSlide26.xml" Id="Ra43958faf18b45f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5cfe72b665cd4891" /><Relationship Type="http://schemas.openxmlformats.org/officeDocument/2006/relationships/notesSlide" Target="/ppt/notesSlides/notesSlide27.xml" Id="R1a9f5ab740fb45f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db85fee162a646b0" /><Relationship Type="http://schemas.openxmlformats.org/officeDocument/2006/relationships/notesSlide" Target="/ppt/notesSlides/notesSlide28.xml" Id="R88584fc575bf4a0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1e815a6b11134513" /><Relationship Type="http://schemas.openxmlformats.org/officeDocument/2006/relationships/notesSlide" Target="/ppt/notesSlides/notesSlide29.xml" Id="Rb3cc4895fbab42f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98c8c90f566347d9" /><Relationship Type="http://schemas.openxmlformats.org/officeDocument/2006/relationships/notesSlide" Target="/ppt/notesSlides/notesSlide30.xml" Id="R24af1d7816e74af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b745ef0dc8b4a47" /><Relationship Type="http://schemas.openxmlformats.org/officeDocument/2006/relationships/notesSlide" Target="/ppt/notesSlides/notesSlide31.xml" Id="R9e7f05a91d9244a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ba45000d8f2f4126" /><Relationship Type="http://schemas.openxmlformats.org/officeDocument/2006/relationships/notesSlide" Target="/ppt/notesSlides/notesSlide32.xml" Id="Rb393de8d0e5c46d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055ad81ae8644ece" /><Relationship Type="http://schemas.openxmlformats.org/officeDocument/2006/relationships/notesSlide" Target="/ppt/notesSlides/notesSlide33.xml" Id="R8bf23d1ee257461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3efda7e119d4a43" /><Relationship Type="http://schemas.openxmlformats.org/officeDocument/2006/relationships/notesSlide" Target="/ppt/notesSlides/notesSlide34.xml" Id="R18c97dac4e034b3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00d03a3c04049ea" /><Relationship Type="http://schemas.openxmlformats.org/officeDocument/2006/relationships/notesSlide" Target="/ppt/notesSlides/notesSlide35.xml" Id="R6a59da9c4c1944f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d3a49f376fc64c31" /><Relationship Type="http://schemas.openxmlformats.org/officeDocument/2006/relationships/notesSlide" Target="/ppt/notesSlides/notesSlide36.xml" Id="Rb78a71997cdf471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b7bb036e67b840f7" /><Relationship Type="http://schemas.openxmlformats.org/officeDocument/2006/relationships/notesSlide" Target="/ppt/notesSlides/notesSlide37.xml" Id="Rd740b0fedd15434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0f7f7a563e1f4056" /><Relationship Type="http://schemas.openxmlformats.org/officeDocument/2006/relationships/notesSlide" Target="/ppt/notesSlides/notesSlide38.xml" Id="R5be2e6f751ff44f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2840ecd079624078" /><Relationship Type="http://schemas.openxmlformats.org/officeDocument/2006/relationships/notesSlide" Target="/ppt/notesSlides/notesSlide39.xml" Id="R04f9117292044b9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1e17a3c5235249da" /><Relationship Type="http://schemas.openxmlformats.org/officeDocument/2006/relationships/notesSlide" Target="/ppt/notesSlides/notesSlide40.xml" Id="R976e561646904c3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e2676f4ca8314baa" /><Relationship Type="http://schemas.openxmlformats.org/officeDocument/2006/relationships/notesSlide" Target="/ppt/notesSlides/notesSlide41.xml" Id="Rd869598c918a4f0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6cc660444afc4963" /><Relationship Type="http://schemas.openxmlformats.org/officeDocument/2006/relationships/notesSlide" Target="/ppt/notesSlides/notesSlide42.xml" Id="R453ec67b0596450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14a83b20dc6d429c" /><Relationship Type="http://schemas.openxmlformats.org/officeDocument/2006/relationships/notesSlide" Target="/ppt/notesSlides/notesSlide43.xml" Id="Rcb5f0f9bf1f545a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51f6c77e6294e73" /><Relationship Type="http://schemas.openxmlformats.org/officeDocument/2006/relationships/notesSlide" Target="/ppt/notesSlides/notesSlide44.xml" Id="Rf5614ad43a9f4f0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c14b030559e84137" /><Relationship Type="http://schemas.openxmlformats.org/officeDocument/2006/relationships/notesSlide" Target="/ppt/notesSlides/notesSlide45.xml" Id="Ra772aa7acbba4e5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08de0dd86a034d8e" /><Relationship Type="http://schemas.openxmlformats.org/officeDocument/2006/relationships/notesSlide" Target="/ppt/notesSlides/notesSlide46.xml" Id="R2ad300510349462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b27cc79a632d4385" /><Relationship Type="http://schemas.openxmlformats.org/officeDocument/2006/relationships/notesSlide" Target="/ppt/notesSlides/notesSlide47.xml" Id="R4ee362623c60420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100ef2023b154057" /><Relationship Type="http://schemas.openxmlformats.org/officeDocument/2006/relationships/notesSlide" Target="/ppt/notesSlides/notesSlide48.xml" Id="R4f7a43dd79b048f6"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27ace16f2ec14764" /><Relationship Type="http://schemas.openxmlformats.org/officeDocument/2006/relationships/notesSlide" Target="/ppt/notesSlides/notesSlide49.xml" Id="R84bb20274c2a442a"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2b486f021b7a4608" /><Relationship Type="http://schemas.openxmlformats.org/officeDocument/2006/relationships/notesSlide" Target="/ppt/notesSlides/notesSlide50.xml" Id="R0c81196061e5497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c83774ae4bfc42bc" /><Relationship Type="http://schemas.openxmlformats.org/officeDocument/2006/relationships/notesSlide" Target="/ppt/notesSlides/notesSlide51.xml" Id="R6e54b8bbb0d64352"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bb00479020fc4c75" /><Relationship Type="http://schemas.openxmlformats.org/officeDocument/2006/relationships/notesSlide" Target="/ppt/notesSlides/notesSlide52.xml" Id="Ra54158374b6c4d56"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eb7cc9f934654538" /><Relationship Type="http://schemas.openxmlformats.org/officeDocument/2006/relationships/notesSlide" Target="/ppt/notesSlides/notesSlide53.xml" Id="Raeb9ebbc56e245c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488c3c15e1da41a3" /><Relationship Type="http://schemas.openxmlformats.org/officeDocument/2006/relationships/notesSlide" Target="/ppt/notesSlides/notesSlide54.xml" Id="Rce25403895d847a7"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042ce4b267ab4e9d" /><Relationship Type="http://schemas.openxmlformats.org/officeDocument/2006/relationships/notesSlide" Target="/ppt/notesSlides/notesSlide55.xml" Id="R407f9acce0124f4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4a6d59c494e84338" /><Relationship Type="http://schemas.openxmlformats.org/officeDocument/2006/relationships/notesSlide" Target="/ppt/notesSlides/notesSlide56.xml" Id="R7ca68ddb7edc4dc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8bd4986607344ee5" /><Relationship Type="http://schemas.openxmlformats.org/officeDocument/2006/relationships/notesSlide" Target="/ppt/notesSlides/notesSlide57.xml" Id="Rbdb8ebf0a8804b9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4b49de8f05f84cc9" /><Relationship Type="http://schemas.openxmlformats.org/officeDocument/2006/relationships/notesSlide" Target="/ppt/notesSlides/notesSlide58.xml" Id="R791ef54ccbc04cc6"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1bf88303e8c14a4e" /><Relationship Type="http://schemas.openxmlformats.org/officeDocument/2006/relationships/notesSlide" Target="/ppt/notesSlides/notesSlide59.xml" Id="Rc4aee31a1814468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bbbf745558224c0e" /><Relationship Type="http://schemas.openxmlformats.org/officeDocument/2006/relationships/notesSlide" Target="/ppt/notesSlides/notesSlide60.xml" Id="Rb58cc7f8ce274551"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52538f8eaa4643b8" /><Relationship Type="http://schemas.openxmlformats.org/officeDocument/2006/relationships/notesSlide" Target="/ppt/notesSlides/notesSlide61.xml" Id="R61a5faadea6b444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fbb714e3577c463c" /><Relationship Type="http://schemas.openxmlformats.org/officeDocument/2006/relationships/notesSlide" Target="/ppt/notesSlides/notesSlide62.xml" Id="R27dd70171fe84b3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a6affbf254984f7e" /><Relationship Type="http://schemas.openxmlformats.org/officeDocument/2006/relationships/notesSlide" Target="/ppt/notesSlides/notesSlide63.xml" Id="Rf493968b6bed4c74"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c12afe3ba33248b5" /><Relationship Type="http://schemas.openxmlformats.org/officeDocument/2006/relationships/notesSlide" Target="/ppt/notesSlides/notesSlide64.xml" Id="Rfbbb2a3bcdb54db9"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ea312d0269c34309" /><Relationship Type="http://schemas.openxmlformats.org/officeDocument/2006/relationships/notesSlide" Target="/ppt/notesSlides/notesSlide65.xml" Id="R3ef36462633544a2"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4540fafd420a42f3" /><Relationship Type="http://schemas.openxmlformats.org/officeDocument/2006/relationships/notesSlide" Target="/ppt/notesSlides/notesSlide66.xml" Id="R5bcc2d2ec1654ea6"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a54985ca06a94d42" /><Relationship Type="http://schemas.openxmlformats.org/officeDocument/2006/relationships/notesSlide" Target="/ppt/notesSlides/notesSlide67.xml" Id="R19101c447e1d46bf"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a1347cf0d97a4926" /><Relationship Type="http://schemas.openxmlformats.org/officeDocument/2006/relationships/notesSlide" Target="/ppt/notesSlides/notesSlide68.xml" Id="R701b2d6ab5774f91"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71db266c101b47ed" /><Relationship Type="http://schemas.openxmlformats.org/officeDocument/2006/relationships/notesSlide" Target="/ppt/notesSlides/notesSlide69.xml" Id="R264269d4adde4b19"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847f4c1116fa4e6a" /><Relationship Type="http://schemas.openxmlformats.org/officeDocument/2006/relationships/notesSlide" Target="/ppt/notesSlides/notesSlide70.xml" Id="Re169813aae5a4177"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2ad24aa1b8b94faf" /><Relationship Type="http://schemas.openxmlformats.org/officeDocument/2006/relationships/notesSlide" Target="/ppt/notesSlides/notesSlide71.xml" Id="R28bd07cc4d5e4343"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533d82bb1e254b21" /><Relationship Type="http://schemas.openxmlformats.org/officeDocument/2006/relationships/notesSlide" Target="/ppt/notesSlides/notesSlide72.xml" Id="Rec66a80100fa429e"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787791dfca0341f8" /><Relationship Type="http://schemas.openxmlformats.org/officeDocument/2006/relationships/notesSlide" Target="/ppt/notesSlides/notesSlide73.xml" Id="Ra153d63698544ee9"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41c0f801640b4e34" /><Relationship Type="http://schemas.openxmlformats.org/officeDocument/2006/relationships/notesSlide" Target="/ppt/notesSlides/notesSlide74.xml" Id="Rb94c94df442f4499"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20597c915bfd4302" /><Relationship Type="http://schemas.openxmlformats.org/officeDocument/2006/relationships/notesSlide" Target="/ppt/notesSlides/notesSlide75.xml" Id="R82cee5cdcbe14e3d"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25b57f460f2c4c64" /><Relationship Type="http://schemas.openxmlformats.org/officeDocument/2006/relationships/notesSlide" Target="/ppt/notesSlides/notesSlide76.xml" Id="Re7dd03bc6ad34819"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5d0a2dcfbc0a418f" /><Relationship Type="http://schemas.openxmlformats.org/officeDocument/2006/relationships/notesSlide" Target="/ppt/notesSlides/notesSlide77.xml" Id="R67096ad0a32147a8"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88d951a515344296" /><Relationship Type="http://schemas.openxmlformats.org/officeDocument/2006/relationships/notesSlide" Target="/ppt/notesSlides/notesSlide78.xml" Id="Ra92e4b1894544a1c"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da7630821d74459e" /><Relationship Type="http://schemas.openxmlformats.org/officeDocument/2006/relationships/notesSlide" Target="/ppt/notesSlides/notesSlide79.xml" Id="R244b136f010540b1"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d23eb533ee2b423f" /><Relationship Type="http://schemas.openxmlformats.org/officeDocument/2006/relationships/notesSlide" Target="/ppt/notesSlides/notesSlide80.xml" Id="Rf45fe036d1804730"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d14178fd431a4c69" /><Relationship Type="http://schemas.openxmlformats.org/officeDocument/2006/relationships/notesSlide" Target="/ppt/notesSlides/notesSlide81.xml" Id="R87aaa5a940c346f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d516137d5db54e11" /><Relationship Type="http://schemas.openxmlformats.org/officeDocument/2006/relationships/notesSlide" Target="/ppt/notesSlides/notesSlide82.xml" Id="Re3fc7a00654140b2"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629c2885f02f40dc" /><Relationship Type="http://schemas.openxmlformats.org/officeDocument/2006/relationships/notesSlide" Target="/ppt/notesSlides/notesSlide83.xml" Id="R93bee2f8e8a54acb"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70abbda4cd2a4693" /><Relationship Type="http://schemas.openxmlformats.org/officeDocument/2006/relationships/notesSlide" Target="/ppt/notesSlides/notesSlide84.xml" Id="R47ce7f86fe1b45fd"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9668d45e003b44a0" /><Relationship Type="http://schemas.openxmlformats.org/officeDocument/2006/relationships/notesSlide" Target="/ppt/notesSlides/notesSlide85.xml" Id="R98d86fb19e454c99"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ae0d225dfe614505" /><Relationship Type="http://schemas.openxmlformats.org/officeDocument/2006/relationships/notesSlide" Target="/ppt/notesSlides/notesSlide86.xml" Id="Re306587ca9514d01"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af75c593ece24ef7" /><Relationship Type="http://schemas.openxmlformats.org/officeDocument/2006/relationships/notesSlide" Target="/ppt/notesSlides/notesSlide87.xml" Id="R614808f618894b8c"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07c55e24d73744c6" /><Relationship Type="http://schemas.openxmlformats.org/officeDocument/2006/relationships/notesSlide" Target="/ppt/notesSlides/notesSlide88.xml" Id="R2fde5bb2ebc94eb8"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010636032d8c4ebe" /><Relationship Type="http://schemas.openxmlformats.org/officeDocument/2006/relationships/notesSlide" Target="/ppt/notesSlides/notesSlide89.xml" Id="Ra28413a727ef4966"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5adb44416a934e84" /><Relationship Type="http://schemas.openxmlformats.org/officeDocument/2006/relationships/notesSlide" Target="/ppt/notesSlides/notesSlide90.xml" Id="R5eebdf179c7c4fcc"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8b685c9d53af4fae" /><Relationship Type="http://schemas.openxmlformats.org/officeDocument/2006/relationships/notesSlide" Target="/ppt/notesSlides/notesSlide91.xml" Id="Rf2e49a45b25e4221"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f6289fde5a544820" /><Relationship Type="http://schemas.openxmlformats.org/officeDocument/2006/relationships/notesSlide" Target="/ppt/notesSlides/notesSlide92.xml" Id="Rf512f301c8774568"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784d127f61ec408f" /><Relationship Type="http://schemas.openxmlformats.org/officeDocument/2006/relationships/notesSlide" Target="/ppt/notesSlides/notesSlide93.xml" Id="R46493a4f58a24a64"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1370271d39584af3" /><Relationship Type="http://schemas.openxmlformats.org/officeDocument/2006/relationships/notesSlide" Target="/ppt/notesSlides/notesSlide94.xml" Id="R89f766e770ed4210"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acebf84858df47b1" /><Relationship Type="http://schemas.openxmlformats.org/officeDocument/2006/relationships/notesSlide" Target="/ppt/notesSlides/notesSlide95.xml" Id="R1f46a35e85e04a6c"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15bd3653196a4c14" /><Relationship Type="http://schemas.openxmlformats.org/officeDocument/2006/relationships/notesSlide" Target="/ppt/notesSlides/notesSlide96.xml" Id="R93a9699026f04311"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efdd20a9cab742ab" /><Relationship Type="http://schemas.openxmlformats.org/officeDocument/2006/relationships/notesSlide" Target="/ppt/notesSlides/notesSlide97.xml" Id="Rc6a2eef0356e437e"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8187c200aff24941" /><Relationship Type="http://schemas.openxmlformats.org/officeDocument/2006/relationships/notesSlide" Target="/ppt/notesSlides/notesSlide98.xml" Id="R4b891e47a7c94ed6"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a86a9bc2ff44435d" /><Relationship Type="http://schemas.openxmlformats.org/officeDocument/2006/relationships/notesSlide" Target="/ppt/notesSlides/notesSlide99.xml" Id="Rf28c59311fef44e0"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b8dd4e311bc1443e" /><Relationship Type="http://schemas.openxmlformats.org/officeDocument/2006/relationships/notesSlide" Target="/ppt/notesSlides/notesSlide100.xml" Id="R814bb701cad04709"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5410701947364abd" /><Relationship Type="http://schemas.openxmlformats.org/officeDocument/2006/relationships/notesSlide" Target="/ppt/notesSlides/notesSlide101.xml" Id="R8f0f2a8d3d694db4"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5912fad17dc946de" /><Relationship Type="http://schemas.openxmlformats.org/officeDocument/2006/relationships/notesSlide" Target="/ppt/notesSlides/notesSlide102.xml" Id="R251b721ddb2b4085"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5d5c04a45c8746b3" /><Relationship Type="http://schemas.openxmlformats.org/officeDocument/2006/relationships/notesSlide" Target="/ppt/notesSlides/notesSlide103.xml" Id="R3c09c9d91adb4688"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4ef944379f2f4898" /><Relationship Type="http://schemas.openxmlformats.org/officeDocument/2006/relationships/notesSlide" Target="/ppt/notesSlides/notesSlide104.xml" Id="R4c03e2f7af4a4299"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d1f400fc0cca464b" /><Relationship Type="http://schemas.openxmlformats.org/officeDocument/2006/relationships/notesSlide" Target="/ppt/notesSlides/notesSlide105.xml" Id="Rf02c0231c6274209"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249ed0d47d724417" /><Relationship Type="http://schemas.openxmlformats.org/officeDocument/2006/relationships/notesSlide" Target="/ppt/notesSlides/notesSlide106.xml" Id="R03aa5685fd764c01"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78613E-1404-4C41-908E-5DC388FA6B76}"/>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2AE91A2B-3989-4BDE-B7D9-CDDAB4E8A1D0}"/>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전자회로와 ESP32</a:t>
            </a:r>
          </a:p>
        </p:txBody>
      </p:sp>
      <p:sp>
        <p:nvSpPr>
          <p:cNvPr id="3" name="">
            <a:extLst xmlns:a="http://schemas.openxmlformats.org/drawingml/2006/main">
              <a:ext uri="{FF2B5EF4-FFF2-40B4-BE49-F238E27FC236}">
                <a16:creationId xmlns:a16="http://schemas.microsoft.com/office/drawing/2014/main" id="{2BE0F64F-3977-4F78-AB88-2A076E7FE1CF}"/>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2026-10-23</a:t>
            </a:r>
          </a:p>
        </p:txBody>
      </p:sp>
      <p:sp>
        <p:nvSpPr>
          <p:cNvPr id="4" name="">
            <a:extLst xmlns:a="http://schemas.openxmlformats.org/drawingml/2006/main">
              <a:ext uri="{FF2B5EF4-FFF2-40B4-BE49-F238E27FC236}">
                <a16:creationId xmlns:a16="http://schemas.microsoft.com/office/drawing/2014/main" id="{A96D34DB-C2DD-435F-A003-01E11C26F9C6}"/>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오늘은 개념을 읽고 직접 예상해 봅니다.</a:t>
            </a:r>
          </a:p>
        </p:txBody>
      </p:sp>
      <p:sp>
        <p:nvSpPr>
          <p:cNvPr id="5" name="">
            <a:extLst xmlns:a="http://schemas.openxmlformats.org/drawingml/2006/main">
              <a:ext uri="{FF2B5EF4-FFF2-40B4-BE49-F238E27FC236}">
                <a16:creationId xmlns:a16="http://schemas.microsoft.com/office/drawing/2014/main" id="{0A90EA21-A416-4D49-B537-C1834495F130}"/>
              </a:ext>
            </a:extLst>
          </p:cNvPr>
          <p:cNvSpPr>
            <a:spLocks xmlns:a="http://schemas.openxmlformats.org/drawingml/2006/main" noGrp="1"/>
          </p:cNvSpPr>
          <p:nvPr/>
        </p:nvSpPr>
        <p:spPr>
          <a:xfrm xmlns:a="http://schemas.openxmlformats.org/drawingml/2006/main">
            <a:off x="628650" y="5905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파일·모의 결과와 실제 장비 증거를 나눕니다.</a:t>
            </a:r>
          </a:p>
        </p:txBody>
      </p:sp>
      <p:sp>
        <p:nvSpPr>
          <p:cNvPr id="6" name="">
            <a:extLst xmlns:a="http://schemas.openxmlformats.org/drawingml/2006/main">
              <a:ext uri="{FF2B5EF4-FFF2-40B4-BE49-F238E27FC236}">
                <a16:creationId xmlns:a16="http://schemas.microsoft.com/office/drawing/2014/main" id="{EC4BC09A-5200-4615-9939-1667BBB6C02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5981282-DC08-45E7-A059-CEC384131EB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1193F570-2A45-4059-AD25-E0C946E6CD9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385589425"/>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02570D7-E6D2-4DB7-98D4-DC289627AD6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2026.10.23</a:t>
            </a:r>
          </a:p>
        </p:txBody>
      </p:sp>
      <p:sp>
        <p:nvSpPr>
          <p:cNvPr id="2" name="">
            <a:extLst xmlns:a="http://schemas.openxmlformats.org/drawingml/2006/main">
              <a:ext uri="{FF2B5EF4-FFF2-40B4-BE49-F238E27FC236}">
                <a16:creationId xmlns:a16="http://schemas.microsoft.com/office/drawing/2014/main" id="{04B596B5-F3C6-421E-8F90-BA0E91E822F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자료 폴더와 학생 작업 파일</a:t>
            </a:r>
          </a:p>
        </p:txBody>
      </p:sp>
      <p:sp>
        <p:nvSpPr>
          <p:cNvPr id="3" name="">
            <a:extLst xmlns:a="http://schemas.openxmlformats.org/drawingml/2006/main">
              <a:ext uri="{FF2B5EF4-FFF2-40B4-BE49-F238E27FC236}">
                <a16:creationId xmlns:a16="http://schemas.microsoft.com/office/drawing/2014/main" id="{FFE46566-AAAA-4B2C-A656-3F87B880226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C4D0B1C-75F0-4245-9A40-004B77D30C12}"/>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data</a:t>
            </a:r>
            <a:r>
              <a:t>: 읽을 입력</a:t>
            </a:r>
          </a:p>
        </p:txBody>
      </p:sp>
      <p:sp>
        <p:nvSpPr>
          <p:cNvPr id="5" name="">
            <a:extLst xmlns:a="http://schemas.openxmlformats.org/drawingml/2006/main">
              <a:ext uri="{FF2B5EF4-FFF2-40B4-BE49-F238E27FC236}">
                <a16:creationId xmlns:a16="http://schemas.microsoft.com/office/drawing/2014/main" id="{C67CE735-C026-4892-BF39-A24F19FFF73C}"/>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AD88B47-1549-41F9-9F76-2C2D9B8F75E7}"/>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967FA14-6310-47A9-8EEA-14A7FCFE660B}"/>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code: 제공 참고 코드</a:t>
            </a:r>
          </a:p>
        </p:txBody>
      </p:sp>
      <p:sp>
        <p:nvSpPr>
          <p:cNvPr id="8" name="">
            <a:extLst xmlns:a="http://schemas.openxmlformats.org/drawingml/2006/main">
              <a:ext uri="{FF2B5EF4-FFF2-40B4-BE49-F238E27FC236}">
                <a16:creationId xmlns:a16="http://schemas.microsoft.com/office/drawing/2014/main" id="{38673BBD-D91F-4F3D-BB68-E184C430ABC8}"/>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32B35F7-4D90-41EF-B352-5D63F23A8142}"/>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96DDE972-85CB-4BBB-B5CE-1D0B3F71BD83}"/>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 나의 복사본과 기록</a:t>
            </a:r>
          </a:p>
        </p:txBody>
      </p:sp>
      <p:sp>
        <p:nvSpPr>
          <p:cNvPr id="11" name="">
            <a:extLst xmlns:a="http://schemas.openxmlformats.org/drawingml/2006/main">
              <a:ext uri="{FF2B5EF4-FFF2-40B4-BE49-F238E27FC236}">
                <a16:creationId xmlns:a16="http://schemas.microsoft.com/office/drawing/2014/main" id="{A578CC76-A07E-4DC8-9917-52A1B8EB1609}"/>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DF62634-A2D3-499F-AD27-9EEE2E1D49C5}"/>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E06AEA75-7FD1-4E71-8271-4DE67B36C65D}"/>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저장한 뒤 실행해야 결과가 나옵니다.</a:t>
            </a:r>
          </a:p>
        </p:txBody>
      </p:sp>
      <p:sp>
        <p:nvSpPr>
          <p:cNvPr id="14" name="">
            <a:extLst xmlns:a="http://schemas.openxmlformats.org/drawingml/2006/main">
              <a:ext uri="{FF2B5EF4-FFF2-40B4-BE49-F238E27FC236}">
                <a16:creationId xmlns:a16="http://schemas.microsoft.com/office/drawing/2014/main" id="{B5922E41-F995-4435-AA06-47FD2C587C5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4D04F44-6D98-4035-B5A0-7FD59050DB8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58FAF1BA-49FB-412A-8712-162716B00EA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1755110707"/>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CC6E43D-3F69-417E-BFA7-C22646D8620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2026.10.23</a:t>
            </a:r>
          </a:p>
        </p:txBody>
      </p:sp>
      <p:sp>
        <p:nvSpPr>
          <p:cNvPr id="2" name="">
            <a:extLst xmlns:a="http://schemas.openxmlformats.org/drawingml/2006/main">
              <a:ext uri="{FF2B5EF4-FFF2-40B4-BE49-F238E27FC236}">
                <a16:creationId xmlns:a16="http://schemas.microsoft.com/office/drawing/2014/main" id="{3D1B385B-DBE8-4BC7-A1B1-DC53BE3D1AD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오늘의 6교시 일정</a:t>
            </a:r>
          </a:p>
        </p:txBody>
      </p:sp>
      <p:sp>
        <p:nvSpPr>
          <p:cNvPr id="3" name="">
            <a:extLst xmlns:a="http://schemas.openxmlformats.org/drawingml/2006/main">
              <a:ext uri="{FF2B5EF4-FFF2-40B4-BE49-F238E27FC236}">
                <a16:creationId xmlns:a16="http://schemas.microsoft.com/office/drawing/2014/main" id="{8C45EDC7-ACED-49FA-92DB-7B44CD1911F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0AAFBFA-515F-4379-A7A2-6370402F9579}"/>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1·2교시 10:00~11:50</a:t>
            </a:r>
          </a:p>
        </p:txBody>
      </p:sp>
      <p:sp>
        <p:nvSpPr>
          <p:cNvPr id="5" name="">
            <a:extLst xmlns:a="http://schemas.openxmlformats.org/drawingml/2006/main">
              <a:ext uri="{FF2B5EF4-FFF2-40B4-BE49-F238E27FC236}">
                <a16:creationId xmlns:a16="http://schemas.microsoft.com/office/drawing/2014/main" id="{F5059041-51A8-4530-BF57-1F03B4FF7933}"/>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431F603-CDAE-44CB-9855-5354AF44860D}"/>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9648C96-C08B-4ACB-B666-0B013119CDBD}"/>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 11:50~13:00</a:t>
            </a:r>
          </a:p>
        </p:txBody>
      </p:sp>
      <p:sp>
        <p:nvSpPr>
          <p:cNvPr id="8" name="">
            <a:extLst xmlns:a="http://schemas.openxmlformats.org/drawingml/2006/main">
              <a:ext uri="{FF2B5EF4-FFF2-40B4-BE49-F238E27FC236}">
                <a16:creationId xmlns:a16="http://schemas.microsoft.com/office/drawing/2014/main" id="{CE0E143A-85DF-4BCB-AD31-D3B1EEEA5D65}"/>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B422868-A737-4B65-8DE7-8F0FF17D1B37}"/>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49D6BE9B-33B1-437A-A02D-32EBB24E9485}"/>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3~6교시 13:00~16:50</a:t>
            </a:r>
          </a:p>
        </p:txBody>
      </p:sp>
      <p:sp>
        <p:nvSpPr>
          <p:cNvPr id="11" name="">
            <a:extLst xmlns:a="http://schemas.openxmlformats.org/drawingml/2006/main">
              <a:ext uri="{FF2B5EF4-FFF2-40B4-BE49-F238E27FC236}">
                <a16:creationId xmlns:a16="http://schemas.microsoft.com/office/drawing/2014/main" id="{FE735A6C-4EEC-4648-B839-DF0D0BAB4BED}"/>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F807FB7-19B3-4BB0-8786-79AFBA081A1B}"/>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04B56E37-4F56-4CB3-9B73-8B7FAEB8E771}"/>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수업 300분</a:t>
            </a:r>
            <a:r>
              <a:t> · 나머지는 휴식과 정리입니다.</a:t>
            </a:r>
          </a:p>
        </p:txBody>
      </p:sp>
      <p:sp>
        <p:nvSpPr>
          <p:cNvPr id="14" name="">
            <a:extLst xmlns:a="http://schemas.openxmlformats.org/drawingml/2006/main">
              <a:ext uri="{FF2B5EF4-FFF2-40B4-BE49-F238E27FC236}">
                <a16:creationId xmlns:a16="http://schemas.microsoft.com/office/drawing/2014/main" id="{37C034D7-BF04-4EA7-8FA1-CD6663AB453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04F2855-1B36-474E-BA20-6CE3E5D9F49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A99FAF61-08A8-4707-8D79-49F6D4161E1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872580500"/>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9BDB60A-99C0-4B4A-B675-7DC3A983A94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2026.10.23</a:t>
            </a:r>
          </a:p>
        </p:txBody>
      </p:sp>
      <p:sp>
        <p:nvSpPr>
          <p:cNvPr id="2" name="">
            <a:extLst xmlns:a="http://schemas.openxmlformats.org/drawingml/2006/main">
              <a:ext uri="{FF2B5EF4-FFF2-40B4-BE49-F238E27FC236}">
                <a16:creationId xmlns:a16="http://schemas.microsoft.com/office/drawing/2014/main" id="{C0F60DE9-CD57-4829-8102-9E3E35454CE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시연·수정·비교·설명</a:t>
            </a:r>
          </a:p>
        </p:txBody>
      </p:sp>
      <p:sp>
        <p:nvSpPr>
          <p:cNvPr id="3" name="">
            <a:extLst xmlns:a="http://schemas.openxmlformats.org/drawingml/2006/main">
              <a:ext uri="{FF2B5EF4-FFF2-40B4-BE49-F238E27FC236}">
                <a16:creationId xmlns:a16="http://schemas.microsoft.com/office/drawing/2014/main" id="{4A73830A-5F0C-4D94-A169-1AC658A3E6E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FA39073-DA47-489F-899E-590FEF3319DF}"/>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시연을 봅니다.</a:t>
            </a:r>
          </a:p>
        </p:txBody>
      </p:sp>
      <p:sp>
        <p:nvSpPr>
          <p:cNvPr id="5" name="">
            <a:extLst xmlns:a="http://schemas.openxmlformats.org/drawingml/2006/main">
              <a:ext uri="{FF2B5EF4-FFF2-40B4-BE49-F238E27FC236}">
                <a16:creationId xmlns:a16="http://schemas.microsoft.com/office/drawing/2014/main" id="{28268C34-DBE7-459C-9021-3063C4D20D6F}"/>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ECFC9FB-F224-4294-9A3D-E65C5B224E8B}"/>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A8107C7-B2E9-4D9A-B77C-CE54A06E34C2}"/>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같이 따라 하고 한 값을 바꿉니다.</a:t>
            </a:r>
          </a:p>
        </p:txBody>
      </p:sp>
      <p:sp>
        <p:nvSpPr>
          <p:cNvPr id="8" name="">
            <a:extLst xmlns:a="http://schemas.openxmlformats.org/drawingml/2006/main">
              <a:ext uri="{FF2B5EF4-FFF2-40B4-BE49-F238E27FC236}">
                <a16:creationId xmlns:a16="http://schemas.microsoft.com/office/drawing/2014/main" id="{7469FEEC-76FD-4904-91F1-E4684232FE37}"/>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1D24184-7A96-451C-9AE8-E4660353BB58}"/>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09B773A7-9F1A-44F3-A14F-E024F17682B7}"/>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예상과 결과를 비교합니다.</a:t>
            </a:r>
          </a:p>
        </p:txBody>
      </p:sp>
      <p:sp>
        <p:nvSpPr>
          <p:cNvPr id="11" name="">
            <a:extLst xmlns:a="http://schemas.openxmlformats.org/drawingml/2006/main">
              <a:ext uri="{FF2B5EF4-FFF2-40B4-BE49-F238E27FC236}">
                <a16:creationId xmlns:a16="http://schemas.microsoft.com/office/drawing/2014/main" id="{43A635CC-2057-4F6A-B3F3-4976605A5D27}"/>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52EE2C0-D345-48BA-AF18-7F5D66F69510}"/>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007661D9-FE2C-41A1-9281-9E178A6E69AA}"/>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왜 그런지 자기 말로 설명합니다.</a:t>
            </a:r>
          </a:p>
        </p:txBody>
      </p:sp>
      <p:sp>
        <p:nvSpPr>
          <p:cNvPr id="14" name="">
            <a:extLst xmlns:a="http://schemas.openxmlformats.org/drawingml/2006/main">
              <a:ext uri="{FF2B5EF4-FFF2-40B4-BE49-F238E27FC236}">
                <a16:creationId xmlns:a16="http://schemas.microsoft.com/office/drawing/2014/main" id="{E4B6E41A-F1C4-44E2-BA47-0358B4AA33A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3931318-17CA-4D21-BA2E-F76EF8B0647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FFF2C374-3295-46B1-AC4B-CD37E5DD058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1501520395"/>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E4865F-B758-425A-864B-B40361C84485}"/>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DC0F50-BBB3-4E34-89FF-2739224932BA}"/>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04B7311E-18E0-4E65-9300-C56741E1A88B}"/>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BBDA8F0D-4D69-40EB-9438-82F025D8C6B6}"/>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전기 기초와 계산</a:t>
            </a:r>
          </a:p>
        </p:txBody>
      </p:sp>
      <p:sp>
        <p:nvSpPr>
          <p:cNvPr id="5" name="">
            <a:extLst xmlns:a="http://schemas.openxmlformats.org/drawingml/2006/main">
              <a:ext uri="{FF2B5EF4-FFF2-40B4-BE49-F238E27FC236}">
                <a16:creationId xmlns:a16="http://schemas.microsoft.com/office/drawing/2014/main" id="{43C86D3E-F27A-430F-90FF-CE69218DB87B}"/>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C7FBE96-31E6-4452-AC89-0A8AAACEEB2A}"/>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10:00~10:50 · 50분</a:t>
            </a:r>
          </a:p>
        </p:txBody>
      </p:sp>
      <p:sp>
        <p:nvSpPr>
          <p:cNvPr id="7" name="">
            <a:extLst xmlns:a="http://schemas.openxmlformats.org/drawingml/2006/main">
              <a:ext uri="{FF2B5EF4-FFF2-40B4-BE49-F238E27FC236}">
                <a16:creationId xmlns:a16="http://schemas.microsoft.com/office/drawing/2014/main" id="{6718C9D7-C585-47A1-8C16-CB7698725B15}"/>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A01 · A02 · A03</a:t>
            </a:r>
          </a:p>
        </p:txBody>
      </p:sp>
      <p:sp>
        <p:nvSpPr>
          <p:cNvPr id="8" name="">
            <a:extLst xmlns:a="http://schemas.openxmlformats.org/drawingml/2006/main">
              <a:ext uri="{FF2B5EF4-FFF2-40B4-BE49-F238E27FC236}">
                <a16:creationId xmlns:a16="http://schemas.microsoft.com/office/drawing/2014/main" id="{4FA8DD48-7B17-4D5B-BD4A-6BE0B654A089}"/>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A88D5B50-BBA8-45D6-AE80-FE9A50A52D6C}"/>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2026.10.23</a:t>
            </a:r>
          </a:p>
        </p:txBody>
      </p:sp>
      <p:sp>
        <p:nvSpPr>
          <p:cNvPr id="10" name="">
            <a:extLst xmlns:a="http://schemas.openxmlformats.org/drawingml/2006/main">
              <a:ext uri="{FF2B5EF4-FFF2-40B4-BE49-F238E27FC236}">
                <a16:creationId xmlns:a16="http://schemas.microsoft.com/office/drawing/2014/main" id="{3F71729E-495F-4F9E-AD2F-ABF4C2C2F654}"/>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1230791495"/>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F8F7793-4194-4D99-B1DA-ADC0BCC090A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FBC3B6CA-D599-4AE4-B575-DD64A1F7F76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전압과 전위차</a:t>
            </a:r>
          </a:p>
        </p:txBody>
      </p:sp>
      <p:sp>
        <p:nvSpPr>
          <p:cNvPr id="3" name="">
            <a:extLst xmlns:a="http://schemas.openxmlformats.org/drawingml/2006/main">
              <a:ext uri="{FF2B5EF4-FFF2-40B4-BE49-F238E27FC236}">
                <a16:creationId xmlns:a16="http://schemas.microsoft.com/office/drawing/2014/main" id="{D87724CF-93E9-4292-B9BE-CDD3253BC37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전압과 전위차</a:t>
            </a:r>
          </a:p>
        </p:txBody>
      </p:sp>
      <p:sp>
        <p:nvSpPr>
          <p:cNvPr id="4" name="">
            <a:extLst xmlns:a="http://schemas.openxmlformats.org/drawingml/2006/main">
              <a:ext uri="{FF2B5EF4-FFF2-40B4-BE49-F238E27FC236}">
                <a16:creationId xmlns:a16="http://schemas.microsoft.com/office/drawing/2014/main" id="{6123DDAC-F782-4FBA-B429-BA513FF0CBE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B31E82-DF9C-4BE1-ADDA-95F0CD346084}"/>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전압은 두 점 사이의 차이입니다.</a:t>
            </a:r>
          </a:p>
        </p:txBody>
      </p:sp>
      <p:sp>
        <p:nvSpPr>
          <p:cNvPr id="6" name="">
            <a:extLst xmlns:a="http://schemas.openxmlformats.org/drawingml/2006/main">
              <a:ext uri="{FF2B5EF4-FFF2-40B4-BE49-F238E27FC236}">
                <a16:creationId xmlns:a16="http://schemas.microsoft.com/office/drawing/2014/main" id="{B76F7E58-00CD-4C6D-9A3F-BD0697CC7AB8}"/>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단위는 V입니다.</a:t>
            </a:r>
          </a:p>
        </p:txBody>
      </p:sp>
      <p:sp>
        <p:nvSpPr>
          <p:cNvPr id="7" name="">
            <a:extLst xmlns:a="http://schemas.openxmlformats.org/drawingml/2006/main">
              <a:ext uri="{FF2B5EF4-FFF2-40B4-BE49-F238E27FC236}">
                <a16:creationId xmlns:a16="http://schemas.microsoft.com/office/drawing/2014/main" id="{24A31DC0-B663-4FE3-9444-A874114CBBB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85B3A41-24BF-4166-8630-98C682DA513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28318B87-ED6D-4B78-A656-BE864716983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1178973100"/>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7EB56B-FB36-49DC-BDCA-0B72CF2DB15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4A59CCAB-C7BF-4642-BB4E-08D7B87A3F2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전류와 단위 A</a:t>
            </a:r>
          </a:p>
        </p:txBody>
      </p:sp>
      <p:sp>
        <p:nvSpPr>
          <p:cNvPr id="3" name="">
            <a:extLst xmlns:a="http://schemas.openxmlformats.org/drawingml/2006/main">
              <a:ext uri="{FF2B5EF4-FFF2-40B4-BE49-F238E27FC236}">
                <a16:creationId xmlns:a16="http://schemas.microsoft.com/office/drawing/2014/main" id="{F772AE27-1BFC-408A-8DDC-B335DC2A634D}"/>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시간당 이동하는 전하량입니다.</a:t>
            </a:r>
          </a:p>
        </p:txBody>
      </p:sp>
      <p:sp>
        <p:nvSpPr>
          <p:cNvPr id="4" name="">
            <a:extLst xmlns:a="http://schemas.openxmlformats.org/drawingml/2006/main">
              <a:ext uri="{FF2B5EF4-FFF2-40B4-BE49-F238E27FC236}">
                <a16:creationId xmlns:a16="http://schemas.microsoft.com/office/drawing/2014/main" id="{22976681-E3FB-4FE2-BC26-0CC7D40ABA51}"/>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단위는 A, 작은 전류는 mA로 씁니다.</a:t>
            </a:r>
          </a:p>
        </p:txBody>
      </p:sp>
      <p:sp>
        <p:nvSpPr>
          <p:cNvPr id="5" name="">
            <a:extLst xmlns:a="http://schemas.openxmlformats.org/drawingml/2006/main">
              <a:ext uri="{FF2B5EF4-FFF2-40B4-BE49-F238E27FC236}">
                <a16:creationId xmlns:a16="http://schemas.microsoft.com/office/drawing/2014/main" id="{BD6D9698-6B9F-49BC-BF57-71B66CC9672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C401E44-A8FB-45ED-B8E1-1EF3F68134B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AFFABF27-C078-46ED-82B3-393E6F28A30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2114344929"/>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C58064C-CEA1-4D15-9AD5-5A430D7322F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1D32D4C1-0E63-4028-BC8B-62F0B148B39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저항과 옴의 법칙</a:t>
            </a:r>
          </a:p>
        </p:txBody>
      </p:sp>
      <p:sp>
        <p:nvSpPr>
          <p:cNvPr id="3" name="">
            <a:extLst xmlns:a="http://schemas.openxmlformats.org/drawingml/2006/main">
              <a:ext uri="{FF2B5EF4-FFF2-40B4-BE49-F238E27FC236}">
                <a16:creationId xmlns:a16="http://schemas.microsoft.com/office/drawing/2014/main" id="{807C36E6-3976-470C-9EAE-B240AA5B9D23}"/>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V=IR</a:t>
            </a:r>
          </a:p>
        </p:txBody>
      </p:sp>
      <p:sp>
        <p:nvSpPr>
          <p:cNvPr id="4" name="">
            <a:extLst xmlns:a="http://schemas.openxmlformats.org/drawingml/2006/main">
              <a:ext uri="{FF2B5EF4-FFF2-40B4-BE49-F238E27FC236}">
                <a16:creationId xmlns:a16="http://schemas.microsoft.com/office/drawing/2014/main" id="{761D1E8B-7E8A-434A-A2B0-8B7E957B08DF}"/>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AE8508-F460-4FC6-906B-C6502E927BBF}"/>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옴성 저항의 관계는 </a:t>
            </a:r>
            <a:r>
              <a:rPr b="1">
                <a:solidFill>
                  <a:srgbClr val="002FA7"/>
                </a:solidFill>
              </a:rPr>
              <a:t>V=IR</a:t>
            </a:r>
            <a:r>
              <a:t>입니다.</a:t>
            </a:r>
          </a:p>
        </p:txBody>
      </p:sp>
      <p:sp>
        <p:nvSpPr>
          <p:cNvPr id="6" name="">
            <a:extLst xmlns:a="http://schemas.openxmlformats.org/drawingml/2006/main">
              <a:ext uri="{FF2B5EF4-FFF2-40B4-BE49-F238E27FC236}">
                <a16:creationId xmlns:a16="http://schemas.microsoft.com/office/drawing/2014/main" id="{161B4828-9FD5-49A1-A588-3DCDC1D2572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저항 단위는 </a:t>
            </a:r>
            <a:r>
              <a:rPr b="1">
                <a:solidFill>
                  <a:srgbClr val="002FA7"/>
                </a:solidFill>
              </a:rPr>
              <a:t>Ω</a:t>
            </a:r>
            <a:r>
              <a:t>입니다.</a:t>
            </a:r>
          </a:p>
        </p:txBody>
      </p:sp>
      <p:sp>
        <p:nvSpPr>
          <p:cNvPr id="7" name="">
            <a:extLst xmlns:a="http://schemas.openxmlformats.org/drawingml/2006/main">
              <a:ext uri="{FF2B5EF4-FFF2-40B4-BE49-F238E27FC236}">
                <a16:creationId xmlns:a16="http://schemas.microsoft.com/office/drawing/2014/main" id="{FB72257A-754D-4430-9A26-6157EF6A581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60CF9C6-7E99-4599-9BC7-924B9769294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D4B83C05-9E0A-4250-A82F-5BB89C7DC76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1417082071"/>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BACFC3-3989-424A-A0B2-35C02753D45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87DD43D4-8CBF-4D9E-8DC7-A2633FE8CFC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닫힌 회로와 반환 경로</a:t>
            </a:r>
          </a:p>
        </p:txBody>
      </p:sp>
      <p:sp>
        <p:nvSpPr>
          <p:cNvPr id="3" name="">
            <a:extLst xmlns:a="http://schemas.openxmlformats.org/drawingml/2006/main">
              <a:ext uri="{FF2B5EF4-FFF2-40B4-BE49-F238E27FC236}">
                <a16:creationId xmlns:a16="http://schemas.microsoft.com/office/drawing/2014/main" id="{C702216A-4128-4478-A381-97A9E731789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265052E-E589-4CC7-BE01-567CA121B28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전원 + → 저항 → 전원 −</a:t>
            </a:r>
          </a:p>
        </p:txBody>
      </p:sp>
      <p:sp>
        <p:nvSpPr>
          <p:cNvPr id="5" name="">
            <a:extLst xmlns:a="http://schemas.openxmlformats.org/drawingml/2006/main">
              <a:ext uri="{FF2B5EF4-FFF2-40B4-BE49-F238E27FC236}">
                <a16:creationId xmlns:a16="http://schemas.microsoft.com/office/drawing/2014/main" id="{EFB1FB6F-7F70-437B-A643-BCF67A87B2E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AD90095-AE13-445C-9EB1-72C6F419DF3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C4856E9-CA41-4CBF-90FE-DD144D0AB33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완전히 이어진 길이 닫힌 회로입니다.</a:t>
            </a:r>
          </a:p>
        </p:txBody>
      </p:sp>
      <p:sp>
        <p:nvSpPr>
          <p:cNvPr id="8" name="">
            <a:extLst xmlns:a="http://schemas.openxmlformats.org/drawingml/2006/main">
              <a:ext uri="{FF2B5EF4-FFF2-40B4-BE49-F238E27FC236}">
                <a16:creationId xmlns:a16="http://schemas.microsoft.com/office/drawing/2014/main" id="{693C004C-E182-41D6-940D-6A9C9C44A2B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1EA50D0-D7F3-4234-9F0C-76838A9646E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E2B6C664-E2AB-4678-A187-5010B95503D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396165499"/>
      </p:ext>
    </p:extLst>
  </p:cSld>
</p:sld>
</file>

<file path=ppt/slides/slide1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F6407C3-92F2-45A7-BDCC-7EC2E083F8F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9FDCE649-C303-424D-A7A5-8B20C6AEDAF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GND와 전압 기준</a:t>
            </a:r>
          </a:p>
        </p:txBody>
      </p:sp>
      <p:sp>
        <p:nvSpPr>
          <p:cNvPr id="3" name="">
            <a:extLst xmlns:a="http://schemas.openxmlformats.org/drawingml/2006/main">
              <a:ext uri="{FF2B5EF4-FFF2-40B4-BE49-F238E27FC236}">
                <a16:creationId xmlns:a16="http://schemas.microsoft.com/office/drawing/2014/main" id="{5F2E74BC-5407-41B7-AE06-0750B0983C10}"/>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FC9FC18-9D15-4BCC-AA1F-28EA254B61D0}"/>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신호의 높고 낮음을 비교하는 기준입니다.</a:t>
            </a:r>
          </a:p>
        </p:txBody>
      </p:sp>
      <p:sp>
        <p:nvSpPr>
          <p:cNvPr id="5" name="">
            <a:extLst xmlns:a="http://schemas.openxmlformats.org/drawingml/2006/main">
              <a:ext uri="{FF2B5EF4-FFF2-40B4-BE49-F238E27FC236}">
                <a16:creationId xmlns:a16="http://schemas.microsoft.com/office/drawing/2014/main" id="{195B39EB-B9AA-40BA-A82E-95BC82411C07}"/>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모든 GND가 건물 접지는 아닙니다.</a:t>
            </a:r>
          </a:p>
        </p:txBody>
      </p:sp>
      <p:sp>
        <p:nvSpPr>
          <p:cNvPr id="6" name="">
            <a:extLst xmlns:a="http://schemas.openxmlformats.org/drawingml/2006/main">
              <a:ext uri="{FF2B5EF4-FFF2-40B4-BE49-F238E27FC236}">
                <a16:creationId xmlns:a16="http://schemas.microsoft.com/office/drawing/2014/main" id="{2CD6C98E-8414-40BB-AF2C-FAFA16BCBD3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05720F1-B994-4495-AA70-10CF6E020CF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25D254BB-0332-4606-89E4-B11EEE95376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010</a:t>
            </a:r>
          </a:p>
        </p:txBody>
      </p:sp>
    </p:spTree>
    <p:extLst>
      <p:ext uri="{BB962C8B-B14F-4D97-AF65-F5344CB8AC3E}">
        <p14:creationId xmlns:p14="http://schemas.microsoft.com/office/powerpoint/2010/main" val="1746746199"/>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DF2C034-0D56-4A84-B6DE-44DB4EDBB6E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A4C0C7A-6B61-407F-B471-56ED675EA6E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A와 mA 단위 변환</a:t>
            </a:r>
          </a:p>
        </p:txBody>
      </p:sp>
      <p:sp>
        <p:nvSpPr>
          <p:cNvPr id="3" name="">
            <a:extLst xmlns:a="http://schemas.openxmlformats.org/drawingml/2006/main">
              <a:ext uri="{FF2B5EF4-FFF2-40B4-BE49-F238E27FC236}">
                <a16:creationId xmlns:a16="http://schemas.microsoft.com/office/drawing/2014/main" id="{43727DAE-4CBF-4E9E-867D-5921EC4F9ACB}"/>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1A = 1000mA</a:t>
            </a:r>
          </a:p>
        </p:txBody>
      </p:sp>
      <p:sp>
        <p:nvSpPr>
          <p:cNvPr id="4" name="">
            <a:extLst xmlns:a="http://schemas.openxmlformats.org/drawingml/2006/main">
              <a:ext uri="{FF2B5EF4-FFF2-40B4-BE49-F238E27FC236}">
                <a16:creationId xmlns:a16="http://schemas.microsoft.com/office/drawing/2014/main" id="{206371B0-5502-44A8-B73D-39B2CACDDFB2}"/>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0.010A = 10mA</a:t>
            </a:r>
          </a:p>
        </p:txBody>
      </p:sp>
      <p:sp>
        <p:nvSpPr>
          <p:cNvPr id="5" name="">
            <a:extLst xmlns:a="http://schemas.openxmlformats.org/drawingml/2006/main">
              <a:ext uri="{FF2B5EF4-FFF2-40B4-BE49-F238E27FC236}">
                <a16:creationId xmlns:a16="http://schemas.microsoft.com/office/drawing/2014/main" id="{1FAB3C04-A6A9-48B4-B4C1-70A7B2B490E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59EF3E8-F82C-4454-89A9-00CE76E6209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58CBBE7F-DEC6-4D5A-A175-0D3A7936FF6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1137403768"/>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E72E67A-F189-498F-A826-945FBC08449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39A586FA-E10A-4C8A-BCC8-5EFD8CEB6B2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저항 전류 계산 예제</a:t>
            </a:r>
          </a:p>
        </p:txBody>
      </p:sp>
      <p:sp>
        <p:nvSpPr>
          <p:cNvPr id="3" name="">
            <a:extLst xmlns:a="http://schemas.openxmlformats.org/drawingml/2006/main">
              <a:ext uri="{FF2B5EF4-FFF2-40B4-BE49-F238E27FC236}">
                <a16:creationId xmlns:a16="http://schemas.microsoft.com/office/drawing/2014/main" id="{B38B64E9-F9A9-4293-8346-9049C487AB66}"/>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716F98C-EF55-46FF-BABA-6F9326B48E37}"/>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6C7B6424-ABAA-4118-9D4C-F6BF61DEA8B0}"/>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voltage_v = 3.3</a:t>
            </a:r>
          </a:p>
        </p:txBody>
      </p:sp>
      <p:sp>
        <p:nvSpPr>
          <p:cNvPr id="6" name="">
            <a:extLst xmlns:a="http://schemas.openxmlformats.org/drawingml/2006/main">
              <a:ext uri="{FF2B5EF4-FFF2-40B4-BE49-F238E27FC236}">
                <a16:creationId xmlns:a16="http://schemas.microsoft.com/office/drawing/2014/main" id="{325B6787-FFCE-4F7C-8D82-A8081B083F77}"/>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0A66D515-634A-4FB0-AD9F-7502D65208C1}"/>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resistance_ohm = 330</a:t>
            </a:r>
          </a:p>
        </p:txBody>
      </p:sp>
      <p:sp>
        <p:nvSpPr>
          <p:cNvPr id="8" name="">
            <a:extLst xmlns:a="http://schemas.openxmlformats.org/drawingml/2006/main">
              <a:ext uri="{FF2B5EF4-FFF2-40B4-BE49-F238E27FC236}">
                <a16:creationId xmlns:a16="http://schemas.microsoft.com/office/drawing/2014/main" id="{E4A96A67-10FD-4E10-A8E4-D50D45012DC8}"/>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E1666BE7-2BB1-4455-8CB7-A440C05962AC}"/>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if</a:t>
            </a:r>
            <a:r>
              <a:rPr>
                <a:solidFill>
                  <a:srgbClr val="FFFFFF"/>
                </a:solidFill>
              </a:rPr>
              <a:t> resistance_ohm &lt;= 0:</a:t>
            </a:r>
          </a:p>
        </p:txBody>
      </p:sp>
      <p:sp>
        <p:nvSpPr>
          <p:cNvPr id="10" name="">
            <a:extLst xmlns:a="http://schemas.openxmlformats.org/drawingml/2006/main">
              <a:ext uri="{FF2B5EF4-FFF2-40B4-BE49-F238E27FC236}">
                <a16:creationId xmlns:a16="http://schemas.microsoft.com/office/drawing/2014/main" id="{F8D33567-BDF0-4B3B-A72F-6873DB01B52C}"/>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0EA5A32F-2CEC-4053-A176-75C82693C839}"/>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raise ValueError(</a:t>
            </a:r>
            <a:r>
              <a:rPr>
                <a:solidFill>
                  <a:srgbClr val="BACBFA"/>
                </a:solidFill>
              </a:rPr>
              <a:t>"positive resistance only"</a:t>
            </a:r>
            <a:r>
              <a:rPr>
                <a:solidFill>
                  <a:srgbClr val="FFFFFF"/>
                </a:solidFill>
              </a:rPr>
              <a:t>)</a:t>
            </a:r>
          </a:p>
        </p:txBody>
      </p:sp>
      <p:sp>
        <p:nvSpPr>
          <p:cNvPr id="12" name="">
            <a:extLst xmlns:a="http://schemas.openxmlformats.org/drawingml/2006/main">
              <a:ext uri="{FF2B5EF4-FFF2-40B4-BE49-F238E27FC236}">
                <a16:creationId xmlns:a16="http://schemas.microsoft.com/office/drawing/2014/main" id="{B40EB1B0-BF3A-488C-A637-95D5C07D77E0}"/>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980F7A74-12A8-4EB6-A1F6-2B58EBF586BC}"/>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current_a = voltage_v / resistance_ohm</a:t>
            </a:r>
          </a:p>
        </p:txBody>
      </p:sp>
      <p:sp>
        <p:nvSpPr>
          <p:cNvPr id="14" name="">
            <a:extLst xmlns:a="http://schemas.openxmlformats.org/drawingml/2006/main">
              <a:ext uri="{FF2B5EF4-FFF2-40B4-BE49-F238E27FC236}">
                <a16:creationId xmlns:a16="http://schemas.microsoft.com/office/drawing/2014/main" id="{3B470AA7-83D8-4647-86F0-A3D5149E872E}"/>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EE97351A-7E59-4D8D-82E5-2793C49BFD43}"/>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current_ma = current_a * 1000</a:t>
            </a:r>
          </a:p>
        </p:txBody>
      </p:sp>
      <p:sp>
        <p:nvSpPr>
          <p:cNvPr id="16" name="">
            <a:extLst xmlns:a="http://schemas.openxmlformats.org/drawingml/2006/main">
              <a:ext uri="{FF2B5EF4-FFF2-40B4-BE49-F238E27FC236}">
                <a16:creationId xmlns:a16="http://schemas.microsoft.com/office/drawing/2014/main" id="{EE331C43-9B80-404B-A687-5E1AF16D5B1E}"/>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FF55D101-FE4C-4E76-812E-5C2D9E76B3E0}"/>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print(round(current_ma, 2))</a:t>
            </a:r>
          </a:p>
        </p:txBody>
      </p:sp>
      <p:sp>
        <p:nvSpPr>
          <p:cNvPr id="18" name="">
            <a:extLst xmlns:a="http://schemas.openxmlformats.org/drawingml/2006/main">
              <a:ext uri="{FF2B5EF4-FFF2-40B4-BE49-F238E27FC236}">
                <a16:creationId xmlns:a16="http://schemas.microsoft.com/office/drawing/2014/main" id="{FD4B8A02-0C0D-4CC6-A317-6B6F1330674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D1EE430-6C8C-49FF-91DA-8E5470837A6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20" name="">
            <a:extLst xmlns:a="http://schemas.openxmlformats.org/drawingml/2006/main">
              <a:ext uri="{FF2B5EF4-FFF2-40B4-BE49-F238E27FC236}">
                <a16:creationId xmlns:a16="http://schemas.microsoft.com/office/drawing/2014/main" id="{3BFA3862-FA60-41FF-AA06-DEB816950CB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1725349273"/>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692966E-7460-45BB-A22A-A1B316B2F99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01D35AF1-F079-4987-ACE5-C89A38EF216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97B4FC96-FB0D-4D2F-A786-F96F0CE0CB20}"/>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1~2행:</a:t>
            </a:r>
          </a:p>
        </p:txBody>
      </p:sp>
      <p:sp>
        <p:nvSpPr>
          <p:cNvPr id="4" name="">
            <a:extLst xmlns:a="http://schemas.openxmlformats.org/drawingml/2006/main">
              <a:ext uri="{FF2B5EF4-FFF2-40B4-BE49-F238E27FC236}">
                <a16:creationId xmlns:a16="http://schemas.microsoft.com/office/drawing/2014/main" id="{0660B5C6-D598-4B78-AB3E-DA7857216485}"/>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전압과 저항 값을 저장합니다.</a:t>
            </a:r>
          </a:p>
        </p:txBody>
      </p:sp>
      <p:sp>
        <p:nvSpPr>
          <p:cNvPr id="5" name="">
            <a:extLst xmlns:a="http://schemas.openxmlformats.org/drawingml/2006/main">
              <a:ext uri="{FF2B5EF4-FFF2-40B4-BE49-F238E27FC236}">
                <a16:creationId xmlns:a16="http://schemas.microsoft.com/office/drawing/2014/main" id="{F502C7F8-0FEC-42FB-94D6-61C16D0A1A79}"/>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589D20C-79BE-4683-821F-C95A4631A30C}"/>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3~4행:</a:t>
            </a:r>
          </a:p>
        </p:txBody>
      </p:sp>
      <p:sp>
        <p:nvSpPr>
          <p:cNvPr id="7" name="">
            <a:extLst xmlns:a="http://schemas.openxmlformats.org/drawingml/2006/main">
              <a:ext uri="{FF2B5EF4-FFF2-40B4-BE49-F238E27FC236}">
                <a16:creationId xmlns:a16="http://schemas.microsoft.com/office/drawing/2014/main" id="{A3DCC543-9D22-4B75-88F1-CBB68588325D}"/>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0 이하 저항을 거절합니다.</a:t>
            </a:r>
          </a:p>
        </p:txBody>
      </p:sp>
      <p:sp>
        <p:nvSpPr>
          <p:cNvPr id="8" name="">
            <a:extLst xmlns:a="http://schemas.openxmlformats.org/drawingml/2006/main">
              <a:ext uri="{FF2B5EF4-FFF2-40B4-BE49-F238E27FC236}">
                <a16:creationId xmlns:a16="http://schemas.microsoft.com/office/drawing/2014/main" id="{A6889FC9-EF15-46A2-AA89-A424661CBA65}"/>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31D6F58-1F07-4932-A5F4-5BF3C0C12981}"/>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5~6행:</a:t>
            </a:r>
          </a:p>
        </p:txBody>
      </p:sp>
      <p:sp>
        <p:nvSpPr>
          <p:cNvPr id="10" name="">
            <a:extLst xmlns:a="http://schemas.openxmlformats.org/drawingml/2006/main">
              <a:ext uri="{FF2B5EF4-FFF2-40B4-BE49-F238E27FC236}">
                <a16:creationId xmlns:a16="http://schemas.microsoft.com/office/drawing/2014/main" id="{43AE498F-48ED-41F9-9928-64625B71700B}"/>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A를 구하고 mA로 바꿉니다.</a:t>
            </a:r>
          </a:p>
        </p:txBody>
      </p:sp>
      <p:sp>
        <p:nvSpPr>
          <p:cNvPr id="11" name="">
            <a:extLst xmlns:a="http://schemas.openxmlformats.org/drawingml/2006/main">
              <a:ext uri="{FF2B5EF4-FFF2-40B4-BE49-F238E27FC236}">
                <a16:creationId xmlns:a16="http://schemas.microsoft.com/office/drawing/2014/main" id="{A7699211-7459-421D-8832-6CD5B4040777}"/>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7D120D5-EA7D-4150-A37B-23CBCF7D639A}"/>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7행:</a:t>
            </a:r>
          </a:p>
        </p:txBody>
      </p:sp>
      <p:sp>
        <p:nvSpPr>
          <p:cNvPr id="13" name="">
            <a:extLst xmlns:a="http://schemas.openxmlformats.org/drawingml/2006/main">
              <a:ext uri="{FF2B5EF4-FFF2-40B4-BE49-F238E27FC236}">
                <a16:creationId xmlns:a16="http://schemas.microsoft.com/office/drawing/2014/main" id="{7B061D7D-86E9-46D2-A957-96A45AD1BACE}"/>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반올림해 출력합니다.</a:t>
            </a:r>
          </a:p>
        </p:txBody>
      </p:sp>
      <p:sp>
        <p:nvSpPr>
          <p:cNvPr id="14" name="">
            <a:extLst xmlns:a="http://schemas.openxmlformats.org/drawingml/2006/main">
              <a:ext uri="{FF2B5EF4-FFF2-40B4-BE49-F238E27FC236}">
                <a16:creationId xmlns:a16="http://schemas.microsoft.com/office/drawing/2014/main" id="{4D57C23C-B364-4A90-9D1E-4AC4BC1D094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CA01AA6-76B7-4BE1-9E84-EF67CDA18D7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7690806E-BCA7-4B24-AE4F-FB9967A9961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512562294"/>
      </p:ext>
    </p:extLst>
  </p:cSld>
</p:sld>
</file>

<file path=ppt/slides/slide1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3ECF568-6582-4840-A4E8-7C4A5005FBE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DE9F1021-6129-49B0-B805-9B1A306E35F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FB4C8243-58D2-4C80-B552-EFDF0F21C6D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BB30143-3C64-4886-A7C4-70D47EB73D5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4A8B30C9-74E4-45E9-B3D6-121167F420E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A088468-B767-4836-826A-D78FFED90C96}"/>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7186B6D-C969-496D-826B-51C188026C5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work/ohm_trace.py</a:t>
            </a:r>
          </a:p>
        </p:txBody>
      </p:sp>
      <p:sp>
        <p:nvSpPr>
          <p:cNvPr id="8" name="">
            <a:extLst xmlns:a="http://schemas.openxmlformats.org/drawingml/2006/main">
              <a:ext uri="{FF2B5EF4-FFF2-40B4-BE49-F238E27FC236}">
                <a16:creationId xmlns:a16="http://schemas.microsoft.com/office/drawing/2014/main" id="{A434B6CA-99E7-4412-A0B8-768AAFF22987}"/>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2F42706-AA83-407E-9C8E-541F50DDF54F}"/>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43A03FCE-E49D-4829-BC5B-E0D911970149}"/>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work/ohm_trace.py</a:t>
            </a:r>
          </a:p>
        </p:txBody>
      </p:sp>
      <p:sp>
        <p:nvSpPr>
          <p:cNvPr id="11" name="">
            <a:extLst xmlns:a="http://schemas.openxmlformats.org/drawingml/2006/main">
              <a:ext uri="{FF2B5EF4-FFF2-40B4-BE49-F238E27FC236}">
                <a16:creationId xmlns:a16="http://schemas.microsoft.com/office/drawing/2014/main" id="{10CBB68E-68BD-4D1C-A59B-55CD8F736AF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02B47E4-9FF8-4F92-BA45-616E244C7C4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3" name="">
            <a:extLst xmlns:a="http://schemas.openxmlformats.org/drawingml/2006/main">
              <a:ext uri="{FF2B5EF4-FFF2-40B4-BE49-F238E27FC236}">
                <a16:creationId xmlns:a16="http://schemas.microsoft.com/office/drawing/2014/main" id="{A24BE27F-45F1-4C51-A2F3-ECDA58D3AB4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014</a:t>
            </a:r>
          </a:p>
        </p:txBody>
      </p:sp>
    </p:spTree>
    <p:extLst>
      <p:ext uri="{BB962C8B-B14F-4D97-AF65-F5344CB8AC3E}">
        <p14:creationId xmlns:p14="http://schemas.microsoft.com/office/powerpoint/2010/main" val="328617687"/>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0AC74E4-BB1F-49BC-9E04-1C01BB2DC2C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DCE19B95-22A2-4BAD-AF66-ADCA2743314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A71786BD-4438-4F1B-B1EB-75CF94B98D8C}"/>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E306C70-5D35-443D-9B91-45EF9F028554}"/>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3.3÷330 = 0.010A</a:t>
            </a:r>
          </a:p>
        </p:txBody>
      </p:sp>
      <p:sp>
        <p:nvSpPr>
          <p:cNvPr id="5" name="">
            <a:extLst xmlns:a="http://schemas.openxmlformats.org/drawingml/2006/main">
              <a:ext uri="{FF2B5EF4-FFF2-40B4-BE49-F238E27FC236}">
                <a16:creationId xmlns:a16="http://schemas.microsoft.com/office/drawing/2014/main" id="{7F9F682A-D130-45BA-8806-D29A0313CB79}"/>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0.010×1000 = 10mA</a:t>
            </a:r>
          </a:p>
        </p:txBody>
      </p:sp>
      <p:sp>
        <p:nvSpPr>
          <p:cNvPr id="6" name="">
            <a:extLst xmlns:a="http://schemas.openxmlformats.org/drawingml/2006/main">
              <a:ext uri="{FF2B5EF4-FFF2-40B4-BE49-F238E27FC236}">
                <a16:creationId xmlns:a16="http://schemas.microsoft.com/office/drawing/2014/main" id="{5F8408EE-F563-48C5-ADB7-219047354F4B}"/>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출력: 10.0</a:t>
            </a:r>
          </a:p>
        </p:txBody>
      </p:sp>
      <p:sp>
        <p:nvSpPr>
          <p:cNvPr id="7" name="">
            <a:extLst xmlns:a="http://schemas.openxmlformats.org/drawingml/2006/main">
              <a:ext uri="{FF2B5EF4-FFF2-40B4-BE49-F238E27FC236}">
                <a16:creationId xmlns:a16="http://schemas.microsoft.com/office/drawing/2014/main" id="{ED89D5DA-F3C9-474B-B89B-D1BAF59198A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CF3EBCF-1A22-4AC2-A4E7-79BB5C981FF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F450DB75-A0C5-43CC-A0CE-E2EDDB31629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015</a:t>
            </a:r>
          </a:p>
        </p:txBody>
      </p:sp>
    </p:spTree>
    <p:extLst>
      <p:ext uri="{BB962C8B-B14F-4D97-AF65-F5344CB8AC3E}">
        <p14:creationId xmlns:p14="http://schemas.microsoft.com/office/powerpoint/2010/main" val="1135720604"/>
      </p:ext>
    </p:extLst>
  </p:cSld>
</p:sld>
</file>

<file path=ppt/slides/slide1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EB3EA9-8D3B-4B32-9631-500F5ACC5A4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9BEBF053-731C-4D60-96BD-49B80AC2900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953DE4DA-8C8D-4477-B02A-0619F296835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저항 양단 5V · 저항 1000Ω</a:t>
            </a:r>
          </a:p>
        </p:txBody>
      </p:sp>
      <p:sp>
        <p:nvSpPr>
          <p:cNvPr id="4" name="">
            <a:extLst xmlns:a="http://schemas.openxmlformats.org/drawingml/2006/main">
              <a:ext uri="{FF2B5EF4-FFF2-40B4-BE49-F238E27FC236}">
                <a16:creationId xmlns:a16="http://schemas.microsoft.com/office/drawing/2014/main" id="{EFAAF6A5-9CC7-4EA6-A367-7C8F5D55839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전류를 A와 mA로 계산하세요.</a:t>
            </a:r>
          </a:p>
        </p:txBody>
      </p:sp>
      <p:sp>
        <p:nvSpPr>
          <p:cNvPr id="5" name="">
            <a:extLst xmlns:a="http://schemas.openxmlformats.org/drawingml/2006/main">
              <a:ext uri="{FF2B5EF4-FFF2-40B4-BE49-F238E27FC236}">
                <a16:creationId xmlns:a16="http://schemas.microsoft.com/office/drawing/2014/main" id="{292AA20D-F191-4773-8C42-3845501C461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D02243B-6A7F-4DF6-A21F-08D856ACC26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D2BF5B13-273A-4B2E-92C3-3A59A24EA17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016</a:t>
            </a:r>
          </a:p>
        </p:txBody>
      </p:sp>
    </p:spTree>
    <p:extLst>
      <p:ext uri="{BB962C8B-B14F-4D97-AF65-F5344CB8AC3E}">
        <p14:creationId xmlns:p14="http://schemas.microsoft.com/office/powerpoint/2010/main" val="347972087"/>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7A73F00-C2E0-4D36-B002-D87F6500BDD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5522784B-B6BE-4BA3-BD57-D4AACCDD8FE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DE042562-EC83-465C-B185-9B28D5C24B0E}"/>
              </a:ext>
            </a:extLst>
          </p:cNvPr>
          <p:cNvSpPr>
            <a:spLocks xmlns:a="http://schemas.openxmlformats.org/drawingml/2006/main" noGrp="1"/>
          </p:cNvSpPr>
          <p:nvPr/>
        </p:nvSpPr>
        <p:spPr>
          <a:xfrm xmlns:a="http://schemas.openxmlformats.org/drawingml/2006/main">
            <a:off x="609600" y="254317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0.005A = 5mA</a:t>
            </a:r>
          </a:p>
        </p:txBody>
      </p:sp>
      <p:sp>
        <p:nvSpPr>
          <p:cNvPr id="4" name="">
            <a:extLst xmlns:a="http://schemas.openxmlformats.org/drawingml/2006/main">
              <a:ext uri="{FF2B5EF4-FFF2-40B4-BE49-F238E27FC236}">
                <a16:creationId xmlns:a16="http://schemas.microsoft.com/office/drawing/2014/main" id="{62DD0C22-8BA0-4E65-8B30-77D66D4F5262}"/>
              </a:ext>
            </a:extLst>
          </p:cNvPr>
          <p:cNvSpPr>
            <a:spLocks xmlns:a="http://schemas.openxmlformats.org/drawingml/2006/main" noGrp="1"/>
          </p:cNvSpPr>
          <p:nvPr/>
        </p:nvSpPr>
        <p:spPr>
          <a:xfrm xmlns:a="http://schemas.openxmlformats.org/drawingml/2006/main">
            <a:off x="609600" y="36385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단위 변환을 한 번 더 확인합니다.</a:t>
            </a:r>
          </a:p>
        </p:txBody>
      </p:sp>
      <p:sp>
        <p:nvSpPr>
          <p:cNvPr id="5" name="">
            <a:extLst xmlns:a="http://schemas.openxmlformats.org/drawingml/2006/main">
              <a:ext uri="{FF2B5EF4-FFF2-40B4-BE49-F238E27FC236}">
                <a16:creationId xmlns:a16="http://schemas.microsoft.com/office/drawing/2014/main" id="{77CC25CF-A164-49B4-A755-A467151D9BEF}"/>
              </a:ext>
            </a:extLst>
          </p:cNvPr>
          <p:cNvSpPr>
            <a:spLocks xmlns:a="http://schemas.openxmlformats.org/drawingml/2006/main" noGrp="1"/>
          </p:cNvSpPr>
          <p:nvPr/>
        </p:nvSpPr>
        <p:spPr>
          <a:xfrm xmlns:a="http://schemas.openxmlformats.org/drawingml/2006/main">
            <a:off x="609600" y="473392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5V GPIO 연결 승인을 뜻하지 않습니다.</a:t>
            </a:r>
          </a:p>
        </p:txBody>
      </p:sp>
      <p:sp>
        <p:nvSpPr>
          <p:cNvPr id="6" name="">
            <a:extLst xmlns:a="http://schemas.openxmlformats.org/drawingml/2006/main">
              <a:ext uri="{FF2B5EF4-FFF2-40B4-BE49-F238E27FC236}">
                <a16:creationId xmlns:a16="http://schemas.microsoft.com/office/drawing/2014/main" id="{931469B9-413B-4F72-B098-B337637A678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3EE7E00-D035-4FE4-B843-9D8C7F7B8CF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A565DC97-5103-4449-9AE4-E95D8CD2FCE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017</a:t>
            </a:r>
          </a:p>
        </p:txBody>
      </p:sp>
    </p:spTree>
    <p:extLst>
      <p:ext uri="{BB962C8B-B14F-4D97-AF65-F5344CB8AC3E}">
        <p14:creationId xmlns:p14="http://schemas.microsoft.com/office/powerpoint/2010/main" val="2145175467"/>
      </p:ext>
    </p:extLst>
  </p:cSld>
</p:sld>
</file>

<file path=ppt/slides/slide1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706CEB8-3806-4F2E-B11D-2086B28F83B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0CCA0C58-1811-420B-980C-21348AAC9C4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35393367-D0CB-414F-BD20-780FE52CE90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저항을 660Ω으로 바꿉니다.</a:t>
            </a:r>
          </a:p>
        </p:txBody>
      </p:sp>
      <p:sp>
        <p:nvSpPr>
          <p:cNvPr id="4" name="">
            <a:extLst xmlns:a="http://schemas.openxmlformats.org/drawingml/2006/main">
              <a:ext uri="{FF2B5EF4-FFF2-40B4-BE49-F238E27FC236}">
                <a16:creationId xmlns:a16="http://schemas.microsoft.com/office/drawing/2014/main" id="{A7809D0E-A72B-4BB6-916B-030F0B814AB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전류는 5mA가 됩니다.</a:t>
            </a:r>
          </a:p>
        </p:txBody>
      </p:sp>
      <p:sp>
        <p:nvSpPr>
          <p:cNvPr id="5" name="">
            <a:extLst xmlns:a="http://schemas.openxmlformats.org/drawingml/2006/main">
              <a:ext uri="{FF2B5EF4-FFF2-40B4-BE49-F238E27FC236}">
                <a16:creationId xmlns:a16="http://schemas.microsoft.com/office/drawing/2014/main" id="{945D6210-E5CC-41C3-994E-7F540E4B4C3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6FAD8AE-5214-40D9-BEFE-1C79679CB53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58A0EC4D-A18F-4390-BAF2-4B22ABA8EE6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018</a:t>
            </a:r>
          </a:p>
        </p:txBody>
      </p:sp>
    </p:spTree>
    <p:extLst>
      <p:ext uri="{BB962C8B-B14F-4D97-AF65-F5344CB8AC3E}">
        <p14:creationId xmlns:p14="http://schemas.microsoft.com/office/powerpoint/2010/main" val="1766554883"/>
      </p:ext>
    </p:extLst>
  </p:cSld>
</p:sld>
</file>

<file path=ppt/slides/slide1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73B2EF-741E-4E15-ACB2-5B4075AD188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51FA67A9-4F7D-4038-98EA-01494037880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F71108CF-3EDA-4450-A344-C54F4439B85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626D68E-A79A-43D6-A908-B5D2C808689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저항 0은 계산 입력 오류입니다.</a:t>
            </a:r>
          </a:p>
        </p:txBody>
      </p:sp>
      <p:sp>
        <p:nvSpPr>
          <p:cNvPr id="5" name="">
            <a:extLst xmlns:a="http://schemas.openxmlformats.org/drawingml/2006/main">
              <a:ext uri="{FF2B5EF4-FFF2-40B4-BE49-F238E27FC236}">
                <a16:creationId xmlns:a16="http://schemas.microsoft.com/office/drawing/2014/main" id="{00D233A7-F8CA-4AC8-9025-70C6D2EC0B3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243F1F8-BCEA-47AC-8A26-3C71B60E7A4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A8DD2B7-C993-42E8-9F89-CA3121F95F90}"/>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실제 단락을 만들어 시험하지 않습니다.</a:t>
            </a:r>
          </a:p>
        </p:txBody>
      </p:sp>
      <p:sp>
        <p:nvSpPr>
          <p:cNvPr id="8" name="">
            <a:extLst xmlns:a="http://schemas.openxmlformats.org/drawingml/2006/main">
              <a:ext uri="{FF2B5EF4-FFF2-40B4-BE49-F238E27FC236}">
                <a16:creationId xmlns:a16="http://schemas.microsoft.com/office/drawing/2014/main" id="{7649771D-07AE-4FDE-9380-1A192E1E006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BA9582E-F157-4DCE-A325-CEF770CC50F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DB72EEA3-A999-4A2D-B5AA-B9F195390EB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019</a:t>
            </a:r>
          </a:p>
        </p:txBody>
      </p:sp>
    </p:spTree>
    <p:extLst>
      <p:ext uri="{BB962C8B-B14F-4D97-AF65-F5344CB8AC3E}">
        <p14:creationId xmlns:p14="http://schemas.microsoft.com/office/powerpoint/2010/main" val="2128891855"/>
      </p:ext>
    </p:extLst>
  </p:cSld>
</p:sld>
</file>

<file path=ppt/slides/slide2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C484902-C81C-4AAE-AB5C-06C71ABD19C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2CFEACCC-6551-4639-8CAA-C5EFC1F6A2B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075D8886-5CBD-4362-AF26-1F0D5B75427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전압·전류·저항의 단위를 말해 봅시다.</a:t>
            </a:r>
          </a:p>
        </p:txBody>
      </p:sp>
      <p:sp>
        <p:nvSpPr>
          <p:cNvPr id="4" name="">
            <a:extLst xmlns:a="http://schemas.openxmlformats.org/drawingml/2006/main">
              <a:ext uri="{FF2B5EF4-FFF2-40B4-BE49-F238E27FC236}">
                <a16:creationId xmlns:a16="http://schemas.microsoft.com/office/drawing/2014/main" id="{274BB35B-6DF2-4A8B-AE53-037AB052FCF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계산과 실물 측정의 차이도 설명합니다.</a:t>
            </a:r>
          </a:p>
        </p:txBody>
      </p:sp>
      <p:sp>
        <p:nvSpPr>
          <p:cNvPr id="5" name="">
            <a:extLst xmlns:a="http://schemas.openxmlformats.org/drawingml/2006/main">
              <a:ext uri="{FF2B5EF4-FFF2-40B4-BE49-F238E27FC236}">
                <a16:creationId xmlns:a16="http://schemas.microsoft.com/office/drawing/2014/main" id="{F187149D-98BD-4370-97E5-165F02A2A33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E1A202C-C411-4AF8-A0C6-5BF202EAAA2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E07AA19F-83CC-4381-80C1-EBCCDF870FA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020</a:t>
            </a:r>
          </a:p>
        </p:txBody>
      </p:sp>
    </p:spTree>
    <p:extLst>
      <p:ext uri="{BB962C8B-B14F-4D97-AF65-F5344CB8AC3E}">
        <p14:creationId xmlns:p14="http://schemas.microsoft.com/office/powerpoint/2010/main" val="444901146"/>
      </p:ext>
    </p:extLst>
  </p:cSld>
</p:sld>
</file>

<file path=ppt/slides/slide2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F358F2C-345E-40BD-BB00-5BB50279BFF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7B5A910A-B7E7-4261-90B0-D798E4A07FB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5C82C1B9-E908-4B78-9B6B-5F778102DE7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2.4V · 1200Ω</a:t>
            </a:r>
          </a:p>
        </p:txBody>
      </p:sp>
      <p:sp>
        <p:nvSpPr>
          <p:cNvPr id="4" name="">
            <a:extLst xmlns:a="http://schemas.openxmlformats.org/drawingml/2006/main">
              <a:ext uri="{FF2B5EF4-FFF2-40B4-BE49-F238E27FC236}">
                <a16:creationId xmlns:a16="http://schemas.microsoft.com/office/drawing/2014/main" id="{6836719E-0F67-43E2-AB57-5C6862F73EC0}"/>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계산 전류와 돌아오는 길을 설명하세요.</a:t>
            </a:r>
          </a:p>
        </p:txBody>
      </p:sp>
      <p:sp>
        <p:nvSpPr>
          <p:cNvPr id="5" name="">
            <a:extLst xmlns:a="http://schemas.openxmlformats.org/drawingml/2006/main">
              <a:ext uri="{FF2B5EF4-FFF2-40B4-BE49-F238E27FC236}">
                <a16:creationId xmlns:a16="http://schemas.microsoft.com/office/drawing/2014/main" id="{D9ABC922-BC4E-4923-B486-9D77632923C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B557307-6A43-44CF-A214-27120BBBA6C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29D01CF7-F40A-479A-B7DD-CACE04298F8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021</a:t>
            </a:r>
          </a:p>
        </p:txBody>
      </p:sp>
    </p:spTree>
    <p:extLst>
      <p:ext uri="{BB962C8B-B14F-4D97-AF65-F5344CB8AC3E}">
        <p14:creationId xmlns:p14="http://schemas.microsoft.com/office/powerpoint/2010/main" val="1943654702"/>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1C40F5C-16BF-4AF0-A781-9D95093502EF}"/>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28E0E4-C687-41F1-94CB-7A7C0117A52C}"/>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276C756C-AE51-4059-9479-07F795850530}"/>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2CF0F51B-9814-48FF-878A-76603A978190}"/>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LED·보드·신호 전압</a:t>
            </a:r>
          </a:p>
        </p:txBody>
      </p:sp>
      <p:sp>
        <p:nvSpPr>
          <p:cNvPr id="5" name="">
            <a:extLst xmlns:a="http://schemas.openxmlformats.org/drawingml/2006/main">
              <a:ext uri="{FF2B5EF4-FFF2-40B4-BE49-F238E27FC236}">
                <a16:creationId xmlns:a16="http://schemas.microsoft.com/office/drawing/2014/main" id="{D653856D-417C-49EB-AFA8-83CC1345CE13}"/>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6179118-FB2C-492A-8E99-B3A59E17DF43}"/>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11:00~11:50 · 50분</a:t>
            </a:r>
          </a:p>
        </p:txBody>
      </p:sp>
      <p:sp>
        <p:nvSpPr>
          <p:cNvPr id="7" name="">
            <a:extLst xmlns:a="http://schemas.openxmlformats.org/drawingml/2006/main">
              <a:ext uri="{FF2B5EF4-FFF2-40B4-BE49-F238E27FC236}">
                <a16:creationId xmlns:a16="http://schemas.microsoft.com/office/drawing/2014/main" id="{3A511891-7F44-4F12-858B-6B62ED92E1C5}"/>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A04 · A05 · A06</a:t>
            </a:r>
          </a:p>
        </p:txBody>
      </p:sp>
      <p:sp>
        <p:nvSpPr>
          <p:cNvPr id="8" name="">
            <a:extLst xmlns:a="http://schemas.openxmlformats.org/drawingml/2006/main">
              <a:ext uri="{FF2B5EF4-FFF2-40B4-BE49-F238E27FC236}">
                <a16:creationId xmlns:a16="http://schemas.microsoft.com/office/drawing/2014/main" id="{8BD8AA37-5475-4B7E-A293-0844F46F9D0A}"/>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87E0056A-F37D-44C5-80AF-CEF85CA9EA19}"/>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2026.10.23</a:t>
            </a:r>
          </a:p>
        </p:txBody>
      </p:sp>
      <p:sp>
        <p:nvSpPr>
          <p:cNvPr id="10" name="">
            <a:extLst xmlns:a="http://schemas.openxmlformats.org/drawingml/2006/main">
              <a:ext uri="{FF2B5EF4-FFF2-40B4-BE49-F238E27FC236}">
                <a16:creationId xmlns:a16="http://schemas.microsoft.com/office/drawing/2014/main" id="{018C8ABE-8466-49C9-B5C3-B7CF773D73AC}"/>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1018637483"/>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F62373D-F229-46A9-9537-ACD7279B7ED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901489A-3B7A-44EE-AFDC-09AFF4DF481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LED의 방향과 전압 강하</a:t>
            </a:r>
          </a:p>
        </p:txBody>
      </p:sp>
      <p:sp>
        <p:nvSpPr>
          <p:cNvPr id="3" name="">
            <a:extLst xmlns:a="http://schemas.openxmlformats.org/drawingml/2006/main">
              <a:ext uri="{FF2B5EF4-FFF2-40B4-BE49-F238E27FC236}">
                <a16:creationId xmlns:a16="http://schemas.microsoft.com/office/drawing/2014/main" id="{23424C88-40E1-41B6-BD7F-D5A3D6530C75}"/>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빛을 내는 다이오드입니다.</a:t>
            </a:r>
          </a:p>
        </p:txBody>
      </p:sp>
      <p:sp>
        <p:nvSpPr>
          <p:cNvPr id="4" name="">
            <a:extLst xmlns:a="http://schemas.openxmlformats.org/drawingml/2006/main">
              <a:ext uri="{FF2B5EF4-FFF2-40B4-BE49-F238E27FC236}">
                <a16:creationId xmlns:a16="http://schemas.microsoft.com/office/drawing/2014/main" id="{39BA668D-44D6-4D01-87A9-4603AA2F6A1A}"/>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고정 저항처럼 계산하지 않습니다.</a:t>
            </a:r>
          </a:p>
        </p:txBody>
      </p:sp>
      <p:sp>
        <p:nvSpPr>
          <p:cNvPr id="5" name="">
            <a:extLst xmlns:a="http://schemas.openxmlformats.org/drawingml/2006/main">
              <a:ext uri="{FF2B5EF4-FFF2-40B4-BE49-F238E27FC236}">
                <a16:creationId xmlns:a16="http://schemas.microsoft.com/office/drawing/2014/main" id="{33B442F3-4EE0-41C6-B8A5-F7CAB401956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D3E7587-A510-41AA-BEF2-7C07512C003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8C7EE1CA-9B0D-4DEA-B287-0840159AB3C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2025289070"/>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748E16-A1CB-4D92-BF4F-0AB2B793ACD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B7328CF5-A7A0-4774-93BA-00631164127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직렬 저항의 역할</a:t>
            </a:r>
          </a:p>
        </p:txBody>
      </p:sp>
      <p:sp>
        <p:nvSpPr>
          <p:cNvPr id="3" name="">
            <a:extLst xmlns:a="http://schemas.openxmlformats.org/drawingml/2006/main">
              <a:ext uri="{FF2B5EF4-FFF2-40B4-BE49-F238E27FC236}">
                <a16:creationId xmlns:a16="http://schemas.microsoft.com/office/drawing/2014/main" id="{0D010305-A152-4D1C-922D-E2AC3304CD74}"/>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같은 가지의 전류는 같습니다.</a:t>
            </a:r>
          </a:p>
        </p:txBody>
      </p:sp>
      <p:sp>
        <p:nvSpPr>
          <p:cNvPr id="4" name="">
            <a:extLst xmlns:a="http://schemas.openxmlformats.org/drawingml/2006/main">
              <a:ext uri="{FF2B5EF4-FFF2-40B4-BE49-F238E27FC236}">
                <a16:creationId xmlns:a16="http://schemas.microsoft.com/office/drawing/2014/main" id="{DCCD96C8-183A-452F-A725-4F2B0DEDD4C5}"/>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공급 전압과 LED 강하를 구분합니다.</a:t>
            </a:r>
          </a:p>
        </p:txBody>
      </p:sp>
      <p:sp>
        <p:nvSpPr>
          <p:cNvPr id="5" name="">
            <a:extLst xmlns:a="http://schemas.openxmlformats.org/drawingml/2006/main">
              <a:ext uri="{FF2B5EF4-FFF2-40B4-BE49-F238E27FC236}">
                <a16:creationId xmlns:a16="http://schemas.microsoft.com/office/drawing/2014/main" id="{47F7857A-17A1-46BC-BDAF-9A4F99061F5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CCAB883-2B1E-4563-8AF6-9A2D474A6CB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FA23A1BC-5680-4B31-9B2D-8756185466D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248447637"/>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D1E5C4E-922A-4521-A40D-69BB9931D62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A5077EEF-5111-49FA-8073-69FAB418AF7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저항 양단 전압 1.3V</a:t>
            </a:r>
          </a:p>
        </p:txBody>
      </p:sp>
      <p:sp>
        <p:nvSpPr>
          <p:cNvPr id="3" name="">
            <a:extLst xmlns:a="http://schemas.openxmlformats.org/drawingml/2006/main">
              <a:ext uri="{FF2B5EF4-FFF2-40B4-BE49-F238E27FC236}">
                <a16:creationId xmlns:a16="http://schemas.microsoft.com/office/drawing/2014/main" id="{49F93947-B482-4DD8-AE76-D85A404266D9}"/>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계산 가정: 공급 3.3V · LED 강하 2.0V</a:t>
            </a:r>
          </a:p>
        </p:txBody>
      </p:sp>
      <p:sp>
        <p:nvSpPr>
          <p:cNvPr id="4" name="">
            <a:extLst xmlns:a="http://schemas.openxmlformats.org/drawingml/2006/main">
              <a:ext uri="{FF2B5EF4-FFF2-40B4-BE49-F238E27FC236}">
                <a16:creationId xmlns:a16="http://schemas.microsoft.com/office/drawing/2014/main" id="{DB0FDC65-FDE0-4174-BBE5-0328652543AE}"/>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저항 전압 = </a:t>
            </a:r>
            <a:r>
              <a:rPr b="1">
                <a:solidFill>
                  <a:srgbClr val="002FA7"/>
                </a:solidFill>
              </a:rPr>
              <a:t>3.3−2.0 = 1.3V</a:t>
            </a:r>
          </a:p>
        </p:txBody>
      </p:sp>
      <p:sp>
        <p:nvSpPr>
          <p:cNvPr id="5" name="">
            <a:extLst xmlns:a="http://schemas.openxmlformats.org/drawingml/2006/main">
              <a:ext uri="{FF2B5EF4-FFF2-40B4-BE49-F238E27FC236}">
                <a16:creationId xmlns:a16="http://schemas.microsoft.com/office/drawing/2014/main" id="{F0BFA1E1-A559-4342-8606-6315E81A7D2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3548D4A-1D4E-4CAB-8862-0B084B25B85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90A9B6E8-C0C4-4A13-A471-1CB60938A7E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77753317"/>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8BBB69-6D3C-4A73-8349-9FF03064DF4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017BDE9B-5D65-4ADA-A9DB-88C703D5E83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칩·모듈·개발 보드</a:t>
            </a:r>
          </a:p>
        </p:txBody>
      </p:sp>
      <p:sp>
        <p:nvSpPr>
          <p:cNvPr id="3" name="">
            <a:extLst xmlns:a="http://schemas.openxmlformats.org/drawingml/2006/main">
              <a:ext uri="{FF2B5EF4-FFF2-40B4-BE49-F238E27FC236}">
                <a16:creationId xmlns:a16="http://schemas.microsoft.com/office/drawing/2014/main" id="{B3009202-B82F-4D72-B48A-DA4A17FCCB19}"/>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칩:</a:t>
            </a:r>
          </a:p>
        </p:txBody>
      </p:sp>
      <p:sp>
        <p:nvSpPr>
          <p:cNvPr id="4" name="">
            <a:extLst xmlns:a="http://schemas.openxmlformats.org/drawingml/2006/main">
              <a:ext uri="{FF2B5EF4-FFF2-40B4-BE49-F238E27FC236}">
                <a16:creationId xmlns:a16="http://schemas.microsoft.com/office/drawing/2014/main" id="{02FC7B89-D1DE-4B82-A711-2EFAB519FBEE}"/>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계산과 입출력</a:t>
            </a:r>
          </a:p>
        </p:txBody>
      </p:sp>
      <p:sp>
        <p:nvSpPr>
          <p:cNvPr id="5" name="">
            <a:extLst xmlns:a="http://schemas.openxmlformats.org/drawingml/2006/main">
              <a:ext uri="{FF2B5EF4-FFF2-40B4-BE49-F238E27FC236}">
                <a16:creationId xmlns:a16="http://schemas.microsoft.com/office/drawing/2014/main" id="{F0ECF869-F89B-4BB3-9E3D-12EFFA8E92CA}"/>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38BBFCF-A17D-404A-9BBD-26579A789768}"/>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모듈:</a:t>
            </a:r>
          </a:p>
        </p:txBody>
      </p:sp>
      <p:sp>
        <p:nvSpPr>
          <p:cNvPr id="7" name="">
            <a:extLst xmlns:a="http://schemas.openxmlformats.org/drawingml/2006/main">
              <a:ext uri="{FF2B5EF4-FFF2-40B4-BE49-F238E27FC236}">
                <a16:creationId xmlns:a16="http://schemas.microsoft.com/office/drawing/2014/main" id="{CF5324B6-7B62-4FAF-9E99-67ADCDE23715}"/>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주변 부품 묶음 · 보드: 개발 연결판</a:t>
            </a:r>
          </a:p>
        </p:txBody>
      </p:sp>
      <p:sp>
        <p:nvSpPr>
          <p:cNvPr id="8" name="">
            <a:extLst xmlns:a="http://schemas.openxmlformats.org/drawingml/2006/main">
              <a:ext uri="{FF2B5EF4-FFF2-40B4-BE49-F238E27FC236}">
                <a16:creationId xmlns:a16="http://schemas.microsoft.com/office/drawing/2014/main" id="{890080CB-089C-490C-81D2-4D797526A29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701A365-384A-46A6-B117-79F248B18A1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3096586D-F3DF-41FB-870C-7D8DF4D9562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1453199033"/>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7B9EF84-2001-4CD2-B8B3-FB3638B5701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69383A19-9CDE-4349-9E3C-B7B33C25F46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GPIO와 논리 수준</a:t>
            </a:r>
          </a:p>
        </p:txBody>
      </p:sp>
      <p:sp>
        <p:nvSpPr>
          <p:cNvPr id="3" name="">
            <a:extLst xmlns:a="http://schemas.openxmlformats.org/drawingml/2006/main">
              <a:ext uri="{FF2B5EF4-FFF2-40B4-BE49-F238E27FC236}">
                <a16:creationId xmlns:a16="http://schemas.microsoft.com/office/drawing/2014/main" id="{91C4AB9B-E0B2-4486-B73E-FECB7335A03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GPIO와 논리 수준</a:t>
            </a:r>
          </a:p>
        </p:txBody>
      </p:sp>
      <p:sp>
        <p:nvSpPr>
          <p:cNvPr id="4" name="">
            <a:extLst xmlns:a="http://schemas.openxmlformats.org/drawingml/2006/main">
              <a:ext uri="{FF2B5EF4-FFF2-40B4-BE49-F238E27FC236}">
                <a16:creationId xmlns:a16="http://schemas.microsoft.com/office/drawing/2014/main" id="{260F6805-A6A8-43F7-BFAB-C7AC91FF4830}"/>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3FA008-166C-4054-B321-B5139F6C740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프로그램으로 디지털 신호를 읽고 출력합니다.</a:t>
            </a:r>
          </a:p>
        </p:txBody>
      </p:sp>
      <p:sp>
        <p:nvSpPr>
          <p:cNvPr id="6" name="">
            <a:extLst xmlns:a="http://schemas.openxmlformats.org/drawingml/2006/main">
              <a:ext uri="{FF2B5EF4-FFF2-40B4-BE49-F238E27FC236}">
                <a16:creationId xmlns:a16="http://schemas.microsoft.com/office/drawing/2014/main" id="{05BA3165-9E1B-4BB9-ABF5-1B36C99B5FD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HIGH는 약속한 논리 수준입니다.</a:t>
            </a:r>
          </a:p>
        </p:txBody>
      </p:sp>
      <p:sp>
        <p:nvSpPr>
          <p:cNvPr id="7" name="">
            <a:extLst xmlns:a="http://schemas.openxmlformats.org/drawingml/2006/main">
              <a:ext uri="{FF2B5EF4-FFF2-40B4-BE49-F238E27FC236}">
                <a16:creationId xmlns:a16="http://schemas.microsoft.com/office/drawing/2014/main" id="{D4C61867-AB58-41E8-B688-18FF76F097E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F413802-939D-4A66-B2D8-4133F5D4D79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60212E98-91A5-49EC-AA8A-DF30A443078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117480874"/>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41A965-D27C-4662-82BF-3EB0695CC04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305E82BB-6A56-43A1-874F-F9BA0DE8F15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전원 입력과 신호 정격</a:t>
            </a:r>
          </a:p>
        </p:txBody>
      </p:sp>
      <p:sp>
        <p:nvSpPr>
          <p:cNvPr id="3" name="">
            <a:extLst xmlns:a="http://schemas.openxmlformats.org/drawingml/2006/main">
              <a:ext uri="{FF2B5EF4-FFF2-40B4-BE49-F238E27FC236}">
                <a16:creationId xmlns:a16="http://schemas.microsoft.com/office/drawing/2014/main" id="{C14B40A6-1F01-4A15-81B8-CDBAD210BB8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8EBDB45-920C-46F5-AF3A-CC378159A32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보드 전원 단자만 보고 신호 전압을 정하지 않습니다.</a:t>
            </a:r>
          </a:p>
        </p:txBody>
      </p:sp>
      <p:sp>
        <p:nvSpPr>
          <p:cNvPr id="5" name="">
            <a:extLst xmlns:a="http://schemas.openxmlformats.org/drawingml/2006/main">
              <a:ext uri="{FF2B5EF4-FFF2-40B4-BE49-F238E27FC236}">
                <a16:creationId xmlns:a16="http://schemas.microsoft.com/office/drawing/2014/main" id="{3FF3A80D-C068-41E8-B2F1-7BA9CE45932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0ADA260-CCA5-40C4-94FD-B10E6610EFE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83FBA0E-8EC4-49F0-941F-582CBB6A179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정확한 보드</a:t>
            </a:r>
            <a:r>
              <a:t>·핀 문서가 필요합니다.</a:t>
            </a:r>
          </a:p>
        </p:txBody>
      </p:sp>
      <p:sp>
        <p:nvSpPr>
          <p:cNvPr id="8" name="">
            <a:extLst xmlns:a="http://schemas.openxmlformats.org/drawingml/2006/main">
              <a:ext uri="{FF2B5EF4-FFF2-40B4-BE49-F238E27FC236}">
                <a16:creationId xmlns:a16="http://schemas.microsoft.com/office/drawing/2014/main" id="{9F3E2EFB-33A8-4A49-A932-31CF1557116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123F3C7-4A44-4871-A775-8A020731FDD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A951D7F8-AFB5-45CD-A1D9-B2623D9AD54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1142008874"/>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E7B6F9E-2906-42F8-A1FA-583F40FBCDE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A5D38875-E90B-409F-A412-9D85F86E572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LED 전류 계산 예제</a:t>
            </a:r>
          </a:p>
        </p:txBody>
      </p:sp>
      <p:sp>
        <p:nvSpPr>
          <p:cNvPr id="3" name="">
            <a:extLst xmlns:a="http://schemas.openxmlformats.org/drawingml/2006/main">
              <a:ext uri="{FF2B5EF4-FFF2-40B4-BE49-F238E27FC236}">
                <a16:creationId xmlns:a16="http://schemas.microsoft.com/office/drawing/2014/main" id="{A1514361-FAAC-40A7-9114-BF2DB7438DEA}"/>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94D6383-B697-4CF9-9E14-85DF43A8DD5B}"/>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77834106-A3C6-4ABE-8818-4882D6DF6199}"/>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supply_v = 3.3</a:t>
            </a:r>
          </a:p>
        </p:txBody>
      </p:sp>
      <p:sp>
        <p:nvSpPr>
          <p:cNvPr id="6" name="">
            <a:extLst xmlns:a="http://schemas.openxmlformats.org/drawingml/2006/main">
              <a:ext uri="{FF2B5EF4-FFF2-40B4-BE49-F238E27FC236}">
                <a16:creationId xmlns:a16="http://schemas.microsoft.com/office/drawing/2014/main" id="{87BA41F9-EFA7-4291-A8ED-3423B8B366E2}"/>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76EC0D6C-1015-4737-9612-A80660FE2873}"/>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led_v = 2.0</a:t>
            </a:r>
          </a:p>
        </p:txBody>
      </p:sp>
      <p:sp>
        <p:nvSpPr>
          <p:cNvPr id="8" name="">
            <a:extLst xmlns:a="http://schemas.openxmlformats.org/drawingml/2006/main">
              <a:ext uri="{FF2B5EF4-FFF2-40B4-BE49-F238E27FC236}">
                <a16:creationId xmlns:a16="http://schemas.microsoft.com/office/drawing/2014/main" id="{2A340F9C-65E8-463B-8DE2-F1C1122BD8D3}"/>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6C1FBA1F-1D4D-465E-A8E4-BC49CDC76B73}"/>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resistance_ohm = 330</a:t>
            </a:r>
          </a:p>
        </p:txBody>
      </p:sp>
      <p:sp>
        <p:nvSpPr>
          <p:cNvPr id="10" name="">
            <a:extLst xmlns:a="http://schemas.openxmlformats.org/drawingml/2006/main">
              <a:ext uri="{FF2B5EF4-FFF2-40B4-BE49-F238E27FC236}">
                <a16:creationId xmlns:a16="http://schemas.microsoft.com/office/drawing/2014/main" id="{6361C602-08BA-47F7-9C67-1BD03EDB1AFF}"/>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8F3FB4BF-53B6-45C4-9C9E-397CD1E8E85C}"/>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if</a:t>
            </a:r>
            <a:r>
              <a:rPr>
                <a:solidFill>
                  <a:srgbClr val="FFFFFF"/>
                </a:solidFill>
              </a:rPr>
              <a:t> resistance_ohm &lt;= 0 or supply_v &lt; led_v:</a:t>
            </a:r>
          </a:p>
        </p:txBody>
      </p:sp>
      <p:sp>
        <p:nvSpPr>
          <p:cNvPr id="12" name="">
            <a:extLst xmlns:a="http://schemas.openxmlformats.org/drawingml/2006/main">
              <a:ext uri="{FF2B5EF4-FFF2-40B4-BE49-F238E27FC236}">
                <a16:creationId xmlns:a16="http://schemas.microsoft.com/office/drawing/2014/main" id="{62F10C37-19D8-4136-8C77-9EAD63AFDE06}"/>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D79B7D1D-C5B2-443B-BA62-39AF6E680573}"/>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raise ValueError(</a:t>
            </a:r>
            <a:r>
              <a:rPr>
                <a:solidFill>
                  <a:srgbClr val="BACBFA"/>
                </a:solidFill>
              </a:rPr>
              <a:t>"check assumptions"</a:t>
            </a:r>
            <a:r>
              <a:rPr>
                <a:solidFill>
                  <a:srgbClr val="FFFFFF"/>
                </a:solidFill>
              </a:rPr>
              <a:t>)</a:t>
            </a:r>
          </a:p>
        </p:txBody>
      </p:sp>
      <p:sp>
        <p:nvSpPr>
          <p:cNvPr id="14" name="">
            <a:extLst xmlns:a="http://schemas.openxmlformats.org/drawingml/2006/main">
              <a:ext uri="{FF2B5EF4-FFF2-40B4-BE49-F238E27FC236}">
                <a16:creationId xmlns:a16="http://schemas.microsoft.com/office/drawing/2014/main" id="{B19262CC-7994-4386-88AB-C7B089422078}"/>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A8203B74-0D2B-415C-BC5C-D77C4E421530}"/>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current_ma = (supply_v - led_v) / resistance_ohm * 1000</a:t>
            </a:r>
          </a:p>
        </p:txBody>
      </p:sp>
      <p:sp>
        <p:nvSpPr>
          <p:cNvPr id="16" name="">
            <a:extLst xmlns:a="http://schemas.openxmlformats.org/drawingml/2006/main">
              <a:ext uri="{FF2B5EF4-FFF2-40B4-BE49-F238E27FC236}">
                <a16:creationId xmlns:a16="http://schemas.microsoft.com/office/drawing/2014/main" id="{E45D09A9-A390-4512-9192-1D5F35F3CE4A}"/>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CBDECADF-B5EF-4F06-93C1-66B3F0BA6128}"/>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print(round(current_ma, 2))</a:t>
            </a:r>
          </a:p>
        </p:txBody>
      </p:sp>
      <p:sp>
        <p:nvSpPr>
          <p:cNvPr id="18" name="">
            <a:extLst xmlns:a="http://schemas.openxmlformats.org/drawingml/2006/main">
              <a:ext uri="{FF2B5EF4-FFF2-40B4-BE49-F238E27FC236}">
                <a16:creationId xmlns:a16="http://schemas.microsoft.com/office/drawing/2014/main" id="{D1E1BE5A-6C9C-43E7-B9AB-A18752AE830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C357B7F-56A1-46F2-8257-2755D79D07B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20" name="">
            <a:extLst xmlns:a="http://schemas.openxmlformats.org/drawingml/2006/main">
              <a:ext uri="{FF2B5EF4-FFF2-40B4-BE49-F238E27FC236}">
                <a16:creationId xmlns:a16="http://schemas.microsoft.com/office/drawing/2014/main" id="{03652602-956F-4544-8A1C-76436DA00D1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359884204"/>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6C68203-8C18-467E-9A1D-6690A8B3963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1F94A3E4-FB1B-483D-A514-70BB07D2937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BB65CBCF-1769-494B-8726-336655D37206}"/>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1~3행:</a:t>
            </a:r>
          </a:p>
        </p:txBody>
      </p:sp>
      <p:sp>
        <p:nvSpPr>
          <p:cNvPr id="4" name="">
            <a:extLst xmlns:a="http://schemas.openxmlformats.org/drawingml/2006/main">
              <a:ext uri="{FF2B5EF4-FFF2-40B4-BE49-F238E27FC236}">
                <a16:creationId xmlns:a16="http://schemas.microsoft.com/office/drawing/2014/main" id="{1436B927-023B-446D-8071-1D840CBA7EAF}"/>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공급·LED 강하·저항을 정합니다.</a:t>
            </a:r>
          </a:p>
        </p:txBody>
      </p:sp>
      <p:sp>
        <p:nvSpPr>
          <p:cNvPr id="5" name="">
            <a:extLst xmlns:a="http://schemas.openxmlformats.org/drawingml/2006/main">
              <a:ext uri="{FF2B5EF4-FFF2-40B4-BE49-F238E27FC236}">
                <a16:creationId xmlns:a16="http://schemas.microsoft.com/office/drawing/2014/main" id="{166E58BE-71C8-43CA-BEA2-750923BECC99}"/>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518FED1-0F16-4B1F-ADC3-B1B549DC472B}"/>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4~5행:</a:t>
            </a:r>
          </a:p>
        </p:txBody>
      </p:sp>
      <p:sp>
        <p:nvSpPr>
          <p:cNvPr id="7" name="">
            <a:extLst xmlns:a="http://schemas.openxmlformats.org/drawingml/2006/main">
              <a:ext uri="{FF2B5EF4-FFF2-40B4-BE49-F238E27FC236}">
                <a16:creationId xmlns:a16="http://schemas.microsoft.com/office/drawing/2014/main" id="{D83F3071-1DD9-4A73-81AF-15AFC5CE92AB}"/>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계산 가정을 검사합니다.</a:t>
            </a:r>
          </a:p>
        </p:txBody>
      </p:sp>
      <p:sp>
        <p:nvSpPr>
          <p:cNvPr id="8" name="">
            <a:extLst xmlns:a="http://schemas.openxmlformats.org/drawingml/2006/main">
              <a:ext uri="{FF2B5EF4-FFF2-40B4-BE49-F238E27FC236}">
                <a16:creationId xmlns:a16="http://schemas.microsoft.com/office/drawing/2014/main" id="{BBD30CD2-C98A-4204-9284-936D612DBFD6}"/>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1F72218-340F-4AB6-B7D0-C2C7EAFF3F97}"/>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6행:</a:t>
            </a:r>
          </a:p>
        </p:txBody>
      </p:sp>
      <p:sp>
        <p:nvSpPr>
          <p:cNvPr id="10" name="">
            <a:extLst xmlns:a="http://schemas.openxmlformats.org/drawingml/2006/main">
              <a:ext uri="{FF2B5EF4-FFF2-40B4-BE49-F238E27FC236}">
                <a16:creationId xmlns:a16="http://schemas.microsoft.com/office/drawing/2014/main" id="{2D783641-DA18-4F74-B3F7-BCC8E7531544}"/>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저항 전압으로 전류를 구합니다.</a:t>
            </a:r>
          </a:p>
        </p:txBody>
      </p:sp>
      <p:sp>
        <p:nvSpPr>
          <p:cNvPr id="11" name="">
            <a:extLst xmlns:a="http://schemas.openxmlformats.org/drawingml/2006/main">
              <a:ext uri="{FF2B5EF4-FFF2-40B4-BE49-F238E27FC236}">
                <a16:creationId xmlns:a16="http://schemas.microsoft.com/office/drawing/2014/main" id="{AB078046-10A8-4C6C-8A91-D457D6AB3E53}"/>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C80452C-10B4-4313-A218-8B6B001035D7}"/>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7행:</a:t>
            </a:r>
          </a:p>
        </p:txBody>
      </p:sp>
      <p:sp>
        <p:nvSpPr>
          <p:cNvPr id="13" name="">
            <a:extLst xmlns:a="http://schemas.openxmlformats.org/drawingml/2006/main">
              <a:ext uri="{FF2B5EF4-FFF2-40B4-BE49-F238E27FC236}">
                <a16:creationId xmlns:a16="http://schemas.microsoft.com/office/drawing/2014/main" id="{2127AC48-715D-48B0-BD48-4FD1120AD118}"/>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mA를 출력합니다.</a:t>
            </a:r>
          </a:p>
        </p:txBody>
      </p:sp>
      <p:sp>
        <p:nvSpPr>
          <p:cNvPr id="14" name="">
            <a:extLst xmlns:a="http://schemas.openxmlformats.org/drawingml/2006/main">
              <a:ext uri="{FF2B5EF4-FFF2-40B4-BE49-F238E27FC236}">
                <a16:creationId xmlns:a16="http://schemas.microsoft.com/office/drawing/2014/main" id="{3F8E3AAF-65E1-4F19-85C4-810389DB0E7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8CC9497-2655-477E-B39F-54628A330DC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2C0973CC-2613-4729-9340-973EB97B7A3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1302111033"/>
      </p:ext>
    </p:extLst>
  </p:cSld>
</p:sld>
</file>

<file path=ppt/slides/slide3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A8AC97E-28BF-45CC-8105-BE50CE77A6A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87947B7C-4042-499E-A5BF-CC21E7568C7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522DF9F6-7037-4D29-9394-2708FBA3B3A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9A2E8E6-3964-4F54-8E6B-31A48B302E8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7C764A00-B108-4AB2-8412-098A63C2B10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42AF5E7-BC92-4B11-BB78-6603EAD05D0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4C24943-55F3-416D-AC1A-B3EA5B9A5D30}"/>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work/05_led_calculation.py</a:t>
            </a:r>
          </a:p>
        </p:txBody>
      </p:sp>
      <p:sp>
        <p:nvSpPr>
          <p:cNvPr id="8" name="">
            <a:extLst xmlns:a="http://schemas.openxmlformats.org/drawingml/2006/main">
              <a:ext uri="{FF2B5EF4-FFF2-40B4-BE49-F238E27FC236}">
                <a16:creationId xmlns:a16="http://schemas.microsoft.com/office/drawing/2014/main" id="{50EB5152-D10B-4AFE-BACE-AB200F2053FB}"/>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9AF6FB1-46B8-4BFD-9727-5B29DD4F0A4E}"/>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0B707293-1493-4314-BA96-D6D50A5212F4}"/>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work/05_led_calculation.py</a:t>
            </a:r>
          </a:p>
        </p:txBody>
      </p:sp>
      <p:sp>
        <p:nvSpPr>
          <p:cNvPr id="11" name="">
            <a:extLst xmlns:a="http://schemas.openxmlformats.org/drawingml/2006/main">
              <a:ext uri="{FF2B5EF4-FFF2-40B4-BE49-F238E27FC236}">
                <a16:creationId xmlns:a16="http://schemas.microsoft.com/office/drawing/2014/main" id="{C675E2A5-137F-44C8-97DE-62A0E8ACDF7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645CC0C-1115-486B-8232-9F7FE2A17ED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3" name="">
            <a:extLst xmlns:a="http://schemas.openxmlformats.org/drawingml/2006/main">
              <a:ext uri="{FF2B5EF4-FFF2-40B4-BE49-F238E27FC236}">
                <a16:creationId xmlns:a16="http://schemas.microsoft.com/office/drawing/2014/main" id="{EC7D831E-94C8-4469-9A47-51ED91AB3D5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031</a:t>
            </a:r>
          </a:p>
        </p:txBody>
      </p:sp>
    </p:spTree>
    <p:extLst>
      <p:ext uri="{BB962C8B-B14F-4D97-AF65-F5344CB8AC3E}">
        <p14:creationId xmlns:p14="http://schemas.microsoft.com/office/powerpoint/2010/main" val="2045793601"/>
      </p:ext>
    </p:extLst>
  </p:cSld>
</p:sld>
</file>

<file path=ppt/slides/slide3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EF2543A-9BCA-41C4-A33C-80E1CC7FFE8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DB6CFC3-AA4F-40E6-8EC6-6A5DD440FE7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C966DCC6-EA5B-4D95-9307-65785E59D0FB}"/>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75DA3CE-5291-4D0B-8664-345AA31C4FCD}"/>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(3.3−2.0)÷330×1000</a:t>
            </a:r>
          </a:p>
        </p:txBody>
      </p:sp>
      <p:sp>
        <p:nvSpPr>
          <p:cNvPr id="5" name="">
            <a:extLst xmlns:a="http://schemas.openxmlformats.org/drawingml/2006/main">
              <a:ext uri="{FF2B5EF4-FFF2-40B4-BE49-F238E27FC236}">
                <a16:creationId xmlns:a16="http://schemas.microsoft.com/office/drawing/2014/main" id="{CB854404-AAEB-4D97-9C4A-22BD8D2D3A8E}"/>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가정 전류: 3.94mA</a:t>
            </a:r>
          </a:p>
        </p:txBody>
      </p:sp>
      <p:sp>
        <p:nvSpPr>
          <p:cNvPr id="6" name="">
            <a:extLst xmlns:a="http://schemas.openxmlformats.org/drawingml/2006/main">
              <a:ext uri="{FF2B5EF4-FFF2-40B4-BE49-F238E27FC236}">
                <a16:creationId xmlns:a16="http://schemas.microsoft.com/office/drawing/2014/main" id="{0D8D5622-82F5-4918-B7DA-BEEEC3AB0B44}"/>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저항만 연결한 10mA와 다릅니다.</a:t>
            </a:r>
          </a:p>
        </p:txBody>
      </p:sp>
      <p:sp>
        <p:nvSpPr>
          <p:cNvPr id="7" name="">
            <a:extLst xmlns:a="http://schemas.openxmlformats.org/drawingml/2006/main">
              <a:ext uri="{FF2B5EF4-FFF2-40B4-BE49-F238E27FC236}">
                <a16:creationId xmlns:a16="http://schemas.microsoft.com/office/drawing/2014/main" id="{A2007EB8-A5C4-4611-B701-3BD2E65FE0C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623B9F4-4D63-4CB2-8893-FEFBBD8F651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9661F6DA-ED1A-436F-8381-1A0ADB649F9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032</a:t>
            </a:r>
          </a:p>
        </p:txBody>
      </p:sp>
    </p:spTree>
    <p:extLst>
      <p:ext uri="{BB962C8B-B14F-4D97-AF65-F5344CB8AC3E}">
        <p14:creationId xmlns:p14="http://schemas.microsoft.com/office/powerpoint/2010/main" val="1818013615"/>
      </p:ext>
    </p:extLst>
  </p:cSld>
</p:sld>
</file>

<file path=ppt/slides/slide3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1104C0-040B-4AA1-BD16-0D241F33014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DC639D04-9A82-4F0B-A76C-9D5DD33DADE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7F8A3B30-02C0-4C1A-8061-543739CFFAB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공급 3.3V · LED 가정 1.8V · 저항 500Ω</a:t>
            </a:r>
          </a:p>
        </p:txBody>
      </p:sp>
      <p:sp>
        <p:nvSpPr>
          <p:cNvPr id="4" name="">
            <a:extLst xmlns:a="http://schemas.openxmlformats.org/drawingml/2006/main">
              <a:ext uri="{FF2B5EF4-FFF2-40B4-BE49-F238E27FC236}">
                <a16:creationId xmlns:a16="http://schemas.microsoft.com/office/drawing/2014/main" id="{05FA73E2-CC0F-4F6C-9EA1-11332621511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계산 전류와 GPIO 연결 조건을 쓰세요.</a:t>
            </a:r>
          </a:p>
        </p:txBody>
      </p:sp>
      <p:sp>
        <p:nvSpPr>
          <p:cNvPr id="5" name="">
            <a:extLst xmlns:a="http://schemas.openxmlformats.org/drawingml/2006/main">
              <a:ext uri="{FF2B5EF4-FFF2-40B4-BE49-F238E27FC236}">
                <a16:creationId xmlns:a16="http://schemas.microsoft.com/office/drawing/2014/main" id="{BC84877F-52E2-48BC-86C0-7E197C14A38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B48009E-E41A-4332-BF32-00C0F46EA39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64067F77-934F-4827-BBC2-51F86ADF6CF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033</a:t>
            </a:r>
          </a:p>
        </p:txBody>
      </p:sp>
    </p:spTree>
    <p:extLst>
      <p:ext uri="{BB962C8B-B14F-4D97-AF65-F5344CB8AC3E}">
        <p14:creationId xmlns:p14="http://schemas.microsoft.com/office/powerpoint/2010/main" val="1060443732"/>
      </p:ext>
    </p:extLst>
  </p:cSld>
</p:sld>
</file>

<file path=ppt/slides/slide3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58D6D5-5832-4B04-A4AF-E2A66241DFF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57331E9-4B33-41A3-920B-21781604F18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20E04D09-A144-4C58-A0B9-70FA30EA27C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저항 전압</a:t>
            </a:r>
          </a:p>
        </p:txBody>
      </p:sp>
      <p:sp>
        <p:nvSpPr>
          <p:cNvPr id="4" name="">
            <a:extLst xmlns:a="http://schemas.openxmlformats.org/drawingml/2006/main">
              <a:ext uri="{FF2B5EF4-FFF2-40B4-BE49-F238E27FC236}">
                <a16:creationId xmlns:a16="http://schemas.microsoft.com/office/drawing/2014/main" id="{16151CF1-8AFB-4388-B620-A0789A1458F1}"/>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ACF6C3-D360-452D-B3CD-9F49E422F1E0}"/>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저항 전압</a:t>
            </a:r>
            <a:r>
              <a:t>: 1.5V</a:t>
            </a:r>
          </a:p>
        </p:txBody>
      </p:sp>
      <p:sp>
        <p:nvSpPr>
          <p:cNvPr id="6" name="">
            <a:extLst xmlns:a="http://schemas.openxmlformats.org/drawingml/2006/main">
              <a:ext uri="{FF2B5EF4-FFF2-40B4-BE49-F238E27FC236}">
                <a16:creationId xmlns:a16="http://schemas.microsoft.com/office/drawing/2014/main" id="{E59C2BF1-F913-4A91-906B-93B73A1F244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전류: 3mA</a:t>
            </a:r>
          </a:p>
        </p:txBody>
      </p:sp>
      <p:sp>
        <p:nvSpPr>
          <p:cNvPr id="7" name="">
            <a:extLst xmlns:a="http://schemas.openxmlformats.org/drawingml/2006/main">
              <a:ext uri="{FF2B5EF4-FFF2-40B4-BE49-F238E27FC236}">
                <a16:creationId xmlns:a16="http://schemas.microsoft.com/office/drawing/2014/main" id="{674B9242-1BFD-4177-ACB9-08078A26A10F}"/>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연결 허용은 보드와 부품 문서로 따로 확인합니다.</a:t>
            </a:r>
          </a:p>
        </p:txBody>
      </p:sp>
      <p:sp>
        <p:nvSpPr>
          <p:cNvPr id="8" name="">
            <a:extLst xmlns:a="http://schemas.openxmlformats.org/drawingml/2006/main">
              <a:ext uri="{FF2B5EF4-FFF2-40B4-BE49-F238E27FC236}">
                <a16:creationId xmlns:a16="http://schemas.microsoft.com/office/drawing/2014/main" id="{7BD5254E-0A38-444C-B86F-EFFCFE3E8AB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30436F7-938F-4078-A2AF-89805991A1A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76FEC3C1-87B3-452E-8674-54A87314B35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034</a:t>
            </a:r>
          </a:p>
        </p:txBody>
      </p:sp>
    </p:spTree>
    <p:extLst>
      <p:ext uri="{BB962C8B-B14F-4D97-AF65-F5344CB8AC3E}">
        <p14:creationId xmlns:p14="http://schemas.microsoft.com/office/powerpoint/2010/main" val="385917064"/>
      </p:ext>
    </p:extLst>
  </p:cSld>
</p:sld>
</file>

<file path=ppt/slides/slide3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11171C1-BB48-4FDA-8B2F-F1A9A276A2B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29CAE36E-57D6-480D-90B9-B6ACD3F9356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2A9391E2-2A40-48FD-8662-ECD7DBA0AFF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저항을 660Ω으로 바꿉니다.</a:t>
            </a:r>
          </a:p>
        </p:txBody>
      </p:sp>
      <p:sp>
        <p:nvSpPr>
          <p:cNvPr id="4" name="">
            <a:extLst xmlns:a="http://schemas.openxmlformats.org/drawingml/2006/main">
              <a:ext uri="{FF2B5EF4-FFF2-40B4-BE49-F238E27FC236}">
                <a16:creationId xmlns:a16="http://schemas.microsoft.com/office/drawing/2014/main" id="{955022F4-8869-4F16-8237-3E69E136A32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계산 전류는 약 1.97mA입니다.</a:t>
            </a:r>
          </a:p>
        </p:txBody>
      </p:sp>
      <p:sp>
        <p:nvSpPr>
          <p:cNvPr id="5" name="">
            <a:extLst xmlns:a="http://schemas.openxmlformats.org/drawingml/2006/main">
              <a:ext uri="{FF2B5EF4-FFF2-40B4-BE49-F238E27FC236}">
                <a16:creationId xmlns:a16="http://schemas.microsoft.com/office/drawing/2014/main" id="{9D3562F9-00EB-4553-BB87-036A2C12EC6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71620DE-823E-4016-B949-9DC97EAE3A6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74ABAA9C-DF58-46FD-8F23-2B4E53DBCE9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035</a:t>
            </a:r>
          </a:p>
        </p:txBody>
      </p:sp>
    </p:spTree>
    <p:extLst>
      <p:ext uri="{BB962C8B-B14F-4D97-AF65-F5344CB8AC3E}">
        <p14:creationId xmlns:p14="http://schemas.microsoft.com/office/powerpoint/2010/main" val="1100992722"/>
      </p:ext>
    </p:extLst>
  </p:cSld>
</p:sld>
</file>

<file path=ppt/slides/slide3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6164EA-F761-4A0E-B2DB-FEF7ABC6AA8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DB6D26EE-3319-46CF-8EF8-DA10C72E979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493CAC4C-A5E8-4E2A-BF0C-467CE81F2AC9}"/>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4B8A74F-CDB0-4513-A255-4F420C5B4EF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저항 없이 LED를 바로 연결하지 않습니다.</a:t>
            </a:r>
          </a:p>
        </p:txBody>
      </p:sp>
      <p:sp>
        <p:nvSpPr>
          <p:cNvPr id="5" name="">
            <a:extLst xmlns:a="http://schemas.openxmlformats.org/drawingml/2006/main">
              <a:ext uri="{FF2B5EF4-FFF2-40B4-BE49-F238E27FC236}">
                <a16:creationId xmlns:a16="http://schemas.microsoft.com/office/drawing/2014/main" id="{7AA88763-A31F-4443-818E-B731DEE5324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2A4F600-7CE7-456E-9CED-98432069CDB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07DE7A1-A18C-48C2-9E89-68B21136495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모델·극성·정격이 미확정이면 배선은 보류합니다.</a:t>
            </a:r>
          </a:p>
        </p:txBody>
      </p:sp>
      <p:sp>
        <p:nvSpPr>
          <p:cNvPr id="8" name="">
            <a:extLst xmlns:a="http://schemas.openxmlformats.org/drawingml/2006/main">
              <a:ext uri="{FF2B5EF4-FFF2-40B4-BE49-F238E27FC236}">
                <a16:creationId xmlns:a16="http://schemas.microsoft.com/office/drawing/2014/main" id="{0EC3EB9F-4B21-4115-B226-448010F038E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5176F84-4F48-4711-8B07-765945B3FBD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199AD9A3-4839-4004-B98C-2119A95841C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036</a:t>
            </a:r>
          </a:p>
        </p:txBody>
      </p:sp>
    </p:spTree>
    <p:extLst>
      <p:ext uri="{BB962C8B-B14F-4D97-AF65-F5344CB8AC3E}">
        <p14:creationId xmlns:p14="http://schemas.microsoft.com/office/powerpoint/2010/main" val="864166601"/>
      </p:ext>
    </p:extLst>
  </p:cSld>
</p:sld>
</file>

<file path=ppt/slides/slide3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5C24B64-3B90-4F5B-804F-3B7D8E1D55D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38DAB2FC-C158-49C4-BF16-E330A962041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B6C78ECA-A424-4FEF-88D3-21DAEACFFE2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LED의 2.0V는 무엇을 뜻하나요?</a:t>
            </a:r>
          </a:p>
        </p:txBody>
      </p:sp>
      <p:sp>
        <p:nvSpPr>
          <p:cNvPr id="4" name="">
            <a:extLst xmlns:a="http://schemas.openxmlformats.org/drawingml/2006/main">
              <a:ext uri="{FF2B5EF4-FFF2-40B4-BE49-F238E27FC236}">
                <a16:creationId xmlns:a16="http://schemas.microsoft.com/office/drawing/2014/main" id="{FA0B515C-CFD1-4923-8721-15B62A45350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가정 계산이 연결 승인은 아닌 이유를 설명합니다.</a:t>
            </a:r>
          </a:p>
        </p:txBody>
      </p:sp>
      <p:sp>
        <p:nvSpPr>
          <p:cNvPr id="5" name="">
            <a:extLst xmlns:a="http://schemas.openxmlformats.org/drawingml/2006/main">
              <a:ext uri="{FF2B5EF4-FFF2-40B4-BE49-F238E27FC236}">
                <a16:creationId xmlns:a16="http://schemas.microsoft.com/office/drawing/2014/main" id="{C968B765-139F-4C4B-8176-D366916DCA8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56E2209-1940-446D-8DDA-B850F8B4A98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E32BEF2B-9873-4462-9935-4D558A755C5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037</a:t>
            </a:r>
          </a:p>
        </p:txBody>
      </p:sp>
    </p:spTree>
    <p:extLst>
      <p:ext uri="{BB962C8B-B14F-4D97-AF65-F5344CB8AC3E}">
        <p14:creationId xmlns:p14="http://schemas.microsoft.com/office/powerpoint/2010/main" val="1367384646"/>
      </p:ext>
    </p:extLst>
  </p:cSld>
</p:sld>
</file>

<file path=ppt/slides/slide3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E75567F-427C-4E52-BA71-8BE6F7F5082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48FFB7B7-C08B-4FBB-9481-FA75BB2CC8E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561CC9CA-1293-4CBF-B297-CA73B808300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추가·도전: 목표 전류 5mA 가정</a:t>
            </a:r>
          </a:p>
        </p:txBody>
      </p:sp>
      <p:sp>
        <p:nvSpPr>
          <p:cNvPr id="4" name="">
            <a:extLst xmlns:a="http://schemas.openxmlformats.org/drawingml/2006/main">
              <a:ext uri="{FF2B5EF4-FFF2-40B4-BE49-F238E27FC236}">
                <a16:creationId xmlns:a16="http://schemas.microsoft.com/office/drawing/2014/main" id="{57B46351-BF0A-4988-A7FD-BF248ABBA18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이상적 저항 260Ω과 실제 선택을 구분하세요.</a:t>
            </a:r>
          </a:p>
        </p:txBody>
      </p:sp>
      <p:sp>
        <p:nvSpPr>
          <p:cNvPr id="5" name="">
            <a:extLst xmlns:a="http://schemas.openxmlformats.org/drawingml/2006/main">
              <a:ext uri="{FF2B5EF4-FFF2-40B4-BE49-F238E27FC236}">
                <a16:creationId xmlns:a16="http://schemas.microsoft.com/office/drawing/2014/main" id="{08DB756D-ABF9-4CE1-946B-B459442142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70C4AA7-B1E8-4FDF-AD63-50790D2E178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33921815-432A-42B2-9DC9-4138034AB8E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038</a:t>
            </a:r>
          </a:p>
        </p:txBody>
      </p:sp>
    </p:spTree>
    <p:extLst>
      <p:ext uri="{BB962C8B-B14F-4D97-AF65-F5344CB8AC3E}">
        <p14:creationId xmlns:p14="http://schemas.microsoft.com/office/powerpoint/2010/main" val="1147548492"/>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D7575A-CB36-444F-8E70-6081C9F217C4}"/>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95018F-4391-42B7-9490-8D06E05A1D98}"/>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413C5166-EF9F-462F-9447-F8E4ACF1D95E}"/>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258AFDC7-E632-46AF-BD49-F5178AE46B76}"/>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신호에서 숫자와 기록으로</a:t>
            </a:r>
          </a:p>
        </p:txBody>
      </p:sp>
      <p:sp>
        <p:nvSpPr>
          <p:cNvPr id="5" name="">
            <a:extLst xmlns:a="http://schemas.openxmlformats.org/drawingml/2006/main">
              <a:ext uri="{FF2B5EF4-FFF2-40B4-BE49-F238E27FC236}">
                <a16:creationId xmlns:a16="http://schemas.microsoft.com/office/drawing/2014/main" id="{F028D4DB-D253-4785-B0DC-8E7E5B4B1710}"/>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C153768-9428-42F1-90C9-C6DD271ADE05}"/>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13:00~13:50 · 50분</a:t>
            </a:r>
          </a:p>
        </p:txBody>
      </p:sp>
      <p:sp>
        <p:nvSpPr>
          <p:cNvPr id="7" name="">
            <a:extLst xmlns:a="http://schemas.openxmlformats.org/drawingml/2006/main">
              <a:ext uri="{FF2B5EF4-FFF2-40B4-BE49-F238E27FC236}">
                <a16:creationId xmlns:a16="http://schemas.microsoft.com/office/drawing/2014/main" id="{07069EE6-B572-4939-8D23-10C859501C4D}"/>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A07 · A08 · A09</a:t>
            </a:r>
          </a:p>
        </p:txBody>
      </p:sp>
      <p:sp>
        <p:nvSpPr>
          <p:cNvPr id="8" name="">
            <a:extLst xmlns:a="http://schemas.openxmlformats.org/drawingml/2006/main">
              <a:ext uri="{FF2B5EF4-FFF2-40B4-BE49-F238E27FC236}">
                <a16:creationId xmlns:a16="http://schemas.microsoft.com/office/drawing/2014/main" id="{681D1A45-516C-4574-8B5E-253360EC47F8}"/>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EE465778-4100-4742-8704-3192D1F2B025}"/>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2026.10.23</a:t>
            </a:r>
          </a:p>
        </p:txBody>
      </p:sp>
      <p:sp>
        <p:nvSpPr>
          <p:cNvPr id="10" name="">
            <a:extLst xmlns:a="http://schemas.openxmlformats.org/drawingml/2006/main">
              <a:ext uri="{FF2B5EF4-FFF2-40B4-BE49-F238E27FC236}">
                <a16:creationId xmlns:a16="http://schemas.microsoft.com/office/drawing/2014/main" id="{365DD93D-2E57-408D-A3B1-78BC4E2D7471}"/>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626797665"/>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6100E5A-6F9B-475D-9D6F-0952F5A3543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C3209AF1-D86D-4CB6-97C9-58C8B27D65D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아날로그 신호와 ADC</a:t>
            </a:r>
          </a:p>
        </p:txBody>
      </p:sp>
      <p:sp>
        <p:nvSpPr>
          <p:cNvPr id="3" name="">
            <a:extLst xmlns:a="http://schemas.openxmlformats.org/drawingml/2006/main">
              <a:ext uri="{FF2B5EF4-FFF2-40B4-BE49-F238E27FC236}">
                <a16:creationId xmlns:a16="http://schemas.microsoft.com/office/drawing/2014/main" id="{1985492B-446B-48F5-96DD-23AB1D78FFBC}"/>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전압이 연속적으로 바뀔 수 있습니다.</a:t>
            </a:r>
          </a:p>
        </p:txBody>
      </p:sp>
      <p:sp>
        <p:nvSpPr>
          <p:cNvPr id="4" name="">
            <a:extLst xmlns:a="http://schemas.openxmlformats.org/drawingml/2006/main">
              <a:ext uri="{FF2B5EF4-FFF2-40B4-BE49-F238E27FC236}">
                <a16:creationId xmlns:a16="http://schemas.microsoft.com/office/drawing/2014/main" id="{29A0EE41-C6CC-4310-9979-243003B3CDCA}"/>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ADC가 제한된 숫자 단계로 바꿉니다.</a:t>
            </a:r>
          </a:p>
        </p:txBody>
      </p:sp>
      <p:sp>
        <p:nvSpPr>
          <p:cNvPr id="5" name="">
            <a:extLst xmlns:a="http://schemas.openxmlformats.org/drawingml/2006/main">
              <a:ext uri="{FF2B5EF4-FFF2-40B4-BE49-F238E27FC236}">
                <a16:creationId xmlns:a16="http://schemas.microsoft.com/office/drawing/2014/main" id="{6456074D-B739-4B80-BD03-BF4E714AC1C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43FF046-C975-4426-B304-4D2009DA9E9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70416C1C-5864-4DB4-8167-E5008FB9E7B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1783959830"/>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1B4E487-8587-47D0-8602-C8DDFE6352F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A9426708-2365-4267-9C51-C01621FD1B0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ADC 코드와 온도 단위</a:t>
            </a:r>
          </a:p>
        </p:txBody>
      </p:sp>
      <p:sp>
        <p:nvSpPr>
          <p:cNvPr id="3" name="">
            <a:extLst xmlns:a="http://schemas.openxmlformats.org/drawingml/2006/main">
              <a:ext uri="{FF2B5EF4-FFF2-40B4-BE49-F238E27FC236}">
                <a16:creationId xmlns:a16="http://schemas.microsoft.com/office/drawing/2014/main" id="{CDEB6A7A-BE87-43C1-9A5F-BD3138D542BC}"/>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ADC 코드와 온도 단위</a:t>
            </a:r>
          </a:p>
        </p:txBody>
      </p:sp>
      <p:sp>
        <p:nvSpPr>
          <p:cNvPr id="4" name="">
            <a:extLst xmlns:a="http://schemas.openxmlformats.org/drawingml/2006/main">
              <a:ext uri="{FF2B5EF4-FFF2-40B4-BE49-F238E27FC236}">
                <a16:creationId xmlns:a16="http://schemas.microsoft.com/office/drawing/2014/main" id="{63B3B49C-A16B-432D-B1A4-93A35210A9F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0C48C0-CC68-4986-B69B-A098EA799CC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전압 환산과 센서 변환식이 필요합니다.</a:t>
            </a:r>
          </a:p>
        </p:txBody>
      </p:sp>
      <p:sp>
        <p:nvSpPr>
          <p:cNvPr id="6" name="">
            <a:extLst xmlns:a="http://schemas.openxmlformats.org/drawingml/2006/main">
              <a:ext uri="{FF2B5EF4-FFF2-40B4-BE49-F238E27FC236}">
                <a16:creationId xmlns:a16="http://schemas.microsoft.com/office/drawing/2014/main" id="{C95C3CFE-2138-46E8-B0D3-AF5594436589}"/>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단위를 확인하고 기록합니다.</a:t>
            </a:r>
          </a:p>
        </p:txBody>
      </p:sp>
      <p:sp>
        <p:nvSpPr>
          <p:cNvPr id="7" name="">
            <a:extLst xmlns:a="http://schemas.openxmlformats.org/drawingml/2006/main">
              <a:ext uri="{FF2B5EF4-FFF2-40B4-BE49-F238E27FC236}">
                <a16:creationId xmlns:a16="http://schemas.microsoft.com/office/drawing/2014/main" id="{80598F65-316B-4F6F-8FD2-B3C90DA8DA8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72A23E4-6752-4629-AD75-6EB4FB3B959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D41B600C-A1AA-47E1-8BD2-997392CC8E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253832064"/>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6D9102A-D90A-44CA-8FD8-8664921E65B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3CC95273-0228-40C2-9E5B-D07762AE107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이상적 ADC 환산 모델</a:t>
            </a:r>
          </a:p>
        </p:txBody>
      </p:sp>
      <p:sp>
        <p:nvSpPr>
          <p:cNvPr id="3" name="">
            <a:extLst xmlns:a="http://schemas.openxmlformats.org/drawingml/2006/main">
              <a:ext uri="{FF2B5EF4-FFF2-40B4-BE49-F238E27FC236}">
                <a16:creationId xmlns:a16="http://schemas.microsoft.com/office/drawing/2014/main" id="{5AF1F3BA-4EAC-4686-ABFC-490C0F92D1D5}"/>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가정: 0~3.3V ↔ 코드 0~4095</a:t>
            </a:r>
          </a:p>
        </p:txBody>
      </p:sp>
      <p:sp>
        <p:nvSpPr>
          <p:cNvPr id="4" name="">
            <a:extLst xmlns:a="http://schemas.openxmlformats.org/drawingml/2006/main">
              <a:ext uri="{FF2B5EF4-FFF2-40B4-BE49-F238E27FC236}">
                <a16:creationId xmlns:a16="http://schemas.microsoft.com/office/drawing/2014/main" id="{3798DEC4-C24A-4377-99BE-5E08D505A960}"/>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2048÷4095×3.3 ≈ </a:t>
            </a:r>
            <a:r>
              <a:rPr b="1">
                <a:solidFill>
                  <a:srgbClr val="002FA7"/>
                </a:solidFill>
              </a:rPr>
              <a:t>1.6504V</a:t>
            </a:r>
          </a:p>
        </p:txBody>
      </p:sp>
      <p:sp>
        <p:nvSpPr>
          <p:cNvPr id="5" name="">
            <a:extLst xmlns:a="http://schemas.openxmlformats.org/drawingml/2006/main">
              <a:ext uri="{FF2B5EF4-FFF2-40B4-BE49-F238E27FC236}">
                <a16:creationId xmlns:a16="http://schemas.microsoft.com/office/drawing/2014/main" id="{7A3E7202-1D21-421C-9AC0-B1BB46670E4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BC25D7B-9BA7-46D6-B41B-B99B66A82B8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17713D7F-F011-492B-A1A8-DBD43188327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1106815304"/>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7566B8D-A954-4D22-8CFB-049C60FFF96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19756D81-F585-41DD-A079-BB058A2C15E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실물 ADC의 교정 조건</a:t>
            </a:r>
          </a:p>
        </p:txBody>
      </p:sp>
      <p:sp>
        <p:nvSpPr>
          <p:cNvPr id="3" name="">
            <a:extLst xmlns:a="http://schemas.openxmlformats.org/drawingml/2006/main">
              <a:ext uri="{FF2B5EF4-FFF2-40B4-BE49-F238E27FC236}">
                <a16:creationId xmlns:a16="http://schemas.microsoft.com/office/drawing/2014/main" id="{9A0417E8-0540-4753-AA31-9E5D0B3B13E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분해능 설정</a:t>
            </a:r>
          </a:p>
        </p:txBody>
      </p:sp>
      <p:sp>
        <p:nvSpPr>
          <p:cNvPr id="4" name="">
            <a:extLst xmlns:a="http://schemas.openxmlformats.org/drawingml/2006/main">
              <a:ext uri="{FF2B5EF4-FFF2-40B4-BE49-F238E27FC236}">
                <a16:creationId xmlns:a16="http://schemas.microsoft.com/office/drawing/2014/main" id="{DA5C13F3-5045-42F1-A04D-69AA92E5B0D8}"/>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52FCC1-7244-458C-B333-130C7094FCA2}"/>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분해능 설정</a:t>
            </a:r>
            <a:r>
              <a:t> · 감쇠 · 오차 · 교정</a:t>
            </a:r>
          </a:p>
        </p:txBody>
      </p:sp>
      <p:sp>
        <p:nvSpPr>
          <p:cNvPr id="6" name="">
            <a:extLst xmlns:a="http://schemas.openxmlformats.org/drawingml/2006/main">
              <a:ext uri="{FF2B5EF4-FFF2-40B4-BE49-F238E27FC236}">
                <a16:creationId xmlns:a16="http://schemas.microsoft.com/office/drawing/2014/main" id="{DC831B8E-0B99-4A9B-8F53-76C5EE7892A2}"/>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이상적 계산을 실물 교정값으로 쓰지 않습니다.</a:t>
            </a:r>
          </a:p>
        </p:txBody>
      </p:sp>
      <p:sp>
        <p:nvSpPr>
          <p:cNvPr id="7" name="">
            <a:extLst xmlns:a="http://schemas.openxmlformats.org/drawingml/2006/main">
              <a:ext uri="{FF2B5EF4-FFF2-40B4-BE49-F238E27FC236}">
                <a16:creationId xmlns:a16="http://schemas.microsoft.com/office/drawing/2014/main" id="{3DCB2E2F-76A7-483F-8A07-D0B044402EB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07513B2-2F5E-452A-998D-FB08639C49D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04D09E69-484C-403D-981C-30E4C573C2D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1004334569"/>
      </p:ext>
    </p:extLst>
  </p:cSld>
</p:sld>
</file>

<file path=ppt/slides/slide4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CC110A0-C711-48A3-930B-AFCAE17B58D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6E4E7709-E494-42FF-A851-E5F7BB5416B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센서 기록의 JSON 구조</a:t>
            </a:r>
          </a:p>
        </p:txBody>
      </p:sp>
      <p:sp>
        <p:nvSpPr>
          <p:cNvPr id="3" name="">
            <a:extLst xmlns:a="http://schemas.openxmlformats.org/drawingml/2006/main">
              <a:ext uri="{FF2B5EF4-FFF2-40B4-BE49-F238E27FC236}">
                <a16:creationId xmlns:a16="http://schemas.microsoft.com/office/drawing/2014/main" id="{32B866C8-0FCE-4125-A749-97FF45969CA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sensor_id</a:t>
            </a:r>
          </a:p>
        </p:txBody>
      </p:sp>
      <p:sp>
        <p:nvSpPr>
          <p:cNvPr id="4" name="">
            <a:extLst xmlns:a="http://schemas.openxmlformats.org/drawingml/2006/main">
              <a:ext uri="{FF2B5EF4-FFF2-40B4-BE49-F238E27FC236}">
                <a16:creationId xmlns:a16="http://schemas.microsoft.com/office/drawing/2014/main" id="{EB041D4F-D016-4A79-BEBC-E0CDA837A8E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5D2A8B-2B85-448E-A07F-154914E7DF88}"/>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sensor_id</a:t>
            </a:r>
            <a:r>
              <a:t> · seq · temperature_c</a:t>
            </a:r>
          </a:p>
        </p:txBody>
      </p:sp>
      <p:sp>
        <p:nvSpPr>
          <p:cNvPr id="6" name="">
            <a:extLst xmlns:a="http://schemas.openxmlformats.org/drawingml/2006/main">
              <a:ext uri="{FF2B5EF4-FFF2-40B4-BE49-F238E27FC236}">
                <a16:creationId xmlns:a16="http://schemas.microsoft.com/office/drawing/2014/main" id="{60C48F1D-4EB3-4260-8DDE-4C7D3424A9D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온도 단위는 ℃로 약속합니다.</a:t>
            </a:r>
          </a:p>
        </p:txBody>
      </p:sp>
      <p:sp>
        <p:nvSpPr>
          <p:cNvPr id="7" name="">
            <a:extLst xmlns:a="http://schemas.openxmlformats.org/drawingml/2006/main">
              <a:ext uri="{FF2B5EF4-FFF2-40B4-BE49-F238E27FC236}">
                <a16:creationId xmlns:a16="http://schemas.microsoft.com/office/drawing/2014/main" id="{FDFE4889-A209-4624-B2BA-05EDACC6F28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5269FAC-0C5F-4527-88E9-DC5F5789239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BE656CF8-8D96-4A23-A176-F706102F1BC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044</a:t>
            </a:r>
          </a:p>
        </p:txBody>
      </p:sp>
    </p:spTree>
    <p:extLst>
      <p:ext uri="{BB962C8B-B14F-4D97-AF65-F5344CB8AC3E}">
        <p14:creationId xmlns:p14="http://schemas.microsoft.com/office/powerpoint/2010/main" val="481567436"/>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8B973C-B936-4F6F-9A29-14532E119C9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F73FCD29-A7DC-4658-B67D-9F86A07E8BF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숫자·결측·문자열</a:t>
            </a:r>
          </a:p>
        </p:txBody>
      </p:sp>
      <p:sp>
        <p:nvSpPr>
          <p:cNvPr id="3" name="">
            <a:extLst xmlns:a="http://schemas.openxmlformats.org/drawingml/2006/main">
              <a:ext uri="{FF2B5EF4-FFF2-40B4-BE49-F238E27FC236}">
                <a16:creationId xmlns:a16="http://schemas.microsoft.com/office/drawing/2014/main" id="{42994BCF-BEFC-4B97-BCD5-A37288965F27}"/>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0:</a:t>
            </a:r>
          </a:p>
        </p:txBody>
      </p:sp>
      <p:sp>
        <p:nvSpPr>
          <p:cNvPr id="4" name="">
            <a:extLst xmlns:a="http://schemas.openxmlformats.org/drawingml/2006/main">
              <a:ext uri="{FF2B5EF4-FFF2-40B4-BE49-F238E27FC236}">
                <a16:creationId xmlns:a16="http://schemas.microsoft.com/office/drawing/2014/main" id="{61FEC62A-94DD-4A5A-A30D-2529E7391263}"/>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숫자 온도</a:t>
            </a:r>
            <a:r>
              <a:t> · null: 미측정</a:t>
            </a:r>
          </a:p>
        </p:txBody>
      </p:sp>
      <p:sp>
        <p:nvSpPr>
          <p:cNvPr id="5" name="">
            <a:extLst xmlns:a="http://schemas.openxmlformats.org/drawingml/2006/main">
              <a:ext uri="{FF2B5EF4-FFF2-40B4-BE49-F238E27FC236}">
                <a16:creationId xmlns:a16="http://schemas.microsoft.com/office/drawing/2014/main" id="{91FE9D1E-1885-4C97-9DF5-DA0EE8165321}"/>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EAB20E0-2926-4908-8E97-FD6936570F92}"/>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"0":</a:t>
            </a:r>
          </a:p>
        </p:txBody>
      </p:sp>
      <p:sp>
        <p:nvSpPr>
          <p:cNvPr id="7" name="">
            <a:extLst xmlns:a="http://schemas.openxmlformats.org/drawingml/2006/main">
              <a:ext uri="{FF2B5EF4-FFF2-40B4-BE49-F238E27FC236}">
                <a16:creationId xmlns:a16="http://schemas.microsoft.com/office/drawing/2014/main" id="{5A3C7B62-BE3F-4D8A-9AD7-D31A3E0984DA}"/>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문자열이라 현재 계약에서 invalid</a:t>
            </a:r>
          </a:p>
        </p:txBody>
      </p:sp>
      <p:sp>
        <p:nvSpPr>
          <p:cNvPr id="8" name="">
            <a:extLst xmlns:a="http://schemas.openxmlformats.org/drawingml/2006/main">
              <a:ext uri="{FF2B5EF4-FFF2-40B4-BE49-F238E27FC236}">
                <a16:creationId xmlns:a16="http://schemas.microsoft.com/office/drawing/2014/main" id="{136177F5-853C-4D51-A138-F1F8CE231B7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E91EF85-3FB8-43E4-9357-E6BBF125A3E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A1012517-5A17-4532-A565-C3E7D91D238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1512640249"/>
      </p:ext>
    </p:extLst>
  </p:cSld>
</p:sld>
</file>

<file path=ppt/slides/slide4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B228F40-54E4-4CD6-98BD-24B5614FBEC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91776C9-F021-4C93-B25C-EDBC4990016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온도 판단 코드 예제</a:t>
            </a:r>
          </a:p>
        </p:txBody>
      </p:sp>
      <p:sp>
        <p:nvSpPr>
          <p:cNvPr id="3" name="">
            <a:extLst xmlns:a="http://schemas.openxmlformats.org/drawingml/2006/main">
              <a:ext uri="{FF2B5EF4-FFF2-40B4-BE49-F238E27FC236}">
                <a16:creationId xmlns:a16="http://schemas.microsoft.com/office/drawing/2014/main" id="{594D39DA-E9DE-471B-A16F-3B80F5626C83}"/>
              </a:ext>
            </a:extLst>
          </p:cNvPr>
          <p:cNvSpPr>
            <a:spLocks xmlns:a="http://schemas.openxmlformats.org/drawingml/2006/main" noGrp="1"/>
          </p:cNvSpPr>
          <p:nvPr/>
        </p:nvSpPr>
        <p:spPr>
          <a:xfrm xmlns:a="http://schemas.openxmlformats.org/drawingml/2006/main">
            <a:off x="609600" y="2714625"/>
            <a:ext cx="10972800" cy="3276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092FF0A-E577-4A1E-9F92-62BD92276CA1}"/>
              </a:ext>
            </a:extLst>
          </p:cNvPr>
          <p:cNvSpPr>
            <a:spLocks xmlns:a="http://schemas.openxmlformats.org/drawingml/2006/main" noGrp="1"/>
          </p:cNvSpPr>
          <p:nvPr/>
        </p:nvSpPr>
        <p:spPr>
          <a:xfrm xmlns:a="http://schemas.openxmlformats.org/drawingml/2006/main">
            <a:off x="790575" y="29051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3889E399-0CCA-4D99-999A-CE8B8380B3DB}"/>
              </a:ext>
            </a:extLst>
          </p:cNvPr>
          <p:cNvSpPr>
            <a:spLocks xmlns:a="http://schemas.openxmlformats.org/drawingml/2006/main" noGrp="1"/>
          </p:cNvSpPr>
          <p:nvPr/>
        </p:nvSpPr>
        <p:spPr>
          <a:xfrm xmlns:a="http://schemas.openxmlformats.org/drawingml/2006/main">
            <a:off x="1390650" y="28670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value = 28.0</a:t>
            </a:r>
          </a:p>
        </p:txBody>
      </p:sp>
      <p:sp>
        <p:nvSpPr>
          <p:cNvPr id="6" name="">
            <a:extLst xmlns:a="http://schemas.openxmlformats.org/drawingml/2006/main">
              <a:ext uri="{FF2B5EF4-FFF2-40B4-BE49-F238E27FC236}">
                <a16:creationId xmlns:a16="http://schemas.microsoft.com/office/drawing/2014/main" id="{06A383B0-0F39-44D8-938E-53E02293825B}"/>
              </a:ext>
            </a:extLst>
          </p:cNvPr>
          <p:cNvSpPr>
            <a:spLocks xmlns:a="http://schemas.openxmlformats.org/drawingml/2006/main" noGrp="1"/>
          </p:cNvSpPr>
          <p:nvPr/>
        </p:nvSpPr>
        <p:spPr>
          <a:xfrm xmlns:a="http://schemas.openxmlformats.org/drawingml/2006/main">
            <a:off x="790575" y="32004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6907423E-CB7A-474B-B202-C54131DD9A4B}"/>
              </a:ext>
            </a:extLst>
          </p:cNvPr>
          <p:cNvSpPr>
            <a:spLocks xmlns:a="http://schemas.openxmlformats.org/drawingml/2006/main" noGrp="1"/>
          </p:cNvSpPr>
          <p:nvPr/>
        </p:nvSpPr>
        <p:spPr>
          <a:xfrm xmlns:a="http://schemas.openxmlformats.org/drawingml/2006/main">
            <a:off x="1390650" y="31623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if</a:t>
            </a:r>
            <a:r>
              <a:rPr>
                <a:solidFill>
                  <a:srgbClr val="FFFFFF"/>
                </a:solidFill>
              </a:rPr>
              <a:t> value is </a:t>
            </a:r>
            <a:r>
              <a:rPr b="1">
                <a:solidFill>
                  <a:srgbClr val="FFFFFF"/>
                </a:solidFill>
              </a:rPr>
              <a:t>None</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004721CC-FF6C-48EB-BD2D-336A16FB8D05}"/>
              </a:ext>
            </a:extLst>
          </p:cNvPr>
          <p:cNvSpPr>
            <a:spLocks xmlns:a="http://schemas.openxmlformats.org/drawingml/2006/main" noGrp="1"/>
          </p:cNvSpPr>
          <p:nvPr/>
        </p:nvSpPr>
        <p:spPr>
          <a:xfrm xmlns:a="http://schemas.openxmlformats.org/drawingml/2006/main">
            <a:off x="790575" y="34956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069E3C0F-1F01-4A35-B300-60A222AD5EB0}"/>
              </a:ext>
            </a:extLst>
          </p:cNvPr>
          <p:cNvSpPr>
            <a:spLocks xmlns:a="http://schemas.openxmlformats.org/drawingml/2006/main" noGrp="1"/>
          </p:cNvSpPr>
          <p:nvPr/>
        </p:nvSpPr>
        <p:spPr>
          <a:xfrm xmlns:a="http://schemas.openxmlformats.org/drawingml/2006/main">
            <a:off x="1390650" y="34575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state = </a:t>
            </a:r>
            <a:r>
              <a:rPr>
                <a:solidFill>
                  <a:srgbClr val="BACBFA"/>
                </a:solidFill>
              </a:rPr>
              <a:t>"missing"</a:t>
            </a:r>
          </a:p>
        </p:txBody>
      </p:sp>
      <p:sp>
        <p:nvSpPr>
          <p:cNvPr id="10" name="">
            <a:extLst xmlns:a="http://schemas.openxmlformats.org/drawingml/2006/main">
              <a:ext uri="{FF2B5EF4-FFF2-40B4-BE49-F238E27FC236}">
                <a16:creationId xmlns:a16="http://schemas.microsoft.com/office/drawing/2014/main" id="{EE9F2D12-F67A-450C-B4E4-E15DD8001CE8}"/>
              </a:ext>
            </a:extLst>
          </p:cNvPr>
          <p:cNvSpPr>
            <a:spLocks xmlns:a="http://schemas.openxmlformats.org/drawingml/2006/main" noGrp="1"/>
          </p:cNvSpPr>
          <p:nvPr/>
        </p:nvSpPr>
        <p:spPr>
          <a:xfrm xmlns:a="http://schemas.openxmlformats.org/drawingml/2006/main">
            <a:off x="790575" y="37909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B6CA6E0B-3C84-4487-808A-65D0D4368222}"/>
              </a:ext>
            </a:extLst>
          </p:cNvPr>
          <p:cNvSpPr>
            <a:spLocks xmlns:a="http://schemas.openxmlformats.org/drawingml/2006/main" noGrp="1"/>
          </p:cNvSpPr>
          <p:nvPr/>
        </p:nvSpPr>
        <p:spPr>
          <a:xfrm xmlns:a="http://schemas.openxmlformats.org/drawingml/2006/main">
            <a:off x="1390650" y="37528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elif</a:t>
            </a:r>
            <a:r>
              <a:rPr>
                <a:solidFill>
                  <a:srgbClr val="FFFFFF"/>
                </a:solidFill>
              </a:rPr>
              <a:t> type(value) not </a:t>
            </a:r>
            <a:r>
              <a:rPr b="1">
                <a:solidFill>
                  <a:srgbClr val="FFFFFF"/>
                </a:solidFill>
              </a:rPr>
              <a:t>in</a:t>
            </a:r>
            <a:r>
              <a:rPr>
                <a:solidFill>
                  <a:srgbClr val="FFFFFF"/>
                </a:solidFill>
              </a:rPr>
              <a:t> (int, float):</a:t>
            </a:r>
          </a:p>
        </p:txBody>
      </p:sp>
      <p:sp>
        <p:nvSpPr>
          <p:cNvPr id="12" name="">
            <a:extLst xmlns:a="http://schemas.openxmlformats.org/drawingml/2006/main">
              <a:ext uri="{FF2B5EF4-FFF2-40B4-BE49-F238E27FC236}">
                <a16:creationId xmlns:a16="http://schemas.microsoft.com/office/drawing/2014/main" id="{D4D7C9DF-4E09-4E84-9C1D-299BB2604CA3}"/>
              </a:ext>
            </a:extLst>
          </p:cNvPr>
          <p:cNvSpPr>
            <a:spLocks xmlns:a="http://schemas.openxmlformats.org/drawingml/2006/main" noGrp="1"/>
          </p:cNvSpPr>
          <p:nvPr/>
        </p:nvSpPr>
        <p:spPr>
          <a:xfrm xmlns:a="http://schemas.openxmlformats.org/drawingml/2006/main">
            <a:off x="790575" y="40862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5E60A719-FCF4-426C-BD2E-244D654BD227}"/>
              </a:ext>
            </a:extLst>
          </p:cNvPr>
          <p:cNvSpPr>
            <a:spLocks xmlns:a="http://schemas.openxmlformats.org/drawingml/2006/main" noGrp="1"/>
          </p:cNvSpPr>
          <p:nvPr/>
        </p:nvSpPr>
        <p:spPr>
          <a:xfrm xmlns:a="http://schemas.openxmlformats.org/drawingml/2006/main">
            <a:off x="1390650" y="40481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state = </a:t>
            </a:r>
            <a:r>
              <a:rPr>
                <a:solidFill>
                  <a:srgbClr val="BACBFA"/>
                </a:solidFill>
              </a:rPr>
              <a:t>"invalid"</a:t>
            </a:r>
          </a:p>
        </p:txBody>
      </p:sp>
      <p:sp>
        <p:nvSpPr>
          <p:cNvPr id="14" name="">
            <a:extLst xmlns:a="http://schemas.openxmlformats.org/drawingml/2006/main">
              <a:ext uri="{FF2B5EF4-FFF2-40B4-BE49-F238E27FC236}">
                <a16:creationId xmlns:a16="http://schemas.microsoft.com/office/drawing/2014/main" id="{125FEBEE-532F-435A-88EA-8508BC2E684B}"/>
              </a:ext>
            </a:extLst>
          </p:cNvPr>
          <p:cNvSpPr>
            <a:spLocks xmlns:a="http://schemas.openxmlformats.org/drawingml/2006/main" noGrp="1"/>
          </p:cNvSpPr>
          <p:nvPr/>
        </p:nvSpPr>
        <p:spPr>
          <a:xfrm xmlns:a="http://schemas.openxmlformats.org/drawingml/2006/main">
            <a:off x="790575" y="43815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583D66B0-1E9D-4E4F-822F-DCB13CB4352A}"/>
              </a:ext>
            </a:extLst>
          </p:cNvPr>
          <p:cNvSpPr>
            <a:spLocks xmlns:a="http://schemas.openxmlformats.org/drawingml/2006/main" noGrp="1"/>
          </p:cNvSpPr>
          <p:nvPr/>
        </p:nvSpPr>
        <p:spPr>
          <a:xfrm xmlns:a="http://schemas.openxmlformats.org/drawingml/2006/main">
            <a:off x="1390650" y="43434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elif</a:t>
            </a:r>
            <a:r>
              <a:rPr>
                <a:solidFill>
                  <a:srgbClr val="FFFFFF"/>
                </a:solidFill>
              </a:rPr>
              <a:t> value &gt;= 28.0:</a:t>
            </a:r>
          </a:p>
        </p:txBody>
      </p:sp>
      <p:sp>
        <p:nvSpPr>
          <p:cNvPr id="16" name="">
            <a:extLst xmlns:a="http://schemas.openxmlformats.org/drawingml/2006/main">
              <a:ext uri="{FF2B5EF4-FFF2-40B4-BE49-F238E27FC236}">
                <a16:creationId xmlns:a16="http://schemas.microsoft.com/office/drawing/2014/main" id="{3B628ED3-A7D0-48EF-A21F-67AC3E7A876C}"/>
              </a:ext>
            </a:extLst>
          </p:cNvPr>
          <p:cNvSpPr>
            <a:spLocks xmlns:a="http://schemas.openxmlformats.org/drawingml/2006/main" noGrp="1"/>
          </p:cNvSpPr>
          <p:nvPr/>
        </p:nvSpPr>
        <p:spPr>
          <a:xfrm xmlns:a="http://schemas.openxmlformats.org/drawingml/2006/main">
            <a:off x="790575" y="46767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128A5BD8-B68C-420D-9359-924FC652EF9F}"/>
              </a:ext>
            </a:extLst>
          </p:cNvPr>
          <p:cNvSpPr>
            <a:spLocks xmlns:a="http://schemas.openxmlformats.org/drawingml/2006/main" noGrp="1"/>
          </p:cNvSpPr>
          <p:nvPr/>
        </p:nvSpPr>
        <p:spPr>
          <a:xfrm xmlns:a="http://schemas.openxmlformats.org/drawingml/2006/main">
            <a:off x="1390650" y="46386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state = </a:t>
            </a:r>
            <a:r>
              <a:rPr>
                <a:solidFill>
                  <a:srgbClr val="BACBFA"/>
                </a:solidFill>
              </a:rPr>
              <a:t>"alert"</a:t>
            </a:r>
          </a:p>
        </p:txBody>
      </p:sp>
      <p:sp>
        <p:nvSpPr>
          <p:cNvPr id="18" name="">
            <a:extLst xmlns:a="http://schemas.openxmlformats.org/drawingml/2006/main">
              <a:ext uri="{FF2B5EF4-FFF2-40B4-BE49-F238E27FC236}">
                <a16:creationId xmlns:a16="http://schemas.microsoft.com/office/drawing/2014/main" id="{D38AC2AC-00D8-410D-84EE-0682A1F30A8B}"/>
              </a:ext>
            </a:extLst>
          </p:cNvPr>
          <p:cNvSpPr>
            <a:spLocks xmlns:a="http://schemas.openxmlformats.org/drawingml/2006/main" noGrp="1"/>
          </p:cNvSpPr>
          <p:nvPr/>
        </p:nvSpPr>
        <p:spPr>
          <a:xfrm xmlns:a="http://schemas.openxmlformats.org/drawingml/2006/main">
            <a:off x="790575" y="49720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08</a:t>
            </a:r>
          </a:p>
        </p:txBody>
      </p:sp>
      <p:sp>
        <p:nvSpPr>
          <p:cNvPr id="19" name="">
            <a:extLst xmlns:a="http://schemas.openxmlformats.org/drawingml/2006/main">
              <a:ext uri="{FF2B5EF4-FFF2-40B4-BE49-F238E27FC236}">
                <a16:creationId xmlns:a16="http://schemas.microsoft.com/office/drawing/2014/main" id="{804A14EE-56CE-4DCF-B2E0-118E2CDB0568}"/>
              </a:ext>
            </a:extLst>
          </p:cNvPr>
          <p:cNvSpPr>
            <a:spLocks xmlns:a="http://schemas.openxmlformats.org/drawingml/2006/main" noGrp="1"/>
          </p:cNvSpPr>
          <p:nvPr/>
        </p:nvSpPr>
        <p:spPr>
          <a:xfrm xmlns:a="http://schemas.openxmlformats.org/drawingml/2006/main">
            <a:off x="1390650" y="49339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else</a:t>
            </a:r>
            <a:r>
              <a:rPr>
                <a:solidFill>
                  <a:srgbClr val="FFFFFF"/>
                </a:solidFill>
              </a:rPr>
              <a:t>:</a:t>
            </a:r>
          </a:p>
        </p:txBody>
      </p:sp>
      <p:sp>
        <p:nvSpPr>
          <p:cNvPr id="20" name="">
            <a:extLst xmlns:a="http://schemas.openxmlformats.org/drawingml/2006/main">
              <a:ext uri="{FF2B5EF4-FFF2-40B4-BE49-F238E27FC236}">
                <a16:creationId xmlns:a16="http://schemas.microsoft.com/office/drawing/2014/main" id="{14FE0FEF-9AEE-44FA-B1FF-6149EDF85594}"/>
              </a:ext>
            </a:extLst>
          </p:cNvPr>
          <p:cNvSpPr>
            <a:spLocks xmlns:a="http://schemas.openxmlformats.org/drawingml/2006/main" noGrp="1"/>
          </p:cNvSpPr>
          <p:nvPr/>
        </p:nvSpPr>
        <p:spPr>
          <a:xfrm xmlns:a="http://schemas.openxmlformats.org/drawingml/2006/main">
            <a:off x="790575" y="52673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09</a:t>
            </a:r>
          </a:p>
        </p:txBody>
      </p:sp>
      <p:sp>
        <p:nvSpPr>
          <p:cNvPr id="21" name="">
            <a:extLst xmlns:a="http://schemas.openxmlformats.org/drawingml/2006/main">
              <a:ext uri="{FF2B5EF4-FFF2-40B4-BE49-F238E27FC236}">
                <a16:creationId xmlns:a16="http://schemas.microsoft.com/office/drawing/2014/main" id="{6C273DA0-403F-4FA2-AD91-E486F2D615DD}"/>
              </a:ext>
            </a:extLst>
          </p:cNvPr>
          <p:cNvSpPr>
            <a:spLocks xmlns:a="http://schemas.openxmlformats.org/drawingml/2006/main" noGrp="1"/>
          </p:cNvSpPr>
          <p:nvPr/>
        </p:nvSpPr>
        <p:spPr>
          <a:xfrm xmlns:a="http://schemas.openxmlformats.org/drawingml/2006/main">
            <a:off x="1390650" y="52292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state = </a:t>
            </a:r>
            <a:r>
              <a:rPr>
                <a:solidFill>
                  <a:srgbClr val="BACBFA"/>
                </a:solidFill>
              </a:rPr>
              <a:t>"normal"</a:t>
            </a:r>
          </a:p>
        </p:txBody>
      </p:sp>
      <p:sp>
        <p:nvSpPr>
          <p:cNvPr id="22" name="">
            <a:extLst xmlns:a="http://schemas.openxmlformats.org/drawingml/2006/main">
              <a:ext uri="{FF2B5EF4-FFF2-40B4-BE49-F238E27FC236}">
                <a16:creationId xmlns:a16="http://schemas.microsoft.com/office/drawing/2014/main" id="{353BCB1C-7D2C-4D3A-928F-6F8F2AE340DB}"/>
              </a:ext>
            </a:extLst>
          </p:cNvPr>
          <p:cNvSpPr>
            <a:spLocks xmlns:a="http://schemas.openxmlformats.org/drawingml/2006/main" noGrp="1"/>
          </p:cNvSpPr>
          <p:nvPr/>
        </p:nvSpPr>
        <p:spPr>
          <a:xfrm xmlns:a="http://schemas.openxmlformats.org/drawingml/2006/main">
            <a:off x="790575" y="55626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10</a:t>
            </a:r>
          </a:p>
        </p:txBody>
      </p:sp>
      <p:sp>
        <p:nvSpPr>
          <p:cNvPr id="23" name="">
            <a:extLst xmlns:a="http://schemas.openxmlformats.org/drawingml/2006/main">
              <a:ext uri="{FF2B5EF4-FFF2-40B4-BE49-F238E27FC236}">
                <a16:creationId xmlns:a16="http://schemas.microsoft.com/office/drawing/2014/main" id="{F0F371DE-19D4-49F0-A82A-2170F7F2982D}"/>
              </a:ext>
            </a:extLst>
          </p:cNvPr>
          <p:cNvSpPr>
            <a:spLocks xmlns:a="http://schemas.openxmlformats.org/drawingml/2006/main" noGrp="1"/>
          </p:cNvSpPr>
          <p:nvPr/>
        </p:nvSpPr>
        <p:spPr>
          <a:xfrm xmlns:a="http://schemas.openxmlformats.org/drawingml/2006/main">
            <a:off x="1390650" y="55245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print(state)</a:t>
            </a:r>
          </a:p>
        </p:txBody>
      </p:sp>
      <p:sp>
        <p:nvSpPr>
          <p:cNvPr id="24" name="">
            <a:extLst xmlns:a="http://schemas.openxmlformats.org/drawingml/2006/main">
              <a:ext uri="{FF2B5EF4-FFF2-40B4-BE49-F238E27FC236}">
                <a16:creationId xmlns:a16="http://schemas.microsoft.com/office/drawing/2014/main" id="{30D76249-A52A-410E-AA21-C956B6336CE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33522558-1B54-4F97-A32D-0202B3AA674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26" name="">
            <a:extLst xmlns:a="http://schemas.openxmlformats.org/drawingml/2006/main">
              <a:ext uri="{FF2B5EF4-FFF2-40B4-BE49-F238E27FC236}">
                <a16:creationId xmlns:a16="http://schemas.microsoft.com/office/drawing/2014/main" id="{F87CE712-D2A1-4440-AAAA-8DCBB6F8977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046</a:t>
            </a:r>
          </a:p>
        </p:txBody>
      </p:sp>
    </p:spTree>
    <p:extLst>
      <p:ext uri="{BB962C8B-B14F-4D97-AF65-F5344CB8AC3E}">
        <p14:creationId xmlns:p14="http://schemas.microsoft.com/office/powerpoint/2010/main" val="1698151494"/>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85D184A-780E-488D-8519-E70558E2DFE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6A5F33CC-6BAF-4B3F-AA0C-A2B59EE61FC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FFB9C4F6-B4D2-4AD9-94BE-09F281D713FF}"/>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1~3행:</a:t>
            </a:r>
          </a:p>
        </p:txBody>
      </p:sp>
      <p:sp>
        <p:nvSpPr>
          <p:cNvPr id="4" name="">
            <a:extLst xmlns:a="http://schemas.openxmlformats.org/drawingml/2006/main">
              <a:ext uri="{FF2B5EF4-FFF2-40B4-BE49-F238E27FC236}">
                <a16:creationId xmlns:a16="http://schemas.microsoft.com/office/drawing/2014/main" id="{4AE6F7B9-83A1-40C2-85AF-687D4F7B3C24}"/>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입력과 누락을 확인합니다.</a:t>
            </a:r>
          </a:p>
        </p:txBody>
      </p:sp>
      <p:sp>
        <p:nvSpPr>
          <p:cNvPr id="5" name="">
            <a:extLst xmlns:a="http://schemas.openxmlformats.org/drawingml/2006/main">
              <a:ext uri="{FF2B5EF4-FFF2-40B4-BE49-F238E27FC236}">
                <a16:creationId xmlns:a16="http://schemas.microsoft.com/office/drawing/2014/main" id="{E7D04E70-EBCF-444E-90A7-A1255304E6B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E8797B6-CFAF-4B93-9C7A-8B5A5D5403A4}"/>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4~5행:</a:t>
            </a:r>
          </a:p>
        </p:txBody>
      </p:sp>
      <p:sp>
        <p:nvSpPr>
          <p:cNvPr id="7" name="">
            <a:extLst xmlns:a="http://schemas.openxmlformats.org/drawingml/2006/main">
              <a:ext uri="{FF2B5EF4-FFF2-40B4-BE49-F238E27FC236}">
                <a16:creationId xmlns:a16="http://schemas.microsoft.com/office/drawing/2014/main" id="{162CC78A-2D42-44F2-B2F6-6A779C8BA280}"/>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숫자 자료형을 검사합니다.</a:t>
            </a:r>
          </a:p>
        </p:txBody>
      </p:sp>
      <p:sp>
        <p:nvSpPr>
          <p:cNvPr id="8" name="">
            <a:extLst xmlns:a="http://schemas.openxmlformats.org/drawingml/2006/main">
              <a:ext uri="{FF2B5EF4-FFF2-40B4-BE49-F238E27FC236}">
                <a16:creationId xmlns:a16="http://schemas.microsoft.com/office/drawing/2014/main" id="{9C9AC1AF-749B-43F5-9E1E-0C73FA59949A}"/>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F307B61-9BB3-494D-9490-2560CF6CD7BE}"/>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6~9행:</a:t>
            </a:r>
          </a:p>
        </p:txBody>
      </p:sp>
      <p:sp>
        <p:nvSpPr>
          <p:cNvPr id="10" name="">
            <a:extLst xmlns:a="http://schemas.openxmlformats.org/drawingml/2006/main">
              <a:ext uri="{FF2B5EF4-FFF2-40B4-BE49-F238E27FC236}">
                <a16:creationId xmlns:a16="http://schemas.microsoft.com/office/drawing/2014/main" id="{F04A1FFE-0A2A-4990-A30A-1A6F261E2B16}"/>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경계에 맞게 상태를 정합니다.</a:t>
            </a:r>
          </a:p>
        </p:txBody>
      </p:sp>
      <p:sp>
        <p:nvSpPr>
          <p:cNvPr id="11" name="">
            <a:extLst xmlns:a="http://schemas.openxmlformats.org/drawingml/2006/main">
              <a:ext uri="{FF2B5EF4-FFF2-40B4-BE49-F238E27FC236}">
                <a16:creationId xmlns:a16="http://schemas.microsoft.com/office/drawing/2014/main" id="{D09AE60C-409B-41E9-BB8C-91CD94421C85}"/>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47AF960-C69D-45AC-A1CA-248B5AD277F9}"/>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10행:</a:t>
            </a:r>
          </a:p>
        </p:txBody>
      </p:sp>
      <p:sp>
        <p:nvSpPr>
          <p:cNvPr id="13" name="">
            <a:extLst xmlns:a="http://schemas.openxmlformats.org/drawingml/2006/main">
              <a:ext uri="{FF2B5EF4-FFF2-40B4-BE49-F238E27FC236}">
                <a16:creationId xmlns:a16="http://schemas.microsoft.com/office/drawing/2014/main" id="{965F263F-CF8D-4F57-BF3D-7D89C919D848}"/>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상태를 출력합니다.</a:t>
            </a:r>
          </a:p>
        </p:txBody>
      </p:sp>
      <p:sp>
        <p:nvSpPr>
          <p:cNvPr id="14" name="">
            <a:extLst xmlns:a="http://schemas.openxmlformats.org/drawingml/2006/main">
              <a:ext uri="{FF2B5EF4-FFF2-40B4-BE49-F238E27FC236}">
                <a16:creationId xmlns:a16="http://schemas.microsoft.com/office/drawing/2014/main" id="{3ED67C7B-36BA-46B7-BCE4-8D8823797CC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9BEF24D-E84C-4F99-B227-B3BCC4A4022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03D88371-EF2B-429A-B906-4ABFCA43CDB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875729173"/>
      </p:ext>
    </p:extLst>
  </p:cSld>
</p:sld>
</file>

<file path=ppt/slides/slide4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6A011F4-429A-4303-B8F3-161E2E8D294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5E95A3BC-5757-40CA-890A-2CB9C018857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01D79030-1FE4-4FCD-9D49-D205394A89F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03B588F-BD39-4634-A18E-7D9D4DF7B3C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9527CE5F-E407-46E5-942A-6A45341FCCF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65F2D5E-99C3-4E97-93FC-A608B6C83CA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6E482C8-6057-4BFA-A2E3-BE2D682606B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work/sensor_state.py</a:t>
            </a:r>
          </a:p>
        </p:txBody>
      </p:sp>
      <p:sp>
        <p:nvSpPr>
          <p:cNvPr id="8" name="">
            <a:extLst xmlns:a="http://schemas.openxmlformats.org/drawingml/2006/main">
              <a:ext uri="{FF2B5EF4-FFF2-40B4-BE49-F238E27FC236}">
                <a16:creationId xmlns:a16="http://schemas.microsoft.com/office/drawing/2014/main" id="{34C99428-4219-4B30-8F36-1CE68E7B35BA}"/>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058D57F-1E3C-4FD1-B156-D0149CE3267E}"/>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C25A9B62-8508-4BC8-A00B-DA514D0CB212}"/>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work/sensor_state.py</a:t>
            </a:r>
          </a:p>
        </p:txBody>
      </p:sp>
      <p:sp>
        <p:nvSpPr>
          <p:cNvPr id="11" name="">
            <a:extLst xmlns:a="http://schemas.openxmlformats.org/drawingml/2006/main">
              <a:ext uri="{FF2B5EF4-FFF2-40B4-BE49-F238E27FC236}">
                <a16:creationId xmlns:a16="http://schemas.microsoft.com/office/drawing/2014/main" id="{AA7FBC8A-0A77-48D6-AD95-4279EB19891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B58853D-E607-4A0D-A4A1-61CA3DE8103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3" name="">
            <a:extLst xmlns:a="http://schemas.openxmlformats.org/drawingml/2006/main">
              <a:ext uri="{FF2B5EF4-FFF2-40B4-BE49-F238E27FC236}">
                <a16:creationId xmlns:a16="http://schemas.microsoft.com/office/drawing/2014/main" id="{FD92F7F2-D17C-4526-8A3F-A027A2B5DB1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048</a:t>
            </a:r>
          </a:p>
        </p:txBody>
      </p:sp>
    </p:spTree>
    <p:extLst>
      <p:ext uri="{BB962C8B-B14F-4D97-AF65-F5344CB8AC3E}">
        <p14:creationId xmlns:p14="http://schemas.microsoft.com/office/powerpoint/2010/main" val="1979494217"/>
      </p:ext>
    </p:extLst>
  </p:cSld>
</p:sld>
</file>

<file path=ppt/slides/slide4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3917958-8A8D-4602-9E57-3292288A728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EC0716A5-A13E-4244-9209-311CB40451D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6D336D9A-1866-4DB1-9BE2-FA9875F6CF77}"/>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E80F9B7-1702-4527-A37F-B1AB1BF53165}"/>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입력: 숫자 28.0</a:t>
            </a:r>
          </a:p>
        </p:txBody>
      </p:sp>
      <p:sp>
        <p:nvSpPr>
          <p:cNvPr id="5" name="">
            <a:extLst xmlns:a="http://schemas.openxmlformats.org/drawingml/2006/main">
              <a:ext uri="{FF2B5EF4-FFF2-40B4-BE49-F238E27FC236}">
                <a16:creationId xmlns:a16="http://schemas.microsoft.com/office/drawing/2014/main" id="{7436BD42-0648-4242-9134-24CB907C4E25}"/>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출력: alert</a:t>
            </a:r>
          </a:p>
        </p:txBody>
      </p:sp>
      <p:sp>
        <p:nvSpPr>
          <p:cNvPr id="6" name="">
            <a:extLst xmlns:a="http://schemas.openxmlformats.org/drawingml/2006/main">
              <a:ext uri="{FF2B5EF4-FFF2-40B4-BE49-F238E27FC236}">
                <a16:creationId xmlns:a16="http://schemas.microsoft.com/office/drawing/2014/main" id="{32541FDD-A148-4E7C-A029-0F5E99633FF5}"/>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28.0은 이상 조건에 포함됩니다.</a:t>
            </a:r>
          </a:p>
        </p:txBody>
      </p:sp>
      <p:sp>
        <p:nvSpPr>
          <p:cNvPr id="7" name="">
            <a:extLst xmlns:a="http://schemas.openxmlformats.org/drawingml/2006/main">
              <a:ext uri="{FF2B5EF4-FFF2-40B4-BE49-F238E27FC236}">
                <a16:creationId xmlns:a16="http://schemas.microsoft.com/office/drawing/2014/main" id="{CAA153DA-8A92-443B-82F4-B4DC254C817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BD8718F-2897-43FF-B4D2-CB5A7353C22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A3F3BC4D-B99D-4819-87D3-51AE3262D27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049</a:t>
            </a:r>
          </a:p>
        </p:txBody>
      </p:sp>
    </p:spTree>
    <p:extLst>
      <p:ext uri="{BB962C8B-B14F-4D97-AF65-F5344CB8AC3E}">
        <p14:creationId xmlns:p14="http://schemas.microsoft.com/office/powerpoint/2010/main" val="161805456"/>
      </p:ext>
    </p:extLst>
  </p:cSld>
</p:sld>
</file>

<file path=ppt/slides/slide5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0706EA4-8746-4344-A8A4-42EF3FDE0B1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EB1B1E45-E368-456A-B852-32CAC6131F5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967382B4-12F2-4945-8AB7-1CCFD3E1125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값 0 · None · "0"의 상태는?</a:t>
            </a:r>
          </a:p>
        </p:txBody>
      </p:sp>
      <p:sp>
        <p:nvSpPr>
          <p:cNvPr id="4" name="">
            <a:extLst xmlns:a="http://schemas.openxmlformats.org/drawingml/2006/main">
              <a:ext uri="{FF2B5EF4-FFF2-40B4-BE49-F238E27FC236}">
                <a16:creationId xmlns:a16="http://schemas.microsoft.com/office/drawing/2014/main" id="{7F65B174-8211-444B-A76B-3D4F22093EE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누락을 0으로 바꾸면 어떤 문제가 생기나요?</a:t>
            </a:r>
          </a:p>
        </p:txBody>
      </p:sp>
      <p:sp>
        <p:nvSpPr>
          <p:cNvPr id="5" name="">
            <a:extLst xmlns:a="http://schemas.openxmlformats.org/drawingml/2006/main">
              <a:ext uri="{FF2B5EF4-FFF2-40B4-BE49-F238E27FC236}">
                <a16:creationId xmlns:a16="http://schemas.microsoft.com/office/drawing/2014/main" id="{9F2C4147-8E5C-4D2A-9D1C-BA4C23C2FAD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76F18C8-188A-4BE2-A540-95BEFC5D0A2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D1F92F26-5A57-4C31-95A6-D20861276FC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050</a:t>
            </a:r>
          </a:p>
        </p:txBody>
      </p:sp>
    </p:spTree>
    <p:extLst>
      <p:ext uri="{BB962C8B-B14F-4D97-AF65-F5344CB8AC3E}">
        <p14:creationId xmlns:p14="http://schemas.microsoft.com/office/powerpoint/2010/main" val="1887184407"/>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B92453A-2884-4E54-8C27-05357A4EAC4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6CD8306-8ED4-4DE2-B612-2F122102EB7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D76A6305-6143-45CB-B923-207E75A611A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3D222A3-EEF7-4BDD-A056-C4D0E0AC1B0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0 → normal</a:t>
            </a:r>
            <a:r>
              <a:t> · None → missing</a:t>
            </a:r>
          </a:p>
        </p:txBody>
      </p:sp>
      <p:sp>
        <p:nvSpPr>
          <p:cNvPr id="5" name="">
            <a:extLst xmlns:a="http://schemas.openxmlformats.org/drawingml/2006/main">
              <a:ext uri="{FF2B5EF4-FFF2-40B4-BE49-F238E27FC236}">
                <a16:creationId xmlns:a16="http://schemas.microsoft.com/office/drawing/2014/main" id="{89378BF5-57E8-41E0-8BB4-785EC75AD71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0D166D7-723B-4175-83F4-401267F587C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296370F-9D11-4940-80F5-B29AD9D4A12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"0" → invalid</a:t>
            </a:r>
          </a:p>
        </p:txBody>
      </p:sp>
      <p:sp>
        <p:nvSpPr>
          <p:cNvPr id="8" name="">
            <a:extLst xmlns:a="http://schemas.openxmlformats.org/drawingml/2006/main">
              <a:ext uri="{FF2B5EF4-FFF2-40B4-BE49-F238E27FC236}">
                <a16:creationId xmlns:a16="http://schemas.microsoft.com/office/drawing/2014/main" id="{46A8B590-F5E7-43BE-A8FD-D0076871AE82}"/>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7FC3D12-C4A0-4075-A4EE-B907ECDD1BBE}"/>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18548A05-FA9C-4C21-9113-02A47F7A7219}"/>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영도와 미측정을 구별해야 합니다.</a:t>
            </a:r>
          </a:p>
        </p:txBody>
      </p:sp>
      <p:sp>
        <p:nvSpPr>
          <p:cNvPr id="11" name="">
            <a:extLst xmlns:a="http://schemas.openxmlformats.org/drawingml/2006/main">
              <a:ext uri="{FF2B5EF4-FFF2-40B4-BE49-F238E27FC236}">
                <a16:creationId xmlns:a16="http://schemas.microsoft.com/office/drawing/2014/main" id="{1E5D0725-81B8-47AB-BE06-7BFF9683818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0CAA169-0C20-4C2C-A5B1-3DB510D13E4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3" name="">
            <a:extLst xmlns:a="http://schemas.openxmlformats.org/drawingml/2006/main">
              <a:ext uri="{FF2B5EF4-FFF2-40B4-BE49-F238E27FC236}">
                <a16:creationId xmlns:a16="http://schemas.microsoft.com/office/drawing/2014/main" id="{26400494-3488-4892-A9FF-8C5A27768EE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1469562203"/>
      </p:ext>
    </p:extLst>
  </p:cSld>
</p:sld>
</file>

<file path=ppt/slides/slide5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4E89777-2396-4FFD-9331-19354CC24D7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267278A0-BB10-4F94-87DE-127D2398E88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A2207A79-425E-4C2E-B582-83DB8117003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value를 27.9로 바꿉니다.</a:t>
            </a:r>
          </a:p>
        </p:txBody>
      </p:sp>
      <p:sp>
        <p:nvSpPr>
          <p:cNvPr id="4" name="">
            <a:extLst xmlns:a="http://schemas.openxmlformats.org/drawingml/2006/main">
              <a:ext uri="{FF2B5EF4-FFF2-40B4-BE49-F238E27FC236}">
                <a16:creationId xmlns:a16="http://schemas.microsoft.com/office/drawing/2014/main" id="{34CDECF5-B295-4ADF-A6B1-E97FB9B2E2D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출력은 normal입니다.</a:t>
            </a:r>
          </a:p>
        </p:txBody>
      </p:sp>
      <p:sp>
        <p:nvSpPr>
          <p:cNvPr id="5" name="">
            <a:extLst xmlns:a="http://schemas.openxmlformats.org/drawingml/2006/main">
              <a:ext uri="{FF2B5EF4-FFF2-40B4-BE49-F238E27FC236}">
                <a16:creationId xmlns:a16="http://schemas.microsoft.com/office/drawing/2014/main" id="{965B880B-F37C-46CA-9BF3-BDB7E4056F0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3BD9AE9-EBB0-46B5-AE37-B1E92407C3D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B7B96423-E5F4-4A02-9F6B-966BB461D05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052</a:t>
            </a:r>
          </a:p>
        </p:txBody>
      </p:sp>
    </p:spTree>
    <p:extLst>
      <p:ext uri="{BB962C8B-B14F-4D97-AF65-F5344CB8AC3E}">
        <p14:creationId xmlns:p14="http://schemas.microsoft.com/office/powerpoint/2010/main" val="1527064313"/>
      </p:ext>
    </p:extLst>
  </p:cSld>
</p:sld>
</file>

<file path=ppt/slides/slide5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A3FD24-ECDB-4113-A345-BA2E8C7E437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BD9E58E4-49EE-4FB5-AA3F-F3F64FA32C9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175B5F93-1443-405B-8CAA-D426D2D90D7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7745168-9BDA-4CE2-95E7-FDFF8FC75FF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"28.0"은 숫자 28.0과 다릅니다.</a:t>
            </a:r>
          </a:p>
        </p:txBody>
      </p:sp>
      <p:sp>
        <p:nvSpPr>
          <p:cNvPr id="5" name="">
            <a:extLst xmlns:a="http://schemas.openxmlformats.org/drawingml/2006/main">
              <a:ext uri="{FF2B5EF4-FFF2-40B4-BE49-F238E27FC236}">
                <a16:creationId xmlns:a16="http://schemas.microsoft.com/office/drawing/2014/main" id="{F6DB251B-4088-4D08-BCE5-CF82150F62C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F785C5F-1AEF-45B7-AAC9-4C4AC8ED0A4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A539B48-AD53-4204-861E-3552D07A212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원문을 확인하고 합의 없이 바꾸지 않습니다.</a:t>
            </a:r>
          </a:p>
        </p:txBody>
      </p:sp>
      <p:sp>
        <p:nvSpPr>
          <p:cNvPr id="8" name="">
            <a:extLst xmlns:a="http://schemas.openxmlformats.org/drawingml/2006/main">
              <a:ext uri="{FF2B5EF4-FFF2-40B4-BE49-F238E27FC236}">
                <a16:creationId xmlns:a16="http://schemas.microsoft.com/office/drawing/2014/main" id="{D23AE9F8-F9F7-4F27-9E33-51F73ADAB91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F976D36-984E-4D8D-B369-53CC3D6D384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95D0A18E-D6B5-43B5-A8FC-ADF56FCEFA2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053</a:t>
            </a:r>
          </a:p>
        </p:txBody>
      </p:sp>
    </p:spTree>
    <p:extLst>
      <p:ext uri="{BB962C8B-B14F-4D97-AF65-F5344CB8AC3E}">
        <p14:creationId xmlns:p14="http://schemas.microsoft.com/office/powerpoint/2010/main" val="2067806958"/>
      </p:ext>
    </p:extLst>
  </p:cSld>
</p:sld>
</file>

<file path=ppt/slides/slide5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FCDAF5-1554-445F-8D81-D4E8643DE5F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FE781AC0-162B-43BF-9FD0-B9305CDB539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23057F23-8610-4AAF-B4F2-7CD963F5A47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ADC 코드와 섭씨 온도의 차이를 설명합니다.</a:t>
            </a:r>
          </a:p>
        </p:txBody>
      </p:sp>
      <p:sp>
        <p:nvSpPr>
          <p:cNvPr id="4" name="">
            <a:extLst xmlns:a="http://schemas.openxmlformats.org/drawingml/2006/main">
              <a:ext uri="{FF2B5EF4-FFF2-40B4-BE49-F238E27FC236}">
                <a16:creationId xmlns:a16="http://schemas.microsoft.com/office/drawing/2014/main" id="{7235A883-C95C-4F5F-AC48-E02E60936CE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값·단위·자료형을 각각 말해 봅시다.</a:t>
            </a:r>
          </a:p>
        </p:txBody>
      </p:sp>
      <p:sp>
        <p:nvSpPr>
          <p:cNvPr id="5" name="">
            <a:extLst xmlns:a="http://schemas.openxmlformats.org/drawingml/2006/main">
              <a:ext uri="{FF2B5EF4-FFF2-40B4-BE49-F238E27FC236}">
                <a16:creationId xmlns:a16="http://schemas.microsoft.com/office/drawing/2014/main" id="{76935CEB-6374-42D6-9F83-004EC0FFBEE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5254D37-182F-489F-AEE0-8A516F75EB6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642D882E-CCAD-41BC-9FE4-CB07BDC4E2D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054</a:t>
            </a:r>
          </a:p>
        </p:txBody>
      </p:sp>
    </p:spTree>
    <p:extLst>
      <p:ext uri="{BB962C8B-B14F-4D97-AF65-F5344CB8AC3E}">
        <p14:creationId xmlns:p14="http://schemas.microsoft.com/office/powerpoint/2010/main" val="2051573939"/>
      </p:ext>
    </p:extLst>
  </p:cSld>
</p:sld>
</file>

<file path=ppt/slides/slide5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27880E6-6900-48B5-879F-3AAF5EBB399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731A1890-DACB-43A3-AC47-63950C1E89B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921D3798-79B6-4DCD-B8A6-85CA5B12E97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가정 ADC 코드 4095</a:t>
            </a:r>
          </a:p>
        </p:txBody>
      </p:sp>
      <p:sp>
        <p:nvSpPr>
          <p:cNvPr id="4" name="">
            <a:extLst xmlns:a="http://schemas.openxmlformats.org/drawingml/2006/main">
              <a:ext uri="{FF2B5EF4-FFF2-40B4-BE49-F238E27FC236}">
                <a16:creationId xmlns:a16="http://schemas.microsoft.com/office/drawing/2014/main" id="{F06E7DFD-E773-404A-BF66-B809B2A8A5E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전압은 얼마이며 실물 교정인가요?</a:t>
            </a:r>
          </a:p>
        </p:txBody>
      </p:sp>
      <p:sp>
        <p:nvSpPr>
          <p:cNvPr id="5" name="">
            <a:extLst xmlns:a="http://schemas.openxmlformats.org/drawingml/2006/main">
              <a:ext uri="{FF2B5EF4-FFF2-40B4-BE49-F238E27FC236}">
                <a16:creationId xmlns:a16="http://schemas.microsoft.com/office/drawing/2014/main" id="{469ED3B2-FAA4-42E4-BD7A-9EB162B74D4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15AE0DC-A846-4341-A0CD-0A58CF49DC7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DDC1257A-865E-48A9-8AEF-AFBF05D73F4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055</a:t>
            </a:r>
          </a:p>
        </p:txBody>
      </p:sp>
    </p:spTree>
    <p:extLst>
      <p:ext uri="{BB962C8B-B14F-4D97-AF65-F5344CB8AC3E}">
        <p14:creationId xmlns:p14="http://schemas.microsoft.com/office/powerpoint/2010/main" val="33370113"/>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034D39-C2E3-4190-9627-7EA9E00B764F}"/>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3BF453-2BEE-4D7D-8D18-7D9DFA23F470}"/>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D63328C9-0F24-4AF5-B8A5-B5691B263DF0}"/>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4C1F4525-429B-4C90-BB24-D0996F2D1614}"/>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경계와 상태 기억하기</a:t>
            </a:r>
          </a:p>
        </p:txBody>
      </p:sp>
      <p:sp>
        <p:nvSpPr>
          <p:cNvPr id="5" name="">
            <a:extLst xmlns:a="http://schemas.openxmlformats.org/drawingml/2006/main">
              <a:ext uri="{FF2B5EF4-FFF2-40B4-BE49-F238E27FC236}">
                <a16:creationId xmlns:a16="http://schemas.microsoft.com/office/drawing/2014/main" id="{DE6B082C-83EC-4E2E-A12D-D15AA0C79E94}"/>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8F16BD-463D-4A5E-A398-C8ADD275B5E1}"/>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14:00~14:50 · 50분</a:t>
            </a:r>
          </a:p>
        </p:txBody>
      </p:sp>
      <p:sp>
        <p:nvSpPr>
          <p:cNvPr id="7" name="">
            <a:extLst xmlns:a="http://schemas.openxmlformats.org/drawingml/2006/main">
              <a:ext uri="{FF2B5EF4-FFF2-40B4-BE49-F238E27FC236}">
                <a16:creationId xmlns:a16="http://schemas.microsoft.com/office/drawing/2014/main" id="{68D5137D-B96D-4FD6-8128-75F62F73B2A4}"/>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A10 · A11 · A12</a:t>
            </a:r>
          </a:p>
        </p:txBody>
      </p:sp>
      <p:sp>
        <p:nvSpPr>
          <p:cNvPr id="8" name="">
            <a:extLst xmlns:a="http://schemas.openxmlformats.org/drawingml/2006/main">
              <a:ext uri="{FF2B5EF4-FFF2-40B4-BE49-F238E27FC236}">
                <a16:creationId xmlns:a16="http://schemas.microsoft.com/office/drawing/2014/main" id="{33EE9EB9-366B-4B6C-BB4A-8AA1D0FEFA0B}"/>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3EC7DBD0-1BCD-4871-BBAE-A1F6507368E1}"/>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2026.10.23</a:t>
            </a:r>
          </a:p>
        </p:txBody>
      </p:sp>
      <p:sp>
        <p:nvSpPr>
          <p:cNvPr id="10" name="">
            <a:extLst xmlns:a="http://schemas.openxmlformats.org/drawingml/2006/main">
              <a:ext uri="{FF2B5EF4-FFF2-40B4-BE49-F238E27FC236}">
                <a16:creationId xmlns:a16="http://schemas.microsoft.com/office/drawing/2014/main" id="{3943B8BC-C7D2-4D4B-AF39-733D13A08F5C}"/>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182894306"/>
      </p:ext>
    </p:extLst>
  </p:cSld>
</p:sld>
</file>

<file path=ppt/slides/slide5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EAAFDDA-7E3A-45B2-B270-BA028EC99A4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9DB9D819-C8F1-4906-BCD0-C17EC7A5606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문턱의 상태 흔들림</a:t>
            </a:r>
          </a:p>
        </p:txBody>
      </p:sp>
      <p:sp>
        <p:nvSpPr>
          <p:cNvPr id="3" name="">
            <a:extLst xmlns:a="http://schemas.openxmlformats.org/drawingml/2006/main">
              <a:ext uri="{FF2B5EF4-FFF2-40B4-BE49-F238E27FC236}">
                <a16:creationId xmlns:a16="http://schemas.microsoft.com/office/drawing/2014/main" id="{C9DBADC3-65ED-4AC4-ACC5-8E40CCB02AE4}"/>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27.9↔28.1을 오가면 상태가 반복 변경됩니다.</a:t>
            </a:r>
          </a:p>
        </p:txBody>
      </p:sp>
      <p:sp>
        <p:nvSpPr>
          <p:cNvPr id="4" name="">
            <a:extLst xmlns:a="http://schemas.openxmlformats.org/drawingml/2006/main">
              <a:ext uri="{FF2B5EF4-FFF2-40B4-BE49-F238E27FC236}">
                <a16:creationId xmlns:a16="http://schemas.microsoft.com/office/drawing/2014/main" id="{C2635207-1D71-48E5-A860-119A0292FED5}"/>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이전 상태를 함께 볼 수 있습니다.</a:t>
            </a:r>
          </a:p>
        </p:txBody>
      </p:sp>
      <p:sp>
        <p:nvSpPr>
          <p:cNvPr id="5" name="">
            <a:extLst xmlns:a="http://schemas.openxmlformats.org/drawingml/2006/main">
              <a:ext uri="{FF2B5EF4-FFF2-40B4-BE49-F238E27FC236}">
                <a16:creationId xmlns:a16="http://schemas.microsoft.com/office/drawing/2014/main" id="{C5434327-896F-47B9-98B7-D471D088FE3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CC71B6E-5AA1-45FD-A97D-2616724D198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75C2D131-EC0D-4B95-A484-AF535FC1773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057</a:t>
            </a:r>
          </a:p>
        </p:txBody>
      </p:sp>
    </p:spTree>
    <p:extLst>
      <p:ext uri="{BB962C8B-B14F-4D97-AF65-F5344CB8AC3E}">
        <p14:creationId xmlns:p14="http://schemas.microsoft.com/office/powerpoint/2010/main" val="1941896944"/>
      </p:ext>
    </p:extLst>
  </p:cSld>
</p:sld>
</file>

<file path=ppt/slides/slide5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3094CF3-CCD7-4D0F-90D0-2FA4335B869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96FA6685-4EBB-4EB1-9538-C245666D83A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켜짐·꺼짐의 두 문턱</a:t>
            </a:r>
          </a:p>
        </p:txBody>
      </p:sp>
      <p:sp>
        <p:nvSpPr>
          <p:cNvPr id="3" name="">
            <a:extLst xmlns:a="http://schemas.openxmlformats.org/drawingml/2006/main">
              <a:ext uri="{FF2B5EF4-FFF2-40B4-BE49-F238E27FC236}">
                <a16:creationId xmlns:a16="http://schemas.microsoft.com/office/drawing/2014/main" id="{8355AB8A-A205-4EB4-9B14-327D416D8EC0}"/>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28.0 이상이면 켜짐</a:t>
            </a:r>
          </a:p>
        </p:txBody>
      </p:sp>
      <p:sp>
        <p:nvSpPr>
          <p:cNvPr id="4" name="">
            <a:extLst xmlns:a="http://schemas.openxmlformats.org/drawingml/2006/main">
              <a:ext uri="{FF2B5EF4-FFF2-40B4-BE49-F238E27FC236}">
                <a16:creationId xmlns:a16="http://schemas.microsoft.com/office/drawing/2014/main" id="{BAD74203-23EC-450A-A1E3-191310F08A50}"/>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27.5 이하이면 꺼짐</a:t>
            </a:r>
          </a:p>
        </p:txBody>
      </p:sp>
      <p:sp>
        <p:nvSpPr>
          <p:cNvPr id="5" name="">
            <a:extLst xmlns:a="http://schemas.openxmlformats.org/drawingml/2006/main">
              <a:ext uri="{FF2B5EF4-FFF2-40B4-BE49-F238E27FC236}">
                <a16:creationId xmlns:a16="http://schemas.microsoft.com/office/drawing/2014/main" id="{912124A0-5E1B-4F5E-9B03-CF057BA62D7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89C947-EE5E-4643-92E4-5688810F833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FAED2B56-F01D-48D3-AF9B-BAD4E5A602E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058</a:t>
            </a:r>
          </a:p>
        </p:txBody>
      </p:sp>
    </p:spTree>
    <p:extLst>
      <p:ext uri="{BB962C8B-B14F-4D97-AF65-F5344CB8AC3E}">
        <p14:creationId xmlns:p14="http://schemas.microsoft.com/office/powerpoint/2010/main" val="674506146"/>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28F77BE-8DDA-42BF-B291-FA7C61CF147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20109A5-37AE-4902-ACE1-8BBE034B8BB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중간 구간과 이전 상태</a:t>
            </a:r>
          </a:p>
        </p:txBody>
      </p:sp>
      <p:sp>
        <p:nvSpPr>
          <p:cNvPr id="3" name="">
            <a:extLst xmlns:a="http://schemas.openxmlformats.org/drawingml/2006/main">
              <a:ext uri="{FF2B5EF4-FFF2-40B4-BE49-F238E27FC236}">
                <a16:creationId xmlns:a16="http://schemas.microsoft.com/office/drawing/2014/main" id="{F0F47922-374F-457B-80E3-9A23616F82E4}"/>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27.5 초과</a:t>
            </a:r>
            <a:r>
              <a:t>·28.0 미만</a:t>
            </a:r>
          </a:p>
        </p:txBody>
      </p:sp>
      <p:sp>
        <p:nvSpPr>
          <p:cNvPr id="4" name="">
            <a:extLst xmlns:a="http://schemas.openxmlformats.org/drawingml/2006/main">
              <a:ext uri="{FF2B5EF4-FFF2-40B4-BE49-F238E27FC236}">
                <a16:creationId xmlns:a16="http://schemas.microsoft.com/office/drawing/2014/main" id="{43B9A048-86F6-42EC-9DFA-35707DA5C62E}"/>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바로 이전 상태를 그대로 둡니다.</a:t>
            </a:r>
          </a:p>
        </p:txBody>
      </p:sp>
      <p:sp>
        <p:nvSpPr>
          <p:cNvPr id="5" name="">
            <a:extLst xmlns:a="http://schemas.openxmlformats.org/drawingml/2006/main">
              <a:ext uri="{FF2B5EF4-FFF2-40B4-BE49-F238E27FC236}">
                <a16:creationId xmlns:a16="http://schemas.microsoft.com/office/drawing/2014/main" id="{E069ED9C-B737-49BF-A509-5B223306BF5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BC7D481-0C48-4A8C-AA6F-2F46D1DF1C9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5AA58FDA-01A1-498E-AB6B-2785D5886C3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488216972"/>
      </p:ext>
    </p:extLst>
  </p:cSld>
</p:sld>
</file>

<file path=ppt/slides/slide6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0DE799-2DBF-43B3-BA15-9BC79EF3804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3F9446D0-556E-4815-BF60-80C69E2C092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초기 상태의 영향</a:t>
            </a:r>
          </a:p>
        </p:txBody>
      </p:sp>
      <p:sp>
        <p:nvSpPr>
          <p:cNvPr id="3" name="">
            <a:extLst xmlns:a="http://schemas.openxmlformats.org/drawingml/2006/main">
              <a:ext uri="{FF2B5EF4-FFF2-40B4-BE49-F238E27FC236}">
                <a16:creationId xmlns:a16="http://schemas.microsoft.com/office/drawing/2014/main" id="{F5DD6A3C-B33F-429D-8523-CAF91E98FEBB}"/>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처음 alert=False로 시작합니다.</a:t>
            </a:r>
          </a:p>
        </p:txBody>
      </p:sp>
      <p:sp>
        <p:nvSpPr>
          <p:cNvPr id="4" name="">
            <a:extLst xmlns:a="http://schemas.openxmlformats.org/drawingml/2006/main">
              <a:ext uri="{FF2B5EF4-FFF2-40B4-BE49-F238E27FC236}">
                <a16:creationId xmlns:a16="http://schemas.microsoft.com/office/drawing/2014/main" id="{2DE790B7-95F7-410E-A81C-B16FCA172F56}"/>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첫 값이 중간이면 초기 상태가 유지됩니다.</a:t>
            </a:r>
          </a:p>
        </p:txBody>
      </p:sp>
      <p:sp>
        <p:nvSpPr>
          <p:cNvPr id="5" name="">
            <a:extLst xmlns:a="http://schemas.openxmlformats.org/drawingml/2006/main">
              <a:ext uri="{FF2B5EF4-FFF2-40B4-BE49-F238E27FC236}">
                <a16:creationId xmlns:a16="http://schemas.microsoft.com/office/drawing/2014/main" id="{7759209D-A144-4315-A2B8-AE0E694CE60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058BDA3-D9BD-426C-AD16-6C5DB5B83AC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4473A9DE-C3B0-41CD-87DF-11CFFFFE584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060</a:t>
            </a:r>
          </a:p>
        </p:txBody>
      </p:sp>
    </p:spTree>
    <p:extLst>
      <p:ext uri="{BB962C8B-B14F-4D97-AF65-F5344CB8AC3E}">
        <p14:creationId xmlns:p14="http://schemas.microsoft.com/office/powerpoint/2010/main" val="934497284"/>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A70F90-FA5D-4BA6-B8AC-96E94E40939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AA63BD5F-991C-4A32-8D80-90BCDFA7222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결측과 상태 유지</a:t>
            </a:r>
          </a:p>
        </p:txBody>
      </p:sp>
      <p:sp>
        <p:nvSpPr>
          <p:cNvPr id="3" name="">
            <a:extLst xmlns:a="http://schemas.openxmlformats.org/drawingml/2006/main">
              <a:ext uri="{FF2B5EF4-FFF2-40B4-BE49-F238E27FC236}">
                <a16:creationId xmlns:a16="http://schemas.microsoft.com/office/drawing/2014/main" id="{49798A67-B5A6-4AC1-861B-00A5B86F6A02}"/>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C20994A-5E68-4EA1-98E4-A61A0CE2F76B}"/>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missing</a:t>
            </a:r>
            <a:r>
              <a:t> · no command를 기록합니다.</a:t>
            </a:r>
          </a:p>
        </p:txBody>
      </p:sp>
      <p:sp>
        <p:nvSpPr>
          <p:cNvPr id="5" name="">
            <a:extLst xmlns:a="http://schemas.openxmlformats.org/drawingml/2006/main">
              <a:ext uri="{FF2B5EF4-FFF2-40B4-BE49-F238E27FC236}">
                <a16:creationId xmlns:a16="http://schemas.microsoft.com/office/drawing/2014/main" id="{CF1CDB50-B793-406F-82F2-5B050CA23CF4}"/>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내부 상태와 측정 유효성을 구분합니다.</a:t>
            </a:r>
          </a:p>
        </p:txBody>
      </p:sp>
      <p:sp>
        <p:nvSpPr>
          <p:cNvPr id="6" name="">
            <a:extLst xmlns:a="http://schemas.openxmlformats.org/drawingml/2006/main">
              <a:ext uri="{FF2B5EF4-FFF2-40B4-BE49-F238E27FC236}">
                <a16:creationId xmlns:a16="http://schemas.microsoft.com/office/drawing/2014/main" id="{EA9B72FD-A387-4E64-9397-39278B0A8A5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EE4F7D5-3EF3-465D-898C-8100910A8D3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8B4A2025-9D67-46A9-9C6C-D6950298397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1158609118"/>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BEF3281-EAF3-44BE-8104-CD17412E06B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2C3FE406-8AEF-41FA-B1CD-C77BC37683E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원시값과 판단 기록</a:t>
            </a:r>
          </a:p>
        </p:txBody>
      </p:sp>
      <p:sp>
        <p:nvSpPr>
          <p:cNvPr id="3" name="">
            <a:extLst xmlns:a="http://schemas.openxmlformats.org/drawingml/2006/main">
              <a:ext uri="{FF2B5EF4-FFF2-40B4-BE49-F238E27FC236}">
                <a16:creationId xmlns:a16="http://schemas.microsoft.com/office/drawing/2014/main" id="{CD1E9DE1-6754-4747-8542-27F30E1CE04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순번</a:t>
            </a:r>
          </a:p>
        </p:txBody>
      </p:sp>
      <p:sp>
        <p:nvSpPr>
          <p:cNvPr id="4" name="">
            <a:extLst xmlns:a="http://schemas.openxmlformats.org/drawingml/2006/main">
              <a:ext uri="{FF2B5EF4-FFF2-40B4-BE49-F238E27FC236}">
                <a16:creationId xmlns:a16="http://schemas.microsoft.com/office/drawing/2014/main" id="{A6F40188-843A-49B1-B681-BFF46C24531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7C700D-DD71-4E5E-B2C2-C41EDD10A490}"/>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순번</a:t>
            </a:r>
            <a:r>
              <a:t> · 입력값 · 이전 상태 · 새 상태</a:t>
            </a:r>
          </a:p>
        </p:txBody>
      </p:sp>
      <p:sp>
        <p:nvSpPr>
          <p:cNvPr id="6" name="">
            <a:extLst xmlns:a="http://schemas.openxmlformats.org/drawingml/2006/main">
              <a:ext uri="{FF2B5EF4-FFF2-40B4-BE49-F238E27FC236}">
                <a16:creationId xmlns:a16="http://schemas.microsoft.com/office/drawing/2014/main" id="{6FEFBCCF-3D69-4AD9-A22E-7AC7CD365FA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왜 상태가 유지됐는지 다시 읽을 수 있습니다.</a:t>
            </a:r>
          </a:p>
        </p:txBody>
      </p:sp>
      <p:sp>
        <p:nvSpPr>
          <p:cNvPr id="7" name="">
            <a:extLst xmlns:a="http://schemas.openxmlformats.org/drawingml/2006/main">
              <a:ext uri="{FF2B5EF4-FFF2-40B4-BE49-F238E27FC236}">
                <a16:creationId xmlns:a16="http://schemas.microsoft.com/office/drawing/2014/main" id="{C961E1A0-CA2F-4481-800A-B8EA22C4B2F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AD94C1C-0BE2-4B1D-BD05-35E7001E630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34848778-83F9-4F90-9A21-FC3EBB8FDC4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1374676294"/>
      </p:ext>
    </p:extLst>
  </p:cSld>
</p:sld>
</file>

<file path=ppt/slides/slide6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B716D3AB-C836-452C-A3F2-02CF7BBAA5F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BBFD9B06-62B1-4FBD-BA86-416568205E8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히스테리시스 추적 예제</a:t>
            </a:r>
          </a:p>
        </p:txBody>
      </p:sp>
      <p:sp>
        <p:nvSpPr>
          <p:cNvPr id="3" name="">
            <a:extLst xmlns:a="http://schemas.openxmlformats.org/drawingml/2006/main">
              <a:ext uri="{FF2B5EF4-FFF2-40B4-BE49-F238E27FC236}">
                <a16:creationId xmlns:a16="http://schemas.microsoft.com/office/drawing/2014/main" id="{C86FCE78-7EE5-43A1-93AA-ADD4F106238E}"/>
              </a:ext>
            </a:extLst>
          </p:cNvPr>
          <p:cNvSpPr>
            <a:spLocks xmlns:a="http://schemas.openxmlformats.org/drawingml/2006/main" noGrp="1"/>
          </p:cNvSpPr>
          <p:nvPr/>
        </p:nvSpPr>
        <p:spPr>
          <a:xfrm xmlns:a="http://schemas.openxmlformats.org/drawingml/2006/main">
            <a:off x="609600" y="2714625"/>
            <a:ext cx="10972800" cy="31623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E4025FB-2D5F-4FCE-95EC-E3870423FD98}"/>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095C1352-AD25-42C4-9C6B-E78CD06852A3}"/>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values = [27.8, 28.1, 27.9, 27.4]</a:t>
            </a:r>
          </a:p>
        </p:txBody>
      </p:sp>
      <p:sp>
        <p:nvSpPr>
          <p:cNvPr id="6" name="">
            <a:extLst xmlns:a="http://schemas.openxmlformats.org/drawingml/2006/main">
              <a:ext uri="{FF2B5EF4-FFF2-40B4-BE49-F238E27FC236}">
                <a16:creationId xmlns:a16="http://schemas.microsoft.com/office/drawing/2014/main" id="{CB8F03D5-4125-41F5-A84D-9090719F72E4}"/>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CC9FB818-F0D1-4131-B5C7-226D6B12BBBD}"/>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alert = </a:t>
            </a:r>
            <a:r>
              <a:rPr b="1">
                <a:solidFill>
                  <a:srgbClr val="FFFFFF"/>
                </a:solidFill>
              </a:rPr>
              <a:t>False</a:t>
            </a:r>
          </a:p>
        </p:txBody>
      </p:sp>
      <p:sp>
        <p:nvSpPr>
          <p:cNvPr id="8" name="">
            <a:extLst xmlns:a="http://schemas.openxmlformats.org/drawingml/2006/main">
              <a:ext uri="{FF2B5EF4-FFF2-40B4-BE49-F238E27FC236}">
                <a16:creationId xmlns:a16="http://schemas.microsoft.com/office/drawing/2014/main" id="{A07F8620-2857-49BF-BBD0-F4B841E88753}"/>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67E24493-BEAC-443D-AA35-2704D74A63EB}"/>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for</a:t>
            </a:r>
            <a:r>
              <a:rPr>
                <a:solidFill>
                  <a:srgbClr val="FFFFFF"/>
                </a:solidFill>
              </a:rPr>
              <a:t> value </a:t>
            </a:r>
            <a:r>
              <a:rPr b="1">
                <a:solidFill>
                  <a:srgbClr val="FFFFFF"/>
                </a:solidFill>
              </a:rPr>
              <a:t>in</a:t>
            </a:r>
            <a:r>
              <a:rPr>
                <a:solidFill>
                  <a:srgbClr val="FFFFFF"/>
                </a:solidFill>
              </a:rPr>
              <a:t> values:</a:t>
            </a:r>
          </a:p>
        </p:txBody>
      </p:sp>
      <p:sp>
        <p:nvSpPr>
          <p:cNvPr id="10" name="">
            <a:extLst xmlns:a="http://schemas.openxmlformats.org/drawingml/2006/main">
              <a:ext uri="{FF2B5EF4-FFF2-40B4-BE49-F238E27FC236}">
                <a16:creationId xmlns:a16="http://schemas.microsoft.com/office/drawing/2014/main" id="{7C56B833-7FED-45B0-88E7-694688124268}"/>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8B5E935C-6C37-4483-8CA9-4B1D9B2BC078}"/>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value &gt;= 28.0:</a:t>
            </a:r>
          </a:p>
        </p:txBody>
      </p:sp>
      <p:sp>
        <p:nvSpPr>
          <p:cNvPr id="12" name="">
            <a:extLst xmlns:a="http://schemas.openxmlformats.org/drawingml/2006/main">
              <a:ext uri="{FF2B5EF4-FFF2-40B4-BE49-F238E27FC236}">
                <a16:creationId xmlns:a16="http://schemas.microsoft.com/office/drawing/2014/main" id="{B7285343-FA29-4C16-91BC-052EBDBCDDB3}"/>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A123BD0F-34B3-4213-BC3F-995691AB4127}"/>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alert = </a:t>
            </a:r>
            <a:r>
              <a:rPr b="1">
                <a:solidFill>
                  <a:srgbClr val="FFFFFF"/>
                </a:solidFill>
              </a:rPr>
              <a:t>True</a:t>
            </a:r>
          </a:p>
        </p:txBody>
      </p:sp>
      <p:sp>
        <p:nvSpPr>
          <p:cNvPr id="14" name="">
            <a:extLst xmlns:a="http://schemas.openxmlformats.org/drawingml/2006/main">
              <a:ext uri="{FF2B5EF4-FFF2-40B4-BE49-F238E27FC236}">
                <a16:creationId xmlns:a16="http://schemas.microsoft.com/office/drawing/2014/main" id="{223026C9-689B-45DE-902D-0057038BA119}"/>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9EF0BACA-9504-4D04-9EE1-680EDE73348C}"/>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elif</a:t>
            </a:r>
            <a:r>
              <a:rPr>
                <a:solidFill>
                  <a:srgbClr val="FFFFFF"/>
                </a:solidFill>
              </a:rPr>
              <a:t> value &lt;= 27.5:</a:t>
            </a:r>
          </a:p>
        </p:txBody>
      </p:sp>
      <p:sp>
        <p:nvSpPr>
          <p:cNvPr id="16" name="">
            <a:extLst xmlns:a="http://schemas.openxmlformats.org/drawingml/2006/main">
              <a:ext uri="{FF2B5EF4-FFF2-40B4-BE49-F238E27FC236}">
                <a16:creationId xmlns:a16="http://schemas.microsoft.com/office/drawing/2014/main" id="{5D57B10A-37BF-4EC5-A4F0-95EFE0BD2BF7}"/>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2394827E-5DEF-469E-9568-F65FF9425664}"/>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alert = </a:t>
            </a:r>
            <a:r>
              <a:rPr b="1">
                <a:solidFill>
                  <a:srgbClr val="FFFFFF"/>
                </a:solidFill>
              </a:rPr>
              <a:t>False</a:t>
            </a:r>
          </a:p>
        </p:txBody>
      </p:sp>
      <p:sp>
        <p:nvSpPr>
          <p:cNvPr id="18" name="">
            <a:extLst xmlns:a="http://schemas.openxmlformats.org/drawingml/2006/main">
              <a:ext uri="{FF2B5EF4-FFF2-40B4-BE49-F238E27FC236}">
                <a16:creationId xmlns:a16="http://schemas.microsoft.com/office/drawing/2014/main" id="{FF3D7A27-4A0E-48E7-AF3D-2E6109872A4E}"/>
              </a:ext>
            </a:extLst>
          </p:cNvPr>
          <p:cNvSpPr>
            <a:spLocks xmlns:a="http://schemas.openxmlformats.org/drawingml/2006/main" noGrp="1"/>
          </p:cNvSpPr>
          <p:nvPr/>
        </p:nvSpPr>
        <p:spPr>
          <a:xfrm xmlns:a="http://schemas.openxmlformats.org/drawingml/2006/main">
            <a:off x="790575" y="53054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08</a:t>
            </a:r>
          </a:p>
        </p:txBody>
      </p:sp>
      <p:sp>
        <p:nvSpPr>
          <p:cNvPr id="19" name="">
            <a:extLst xmlns:a="http://schemas.openxmlformats.org/drawingml/2006/main">
              <a:ext uri="{FF2B5EF4-FFF2-40B4-BE49-F238E27FC236}">
                <a16:creationId xmlns:a16="http://schemas.microsoft.com/office/drawing/2014/main" id="{4D8AB4D8-2FE9-4A55-81DF-B9745F293D5E}"/>
              </a:ext>
            </a:extLst>
          </p:cNvPr>
          <p:cNvSpPr>
            <a:spLocks xmlns:a="http://schemas.openxmlformats.org/drawingml/2006/main" noGrp="1"/>
          </p:cNvSpPr>
          <p:nvPr/>
        </p:nvSpPr>
        <p:spPr>
          <a:xfrm xmlns:a="http://schemas.openxmlformats.org/drawingml/2006/main">
            <a:off x="1390650" y="52673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print(value, alert)</a:t>
            </a:r>
          </a:p>
        </p:txBody>
      </p:sp>
      <p:sp>
        <p:nvSpPr>
          <p:cNvPr id="20" name="">
            <a:extLst xmlns:a="http://schemas.openxmlformats.org/drawingml/2006/main">
              <a:ext uri="{FF2B5EF4-FFF2-40B4-BE49-F238E27FC236}">
                <a16:creationId xmlns:a16="http://schemas.microsoft.com/office/drawing/2014/main" id="{4ED9D330-98A7-4447-9CAE-7A2AF83FF4D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06E9E82-7E81-413F-BBF8-DDA8BC75D9F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22" name="">
            <a:extLst xmlns:a="http://schemas.openxmlformats.org/drawingml/2006/main">
              <a:ext uri="{FF2B5EF4-FFF2-40B4-BE49-F238E27FC236}">
                <a16:creationId xmlns:a16="http://schemas.microsoft.com/office/drawing/2014/main" id="{A3A95830-1F51-444B-939D-961020038AE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063</a:t>
            </a:r>
          </a:p>
        </p:txBody>
      </p:sp>
    </p:spTree>
    <p:extLst>
      <p:ext uri="{BB962C8B-B14F-4D97-AF65-F5344CB8AC3E}">
        <p14:creationId xmlns:p14="http://schemas.microsoft.com/office/powerpoint/2010/main" val="1943282893"/>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8BF14F3-5478-4519-AD21-EEFEA50DA5C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B2061B90-2CE4-48B1-9A22-A7CC285879E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4DB0A978-E27B-4E76-A6D9-33BF59BAA2D1}"/>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1~2행:</a:t>
            </a:r>
          </a:p>
        </p:txBody>
      </p:sp>
      <p:sp>
        <p:nvSpPr>
          <p:cNvPr id="4" name="">
            <a:extLst xmlns:a="http://schemas.openxmlformats.org/drawingml/2006/main">
              <a:ext uri="{FF2B5EF4-FFF2-40B4-BE49-F238E27FC236}">
                <a16:creationId xmlns:a16="http://schemas.microsoft.com/office/drawing/2014/main" id="{361F32EB-AFDB-4F13-9F9B-6E89B8946A5D}"/>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 목록과 초기 상태를 정합니다.</a:t>
            </a:r>
          </a:p>
        </p:txBody>
      </p:sp>
      <p:sp>
        <p:nvSpPr>
          <p:cNvPr id="5" name="">
            <a:extLst xmlns:a="http://schemas.openxmlformats.org/drawingml/2006/main">
              <a:ext uri="{FF2B5EF4-FFF2-40B4-BE49-F238E27FC236}">
                <a16:creationId xmlns:a16="http://schemas.microsoft.com/office/drawing/2014/main" id="{5D002452-BC65-43A5-B6DE-942D23E2DD1E}"/>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4C68D73-C916-46D3-8F7C-ED743B5DD90E}"/>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3행:</a:t>
            </a:r>
          </a:p>
        </p:txBody>
      </p:sp>
      <p:sp>
        <p:nvSpPr>
          <p:cNvPr id="7" name="">
            <a:extLst xmlns:a="http://schemas.openxmlformats.org/drawingml/2006/main">
              <a:ext uri="{FF2B5EF4-FFF2-40B4-BE49-F238E27FC236}">
                <a16:creationId xmlns:a16="http://schemas.microsoft.com/office/drawing/2014/main" id="{F163B4CC-8D26-4276-9CC2-1375A83B2D4C}"/>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한 값씩 꺼냅니다.</a:t>
            </a:r>
          </a:p>
        </p:txBody>
      </p:sp>
      <p:sp>
        <p:nvSpPr>
          <p:cNvPr id="8" name="">
            <a:extLst xmlns:a="http://schemas.openxmlformats.org/drawingml/2006/main">
              <a:ext uri="{FF2B5EF4-FFF2-40B4-BE49-F238E27FC236}">
                <a16:creationId xmlns:a16="http://schemas.microsoft.com/office/drawing/2014/main" id="{5C41F629-A2A4-441F-B6A3-39F812E35302}"/>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40E1B8C-5AEA-4B13-AF8F-B5D50EEB7591}"/>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4~7행:</a:t>
            </a:r>
          </a:p>
        </p:txBody>
      </p:sp>
      <p:sp>
        <p:nvSpPr>
          <p:cNvPr id="10" name="">
            <a:extLst xmlns:a="http://schemas.openxmlformats.org/drawingml/2006/main">
              <a:ext uri="{FF2B5EF4-FFF2-40B4-BE49-F238E27FC236}">
                <a16:creationId xmlns:a16="http://schemas.microsoft.com/office/drawing/2014/main" id="{143482FA-5BE1-4863-ADC4-408C8FDA0B68}"/>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켜짐·꺼짐 문턱을 검사합니다.</a:t>
            </a:r>
          </a:p>
        </p:txBody>
      </p:sp>
      <p:sp>
        <p:nvSpPr>
          <p:cNvPr id="11" name="">
            <a:extLst xmlns:a="http://schemas.openxmlformats.org/drawingml/2006/main">
              <a:ext uri="{FF2B5EF4-FFF2-40B4-BE49-F238E27FC236}">
                <a16:creationId xmlns:a16="http://schemas.microsoft.com/office/drawing/2014/main" id="{BD67D9E9-567C-4391-9C9D-B0F593C4B004}"/>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0E6F897-493F-48D4-89BC-04575F916F6F}"/>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8행:</a:t>
            </a:r>
          </a:p>
        </p:txBody>
      </p:sp>
      <p:sp>
        <p:nvSpPr>
          <p:cNvPr id="13" name="">
            <a:extLst xmlns:a="http://schemas.openxmlformats.org/drawingml/2006/main">
              <a:ext uri="{FF2B5EF4-FFF2-40B4-BE49-F238E27FC236}">
                <a16:creationId xmlns:a16="http://schemas.microsoft.com/office/drawing/2014/main" id="{D09CF81B-E61C-43A6-BA9C-C4A9CFBACEAA}"/>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값과 상태를 출력합니다.</a:t>
            </a:r>
          </a:p>
        </p:txBody>
      </p:sp>
      <p:sp>
        <p:nvSpPr>
          <p:cNvPr id="14" name="">
            <a:extLst xmlns:a="http://schemas.openxmlformats.org/drawingml/2006/main">
              <a:ext uri="{FF2B5EF4-FFF2-40B4-BE49-F238E27FC236}">
                <a16:creationId xmlns:a16="http://schemas.microsoft.com/office/drawing/2014/main" id="{CED23FDE-33A1-42FF-8E04-DB95B133DD1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8D8A555-168E-41D2-8EF0-D2C7AF92AB1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C504B171-7D68-46DF-B8B5-4CBC3261C8C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1616555396"/>
      </p:ext>
    </p:extLst>
  </p:cSld>
</p:sld>
</file>

<file path=ppt/slides/slide6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6F48214-85C2-4787-A2AF-50DEB0AB0C6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FB5322E8-8CBC-4352-B250-5FB491F158B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F9BB1957-F20D-4FAC-80FE-9180FA377E6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4D780BF-C01C-44E0-A95D-BC33A7825FF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EC115E38-B171-4226-95CB-72383DCFA0E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750F590-F40C-418A-ACB5-F048FA4ACFB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F930609-A348-4256-B88A-E98DFD8108F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work/hysteresis_trace.py</a:t>
            </a:r>
          </a:p>
        </p:txBody>
      </p:sp>
      <p:sp>
        <p:nvSpPr>
          <p:cNvPr id="8" name="">
            <a:extLst xmlns:a="http://schemas.openxmlformats.org/drawingml/2006/main">
              <a:ext uri="{FF2B5EF4-FFF2-40B4-BE49-F238E27FC236}">
                <a16:creationId xmlns:a16="http://schemas.microsoft.com/office/drawing/2014/main" id="{08BDE231-3BC4-43B9-AF9D-3A0CD8BB9904}"/>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928D43-5554-4E3D-A371-77DA70F2E713}"/>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3B0F30C-3F52-461A-AEF1-C2CE1E7762C4}"/>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work/hysteresis_trace.py</a:t>
            </a:r>
          </a:p>
        </p:txBody>
      </p:sp>
      <p:sp>
        <p:nvSpPr>
          <p:cNvPr id="11" name="">
            <a:extLst xmlns:a="http://schemas.openxmlformats.org/drawingml/2006/main">
              <a:ext uri="{FF2B5EF4-FFF2-40B4-BE49-F238E27FC236}">
                <a16:creationId xmlns:a16="http://schemas.microsoft.com/office/drawing/2014/main" id="{09E070D4-16F9-4EFD-9C6D-49ADF496DC0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82BE9C4-3013-4F50-AB0C-7656FFEE2E1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3" name="">
            <a:extLst xmlns:a="http://schemas.openxmlformats.org/drawingml/2006/main">
              <a:ext uri="{FF2B5EF4-FFF2-40B4-BE49-F238E27FC236}">
                <a16:creationId xmlns:a16="http://schemas.microsoft.com/office/drawing/2014/main" id="{195E09DD-51C5-435A-80CD-5E0DD66DCCB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065</a:t>
            </a:r>
          </a:p>
        </p:txBody>
      </p:sp>
    </p:spTree>
    <p:extLst>
      <p:ext uri="{BB962C8B-B14F-4D97-AF65-F5344CB8AC3E}">
        <p14:creationId xmlns:p14="http://schemas.microsoft.com/office/powerpoint/2010/main" val="566353508"/>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22D0C53-DD48-4ACD-AF94-0AF1300DE3B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18268FF-1669-41CC-B980-3A0237047FB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B912CB04-DF4A-42D3-B53A-FB519498B650}"/>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2EA1C21-0CC4-4495-BFB3-3F5FBDAF6C2F}"/>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27.8 False → 28.1 True</a:t>
            </a:r>
          </a:p>
        </p:txBody>
      </p:sp>
      <p:sp>
        <p:nvSpPr>
          <p:cNvPr id="5" name="">
            <a:extLst xmlns:a="http://schemas.openxmlformats.org/drawingml/2006/main">
              <a:ext uri="{FF2B5EF4-FFF2-40B4-BE49-F238E27FC236}">
                <a16:creationId xmlns:a16="http://schemas.microsoft.com/office/drawing/2014/main" id="{AE5D7F1C-939A-4177-990A-2040C3C4F662}"/>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27.9 True → 27.4 False</a:t>
            </a:r>
          </a:p>
        </p:txBody>
      </p:sp>
      <p:sp>
        <p:nvSpPr>
          <p:cNvPr id="6" name="">
            <a:extLst xmlns:a="http://schemas.openxmlformats.org/drawingml/2006/main">
              <a:ext uri="{FF2B5EF4-FFF2-40B4-BE49-F238E27FC236}">
                <a16:creationId xmlns:a16="http://schemas.microsoft.com/office/drawing/2014/main" id="{8522C383-3647-4AB9-8AC2-1B8ADB46596C}"/>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중간 27.9에서는 이전 True를 유지합니다.</a:t>
            </a:r>
          </a:p>
        </p:txBody>
      </p:sp>
      <p:sp>
        <p:nvSpPr>
          <p:cNvPr id="7" name="">
            <a:extLst xmlns:a="http://schemas.openxmlformats.org/drawingml/2006/main">
              <a:ext uri="{FF2B5EF4-FFF2-40B4-BE49-F238E27FC236}">
                <a16:creationId xmlns:a16="http://schemas.microsoft.com/office/drawing/2014/main" id="{270146A5-CE8B-4AE7-9991-18DC2AD67A0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17D8376-46ED-4EB5-94BE-70C6C477D51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18AD0D81-3ECF-4FA0-8975-0794D254BD8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2073870963"/>
      </p:ext>
    </p:extLst>
  </p:cSld>
</p:sld>
</file>

<file path=ppt/slides/slide6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75172EE-1811-4A9E-9549-F3C7FB21EF6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DDF69624-CC7F-43D0-A979-A7443CB5BEE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9A26D457-D750-4B21-937E-1682D2EB71D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초기 False · 입력 [28.0,27.7,None,27.5]</a:t>
            </a:r>
          </a:p>
        </p:txBody>
      </p:sp>
      <p:sp>
        <p:nvSpPr>
          <p:cNvPr id="4" name="">
            <a:extLst xmlns:a="http://schemas.openxmlformats.org/drawingml/2006/main">
              <a:ext uri="{FF2B5EF4-FFF2-40B4-BE49-F238E27FC236}">
                <a16:creationId xmlns:a16="http://schemas.microsoft.com/office/drawing/2014/main" id="{22D234AC-0507-4B69-A952-1B4B7DBFAE7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상태와 누락 메시지를 순서대로 쓰세요.</a:t>
            </a:r>
          </a:p>
        </p:txBody>
      </p:sp>
      <p:sp>
        <p:nvSpPr>
          <p:cNvPr id="5" name="">
            <a:extLst xmlns:a="http://schemas.openxmlformats.org/drawingml/2006/main">
              <a:ext uri="{FF2B5EF4-FFF2-40B4-BE49-F238E27FC236}">
                <a16:creationId xmlns:a16="http://schemas.microsoft.com/office/drawing/2014/main" id="{D66C34A4-B7DC-47B5-AD8D-90E4D3DF6A5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A4CAE8D-7659-4244-95BF-94658731F51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4A79872E-D17D-486C-9CE8-9C9B459CE9E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067</a:t>
            </a:r>
          </a:p>
        </p:txBody>
      </p:sp>
    </p:spTree>
    <p:extLst>
      <p:ext uri="{BB962C8B-B14F-4D97-AF65-F5344CB8AC3E}">
        <p14:creationId xmlns:p14="http://schemas.microsoft.com/office/powerpoint/2010/main" val="551030516"/>
      </p:ext>
    </p:extLst>
  </p:cSld>
</p:sld>
</file>

<file path=ppt/slides/slide6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92DDC63-D6A5-4872-BB48-90A01B22A0A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0A0E4DD-6E0B-449F-80DA-0CDEC1E18C8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BEB57499-935F-413E-B769-DE07B88D4EA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AA200DC-62BE-42D2-B50D-2785DAA3E95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True → True → 상태 유지</a:t>
            </a:r>
            <a:r>
              <a:t>·no command → False</a:t>
            </a:r>
          </a:p>
        </p:txBody>
      </p:sp>
      <p:sp>
        <p:nvSpPr>
          <p:cNvPr id="5" name="">
            <a:extLst xmlns:a="http://schemas.openxmlformats.org/drawingml/2006/main">
              <a:ext uri="{FF2B5EF4-FFF2-40B4-BE49-F238E27FC236}">
                <a16:creationId xmlns:a16="http://schemas.microsoft.com/office/drawing/2014/main" id="{EC282917-E6D6-4232-B9C0-1C6CB226B9F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0821711-64C2-463C-A895-5CA2C0A8258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0471E4E-0DAE-4C79-A331-1A172EC9226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None을 0으로 넣어 꺼짐 판정을 하지 않습니다.</a:t>
            </a:r>
          </a:p>
        </p:txBody>
      </p:sp>
      <p:sp>
        <p:nvSpPr>
          <p:cNvPr id="8" name="">
            <a:extLst xmlns:a="http://schemas.openxmlformats.org/drawingml/2006/main">
              <a:ext uri="{FF2B5EF4-FFF2-40B4-BE49-F238E27FC236}">
                <a16:creationId xmlns:a16="http://schemas.microsoft.com/office/drawing/2014/main" id="{B86626E0-9F0B-4577-9F3E-1F5A0162B6C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720BB26-378A-480F-9B7B-9B040575F61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B66FA681-449B-4102-9F2C-A9A7B50819D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068</a:t>
            </a:r>
          </a:p>
        </p:txBody>
      </p:sp>
    </p:spTree>
    <p:extLst>
      <p:ext uri="{BB962C8B-B14F-4D97-AF65-F5344CB8AC3E}">
        <p14:creationId xmlns:p14="http://schemas.microsoft.com/office/powerpoint/2010/main" val="201041057"/>
      </p:ext>
    </p:extLst>
  </p:cSld>
</p:sld>
</file>

<file path=ppt/slides/slide6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7859F03-2EB3-4D27-A31B-62918BFD76D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D3774C30-67F0-4704-A1FA-AD5C2D0C9B8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152C3AFE-435C-4E3F-AD46-0CD7B486A27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초기 상태를 True로 바꿉니다.</a:t>
            </a:r>
          </a:p>
        </p:txBody>
      </p:sp>
      <p:sp>
        <p:nvSpPr>
          <p:cNvPr id="4" name="">
            <a:extLst xmlns:a="http://schemas.openxmlformats.org/drawingml/2006/main">
              <a:ext uri="{FF2B5EF4-FFF2-40B4-BE49-F238E27FC236}">
                <a16:creationId xmlns:a16="http://schemas.microsoft.com/office/drawing/2014/main" id="{F12BC7B5-45C0-4C00-A47E-F047D4C4F7B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첫 27.8에서 True가 유지됩니다.</a:t>
            </a:r>
          </a:p>
        </p:txBody>
      </p:sp>
      <p:sp>
        <p:nvSpPr>
          <p:cNvPr id="5" name="">
            <a:extLst xmlns:a="http://schemas.openxmlformats.org/drawingml/2006/main">
              <a:ext uri="{FF2B5EF4-FFF2-40B4-BE49-F238E27FC236}">
                <a16:creationId xmlns:a16="http://schemas.microsoft.com/office/drawing/2014/main" id="{894C5CB7-DC9F-4E85-8737-7A4F5E949D1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F31DE67-9002-4813-8336-67433EEA2B4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2305DBD4-6949-41B5-B34A-5090B909116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069</a:t>
            </a:r>
          </a:p>
        </p:txBody>
      </p:sp>
    </p:spTree>
    <p:extLst>
      <p:ext uri="{BB962C8B-B14F-4D97-AF65-F5344CB8AC3E}">
        <p14:creationId xmlns:p14="http://schemas.microsoft.com/office/powerpoint/2010/main" val="1204674777"/>
      </p:ext>
    </p:extLst>
  </p:cSld>
</p:sld>
</file>

<file path=ppt/slides/slide7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8A2B5E-36F4-402E-86AB-EA11EB4579D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6010894-D1D4-4433-AD64-3A079AF2739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8E06B415-8CCF-470E-B2AF-A1A079E9FE9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05E97C8-76D0-4954-8053-1E9625273FF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실물 제어의 안전 정책은 별도입니다.</a:t>
            </a:r>
          </a:p>
        </p:txBody>
      </p:sp>
      <p:sp>
        <p:nvSpPr>
          <p:cNvPr id="5" name="">
            <a:extLst xmlns:a="http://schemas.openxmlformats.org/drawingml/2006/main">
              <a:ext uri="{FF2B5EF4-FFF2-40B4-BE49-F238E27FC236}">
                <a16:creationId xmlns:a16="http://schemas.microsoft.com/office/drawing/2014/main" id="{C2635A46-4439-418C-9047-962FA5BDCB1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89152D5-2C2C-40FB-97F9-CFF8B63DFB7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B86811C-261E-4CEA-8A93-A3A88C6FF11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결측 처리 예를 모든 장비에 그대로 쓰지 않습니다.</a:t>
            </a:r>
          </a:p>
        </p:txBody>
      </p:sp>
      <p:sp>
        <p:nvSpPr>
          <p:cNvPr id="8" name="">
            <a:extLst xmlns:a="http://schemas.openxmlformats.org/drawingml/2006/main">
              <a:ext uri="{FF2B5EF4-FFF2-40B4-BE49-F238E27FC236}">
                <a16:creationId xmlns:a16="http://schemas.microsoft.com/office/drawing/2014/main" id="{9FAA161F-5C50-43BE-BE14-FCB17FCFC43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A2C4CA5-B017-4AB5-BD51-26FB625F866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4B71D370-3F67-4C4A-94AE-44FABE2C666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070</a:t>
            </a:r>
          </a:p>
        </p:txBody>
      </p:sp>
    </p:spTree>
    <p:extLst>
      <p:ext uri="{BB962C8B-B14F-4D97-AF65-F5344CB8AC3E}">
        <p14:creationId xmlns:p14="http://schemas.microsoft.com/office/powerpoint/2010/main" val="2127501412"/>
      </p:ext>
    </p:extLst>
  </p:cSld>
</p:sld>
</file>

<file path=ppt/slides/slide7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93C1A49-7E40-4D43-AE94-7835783DB8E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D2C1BAF6-9318-4AA4-85A0-FADAEFFD822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822FABA7-D75F-4247-A7F3-6887D90B0A9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히스테리시스가 이전 상태를 쓰는 이유는?</a:t>
            </a:r>
          </a:p>
        </p:txBody>
      </p:sp>
      <p:sp>
        <p:nvSpPr>
          <p:cNvPr id="4" name="">
            <a:extLst xmlns:a="http://schemas.openxmlformats.org/drawingml/2006/main">
              <a:ext uri="{FF2B5EF4-FFF2-40B4-BE49-F238E27FC236}">
                <a16:creationId xmlns:a16="http://schemas.microsoft.com/office/drawing/2014/main" id="{9C487CB8-395B-48E5-AA98-E2987E2A16D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중간 값 한 개로 설명해 봅시다.</a:t>
            </a:r>
          </a:p>
        </p:txBody>
      </p:sp>
      <p:sp>
        <p:nvSpPr>
          <p:cNvPr id="5" name="">
            <a:extLst xmlns:a="http://schemas.openxmlformats.org/drawingml/2006/main">
              <a:ext uri="{FF2B5EF4-FFF2-40B4-BE49-F238E27FC236}">
                <a16:creationId xmlns:a16="http://schemas.microsoft.com/office/drawing/2014/main" id="{801B0EE5-E19F-48A6-9714-E86F928686E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8B55F78-9D7F-44DB-AA26-16F19D09985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D20C91B9-A891-4478-BD45-2CA61F632AD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071</a:t>
            </a:r>
          </a:p>
        </p:txBody>
      </p:sp>
    </p:spTree>
    <p:extLst>
      <p:ext uri="{BB962C8B-B14F-4D97-AF65-F5344CB8AC3E}">
        <p14:creationId xmlns:p14="http://schemas.microsoft.com/office/powerpoint/2010/main" val="2002012827"/>
      </p:ext>
    </p:extLst>
  </p:cSld>
</p:sld>
</file>

<file path=ppt/slides/slide7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EBEE3B9-CE9E-4B18-8575-8A6B03CFA95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273F9930-1608-4294-A286-59BC24DB7A9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FC448593-CC23-47C5-8234-32C88B06A95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추가·복습: 초기 True, [27.6,27.5,None,28]</a:t>
            </a:r>
          </a:p>
        </p:txBody>
      </p:sp>
      <p:sp>
        <p:nvSpPr>
          <p:cNvPr id="4" name="">
            <a:extLst xmlns:a="http://schemas.openxmlformats.org/drawingml/2006/main">
              <a:ext uri="{FF2B5EF4-FFF2-40B4-BE49-F238E27FC236}">
                <a16:creationId xmlns:a16="http://schemas.microsoft.com/office/drawing/2014/main" id="{F15B78CF-C7D1-4FD7-8622-F4741B5DBDC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값과 상태 유효 여부를 따로 추적하세요.</a:t>
            </a:r>
          </a:p>
        </p:txBody>
      </p:sp>
      <p:sp>
        <p:nvSpPr>
          <p:cNvPr id="5" name="">
            <a:extLst xmlns:a="http://schemas.openxmlformats.org/drawingml/2006/main">
              <a:ext uri="{FF2B5EF4-FFF2-40B4-BE49-F238E27FC236}">
                <a16:creationId xmlns:a16="http://schemas.microsoft.com/office/drawing/2014/main" id="{B7587D2D-689C-478C-9DFC-950F2F387F0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BDFAC38-6B98-4D81-B8D7-D8D288F310E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0D7FE506-D39E-43DB-8872-56D4488433D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072</a:t>
            </a:r>
          </a:p>
        </p:txBody>
      </p:sp>
    </p:spTree>
    <p:extLst>
      <p:ext uri="{BB962C8B-B14F-4D97-AF65-F5344CB8AC3E}">
        <p14:creationId xmlns:p14="http://schemas.microsoft.com/office/powerpoint/2010/main" val="1142718874"/>
      </p:ext>
    </p:extLst>
  </p:cSld>
</p:sld>
</file>

<file path=ppt/slides/slide7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09FA1E9-F3AB-4169-8369-CFB805C00AAD}"/>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544425-41EF-48CE-B579-C1E12F0A03F2}"/>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83524DC6-0505-42F9-B92C-8CA765E0D37A}"/>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B4B59C4A-EEDF-4C12-9EFB-59B6B1D18F53}"/>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펌웨어·직렬 통신·배선 검토</a:t>
            </a:r>
          </a:p>
        </p:txBody>
      </p:sp>
      <p:sp>
        <p:nvSpPr>
          <p:cNvPr id="5" name="">
            <a:extLst xmlns:a="http://schemas.openxmlformats.org/drawingml/2006/main">
              <a:ext uri="{FF2B5EF4-FFF2-40B4-BE49-F238E27FC236}">
                <a16:creationId xmlns:a16="http://schemas.microsoft.com/office/drawing/2014/main" id="{0AF8194E-D4F1-4F33-B399-F2CF0599F256}"/>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C18939D-A945-4451-8A8E-72D1FE55C784}"/>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15:00~15:50 · 50분</a:t>
            </a:r>
          </a:p>
        </p:txBody>
      </p:sp>
      <p:sp>
        <p:nvSpPr>
          <p:cNvPr id="7" name="">
            <a:extLst xmlns:a="http://schemas.openxmlformats.org/drawingml/2006/main">
              <a:ext uri="{FF2B5EF4-FFF2-40B4-BE49-F238E27FC236}">
                <a16:creationId xmlns:a16="http://schemas.microsoft.com/office/drawing/2014/main" id="{933D9A7A-DF8B-4C01-BD67-1E16266D2CFF}"/>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A13 · A14 · A15</a:t>
            </a:r>
          </a:p>
        </p:txBody>
      </p:sp>
      <p:sp>
        <p:nvSpPr>
          <p:cNvPr id="8" name="">
            <a:extLst xmlns:a="http://schemas.openxmlformats.org/drawingml/2006/main">
              <a:ext uri="{FF2B5EF4-FFF2-40B4-BE49-F238E27FC236}">
                <a16:creationId xmlns:a16="http://schemas.microsoft.com/office/drawing/2014/main" id="{F90A2F1E-7059-4AE6-A392-10B7DF0398EE}"/>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79038352-21E6-4BCC-BE5D-F706E57033AD}"/>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2026.10.23</a:t>
            </a:r>
          </a:p>
        </p:txBody>
      </p:sp>
      <p:sp>
        <p:nvSpPr>
          <p:cNvPr id="10" name="">
            <a:extLst xmlns:a="http://schemas.openxmlformats.org/drawingml/2006/main">
              <a:ext uri="{FF2B5EF4-FFF2-40B4-BE49-F238E27FC236}">
                <a16:creationId xmlns:a16="http://schemas.microsoft.com/office/drawing/2014/main" id="{5F611979-0C93-43DC-9050-716A59CCCD35}"/>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073</a:t>
            </a:r>
          </a:p>
        </p:txBody>
      </p:sp>
    </p:spTree>
    <p:extLst>
      <p:ext uri="{BB962C8B-B14F-4D97-AF65-F5344CB8AC3E}">
        <p14:creationId xmlns:p14="http://schemas.microsoft.com/office/powerpoint/2010/main" val="741963582"/>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9763CBE-CDF4-4CA5-B6BF-5D9FF0A57A9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6E9D131A-D47D-46C5-8EB3-2F6BB49C8D0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PC 코드와 보드 펌웨어</a:t>
            </a:r>
          </a:p>
        </p:txBody>
      </p:sp>
      <p:sp>
        <p:nvSpPr>
          <p:cNvPr id="3" name="">
            <a:extLst xmlns:a="http://schemas.openxmlformats.org/drawingml/2006/main">
              <a:ext uri="{FF2B5EF4-FFF2-40B4-BE49-F238E27FC236}">
                <a16:creationId xmlns:a16="http://schemas.microsoft.com/office/drawing/2014/main" id="{BE033EF5-745D-4999-8AD8-3289B914D608}"/>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PC 코드와 보드 펌웨어</a:t>
            </a:r>
          </a:p>
        </p:txBody>
      </p:sp>
      <p:sp>
        <p:nvSpPr>
          <p:cNvPr id="4" name="">
            <a:extLst xmlns:a="http://schemas.openxmlformats.org/drawingml/2006/main">
              <a:ext uri="{FF2B5EF4-FFF2-40B4-BE49-F238E27FC236}">
                <a16:creationId xmlns:a16="http://schemas.microsoft.com/office/drawing/2014/main" id="{122666FD-6F9C-46BF-85BB-DF3802406B5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7275E7-3CBC-44E0-8A47-39C4B21BB557}"/>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파일은 PC에서 실행합니다.</a:t>
            </a:r>
          </a:p>
        </p:txBody>
      </p:sp>
      <p:sp>
        <p:nvSpPr>
          <p:cNvPr id="6" name="">
            <a:extLst xmlns:a="http://schemas.openxmlformats.org/drawingml/2006/main">
              <a:ext uri="{FF2B5EF4-FFF2-40B4-BE49-F238E27FC236}">
                <a16:creationId xmlns:a16="http://schemas.microsoft.com/office/drawing/2014/main" id="{4CE1E192-0E69-4944-AC2C-328BE0588D63}"/>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펌웨어는 보드에 넣어 실행합니다.</a:t>
            </a:r>
          </a:p>
        </p:txBody>
      </p:sp>
      <p:sp>
        <p:nvSpPr>
          <p:cNvPr id="7" name="">
            <a:extLst xmlns:a="http://schemas.openxmlformats.org/drawingml/2006/main">
              <a:ext uri="{FF2B5EF4-FFF2-40B4-BE49-F238E27FC236}">
                <a16:creationId xmlns:a16="http://schemas.microsoft.com/office/drawing/2014/main" id="{5670BDC5-BCB3-422A-8616-FDC4BE00082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4093BA1-D209-4B04-918A-6579C19DC35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2AB8E3B3-57BA-4A2A-919B-F8BE901D1FA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1521881444"/>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ECB3D1F-F438-489E-A2DA-DD550262063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3F648647-F2CF-48D4-B378-80B6D299159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setup과 loop</a:t>
            </a:r>
          </a:p>
        </p:txBody>
      </p:sp>
      <p:sp>
        <p:nvSpPr>
          <p:cNvPr id="3" name="">
            <a:extLst xmlns:a="http://schemas.openxmlformats.org/drawingml/2006/main">
              <a:ext uri="{FF2B5EF4-FFF2-40B4-BE49-F238E27FC236}">
                <a16:creationId xmlns:a16="http://schemas.microsoft.com/office/drawing/2014/main" id="{D3AE1BDB-4D7E-4FB2-B178-DCA01680847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setup과 loop</a:t>
            </a:r>
          </a:p>
        </p:txBody>
      </p:sp>
      <p:sp>
        <p:nvSpPr>
          <p:cNvPr id="4" name="">
            <a:extLst xmlns:a="http://schemas.openxmlformats.org/drawingml/2006/main">
              <a:ext uri="{FF2B5EF4-FFF2-40B4-BE49-F238E27FC236}">
                <a16:creationId xmlns:a16="http://schemas.microsoft.com/office/drawing/2014/main" id="{1472542D-C671-471C-9D73-23ED08B0E8A5}"/>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F54C05-A129-41B3-9013-D0E296235E0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통신 등 시작 설정을 합니다.</a:t>
            </a:r>
          </a:p>
        </p:txBody>
      </p:sp>
      <p:sp>
        <p:nvSpPr>
          <p:cNvPr id="6" name="">
            <a:extLst xmlns:a="http://schemas.openxmlformats.org/drawingml/2006/main">
              <a:ext uri="{FF2B5EF4-FFF2-40B4-BE49-F238E27FC236}">
                <a16:creationId xmlns:a16="http://schemas.microsoft.com/office/drawing/2014/main" id="{4255DF4A-13B8-4112-AEB3-36057F424CF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loop는 그 뒤 반복되는 함수입니다.</a:t>
            </a:r>
          </a:p>
        </p:txBody>
      </p:sp>
      <p:sp>
        <p:nvSpPr>
          <p:cNvPr id="7" name="">
            <a:extLst xmlns:a="http://schemas.openxmlformats.org/drawingml/2006/main">
              <a:ext uri="{FF2B5EF4-FFF2-40B4-BE49-F238E27FC236}">
                <a16:creationId xmlns:a16="http://schemas.microsoft.com/office/drawing/2014/main" id="{AB842F86-2BFB-48F4-A9EB-FBB477ED9E5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9B5872C-0207-4902-BDE2-183809005B3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706E778F-A404-4B17-AEDF-A740A543792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398896066"/>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C2BA9AF-254F-4BED-A21F-BF71EE28255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6A8521F-1D75-4817-B7E1-79BC37CB401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직렬 통신과 속도 설정</a:t>
            </a:r>
          </a:p>
        </p:txBody>
      </p:sp>
      <p:sp>
        <p:nvSpPr>
          <p:cNvPr id="3" name="">
            <a:extLst xmlns:a="http://schemas.openxmlformats.org/drawingml/2006/main">
              <a:ext uri="{FF2B5EF4-FFF2-40B4-BE49-F238E27FC236}">
                <a16:creationId xmlns:a16="http://schemas.microsoft.com/office/drawing/2014/main" id="{CC25A805-8828-46E5-8673-A816E560915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양쪽 통신 속도를 맞춥니다.</a:t>
            </a:r>
          </a:p>
        </p:txBody>
      </p:sp>
      <p:sp>
        <p:nvSpPr>
          <p:cNvPr id="4" name="">
            <a:extLst xmlns:a="http://schemas.openxmlformats.org/drawingml/2006/main">
              <a:ext uri="{FF2B5EF4-FFF2-40B4-BE49-F238E27FC236}">
                <a16:creationId xmlns:a16="http://schemas.microsoft.com/office/drawing/2014/main" id="{D31DF442-4910-4065-8F08-6F8B5ED3F3B1}"/>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BCAEE6-B201-4BDE-AB80-7F9F0E137E6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양쪽 통신 속도를 맞춥니다.</a:t>
            </a:r>
          </a:p>
        </p:txBody>
      </p:sp>
      <p:sp>
        <p:nvSpPr>
          <p:cNvPr id="6" name="">
            <a:extLst xmlns:a="http://schemas.openxmlformats.org/drawingml/2006/main">
              <a:ext uri="{FF2B5EF4-FFF2-40B4-BE49-F238E27FC236}">
                <a16:creationId xmlns:a16="http://schemas.microsoft.com/office/drawing/2014/main" id="{1E6E045F-0017-45EC-A1AE-8564B6753B2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예제는 Serial.begin(115200)을 사용합니다.</a:t>
            </a:r>
          </a:p>
        </p:txBody>
      </p:sp>
      <p:sp>
        <p:nvSpPr>
          <p:cNvPr id="7" name="">
            <a:extLst xmlns:a="http://schemas.openxmlformats.org/drawingml/2006/main">
              <a:ext uri="{FF2B5EF4-FFF2-40B4-BE49-F238E27FC236}">
                <a16:creationId xmlns:a16="http://schemas.microsoft.com/office/drawing/2014/main" id="{C2D9A9E6-6280-4BC1-8D97-86C2D531C70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EA6AD8C-CCB8-49C3-9931-99A4AA16ECD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51B73FC2-5C89-4E2D-9E78-2FBDC7E2B73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899271409"/>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68EEFD3-8450-411A-8F3E-8050D4236C9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06CF2656-4A59-416C-8B0E-760A91027FC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고정 출력과 센서 측정</a:t>
            </a:r>
          </a:p>
        </p:txBody>
      </p:sp>
      <p:sp>
        <p:nvSpPr>
          <p:cNvPr id="3" name="">
            <a:extLst xmlns:a="http://schemas.openxmlformats.org/drawingml/2006/main">
              <a:ext uri="{FF2B5EF4-FFF2-40B4-BE49-F238E27FC236}">
                <a16:creationId xmlns:a16="http://schemas.microsoft.com/office/drawing/2014/main" id="{8D5B5DC5-B6CF-4605-A6BE-C16B5286ADD4}"/>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Serial.println이 같은 문장을 보냅니다.</a:t>
            </a:r>
          </a:p>
        </p:txBody>
      </p:sp>
      <p:sp>
        <p:nvSpPr>
          <p:cNvPr id="4" name="">
            <a:extLst xmlns:a="http://schemas.openxmlformats.org/drawingml/2006/main">
              <a:ext uri="{FF2B5EF4-FFF2-40B4-BE49-F238E27FC236}">
                <a16:creationId xmlns:a16="http://schemas.microsoft.com/office/drawing/2014/main" id="{57810616-C93B-43BE-8980-024AAEB3AC15}"/>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이 예에는 센서를 읽는 함수가 없습니다.</a:t>
            </a:r>
          </a:p>
        </p:txBody>
      </p:sp>
      <p:sp>
        <p:nvSpPr>
          <p:cNvPr id="5" name="">
            <a:extLst xmlns:a="http://schemas.openxmlformats.org/drawingml/2006/main">
              <a:ext uri="{FF2B5EF4-FFF2-40B4-BE49-F238E27FC236}">
                <a16:creationId xmlns:a16="http://schemas.microsoft.com/office/drawing/2014/main" id="{850F564D-3708-4587-A1C4-4309FF8664A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330BE73-388D-4645-B2D9-D417622A7B2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F4094CBC-624B-4565-950F-7BBE5611358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665595147"/>
      </p:ext>
    </p:extLst>
  </p:cSld>
</p:sld>
</file>

<file path=ppt/slides/slide7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B70605-8D27-4534-9949-D6962415071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8BEEB686-EC63-4877-9A7B-6C85A73A4EF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delay와 실행 주기</a:t>
            </a:r>
          </a:p>
        </p:txBody>
      </p:sp>
      <p:sp>
        <p:nvSpPr>
          <p:cNvPr id="3" name="">
            <a:extLst xmlns:a="http://schemas.openxmlformats.org/drawingml/2006/main">
              <a:ext uri="{FF2B5EF4-FFF2-40B4-BE49-F238E27FC236}">
                <a16:creationId xmlns:a16="http://schemas.microsoft.com/office/drawing/2014/main" id="{F688E13F-76BB-4FCE-B879-C65D2719536A}"/>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83E8721-3913-48DE-92E1-61B193A182BF}"/>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delay(1000)은 1000ms 대기입니다.</a:t>
            </a:r>
          </a:p>
        </p:txBody>
      </p:sp>
      <p:sp>
        <p:nvSpPr>
          <p:cNvPr id="5" name="">
            <a:extLst xmlns:a="http://schemas.openxmlformats.org/drawingml/2006/main">
              <a:ext uri="{FF2B5EF4-FFF2-40B4-BE49-F238E27FC236}">
                <a16:creationId xmlns:a16="http://schemas.microsoft.com/office/drawing/2014/main" id="{0B71E2B2-ABF8-4399-A0C4-10A2877DFC23}"/>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전체 주기 정확도를 측정한 결과는 아닙니다.</a:t>
            </a:r>
          </a:p>
        </p:txBody>
      </p:sp>
      <p:sp>
        <p:nvSpPr>
          <p:cNvPr id="6" name="">
            <a:extLst xmlns:a="http://schemas.openxmlformats.org/drawingml/2006/main">
              <a:ext uri="{FF2B5EF4-FFF2-40B4-BE49-F238E27FC236}">
                <a16:creationId xmlns:a16="http://schemas.microsoft.com/office/drawing/2014/main" id="{3D82FC68-CD4F-483E-B230-3F12BF2C69A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71648DF-6ED1-4AF5-A925-6D9FC2DCE03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D16FD2D3-6513-498F-8156-2C74E715319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078</a:t>
            </a:r>
          </a:p>
        </p:txBody>
      </p:sp>
    </p:spTree>
    <p:extLst>
      <p:ext uri="{BB962C8B-B14F-4D97-AF65-F5344CB8AC3E}">
        <p14:creationId xmlns:p14="http://schemas.microsoft.com/office/powerpoint/2010/main" val="1807932147"/>
      </p:ext>
    </p:extLst>
  </p:cSld>
</p:sld>
</file>

<file path=ppt/slides/slide7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3979ADA-7857-4848-B3AF-08116EC5FE0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C652740C-CA2C-4337-A1BC-838ABC939BC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배선 전 확인 조건</a:t>
            </a:r>
          </a:p>
        </p:txBody>
      </p:sp>
      <p:sp>
        <p:nvSpPr>
          <p:cNvPr id="3" name="">
            <a:extLst xmlns:a="http://schemas.openxmlformats.org/drawingml/2006/main">
              <a:ext uri="{FF2B5EF4-FFF2-40B4-BE49-F238E27FC236}">
                <a16:creationId xmlns:a16="http://schemas.microsoft.com/office/drawing/2014/main" id="{69B859C6-B5E2-49A9-9890-C5E2F27FDBD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보드 모델</a:t>
            </a:r>
          </a:p>
        </p:txBody>
      </p:sp>
      <p:sp>
        <p:nvSpPr>
          <p:cNvPr id="4" name="">
            <a:extLst xmlns:a="http://schemas.openxmlformats.org/drawingml/2006/main">
              <a:ext uri="{FF2B5EF4-FFF2-40B4-BE49-F238E27FC236}">
                <a16:creationId xmlns:a16="http://schemas.microsoft.com/office/drawing/2014/main" id="{74F82941-D03D-44FE-AA18-7D762AA06680}"/>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8A3DCD-EBF6-4799-B70A-7771FA0E7CF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보드 모델</a:t>
            </a:r>
            <a:r>
              <a:t> · 핀 기능 · 전압 · 반환 경로</a:t>
            </a:r>
          </a:p>
        </p:txBody>
      </p:sp>
      <p:sp>
        <p:nvSpPr>
          <p:cNvPr id="6" name="">
            <a:extLst xmlns:a="http://schemas.openxmlformats.org/drawingml/2006/main">
              <a:ext uri="{FF2B5EF4-FFF2-40B4-BE49-F238E27FC236}">
                <a16:creationId xmlns:a16="http://schemas.microsoft.com/office/drawing/2014/main" id="{E49B5AD6-F56E-4EA5-9423-558BA23522F3}"/>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전원을 끈 상태의 도면부터 검토합니다.</a:t>
            </a:r>
          </a:p>
        </p:txBody>
      </p:sp>
      <p:sp>
        <p:nvSpPr>
          <p:cNvPr id="7" name="">
            <a:extLst xmlns:a="http://schemas.openxmlformats.org/drawingml/2006/main">
              <a:ext uri="{FF2B5EF4-FFF2-40B4-BE49-F238E27FC236}">
                <a16:creationId xmlns:a16="http://schemas.microsoft.com/office/drawing/2014/main" id="{BB4C5E21-5A60-411C-8E7E-78116F81F8A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339A0B5-CA87-447F-B41C-90B885EE8B2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8E062BB5-3E0C-4311-8D5A-2F1B5351CC1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079</a:t>
            </a:r>
          </a:p>
        </p:txBody>
      </p:sp>
    </p:spTree>
    <p:extLst>
      <p:ext uri="{BB962C8B-B14F-4D97-AF65-F5344CB8AC3E}">
        <p14:creationId xmlns:p14="http://schemas.microsoft.com/office/powerpoint/2010/main" val="1003910894"/>
      </p:ext>
    </p:extLst>
  </p:cSld>
</p:sld>
</file>

<file path=ppt/slides/slide8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36BB937-96EF-45EA-906F-4FF0ED68EE9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8D1C6FF9-3B5A-4AC5-A4EE-4F6BC4BFDC1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보드 반복 코드 읽기 예제</a:t>
            </a:r>
          </a:p>
        </p:txBody>
      </p:sp>
      <p:sp>
        <p:nvSpPr>
          <p:cNvPr id="3" name="">
            <a:extLst xmlns:a="http://schemas.openxmlformats.org/drawingml/2006/main">
              <a:ext uri="{FF2B5EF4-FFF2-40B4-BE49-F238E27FC236}">
                <a16:creationId xmlns:a16="http://schemas.microsoft.com/office/drawing/2014/main" id="{5A693877-7871-4FE2-B65B-D2F80C21A22D}"/>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3BD7D64-D500-4AF2-9085-E0C031CFB4E4}"/>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B72CEB65-2E3E-4A96-B76E-F6B227DD1E08}"/>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void setup() {</a:t>
            </a:r>
          </a:p>
        </p:txBody>
      </p:sp>
      <p:sp>
        <p:nvSpPr>
          <p:cNvPr id="6" name="">
            <a:extLst xmlns:a="http://schemas.openxmlformats.org/drawingml/2006/main">
              <a:ext uri="{FF2B5EF4-FFF2-40B4-BE49-F238E27FC236}">
                <a16:creationId xmlns:a16="http://schemas.microsoft.com/office/drawing/2014/main" id="{CAECF1AF-AB58-4497-81AC-7CC6D5F1DAB3}"/>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227DBD33-E40F-414D-9D9E-8E55B23F182C}"/>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Serial.begin(115200);</a:t>
            </a:r>
          </a:p>
        </p:txBody>
      </p:sp>
      <p:sp>
        <p:nvSpPr>
          <p:cNvPr id="8" name="">
            <a:extLst xmlns:a="http://schemas.openxmlformats.org/drawingml/2006/main">
              <a:ext uri="{FF2B5EF4-FFF2-40B4-BE49-F238E27FC236}">
                <a16:creationId xmlns:a16="http://schemas.microsoft.com/office/drawing/2014/main" id="{29D9BE21-C018-4BA6-B952-A99C66E8960D}"/>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86F6D924-6051-4064-8515-5FBE950DB992}"/>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0" name="">
            <a:extLst xmlns:a="http://schemas.openxmlformats.org/drawingml/2006/main">
              <a:ext uri="{FF2B5EF4-FFF2-40B4-BE49-F238E27FC236}">
                <a16:creationId xmlns:a16="http://schemas.microsoft.com/office/drawing/2014/main" id="{468DBC05-6D0F-48B9-AFD6-FEA37FBF37CD}"/>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0EB4AD06-5EBE-4672-8C24-932D6BD68DF2}"/>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void loop() {</a:t>
            </a:r>
          </a:p>
        </p:txBody>
      </p:sp>
      <p:sp>
        <p:nvSpPr>
          <p:cNvPr id="12" name="">
            <a:extLst xmlns:a="http://schemas.openxmlformats.org/drawingml/2006/main">
              <a:ext uri="{FF2B5EF4-FFF2-40B4-BE49-F238E27FC236}">
                <a16:creationId xmlns:a16="http://schemas.microsoft.com/office/drawing/2014/main" id="{BDEDD507-6308-4461-8237-2AA49863A16F}"/>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55653575-7238-45FC-B623-C67A8044E775}"/>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Serial.println(</a:t>
            </a:r>
            <a:r>
              <a:rPr>
                <a:solidFill>
                  <a:srgbClr val="BACBFA"/>
                </a:solidFill>
              </a:rPr>
              <a:t>"mock:28.0"</a:t>
            </a:r>
            <a:r>
              <a:rPr>
                <a:solidFill>
                  <a:srgbClr val="FFFFFF"/>
                </a:solidFill>
              </a:rPr>
              <a:t>);</a:t>
            </a:r>
          </a:p>
        </p:txBody>
      </p:sp>
      <p:sp>
        <p:nvSpPr>
          <p:cNvPr id="14" name="">
            <a:extLst xmlns:a="http://schemas.openxmlformats.org/drawingml/2006/main">
              <a:ext uri="{FF2B5EF4-FFF2-40B4-BE49-F238E27FC236}">
                <a16:creationId xmlns:a16="http://schemas.microsoft.com/office/drawing/2014/main" id="{81F9D604-6B17-47DC-8676-0F1AE680653E}"/>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C26BFC0A-6E02-4CF5-A113-7D49177FE3C1}"/>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delay(1000);</a:t>
            </a:r>
          </a:p>
        </p:txBody>
      </p:sp>
      <p:sp>
        <p:nvSpPr>
          <p:cNvPr id="16" name="">
            <a:extLst xmlns:a="http://schemas.openxmlformats.org/drawingml/2006/main">
              <a:ext uri="{FF2B5EF4-FFF2-40B4-BE49-F238E27FC236}">
                <a16:creationId xmlns:a16="http://schemas.microsoft.com/office/drawing/2014/main" id="{00539985-96AE-4B30-A50D-953A646F2F8C}"/>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53CEAAD7-C72D-4BB5-9FA5-3BFFC733217D}"/>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8" name="">
            <a:extLst xmlns:a="http://schemas.openxmlformats.org/drawingml/2006/main">
              <a:ext uri="{FF2B5EF4-FFF2-40B4-BE49-F238E27FC236}">
                <a16:creationId xmlns:a16="http://schemas.microsoft.com/office/drawing/2014/main" id="{5CE2AF53-1B68-4D5A-B9AF-68E05C68F83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CEA9D76-3941-47F8-830D-4E965575B44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20" name="">
            <a:extLst xmlns:a="http://schemas.openxmlformats.org/drawingml/2006/main">
              <a:ext uri="{FF2B5EF4-FFF2-40B4-BE49-F238E27FC236}">
                <a16:creationId xmlns:a16="http://schemas.microsoft.com/office/drawing/2014/main" id="{B3AE4E1A-BB55-4EB0-A5B4-51688C6AF9F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080</a:t>
            </a:r>
          </a:p>
        </p:txBody>
      </p:sp>
    </p:spTree>
    <p:extLst>
      <p:ext uri="{BB962C8B-B14F-4D97-AF65-F5344CB8AC3E}">
        <p14:creationId xmlns:p14="http://schemas.microsoft.com/office/powerpoint/2010/main" val="1740477875"/>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61E9E4E-DBBE-4C77-9C9C-7DC687B4A07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4A17FBB4-B0CA-47F6-9974-3CC593BE14B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47894ACC-94C9-496D-B847-9C6B31F256CC}"/>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1~3행:</a:t>
            </a:r>
          </a:p>
        </p:txBody>
      </p:sp>
      <p:sp>
        <p:nvSpPr>
          <p:cNvPr id="4" name="">
            <a:extLst xmlns:a="http://schemas.openxmlformats.org/drawingml/2006/main">
              <a:ext uri="{FF2B5EF4-FFF2-40B4-BE49-F238E27FC236}">
                <a16:creationId xmlns:a16="http://schemas.microsoft.com/office/drawing/2014/main" id="{BD46C636-D4D3-4E26-8851-466F64DF3003}"/>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시작할 때 통신을 설정합니다.</a:t>
            </a:r>
          </a:p>
        </p:txBody>
      </p:sp>
      <p:sp>
        <p:nvSpPr>
          <p:cNvPr id="5" name="">
            <a:extLst xmlns:a="http://schemas.openxmlformats.org/drawingml/2006/main">
              <a:ext uri="{FF2B5EF4-FFF2-40B4-BE49-F238E27FC236}">
                <a16:creationId xmlns:a16="http://schemas.microsoft.com/office/drawing/2014/main" id="{5C1EAF07-D1CD-438E-A450-41AE21585205}"/>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7610CB5-CA36-44BA-8DED-FBD52406E881}"/>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4~7행:</a:t>
            </a:r>
          </a:p>
        </p:txBody>
      </p:sp>
      <p:sp>
        <p:nvSpPr>
          <p:cNvPr id="7" name="">
            <a:extLst xmlns:a="http://schemas.openxmlformats.org/drawingml/2006/main">
              <a:ext uri="{FF2B5EF4-FFF2-40B4-BE49-F238E27FC236}">
                <a16:creationId xmlns:a16="http://schemas.microsoft.com/office/drawing/2014/main" id="{3B9F5F48-DBC1-461D-9E33-1D34EE3DB2AD}"/>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고정 문장을 반복 출력합니다.</a:t>
            </a:r>
          </a:p>
        </p:txBody>
      </p:sp>
      <p:sp>
        <p:nvSpPr>
          <p:cNvPr id="8" name="">
            <a:extLst xmlns:a="http://schemas.openxmlformats.org/drawingml/2006/main">
              <a:ext uri="{FF2B5EF4-FFF2-40B4-BE49-F238E27FC236}">
                <a16:creationId xmlns:a16="http://schemas.microsoft.com/office/drawing/2014/main" id="{BAA95F01-922D-4C9B-8549-5F96E489CC3B}"/>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34EAFCD-6693-4DFE-9ABF-C938E1F2E792}"/>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중괄호:</a:t>
            </a:r>
          </a:p>
        </p:txBody>
      </p:sp>
      <p:sp>
        <p:nvSpPr>
          <p:cNvPr id="10" name="">
            <a:extLst xmlns:a="http://schemas.openxmlformats.org/drawingml/2006/main">
              <a:ext uri="{FF2B5EF4-FFF2-40B4-BE49-F238E27FC236}">
                <a16:creationId xmlns:a16="http://schemas.microsoft.com/office/drawing/2014/main" id="{99EA01B9-8790-4599-8C95-5EA7E7E5981E}"/>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문장 묶음 · 세미콜론: 문장 끝</a:t>
            </a:r>
          </a:p>
        </p:txBody>
      </p:sp>
      <p:sp>
        <p:nvSpPr>
          <p:cNvPr id="11" name="">
            <a:extLst xmlns:a="http://schemas.openxmlformats.org/drawingml/2006/main">
              <a:ext uri="{FF2B5EF4-FFF2-40B4-BE49-F238E27FC236}">
                <a16:creationId xmlns:a16="http://schemas.microsoft.com/office/drawing/2014/main" id="{82EB5049-C58E-4585-BBC8-1131ADCFFF98}"/>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E04CFE4-78B2-43C7-9C34-901EFC0E0CE3}"/>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delay(1000):</a:t>
            </a:r>
          </a:p>
        </p:txBody>
      </p:sp>
      <p:sp>
        <p:nvSpPr>
          <p:cNvPr id="13" name="">
            <a:extLst xmlns:a="http://schemas.openxmlformats.org/drawingml/2006/main">
              <a:ext uri="{FF2B5EF4-FFF2-40B4-BE49-F238E27FC236}">
                <a16:creationId xmlns:a16="http://schemas.microsoft.com/office/drawing/2014/main" id="{70ABF9D8-DC46-4A48-A528-BE465864DA27}"/>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1초를 기다립니다.</a:t>
            </a:r>
          </a:p>
        </p:txBody>
      </p:sp>
      <p:sp>
        <p:nvSpPr>
          <p:cNvPr id="14" name="">
            <a:extLst xmlns:a="http://schemas.openxmlformats.org/drawingml/2006/main">
              <a:ext uri="{FF2B5EF4-FFF2-40B4-BE49-F238E27FC236}">
                <a16:creationId xmlns:a16="http://schemas.microsoft.com/office/drawing/2014/main" id="{0D445B22-1CE6-49BA-90F2-7DE2FAC8FD9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14AF2FD-7E3E-4164-B409-359C5A538B4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ABA50C6D-968F-48C3-AE34-37FE65D4EC7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515277494"/>
      </p:ext>
    </p:extLst>
  </p:cSld>
</p:sld>
</file>

<file path=ppt/slides/slide8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061E8C0-DF86-4617-BE43-E7DAD5301EC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FA8D11C9-5807-46AC-8B5A-B86F988ED29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155AFEB8-0D0D-4EA5-AA46-D96A913E3AF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2BD13FD-90BB-4CD9-8024-52700642155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 코드는 Python으로 실행하지 않습니다.</a:t>
            </a:r>
          </a:p>
        </p:txBody>
      </p:sp>
      <p:sp>
        <p:nvSpPr>
          <p:cNvPr id="5" name="">
            <a:extLst xmlns:a="http://schemas.openxmlformats.org/drawingml/2006/main">
              <a:ext uri="{FF2B5EF4-FFF2-40B4-BE49-F238E27FC236}">
                <a16:creationId xmlns:a16="http://schemas.microsoft.com/office/drawing/2014/main" id="{76981098-0E11-4645-9234-B3BA5A33F3B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E288658-0FE6-4D43-AC06-86312BA348C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D8452FD-7FE1-413D-A86F-142F0F58230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정확한 보드 모델을 먼저 확인합니다.</a:t>
            </a:r>
          </a:p>
        </p:txBody>
      </p:sp>
      <p:sp>
        <p:nvSpPr>
          <p:cNvPr id="8" name="">
            <a:extLst xmlns:a="http://schemas.openxmlformats.org/drawingml/2006/main">
              <a:ext uri="{FF2B5EF4-FFF2-40B4-BE49-F238E27FC236}">
                <a16:creationId xmlns:a16="http://schemas.microsoft.com/office/drawing/2014/main" id="{EBBBDDC9-60DF-49CB-A9FE-58D259BF1B97}"/>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45A3897-5833-4F8E-B4AD-E4A65DAF39A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7805C89-15A5-4726-A225-C1595BACC802}"/>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컴파일·업로드·모니터 관찰은 아직 미수행입니다.</a:t>
            </a:r>
          </a:p>
        </p:txBody>
      </p:sp>
      <p:sp>
        <p:nvSpPr>
          <p:cNvPr id="11" name="">
            <a:extLst xmlns:a="http://schemas.openxmlformats.org/drawingml/2006/main">
              <a:ext uri="{FF2B5EF4-FFF2-40B4-BE49-F238E27FC236}">
                <a16:creationId xmlns:a16="http://schemas.microsoft.com/office/drawing/2014/main" id="{9AEED526-9219-43B9-B2BE-C0115DC7C53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A8DB33E-3753-4A01-BA61-90B10408FF5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3" name="">
            <a:extLst xmlns:a="http://schemas.openxmlformats.org/drawingml/2006/main">
              <a:ext uri="{FF2B5EF4-FFF2-40B4-BE49-F238E27FC236}">
                <a16:creationId xmlns:a16="http://schemas.microsoft.com/office/drawing/2014/main" id="{06AB8C9C-27BE-438F-AEDD-B6069C25E95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082</a:t>
            </a:r>
          </a:p>
        </p:txBody>
      </p:sp>
    </p:spTree>
    <p:extLst>
      <p:ext uri="{BB962C8B-B14F-4D97-AF65-F5344CB8AC3E}">
        <p14:creationId xmlns:p14="http://schemas.microsoft.com/office/powerpoint/2010/main" val="2133085963"/>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24E062C-3208-496A-9756-AE430ADE681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5C98DBA-87D6-4D1B-9DD8-6EAC4D543E6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F088C514-EB9A-4B1A-B2F5-491C651EA5B0}"/>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88133AF-05A6-4D1E-B099-985C80B8A3B0}"/>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읽기 예의 문장: mock:28.0</a:t>
            </a:r>
          </a:p>
        </p:txBody>
      </p:sp>
      <p:sp>
        <p:nvSpPr>
          <p:cNvPr id="5" name="">
            <a:extLst xmlns:a="http://schemas.openxmlformats.org/drawingml/2006/main">
              <a:ext uri="{FF2B5EF4-FFF2-40B4-BE49-F238E27FC236}">
                <a16:creationId xmlns:a16="http://schemas.microsoft.com/office/drawing/2014/main" id="{471AAF20-CAC5-4D3B-AD67-D011C8946EB8}"/>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가상 출력이며 실제 측정값이 아닙니다.</a:t>
            </a:r>
          </a:p>
        </p:txBody>
      </p:sp>
      <p:sp>
        <p:nvSpPr>
          <p:cNvPr id="6" name="">
            <a:extLst xmlns:a="http://schemas.openxmlformats.org/drawingml/2006/main">
              <a:ext uri="{FF2B5EF4-FFF2-40B4-BE49-F238E27FC236}">
                <a16:creationId xmlns:a16="http://schemas.microsoft.com/office/drawing/2014/main" id="{EF136EEF-63E6-4C12-9FC2-E8FDF8CAACC2}"/>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컴파일·업로드 성공은 아직 확인하지 않았습니다.</a:t>
            </a:r>
          </a:p>
        </p:txBody>
      </p:sp>
      <p:sp>
        <p:nvSpPr>
          <p:cNvPr id="7" name="">
            <a:extLst xmlns:a="http://schemas.openxmlformats.org/drawingml/2006/main">
              <a:ext uri="{FF2B5EF4-FFF2-40B4-BE49-F238E27FC236}">
                <a16:creationId xmlns:a16="http://schemas.microsoft.com/office/drawing/2014/main" id="{87F1A1CA-49DA-4BE6-B5AB-457876631C4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013E827-D639-468F-BEB2-A99981725A4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4DD0FA52-A06B-4D9F-B1DE-91714D1EDEC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899239335"/>
      </p:ext>
    </p:extLst>
  </p:cSld>
</p:sld>
</file>

<file path=ppt/slides/slide8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E35BCD-2D68-4AE2-9500-661A7BCCFA5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0933BABC-42F0-49A2-89CA-559216DC800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1DE89951-81DC-49D5-850E-602E965C58F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글자가 깨질 때와 포트가 없을 때</a:t>
            </a:r>
          </a:p>
        </p:txBody>
      </p:sp>
      <p:sp>
        <p:nvSpPr>
          <p:cNvPr id="4" name="">
            <a:extLst xmlns:a="http://schemas.openxmlformats.org/drawingml/2006/main">
              <a:ext uri="{FF2B5EF4-FFF2-40B4-BE49-F238E27FC236}">
                <a16:creationId xmlns:a16="http://schemas.microsoft.com/office/drawing/2014/main" id="{3C6C9DF0-32AF-47A7-B169-B7D19739CC3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처음 확인할 항목을 각각 쓰세요.</a:t>
            </a:r>
          </a:p>
        </p:txBody>
      </p:sp>
      <p:sp>
        <p:nvSpPr>
          <p:cNvPr id="5" name="">
            <a:extLst xmlns:a="http://schemas.openxmlformats.org/drawingml/2006/main">
              <a:ext uri="{FF2B5EF4-FFF2-40B4-BE49-F238E27FC236}">
                <a16:creationId xmlns:a16="http://schemas.microsoft.com/office/drawing/2014/main" id="{318520A9-816C-4354-B21C-8F48DD7EE61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FF751FC-E9BB-4F8E-AC1E-84C54FD10FE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077A9376-8180-4CB9-BEE8-01E1C5CA072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084</a:t>
            </a:r>
          </a:p>
        </p:txBody>
      </p:sp>
    </p:spTree>
    <p:extLst>
      <p:ext uri="{BB962C8B-B14F-4D97-AF65-F5344CB8AC3E}">
        <p14:creationId xmlns:p14="http://schemas.microsoft.com/office/powerpoint/2010/main" val="941426660"/>
      </p:ext>
    </p:extLst>
  </p:cSld>
</p:sld>
</file>

<file path=ppt/slides/slide8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06D6466-36A6-4C0B-B211-8D3D18E48F2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0ED3FBB8-8E3D-4FF7-85BE-F35E047E3AC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5E2DA6F3-3D51-42CA-97EB-C7C832F1C44E}"/>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2F60384-B6CE-4843-888A-3ED24533D215}"/>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글자 깨짐</a:t>
            </a:r>
            <a:r>
              <a:t>: 양쪽 속도 설정</a:t>
            </a:r>
          </a:p>
        </p:txBody>
      </p:sp>
      <p:sp>
        <p:nvSpPr>
          <p:cNvPr id="5" name="">
            <a:extLst xmlns:a="http://schemas.openxmlformats.org/drawingml/2006/main">
              <a:ext uri="{FF2B5EF4-FFF2-40B4-BE49-F238E27FC236}">
                <a16:creationId xmlns:a16="http://schemas.microsoft.com/office/drawing/2014/main" id="{276BD13A-96CE-4AFE-BDF6-431798875900}"/>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포트 없음: 케이블·드라이버·장치 인식</a:t>
            </a:r>
          </a:p>
        </p:txBody>
      </p:sp>
      <p:sp>
        <p:nvSpPr>
          <p:cNvPr id="6" name="">
            <a:extLst xmlns:a="http://schemas.openxmlformats.org/drawingml/2006/main">
              <a:ext uri="{FF2B5EF4-FFF2-40B4-BE49-F238E27FC236}">
                <a16:creationId xmlns:a16="http://schemas.microsoft.com/office/drawing/2014/main" id="{9360CBAF-4E56-45AA-8488-2FFAD919652F}"/>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9082E9A-56B0-4E14-A5CA-FD27C58767B1}"/>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고정 출력 성공과 센서 측정 성공도 나눕니다.</a:t>
            </a:r>
          </a:p>
        </p:txBody>
      </p:sp>
      <p:sp>
        <p:nvSpPr>
          <p:cNvPr id="8" name="">
            <a:extLst xmlns:a="http://schemas.openxmlformats.org/drawingml/2006/main">
              <a:ext uri="{FF2B5EF4-FFF2-40B4-BE49-F238E27FC236}">
                <a16:creationId xmlns:a16="http://schemas.microsoft.com/office/drawing/2014/main" id="{156EF040-7D7A-488A-A50A-44E29F0F0C1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76FD59B-2F43-42F5-BADF-ADC0583C9B0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85A2956B-2D7D-49EA-9587-C74601CED08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085</a:t>
            </a:r>
          </a:p>
        </p:txBody>
      </p:sp>
    </p:spTree>
    <p:extLst>
      <p:ext uri="{BB962C8B-B14F-4D97-AF65-F5344CB8AC3E}">
        <p14:creationId xmlns:p14="http://schemas.microsoft.com/office/powerpoint/2010/main" val="1982586102"/>
      </p:ext>
    </p:extLst>
  </p:cSld>
</p:sld>
</file>

<file path=ppt/slides/slide8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9CE036-8830-4BC6-8C67-D686AB35E0F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93E234CF-2522-4DEA-BEFC-B592DC98B19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2F380FC4-8F2E-48CE-B4B2-5ED0B9181B3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출력 문장을 mock:25.0으로 바꿉니다.</a:t>
            </a:r>
          </a:p>
        </p:txBody>
      </p:sp>
      <p:sp>
        <p:nvSpPr>
          <p:cNvPr id="4" name="">
            <a:extLst xmlns:a="http://schemas.openxmlformats.org/drawingml/2006/main">
              <a:ext uri="{FF2B5EF4-FFF2-40B4-BE49-F238E27FC236}">
                <a16:creationId xmlns:a16="http://schemas.microsoft.com/office/drawing/2014/main" id="{2E9233B7-72B5-4C87-B33C-F7FA416029A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입력 센서를 읽는 기능이 생긴 것은 아닙니다.</a:t>
            </a:r>
          </a:p>
        </p:txBody>
      </p:sp>
      <p:sp>
        <p:nvSpPr>
          <p:cNvPr id="5" name="">
            <a:extLst xmlns:a="http://schemas.openxmlformats.org/drawingml/2006/main">
              <a:ext uri="{FF2B5EF4-FFF2-40B4-BE49-F238E27FC236}">
                <a16:creationId xmlns:a16="http://schemas.microsoft.com/office/drawing/2014/main" id="{1D54EFDA-83C9-432F-A18A-367101BC05C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B92AF54-C76A-436A-B4ED-B57513B32C8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B11DEAD9-C669-4D68-947B-9EEAB1C9CE3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086</a:t>
            </a:r>
          </a:p>
        </p:txBody>
      </p:sp>
    </p:spTree>
    <p:extLst>
      <p:ext uri="{BB962C8B-B14F-4D97-AF65-F5344CB8AC3E}">
        <p14:creationId xmlns:p14="http://schemas.microsoft.com/office/powerpoint/2010/main" val="607113939"/>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8A7D8D5-B158-4930-880D-BB36D771505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6ED6D90-A9A6-4745-9629-A4CD294466A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B5D49FED-1AF3-40EB-AB15-55E440A315D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9197EDC-00EB-483C-AA95-336B5BFC1A7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핀 번호를 추측해 전원을 넣지 않습니다.</a:t>
            </a:r>
          </a:p>
        </p:txBody>
      </p:sp>
      <p:sp>
        <p:nvSpPr>
          <p:cNvPr id="5" name="">
            <a:extLst xmlns:a="http://schemas.openxmlformats.org/drawingml/2006/main">
              <a:ext uri="{FF2B5EF4-FFF2-40B4-BE49-F238E27FC236}">
                <a16:creationId xmlns:a16="http://schemas.microsoft.com/office/drawing/2014/main" id="{7EDBAEB0-7DE4-4BBD-8569-4D82C905E81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D0E09C9-0D65-4C08-BA16-E1F98DC962A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66B3506-2D63-4833-9852-0B3EA923028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모델이 미확정이면 확인표로 남깁니다.</a:t>
            </a:r>
          </a:p>
        </p:txBody>
      </p:sp>
      <p:sp>
        <p:nvSpPr>
          <p:cNvPr id="8" name="">
            <a:extLst xmlns:a="http://schemas.openxmlformats.org/drawingml/2006/main">
              <a:ext uri="{FF2B5EF4-FFF2-40B4-BE49-F238E27FC236}">
                <a16:creationId xmlns:a16="http://schemas.microsoft.com/office/drawing/2014/main" id="{87EE2C51-7833-4EF3-9544-C99C9471BA7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BFE2C7-6F26-462D-8F2E-6198C288118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34649AE0-43DF-4222-82F3-16485FD17C2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1051085272"/>
      </p:ext>
    </p:extLst>
  </p:cSld>
</p:sld>
</file>

<file path=ppt/slides/slide8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C2325B2-E491-4791-96C0-EB7C3B7216E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33A65968-0E42-46A8-94D9-906E0EFB0FC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DD4F2ABB-174B-406B-8AEF-BD685349714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setup과 loop의 역할을 말해 봅시다.</a:t>
            </a:r>
          </a:p>
        </p:txBody>
      </p:sp>
      <p:sp>
        <p:nvSpPr>
          <p:cNvPr id="4" name="">
            <a:extLst xmlns:a="http://schemas.openxmlformats.org/drawingml/2006/main">
              <a:ext uri="{FF2B5EF4-FFF2-40B4-BE49-F238E27FC236}">
                <a16:creationId xmlns:a16="http://schemas.microsoft.com/office/drawing/2014/main" id="{BB0921EA-8BF8-4EED-ACF0-1A12BFEAC63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PC 파일 재생과 보드 실행을 구분합니다.</a:t>
            </a:r>
          </a:p>
        </p:txBody>
      </p:sp>
      <p:sp>
        <p:nvSpPr>
          <p:cNvPr id="5" name="">
            <a:extLst xmlns:a="http://schemas.openxmlformats.org/drawingml/2006/main">
              <a:ext uri="{FF2B5EF4-FFF2-40B4-BE49-F238E27FC236}">
                <a16:creationId xmlns:a16="http://schemas.microsoft.com/office/drawing/2014/main" id="{9E0C76A6-FD58-4D64-A1A3-D06CB2A1F41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52F15E6-937C-4A2E-B68F-13A124CA3EB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07BBF08F-3742-44D1-BE22-D29F6FDBCE6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088</a:t>
            </a:r>
          </a:p>
        </p:txBody>
      </p:sp>
    </p:spTree>
    <p:extLst>
      <p:ext uri="{BB962C8B-B14F-4D97-AF65-F5344CB8AC3E}">
        <p14:creationId xmlns:p14="http://schemas.microsoft.com/office/powerpoint/2010/main" val="2120609480"/>
      </p:ext>
    </p:extLst>
  </p:cSld>
</p:sld>
</file>

<file path=ppt/slides/slide8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9F9868-FF42-44FE-A899-B162AF12086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C6A71436-54EE-4A52-903B-EA9F998E848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DCC6F40C-DC2F-427C-9843-06F16EE75F3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추가·도전: 고정값을 실제 온도로 바꾸려면</a:t>
            </a:r>
          </a:p>
        </p:txBody>
      </p:sp>
      <p:sp>
        <p:nvSpPr>
          <p:cNvPr id="4" name="">
            <a:extLst xmlns:a="http://schemas.openxmlformats.org/drawingml/2006/main">
              <a:ext uri="{FF2B5EF4-FFF2-40B4-BE49-F238E27FC236}">
                <a16:creationId xmlns:a16="http://schemas.microsoft.com/office/drawing/2014/main" id="{FE65D8E1-60B7-4441-A2EF-374C24C3F58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빠진 입력·변환·확인 단계를 쓰세요.</a:t>
            </a:r>
          </a:p>
        </p:txBody>
      </p:sp>
      <p:sp>
        <p:nvSpPr>
          <p:cNvPr id="5" name="">
            <a:extLst xmlns:a="http://schemas.openxmlformats.org/drawingml/2006/main">
              <a:ext uri="{FF2B5EF4-FFF2-40B4-BE49-F238E27FC236}">
                <a16:creationId xmlns:a16="http://schemas.microsoft.com/office/drawing/2014/main" id="{93E9BD73-6D13-4AAA-9289-2957CDBAFE6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2013F69-7E87-4E93-9BC4-6C8C9CEAAAE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27F19446-63C0-4635-8DEC-44A5FCC74F6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089</a:t>
            </a:r>
          </a:p>
        </p:txBody>
      </p:sp>
    </p:spTree>
    <p:extLst>
      <p:ext uri="{BB962C8B-B14F-4D97-AF65-F5344CB8AC3E}">
        <p14:creationId xmlns:p14="http://schemas.microsoft.com/office/powerpoint/2010/main" val="2090858359"/>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11EA77-70AF-4B8D-90FD-0AFCA8047F96}"/>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89F9D5-1E1C-4E0A-95E5-F56FA2599BA4}"/>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969A8A4B-85EE-4860-BB43-6122BE9CBCD1}"/>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40C038CF-4B68-47FD-92C6-A2BAA14DCC38}"/>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모의 시험과 실물 증거 전달</a:t>
            </a:r>
          </a:p>
        </p:txBody>
      </p:sp>
      <p:sp>
        <p:nvSpPr>
          <p:cNvPr id="5" name="">
            <a:extLst xmlns:a="http://schemas.openxmlformats.org/drawingml/2006/main">
              <a:ext uri="{FF2B5EF4-FFF2-40B4-BE49-F238E27FC236}">
                <a16:creationId xmlns:a16="http://schemas.microsoft.com/office/drawing/2014/main" id="{4A3C5278-8844-4F73-B20A-0F191A74CA17}"/>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2A06FC1-C272-4764-BC34-0B3B99E25B07}"/>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16:00~16:50 · 50분</a:t>
            </a:r>
          </a:p>
        </p:txBody>
      </p:sp>
      <p:sp>
        <p:nvSpPr>
          <p:cNvPr id="7" name="">
            <a:extLst xmlns:a="http://schemas.openxmlformats.org/drawingml/2006/main">
              <a:ext uri="{FF2B5EF4-FFF2-40B4-BE49-F238E27FC236}">
                <a16:creationId xmlns:a16="http://schemas.microsoft.com/office/drawing/2014/main" id="{D4EF8746-CC24-4385-A9F2-80219BE701BE}"/>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A16 · A17 · A18</a:t>
            </a:r>
          </a:p>
        </p:txBody>
      </p:sp>
      <p:sp>
        <p:nvSpPr>
          <p:cNvPr id="8" name="">
            <a:extLst xmlns:a="http://schemas.openxmlformats.org/drawingml/2006/main">
              <a:ext uri="{FF2B5EF4-FFF2-40B4-BE49-F238E27FC236}">
                <a16:creationId xmlns:a16="http://schemas.microsoft.com/office/drawing/2014/main" id="{77223B43-601F-4F43-B5DA-94521AC2986B}"/>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C62F71D5-8DAC-4F4C-A6DD-0AC1F68326AF}"/>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2026.10.23</a:t>
            </a:r>
          </a:p>
        </p:txBody>
      </p:sp>
      <p:sp>
        <p:nvSpPr>
          <p:cNvPr id="10" name="">
            <a:extLst xmlns:a="http://schemas.openxmlformats.org/drawingml/2006/main">
              <a:ext uri="{FF2B5EF4-FFF2-40B4-BE49-F238E27FC236}">
                <a16:creationId xmlns:a16="http://schemas.microsoft.com/office/drawing/2014/main" id="{BD01FC63-FA60-4D6E-957E-EA5C503EDF24}"/>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964532854"/>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33D6D4-B6A6-40CE-AAEF-E5596A56416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1CAE633-9C79-4028-9765-0E043E42DE5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온도 요구와 기대 상태</a:t>
            </a:r>
          </a:p>
        </p:txBody>
      </p:sp>
      <p:sp>
        <p:nvSpPr>
          <p:cNvPr id="3" name="">
            <a:extLst xmlns:a="http://schemas.openxmlformats.org/drawingml/2006/main">
              <a:ext uri="{FF2B5EF4-FFF2-40B4-BE49-F238E27FC236}">
                <a16:creationId xmlns:a16="http://schemas.microsoft.com/office/drawing/2014/main" id="{33A96BAE-6FEF-41D0-A4EA-BBCC396B7A3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25E45B5-C8BB-40D3-979E-F9FA73E92E6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28.0 이상 → alert</a:t>
            </a:r>
          </a:p>
        </p:txBody>
      </p:sp>
      <p:sp>
        <p:nvSpPr>
          <p:cNvPr id="5" name="">
            <a:extLst xmlns:a="http://schemas.openxmlformats.org/drawingml/2006/main">
              <a:ext uri="{FF2B5EF4-FFF2-40B4-BE49-F238E27FC236}">
                <a16:creationId xmlns:a16="http://schemas.microsoft.com/office/drawing/2014/main" id="{317588AB-1B88-43B3-AF96-A8AC2FECB25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EFEA43B-EE57-4A0B-875D-47D46DA4731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43F020B-B3CC-40F6-85A8-747A098BC20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null → missing</a:t>
            </a:r>
          </a:p>
        </p:txBody>
      </p:sp>
      <p:sp>
        <p:nvSpPr>
          <p:cNvPr id="8" name="">
            <a:extLst xmlns:a="http://schemas.openxmlformats.org/drawingml/2006/main">
              <a:ext uri="{FF2B5EF4-FFF2-40B4-BE49-F238E27FC236}">
                <a16:creationId xmlns:a16="http://schemas.microsoft.com/office/drawing/2014/main" id="{19CBDA9E-DD42-48D3-AC10-EB734B4DC82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149AFDB-1130-4EAA-AF44-5ADC95CC531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188F2F8A-46C7-4203-9750-AC7FB0E532D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1510421055"/>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7251DB8-2AE7-47AF-866B-EDC42F1B557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0AB020F-853A-4AEE-8006-8995C6EB53E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경계·결측·형식 시험</a:t>
            </a:r>
          </a:p>
        </p:txBody>
      </p:sp>
      <p:sp>
        <p:nvSpPr>
          <p:cNvPr id="3" name="">
            <a:extLst xmlns:a="http://schemas.openxmlformats.org/drawingml/2006/main">
              <a:ext uri="{FF2B5EF4-FFF2-40B4-BE49-F238E27FC236}">
                <a16:creationId xmlns:a16="http://schemas.microsoft.com/office/drawing/2014/main" id="{C8362277-1E01-4606-A28F-5C082812CB06}"/>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27.9</a:t>
            </a:r>
            <a:r>
              <a:t> · 28.0 · None · "28.0"</a:t>
            </a:r>
          </a:p>
        </p:txBody>
      </p:sp>
      <p:sp>
        <p:nvSpPr>
          <p:cNvPr id="4" name="">
            <a:extLst xmlns:a="http://schemas.openxmlformats.org/drawingml/2006/main">
              <a:ext uri="{FF2B5EF4-FFF2-40B4-BE49-F238E27FC236}">
                <a16:creationId xmlns:a16="http://schemas.microsoft.com/office/drawing/2014/main" id="{37FA6C59-5D1B-4717-93C9-5B761C824EB1}"/>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기대 상태를 실행 전에 적습니다.</a:t>
            </a:r>
          </a:p>
        </p:txBody>
      </p:sp>
      <p:sp>
        <p:nvSpPr>
          <p:cNvPr id="5" name="">
            <a:extLst xmlns:a="http://schemas.openxmlformats.org/drawingml/2006/main">
              <a:ext uri="{FF2B5EF4-FFF2-40B4-BE49-F238E27FC236}">
                <a16:creationId xmlns:a16="http://schemas.microsoft.com/office/drawing/2014/main" id="{0D4D5CC4-9AC3-4593-B8F9-D987C6B6B51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8D5C9B-CEC8-4E4C-AB20-17C6C934B80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20A9B018-1C31-4EFD-BFE3-38613577B2D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1706735628"/>
      </p:ext>
    </p:extLst>
  </p:cSld>
</p:sld>
</file>

<file path=ppt/slides/slide9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38FEBC0-CF9F-4A30-8F1B-5819ECCE2E6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E1532B6-983E-4FEE-A115-4961E7856EE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모의 시험의 검증 범위</a:t>
            </a:r>
          </a:p>
        </p:txBody>
      </p:sp>
      <p:sp>
        <p:nvSpPr>
          <p:cNvPr id="3" name="">
            <a:extLst xmlns:a="http://schemas.openxmlformats.org/drawingml/2006/main">
              <a:ext uri="{FF2B5EF4-FFF2-40B4-BE49-F238E27FC236}">
                <a16:creationId xmlns:a16="http://schemas.microsoft.com/office/drawing/2014/main" id="{F27487A2-3F1F-4AD1-BC08-A11693C6A65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모의 시험의 검증 범위</a:t>
            </a:r>
          </a:p>
        </p:txBody>
      </p:sp>
      <p:sp>
        <p:nvSpPr>
          <p:cNvPr id="4" name="">
            <a:extLst xmlns:a="http://schemas.openxmlformats.org/drawingml/2006/main">
              <a:ext uri="{FF2B5EF4-FFF2-40B4-BE49-F238E27FC236}">
                <a16:creationId xmlns:a16="http://schemas.microsoft.com/office/drawing/2014/main" id="{B37DCCA4-4C58-4467-84D0-7D1CEF63CDC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9DE9F8-3137-4D8A-B5F8-4C7B393DA7A4}"/>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입력값에 대한 판단을 확인합니다.</a:t>
            </a:r>
          </a:p>
        </p:txBody>
      </p:sp>
      <p:sp>
        <p:nvSpPr>
          <p:cNvPr id="6" name="">
            <a:extLst xmlns:a="http://schemas.openxmlformats.org/drawingml/2006/main">
              <a:ext uri="{FF2B5EF4-FFF2-40B4-BE49-F238E27FC236}">
                <a16:creationId xmlns:a16="http://schemas.microsoft.com/office/drawing/2014/main" id="{53F5E151-F416-4586-B9C5-D80C37811CDE}"/>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센서 정확도나 배선 성공은 별도입니다.</a:t>
            </a:r>
          </a:p>
        </p:txBody>
      </p:sp>
      <p:sp>
        <p:nvSpPr>
          <p:cNvPr id="7" name="">
            <a:extLst xmlns:a="http://schemas.openxmlformats.org/drawingml/2006/main">
              <a:ext uri="{FF2B5EF4-FFF2-40B4-BE49-F238E27FC236}">
                <a16:creationId xmlns:a16="http://schemas.microsoft.com/office/drawing/2014/main" id="{066532F2-D208-4E0A-B741-9AFF286E1AC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7D302B1-0DFE-4299-9D1F-2EEB12E6466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0B869C56-73FC-4F59-B6DD-2B37DE6339D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093</a:t>
            </a:r>
          </a:p>
        </p:txBody>
      </p:sp>
    </p:spTree>
    <p:extLst>
      <p:ext uri="{BB962C8B-B14F-4D97-AF65-F5344CB8AC3E}">
        <p14:creationId xmlns:p14="http://schemas.microsoft.com/office/powerpoint/2010/main" val="1753867181"/>
      </p:ext>
    </p:extLst>
  </p:cSld>
</p:sld>
</file>

<file path=ppt/slides/slide9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A579D23-C229-4BD5-A51E-6E2F3D9717E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C250047-A0A5-4D3F-B8A7-A0488EBECAB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문턱 변경과 시험 갱신</a:t>
            </a:r>
          </a:p>
        </p:txBody>
      </p:sp>
      <p:sp>
        <p:nvSpPr>
          <p:cNvPr id="3" name="">
            <a:extLst xmlns:a="http://schemas.openxmlformats.org/drawingml/2006/main">
              <a:ext uri="{FF2B5EF4-FFF2-40B4-BE49-F238E27FC236}">
                <a16:creationId xmlns:a16="http://schemas.microsoft.com/office/drawing/2014/main" id="{F348645F-BC32-4BBF-A2C5-B5B78C571731}"/>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30.0으로 바꾸면 29.9</a:t>
            </a:r>
            <a:r>
              <a:t>·30.0·30.1을 비교합니다.</a:t>
            </a:r>
          </a:p>
        </p:txBody>
      </p:sp>
      <p:sp>
        <p:nvSpPr>
          <p:cNvPr id="4" name="">
            <a:extLst xmlns:a="http://schemas.openxmlformats.org/drawingml/2006/main">
              <a:ext uri="{FF2B5EF4-FFF2-40B4-BE49-F238E27FC236}">
                <a16:creationId xmlns:a16="http://schemas.microsoft.com/office/drawing/2014/main" id="{DB2841CF-D749-4896-906C-78517E99DA2F}"/>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누락과 초기 상태도 재검토합니다.</a:t>
            </a:r>
          </a:p>
        </p:txBody>
      </p:sp>
      <p:sp>
        <p:nvSpPr>
          <p:cNvPr id="5" name="">
            <a:extLst xmlns:a="http://schemas.openxmlformats.org/drawingml/2006/main">
              <a:ext uri="{FF2B5EF4-FFF2-40B4-BE49-F238E27FC236}">
                <a16:creationId xmlns:a16="http://schemas.microsoft.com/office/drawing/2014/main" id="{9D653115-96AB-40FD-83EC-1B478F07D11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C49575C-B505-4163-BCF6-5732A036DF4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7FC981B6-8A98-4D39-9CE8-91121408325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094</a:t>
            </a:r>
          </a:p>
        </p:txBody>
      </p:sp>
    </p:spTree>
    <p:extLst>
      <p:ext uri="{BB962C8B-B14F-4D97-AF65-F5344CB8AC3E}">
        <p14:creationId xmlns:p14="http://schemas.microsoft.com/office/powerpoint/2010/main" val="1911054072"/>
      </p:ext>
    </p:extLst>
  </p:cSld>
</p:sld>
</file>

<file path=ppt/slides/slide9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90BFE9E-C3F0-4CEC-A01C-A26DFB24133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90DB23A-F056-4B9E-955D-85FF4B8B28B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미확인 실물 조건</a:t>
            </a:r>
          </a:p>
        </p:txBody>
      </p:sp>
      <p:sp>
        <p:nvSpPr>
          <p:cNvPr id="3" name="">
            <a:extLst xmlns:a="http://schemas.openxmlformats.org/drawingml/2006/main">
              <a:ext uri="{FF2B5EF4-FFF2-40B4-BE49-F238E27FC236}">
                <a16:creationId xmlns:a16="http://schemas.microsoft.com/office/drawing/2014/main" id="{3B32FD5F-AF67-472B-AC83-95C7672A92F2}"/>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보드 모델</a:t>
            </a:r>
          </a:p>
        </p:txBody>
      </p:sp>
      <p:sp>
        <p:nvSpPr>
          <p:cNvPr id="4" name="">
            <a:extLst xmlns:a="http://schemas.openxmlformats.org/drawingml/2006/main">
              <a:ext uri="{FF2B5EF4-FFF2-40B4-BE49-F238E27FC236}">
                <a16:creationId xmlns:a16="http://schemas.microsoft.com/office/drawing/2014/main" id="{282E82C6-8084-4EA3-B0FC-FF2A12F61DEA}"/>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C1925B0-28DD-4271-9A73-DCCE4300CC3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보드 모델</a:t>
            </a:r>
            <a:r>
              <a:t> · 신호 전압 · 센서 오차</a:t>
            </a:r>
          </a:p>
        </p:txBody>
      </p:sp>
      <p:sp>
        <p:nvSpPr>
          <p:cNvPr id="6" name="">
            <a:extLst xmlns:a="http://schemas.openxmlformats.org/drawingml/2006/main">
              <a:ext uri="{FF2B5EF4-FFF2-40B4-BE49-F238E27FC236}">
                <a16:creationId xmlns:a16="http://schemas.microsoft.com/office/drawing/2014/main" id="{14B9A393-A83E-4572-B15D-152437B76ED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빈칸을 추측으로 채우지 않습니다.</a:t>
            </a:r>
          </a:p>
        </p:txBody>
      </p:sp>
      <p:sp>
        <p:nvSpPr>
          <p:cNvPr id="7" name="">
            <a:extLst xmlns:a="http://schemas.openxmlformats.org/drawingml/2006/main">
              <a:ext uri="{FF2B5EF4-FFF2-40B4-BE49-F238E27FC236}">
                <a16:creationId xmlns:a16="http://schemas.microsoft.com/office/drawing/2014/main" id="{36A1A0A1-77EF-4C11-AF0A-13935D55802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E485086-D8A6-43CC-80FB-AE0BBB52283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05AE70AD-6307-467C-91BF-CBD95D4E1DC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095</a:t>
            </a:r>
          </a:p>
        </p:txBody>
      </p:sp>
    </p:spTree>
    <p:extLst>
      <p:ext uri="{BB962C8B-B14F-4D97-AF65-F5344CB8AC3E}">
        <p14:creationId xmlns:p14="http://schemas.microsoft.com/office/powerpoint/2010/main" val="636408184"/>
      </p:ext>
    </p:extLst>
  </p:cSld>
</p:sld>
</file>

<file path=ppt/slides/slide9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87B8E4-F90E-4443-A525-D8449A7D286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69814F8-223C-47FE-B6D7-857F7A1D583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모의 검증의 인수인계</a:t>
            </a:r>
          </a:p>
        </p:txBody>
      </p:sp>
      <p:sp>
        <p:nvSpPr>
          <p:cNvPr id="3" name="">
            <a:extLst xmlns:a="http://schemas.openxmlformats.org/drawingml/2006/main">
              <a:ext uri="{FF2B5EF4-FFF2-40B4-BE49-F238E27FC236}">
                <a16:creationId xmlns:a16="http://schemas.microsoft.com/office/drawing/2014/main" id="{3B1BEE03-BEC4-451C-A2E5-A45A9F3436B5}"/>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B481D12-6A2F-4F9B-B31F-F1807574D607}"/>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입력</a:t>
            </a:r>
            <a:r>
              <a:t> · 코드 · 명령 · 출력 · 시험표</a:t>
            </a:r>
          </a:p>
        </p:txBody>
      </p:sp>
      <p:sp>
        <p:nvSpPr>
          <p:cNvPr id="5" name="">
            <a:extLst xmlns:a="http://schemas.openxmlformats.org/drawingml/2006/main">
              <a:ext uri="{FF2B5EF4-FFF2-40B4-BE49-F238E27FC236}">
                <a16:creationId xmlns:a16="http://schemas.microsoft.com/office/drawing/2014/main" id="{69F0F198-94D2-4DAB-82F6-2B7E749698FE}"/>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모의 검증과 실물 미실행을 구분합니다.</a:t>
            </a:r>
          </a:p>
        </p:txBody>
      </p:sp>
      <p:sp>
        <p:nvSpPr>
          <p:cNvPr id="6" name="">
            <a:extLst xmlns:a="http://schemas.openxmlformats.org/drawingml/2006/main">
              <a:ext uri="{FF2B5EF4-FFF2-40B4-BE49-F238E27FC236}">
                <a16:creationId xmlns:a16="http://schemas.microsoft.com/office/drawing/2014/main" id="{552A541C-721E-49E5-812E-8C68E857016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AC1FFB0-D806-4225-A34F-DB31191204B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05C56513-783E-4615-A68F-9D35F2E446F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096</a:t>
            </a:r>
          </a:p>
        </p:txBody>
      </p:sp>
    </p:spTree>
    <p:extLst>
      <p:ext uri="{BB962C8B-B14F-4D97-AF65-F5344CB8AC3E}">
        <p14:creationId xmlns:p14="http://schemas.microsoft.com/office/powerpoint/2010/main" val="2067349085"/>
      </p:ext>
    </p:extLst>
  </p:cSld>
</p:sld>
</file>

<file path=ppt/slides/slide9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4D38B5D-1CF5-4129-80D4-25A0685D520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AE7D59E7-2361-4330-9C21-5BD3B05E199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모의 입력과 기대 상태</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197642"/>
                <a:gridCol w="5775158"/>
              </a:tblGrid>
              <a:tr h="685800">
                <a:tc>
                  <a:txBody>
                    <a:bodyPr wrap="square"/>
                    <a:lstStyle/>
                    <a:p>
                      <a:pPr>
                        <a:lnSpc>
                          <a:spcPct val="94000"/>
                        </a:lnSpc>
                        <a:buNone/>
                      </a:pPr>
                      <a:r>
                        <a:rPr sz="2100" b="1">
                          <a:solidFill>
                            <a:srgbClr val="FFFFFF"/>
                          </a:solidFill>
                          <a:latin typeface="Noto Sans KR"/>
                          <a:ea typeface="Noto Sans KR"/>
                          <a:cs typeface="Noto Sans KR"/>
                        </a:rPr>
                        <a:t>온도 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기대 상태</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27.9</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normal</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28.0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alert</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None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missing</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"28.0"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invalid</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986E7164-151E-481E-BEF1-F07D9AAD19E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D9725D-A5D2-45F9-A1EA-D5BA969C087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6" name="">
            <a:extLst xmlns:a="http://schemas.openxmlformats.org/drawingml/2006/main">
              <a:ext uri="{FF2B5EF4-FFF2-40B4-BE49-F238E27FC236}">
                <a16:creationId xmlns:a16="http://schemas.microsoft.com/office/drawing/2014/main" id="{9455122C-44C5-435B-B2FA-1E4269818C4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097</a:t>
            </a:r>
          </a:p>
        </p:txBody>
      </p:sp>
    </p:spTree>
    <p:extLst>
      <p:ext uri="{BB962C8B-B14F-4D97-AF65-F5344CB8AC3E}">
        <p14:creationId xmlns:p14="http://schemas.microsoft.com/office/powerpoint/2010/main" val="1890306140"/>
      </p:ext>
    </p:extLst>
  </p:cSld>
</p:sld>
</file>

<file path=ppt/slides/slide9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45758E-20A1-4B6A-AC4D-B2745144F78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8DD906BF-6E5C-44BB-AD71-2BB9710A923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0568056F-1999-43A5-B946-4533D488A6C9}"/>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6D00FC7-2629-40A2-99B2-B5B76273A157}"/>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네 기대 상태와 관찰을 비교합니다.</a:t>
            </a:r>
          </a:p>
        </p:txBody>
      </p:sp>
      <p:sp>
        <p:nvSpPr>
          <p:cNvPr id="5" name="">
            <a:extLst xmlns:a="http://schemas.openxmlformats.org/drawingml/2006/main">
              <a:ext uri="{FF2B5EF4-FFF2-40B4-BE49-F238E27FC236}">
                <a16:creationId xmlns:a16="http://schemas.microsoft.com/office/drawing/2014/main" id="{72C86FB1-6700-4EAF-A7AF-E55234E9AB06}"/>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실물 측정 정확도는 별도 시험입니다.</a:t>
            </a:r>
          </a:p>
        </p:txBody>
      </p:sp>
      <p:sp>
        <p:nvSpPr>
          <p:cNvPr id="6" name="">
            <a:extLst xmlns:a="http://schemas.openxmlformats.org/drawingml/2006/main">
              <a:ext uri="{FF2B5EF4-FFF2-40B4-BE49-F238E27FC236}">
                <a16:creationId xmlns:a16="http://schemas.microsoft.com/office/drawing/2014/main" id="{77E16F7F-00E1-4645-819E-162D04B8853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9A12A83-C527-4861-9447-F6558D81945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7D117DA6-E933-4FDD-BE9E-10FE913BCB2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098</a:t>
            </a:r>
          </a:p>
        </p:txBody>
      </p:sp>
    </p:spTree>
    <p:extLst>
      <p:ext uri="{BB962C8B-B14F-4D97-AF65-F5344CB8AC3E}">
        <p14:creationId xmlns:p14="http://schemas.microsoft.com/office/powerpoint/2010/main" val="1913924850"/>
      </p:ext>
    </p:extLst>
  </p:cSld>
</p:sld>
</file>

<file path=ppt/slides/slide9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BE3363E-E444-4216-97CF-9826F0A6998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E7DCE802-FF93-4FA4-A9C3-6409624FB10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8E09F7ED-D95F-4561-AF8F-0E567739322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센서 오차 ±0.5℃도 확인된 것인가요?</a:t>
            </a:r>
          </a:p>
        </p:txBody>
      </p:sp>
      <p:sp>
        <p:nvSpPr>
          <p:cNvPr id="4" name="">
            <a:extLst xmlns:a="http://schemas.openxmlformats.org/drawingml/2006/main">
              <a:ext uri="{FF2B5EF4-FFF2-40B4-BE49-F238E27FC236}">
                <a16:creationId xmlns:a16="http://schemas.microsoft.com/office/drawing/2014/main" id="{9FC48209-87CB-4147-9118-0807DEF0FE1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현재 증거와 다음 시험을 나눠 답하세요.</a:t>
            </a:r>
          </a:p>
        </p:txBody>
      </p:sp>
      <p:sp>
        <p:nvSpPr>
          <p:cNvPr id="5" name="">
            <a:extLst xmlns:a="http://schemas.openxmlformats.org/drawingml/2006/main">
              <a:ext uri="{FF2B5EF4-FFF2-40B4-BE49-F238E27FC236}">
                <a16:creationId xmlns:a16="http://schemas.microsoft.com/office/drawing/2014/main" id="{99902E09-D197-4A4C-BF04-0E03EE0C157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6360BBA-461A-4649-AA9C-1563984F29B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842AEE5D-D3FB-4AF5-AF4A-092A89841D8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099</a:t>
            </a:r>
          </a:p>
        </p:txBody>
      </p:sp>
    </p:spTree>
    <p:extLst>
      <p:ext uri="{BB962C8B-B14F-4D97-AF65-F5344CB8AC3E}">
        <p14:creationId xmlns:p14="http://schemas.microsoft.com/office/powerpoint/2010/main" val="1051946103"/>
      </p:ext>
    </p:extLst>
  </p:cSld>
</p:sld>
</file>

<file path=ppt/slides/slide10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238A5B-9504-4862-81D8-C2953928184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FBFA39B-C3E8-43FA-8D07-12857642335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E33FA44B-D68D-4D5C-9DF0-F246EB43A96C}"/>
              </a:ext>
            </a:extLst>
          </p:cNvPr>
          <p:cNvSpPr>
            <a:spLocks xmlns:a="http://schemas.openxmlformats.org/drawingml/2006/main" noGrp="1"/>
          </p:cNvSpPr>
          <p:nvPr/>
        </p:nvSpPr>
        <p:spPr>
          <a:xfrm xmlns:a="http://schemas.openxmlformats.org/drawingml/2006/main">
            <a:off x="609600" y="254317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현재는 모의 판단 규칙만 확인했습니다.</a:t>
            </a:r>
          </a:p>
        </p:txBody>
      </p:sp>
      <p:sp>
        <p:nvSpPr>
          <p:cNvPr id="4" name="">
            <a:extLst xmlns:a="http://schemas.openxmlformats.org/drawingml/2006/main">
              <a:ext uri="{FF2B5EF4-FFF2-40B4-BE49-F238E27FC236}">
                <a16:creationId xmlns:a16="http://schemas.microsoft.com/office/drawing/2014/main" id="{C40D0312-CF75-4A6F-9456-85948608B915}"/>
              </a:ext>
            </a:extLst>
          </p:cNvPr>
          <p:cNvSpPr>
            <a:spLocks xmlns:a="http://schemas.openxmlformats.org/drawingml/2006/main" noGrp="1"/>
          </p:cNvSpPr>
          <p:nvPr/>
        </p:nvSpPr>
        <p:spPr>
          <a:xfrm xmlns:a="http://schemas.openxmlformats.org/drawingml/2006/main">
            <a:off x="609600" y="36385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기준 온도계와 실제 센서의 비교가 필요합니다.</a:t>
            </a:r>
          </a:p>
        </p:txBody>
      </p:sp>
      <p:sp>
        <p:nvSpPr>
          <p:cNvPr id="5" name="">
            <a:extLst xmlns:a="http://schemas.openxmlformats.org/drawingml/2006/main">
              <a:ext uri="{FF2B5EF4-FFF2-40B4-BE49-F238E27FC236}">
                <a16:creationId xmlns:a16="http://schemas.microsoft.com/office/drawing/2014/main" id="{4440D172-77EC-48C8-A939-C74A7D8D485A}"/>
              </a:ext>
            </a:extLst>
          </p:cNvPr>
          <p:cNvSpPr>
            <a:spLocks xmlns:a="http://schemas.openxmlformats.org/drawingml/2006/main" noGrp="1"/>
          </p:cNvSpPr>
          <p:nvPr/>
        </p:nvSpPr>
        <p:spPr>
          <a:xfrm xmlns:a="http://schemas.openxmlformats.org/drawingml/2006/main">
            <a:off x="609600" y="473392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여러 온도 조건과 측정 방법을 기록합니다.</a:t>
            </a:r>
          </a:p>
        </p:txBody>
      </p:sp>
      <p:sp>
        <p:nvSpPr>
          <p:cNvPr id="6" name="">
            <a:extLst xmlns:a="http://schemas.openxmlformats.org/drawingml/2006/main">
              <a:ext uri="{FF2B5EF4-FFF2-40B4-BE49-F238E27FC236}">
                <a16:creationId xmlns:a16="http://schemas.microsoft.com/office/drawing/2014/main" id="{76A42A19-027A-4CEF-8D10-25541FBED51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3132A54-E7D6-4180-9D71-28323DC867F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4B90C271-463E-40ED-9C3D-EC5F04108D3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100</a:t>
            </a:r>
          </a:p>
        </p:txBody>
      </p:sp>
    </p:spTree>
    <p:extLst>
      <p:ext uri="{BB962C8B-B14F-4D97-AF65-F5344CB8AC3E}">
        <p14:creationId xmlns:p14="http://schemas.microsoft.com/office/powerpoint/2010/main" val="1507960873"/>
      </p:ext>
    </p:extLst>
  </p:cSld>
</p:sld>
</file>

<file path=ppt/slides/slide10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EDA47DB-3678-43A8-BD62-D2D46E3AC95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98F4DDE5-921C-40D8-B05D-DE4181D6373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86C94D40-0FDB-4E56-A8AC-45F13FF8A24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 기준 30.0에 맞춰</a:t>
            </a:r>
          </a:p>
        </p:txBody>
      </p:sp>
      <p:sp>
        <p:nvSpPr>
          <p:cNvPr id="4" name="">
            <a:extLst xmlns:a="http://schemas.openxmlformats.org/drawingml/2006/main">
              <a:ext uri="{FF2B5EF4-FFF2-40B4-BE49-F238E27FC236}">
                <a16:creationId xmlns:a16="http://schemas.microsoft.com/office/drawing/2014/main" id="{92BF16F4-13DF-4594-8081-A4C88CA6269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입력·기대 상태·표시 설명을 갱신합니다.</a:t>
            </a:r>
          </a:p>
        </p:txBody>
      </p:sp>
      <p:sp>
        <p:nvSpPr>
          <p:cNvPr id="5" name="">
            <a:extLst xmlns:a="http://schemas.openxmlformats.org/drawingml/2006/main">
              <a:ext uri="{FF2B5EF4-FFF2-40B4-BE49-F238E27FC236}">
                <a16:creationId xmlns:a16="http://schemas.microsoft.com/office/drawing/2014/main" id="{FA85A396-BC90-4610-A82D-4AF2988A520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0497980-C086-4001-9DDD-EBF2EB2B93B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8B21FAED-3EC6-47A0-B2A1-5B4E715F0FD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101</a:t>
            </a:r>
          </a:p>
        </p:txBody>
      </p:sp>
    </p:spTree>
    <p:extLst>
      <p:ext uri="{BB962C8B-B14F-4D97-AF65-F5344CB8AC3E}">
        <p14:creationId xmlns:p14="http://schemas.microsoft.com/office/powerpoint/2010/main" val="358424291"/>
      </p:ext>
    </p:extLst>
  </p:cSld>
</p:sld>
</file>

<file path=ppt/slides/slide10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FB40AF1-297A-4147-8D9C-189D8841AB5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294BBF0-B7E3-4D95-B233-C7971769963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E072CB38-BB07-4C51-9D90-0AA1E6D53139}"/>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D8C5D38-1309-4F4A-B315-0BA15F40F55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모의 28.0 일치를 센서 정확도로 쓰지 않습니다.</a:t>
            </a:r>
          </a:p>
        </p:txBody>
      </p:sp>
      <p:sp>
        <p:nvSpPr>
          <p:cNvPr id="5" name="">
            <a:extLst xmlns:a="http://schemas.openxmlformats.org/drawingml/2006/main">
              <a:ext uri="{FF2B5EF4-FFF2-40B4-BE49-F238E27FC236}">
                <a16:creationId xmlns:a16="http://schemas.microsoft.com/office/drawing/2014/main" id="{7C37CD4D-A2DA-4360-8FD1-E3D874FAC60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21D7517-389E-486E-B988-D8AA838DAB7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C15EB1C-8DC7-4B3F-9B9B-C07423BD5A9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실물 없는 항목은 미실행입니다.</a:t>
            </a:r>
          </a:p>
        </p:txBody>
      </p:sp>
      <p:sp>
        <p:nvSpPr>
          <p:cNvPr id="8" name="">
            <a:extLst xmlns:a="http://schemas.openxmlformats.org/drawingml/2006/main">
              <a:ext uri="{FF2B5EF4-FFF2-40B4-BE49-F238E27FC236}">
                <a16:creationId xmlns:a16="http://schemas.microsoft.com/office/drawing/2014/main" id="{D3E22767-0B1B-45C3-BC13-1C227F3755F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C98B737-4DB5-47E5-AA48-77D20E18E57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98AD5DAE-989C-494F-B0E9-EF1257D25AA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102</a:t>
            </a:r>
          </a:p>
        </p:txBody>
      </p:sp>
    </p:spTree>
    <p:extLst>
      <p:ext uri="{BB962C8B-B14F-4D97-AF65-F5344CB8AC3E}">
        <p14:creationId xmlns:p14="http://schemas.microsoft.com/office/powerpoint/2010/main" val="596947422"/>
      </p:ext>
    </p:extLst>
  </p:cSld>
</p:sld>
</file>

<file path=ppt/slides/slide10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5F2FC5E-B73B-4BBB-A29E-66096DCE234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3703D85B-B63C-464D-A95D-E3024B7BCAC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6A0C8E89-FB11-42C9-A962-7C08D7FD0FC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오늘 확인한 것과 아직 안 한 것을 말합니다.</a:t>
            </a:r>
          </a:p>
        </p:txBody>
      </p:sp>
      <p:sp>
        <p:nvSpPr>
          <p:cNvPr id="4" name="">
            <a:extLst xmlns:a="http://schemas.openxmlformats.org/drawingml/2006/main">
              <a:ext uri="{FF2B5EF4-FFF2-40B4-BE49-F238E27FC236}">
                <a16:creationId xmlns:a16="http://schemas.microsoft.com/office/drawing/2014/main" id="{E7CCCCEC-CEFC-4E74-A63A-E666C85A8FC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다음 팀에 줄 파일 묶음을 가리켜 봅니다.</a:t>
            </a:r>
          </a:p>
        </p:txBody>
      </p:sp>
      <p:sp>
        <p:nvSpPr>
          <p:cNvPr id="5" name="">
            <a:extLst xmlns:a="http://schemas.openxmlformats.org/drawingml/2006/main">
              <a:ext uri="{FF2B5EF4-FFF2-40B4-BE49-F238E27FC236}">
                <a16:creationId xmlns:a16="http://schemas.microsoft.com/office/drawing/2014/main" id="{E460BF6E-B8DF-4514-925B-E1D9D5460FE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7886FB1-DD04-4B0F-B295-E567252C2DC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4315482F-5A81-40F3-8A2B-D4CBBDE1D06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103</a:t>
            </a:r>
          </a:p>
        </p:txBody>
      </p:sp>
    </p:spTree>
    <p:extLst>
      <p:ext uri="{BB962C8B-B14F-4D97-AF65-F5344CB8AC3E}">
        <p14:creationId xmlns:p14="http://schemas.microsoft.com/office/powerpoint/2010/main" val="1865220018"/>
      </p:ext>
    </p:extLst>
  </p:cSld>
</p:sld>
</file>

<file path=ppt/slides/slide10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248E90-790C-4DF9-AD07-3353E7F5DD9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D4E0A1BC-D8BF-4489-A562-78E80F7CF3A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53B6B52B-FC88-492B-9EF0-7535BD99C5B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경계 30.0</a:t>
            </a:r>
          </a:p>
        </p:txBody>
      </p:sp>
      <p:sp>
        <p:nvSpPr>
          <p:cNvPr id="4" name="">
            <a:extLst xmlns:a="http://schemas.openxmlformats.org/drawingml/2006/main">
              <a:ext uri="{FF2B5EF4-FFF2-40B4-BE49-F238E27FC236}">
                <a16:creationId xmlns:a16="http://schemas.microsoft.com/office/drawing/2014/main" id="{E85F08C0-D166-4482-BCDC-268095CCC6C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시험 세 입력과 실물 미확인 두 가지를 쓰세요.</a:t>
            </a:r>
          </a:p>
        </p:txBody>
      </p:sp>
      <p:sp>
        <p:nvSpPr>
          <p:cNvPr id="5" name="">
            <a:extLst xmlns:a="http://schemas.openxmlformats.org/drawingml/2006/main">
              <a:ext uri="{FF2B5EF4-FFF2-40B4-BE49-F238E27FC236}">
                <a16:creationId xmlns:a16="http://schemas.microsoft.com/office/drawing/2014/main" id="{57DB7741-9594-4ECA-AECF-E11F14D1245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84F259A-9F4B-41F5-8BD8-7E7D873A000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49893A50-39F0-4BA3-90E4-2DC26423C3C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104</a:t>
            </a:r>
          </a:p>
        </p:txBody>
      </p:sp>
    </p:spTree>
    <p:extLst>
      <p:ext uri="{BB962C8B-B14F-4D97-AF65-F5344CB8AC3E}">
        <p14:creationId xmlns:p14="http://schemas.microsoft.com/office/powerpoint/2010/main" val="960124906"/>
      </p:ext>
    </p:extLst>
  </p:cSld>
</p:sld>
</file>

<file path=ppt/slides/slide10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6F2A6F4-8F8E-4BBF-8473-867EDDDA6A6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3EB0365-4029-4EA0-BEDA-CC923BFB85D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제출할 기록과 파일</a:t>
            </a:r>
          </a:p>
        </p:txBody>
      </p:sp>
      <p:sp>
        <p:nvSpPr>
          <p:cNvPr id="3" name="">
            <a:extLst xmlns:a="http://schemas.openxmlformats.org/drawingml/2006/main">
              <a:ext uri="{FF2B5EF4-FFF2-40B4-BE49-F238E27FC236}">
                <a16:creationId xmlns:a16="http://schemas.microsoft.com/office/drawing/2014/main" id="{5850F569-6748-4F57-B1BB-3C5D7963D4E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B37F83D-8606-4A79-85E5-8C465894A28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work의 기록과 수정본을 저장합니다.</a:t>
            </a:r>
          </a:p>
        </p:txBody>
      </p:sp>
      <p:sp>
        <p:nvSpPr>
          <p:cNvPr id="5" name="">
            <a:extLst xmlns:a="http://schemas.openxmlformats.org/drawingml/2006/main">
              <a:ext uri="{FF2B5EF4-FFF2-40B4-BE49-F238E27FC236}">
                <a16:creationId xmlns:a16="http://schemas.microsoft.com/office/drawing/2014/main" id="{13C8EBFC-8F4A-4E42-B1EB-4CEBB1E4B3A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3E7BDED-D835-4056-9DA3-70A906ABA324}"/>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0537C49-85DC-4A10-9ECF-3305DD97681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입력</a:t>
            </a:r>
            <a:r>
              <a:t>·설정·결과가 같은 실행인지 확인합니다.</a:t>
            </a:r>
          </a:p>
        </p:txBody>
      </p:sp>
      <p:sp>
        <p:nvSpPr>
          <p:cNvPr id="8" name="">
            <a:extLst xmlns:a="http://schemas.openxmlformats.org/drawingml/2006/main">
              <a:ext uri="{FF2B5EF4-FFF2-40B4-BE49-F238E27FC236}">
                <a16:creationId xmlns:a16="http://schemas.microsoft.com/office/drawing/2014/main" id="{29D3424B-B3DD-47FD-96D5-E430D5F4616D}"/>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EA68420-421C-4F99-9049-D75135B672F8}"/>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806D48B-3E1D-4AD5-A1F8-DEBD0F2FCED7}"/>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확인 방법과 아직 하지 않은 일을 적습니다.</a:t>
            </a:r>
          </a:p>
        </p:txBody>
      </p:sp>
      <p:sp>
        <p:nvSpPr>
          <p:cNvPr id="11" name="">
            <a:extLst xmlns:a="http://schemas.openxmlformats.org/drawingml/2006/main">
              <a:ext uri="{FF2B5EF4-FFF2-40B4-BE49-F238E27FC236}">
                <a16:creationId xmlns:a16="http://schemas.microsoft.com/office/drawing/2014/main" id="{C5F31936-FF5F-4246-AEE3-D4330572125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8E13CCC-B287-469F-A710-B19FE9607C0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3" name="">
            <a:extLst xmlns:a="http://schemas.openxmlformats.org/drawingml/2006/main">
              <a:ext uri="{FF2B5EF4-FFF2-40B4-BE49-F238E27FC236}">
                <a16:creationId xmlns:a16="http://schemas.microsoft.com/office/drawing/2014/main" id="{E1053682-1D73-469C-8F4C-5463CE4232C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105</a:t>
            </a:r>
          </a:p>
        </p:txBody>
      </p:sp>
    </p:spTree>
    <p:extLst>
      <p:ext uri="{BB962C8B-B14F-4D97-AF65-F5344CB8AC3E}">
        <p14:creationId xmlns:p14="http://schemas.microsoft.com/office/powerpoint/2010/main" val="739347187"/>
      </p:ext>
    </p:extLst>
  </p:cSld>
</p:sld>
</file>

<file path=ppt/slides/slide10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0DFE01-DFB7-4A05-B77A-32AB9F0FE3C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9F3F79FD-A048-4B68-BFF0-630C900B9F9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인수인계 확인 질문</a:t>
            </a:r>
          </a:p>
        </p:txBody>
      </p:sp>
      <p:sp>
        <p:nvSpPr>
          <p:cNvPr id="3" name="">
            <a:extLst xmlns:a="http://schemas.openxmlformats.org/drawingml/2006/main">
              <a:ext uri="{FF2B5EF4-FFF2-40B4-BE49-F238E27FC236}">
                <a16:creationId xmlns:a16="http://schemas.microsoft.com/office/drawing/2014/main" id="{6E7F1646-CEDE-4E54-8B81-0E3B7B7E8C1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시작 폴더와 실행 명령을 설명합니다.</a:t>
            </a:r>
          </a:p>
        </p:txBody>
      </p:sp>
      <p:sp>
        <p:nvSpPr>
          <p:cNvPr id="4" name="">
            <a:extLst xmlns:a="http://schemas.openxmlformats.org/drawingml/2006/main">
              <a:ext uri="{FF2B5EF4-FFF2-40B4-BE49-F238E27FC236}">
                <a16:creationId xmlns:a16="http://schemas.microsoft.com/office/drawing/2014/main" id="{5BBAD9DC-929D-4AF6-9EB2-0ABB1A6E468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결과의 의미와 한계를 말합니다.</a:t>
            </a:r>
          </a:p>
        </p:txBody>
      </p:sp>
      <p:sp>
        <p:nvSpPr>
          <p:cNvPr id="5" name="">
            <a:extLst xmlns:a="http://schemas.openxmlformats.org/drawingml/2006/main">
              <a:ext uri="{FF2B5EF4-FFF2-40B4-BE49-F238E27FC236}">
                <a16:creationId xmlns:a16="http://schemas.microsoft.com/office/drawing/2014/main" id="{CC181EE2-A413-4BEC-BF17-9FF239BFDCDF}"/>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막혔던 단계와 다음 확인을 적습니다.</a:t>
            </a:r>
          </a:p>
        </p:txBody>
      </p:sp>
      <p:sp>
        <p:nvSpPr>
          <p:cNvPr id="6" name="">
            <a:extLst xmlns:a="http://schemas.openxmlformats.org/drawingml/2006/main">
              <a:ext uri="{FF2B5EF4-FFF2-40B4-BE49-F238E27FC236}">
                <a16:creationId xmlns:a16="http://schemas.microsoft.com/office/drawing/2014/main" id="{360FAD37-7FB2-4435-A86B-61A4CFF7099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5859B30-EFDC-45D5-81A8-772502A9461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D30CA7F7-89E5-4DCB-B9BB-AD8FC403B6C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106</a:t>
            </a:r>
          </a:p>
        </p:txBody>
      </p:sp>
    </p:spTree>
    <p:extLst>
      <p:ext uri="{BB962C8B-B14F-4D97-AF65-F5344CB8AC3E}">
        <p14:creationId xmlns:p14="http://schemas.microsoft.com/office/powerpoint/2010/main" val="19204139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2026-10-05T03:41:57.9270000Z</dcterms:created>
  <dcterms:modified xsi:type="dcterms:W3CDTF">2026-10-05T03:41:57.9270000Z</dcterms:modified>
</coreProperties>
</file>