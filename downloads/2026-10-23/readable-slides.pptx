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abc6998bc7418d" /><Relationship Type="http://schemas.openxmlformats.org/officeDocument/2006/relationships/extended-properties" Target="/docProps/app.xml" Id="R8865b246afd240e9" /><Relationship Type="http://schemas.openxmlformats.org/officeDocument/2006/relationships/officeDocument" Target="/ppt/presentation.xml" Id="Ra6e214c4b2f74b2a" /></Relationships>
</file>

<file path=ppt/presentation.xml><?xml version="1.0" encoding="utf-8"?>
<p:presentation xmlns:p="http://schemas.openxmlformats.org/presentationml/2006/main">
  <p:sldMasterIdLst>
    <p:sldMasterId xmlns:r="http://schemas.openxmlformats.org/officeDocument/2006/relationships" id="2147483648" r:id="Rbb54b160d61a4a44"/>
  </p:sldMasterIdLst>
  <p:notesMasterIdLst>
    <p:notesMasterId xmlns:r="http://schemas.openxmlformats.org/officeDocument/2006/relationships" r:id="R9365943a775a4b47"/>
  </p:notesMasterIdLst>
  <p:sldIdLst>
    <p:sldId xmlns:r="http://schemas.openxmlformats.org/officeDocument/2006/relationships" id="256" r:id="R9484a19d96334f48"/>
    <p:sldId xmlns:r="http://schemas.openxmlformats.org/officeDocument/2006/relationships" id="257" r:id="R0de7beee7d6447fb"/>
    <p:sldId xmlns:r="http://schemas.openxmlformats.org/officeDocument/2006/relationships" id="258" r:id="Rdf3f254b19904d6e"/>
    <p:sldId xmlns:r="http://schemas.openxmlformats.org/officeDocument/2006/relationships" id="259" r:id="R392a0d65e1064852"/>
    <p:sldId xmlns:r="http://schemas.openxmlformats.org/officeDocument/2006/relationships" id="260" r:id="R9037da523ac04afd"/>
    <p:sldId xmlns:r="http://schemas.openxmlformats.org/officeDocument/2006/relationships" id="261" r:id="R107b6f85e3154973"/>
    <p:sldId xmlns:r="http://schemas.openxmlformats.org/officeDocument/2006/relationships" id="262" r:id="Rfd2b84b0964f4330"/>
    <p:sldId xmlns:r="http://schemas.openxmlformats.org/officeDocument/2006/relationships" id="263" r:id="R234f3d2a6a6343f2"/>
    <p:sldId xmlns:r="http://schemas.openxmlformats.org/officeDocument/2006/relationships" id="264" r:id="Rb56cdd9c5c0a4120"/>
    <p:sldId xmlns:r="http://schemas.openxmlformats.org/officeDocument/2006/relationships" id="265" r:id="Rb1fdcb31115049cc"/>
    <p:sldId xmlns:r="http://schemas.openxmlformats.org/officeDocument/2006/relationships" id="266" r:id="R4ec1551a361d40f0"/>
    <p:sldId xmlns:r="http://schemas.openxmlformats.org/officeDocument/2006/relationships" id="267" r:id="R467a845cc4b24c48"/>
    <p:sldId xmlns:r="http://schemas.openxmlformats.org/officeDocument/2006/relationships" id="268" r:id="Rd5b579887fc74809"/>
    <p:sldId xmlns:r="http://schemas.openxmlformats.org/officeDocument/2006/relationships" id="269" r:id="Rb4efd103405e4382"/>
    <p:sldId xmlns:r="http://schemas.openxmlformats.org/officeDocument/2006/relationships" id="270" r:id="R6472f3b642fc4716"/>
    <p:sldId xmlns:r="http://schemas.openxmlformats.org/officeDocument/2006/relationships" id="271" r:id="Reeee5c8776194de9"/>
    <p:sldId xmlns:r="http://schemas.openxmlformats.org/officeDocument/2006/relationships" id="272" r:id="R5f525068e75f4385"/>
    <p:sldId xmlns:r="http://schemas.openxmlformats.org/officeDocument/2006/relationships" id="273" r:id="Rd93d9792a35a4373"/>
    <p:sldId xmlns:r="http://schemas.openxmlformats.org/officeDocument/2006/relationships" id="274" r:id="R333ecd8555334fa4"/>
    <p:sldId xmlns:r="http://schemas.openxmlformats.org/officeDocument/2006/relationships" id="275" r:id="Rf0a40a83332245c9"/>
    <p:sldId xmlns:r="http://schemas.openxmlformats.org/officeDocument/2006/relationships" id="276" r:id="R20fde78c6fc543d1"/>
    <p:sldId xmlns:r="http://schemas.openxmlformats.org/officeDocument/2006/relationships" id="277" r:id="Rd5c754cfb8144f0f"/>
    <p:sldId xmlns:r="http://schemas.openxmlformats.org/officeDocument/2006/relationships" id="278" r:id="R36f35cd6ccee4575"/>
    <p:sldId xmlns:r="http://schemas.openxmlformats.org/officeDocument/2006/relationships" id="279" r:id="Ra5486f81301c4ad9"/>
    <p:sldId xmlns:r="http://schemas.openxmlformats.org/officeDocument/2006/relationships" id="280" r:id="R059395f64b2645b7"/>
    <p:sldId xmlns:r="http://schemas.openxmlformats.org/officeDocument/2006/relationships" id="281" r:id="R41640ad16f38415b"/>
    <p:sldId xmlns:r="http://schemas.openxmlformats.org/officeDocument/2006/relationships" id="282" r:id="Rcf342e7c36954e2a"/>
    <p:sldId xmlns:r="http://schemas.openxmlformats.org/officeDocument/2006/relationships" id="283" r:id="R59594b4b94034bef"/>
    <p:sldId xmlns:r="http://schemas.openxmlformats.org/officeDocument/2006/relationships" id="284" r:id="R83356ebd8b5b4944"/>
    <p:sldId xmlns:r="http://schemas.openxmlformats.org/officeDocument/2006/relationships" id="285" r:id="R4373390c5a3c43e1"/>
    <p:sldId xmlns:r="http://schemas.openxmlformats.org/officeDocument/2006/relationships" id="286" r:id="R18f9334de51146d6"/>
    <p:sldId xmlns:r="http://schemas.openxmlformats.org/officeDocument/2006/relationships" id="287" r:id="R45037e572cd647e9"/>
    <p:sldId xmlns:r="http://schemas.openxmlformats.org/officeDocument/2006/relationships" id="288" r:id="R5623c172908541a6"/>
    <p:sldId xmlns:r="http://schemas.openxmlformats.org/officeDocument/2006/relationships" id="289" r:id="R146b5a047f2649ef"/>
    <p:sldId xmlns:r="http://schemas.openxmlformats.org/officeDocument/2006/relationships" id="290" r:id="R4df17e3bddb1492c"/>
    <p:sldId xmlns:r="http://schemas.openxmlformats.org/officeDocument/2006/relationships" id="291" r:id="R1ac436e8d46f4ca8"/>
    <p:sldId xmlns:r="http://schemas.openxmlformats.org/officeDocument/2006/relationships" id="292" r:id="R617cbf3fe54e4ebd"/>
    <p:sldId xmlns:r="http://schemas.openxmlformats.org/officeDocument/2006/relationships" id="293" r:id="R43bb861dd2454415"/>
    <p:sldId xmlns:r="http://schemas.openxmlformats.org/officeDocument/2006/relationships" id="294" r:id="Rd862d7043ab04dc2"/>
    <p:sldId xmlns:r="http://schemas.openxmlformats.org/officeDocument/2006/relationships" id="295" r:id="Rde255fede1894fbe"/>
    <p:sldId xmlns:r="http://schemas.openxmlformats.org/officeDocument/2006/relationships" id="296" r:id="Rb53ba416739e4c94"/>
    <p:sldId xmlns:r="http://schemas.openxmlformats.org/officeDocument/2006/relationships" id="297" r:id="Rad9a5845c3844f30"/>
    <p:sldId xmlns:r="http://schemas.openxmlformats.org/officeDocument/2006/relationships" id="298" r:id="R3b8ee9a0dd514304"/>
    <p:sldId xmlns:r="http://schemas.openxmlformats.org/officeDocument/2006/relationships" id="299" r:id="R478b9c4bfd50435e"/>
    <p:sldId xmlns:r="http://schemas.openxmlformats.org/officeDocument/2006/relationships" id="300" r:id="Rb82c3cfbc5c4445f"/>
    <p:sldId xmlns:r="http://schemas.openxmlformats.org/officeDocument/2006/relationships" id="301" r:id="R2f0238bfe10344be"/>
    <p:sldId xmlns:r="http://schemas.openxmlformats.org/officeDocument/2006/relationships" id="302" r:id="Rf6a57d7bff01405f"/>
    <p:sldId xmlns:r="http://schemas.openxmlformats.org/officeDocument/2006/relationships" id="303" r:id="R0b7995e989b74083"/>
    <p:sldId xmlns:r="http://schemas.openxmlformats.org/officeDocument/2006/relationships" id="304" r:id="Rf3df2012dc774670"/>
    <p:sldId xmlns:r="http://schemas.openxmlformats.org/officeDocument/2006/relationships" id="305" r:id="R4f71aea87b8f4ae3"/>
    <p:sldId xmlns:r="http://schemas.openxmlformats.org/officeDocument/2006/relationships" id="306" r:id="R0e271bd5243b4b25"/>
    <p:sldId xmlns:r="http://schemas.openxmlformats.org/officeDocument/2006/relationships" id="307" r:id="R629228eaf575449d"/>
    <p:sldId xmlns:r="http://schemas.openxmlformats.org/officeDocument/2006/relationships" id="308" r:id="R142e6c1aad4b4a39"/>
    <p:sldId xmlns:r="http://schemas.openxmlformats.org/officeDocument/2006/relationships" id="309" r:id="R688965df49564aeb"/>
    <p:sldId xmlns:r="http://schemas.openxmlformats.org/officeDocument/2006/relationships" id="310" r:id="R6aa407c8690d40a6"/>
    <p:sldId xmlns:r="http://schemas.openxmlformats.org/officeDocument/2006/relationships" id="311" r:id="R86c1732ce2e443bb"/>
    <p:sldId xmlns:r="http://schemas.openxmlformats.org/officeDocument/2006/relationships" id="312" r:id="R4757880710f84a20"/>
    <p:sldId xmlns:r="http://schemas.openxmlformats.org/officeDocument/2006/relationships" id="313" r:id="R805822584bfe4d08"/>
    <p:sldId xmlns:r="http://schemas.openxmlformats.org/officeDocument/2006/relationships" id="314" r:id="Ra3483a0e1d0b4024"/>
    <p:sldId xmlns:r="http://schemas.openxmlformats.org/officeDocument/2006/relationships" id="315" r:id="R74bb3b7d712f43ce"/>
    <p:sldId xmlns:r="http://schemas.openxmlformats.org/officeDocument/2006/relationships" id="316" r:id="Rdd0940482a8c48f3"/>
    <p:sldId xmlns:r="http://schemas.openxmlformats.org/officeDocument/2006/relationships" id="317" r:id="Ra05d40a7029d4771"/>
    <p:sldId xmlns:r="http://schemas.openxmlformats.org/officeDocument/2006/relationships" id="318" r:id="Rfe2a1dec32734290"/>
    <p:sldId xmlns:r="http://schemas.openxmlformats.org/officeDocument/2006/relationships" id="319" r:id="Rbc051bf4dba3454c"/>
    <p:sldId xmlns:r="http://schemas.openxmlformats.org/officeDocument/2006/relationships" id="320" r:id="R8377a1d992fd4fb6"/>
    <p:sldId xmlns:r="http://schemas.openxmlformats.org/officeDocument/2006/relationships" id="321" r:id="R1207dfa0c3f7435e"/>
    <p:sldId xmlns:r="http://schemas.openxmlformats.org/officeDocument/2006/relationships" id="322" r:id="R0eca619c877f4f1e"/>
    <p:sldId xmlns:r="http://schemas.openxmlformats.org/officeDocument/2006/relationships" id="323" r:id="R7e573543ce264762"/>
    <p:sldId xmlns:r="http://schemas.openxmlformats.org/officeDocument/2006/relationships" id="324" r:id="R4947d0351d554f34"/>
    <p:sldId xmlns:r="http://schemas.openxmlformats.org/officeDocument/2006/relationships" id="325" r:id="R2348d290dde742e2"/>
    <p:sldId xmlns:r="http://schemas.openxmlformats.org/officeDocument/2006/relationships" id="326" r:id="R76e007e4ac774d61"/>
    <p:sldId xmlns:r="http://schemas.openxmlformats.org/officeDocument/2006/relationships" id="327" r:id="R814f0b8ad2e24558"/>
    <p:sldId xmlns:r="http://schemas.openxmlformats.org/officeDocument/2006/relationships" id="328" r:id="R91015f88d99646a1"/>
    <p:sldId xmlns:r="http://schemas.openxmlformats.org/officeDocument/2006/relationships" id="329" r:id="R96932d325aac4964"/>
    <p:sldId xmlns:r="http://schemas.openxmlformats.org/officeDocument/2006/relationships" id="330" r:id="Rafb11eac5f0f499a"/>
    <p:sldId xmlns:r="http://schemas.openxmlformats.org/officeDocument/2006/relationships" id="331" r:id="Rb5d79e9bc7404550"/>
    <p:sldId xmlns:r="http://schemas.openxmlformats.org/officeDocument/2006/relationships" id="332" r:id="R6eae90bdc1b341bd"/>
    <p:sldId xmlns:r="http://schemas.openxmlformats.org/officeDocument/2006/relationships" id="333" r:id="Rc32827b6c6c74911"/>
    <p:sldId xmlns:r="http://schemas.openxmlformats.org/officeDocument/2006/relationships" id="334" r:id="R7901265381504a45"/>
    <p:sldId xmlns:r="http://schemas.openxmlformats.org/officeDocument/2006/relationships" id="335" r:id="R16efd4f8141a4350"/>
    <p:sldId xmlns:r="http://schemas.openxmlformats.org/officeDocument/2006/relationships" id="336" r:id="R41b9eb789f4c4dff"/>
    <p:sldId xmlns:r="http://schemas.openxmlformats.org/officeDocument/2006/relationships" id="337" r:id="R050a4017b70b42f8"/>
    <p:sldId xmlns:r="http://schemas.openxmlformats.org/officeDocument/2006/relationships" id="338" r:id="R46bcfe94194c4161"/>
    <p:sldId xmlns:r="http://schemas.openxmlformats.org/officeDocument/2006/relationships" id="339" r:id="R2249b0623fb74ba6"/>
    <p:sldId xmlns:r="http://schemas.openxmlformats.org/officeDocument/2006/relationships" id="340" r:id="Re24c8481b5ae4912"/>
    <p:sldId xmlns:r="http://schemas.openxmlformats.org/officeDocument/2006/relationships" id="341" r:id="R7ce211c07692488d"/>
    <p:sldId xmlns:r="http://schemas.openxmlformats.org/officeDocument/2006/relationships" id="342" r:id="R5055224eaa094bbe"/>
    <p:sldId xmlns:r="http://schemas.openxmlformats.org/officeDocument/2006/relationships" id="343" r:id="Rd0efb6bb496d44d4"/>
    <p:sldId xmlns:r="http://schemas.openxmlformats.org/officeDocument/2006/relationships" id="344" r:id="R681a647a463c46eb"/>
    <p:sldId xmlns:r="http://schemas.openxmlformats.org/officeDocument/2006/relationships" id="345" r:id="Red4d3db59dcf4e53"/>
    <p:sldId xmlns:r="http://schemas.openxmlformats.org/officeDocument/2006/relationships" id="346" r:id="R9fd45539ec3d4de7"/>
    <p:sldId xmlns:r="http://schemas.openxmlformats.org/officeDocument/2006/relationships" id="347" r:id="R247377e4953b4197"/>
    <p:sldId xmlns:r="http://schemas.openxmlformats.org/officeDocument/2006/relationships" id="348" r:id="R72c933aded834557"/>
    <p:sldId xmlns:r="http://schemas.openxmlformats.org/officeDocument/2006/relationships" id="349" r:id="R705af5ab3ee84aba"/>
    <p:sldId xmlns:r="http://schemas.openxmlformats.org/officeDocument/2006/relationships" id="350" r:id="Rcb8afaec9ef04678"/>
    <p:sldId xmlns:r="http://schemas.openxmlformats.org/officeDocument/2006/relationships" id="351" r:id="R4338d8bd081b4d80"/>
    <p:sldId xmlns:r="http://schemas.openxmlformats.org/officeDocument/2006/relationships" id="352" r:id="Rcbbab3dd4b304c47"/>
    <p:sldId xmlns:r="http://schemas.openxmlformats.org/officeDocument/2006/relationships" id="353" r:id="R5068d5d0f0fc40d2"/>
    <p:sldId xmlns:r="http://schemas.openxmlformats.org/officeDocument/2006/relationships" id="354" r:id="Ra637e6fb53484953"/>
    <p:sldId xmlns:r="http://schemas.openxmlformats.org/officeDocument/2006/relationships" id="355" r:id="Rb47db17981c94af7"/>
    <p:sldId xmlns:r="http://schemas.openxmlformats.org/officeDocument/2006/relationships" id="356" r:id="R0049afc4317f4999"/>
    <p:sldId xmlns:r="http://schemas.openxmlformats.org/officeDocument/2006/relationships" id="357" r:id="R777bea63506e4d99"/>
    <p:sldId xmlns:r="http://schemas.openxmlformats.org/officeDocument/2006/relationships" id="358" r:id="Rb0547370b256425d"/>
    <p:sldId xmlns:r="http://schemas.openxmlformats.org/officeDocument/2006/relationships" id="359" r:id="R2fa2cda9397045b5"/>
    <p:sldId xmlns:r="http://schemas.openxmlformats.org/officeDocument/2006/relationships" id="360" r:id="R2fdd20f791be4781"/>
    <p:sldId xmlns:r="http://schemas.openxmlformats.org/officeDocument/2006/relationships" id="361" r:id="R88acb35ffb714d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b9910f2a0e94a05" /><Relationship Type="http://schemas.openxmlformats.org/officeDocument/2006/relationships/slideMaster" Target="/ppt/slideMasters/slideMaster1.xml" Id="Rbb54b160d61a4a44" /><Relationship Type="http://schemas.openxmlformats.org/officeDocument/2006/relationships/notesMaster" Target="/ppt/notesMasters/notesMaster1.xml" Id="R9365943a775a4b47" /><Relationship Type="http://schemas.openxmlformats.org/officeDocument/2006/relationships/presProps" Target="/ppt/presProps.xml" Id="Ra9d4d24de2e64cd5" /><Relationship Type="http://schemas.openxmlformats.org/officeDocument/2006/relationships/tableStyles" Target="/ppt/tableStyles.xml" Id="R183c306d774a4561" /><Relationship Type="http://schemas.openxmlformats.org/officeDocument/2006/relationships/slide" Target="/ppt/slides/slide1.xml" Id="R9484a19d96334f48" /><Relationship Type="http://schemas.openxmlformats.org/officeDocument/2006/relationships/slide" Target="/ppt/slides/slide2.xml" Id="R0de7beee7d6447fb" /><Relationship Type="http://schemas.openxmlformats.org/officeDocument/2006/relationships/slide" Target="/ppt/slides/slide3.xml" Id="Rdf3f254b19904d6e" /><Relationship Type="http://schemas.openxmlformats.org/officeDocument/2006/relationships/slide" Target="/ppt/slides/slide4.xml" Id="R392a0d65e1064852" /><Relationship Type="http://schemas.openxmlformats.org/officeDocument/2006/relationships/slide" Target="/ppt/slides/slide5.xml" Id="R9037da523ac04afd" /><Relationship Type="http://schemas.openxmlformats.org/officeDocument/2006/relationships/slide" Target="/ppt/slides/slide6.xml" Id="R107b6f85e3154973" /><Relationship Type="http://schemas.openxmlformats.org/officeDocument/2006/relationships/slide" Target="/ppt/slides/slide7.xml" Id="Rfd2b84b0964f4330" /><Relationship Type="http://schemas.openxmlformats.org/officeDocument/2006/relationships/slide" Target="/ppt/slides/slide8.xml" Id="R234f3d2a6a6343f2" /><Relationship Type="http://schemas.openxmlformats.org/officeDocument/2006/relationships/slide" Target="/ppt/slides/slide9.xml" Id="Rb56cdd9c5c0a4120" /><Relationship Type="http://schemas.openxmlformats.org/officeDocument/2006/relationships/slide" Target="/ppt/slides/slide10.xml" Id="Rb1fdcb31115049cc" /><Relationship Type="http://schemas.openxmlformats.org/officeDocument/2006/relationships/slide" Target="/ppt/slides/slide11.xml" Id="R4ec1551a361d40f0" /><Relationship Type="http://schemas.openxmlformats.org/officeDocument/2006/relationships/slide" Target="/ppt/slides/slide12.xml" Id="R467a845cc4b24c48" /><Relationship Type="http://schemas.openxmlformats.org/officeDocument/2006/relationships/slide" Target="/ppt/slides/slide13.xml" Id="Rd5b579887fc74809" /><Relationship Type="http://schemas.openxmlformats.org/officeDocument/2006/relationships/slide" Target="/ppt/slides/slide14.xml" Id="Rb4efd103405e4382" /><Relationship Type="http://schemas.openxmlformats.org/officeDocument/2006/relationships/slide" Target="/ppt/slides/slide15.xml" Id="R6472f3b642fc4716" /><Relationship Type="http://schemas.openxmlformats.org/officeDocument/2006/relationships/slide" Target="/ppt/slides/slide16.xml" Id="Reeee5c8776194de9" /><Relationship Type="http://schemas.openxmlformats.org/officeDocument/2006/relationships/slide" Target="/ppt/slides/slide17.xml" Id="R5f525068e75f4385" /><Relationship Type="http://schemas.openxmlformats.org/officeDocument/2006/relationships/slide" Target="/ppt/slides/slide18.xml" Id="Rd93d9792a35a4373" /><Relationship Type="http://schemas.openxmlformats.org/officeDocument/2006/relationships/slide" Target="/ppt/slides/slide19.xml" Id="R333ecd8555334fa4" /><Relationship Type="http://schemas.openxmlformats.org/officeDocument/2006/relationships/slide" Target="/ppt/slides/slide20.xml" Id="Rf0a40a83332245c9" /><Relationship Type="http://schemas.openxmlformats.org/officeDocument/2006/relationships/slide" Target="/ppt/slides/slide21.xml" Id="R20fde78c6fc543d1" /><Relationship Type="http://schemas.openxmlformats.org/officeDocument/2006/relationships/slide" Target="/ppt/slides/slide22.xml" Id="Rd5c754cfb8144f0f" /><Relationship Type="http://schemas.openxmlformats.org/officeDocument/2006/relationships/slide" Target="/ppt/slides/slide23.xml" Id="R36f35cd6ccee4575" /><Relationship Type="http://schemas.openxmlformats.org/officeDocument/2006/relationships/slide" Target="/ppt/slides/slide24.xml" Id="Ra5486f81301c4ad9" /><Relationship Type="http://schemas.openxmlformats.org/officeDocument/2006/relationships/slide" Target="/ppt/slides/slide25.xml" Id="R059395f64b2645b7" /><Relationship Type="http://schemas.openxmlformats.org/officeDocument/2006/relationships/slide" Target="/ppt/slides/slide26.xml" Id="R41640ad16f38415b" /><Relationship Type="http://schemas.openxmlformats.org/officeDocument/2006/relationships/slide" Target="/ppt/slides/slide27.xml" Id="Rcf342e7c36954e2a" /><Relationship Type="http://schemas.openxmlformats.org/officeDocument/2006/relationships/slide" Target="/ppt/slides/slide28.xml" Id="R59594b4b94034bef" /><Relationship Type="http://schemas.openxmlformats.org/officeDocument/2006/relationships/slide" Target="/ppt/slides/slide29.xml" Id="R83356ebd8b5b4944" /><Relationship Type="http://schemas.openxmlformats.org/officeDocument/2006/relationships/slide" Target="/ppt/slides/slide30.xml" Id="R4373390c5a3c43e1" /><Relationship Type="http://schemas.openxmlformats.org/officeDocument/2006/relationships/slide" Target="/ppt/slides/slide31.xml" Id="R18f9334de51146d6" /><Relationship Type="http://schemas.openxmlformats.org/officeDocument/2006/relationships/slide" Target="/ppt/slides/slide32.xml" Id="R45037e572cd647e9" /><Relationship Type="http://schemas.openxmlformats.org/officeDocument/2006/relationships/slide" Target="/ppt/slides/slide33.xml" Id="R5623c172908541a6" /><Relationship Type="http://schemas.openxmlformats.org/officeDocument/2006/relationships/slide" Target="/ppt/slides/slide34.xml" Id="R146b5a047f2649ef" /><Relationship Type="http://schemas.openxmlformats.org/officeDocument/2006/relationships/slide" Target="/ppt/slides/slide35.xml" Id="R4df17e3bddb1492c" /><Relationship Type="http://schemas.openxmlformats.org/officeDocument/2006/relationships/slide" Target="/ppt/slides/slide36.xml" Id="R1ac436e8d46f4ca8" /><Relationship Type="http://schemas.openxmlformats.org/officeDocument/2006/relationships/slide" Target="/ppt/slides/slide37.xml" Id="R617cbf3fe54e4ebd" /><Relationship Type="http://schemas.openxmlformats.org/officeDocument/2006/relationships/slide" Target="/ppt/slides/slide38.xml" Id="R43bb861dd2454415" /><Relationship Type="http://schemas.openxmlformats.org/officeDocument/2006/relationships/slide" Target="/ppt/slides/slide39.xml" Id="Rd862d7043ab04dc2" /><Relationship Type="http://schemas.openxmlformats.org/officeDocument/2006/relationships/slide" Target="/ppt/slides/slide40.xml" Id="Rde255fede1894fbe" /><Relationship Type="http://schemas.openxmlformats.org/officeDocument/2006/relationships/slide" Target="/ppt/slides/slide41.xml" Id="Rb53ba416739e4c94" /><Relationship Type="http://schemas.openxmlformats.org/officeDocument/2006/relationships/slide" Target="/ppt/slides/slide42.xml" Id="Rad9a5845c3844f30" /><Relationship Type="http://schemas.openxmlformats.org/officeDocument/2006/relationships/slide" Target="/ppt/slides/slide43.xml" Id="R3b8ee9a0dd514304" /><Relationship Type="http://schemas.openxmlformats.org/officeDocument/2006/relationships/slide" Target="/ppt/slides/slide44.xml" Id="R478b9c4bfd50435e" /><Relationship Type="http://schemas.openxmlformats.org/officeDocument/2006/relationships/slide" Target="/ppt/slides/slide45.xml" Id="Rb82c3cfbc5c4445f" /><Relationship Type="http://schemas.openxmlformats.org/officeDocument/2006/relationships/slide" Target="/ppt/slides/slide46.xml" Id="R2f0238bfe10344be" /><Relationship Type="http://schemas.openxmlformats.org/officeDocument/2006/relationships/slide" Target="/ppt/slides/slide47.xml" Id="Rf6a57d7bff01405f" /><Relationship Type="http://schemas.openxmlformats.org/officeDocument/2006/relationships/slide" Target="/ppt/slides/slide48.xml" Id="R0b7995e989b74083" /><Relationship Type="http://schemas.openxmlformats.org/officeDocument/2006/relationships/slide" Target="/ppt/slides/slide49.xml" Id="Rf3df2012dc774670" /><Relationship Type="http://schemas.openxmlformats.org/officeDocument/2006/relationships/slide" Target="/ppt/slides/slide50.xml" Id="R4f71aea87b8f4ae3" /><Relationship Type="http://schemas.openxmlformats.org/officeDocument/2006/relationships/slide" Target="/ppt/slides/slide51.xml" Id="R0e271bd5243b4b25" /><Relationship Type="http://schemas.openxmlformats.org/officeDocument/2006/relationships/slide" Target="/ppt/slides/slide52.xml" Id="R629228eaf575449d" /><Relationship Type="http://schemas.openxmlformats.org/officeDocument/2006/relationships/slide" Target="/ppt/slides/slide53.xml" Id="R142e6c1aad4b4a39" /><Relationship Type="http://schemas.openxmlformats.org/officeDocument/2006/relationships/slide" Target="/ppt/slides/slide54.xml" Id="R688965df49564aeb" /><Relationship Type="http://schemas.openxmlformats.org/officeDocument/2006/relationships/slide" Target="/ppt/slides/slide55.xml" Id="R6aa407c8690d40a6" /><Relationship Type="http://schemas.openxmlformats.org/officeDocument/2006/relationships/slide" Target="/ppt/slides/slide56.xml" Id="R86c1732ce2e443bb" /><Relationship Type="http://schemas.openxmlformats.org/officeDocument/2006/relationships/slide" Target="/ppt/slides/slide57.xml" Id="R4757880710f84a20" /><Relationship Type="http://schemas.openxmlformats.org/officeDocument/2006/relationships/slide" Target="/ppt/slides/slide58.xml" Id="R805822584bfe4d08" /><Relationship Type="http://schemas.openxmlformats.org/officeDocument/2006/relationships/slide" Target="/ppt/slides/slide59.xml" Id="Ra3483a0e1d0b4024" /><Relationship Type="http://schemas.openxmlformats.org/officeDocument/2006/relationships/slide" Target="/ppt/slides/slide60.xml" Id="R74bb3b7d712f43ce" /><Relationship Type="http://schemas.openxmlformats.org/officeDocument/2006/relationships/slide" Target="/ppt/slides/slide61.xml" Id="Rdd0940482a8c48f3" /><Relationship Type="http://schemas.openxmlformats.org/officeDocument/2006/relationships/slide" Target="/ppt/slides/slide62.xml" Id="Ra05d40a7029d4771" /><Relationship Type="http://schemas.openxmlformats.org/officeDocument/2006/relationships/slide" Target="/ppt/slides/slide63.xml" Id="Rfe2a1dec32734290" /><Relationship Type="http://schemas.openxmlformats.org/officeDocument/2006/relationships/slide" Target="/ppt/slides/slide64.xml" Id="Rbc051bf4dba3454c" /><Relationship Type="http://schemas.openxmlformats.org/officeDocument/2006/relationships/slide" Target="/ppt/slides/slide65.xml" Id="R8377a1d992fd4fb6" /><Relationship Type="http://schemas.openxmlformats.org/officeDocument/2006/relationships/slide" Target="/ppt/slides/slide66.xml" Id="R1207dfa0c3f7435e" /><Relationship Type="http://schemas.openxmlformats.org/officeDocument/2006/relationships/slide" Target="/ppt/slides/slide67.xml" Id="R0eca619c877f4f1e" /><Relationship Type="http://schemas.openxmlformats.org/officeDocument/2006/relationships/slide" Target="/ppt/slides/slide68.xml" Id="R7e573543ce264762" /><Relationship Type="http://schemas.openxmlformats.org/officeDocument/2006/relationships/slide" Target="/ppt/slides/slide69.xml" Id="R4947d0351d554f34" /><Relationship Type="http://schemas.openxmlformats.org/officeDocument/2006/relationships/slide" Target="/ppt/slides/slide70.xml" Id="R2348d290dde742e2" /><Relationship Type="http://schemas.openxmlformats.org/officeDocument/2006/relationships/slide" Target="/ppt/slides/slide71.xml" Id="R76e007e4ac774d61" /><Relationship Type="http://schemas.openxmlformats.org/officeDocument/2006/relationships/slide" Target="/ppt/slides/slide72.xml" Id="R814f0b8ad2e24558" /><Relationship Type="http://schemas.openxmlformats.org/officeDocument/2006/relationships/slide" Target="/ppt/slides/slide73.xml" Id="R91015f88d99646a1" /><Relationship Type="http://schemas.openxmlformats.org/officeDocument/2006/relationships/slide" Target="/ppt/slides/slide74.xml" Id="R96932d325aac4964" /><Relationship Type="http://schemas.openxmlformats.org/officeDocument/2006/relationships/slide" Target="/ppt/slides/slide75.xml" Id="Rafb11eac5f0f499a" /><Relationship Type="http://schemas.openxmlformats.org/officeDocument/2006/relationships/slide" Target="/ppt/slides/slide76.xml" Id="Rb5d79e9bc7404550" /><Relationship Type="http://schemas.openxmlformats.org/officeDocument/2006/relationships/slide" Target="/ppt/slides/slide77.xml" Id="R6eae90bdc1b341bd" /><Relationship Type="http://schemas.openxmlformats.org/officeDocument/2006/relationships/slide" Target="/ppt/slides/slide78.xml" Id="Rc32827b6c6c74911" /><Relationship Type="http://schemas.openxmlformats.org/officeDocument/2006/relationships/slide" Target="/ppt/slides/slide79.xml" Id="R7901265381504a45" /><Relationship Type="http://schemas.openxmlformats.org/officeDocument/2006/relationships/slide" Target="/ppt/slides/slide80.xml" Id="R16efd4f8141a4350" /><Relationship Type="http://schemas.openxmlformats.org/officeDocument/2006/relationships/slide" Target="/ppt/slides/slide81.xml" Id="R41b9eb789f4c4dff" /><Relationship Type="http://schemas.openxmlformats.org/officeDocument/2006/relationships/slide" Target="/ppt/slides/slide82.xml" Id="R050a4017b70b42f8" /><Relationship Type="http://schemas.openxmlformats.org/officeDocument/2006/relationships/slide" Target="/ppt/slides/slide83.xml" Id="R46bcfe94194c4161" /><Relationship Type="http://schemas.openxmlformats.org/officeDocument/2006/relationships/slide" Target="/ppt/slides/slide84.xml" Id="R2249b0623fb74ba6" /><Relationship Type="http://schemas.openxmlformats.org/officeDocument/2006/relationships/slide" Target="/ppt/slides/slide85.xml" Id="Re24c8481b5ae4912" /><Relationship Type="http://schemas.openxmlformats.org/officeDocument/2006/relationships/slide" Target="/ppt/slides/slide86.xml" Id="R7ce211c07692488d" /><Relationship Type="http://schemas.openxmlformats.org/officeDocument/2006/relationships/slide" Target="/ppt/slides/slide87.xml" Id="R5055224eaa094bbe" /><Relationship Type="http://schemas.openxmlformats.org/officeDocument/2006/relationships/slide" Target="/ppt/slides/slide88.xml" Id="Rd0efb6bb496d44d4" /><Relationship Type="http://schemas.openxmlformats.org/officeDocument/2006/relationships/slide" Target="/ppt/slides/slide89.xml" Id="R681a647a463c46eb" /><Relationship Type="http://schemas.openxmlformats.org/officeDocument/2006/relationships/slide" Target="/ppt/slides/slide90.xml" Id="Red4d3db59dcf4e53" /><Relationship Type="http://schemas.openxmlformats.org/officeDocument/2006/relationships/slide" Target="/ppt/slides/slide91.xml" Id="R9fd45539ec3d4de7" /><Relationship Type="http://schemas.openxmlformats.org/officeDocument/2006/relationships/slide" Target="/ppt/slides/slide92.xml" Id="R247377e4953b4197" /><Relationship Type="http://schemas.openxmlformats.org/officeDocument/2006/relationships/slide" Target="/ppt/slides/slide93.xml" Id="R72c933aded834557" /><Relationship Type="http://schemas.openxmlformats.org/officeDocument/2006/relationships/slide" Target="/ppt/slides/slide94.xml" Id="R705af5ab3ee84aba" /><Relationship Type="http://schemas.openxmlformats.org/officeDocument/2006/relationships/slide" Target="/ppt/slides/slide95.xml" Id="Rcb8afaec9ef04678" /><Relationship Type="http://schemas.openxmlformats.org/officeDocument/2006/relationships/slide" Target="/ppt/slides/slide96.xml" Id="R4338d8bd081b4d80" /><Relationship Type="http://schemas.openxmlformats.org/officeDocument/2006/relationships/slide" Target="/ppt/slides/slide97.xml" Id="Rcbbab3dd4b304c47" /><Relationship Type="http://schemas.openxmlformats.org/officeDocument/2006/relationships/slide" Target="/ppt/slides/slide98.xml" Id="R5068d5d0f0fc40d2" /><Relationship Type="http://schemas.openxmlformats.org/officeDocument/2006/relationships/slide" Target="/ppt/slides/slide99.xml" Id="Ra637e6fb53484953" /><Relationship Type="http://schemas.openxmlformats.org/officeDocument/2006/relationships/slide" Target="/ppt/slides/slide100.xml" Id="Rb47db17981c94af7" /><Relationship Type="http://schemas.openxmlformats.org/officeDocument/2006/relationships/slide" Target="/ppt/slides/slide101.xml" Id="R0049afc4317f4999" /><Relationship Type="http://schemas.openxmlformats.org/officeDocument/2006/relationships/slide" Target="/ppt/slides/slide102.xml" Id="R777bea63506e4d99" /><Relationship Type="http://schemas.openxmlformats.org/officeDocument/2006/relationships/slide" Target="/ppt/slides/slide103.xml" Id="Rb0547370b256425d" /><Relationship Type="http://schemas.openxmlformats.org/officeDocument/2006/relationships/slide" Target="/ppt/slides/slide104.xml" Id="R2fa2cda9397045b5" /><Relationship Type="http://schemas.openxmlformats.org/officeDocument/2006/relationships/slide" Target="/ppt/slides/slide105.xml" Id="R2fdd20f791be4781" /><Relationship Type="http://schemas.openxmlformats.org/officeDocument/2006/relationships/slide" Target="/ppt/slides/slide106.xml" Id="R88acb35ffb714d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c03fc4562145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debcd8ab8d47e4" /><Relationship Type="http://schemas.openxmlformats.org/officeDocument/2006/relationships/notesMaster" Target="/ppt/notesMasters/notesMaster1.xml" Id="R6541d219b61b43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e5564145ef4c6f" /><Relationship Type="http://schemas.openxmlformats.org/officeDocument/2006/relationships/notesMaster" Target="/ppt/notesMasters/notesMaster1.xml" Id="R0055779e70794c9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6534625dea466a" /><Relationship Type="http://schemas.openxmlformats.org/officeDocument/2006/relationships/notesMaster" Target="/ppt/notesMasters/notesMaster1.xml" Id="R29c273618b894d8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d8373276eb4e37" /><Relationship Type="http://schemas.openxmlformats.org/officeDocument/2006/relationships/notesMaster" Target="/ppt/notesMasters/notesMaster1.xml" Id="R32250b14053548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52c37e9d00e493f" /><Relationship Type="http://schemas.openxmlformats.org/officeDocument/2006/relationships/notesMaster" Target="/ppt/notesMasters/notesMaster1.xml" Id="Rec6825e64e3c46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bf4a9590b643cd" /><Relationship Type="http://schemas.openxmlformats.org/officeDocument/2006/relationships/notesMaster" Target="/ppt/notesMasters/notesMaster1.xml" Id="R41186ef9e21940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a02709cc77434e" /><Relationship Type="http://schemas.openxmlformats.org/officeDocument/2006/relationships/notesMaster" Target="/ppt/notesMasters/notesMaster1.xml" Id="Rd6cef5cf396e4a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0d9472c20042b3" /><Relationship Type="http://schemas.openxmlformats.org/officeDocument/2006/relationships/notesMaster" Target="/ppt/notesMasters/notesMaster1.xml" Id="R0384d5f46cf34593" /></Relationships>
</file>

<file path=ppt/notesSlides/_rels/notesSlide9.xml.rels>&#65279;<?xml version="1.0" encoding="utf-8"?><Relationships xmlns="http://schemas.openxmlformats.org/package/2006/relationships"><Relationship Type="http://schemas.openxmlformats.org/officeDocument/2006/relationships/slide" Target="/ppt/slides/slide9.xml" Id="R98a111bbbf984b09" /><Relationship Type="http://schemas.openxmlformats.org/officeDocument/2006/relationships/notesMaster" Target="/ppt/notesMasters/notesMaster1.xml" Id="Rc1683022171946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2013bc35bf34358" /><Relationship Type="http://schemas.openxmlformats.org/officeDocument/2006/relationships/notesMaster" Target="/ppt/notesMasters/notesMaster1.xml" Id="R036c9c5966294f8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e1e995739a144a3" /><Relationship Type="http://schemas.openxmlformats.org/officeDocument/2006/relationships/notesMaster" Target="/ppt/notesMasters/notesMaster1.xml" Id="R66b0a40f5d574bd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14de77b4f645c6" /><Relationship Type="http://schemas.openxmlformats.org/officeDocument/2006/relationships/notesMaster" Target="/ppt/notesMasters/notesMaster1.xml" Id="R073237c5b6f4481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f48e7389e84edb" /><Relationship Type="http://schemas.openxmlformats.org/officeDocument/2006/relationships/notesMaster" Target="/ppt/notesMasters/notesMaster1.xml" Id="Rda9e9f42ae6e4ba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37b8a2d59214ceb" /><Relationship Type="http://schemas.openxmlformats.org/officeDocument/2006/relationships/notesMaster" Target="/ppt/notesMasters/notesMaster1.xml" Id="R85e64c89f82f4d1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6bf74dbb264e11" /><Relationship Type="http://schemas.openxmlformats.org/officeDocument/2006/relationships/notesMaster" Target="/ppt/notesMasters/notesMaster1.xml" Id="R90b21d0a7aba495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8ea4aed68f34cf6" /><Relationship Type="http://schemas.openxmlformats.org/officeDocument/2006/relationships/notesMaster" Target="/ppt/notesMasters/notesMaster1.xml" Id="R3806f5fd6e1742d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f31786365814d9d" /><Relationship Type="http://schemas.openxmlformats.org/officeDocument/2006/relationships/notesMaster" Target="/ppt/notesMasters/notesMaster1.xml" Id="R1a3ad47eeccb4c1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11fabf9eeb84306" /><Relationship Type="http://schemas.openxmlformats.org/officeDocument/2006/relationships/notesMaster" Target="/ppt/notesMasters/notesMaster1.xml" Id="R8809b0d228a84a7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48287163ca24822" /><Relationship Type="http://schemas.openxmlformats.org/officeDocument/2006/relationships/notesMaster" Target="/ppt/notesMasters/notesMaster1.xml" Id="R93918a536b264d6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6eb34e0036d4c44" /><Relationship Type="http://schemas.openxmlformats.org/officeDocument/2006/relationships/notesMaster" Target="/ppt/notesMasters/notesMaster1.xml" Id="Rc85f630c35ff468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23ae5eeff6549a0" /><Relationship Type="http://schemas.openxmlformats.org/officeDocument/2006/relationships/notesMaster" Target="/ppt/notesMasters/notesMaster1.xml" Id="Rb68925c883e74b9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4124247bbc746cb" /><Relationship Type="http://schemas.openxmlformats.org/officeDocument/2006/relationships/notesMaster" Target="/ppt/notesMasters/notesMaster1.xml" Id="R8466951a02aa451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b8d812c1a384485" /><Relationship Type="http://schemas.openxmlformats.org/officeDocument/2006/relationships/notesMaster" Target="/ppt/notesMasters/notesMaster1.xml" Id="Re8a217fd41e34d1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96592fb3fd54724" /><Relationship Type="http://schemas.openxmlformats.org/officeDocument/2006/relationships/notesMaster" Target="/ppt/notesMasters/notesMaster1.xml" Id="R7305777f9aaa4a7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4e445af500a42c2" /><Relationship Type="http://schemas.openxmlformats.org/officeDocument/2006/relationships/notesMaster" Target="/ppt/notesMasters/notesMaster1.xml" Id="R9acfdb70c92043c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85c1690b62f4d0f" /><Relationship Type="http://schemas.openxmlformats.org/officeDocument/2006/relationships/notesMaster" Target="/ppt/notesMasters/notesMaster1.xml" Id="Rc934c302917c40b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a9e0a11acf94808" /><Relationship Type="http://schemas.openxmlformats.org/officeDocument/2006/relationships/notesMaster" Target="/ppt/notesMasters/notesMaster1.xml" Id="Rf6cc84ae8924485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d8bff3f3fff4609" /><Relationship Type="http://schemas.openxmlformats.org/officeDocument/2006/relationships/notesMaster" Target="/ppt/notesMasters/notesMaster1.xml" Id="R41efe048a336431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e339b41d65648b9" /><Relationship Type="http://schemas.openxmlformats.org/officeDocument/2006/relationships/notesMaster" Target="/ppt/notesMasters/notesMaster1.xml" Id="Rc46351a42e464c2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d21427485c24c97" /><Relationship Type="http://schemas.openxmlformats.org/officeDocument/2006/relationships/notesMaster" Target="/ppt/notesMasters/notesMaster1.xml" Id="R3f47cc3b8e6f47d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ae5c300ac494999" /><Relationship Type="http://schemas.openxmlformats.org/officeDocument/2006/relationships/notesMaster" Target="/ppt/notesMasters/notesMaster1.xml" Id="Rd2a33bfa9b98478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9bd81f552f74e1f" /><Relationship Type="http://schemas.openxmlformats.org/officeDocument/2006/relationships/notesMaster" Target="/ppt/notesMasters/notesMaster1.xml" Id="R409b76afb2f445c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736193944474326" /><Relationship Type="http://schemas.openxmlformats.org/officeDocument/2006/relationships/notesMaster" Target="/ppt/notesMasters/notesMaster1.xml" Id="Rbc0561648d07499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2368e555678412b" /><Relationship Type="http://schemas.openxmlformats.org/officeDocument/2006/relationships/notesMaster" Target="/ppt/notesMasters/notesMaster1.xml" Id="Rda2cdce2bc13415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db97737bca8461b" /><Relationship Type="http://schemas.openxmlformats.org/officeDocument/2006/relationships/notesMaster" Target="/ppt/notesMasters/notesMaster1.xml" Id="R206df9583a00449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622b1ae4e684fe0" /><Relationship Type="http://schemas.openxmlformats.org/officeDocument/2006/relationships/notesMaster" Target="/ppt/notesMasters/notesMaster1.xml" Id="R8089dac10ece42d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33faab0250244db" /><Relationship Type="http://schemas.openxmlformats.org/officeDocument/2006/relationships/notesMaster" Target="/ppt/notesMasters/notesMaster1.xml" Id="R4191dc6c1974488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6e6a0a4b9104cfd" /><Relationship Type="http://schemas.openxmlformats.org/officeDocument/2006/relationships/notesMaster" Target="/ppt/notesMasters/notesMaster1.xml" Id="Rbeeb2d10d5314c6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6083a6cc8204750" /><Relationship Type="http://schemas.openxmlformats.org/officeDocument/2006/relationships/notesMaster" Target="/ppt/notesMasters/notesMaster1.xml" Id="R2bd0aed49b9842e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df30a43bb5742ed" /><Relationship Type="http://schemas.openxmlformats.org/officeDocument/2006/relationships/notesMaster" Target="/ppt/notesMasters/notesMaster1.xml" Id="Rac2278de3373481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d98463753f04fcb" /><Relationship Type="http://schemas.openxmlformats.org/officeDocument/2006/relationships/notesMaster" Target="/ppt/notesMasters/notesMaster1.xml" Id="Refbaca6b052b4c2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ed8b3d92a2b4ef0" /><Relationship Type="http://schemas.openxmlformats.org/officeDocument/2006/relationships/notesMaster" Target="/ppt/notesMasters/notesMaster1.xml" Id="Rd71084254d2041d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c0b6748c3e54545" /><Relationship Type="http://schemas.openxmlformats.org/officeDocument/2006/relationships/notesMaster" Target="/ppt/notesMasters/notesMaster1.xml" Id="R21ce624b955745f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a7a5da6b9b44071" /><Relationship Type="http://schemas.openxmlformats.org/officeDocument/2006/relationships/notesMaster" Target="/ppt/notesMasters/notesMaster1.xml" Id="R1210e8c70b3a449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932d5f160ae4c9a" /><Relationship Type="http://schemas.openxmlformats.org/officeDocument/2006/relationships/notesMaster" Target="/ppt/notesMasters/notesMaster1.xml" Id="Ra91c72dadbbc471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bce51ffa0534ccf" /><Relationship Type="http://schemas.openxmlformats.org/officeDocument/2006/relationships/notesMaster" Target="/ppt/notesMasters/notesMaster1.xml" Id="R1633a08aca21498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1606fdb988a4e01" /><Relationship Type="http://schemas.openxmlformats.org/officeDocument/2006/relationships/notesMaster" Target="/ppt/notesMasters/notesMaster1.xml" Id="R8d9a2757e7804fa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022cd14e16740ad" /><Relationship Type="http://schemas.openxmlformats.org/officeDocument/2006/relationships/notesMaster" Target="/ppt/notesMasters/notesMaster1.xml" Id="R392a27009807419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dbb38e5def24c82" /><Relationship Type="http://schemas.openxmlformats.org/officeDocument/2006/relationships/notesMaster" Target="/ppt/notesMasters/notesMaster1.xml" Id="R2d1b469bb80f464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97189a4ba5f499c" /><Relationship Type="http://schemas.openxmlformats.org/officeDocument/2006/relationships/notesMaster" Target="/ppt/notesMasters/notesMaster1.xml" Id="R87a5b877cdc0475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a48f93674024d47" /><Relationship Type="http://schemas.openxmlformats.org/officeDocument/2006/relationships/notesMaster" Target="/ppt/notesMasters/notesMaster1.xml" Id="Re0635d04f0a746a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7c6989ef0b445be" /><Relationship Type="http://schemas.openxmlformats.org/officeDocument/2006/relationships/notesMaster" Target="/ppt/notesMasters/notesMaster1.xml" Id="R5d66e18d45b24cd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965c0eee5ba4fc1" /><Relationship Type="http://schemas.openxmlformats.org/officeDocument/2006/relationships/notesMaster" Target="/ppt/notesMasters/notesMaster1.xml" Id="R76abb6f62187440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ae96893974254dc2" /><Relationship Type="http://schemas.openxmlformats.org/officeDocument/2006/relationships/notesMaster" Target="/ppt/notesMasters/notesMaster1.xml" Id="Raf4d883a6d65425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878171ea24848d0" /><Relationship Type="http://schemas.openxmlformats.org/officeDocument/2006/relationships/notesMaster" Target="/ppt/notesMasters/notesMaster1.xml" Id="Rd41310b5a3d04b6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0285a0287614d1a" /><Relationship Type="http://schemas.openxmlformats.org/officeDocument/2006/relationships/notesMaster" Target="/ppt/notesMasters/notesMaster1.xml" Id="Re5b5314d4784457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fd895dd760e4327" /><Relationship Type="http://schemas.openxmlformats.org/officeDocument/2006/relationships/notesMaster" Target="/ppt/notesMasters/notesMaster1.xml" Id="R6aafee38e988428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4d415f7312548a2" /><Relationship Type="http://schemas.openxmlformats.org/officeDocument/2006/relationships/notesMaster" Target="/ppt/notesMasters/notesMaster1.xml" Id="Re6f40f622e8d4e7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facf7e9ae02434b" /><Relationship Type="http://schemas.openxmlformats.org/officeDocument/2006/relationships/notesMaster" Target="/ppt/notesMasters/notesMaster1.xml" Id="R22dff9d3d9a5423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866332d4f304250" /><Relationship Type="http://schemas.openxmlformats.org/officeDocument/2006/relationships/notesMaster" Target="/ppt/notesMasters/notesMaster1.xml" Id="Rfe1f6764b3fc47f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e59aa1c18524f0d" /><Relationship Type="http://schemas.openxmlformats.org/officeDocument/2006/relationships/notesMaster" Target="/ppt/notesMasters/notesMaster1.xml" Id="Rbb5e68c7edfb47d5"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af5f50aa9aa4f90" /><Relationship Type="http://schemas.openxmlformats.org/officeDocument/2006/relationships/notesMaster" Target="/ppt/notesMasters/notesMaster1.xml" Id="R265b5a6f75c84c3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5204aaf046146aa" /><Relationship Type="http://schemas.openxmlformats.org/officeDocument/2006/relationships/notesMaster" Target="/ppt/notesMasters/notesMaster1.xml" Id="R617fb1fb641447a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292d32cbfb34507" /><Relationship Type="http://schemas.openxmlformats.org/officeDocument/2006/relationships/notesMaster" Target="/ppt/notesMasters/notesMaster1.xml" Id="R247d64a821b84c5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3cc62ef4f16424e" /><Relationship Type="http://schemas.openxmlformats.org/officeDocument/2006/relationships/notesMaster" Target="/ppt/notesMasters/notesMaster1.xml" Id="Rc75daec6f3b2432f"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5157976e8334eaa" /><Relationship Type="http://schemas.openxmlformats.org/officeDocument/2006/relationships/notesMaster" Target="/ppt/notesMasters/notesMaster1.xml" Id="Rc81d810e15a5475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38a7ace875c432b" /><Relationship Type="http://schemas.openxmlformats.org/officeDocument/2006/relationships/notesMaster" Target="/ppt/notesMasters/notesMaster1.xml" Id="R4bf7369cdd2847d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3ca834beeda415f" /><Relationship Type="http://schemas.openxmlformats.org/officeDocument/2006/relationships/notesMaster" Target="/ppt/notesMasters/notesMaster1.xml" Id="Redc7788ee00e4f3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68ca9205764483f" /><Relationship Type="http://schemas.openxmlformats.org/officeDocument/2006/relationships/notesMaster" Target="/ppt/notesMasters/notesMaster1.xml" Id="R11a8cddd643f41f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f9f984b570b54c17" /><Relationship Type="http://schemas.openxmlformats.org/officeDocument/2006/relationships/notesMaster" Target="/ppt/notesMasters/notesMaster1.xml" Id="R7a3b64c57fa7480a"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16dde28771c4db8" /><Relationship Type="http://schemas.openxmlformats.org/officeDocument/2006/relationships/notesMaster" Target="/ppt/notesMasters/notesMaster1.xml" Id="R962e64b33b2e40f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c006ad9514c41af" /><Relationship Type="http://schemas.openxmlformats.org/officeDocument/2006/relationships/notesMaster" Target="/ppt/notesMasters/notesMaster1.xml" Id="R9061eee84bc44b7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63149b497a3439a" /><Relationship Type="http://schemas.openxmlformats.org/officeDocument/2006/relationships/notesMaster" Target="/ppt/notesMasters/notesMaster1.xml" Id="Ra05a5db61668498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8b45bbef05c4444" /><Relationship Type="http://schemas.openxmlformats.org/officeDocument/2006/relationships/notesMaster" Target="/ppt/notesMasters/notesMaster1.xml" Id="Rc89ee820c64b49a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bf4ceb6f72d24120" /><Relationship Type="http://schemas.openxmlformats.org/officeDocument/2006/relationships/notesMaster" Target="/ppt/notesMasters/notesMaster1.xml" Id="Rff5bc0aa55004e8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16505ed9e434c3d" /><Relationship Type="http://schemas.openxmlformats.org/officeDocument/2006/relationships/notesMaster" Target="/ppt/notesMasters/notesMaster1.xml" Id="Rd6bb18cc950e4409"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2236ebc3b294708" /><Relationship Type="http://schemas.openxmlformats.org/officeDocument/2006/relationships/notesMaster" Target="/ppt/notesMasters/notesMaster1.xml" Id="R8ec38a548631411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cb82e10f2004a0e" /><Relationship Type="http://schemas.openxmlformats.org/officeDocument/2006/relationships/notesMaster" Target="/ppt/notesMasters/notesMaster1.xml" Id="R86faf5f331c6498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b54a7983b1524a92" /><Relationship Type="http://schemas.openxmlformats.org/officeDocument/2006/relationships/notesMaster" Target="/ppt/notesMasters/notesMaster1.xml" Id="Rfe8da4dda9f347f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9f198f397c3463a" /><Relationship Type="http://schemas.openxmlformats.org/officeDocument/2006/relationships/notesMaster" Target="/ppt/notesMasters/notesMaster1.xml" Id="R5d0ef72f859d43d9"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96b5714beb7f4369" /><Relationship Type="http://schemas.openxmlformats.org/officeDocument/2006/relationships/notesMaster" Target="/ppt/notesMasters/notesMaster1.xml" Id="R4a3ac912508740a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73691a63b6547e8" /><Relationship Type="http://schemas.openxmlformats.org/officeDocument/2006/relationships/notesMaster" Target="/ppt/notesMasters/notesMaster1.xml" Id="R32047d52f0a34010"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710545dca444a6e" /><Relationship Type="http://schemas.openxmlformats.org/officeDocument/2006/relationships/notesMaster" Target="/ppt/notesMasters/notesMaster1.xml" Id="R1f34119459dc415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eaf57b6b22484d95" /><Relationship Type="http://schemas.openxmlformats.org/officeDocument/2006/relationships/notesMaster" Target="/ppt/notesMasters/notesMaster1.xml" Id="R7f48b7b2603d442e"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0668b3ae81e14092" /><Relationship Type="http://schemas.openxmlformats.org/officeDocument/2006/relationships/notesMaster" Target="/ppt/notesMasters/notesMaster1.xml" Id="Rb0a9224390e345d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66a321d6658846e9" /><Relationship Type="http://schemas.openxmlformats.org/officeDocument/2006/relationships/notesMaster" Target="/ppt/notesMasters/notesMaster1.xml" Id="R8d6cb05e1c0c4ae6"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37e23a31be164822" /><Relationship Type="http://schemas.openxmlformats.org/officeDocument/2006/relationships/notesMaster" Target="/ppt/notesMasters/notesMaster1.xml" Id="R7644dc2f7f914d2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c8df8e482db4bb5" /><Relationship Type="http://schemas.openxmlformats.org/officeDocument/2006/relationships/notesMaster" Target="/ppt/notesMasters/notesMaster1.xml" Id="R9b06376281d54034"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c19da6e2ce334bf0" /><Relationship Type="http://schemas.openxmlformats.org/officeDocument/2006/relationships/notesMaster" Target="/ppt/notesMasters/notesMaster1.xml" Id="Rda9bbf9169eb46b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57f6450160b46e2" /><Relationship Type="http://schemas.openxmlformats.org/officeDocument/2006/relationships/notesMaster" Target="/ppt/notesMasters/notesMaster1.xml" Id="Rf17f580caa744c7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818fbb15622494b" /><Relationship Type="http://schemas.openxmlformats.org/officeDocument/2006/relationships/notesMaster" Target="/ppt/notesMasters/notesMaster1.xml" Id="Radc066ef90d0491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6026a5e455a4b69" /><Relationship Type="http://schemas.openxmlformats.org/officeDocument/2006/relationships/notesMaster" Target="/ppt/notesMasters/notesMaster1.xml" Id="R8e63dbd89a9c44ea"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a5981af0cc74c3f" /><Relationship Type="http://schemas.openxmlformats.org/officeDocument/2006/relationships/notesMaster" Target="/ppt/notesMasters/notesMaster1.xml" Id="R8f7ca5feaff44f1d"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fca5db860a84e9c" /><Relationship Type="http://schemas.openxmlformats.org/officeDocument/2006/relationships/notesMaster" Target="/ppt/notesMasters/notesMaster1.xml" Id="R3134fd173ab842c4"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482db017d3494fb9" /><Relationship Type="http://schemas.openxmlformats.org/officeDocument/2006/relationships/notesMaster" Target="/ppt/notesMasters/notesMaster1.xml" Id="Racfaa71b4e814989"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8993520cf12c47c0" /><Relationship Type="http://schemas.openxmlformats.org/officeDocument/2006/relationships/notesMaster" Target="/ppt/notesMasters/notesMaster1.xml" Id="Rfbcb4cd41a1d4f9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0aa040c19b53428d" /><Relationship Type="http://schemas.openxmlformats.org/officeDocument/2006/relationships/notesMaster" Target="/ppt/notesMasters/notesMaster1.xml" Id="R192dba0d3041435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3793ac4c81084d91" /><Relationship Type="http://schemas.openxmlformats.org/officeDocument/2006/relationships/notesMaster" Target="/ppt/notesMasters/notesMaster1.xml" Id="Red5b2238835a4265"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c3696d2d16194a18" /><Relationship Type="http://schemas.openxmlformats.org/officeDocument/2006/relationships/notesMaster" Target="/ppt/notesMasters/notesMaster1.xml" Id="R04efc47de24c43ca"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4881e47543a242ac" /><Relationship Type="http://schemas.openxmlformats.org/officeDocument/2006/relationships/notesMaster" Target="/ppt/notesMasters/notesMaster1.xml" Id="R7ece6766ecdd4960"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80b39217766a4341" /><Relationship Type="http://schemas.openxmlformats.org/officeDocument/2006/relationships/notesMaster" Target="/ppt/notesMasters/notesMaster1.xml" Id="R74c8faa26a4b4fb5"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c38804db5fcd4a46" /><Relationship Type="http://schemas.openxmlformats.org/officeDocument/2006/relationships/notesMaster" Target="/ppt/notesMasters/notesMaster1.xml" Id="Raa385ff310c44c10"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64dcb1bee4ec4f17" /><Relationship Type="http://schemas.openxmlformats.org/officeDocument/2006/relationships/notesMaster" Target="/ppt/notesMasters/notesMaster1.xml" Id="R61ad98b5db0e424c"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6d8b98a160fb4853" /><Relationship Type="http://schemas.openxmlformats.org/officeDocument/2006/relationships/notesMaster" Target="/ppt/notesMasters/notesMaster1.xml" Id="Rfda5e41eabac4e9d"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30ff1ca543af4286" /><Relationship Type="http://schemas.openxmlformats.org/officeDocument/2006/relationships/notesMaster" Target="/ppt/notesMasters/notesMaster1.xml" Id="Rd35698270b4b4e56"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1eb560838b5242e8" /><Relationship Type="http://schemas.openxmlformats.org/officeDocument/2006/relationships/notesMaster" Target="/ppt/notesMasters/notesMaster1.xml" Id="Rc7d4743a3bc04b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
            </a:r>
          </a:p>
          <a:p xmlns:a="http://schemas.openxmlformats.org/drawingml/2006/main">
            <a:r>
              <a:t>2026-10-23 · 처음 시작</a:t>
            </a:r>
          </a:p>
          <a:p xmlns:a="http://schemas.openxmlformats.org/drawingml/2006/main">
            <a:r>
              <a:t/>
            </a:r>
          </a:p>
          <a:p xmlns:a="http://schemas.openxmlformats.org/drawingml/2006/main">
            <a:r>
              <a:t>이번 수업에서는 실제 연결·통전·시리얼 포트 열기를 하지 않습니다. Python 표준 라이브러리로 가상 센서 파일을 읽습니다. .ino는 모델 확정 후 실행할 완성 예의 읽기 자료이며,현재 컴파일·업로드 결과가 아닙니다.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수업을 마칠 때 확인할 것: 전압·전류·저항의 단위를 구분하고 0·null·문자열을 다른 상태로 처리하며 예제로 확인한 것과 장비에서 더 시험할 것을 설명합니다.</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내용이 기억나지 않으면 아래 질문부터 읽어 보세요. 먼저 답을 적고 풀이와 비교해 보세요.</a:t>
            </a:r>
          </a:p>
          <a:p xmlns:a="http://schemas.openxmlformats.org/drawingml/2006/main">
            <a:r>
              <a:t/>
            </a:r>
          </a:p>
          <a:p xmlns:a="http://schemas.openxmlformats.org/drawingml/2006/main">
            <a:r>
              <a:t>단위</a:t>
            </a:r>
          </a:p>
          <a:p xmlns:a="http://schemas.openxmlformats.org/drawingml/2006/main">
            <a:r>
              <a:t/>
            </a:r>
          </a:p>
          <a:p xmlns:a="http://schemas.openxmlformats.org/drawingml/2006/main">
            <a:r>
              <a:t>질문: 3.3V와 3.3mA를 같은 크기로 비교하나요?</a:t>
            </a:r>
          </a:p>
          <a:p xmlns:a="http://schemas.openxmlformats.org/drawingml/2006/main">
            <a:r>
              <a:t/>
            </a:r>
          </a:p>
          <a:p xmlns:a="http://schemas.openxmlformats.org/drawingml/2006/main">
            <a:r>
              <a:t>풀이: 전압은 밀어주는 정도, 전류는 흐르는 양이며 다른 물리량입니다. 숫자만 같다고 같은 조건이 아닙니다.</a:t>
            </a:r>
          </a:p>
          <a:p xmlns:a="http://schemas.openxmlformats.org/drawingml/2006/main">
            <a:r>
              <a:t/>
            </a:r>
          </a:p>
          <a:p xmlns:a="http://schemas.openxmlformats.org/drawingml/2006/main">
            <a:r>
              <a:t>회로 경로</a:t>
            </a:r>
          </a:p>
          <a:p xmlns:a="http://schemas.openxmlformats.org/drawingml/2006/main">
            <a:r>
              <a:t/>
            </a:r>
          </a:p>
          <a:p xmlns:a="http://schemas.openxmlformats.org/drawingml/2006/main">
            <a:r>
              <a:t>질문: LED와 저항을 놓기만 하면 전류가 흐르나요?</a:t>
            </a:r>
          </a:p>
          <a:p xmlns:a="http://schemas.openxmlformats.org/drawingml/2006/main">
            <a:r>
              <a:t/>
            </a:r>
          </a:p>
          <a:p xmlns:a="http://schemas.openxmlformats.org/drawingml/2006/main">
            <a:r>
              <a:t>풀이: 전원에서 부품을 거쳐 돌아오는 연결 경로가 필요합니다. 회로 검토와 실제 전원 인가를 구분합니다.</a:t>
            </a:r>
          </a:p>
          <a:p xmlns:a="http://schemas.openxmlformats.org/drawingml/2006/main">
            <a:r>
              <a:t/>
            </a:r>
          </a:p>
          <a:p xmlns:a="http://schemas.openxmlformats.org/drawingml/2006/main">
            <a:r>
              <a:t>판정</a:t>
            </a:r>
          </a:p>
          <a:p xmlns:a="http://schemas.openxmlformats.org/drawingml/2006/main">
            <a:r>
              <a:t/>
            </a:r>
          </a:p>
          <a:p xmlns:a="http://schemas.openxmlformats.org/drawingml/2006/main">
            <a:r>
              <a:t>질문: 모의 입력에서 명령이 나왔다면 실물 LED도 켜졌나요?</a:t>
            </a:r>
          </a:p>
          <a:p xmlns:a="http://schemas.openxmlformats.org/drawingml/2006/main">
            <a:r>
              <a:t/>
            </a:r>
          </a:p>
          <a:p xmlns:a="http://schemas.openxmlformats.org/drawingml/2006/main">
            <a:r>
              <a:t>풀이: 코드의 판단 결과를 확인한 것입니다. 핀 연결·전압·보드 환경을 확인한 실물 검증은 별도입니다.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문제는 결과를 확인한 뒤 복습하거나 도전합니다. 모든 페이지를 같은 시간에 끝내라는 뜻은 아닙니다. 설치가 막혔을 때는 제공 출력과 수동 추적으로 개념을 확인하고, 직접 실행했는지는 따로 적습니다.니다.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ZIP을 일반 폴더에 풀고 data·code·work의 위치를 유지한다. data는 입력 자료, code는 참고 코드, work는 학생의 작업 복사본이다. 편집기는 파일을 쓰고 저장하는 도구이고, 터미널은 명령을 실행하는 창이다. 저장만 해서는 실행되지 않는다. 파일 이름과 확장자를 확인하고 안내된 폴더에서 명령을 입력하도록 돕는다. 실행이 막히면 오류 문구와 경로를 적고, 제공 출력이나 강사 시연을 예상과 비교하도록 안내한다.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docs/schedule.md</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
            </a:r>
          </a:p>
          <a:p xmlns:a="http://schemas.openxmlformats.org/drawingml/2006/main">
            <a:r>
              <a:t>설치나 장비 연결이 안 된 학생도 제공 코드로 결과를 따라 읽을 수 있다. 직접 실행했는지, 강사 시연을 봤는지, 제공 출력을 비교했는지, 손으로 계산했는지 기록하게 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1교시 필수 개념 보충 · 전류가 돌아오는 길과 단위 계산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0.005A=5mA이며 + → 저항 → −입니다. 선이 끊어진 이상적 경로는 0A입니다. 5V를 ESP32 신호 입력에 연결해도 된다는 뜻은 아닙니다. 단위 계산과 연결 허용 판단은 별도 문제입니다.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전압은 몇 점 사이인가요? → 두 점 사이입니다.</a:t>
            </a:r>
          </a:p>
          <a:p xmlns:a="http://schemas.openxmlformats.org/drawingml/2006/main">
            <a:r>
              <a:t>2. 0.002A는? → 2mA입니다.</a:t>
            </a:r>
          </a:p>
          <a:p xmlns:a="http://schemas.openxmlformats.org/drawingml/2006/main">
            <a:r>
              <a:t>3. GND는 버리는 구멍인가요? → 전압 기준과 전류가 돌아오는 길의 역할을 읽어야 합니다.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전압은 두 점 사이의 차이입니다.</a:t>
            </a:r>
          </a:p>
          <a:p xmlns:a="http://schemas.openxmlformats.org/drawingml/2006/main">
            <a:r>
              <a:t>단위는 V입니다.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시간당 이동하는 전하량입니다.</a:t>
            </a:r>
          </a:p>
          <a:p xmlns:a="http://schemas.openxmlformats.org/drawingml/2006/main">
            <a:r>
              <a:t>단위는 A, 작은 전류는 mA로 씁니다.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옴성 저항의 관계는 V=IR입니다.</a:t>
            </a:r>
          </a:p>
          <a:p xmlns:a="http://schemas.openxmlformats.org/drawingml/2006/main">
            <a:r>
              <a:t>저항 단위는 Ω입니다.</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전원 + → 저항 → 전원 −</a:t>
            </a:r>
          </a:p>
          <a:p xmlns:a="http://schemas.openxmlformats.org/drawingml/2006/main">
            <a:r>
              <a:t>완전히 이어진 길이 닫힌 회로입니다.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신호의 높고 낮음을 비교하는 기준입니다.</a:t>
            </a:r>
          </a:p>
          <a:p xmlns:a="http://schemas.openxmlformats.org/drawingml/2006/main">
            <a:r>
              <a:t>모든 GND가 건물 접지는 아닙니다.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1A = 1000mA</a:t>
            </a:r>
          </a:p>
          <a:p xmlns:a="http://schemas.openxmlformats.org/drawingml/2006/main">
            <a:r>
              <a:t>0.010A = 10mA</a:t>
            </a:r>
          </a:p>
          <a:p xmlns:a="http://schemas.openxmlformats.org/drawingml/2006/main">
            <a:r>
              <a:t>실습 담당자가 3.3V 전원과 330Ω 저항을 종이에 연결합니다. “3.3이 흐른다”라는 말로는 무엇을 측정하는지 알 수 없습니다. 전압은 두 점 사이의 차이이고 단위는 V입니다. 전류는 시간당 이동하는 전하량이며 A, 저항은 전압과 전류의 관계를 나타내며 Ω입니다. 물의 압력 차이와 유량 비유는 역할을 기억하는 출발점으로만 사용합니다.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
            </a:r>
          </a:p>
          <a:p xmlns:a="http://schemas.openxmlformats.org/drawingml/2006/main">
            <a:r>
              <a:t>전압은 저항 양단의3.3V라는 계산 가정이다. voltage_v/resistance_ohm으로 A를 구하고1000을 곱해 mA로 바꾼다. &lt;=는 작거나 같은지 비교하고, =는 이름에 값을 넣는다. /는 나눗셈, *는 곱셈이다. if 뒤 콜론과 들여쓴 raise는 조건이 맞을 때 오류를 알린다. round(...,2)는 소수 둘째 자리까지 반올림한다. 계산 결과가 실제 부품의 허용 전류를 뜻하지는 않는다.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전압은 저항 양단의3.3V라는 계산 가정이다. voltage_v/resistance_ohm으로 A를 구하고1000을 곱해 mA로 바꾼다. &lt;=는 작거나 같은지 비교하고, =는 이름에 값을 넣는다. /는 나눗셈, *는 곱셈이다. if 뒤 콜론과 들여쓴 raise는 조건이 맞을 때 오류를 알린다. round(...,2)는 소수 둘째 자리까지 반올림한다. 계산 결과가 실제 부품의 허용 전류를 뜻하지는 않는다.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전압은 저항 양단의3.3V라는 계산 가정이다. voltage_v/resistance_ohm으로 A를 구하고1000을 곱해 mA로 바꾼다. &lt;=는 작거나 같은지 비교하고, =는 이름에 값을 넣는다. /는 나눗셈, *는 곱셈이다. if 뒤 콜론과 들여쓴 raise는 조건이 맞을 때 오류를 알린다. round(...,2)는 소수 둘째 자리까지 반올림한다. 계산 결과가 실제 부품의 허용 전류를 뜻하지는 않는다.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3.3÷330 = 0.010A</a:t>
            </a:r>
          </a:p>
          <a:p xmlns:a="http://schemas.openxmlformats.org/drawingml/2006/main">
            <a:r>
              <a:t>0.010×1000 = 10mA</a:t>
            </a:r>
          </a:p>
          <a:p xmlns:a="http://schemas.openxmlformats.org/drawingml/2006/main">
            <a:r>
              <a:t>출력: 10.0</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저항 양단 5V · 저항 1000Ω</a:t>
            </a:r>
          </a:p>
          <a:p xmlns:a="http://schemas.openxmlformats.org/drawingml/2006/main">
            <a:r>
              <a:t>전류를 A와 mA로 계산하세요.</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0.005A = 5mA</a:t>
            </a:r>
          </a:p>
          <a:p xmlns:a="http://schemas.openxmlformats.org/drawingml/2006/main">
            <a:r>
              <a:t>단위 변환을 한 번 더 확인합니다.</a:t>
            </a:r>
          </a:p>
          <a:p xmlns:a="http://schemas.openxmlformats.org/drawingml/2006/main">
            <a:r>
              <a:t>이 계산만으로 GPIO에 5V를 연결해도 된다고 판단할 수 없습니다.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저항을 660Ω으로 바꿉니다.</a:t>
            </a:r>
          </a:p>
          <a:p xmlns:a="http://schemas.openxmlformats.org/drawingml/2006/main">
            <a:r>
              <a:t>전류는 5mA가 됩니다.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이 화면에서 설명할 내용:</a:t>
            </a:r>
          </a:p>
          <a:p xmlns:a="http://schemas.openxmlformats.org/drawingml/2006/main">
            <a:r>
              <a:t>저항 0은 계산 입력 오류입니다.</a:t>
            </a:r>
          </a:p>
          <a:p xmlns:a="http://schemas.openxmlformats.org/drawingml/2006/main">
            <a:r>
              <a:t>실제 단락을 만들어 시험하지 않습니다.</a:t>
            </a:r>
          </a:p>
          <a:p xmlns:a="http://schemas.openxmlformats.org/drawingml/2006/main">
            <a:r>
              <a:t>전류의 통상적인 방향을 전원 + → 저항 → 전원 −로 표시합니다. 돌아오는 길까지 이어져야 닫힌 회로입니다. 중간이 끊어진 이상적인 회로에는 지속적인 전류가 흐르지 않습니다. GND는 이 회로에서 전압 비교의 기준으로 정한 지점이며 언제나 건물의 보호 접지라는 뜻은 아닙니다. 저항 없이 전원 +와 −를 잇는 것은 부하를 통과하는 정상 경로와 다릅니다.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전압·전류·저항의 단위를 말해 봅시다.</a:t>
            </a:r>
          </a:p>
          <a:p xmlns:a="http://schemas.openxmlformats.org/drawingml/2006/main">
            <a:r>
              <a:t>계산한 전류와 실제로 측정한 전류가 어떻게 다른지 설명합니다.</a:t>
            </a:r>
          </a:p>
          <a:p xmlns:a="http://schemas.openxmlformats.org/drawingml/2006/main">
            <a:r>
              <a:t>완성 계산의 입력은 저항 양단 전압 3.3V와 저항 330Ω입니다. 옴성 저항의 관계 V=IR에서 I=V/R로 바꿉니다. 3.3÷330=0.010A이고, 1A=1000mA이므로 10mA입니다. 저항을 660Ω으로 바꾸면 0.005A=5mA입니다. 나눗셈 결과에 바로 mA를 붙이면 1000배의 단위 오류가 됩니다. 계산은 이상적인 저항의 관계를 확인한 것이며 부품 발열, 허용 전류, 보드 출력 능력을 승인한 결과는 아닙니다. 실제 연결 전에는 부품과 보드 사양이 필요합니다. 모의 계산의 실행 여부와 실물 측정 여부를 기록 칸에서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outputs/2026-10-23/assessment.md</a:t>
            </a:r>
          </a:p>
          <a:p xmlns:a="http://schemas.openxmlformats.org/drawingml/2006/main">
            <a:r>
              <a:t>이 화면에서 설명할 내용:</a:t>
            </a:r>
          </a:p>
          <a:p xmlns:a="http://schemas.openxmlformats.org/drawingml/2006/main">
            <a:r>
              <a:t>추가·복습: 2.4V · 1200Ω</a:t>
            </a:r>
          </a:p>
          <a:p xmlns:a="http://schemas.openxmlformats.org/drawingml/2006/main">
            <a:r>
              <a:t>계산 전류와 돌아오는 길을 설명하세요.</a:t>
            </a:r>
          </a:p>
          <a:p xmlns:a="http://schemas.openxmlformats.org/drawingml/2006/main">
            <a:r>
              <a:t>복습 문제: 저항 양단 5V와 1000Ω이라는 새 종이 조건에서 A와 mA를 각각 계산하고 전류가 돌아오는 경로를 화살표로 그리세요. 가운데 선을 지웠을 때의 이상적 전류도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저항 양단 2.4V·1200Ω일 때 A와 mA를 계산하고 닫힌 경로를 설명하세요.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0.002A=2mA입니다. 전원 +에서 저항을 거쳐 −로 돌아오는 길을 포함합니다.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2교시 필수 개념 보충 · LED 직렬 저항과 보드 신호의 전압</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알림등을 달고 싶은 담당자는 LED가 밝아지면 성공이라고 생각합니다. 그러나 빛이 보이는 것과 부품이 정격 안에서 동작하는 것은 다릅니다. LED는 방향이 있는 다이오드이며 저항처럼 일정한 V/I 값으로 취급하지 않습니다. 직렬 저항은 같은 가지를 흐르는 전류를 제한합니다.</a:t>
            </a:r>
          </a:p>
          <a:p xmlns:a="http://schemas.openxmlformats.org/drawingml/2006/main">
            <a:r>
              <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저항 전압은 1.5V, 전류는 3mA입니다. GPIO 허용 전압은 별도 사양으로 확인해야 합니다. LED 강하를 더해 5.1V로 계산하거나 USB 전원과 신호 입력 정격을 같은 것으로 읽으면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직렬 가지의 전류는? → 같은 가지에서 같습니다.</a:t>
            </a:r>
          </a:p>
          <a:p xmlns:a="http://schemas.openxmlformats.org/drawingml/2006/main">
            <a:r>
              <a:t>2. 2.0V는 확정 사양인가요? → 여기서는 계산용 가정입니다.</a:t>
            </a:r>
          </a:p>
          <a:p xmlns:a="http://schemas.openxmlformats.org/drawingml/2006/main">
            <a:r>
              <a:t>3. 모델 미확정 시 핀 번호는? → 확정하지 않고 확인 항목으로 남깁니다.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빛을 내는 다이오드입니다.</a:t>
            </a:r>
          </a:p>
          <a:p xmlns:a="http://schemas.openxmlformats.org/drawingml/2006/main">
            <a:r>
              <a:t>고정 저항처럼 계산하지 않습니다.</a:t>
            </a:r>
          </a:p>
          <a:p xmlns:a="http://schemas.openxmlformats.org/drawingml/2006/main">
            <a:r>
              <a:t>알림등을 달고 싶은 담당자는 LED가 밝아지면 성공이라고 생각합니다. 그러나 빛이 보이는 것과 부품이 정격 안에서 동작하는 것은 다릅니다. LED는 방향이 있는 다이오드이며 저항처럼 일정한 V/I 값으로 취급하지 않습니다. 직렬 저항은 같은 가지를 흐르는 전류를 제한합니다.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같은 가지의 전류는 같습니다.</a:t>
            </a:r>
          </a:p>
          <a:p xmlns:a="http://schemas.openxmlformats.org/drawingml/2006/main">
            <a:r>
              <a:t>공급 전압과 LED 강하를 구분합니다.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계산 가정: 공급 3.3V · LED 강하 2.0V</a:t>
            </a:r>
          </a:p>
          <a:p xmlns:a="http://schemas.openxmlformats.org/drawingml/2006/main">
            <a:r>
              <a:t>저항 전압 = 3.3−2.0 = 1.3V</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칩: 계산과 입출력</a:t>
            </a:r>
          </a:p>
          <a:p xmlns:a="http://schemas.openxmlformats.org/drawingml/2006/main">
            <a:r>
              <a:t>모듈: 주변 부품 묶음 · 보드: 개발 연결판</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프로그램으로 디지털 신호를 읽고 출력합니다.</a:t>
            </a:r>
          </a:p>
          <a:p xmlns:a="http://schemas.openxmlformats.org/drawingml/2006/main">
            <a:r>
              <a:t>HIGH의 전압 범위는 보드 문서로 확인합니다.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보드 전원 단자만 보고 신호 전압을 정하지 않습니다.</a:t>
            </a:r>
          </a:p>
          <a:p xmlns:a="http://schemas.openxmlformats.org/drawingml/2006/main">
            <a:r>
              <a:t>정확한 보드·핀 문서가 필요합니다.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
            </a:r>
          </a:p>
          <a:p xmlns:a="http://schemas.openxmlformats.org/drawingml/2006/main">
            <a:r>
              <a:t>LED 전압 강하2.0V는 계산용 가정이다. 괄호 안의3.3−2.0을 먼저 계산하면 저항에 걸리는 전압은1.3V다. 이를330으로 나누면 A이고1000을 곱하면 mA다. or는 두 조건 중 하나라도 참일 때 참이다. supply_v &lt;led_v를 거절하는 것은 계산 입력을 검사하는 과정이다. 실제 다이오드의 특성을 모두 계산한 모델은 아니다. 참고 파일과 같은 계산으로3.94mA가 나온다.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LED 전압 강하2.0V는 계산용 가정이다. 괄호 안의3.3−2.0을 먼저 계산하면 저항에 걸리는 전압은1.3V다. 이를330으로 나누면 A이고1000을 곱하면 mA다. or는 두 조건 중 하나라도 참일 때 참이다. supply_v &lt;led_v를 거절하는 것은 계산 입력을 검사하는 과정이다. 실제 다이오드의 특성을 모두 계산한 모델은 아니다. 참고 파일과 같은 계산으로3.94mA가 나온다.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LED 전압 강하2.0V는 계산용 가정이다. 괄호 안의3.3−2.0을 먼저 계산하면 저항에 걸리는 전압은1.3V다. 이를330으로 나누면 A이고1000을 곱하면 mA다. or는 두 조건 중 하나라도 참일 때 참이다. supply_v &lt;led_v를 거절하는 것은 계산 입력을 검사하는 과정이다. 실제 다이오드의 특성을 모두 계산한 모델은 아니다. 참고 파일과 같은 계산으로3.94mA가 나온다.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(3.3−2.0)÷330×1000</a:t>
            </a:r>
          </a:p>
          <a:p xmlns:a="http://schemas.openxmlformats.org/drawingml/2006/main">
            <a:r>
              <a:t>가정 전류: 3.94mA</a:t>
            </a:r>
          </a:p>
          <a:p xmlns:a="http://schemas.openxmlformats.org/drawingml/2006/main">
            <a:r>
              <a:t>저항만 연결한 10mA와 다릅니다.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공급 3.3V · LED 가정 1.8V · 저항 500Ω</a:t>
            </a:r>
          </a:p>
          <a:p xmlns:a="http://schemas.openxmlformats.org/drawingml/2006/main">
            <a:r>
              <a:t>계산 전류와 GPIO 연결 조건을 쓰세요.</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저항 전압: 1.5V</a:t>
            </a:r>
          </a:p>
          <a:p xmlns:a="http://schemas.openxmlformats.org/drawingml/2006/main">
            <a:r>
              <a:t>전류: 3mA</a:t>
            </a:r>
          </a:p>
          <a:p xmlns:a="http://schemas.openxmlformats.org/drawingml/2006/main">
            <a:r>
              <a:t>연결해도 되는지는 보드와 부품의 정격 문서로 확인합니다.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저항을 660Ω으로 바꿉니다.</a:t>
            </a:r>
          </a:p>
          <a:p xmlns:a="http://schemas.openxmlformats.org/drawingml/2006/main">
            <a:r>
              <a:t>계산 전류는 약 1.97mA입니다.</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이 화면에서 설명할 내용:</a:t>
            </a:r>
          </a:p>
          <a:p xmlns:a="http://schemas.openxmlformats.org/drawingml/2006/main">
            <a:r>
              <a:t>저항 없이 LED를 바로 연결하지 않습니다.</a:t>
            </a:r>
          </a:p>
          <a:p xmlns:a="http://schemas.openxmlformats.org/drawingml/2006/main">
            <a:r>
              <a:t>모델·극성·정격을 확인할 때까지 연결하지 않습니다.</a:t>
            </a:r>
          </a:p>
          <a:p xmlns:a="http://schemas.openxmlformats.org/drawingml/2006/main">
            <a:r>
              <a:t>칩은 계산과 입출력을 수행하는 핵심 부품, 모듈은 칩과 주변 회로 묶음, 개발 보드는 연결과 개발을 돕는 전체 기판입니다. 보드에 5V 전원 단자가 있어도 GPIO 입력이 5V를 허용한다는 결론은 나오지 않습니다. GPIO는 프로그램으로 디지털 신호를 읽거나 출력하는 핀이며 HIGH는 정해진 논리 수준을 뜻합니다. 핀 번호, 부팅 관련 기능, 출력 전류 제한은 정확한 ESP32 계열과 보드 문서로 확인해야 합니다. 모델이 미확정이면 구체 배선 대신 확인할 항목을 작성합니다.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LED의 2.0V는 무엇을 뜻하나요?</a:t>
            </a:r>
          </a:p>
          <a:p xmlns:a="http://schemas.openxmlformats.org/drawingml/2006/main">
            <a:r>
              <a:t>계산값만 보고 연결하면 안 되는 이유를 설명합니다.</a:t>
            </a:r>
          </a:p>
          <a:p xmlns:a="http://schemas.openxmlformats.org/drawingml/2006/main">
            <a:r>
              <a:t>복습 문제: 공급 3.3V, 가정 LED 강하 1.8V, 저항 500Ω에서 전류를 계산하세요. 보드 전원 입력 표시에 5V가 있다는 이유로 센서의 5V 출력을 GPIO에 연결할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outputs/2026-10-23/assessment.md</a:t>
            </a:r>
          </a:p>
          <a:p xmlns:a="http://schemas.openxmlformats.org/drawingml/2006/main">
            <a:r>
              <a:t>이 화면에서 설명할 내용:</a:t>
            </a:r>
          </a:p>
          <a:p xmlns:a="http://schemas.openxmlformats.org/drawingml/2006/main">
            <a:r>
              <a:t>추가·도전: 목표 전류 5mA 가정</a:t>
            </a:r>
          </a:p>
          <a:p xmlns:a="http://schemas.openxmlformats.org/drawingml/2006/main">
            <a:r>
              <a:t>이상적 저항 260Ω과 실제 선택을 구분하세요.</a:t>
            </a:r>
          </a:p>
          <a:p xmlns:a="http://schemas.openxmlformats.org/drawingml/2006/main">
            <a:r>
              <a:t>제작 가정으로 공급 전압 3.3V, LED 전압 강하 2.0V, 직렬 저항 330Ω을 정합니다. 저항에 걸리는 전압은 3.3−2.0=1.3V입니다. 전류는 1.3÷330=0.00394A, 약 3.94mA입니다. 저항 양단에 3.3V 전체가 걸린다고 계산한 10mA와 다릅니다. 목표 전류를 가상으로 5mA라 정하면 필요한 이상적 저항은 1.3÷0.005=260Ω입니다. 실제 선택은 LED 사양, 허용 전류, 저항 정격, 오차와 사용 가능한 표준값을 확인하는 후속 작업입니다. 오늘 숫자는 배선 승인값이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공급 5V·가정 LED 강하 2V·저항 1000Ω의 계산 전류와 GPIO 연결 승인 여부를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3mA입니다. 수학 계산만으로 연결을 승인하지 않으며 정확한 보드·핀·부품 정격을 확인해야 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3교시 필수 개념 보충 · 전압 신호를 숫자 기록으로 옮기기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가상 기록 세 개의 temperature_c가 0, null, "0"일 때 숫자 온도, 미측정, 잘못된 형식을 구분하세요. ADC 코드와 섭씨 값 사이에 필요한 정보 한 가지도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0은 숫자, null은 미측정, "0"은 문자열이라 현재 입력 규칙에서는 invalid입니다. 센서 변환식과 교정 조건이 필요합니다. 결측을 0으로 채우면 실제 영도 측정과 구별되지 않는 새 오류가 생깁니다.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ADC 값은 바로 온도인가요? → 아닙니다.</a:t>
            </a:r>
          </a:p>
          <a:p xmlns:a="http://schemas.openxmlformats.org/drawingml/2006/main">
            <a:r>
              <a:t>2. JSON null의 Python 값은? → None입니다.</a:t>
            </a:r>
          </a:p>
          <a:p xmlns:a="http://schemas.openxmlformats.org/drawingml/2006/main">
            <a:r>
              <a:t>3. 2048 계산은 실물 교정인가요? → 이상적 모델의 연습입니다.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전압이 연속적으로 바뀔 수 있습니다.</a:t>
            </a:r>
          </a:p>
          <a:p xmlns:a="http://schemas.openxmlformats.org/drawingml/2006/main">
            <a:r>
              <a:t>ADC가 제한된 숫자 단계로 바꿉니다.</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전압 환산과 센서 변환식이 필요합니다.</a:t>
            </a:r>
          </a:p>
          <a:p xmlns:a="http://schemas.openxmlformats.org/drawingml/2006/main">
            <a:r>
              <a:t>단위를 확인하고 기록합니다.</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가정: 0~3.3V ↔ 코드 0~4095</a:t>
            </a:r>
          </a:p>
          <a:p xmlns:a="http://schemas.openxmlformats.org/drawingml/2006/main">
            <a:r>
              <a:t>2048÷4095×3.3 ≈ 1.6504V</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분해능 설정 · 감쇠 · 오차 · 교정</a:t>
            </a:r>
          </a:p>
          <a:p xmlns:a="http://schemas.openxmlformats.org/drawingml/2006/main">
            <a:r>
              <a:t>이상적 계산을 실물 교정값으로 쓰지 않습니다.</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sensor_id · seq · temperature_c</a:t>
            </a:r>
          </a:p>
          <a:p xmlns:a="http://schemas.openxmlformats.org/drawingml/2006/main">
            <a:r>
              <a:t>온도 단위는 ℃로 약속합니다.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0: 숫자 온도 · null: 미측정</a:t>
            </a:r>
          </a:p>
          <a:p xmlns:a="http://schemas.openxmlformats.org/drawingml/2006/main">
            <a:r>
              <a:t>"0": 문자열이라 현재 입력 규칙에서 invalid</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
            </a:r>
          </a:p>
          <a:p xmlns:a="http://schemas.openxmlformats.org/drawingml/2006/main">
            <a:r>
              <a:t>Python의 None은 값이 없다는 뜻이다. type(value)로 자료형을 확인하고 bool의 True를 온도로 인정하지 않는다. elif는 앞 조건이 거짓일 때 다음 조건을 검사한다. 숫자28.0 이상이면 alert다. 따옴표로 감싼 "28.0"은 문자열이어서 invalid이고, 숫자28.0은 alert다. 이 코드에는 센서를 읽거나 ADC를 호출하는 부분이 없다.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Python의 None은 값이 없다는 뜻이다. type(value)로 자료형을 확인하고 bool의 True를 온도로 인정하지 않는다. elif는 앞 조건이 거짓일 때 다음 조건을 검사한다. 숫자28.0 이상이면 alert다. 따옴표로 감싼 "28.0"은 문자열이어서 invalid이고, 숫자28.0은 alert다. 이 코드에는 센서를 읽거나 ADC를 호출하는 부분이 없다.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Python의 None은 값이 없다는 뜻이다. type(value)로 자료형을 확인하고 bool의 True를 온도로 인정하지 않는다. elif는 앞 조건이 거짓일 때 다음 조건을 검사한다. 숫자28.0 이상이면 alert다. 따옴표로 감싼 "28.0"은 문자열이어서 invalid이고, 숫자28.0은 alert다. 이 코드에는 센서를 읽거나 ADC를 호출하는 부분이 없다.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입력: 숫자 28.0</a:t>
            </a:r>
          </a:p>
          <a:p xmlns:a="http://schemas.openxmlformats.org/drawingml/2006/main">
            <a:r>
              <a:t>출력: alert</a:t>
            </a:r>
          </a:p>
          <a:p xmlns:a="http://schemas.openxmlformats.org/drawingml/2006/main">
            <a:r>
              <a:t>28.0은 이상 조건에 포함됩니다.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값 0 · None · "0"의 상태는?</a:t>
            </a:r>
          </a:p>
          <a:p xmlns:a="http://schemas.openxmlformats.org/drawingml/2006/main">
            <a:r>
              <a:t>누락을 0으로 바꾸면 어떤 문제가 생기나요?</a:t>
            </a:r>
          </a:p>
          <a:p xmlns:a="http://schemas.openxmlformats.org/drawingml/2006/main">
            <a:r>
              <a:t>온도 센서 값을 대시보드에 보내려면 전기 신호가 어떤 숫자와 단위를 뜻하는지 약속해야 합니다. 연속적으로 변하는 전압을 아날로그 신호라 부릅니다. ADC는 그 신호를 제한된 개수의 숫자 단계로 바꾸는 변환기입니다. 숫자가 되었다고 바로 섭씨 온도가 되지는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0 → normal · None → missing</a:t>
            </a:r>
          </a:p>
          <a:p xmlns:a="http://schemas.openxmlformats.org/drawingml/2006/main">
            <a:r>
              <a:t>"0" → invalid</a:t>
            </a:r>
          </a:p>
          <a:p xmlns:a="http://schemas.openxmlformats.org/drawingml/2006/main">
            <a:r>
              <a:t>실제 영도와 미측정을 구별해야 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value를 27.9로 바꿉니다.</a:t>
            </a:r>
          </a:p>
          <a:p xmlns:a="http://schemas.openxmlformats.org/drawingml/2006/main">
            <a:r>
              <a:t>출력은 normal입니다.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이 화면에서 설명할 내용:</a:t>
            </a:r>
          </a:p>
          <a:p xmlns:a="http://schemas.openxmlformats.org/drawingml/2006/main">
            <a:r>
              <a:t>"28.0"은 숫자 28.0과 다릅니다.</a:t>
            </a:r>
          </a:p>
          <a:p xmlns:a="http://schemas.openxmlformats.org/drawingml/2006/main">
            <a:r>
              <a:t>원래 값을 확인하고 정한 변환 규칙에 따라 처리합니다.</a:t>
            </a:r>
          </a:p>
          <a:p xmlns:a="http://schemas.openxmlformats.org/drawingml/2006/main">
            <a:r>
              <a:t>이번 파일 실습은 이미 섭씨 단위로 만든 temperature_c를 읽습니다. JSON 한 기록은 sensor_id, seq, temperature_c처럼 이름과 값의 짝으로 표현합니다. { }는 한 기록의 묶음, 콜론은 이름과 값의 연결, 쉼표는 항목 구분입니다. null은 값이 없음을 나타내며 Python으로 읽으면 None이 됩니다. 완성 예의 입력 seq=1, temperature_c=27.8은 숫자 확인 → 28.0 이상 비교 → normal 출력으로 이어집니다. 입력값 "27.8"은 따옴표가 있는 문자열이라 현재 예제에서 invalid입니다. missing, invalid, alert, normal의 출력 이름은 수업용 판단 약속이며 실제 센서 고장 원인을 확정하지 않습니다. 원시 입력과 판정 결과를 함께 남겨야 재검토할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ADC 코드와 섭씨 온도의 차이를 설명합니다.</a:t>
            </a:r>
          </a:p>
          <a:p xmlns:a="http://schemas.openxmlformats.org/drawingml/2006/main">
            <a:r>
              <a:t>값·단위·자료형을 각각 말해 봅시다.</a:t>
            </a:r>
          </a:p>
          <a:p xmlns:a="http://schemas.openxmlformats.org/drawingml/2006/main">
            <a:r>
              <a:t>복습 문제: 가상 기록 세 개의 temperature_c가 0, null, "0"일 때 숫자 온도, 미측정, 잘못된 형식을 구분하세요. ADC 코드와 섭씨 값 사이에 필요한 정보 한 가지도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outputs/2026-10-23/assessment.md</a:t>
            </a:r>
          </a:p>
          <a:p xmlns:a="http://schemas.openxmlformats.org/drawingml/2006/main">
            <a:r>
              <a:t>이 화면에서 설명할 내용:</a:t>
            </a:r>
          </a:p>
          <a:p xmlns:a="http://schemas.openxmlformats.org/drawingml/2006/main">
            <a:r>
              <a:t>추가·복습: 가정 ADC 코드 4095</a:t>
            </a:r>
          </a:p>
          <a:p xmlns:a="http://schemas.openxmlformats.org/drawingml/2006/main">
            <a:r>
              <a:t>전압은 얼마이며 실물 교정인가요?</a:t>
            </a:r>
          </a:p>
          <a:p xmlns:a="http://schemas.openxmlformats.org/drawingml/2006/main">
            <a:r>
              <a:t>계산 연습용으로 0~3.3V를 코드 0~4095에 대응하는 이상적인 선형 모델을 가정합니다. 값 2048의 전압을 끝점 대응식으로 계산하면 2048÷4095×3.3≈1.6504V입니다. 이는 실물 ESP32 ADC의 교정 결과가 아닙니다. 실제 분해능 설정, 감쇠, 비선형성, 센서 변환식과 오차를 확인해야 합니다. 1.65V를 1.65℃라 적는 것은 단위가 생략된 해석 오류입니다.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이상적 0~3.3V·0~4095 끝점 대응에서 코드 4095와 JSON null의 의미를 각각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4095는 모델의 3.3V, null은 값 없음입니다. 실물 교정이나 섭씨 온도를 직접 뜻하지 않습니다.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4교시 필수 개념 보충 · 경계값과 상태를 기억하는 판단</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
            </a:r>
          </a:p>
          <a:p xmlns:a="http://schemas.openxmlformats.org/drawingml/2006/main">
            <a:r>
              <a:t>None은 온도가 아니라 측정 누락입니다. 예제는 missing과 no command를 출력하고 이전 내부 상태를 유지합니다. 이는 통신 실패 시 실제 부하를 안전하게 제어하는 정책이 완성되었다는 뜻은 아닙니다. 보존한 상태와 현재 유효한 측정이 있다는 사실을 구분합니다. 완성 추적표에는 순번, 원시값, 이전 상태, 적용한 조건, 새 상태, 측정 유효 여부를 둡니다. elif는 앞 조건이 거짓인 경우에만 다음 조건을 확인하고, continue는 이번 반복의 나머지 처리를 건너뜁니다. 결측 행을 지우거나 이전 온도를 새 측정처럼 복사하면 왜 판단이 유지되었는지 알 수 없습니다.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초기 False, 새 입력 [28.0,27.7,None,27.5]의 상태와 결측 시 출력 메시지를 순서대로 작성하세요. 중간 27.7이 True인 이유도 설명하세요.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중간 구간은? → 이전 상태를 유지합니다.</a:t>
            </a:r>
          </a:p>
          <a:p xmlns:a="http://schemas.openxmlformats.org/drawingml/2006/main">
            <a:r>
              <a:t>2. 초기 상태가 필요한 이유는? → 첫 중간 값의 판단이 달라질 수 있습니다.</a:t>
            </a:r>
          </a:p>
          <a:p xmlns:a="http://schemas.openxmlformats.org/drawingml/2006/main">
            <a:r>
              <a:t>3. 결측 출력은 새 온도인가요? → 아닙니다.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27.9↔28.1을 오가면 상태가 반복 변경됩니다.</a:t>
            </a:r>
          </a:p>
          <a:p xmlns:a="http://schemas.openxmlformats.org/drawingml/2006/main">
            <a:r>
              <a:t>이전 상태를 함께 볼 수 있습니다.</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28.0 이상이면 켜짐</a:t>
            </a:r>
          </a:p>
          <a:p xmlns:a="http://schemas.openxmlformats.org/drawingml/2006/main">
            <a:r>
              <a:t>27.5 이하이면 꺼짐</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27.5 초과·28.0 미만</a:t>
            </a:r>
          </a:p>
          <a:p xmlns:a="http://schemas.openxmlformats.org/drawingml/2006/main">
            <a:r>
              <a:t>바로 이전 상태를 그대로 둡니다.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처음 alert=False로 시작합니다.</a:t>
            </a:r>
          </a:p>
          <a:p xmlns:a="http://schemas.openxmlformats.org/drawingml/2006/main">
            <a:r>
              <a:t>첫 값이 중간이면 초기 상태가 유지됩니다.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missing · no command를 기록합니다.</a:t>
            </a:r>
          </a:p>
          <a:p xmlns:a="http://schemas.openxmlformats.org/drawingml/2006/main">
            <a:r>
              <a:t>내부 상태와 측정 유효성을 구분합니다.</a:t>
            </a:r>
          </a:p>
          <a:p xmlns:a="http://schemas.openxmlformats.org/drawingml/2006/main">
            <a:r>
              <a:t>None은 온도가 아니라 측정 누락입니다. 예제는 missing과 no command를 출력하고 이전 내부 상태를 유지합니다. 이는 통신 실패 시 실제 부하를 안전하게 제어하는 정책이 완성되었다는 뜻은 아닙니다. 보존한 상태와 현재 유효한 측정이 있다는 사실을 구분합니다. 완성 추적표에는 순번, 원시값, 이전 상태, 적용한 조건, 새 상태, 측정 유효 여부를 둡니다. elif는 앞 조건이 거짓인 경우에만 다음 조건을 확인하고, continue는 이번 반복의 나머지 처리를 건너뜁니다. 결측 행을 지우거나 이전 온도를 새 측정처럼 복사하면 왜 판단이 유지되었는지 알 수 없습니다.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순번 · 입력값 · 이전 상태 · 새 상태</a:t>
            </a:r>
          </a:p>
          <a:p xmlns:a="http://schemas.openxmlformats.org/drawingml/2006/main">
            <a:r>
              <a:t>왜 상태가 유지됐는지 다시 읽을 수 있습니다.</a:t>
            </a:r>
          </a:p>
          <a:p xmlns:a="http://schemas.openxmlformats.org/drawingml/2006/main">
            <a:r>
              <a:t>가상 온도가 27.9와 28.1 사이를 오가면 경보가 켜졌다 꺼졌다 반복될 수 있습니다. 한 문턱만 사용하는 규칙은 현재 값만 봅니다. 서로 다른 켜짐과 꺼짐 문턱을 사용하는 히스테리시스는 이전 상태도 기억합니다. 실제 장비 제어에 적용하려면 별도의 위험과 정격 검토가 필요하며 오늘은 상태 계산만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
            </a:r>
          </a:p>
          <a:p xmlns:a="http://schemas.openxmlformats.org/drawingml/2006/main">
            <a:r>
              <a:t>두 문턱 사이에는 값을 바꾸는 대입문이 없어 이전 alert가 유지된다. 28.0 이상은 True,27.5 이하는 False다. 첫 입력27.8은 초기 False를 유지한다. 화면의 짧은 예에는 None이 없다. 전체03_hysteresis.py는 None에서 missing/no command를 출력하고 continue로 다음 반복으로 넘어간다. 실제 연결 장치를 유지하거나 끄는 방법은 장비별 안전 정책을 따로 정해야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두 문턱 사이에는 값을 바꾸는 대입문이 없어 이전 alert가 유지된다. 28.0 이상은 True,27.5 이하는 False다. 첫 입력27.8은 초기 False를 유지한다. 화면의 짧은 예에는 None이 없다. 전체03_hysteresis.py는 None에서 missing/no command를 출력하고 continue로 다음 반복으로 넘어간다. 실제 연결 장치를 유지하거나 끄는 방법은 장비별 안전 정책을 따로 정해야 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두 문턱 사이에는 값을 바꾸는 대입문이 없어 이전 alert가 유지된다. 28.0 이상은 True,27.5 이하는 False다. 첫 입력27.8은 초기 False를 유지한다. 화면의 짧은 예에는 None이 없다. 전체03_hysteresis.py는 None에서 missing/no command를 출력하고 continue로 다음 반복으로 넘어간다. 실제 연결 장치를 유지하거나 끄는 방법은 장비별 안전 정책을 따로 정해야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27.8 False → 28.1 True</a:t>
            </a:r>
          </a:p>
          <a:p xmlns:a="http://schemas.openxmlformats.org/drawingml/2006/main">
            <a:r>
              <a:t>27.9 True → 27.4 False</a:t>
            </a:r>
          </a:p>
          <a:p xmlns:a="http://schemas.openxmlformats.org/drawingml/2006/main">
            <a:r>
              <a:t>중간 27.9에서는 이전 True를 유지합니다.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초기 False · 입력 [28.0,27.7,None,27.5]</a:t>
            </a:r>
          </a:p>
          <a:p xmlns:a="http://schemas.openxmlformats.org/drawingml/2006/main">
            <a:r>
              <a:t>상태와 누락 메시지를 순서대로 쓰세요.</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True → True → 상태 유지·no command → False</a:t>
            </a:r>
          </a:p>
          <a:p xmlns:a="http://schemas.openxmlformats.org/drawingml/2006/main">
            <a:r>
              <a:t>None을 0으로 넣어 꺼짐 판정을 하지 않습니다.</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초기 상태를 True로 바꿉니다.</a:t>
            </a:r>
          </a:p>
          <a:p xmlns:a="http://schemas.openxmlformats.org/drawingml/2006/main">
            <a:r>
              <a:t>첫 27.8에서 True가 유지됩니다.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이 화면에서 설명할 내용:</a:t>
            </a:r>
          </a:p>
          <a:p xmlns:a="http://schemas.openxmlformats.org/drawingml/2006/main">
            <a:r>
              <a:t>실물 제어의 안전 정책은 별도입니다.</a:t>
            </a:r>
          </a:p>
          <a:p xmlns:a="http://schemas.openxmlformats.org/drawingml/2006/main">
            <a:r>
              <a:t>결측 처리 예를 모든 장비에 그대로 쓰지 않습니다.</a:t>
            </a:r>
          </a:p>
          <a:p xmlns:a="http://schemas.openxmlformats.org/drawingml/2006/main">
            <a:r>
              <a:t>True,True,상태 True 유지와 no command,False입니다. 27.7은 두 문턱 사이입니다. None을 영도로 바꾸어 꺼짐 조건에 넣는 답은 결측과 수치를 혼동한 오답입니다. 실제 출력 장치의 안전 정책은 아직 시험하지 않았습니다.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히스테리시스가 이전 상태를 쓰는 이유는?</a:t>
            </a:r>
          </a:p>
          <a:p xmlns:a="http://schemas.openxmlformats.org/drawingml/2006/main">
            <a:r>
              <a:t>중간 값 한 개로 설명해 봅시다.</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outputs/2026-10-23/assessment.md</a:t>
            </a:r>
          </a:p>
          <a:p xmlns:a="http://schemas.openxmlformats.org/drawingml/2006/main">
            <a:r>
              <a:t>이 화면에서 설명할 내용:</a:t>
            </a:r>
          </a:p>
          <a:p xmlns:a="http://schemas.openxmlformats.org/drawingml/2006/main">
            <a:r>
              <a:t>추가·복습: 초기 True, [27.6,27.5,None,28]</a:t>
            </a:r>
          </a:p>
          <a:p xmlns:a="http://schemas.openxmlformats.org/drawingml/2006/main">
            <a:r>
              <a:t>값과 상태 유효 여부를 따로 추적하세요.</a:t>
            </a:r>
          </a:p>
          <a:p xmlns:a="http://schemas.openxmlformats.org/drawingml/2006/main">
            <a:r>
              <a:t>제작 규칙은 28.0 이상이면 alert=True, 27.5 이하이면 False, 사이이면 이전 상태 유지입니다. 초기 상태 False와 입력 [27.8,28.1,27.9,27.4]를 차례로 추적하면 False,True,True,False입니다. 27.9에서 False로 바뀌지 않는 이유는 중간 구간이기 때문입니다. 28.0과 27.5는 각각 켜짐과 꺼짐에 포함됩니다. 초기 상태가 달라지면 첫 중간 값의 출력도 달라지므로 시작 조건을 기록합니다.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초기 True, 문턱 28/27.5, 입력 [27.6,27.5,None,28]의 상태를 추적하세요.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True,False,False 유지와 no command,True입니다. 결측을 영도로 바꾸지 않고 상태와 측정 유효성을 나눕니다.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5교시 필수 개념 보충 · 펌웨어 반복과 직렬 통신의 경계</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온도를 읽는 부분은 없습니다.</a:t>
            </a:r>
          </a:p>
          <a:p xmlns:a="http://schemas.openxmlformats.org/drawingml/2006/main">
            <a:r>
              <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고정 문장 출력을 센서 측정으로 바꾸려면 어떤 입력 단계가 빠져 있는지 쓰세요. 모니터에 글자가 깨질 때와 포트 자체가 없을 때 확인 순서를 구분하세요.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실제 센서를 읽고 단위로 변환하는 단계가 빠져 있습니다. 깨진 문자는 양쪽 속도 설정부터, 포트 없음은 데이터 케이블·드라이버·장치 인식부터 확인합니다. Python 출력 성공을 보드 업로드 성공이라고 쓰면 실행 위치를 혼동한 것입니다.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setup 실행 횟수는? → 시작 때 한 번입니다.</a:t>
            </a:r>
          </a:p>
          <a:p xmlns:a="http://schemas.openxmlformats.org/drawingml/2006/main">
            <a:r>
              <a:t>2. 고정 28.0은 측정인가요? → 아닙니다.</a:t>
            </a:r>
          </a:p>
          <a:p xmlns:a="http://schemas.openxmlformats.org/drawingml/2006/main">
            <a:r>
              <a:t>3. 115200의 역할은? → 직렬 통신 속도 설정입니다.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Python 파일은 PC에서 실행합니다.</a:t>
            </a:r>
          </a:p>
          <a:p xmlns:a="http://schemas.openxmlformats.org/drawingml/2006/main">
            <a:r>
              <a:t>펌웨어는 보드에 넣어 실행합니다.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통신 등 시작 설정을 합니다.</a:t>
            </a:r>
          </a:p>
          <a:p xmlns:a="http://schemas.openxmlformats.org/drawingml/2006/main">
            <a:r>
              <a:t>loop는 그 뒤 반복되는 함수입니다.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양쪽 통신 속도를 맞춥니다.</a:t>
            </a:r>
          </a:p>
          <a:p xmlns:a="http://schemas.openxmlformats.org/drawingml/2006/main">
            <a:r>
              <a:t>예제는 Serial.begin(115200)을 사용합니다.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온도를 읽는 부분은 없습니다.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Serial.println이 같은 문장을 보냅니다.</a:t>
            </a:r>
          </a:p>
          <a:p xmlns:a="http://schemas.openxmlformats.org/drawingml/2006/main">
            <a:r>
              <a:t>이 예에는 센서를 읽는 함수가 없습니다.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온도를 읽는 부분은 없습니다.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delay(1000)은 1000ms 대기입니다.</a:t>
            </a:r>
          </a:p>
          <a:p xmlns:a="http://schemas.openxmlformats.org/drawingml/2006/main">
            <a:r>
              <a:t>전체 주기 정확도를 측정한 결과는 아닙니다.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온도를 읽는 부분은 없습니다.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보드 모델 · 핀 기능 · 전압 · 전류가 돌아오는 길</a:t>
            </a:r>
          </a:p>
          <a:p xmlns:a="http://schemas.openxmlformats.org/drawingml/2006/main">
            <a:r>
              <a:t>전원을 끈 상태의 도면부터 검토합니다.</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
            </a:r>
          </a:p>
          <a:p xmlns:a="http://schemas.openxmlformats.org/drawingml/2006/main">
            <a:r>
              <a:t>setup은 시작할 때 한 번 실행하고 loop는 그 뒤 반복한다. Serial.begin의115200은 통신 속도 설정이다. println은 문자열 한 줄을 출력하고 delay는 밀리초 단위로 기다린다. 출력과 다른 처리에도 시간이 걸리므로 전체 주기를 정확히1초로 측정했다는 뜻은 아니다. 화면의 짧은 mock 문장과 참고04_serial_mock.ino의 고정 JSON 문장은 모두 실제 센서를 읽지 않는다.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setup은 시작할 때 한 번 실행하고 loop는 그 뒤 반복한다. Serial.begin의115200은 통신 속도 설정이다. println은 문자열 한 줄을 출력하고 delay는 밀리초 단위로 기다린다. 출력과 다른 처리에도 시간이 걸리므로 전체 주기를 정확히1초로 측정했다는 뜻은 아니다. 화면의 짧은 mock 문장과 참고04_serial_mock.ino의 고정 JSON 문장은 모두 실제 센서를 읽지 않는다.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제공 code/04_serial_mock.ino는 원본으로 보존한다. .ino 읽기 예는 모델 확정 후 work 복사본으로 저장한다. Arduino 개발 환경·보드 패키지·포트·통신 속도 확인 후의 실물 경로이며 현재 실행이나 연결을 요구하지 않는다.</a:t>
            </a:r>
          </a:p>
          <a:p xmlns:a="http://schemas.openxmlformats.org/drawingml/2006/main">
            <a:r>
              <a:t>setup은 시작할 때 한 번 실행하고 loop는 그 뒤 반복한다. Serial.begin의115200은 통신 속도 설정이다. println은 문자열 한 줄을 출력하고 delay는 밀리초 단위로 기다린다. 출력과 다른 처리에도 시간이 걸리므로 전체 주기를 정확히1초로 측정했다는 뜻은 아니다. 화면의 짧은 mock 문장과 참고04_serial_mock.ino의 고정 JSON 문장은 모두 실제 센서를 읽지 않는다.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읽기 예의 문장: mock:28.0</a:t>
            </a:r>
          </a:p>
          <a:p xmlns:a="http://schemas.openxmlformats.org/drawingml/2006/main">
            <a:r>
              <a:t>가상 출력이며 실제 측정값이 아닙니다.</a:t>
            </a:r>
          </a:p>
          <a:p xmlns:a="http://schemas.openxmlformats.org/drawingml/2006/main">
            <a:r>
              <a:t>컴파일·업로드 성공은 아직 확인하지 않았습니다.</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글자가 깨질 때와 포트가 없을 때</a:t>
            </a:r>
          </a:p>
          <a:p xmlns:a="http://schemas.openxmlformats.org/drawingml/2006/main">
            <a:r>
              <a:t>처음 확인할 항목을 각각 쓰세요.</a:t>
            </a:r>
          </a:p>
          <a:p xmlns:a="http://schemas.openxmlformats.org/drawingml/2006/main">
            <a:r>
              <a:t>직렬 통신은 두 장치가 약속한 설정으로 바이트를 주고받는 경로입니다. 보드와 PC의 속도 설정이 맞지 않으면 글자가 깨질 수 있습니다. JSON 문자열 안의 따옴표는 코드 문자열을 끝내지 않도록 역슬래시로 구분합니다. { }는 함수의 문장 묶음, 세미콜론은 C++ 문장의 끝입니다. Python 코드와 기호 약속이 다르므로 파일 확장자 .ino와 .py도 구분합니다. 완성 확인 순서는 정확한 보드 모델 확인 → 개발 환경과 포트 확인 → 컴파일 → 업로드 → 모니터의 같은 속도 설정 → 원문 관찰입니다. 이 과정은 실물 조건이 갖춰진 경우의 후속 경로이며 이번 파일 재생 검증과 나눠 기록합니다. 배선 검토는 전원을 끈 상태의 도면과 사양 확인부터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글자 깨짐: 양쪽 속도 설정</a:t>
            </a:r>
          </a:p>
          <a:p xmlns:a="http://schemas.openxmlformats.org/drawingml/2006/main">
            <a:r>
              <a:t>포트 없음: 케이블·드라이버·장치 인식</a:t>
            </a:r>
          </a:p>
          <a:p xmlns:a="http://schemas.openxmlformats.org/drawingml/2006/main">
            <a:r>
              <a:t>고정 문장이 보이는 것과 센서를 읽는 것은 별도로 확인합니다.</a:t>
            </a:r>
          </a:p>
          <a:p xmlns:a="http://schemas.openxmlformats.org/drawingml/2006/main">
            <a:r>
              <a:t>실제 센서를 읽고 단위로 변환하는 단계가 빠져 있습니다. 깨진 문자는 양쪽 속도 설정부터, 포트 없음은 데이터 케이블·드라이버·장치 인식부터 확인합니다. Python 출력 성공을 보드 업로드 성공이라고 쓰면 실행 위치를 혼동한 것입니다.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출력 문장을 mock:25.0으로 바꿉니다.</a:t>
            </a:r>
          </a:p>
          <a:p xmlns:a="http://schemas.openxmlformats.org/drawingml/2006/main">
            <a:r>
              <a:t>입력 센서를 읽는 기능이 생긴 것은 아닙니다.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온도를 읽는 부분은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이 화면에서 설명할 내용:</a:t>
            </a:r>
          </a:p>
          <a:p xmlns:a="http://schemas.openxmlformats.org/drawingml/2006/main">
            <a:r>
              <a:t>핀 번호를 추측해 전원을 넣지 않습니다.</a:t>
            </a:r>
          </a:p>
          <a:p xmlns:a="http://schemas.openxmlformats.org/drawingml/2006/main">
            <a:r>
              <a:t>모델을 모르면 확인표에 적고 배선을 멈춥니다.</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온도를 읽는 부분은 없습니다.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setup과 loop의 역할을 말해 봅시다.</a:t>
            </a:r>
          </a:p>
          <a:p xmlns:a="http://schemas.openxmlformats.org/drawingml/2006/main">
            <a:r>
              <a:t>PC 파일 재생과 보드 실행을 구분합니다.</a:t>
            </a:r>
          </a:p>
          <a:p xmlns:a="http://schemas.openxmlformats.org/drawingml/2006/main">
            <a:r>
              <a:t>PC 파일에서 한 줄이 출력되는 것을 보고 센서가 연결되었다고 생각하기 쉽습니다. 그러나 Python 파일 재생과 보드 펌웨어는 실행하는 컴퓨터가 다릅니다. 펌웨어는 보드에 넣어 실행하는 프로그램이며 Arduino 방식의 setup은 시작할 때 한 번, loop는 그 뒤 반복되는 함수입니다.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outputs/2026-10-23/assessment.md</a:t>
            </a:r>
          </a:p>
          <a:p xmlns:a="http://schemas.openxmlformats.org/drawingml/2006/main">
            <a:r>
              <a:t>이 화면에서 설명할 내용:</a:t>
            </a:r>
          </a:p>
          <a:p xmlns:a="http://schemas.openxmlformats.org/drawingml/2006/main">
            <a:r>
              <a:t>추가·도전: 고정값을 실제 온도로 바꾸려면</a:t>
            </a:r>
          </a:p>
          <a:p xmlns:a="http://schemas.openxmlformats.org/drawingml/2006/main">
            <a:r>
              <a:t>빠진 입력·변환·확인 단계를 쓰세요.</a:t>
            </a:r>
          </a:p>
          <a:p xmlns:a="http://schemas.openxmlformats.org/drawingml/2006/main">
            <a:r>
              <a:t>제공 04_serial_mock.ino에서 setup은 Serial.begin(115200)으로 통신 속도를 설정합니다. loop는 고정 JSON 문장을 출력하고 delay(1000)으로 1000밀리초를 기다립니다. 1000밀리초는 1초지만 다른 처리 시간도 있으므로 정확한 1초 주기를 측정한 결과라고 부르지 않습니다. 고정 28.0을 출력하는 코드는 센서 측정 함수가 없습니다. 출력 문자열이 온도처럼 보여도 실제 온도를 읽는 부분은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Serial.println으로 고정 25를 출력했습니다. 센서와 직렬 전송 검증의 상태를 나눠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실제로 보드·포트에서 관찰했다면 고정 문자열 전송만 확인한 것입니다. 센서 측정 정확도는 그 코드에 읽기 단계가 없어 미검증입니다.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6교시 필수 개념 보충 · 모의 검증과 실제 장비에서 추가로 시험할 내용</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입력으로 다시 실행할 수 있도록 입력, 처리 규칙, 출력과 미확인을 묶는 일입니다.</a:t>
            </a:r>
          </a:p>
          <a:p xmlns:a="http://schemas.openxmlformats.org/drawingml/2006/main">
            <a:r>
              <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다음 팀이 “센서 오차 ±0.5℃도 검증된 것인가?”라고 물었습니다. 지금 시험한 내용으로 답하고 추가 시험의 입력·비교 기준·필요 장비를 제안하세요.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출력이 맞아도 실제 센서의 정확도를 확인한 것은 아닙니다.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모의 실행이 확인한 것은? → 주어진 값에 대한 처리 규칙입니다.</a:t>
            </a:r>
          </a:p>
          <a:p xmlns:a="http://schemas.openxmlformats.org/drawingml/2006/main">
            <a:r>
              <a:t>2. 새 경계 요청이면? → 기대값과 시험도 갱신합니다.</a:t>
            </a:r>
          </a:p>
          <a:p xmlns:a="http://schemas.openxmlformats.org/drawingml/2006/main">
            <a:r>
              <a:t>3. 실물 조건이 빈칸이면? → 미확인으로 남깁니다.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28.0 이상 → alert</a:t>
            </a:r>
          </a:p>
          <a:p xmlns:a="http://schemas.openxmlformats.org/drawingml/2006/main">
            <a:r>
              <a:t>null → missing</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27.9 · 28.0 · None · "28.0"</a:t>
            </a:r>
          </a:p>
          <a:p xmlns:a="http://schemas.openxmlformats.org/drawingml/2006/main">
            <a:r>
              <a:t>기대 상태를 실행 전에 적습니다.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입력값에 대한 판단을 확인합니다.</a:t>
            </a:r>
          </a:p>
          <a:p xmlns:a="http://schemas.openxmlformats.org/drawingml/2006/main">
            <a:r>
              <a:t>센서 정확도나 배선 성공은 별도입니다.</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출력이 맞아도 실제 센서의 정확도를 확인한 것은 아닙니다.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30.0으로 바꾸면 29.9·30.0·30.1을 비교합니다.</a:t>
            </a:r>
          </a:p>
          <a:p xmlns:a="http://schemas.openxmlformats.org/drawingml/2006/main">
            <a:r>
              <a:t>누락과 초기 상태도 재검토합니다.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보드 모델 · 신호 전압 · 센서 오차</a:t>
            </a:r>
          </a:p>
          <a:p xmlns:a="http://schemas.openxmlformats.org/drawingml/2006/main">
            <a:r>
              <a:t>모르는 항목은 비워 두고 확인할 자료를 적습니다.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입력 · 코드 · 명령 · 출력 · 시험표</a:t>
            </a:r>
          </a:p>
          <a:p xmlns:a="http://schemas.openxmlformats.org/drawingml/2006/main">
            <a:r>
              <a:t>예제 실행 결과를 적고, 장비에서 아직 시험하지 못한 항목을 표시합니다.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입력으로 다시 실행할 수 있도록 입력, 처리 규칙, 출력과 미확인을 묶는 일입니다.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네 기대 상태와 관찰을 비교합니다.</a:t>
            </a:r>
          </a:p>
          <a:p xmlns:a="http://schemas.openxmlformats.org/drawingml/2006/main">
            <a:r>
              <a:t>실물 측정 정확도는 별도 시험입니다.</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센서 오차 ±0.5℃도 확인된 것인가요?</a:t>
            </a:r>
          </a:p>
          <a:p xmlns:a="http://schemas.openxmlformats.org/drawingml/2006/main">
            <a:r>
              <a:t>예제에서 확인한 결과와 센서에서 시험할 내용을 각각 쓰세요.</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입력으로 다시 실행할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현재는 모의 판단 규칙만 확인했습니다.</a:t>
            </a:r>
          </a:p>
          <a:p xmlns:a="http://schemas.openxmlformats.org/drawingml/2006/main">
            <a:r>
              <a:t>기준 온도계와 실제 센서의 비교가 필요합니다.</a:t>
            </a:r>
          </a:p>
          <a:p xmlns:a="http://schemas.openxmlformats.org/drawingml/2006/main">
            <a:r>
              <a:t>여러 온도 조건과 측정 방법을 기록합니다.</a:t>
            </a:r>
          </a:p>
          <a:p xmlns:a="http://schemas.openxmlformats.org/drawingml/2006/main">
            <a:r>
              <a:t>현재는 모의 판단만 검증했고 실물 오차는 미확인입니다. 기준 온도계와 실제 센서를 같은 조건에서 비교하고 여러 온도 구간의 차이를 기록하는 시험을 제안합니다. 모의 28.0의 출력이 맞아도 실제 센서의 정확도를 확인한 것은 아닙니다.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outputs/2026-10-23/practice-guide.md</a:t>
            </a:r>
          </a:p>
          <a:p xmlns:a="http://schemas.openxmlformats.org/drawingml/2006/main">
            <a:r>
              <a:t>이 화면에서 설명할 내용:</a:t>
            </a:r>
          </a:p>
          <a:p xmlns:a="http://schemas.openxmlformats.org/drawingml/2006/main">
            <a:r>
              <a:t>새 기준 30.0에 맞춰</a:t>
            </a:r>
          </a:p>
          <a:p xmlns:a="http://schemas.openxmlformats.org/drawingml/2006/main">
            <a:r>
              <a:t>입력·기대 상태·표시 설명을 갱신합니다.</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outputs/2026-10-23/practice-guide.md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outputs/2026-10-23/beginner-start.md</a:t>
            </a:r>
          </a:p>
          <a:p xmlns:a="http://schemas.openxmlformats.org/drawingml/2006/main">
            <a:r>
              <a:t>이 화면에서 설명할 내용:</a:t>
            </a:r>
          </a:p>
          <a:p xmlns:a="http://schemas.openxmlformats.org/drawingml/2006/main">
            <a:r>
              <a:t>모의 28.0 일치를 센서 정확도로 쓰지 않습니다.</a:t>
            </a:r>
          </a:p>
          <a:p xmlns:a="http://schemas.openxmlformats.org/drawingml/2006/main">
            <a:r>
              <a:t>장비가 없어 시험하지 못한 항목은 그대로 표시합니다.</a:t>
            </a:r>
          </a:p>
          <a:p xmlns:a="http://schemas.openxmlformats.org/drawingml/2006/main">
            <a:r>
              <a:t>완성 예의 요구는 숫자 온도가 28.0 이상일 때 alert를 출력하고 null일 때 missing을 출력하는 것입니다. 시험 입력 [27.9,28.0,None,"28.0"]의 기대는 normal,alert,missing,invalid입니다. 로컬 파일 실행에서 이 네 결과가 관찰되었다면 해당 비교는 통과입니다. 실제 센서의 측정 정확도, 신호 전압, 직렬 전송, 보드 재시작과 출력 부하의 반응은 별도 시험이며 장비가 없으면 미실행입니다. 모의 값은 제어 로직의 경계를 시험하기 좋지만 물리 장치의 정확성을 대신하지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outputs/2026-10-23/beginner-start.md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outputs/2026-10-23/lesson.md</a:t>
            </a:r>
          </a:p>
          <a:p xmlns:a="http://schemas.openxmlformats.org/drawingml/2006/main">
            <a:r>
              <a:t>이 화면에서 설명할 내용:</a:t>
            </a:r>
          </a:p>
          <a:p xmlns:a="http://schemas.openxmlformats.org/drawingml/2006/main">
            <a:r>
              <a:t>예제에서 시험한 입력과 결과를 설명합니다.</a:t>
            </a:r>
          </a:p>
          <a:p xmlns:a="http://schemas.openxmlformats.org/drawingml/2006/main">
            <a:r>
              <a:t>다음 팀에 줄 파일 묶음을 가리켜 봅니다.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입력으로 다시 실행할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outputs/2026-10-23/lesson.md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outputs/2026-10-23/assessment.md</a:t>
            </a:r>
          </a:p>
          <a:p xmlns:a="http://schemas.openxmlformats.org/drawingml/2006/main">
            <a:r>
              <a:t>이 화면에서 설명할 내용:</a:t>
            </a:r>
          </a:p>
          <a:p xmlns:a="http://schemas.openxmlformats.org/drawingml/2006/main">
            <a:r>
              <a:t>추가·복습: 경계 30.0</a:t>
            </a:r>
          </a:p>
          <a:p xmlns:a="http://schemas.openxmlformats.org/drawingml/2006/main">
            <a:r>
              <a:t>시험 세 입력과 실물 미확인 두 가지를 쓰세요.</a:t>
            </a:r>
          </a:p>
          <a:p xmlns:a="http://schemas.openxmlformats.org/drawingml/2006/main">
            <a:r>
              <a:t>요구를 “새 온도 경계 30.0”으로 바꾸면 코드 한 숫자만 바꾸는 데서 끝내지 않습니다. 29.9,30.0,30.1과 결측을 포함한 새 기대값을 먼저 쓰고 시험표와 표시 설명을 갱신합니다. 히스테리시스가 있다면 꺼짐 문턱과 초기 상태도 다시 합의합니다. 전달 묶음에는 원본 모의 데이터, 코드, 실행 명령, 관찰 출력, 경계 시험표, 모델·전압·핀 확인표를 넣습니다. 실물 조건 표의 빈칸은 추측으로 채우지 않습니다. 실제 장비를 사용한 사람과 측정 방법이 있어야 실물 검증 상태를 바꿀 수 있습니다. 파일 성공과 장치 성공을 같은 칸에 적지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경계가 28에서 30으로 바뀌었습니다. 새 시험 세 입력과 실물 미확인 항목을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29.9,30.0,30.1 및 결측을 시험하고 기대 상태를 갱신합니다. 보드 신호 전압·센서 오차 등은 별도 실물 확인입니다.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outputs/2026-10-23/assessment.md</a:t>
            </a:r>
          </a:p>
          <a:p xmlns:a="http://schemas.openxmlformats.org/drawingml/2006/main">
            <a:r>
              <a:t>이 화면에서 설명할 내용:</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어떻게 확인했는지, 아직 시험하지 못한 것은 무엇인지 적습니다.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입력으로 다시 실행할 수 있도록 입력, 처리 규칙, 출력과 미확인을 묶는 일입니다.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outputs/2026-10-23/assessment.md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outputs/2026-10-23/instructor-notes.md</a:t>
            </a:r>
          </a:p>
          <a:p xmlns:a="http://schemas.openxmlformats.org/drawingml/2006/main">
            <a:r>
              <a:t>이 화면에서 설명할 내용:</a:t>
            </a:r>
          </a:p>
          <a:p xmlns:a="http://schemas.openxmlformats.org/drawingml/2006/main">
            <a:r>
              <a:t>어느 폴더에서 어떤 명령을 입력하는지 설명합니다.</a:t>
            </a:r>
          </a:p>
          <a:p xmlns:a="http://schemas.openxmlformats.org/drawingml/2006/main">
            <a:r>
              <a:t>출력의 뜻과 추가로 시험할 내용을 설명합니다.</a:t>
            </a:r>
          </a:p>
          <a:p xmlns:a="http://schemas.openxmlformats.org/drawingml/2006/main">
            <a:r>
              <a:t>막힌 단계와 다시 확인할 항목을 적습니다.</a:t>
            </a:r>
          </a:p>
          <a:p xmlns:a="http://schemas.openxmlformats.org/drawingml/2006/main">
            <a:r>
              <a:t>다음 팀이 온도 상태 표시를 이어 만들려 합니다. “코드 완료”라는 한 줄로 넘기면 어떤 입력이 시험되었고 어떤 장비가 빠져 있는지 알 수 없습니다. 인수인계는 이어서 판단할 사람이 같은 입력으로 다시 실행할 수 있도록 입력, 처리 규칙, 출력과 미확인을 묶는 일입니다.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outputs/2026-10-23/instructor-notes.md</a:t>
            </a:r>
          </a:p>
          <a:p xmlns:a="http://schemas.openxmlformats.org/drawingml/2006/main">
            <a:r>
              <a:t>웹 교안: https://zeusk302-png.github.io/kdigital-physical-ai/#/sessions/2026-10-23/lesson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c713e4ebdad406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ac37595202449e9" /><Relationship Type="http://schemas.openxmlformats.org/officeDocument/2006/relationships/slideLayout" Target="/ppt/slideLayouts/slideLayout1.xml" Id="R0fccef34a3114e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fccef34a3114e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d7d780670f74de8" /><Relationship Type="http://schemas.openxmlformats.org/officeDocument/2006/relationships/notesSlide" Target="/ppt/notesSlides/notesSlide1.xml" Id="R9417ed3f6f0e44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41bc4adb9384843" /><Relationship Type="http://schemas.openxmlformats.org/officeDocument/2006/relationships/notesSlide" Target="/ppt/notesSlides/notesSlide2.xml" Id="Rfb33a50e33b941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7fe009534ea465e" /><Relationship Type="http://schemas.openxmlformats.org/officeDocument/2006/relationships/notesSlide" Target="/ppt/notesSlides/notesSlide3.xml" Id="Racad11232f3e424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a32b7a3c82641ae" /><Relationship Type="http://schemas.openxmlformats.org/officeDocument/2006/relationships/notesSlide" Target="/ppt/notesSlides/notesSlide4.xml" Id="R5a58789493fe43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0b7a0c3a0f4c83" /><Relationship Type="http://schemas.openxmlformats.org/officeDocument/2006/relationships/notesSlide" Target="/ppt/notesSlides/notesSlide5.xml" Id="Rcf69e1d023604d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cf2e2e6c8df438f" /><Relationship Type="http://schemas.openxmlformats.org/officeDocument/2006/relationships/notesSlide" Target="/ppt/notesSlides/notesSlide6.xml" Id="Re8a5298a2f8e487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27a9bc5e0fa4328" /><Relationship Type="http://schemas.openxmlformats.org/officeDocument/2006/relationships/notesSlide" Target="/ppt/notesSlides/notesSlide7.xml" Id="Rf841c4425d5445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f582dd5e2384c4e" /><Relationship Type="http://schemas.openxmlformats.org/officeDocument/2006/relationships/notesSlide" Target="/ppt/notesSlides/notesSlide8.xml" Id="Rbb13dd3a38994f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b5d56f96c184070" /><Relationship Type="http://schemas.openxmlformats.org/officeDocument/2006/relationships/notesSlide" Target="/ppt/notesSlides/notesSlide9.xml" Id="Rf535a4a0761540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a258fdf2b7e4f8f" /><Relationship Type="http://schemas.openxmlformats.org/officeDocument/2006/relationships/notesSlide" Target="/ppt/notesSlides/notesSlide10.xml" Id="R467af92d950f4b9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3a42754b2cc4b60" /><Relationship Type="http://schemas.openxmlformats.org/officeDocument/2006/relationships/notesSlide" Target="/ppt/notesSlides/notesSlide11.xml" Id="R4a59f49a180c44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3c597efcb134cb6" /><Relationship Type="http://schemas.openxmlformats.org/officeDocument/2006/relationships/notesSlide" Target="/ppt/notesSlides/notesSlide12.xml" Id="R66068f26b69844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33f909e40b9454a" /><Relationship Type="http://schemas.openxmlformats.org/officeDocument/2006/relationships/notesSlide" Target="/ppt/notesSlides/notesSlide13.xml" Id="R1bcc17fda8c544b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0f4cc31a26b40d9" /><Relationship Type="http://schemas.openxmlformats.org/officeDocument/2006/relationships/notesSlide" Target="/ppt/notesSlides/notesSlide14.xml" Id="Rb2e858127d6d410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f2560771e2c4cfd" /><Relationship Type="http://schemas.openxmlformats.org/officeDocument/2006/relationships/notesSlide" Target="/ppt/notesSlides/notesSlide15.xml" Id="Rc7f21076781b4f9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a95a3b372fa469d" /><Relationship Type="http://schemas.openxmlformats.org/officeDocument/2006/relationships/notesSlide" Target="/ppt/notesSlides/notesSlide16.xml" Id="R90f5addc34c44d3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27412bd30414bf8" /><Relationship Type="http://schemas.openxmlformats.org/officeDocument/2006/relationships/notesSlide" Target="/ppt/notesSlides/notesSlide17.xml" Id="R6e024a599fe44f4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edebf59eae840ee" /><Relationship Type="http://schemas.openxmlformats.org/officeDocument/2006/relationships/notesSlide" Target="/ppt/notesSlides/notesSlide18.xml" Id="R182873b244664fe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78400c0764a4246" /><Relationship Type="http://schemas.openxmlformats.org/officeDocument/2006/relationships/notesSlide" Target="/ppt/notesSlides/notesSlide19.xml" Id="Rfdbb8868a4894dc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6194785528a4711" /><Relationship Type="http://schemas.openxmlformats.org/officeDocument/2006/relationships/notesSlide" Target="/ppt/notesSlides/notesSlide20.xml" Id="Rf14251922fe6413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e238d74951240ba" /><Relationship Type="http://schemas.openxmlformats.org/officeDocument/2006/relationships/notesSlide" Target="/ppt/notesSlides/notesSlide21.xml" Id="Rcd0284b426f9425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90876ec363c4030" /><Relationship Type="http://schemas.openxmlformats.org/officeDocument/2006/relationships/notesSlide" Target="/ppt/notesSlides/notesSlide22.xml" Id="R1ec38d97f0de4c4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643b3f960534658" /><Relationship Type="http://schemas.openxmlformats.org/officeDocument/2006/relationships/notesSlide" Target="/ppt/notesSlides/notesSlide23.xml" Id="R103c1c068dc9436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858383d23ca4e34" /><Relationship Type="http://schemas.openxmlformats.org/officeDocument/2006/relationships/notesSlide" Target="/ppt/notesSlides/notesSlide24.xml" Id="R0b6472afac5e4b0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ba57db61d684d6c" /><Relationship Type="http://schemas.openxmlformats.org/officeDocument/2006/relationships/notesSlide" Target="/ppt/notesSlides/notesSlide25.xml" Id="R17beaa73b88942b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edafdfc40214f50" /><Relationship Type="http://schemas.openxmlformats.org/officeDocument/2006/relationships/notesSlide" Target="/ppt/notesSlides/notesSlide26.xml" Id="R8af94a769e0d4c1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5ce9c0ec9ff4d11" /><Relationship Type="http://schemas.openxmlformats.org/officeDocument/2006/relationships/notesSlide" Target="/ppt/notesSlides/notesSlide27.xml" Id="R6afa0edac9bf4cd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19e00f020674adb" /><Relationship Type="http://schemas.openxmlformats.org/officeDocument/2006/relationships/notesSlide" Target="/ppt/notesSlides/notesSlide28.xml" Id="Rc9c4204448bb429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403d49a54304361" /><Relationship Type="http://schemas.openxmlformats.org/officeDocument/2006/relationships/notesSlide" Target="/ppt/notesSlides/notesSlide29.xml" Id="Rbaca6a708e134ba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b4bbc5a7b484407" /><Relationship Type="http://schemas.openxmlformats.org/officeDocument/2006/relationships/notesSlide" Target="/ppt/notesSlides/notesSlide30.xml" Id="Ra4e21ebd8b8446b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129b2f845744c62" /><Relationship Type="http://schemas.openxmlformats.org/officeDocument/2006/relationships/notesSlide" Target="/ppt/notesSlides/notesSlide31.xml" Id="R6aeceb18b3084f7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e89712bb62f4815" /><Relationship Type="http://schemas.openxmlformats.org/officeDocument/2006/relationships/notesSlide" Target="/ppt/notesSlides/notesSlide32.xml" Id="R00b798adc83942c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c10b20be73d4b6e" /><Relationship Type="http://schemas.openxmlformats.org/officeDocument/2006/relationships/notesSlide" Target="/ppt/notesSlides/notesSlide33.xml" Id="R4ec885d98454419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849d132bcf5481f" /><Relationship Type="http://schemas.openxmlformats.org/officeDocument/2006/relationships/notesSlide" Target="/ppt/notesSlides/notesSlide34.xml" Id="R6311a52b700642b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0b5fd70e62a4453" /><Relationship Type="http://schemas.openxmlformats.org/officeDocument/2006/relationships/notesSlide" Target="/ppt/notesSlides/notesSlide35.xml" Id="Rf0de540888d0410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d126dde6e934b46" /><Relationship Type="http://schemas.openxmlformats.org/officeDocument/2006/relationships/notesSlide" Target="/ppt/notesSlides/notesSlide36.xml" Id="R35419c9b2b6e4c8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9b29802c2af945b3" /><Relationship Type="http://schemas.openxmlformats.org/officeDocument/2006/relationships/notesSlide" Target="/ppt/notesSlides/notesSlide37.xml" Id="R5672918f8d834d1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943b5bab9684819" /><Relationship Type="http://schemas.openxmlformats.org/officeDocument/2006/relationships/notesSlide" Target="/ppt/notesSlides/notesSlide38.xml" Id="Re15b7391968c4c8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7562874131341ef" /><Relationship Type="http://schemas.openxmlformats.org/officeDocument/2006/relationships/notesSlide" Target="/ppt/notesSlides/notesSlide39.xml" Id="R73314020d9874ff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d0cf2c1c3fb444d" /><Relationship Type="http://schemas.openxmlformats.org/officeDocument/2006/relationships/notesSlide" Target="/ppt/notesSlides/notesSlide40.xml" Id="R8b351bed542d4e2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3a7a1c34c3c49be" /><Relationship Type="http://schemas.openxmlformats.org/officeDocument/2006/relationships/notesSlide" Target="/ppt/notesSlides/notesSlide41.xml" Id="R1fbea00c735f498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2a22b5fe2a84088" /><Relationship Type="http://schemas.openxmlformats.org/officeDocument/2006/relationships/notesSlide" Target="/ppt/notesSlides/notesSlide42.xml" Id="R197b9b10171c430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179daded1144e39" /><Relationship Type="http://schemas.openxmlformats.org/officeDocument/2006/relationships/notesSlide" Target="/ppt/notesSlides/notesSlide43.xml" Id="R5bc3a5fadb67459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fe3c7fd9e73c458d" /><Relationship Type="http://schemas.openxmlformats.org/officeDocument/2006/relationships/notesSlide" Target="/ppt/notesSlides/notesSlide44.xml" Id="R8bba742ade1d4db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f5f96cbeb314f1a" /><Relationship Type="http://schemas.openxmlformats.org/officeDocument/2006/relationships/notesSlide" Target="/ppt/notesSlides/notesSlide45.xml" Id="R0f7b50895acb4f6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bd1968b27c34998" /><Relationship Type="http://schemas.openxmlformats.org/officeDocument/2006/relationships/notesSlide" Target="/ppt/notesSlides/notesSlide46.xml" Id="Ra8cbcda20aff4f4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3cb4ae4b5bc4bc9" /><Relationship Type="http://schemas.openxmlformats.org/officeDocument/2006/relationships/notesSlide" Target="/ppt/notesSlides/notesSlide47.xml" Id="R48521198b73747b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4eb0e4af9bb4d8e" /><Relationship Type="http://schemas.openxmlformats.org/officeDocument/2006/relationships/notesSlide" Target="/ppt/notesSlides/notesSlide48.xml" Id="R8eac041fc4cb480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ada101318df64b85" /><Relationship Type="http://schemas.openxmlformats.org/officeDocument/2006/relationships/notesSlide" Target="/ppt/notesSlides/notesSlide49.xml" Id="Rf2c07ce920ba4c8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523d4da61a24108" /><Relationship Type="http://schemas.openxmlformats.org/officeDocument/2006/relationships/notesSlide" Target="/ppt/notesSlides/notesSlide50.xml" Id="Rb5da66587c88464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4df06c4fe0c49e8" /><Relationship Type="http://schemas.openxmlformats.org/officeDocument/2006/relationships/notesSlide" Target="/ppt/notesSlides/notesSlide51.xml" Id="R998cd1ec23a14b5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59b6a10fe85443cc" /><Relationship Type="http://schemas.openxmlformats.org/officeDocument/2006/relationships/notesSlide" Target="/ppt/notesSlides/notesSlide52.xml" Id="Re6651e24b48c4d7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9576640b913e4fe3" /><Relationship Type="http://schemas.openxmlformats.org/officeDocument/2006/relationships/notesSlide" Target="/ppt/notesSlides/notesSlide53.xml" Id="Rf2f770614eab41c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663ffa2770d6431d" /><Relationship Type="http://schemas.openxmlformats.org/officeDocument/2006/relationships/notesSlide" Target="/ppt/notesSlides/notesSlide54.xml" Id="R483ce60a911e44c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4d4d0870c844314" /><Relationship Type="http://schemas.openxmlformats.org/officeDocument/2006/relationships/notesSlide" Target="/ppt/notesSlides/notesSlide55.xml" Id="R37339fb79a9647f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fb5e09cbed1744e1" /><Relationship Type="http://schemas.openxmlformats.org/officeDocument/2006/relationships/notesSlide" Target="/ppt/notesSlides/notesSlide56.xml" Id="Rb5122bc58464412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4a06e9f596624fcd" /><Relationship Type="http://schemas.openxmlformats.org/officeDocument/2006/relationships/notesSlide" Target="/ppt/notesSlides/notesSlide57.xml" Id="R6bff81a54151469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26cbe972e3834a98" /><Relationship Type="http://schemas.openxmlformats.org/officeDocument/2006/relationships/notesSlide" Target="/ppt/notesSlides/notesSlide58.xml" Id="R78545212ec484b6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c90f1c8b41a14a24" /><Relationship Type="http://schemas.openxmlformats.org/officeDocument/2006/relationships/notesSlide" Target="/ppt/notesSlides/notesSlide59.xml" Id="Rbfe6e31b7bf940d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f13d1c6ca48404f" /><Relationship Type="http://schemas.openxmlformats.org/officeDocument/2006/relationships/notesSlide" Target="/ppt/notesSlides/notesSlide60.xml" Id="R27bf27ecf2434b0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75e3a293cdc64584" /><Relationship Type="http://schemas.openxmlformats.org/officeDocument/2006/relationships/notesSlide" Target="/ppt/notesSlides/notesSlide61.xml" Id="R6525ccc1b26a47a3"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a9b129a1eaf4e61" /><Relationship Type="http://schemas.openxmlformats.org/officeDocument/2006/relationships/notesSlide" Target="/ppt/notesSlides/notesSlide62.xml" Id="R8d920508744d45c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95324e3553746c0" /><Relationship Type="http://schemas.openxmlformats.org/officeDocument/2006/relationships/notesSlide" Target="/ppt/notesSlides/notesSlide63.xml" Id="Rdcd5d3b641ac4998"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7fc783416776470e" /><Relationship Type="http://schemas.openxmlformats.org/officeDocument/2006/relationships/notesSlide" Target="/ppt/notesSlides/notesSlide64.xml" Id="R097acc6a32f74c6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d9daf5ab906b4fc6" /><Relationship Type="http://schemas.openxmlformats.org/officeDocument/2006/relationships/notesSlide" Target="/ppt/notesSlides/notesSlide65.xml" Id="R4329db916f1a41f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cca699673e844419" /><Relationship Type="http://schemas.openxmlformats.org/officeDocument/2006/relationships/notesSlide" Target="/ppt/notesSlides/notesSlide66.xml" Id="R91415db29bfb46d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b2055f2084cc493c" /><Relationship Type="http://schemas.openxmlformats.org/officeDocument/2006/relationships/notesSlide" Target="/ppt/notesSlides/notesSlide67.xml" Id="R5adc196cdb08407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ba99ab03b0ca478f" /><Relationship Type="http://schemas.openxmlformats.org/officeDocument/2006/relationships/notesSlide" Target="/ppt/notesSlides/notesSlide68.xml" Id="Refa395d5b0d4401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6a28612f510d4c73" /><Relationship Type="http://schemas.openxmlformats.org/officeDocument/2006/relationships/notesSlide" Target="/ppt/notesSlides/notesSlide69.xml" Id="Re856a7547b214d3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79edacab9034401" /><Relationship Type="http://schemas.openxmlformats.org/officeDocument/2006/relationships/notesSlide" Target="/ppt/notesSlides/notesSlide70.xml" Id="Ra3c68d247fb240da"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e07308db189449f5" /><Relationship Type="http://schemas.openxmlformats.org/officeDocument/2006/relationships/notesSlide" Target="/ppt/notesSlides/notesSlide71.xml" Id="R5850e88df416444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33854c298ce4b2a" /><Relationship Type="http://schemas.openxmlformats.org/officeDocument/2006/relationships/notesSlide" Target="/ppt/notesSlides/notesSlide72.xml" Id="R449042bb2bba4a9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a2b6055751124000" /><Relationship Type="http://schemas.openxmlformats.org/officeDocument/2006/relationships/notesSlide" Target="/ppt/notesSlides/notesSlide73.xml" Id="R764b2c8fdfa84ff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a8a6f635c9f246b1" /><Relationship Type="http://schemas.openxmlformats.org/officeDocument/2006/relationships/notesSlide" Target="/ppt/notesSlides/notesSlide74.xml" Id="R95fd099719de4be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eaf4da83eab447c7" /><Relationship Type="http://schemas.openxmlformats.org/officeDocument/2006/relationships/notesSlide" Target="/ppt/notesSlides/notesSlide75.xml" Id="Rbf76d2978863433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a8b4e45d89a64445" /><Relationship Type="http://schemas.openxmlformats.org/officeDocument/2006/relationships/notesSlide" Target="/ppt/notesSlides/notesSlide76.xml" Id="Rcce73e269468437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6206392a5ad24979" /><Relationship Type="http://schemas.openxmlformats.org/officeDocument/2006/relationships/notesSlide" Target="/ppt/notesSlides/notesSlide77.xml" Id="Rb6f9a538a1ef467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14a847b4717648e3" /><Relationship Type="http://schemas.openxmlformats.org/officeDocument/2006/relationships/notesSlide" Target="/ppt/notesSlides/notesSlide78.xml" Id="R2d2f360e155746a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90c7ce1fed3342fd" /><Relationship Type="http://schemas.openxmlformats.org/officeDocument/2006/relationships/notesSlide" Target="/ppt/notesSlides/notesSlide79.xml" Id="Red20e4c59cd342f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f2b779b6ffea47d3" /><Relationship Type="http://schemas.openxmlformats.org/officeDocument/2006/relationships/notesSlide" Target="/ppt/notesSlides/notesSlide80.xml" Id="R1b0a18766e124e1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dbaed2c983b04a6a" /><Relationship Type="http://schemas.openxmlformats.org/officeDocument/2006/relationships/notesSlide" Target="/ppt/notesSlides/notesSlide81.xml" Id="R77b4bb12f8f94c9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a08d5398cac2495d" /><Relationship Type="http://schemas.openxmlformats.org/officeDocument/2006/relationships/notesSlide" Target="/ppt/notesSlides/notesSlide82.xml" Id="R7cf425d3017d4a0f"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14cce0460d21446e" /><Relationship Type="http://schemas.openxmlformats.org/officeDocument/2006/relationships/notesSlide" Target="/ppt/notesSlides/notesSlide83.xml" Id="Rcde38485185941e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9163228ebf804653" /><Relationship Type="http://schemas.openxmlformats.org/officeDocument/2006/relationships/notesSlide" Target="/ppt/notesSlides/notesSlide84.xml" Id="R3ffde83e3c09488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a1b816d70dc642f6" /><Relationship Type="http://schemas.openxmlformats.org/officeDocument/2006/relationships/notesSlide" Target="/ppt/notesSlides/notesSlide85.xml" Id="Rcebcb2d6e2ba4be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2b43b87d93864186" /><Relationship Type="http://schemas.openxmlformats.org/officeDocument/2006/relationships/notesSlide" Target="/ppt/notesSlides/notesSlide86.xml" Id="R871880d0317c421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b01bae221c9439b" /><Relationship Type="http://schemas.openxmlformats.org/officeDocument/2006/relationships/notesSlide" Target="/ppt/notesSlides/notesSlide87.xml" Id="R68c3568b727c4f1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d2b91b58faa24b5e" /><Relationship Type="http://schemas.openxmlformats.org/officeDocument/2006/relationships/notesSlide" Target="/ppt/notesSlides/notesSlide88.xml" Id="Raa56d47ff2224ba4"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769a40fca48645d5" /><Relationship Type="http://schemas.openxmlformats.org/officeDocument/2006/relationships/notesSlide" Target="/ppt/notesSlides/notesSlide89.xml" Id="R3d0c85916b684a4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82a7933e925643a2" /><Relationship Type="http://schemas.openxmlformats.org/officeDocument/2006/relationships/notesSlide" Target="/ppt/notesSlides/notesSlide90.xml" Id="Rac935920c8664750"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0485c34f1a844055" /><Relationship Type="http://schemas.openxmlformats.org/officeDocument/2006/relationships/notesSlide" Target="/ppt/notesSlides/notesSlide91.xml" Id="Ra8995fadb6e14a4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d009e205a0974a0e" /><Relationship Type="http://schemas.openxmlformats.org/officeDocument/2006/relationships/notesSlide" Target="/ppt/notesSlides/notesSlide92.xml" Id="Rf94c55fd5f3e4fa5"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d2be0baf37884143" /><Relationship Type="http://schemas.openxmlformats.org/officeDocument/2006/relationships/notesSlide" Target="/ppt/notesSlides/notesSlide93.xml" Id="Re7bb8370565c49d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e492eff72be4c74" /><Relationship Type="http://schemas.openxmlformats.org/officeDocument/2006/relationships/notesSlide" Target="/ppt/notesSlides/notesSlide94.xml" Id="R62c705db854e40ea"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fae9610b6c7f4a1f" /><Relationship Type="http://schemas.openxmlformats.org/officeDocument/2006/relationships/notesSlide" Target="/ppt/notesSlides/notesSlide95.xml" Id="Re93584d138ee456b"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36caaf9409374e14" /><Relationship Type="http://schemas.openxmlformats.org/officeDocument/2006/relationships/notesSlide" Target="/ppt/notesSlides/notesSlide96.xml" Id="Ra1aff21668984634"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5c8cd663e0534e7f" /><Relationship Type="http://schemas.openxmlformats.org/officeDocument/2006/relationships/notesSlide" Target="/ppt/notesSlides/notesSlide97.xml" Id="Rc598b1e1d1b14b5a"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c517ad7cb08b42fa" /><Relationship Type="http://schemas.openxmlformats.org/officeDocument/2006/relationships/notesSlide" Target="/ppt/notesSlides/notesSlide98.xml" Id="R3b25500b4cbc4461"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72fd8c2d99234e33" /><Relationship Type="http://schemas.openxmlformats.org/officeDocument/2006/relationships/notesSlide" Target="/ppt/notesSlides/notesSlide99.xml" Id="R7df92d649baf4d09"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303b4e6f0ece4ae6" /><Relationship Type="http://schemas.openxmlformats.org/officeDocument/2006/relationships/notesSlide" Target="/ppt/notesSlides/notesSlide100.xml" Id="R54669c4027c84ab2"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d6f767cce8234864" /><Relationship Type="http://schemas.openxmlformats.org/officeDocument/2006/relationships/notesSlide" Target="/ppt/notesSlides/notesSlide101.xml" Id="Ra28d6b9869d44947"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d6198ec433c447f7" /><Relationship Type="http://schemas.openxmlformats.org/officeDocument/2006/relationships/notesSlide" Target="/ppt/notesSlides/notesSlide102.xml" Id="R7bd973401ab74fb6"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472509198b2b4356" /><Relationship Type="http://schemas.openxmlformats.org/officeDocument/2006/relationships/notesSlide" Target="/ppt/notesSlides/notesSlide103.xml" Id="R6e9c2a91b4144531"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1e60c755315c4d09" /><Relationship Type="http://schemas.openxmlformats.org/officeDocument/2006/relationships/notesSlide" Target="/ppt/notesSlides/notesSlide104.xml" Id="R221186c26198470e"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b813c14ad7b04063" /><Relationship Type="http://schemas.openxmlformats.org/officeDocument/2006/relationships/notesSlide" Target="/ppt/notesSlides/notesSlide105.xml" Id="R09339b7b98e3456f"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83b8a2f08e8d4b00" /><Relationship Type="http://schemas.openxmlformats.org/officeDocument/2006/relationships/notesSlide" Target="/ppt/notesSlides/notesSlide106.xml" Id="Rd1a59a8ed5534dc4"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4E3BF0-087C-4A63-8027-96D4020B85AB}"/>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CD797435-670A-4AAF-9F2E-1C814B4A58BC}"/>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전자회로와 ESP32</a:t>
            </a:r>
          </a:p>
        </p:txBody>
      </p:sp>
      <p:sp>
        <p:nvSpPr>
          <p:cNvPr id="3" name="">
            <a:extLst xmlns:a="http://schemas.openxmlformats.org/drawingml/2006/main">
              <a:ext uri="{FF2B5EF4-FFF2-40B4-BE49-F238E27FC236}">
                <a16:creationId xmlns:a16="http://schemas.microsoft.com/office/drawing/2014/main" id="{80138055-5CE8-48FE-ABD5-6A6919307CC1}"/>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2026-10-23</a:t>
            </a:r>
          </a:p>
        </p:txBody>
      </p:sp>
      <p:sp>
        <p:nvSpPr>
          <p:cNvPr id="4" name="">
            <a:extLst xmlns:a="http://schemas.openxmlformats.org/drawingml/2006/main">
              <a:ext uri="{FF2B5EF4-FFF2-40B4-BE49-F238E27FC236}">
                <a16:creationId xmlns:a16="http://schemas.microsoft.com/office/drawing/2014/main" id="{8CC1A64B-C9F6-4134-AE95-EF641B8C89E0}"/>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예제를 읽고 실행 결과를 예상해 봅니다.</a:t>
            </a:r>
          </a:p>
        </p:txBody>
      </p:sp>
      <p:sp>
        <p:nvSpPr>
          <p:cNvPr id="5" name="">
            <a:extLst xmlns:a="http://schemas.openxmlformats.org/drawingml/2006/main">
              <a:ext uri="{FF2B5EF4-FFF2-40B4-BE49-F238E27FC236}">
                <a16:creationId xmlns:a16="http://schemas.microsoft.com/office/drawing/2014/main" id="{B8CC9B96-E4DB-4D0F-AEDB-63C664756691}"/>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예제에서 확인한 결과와 장비에서 시험할 내용을 적습니다.</a:t>
            </a:r>
          </a:p>
        </p:txBody>
      </p:sp>
      <p:sp>
        <p:nvSpPr>
          <p:cNvPr id="6" name="">
            <a:extLst xmlns:a="http://schemas.openxmlformats.org/drawingml/2006/main">
              <a:ext uri="{FF2B5EF4-FFF2-40B4-BE49-F238E27FC236}">
                <a16:creationId xmlns:a16="http://schemas.microsoft.com/office/drawing/2014/main" id="{FDCB706D-ADB7-41C5-8062-8C85E3E522B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4E69E2-464A-450E-975E-CCD5D531628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8FDA7977-7F3D-4385-987E-B3558269EC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1374224420"/>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AB03A77-A734-4482-9A55-B5F3BDDAED0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2026.10.23</a:t>
            </a:r>
          </a:p>
        </p:txBody>
      </p:sp>
      <p:sp>
        <p:nvSpPr>
          <p:cNvPr id="2" name="">
            <a:extLst xmlns:a="http://schemas.openxmlformats.org/drawingml/2006/main">
              <a:ext uri="{FF2B5EF4-FFF2-40B4-BE49-F238E27FC236}">
                <a16:creationId xmlns:a16="http://schemas.microsoft.com/office/drawing/2014/main" id="{D632E0E6-F518-4635-813E-3321F3F642D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 폴더와 학생 작업 파일</a:t>
            </a:r>
          </a:p>
        </p:txBody>
      </p:sp>
      <p:sp>
        <p:nvSpPr>
          <p:cNvPr id="3" name="">
            <a:extLst xmlns:a="http://schemas.openxmlformats.org/drawingml/2006/main">
              <a:ext uri="{FF2B5EF4-FFF2-40B4-BE49-F238E27FC236}">
                <a16:creationId xmlns:a16="http://schemas.microsoft.com/office/drawing/2014/main" id="{ED623DA2-0B82-4B90-9E30-1241C3B9ABC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8A00434-A919-4E34-A3CD-4D8779FD50DB}"/>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data</a:t>
            </a:r>
            <a:r>
              <a:t>: 읽을 입력</a:t>
            </a:r>
          </a:p>
        </p:txBody>
      </p:sp>
      <p:sp>
        <p:nvSpPr>
          <p:cNvPr id="5" name="">
            <a:extLst xmlns:a="http://schemas.openxmlformats.org/drawingml/2006/main">
              <a:ext uri="{FF2B5EF4-FFF2-40B4-BE49-F238E27FC236}">
                <a16:creationId xmlns:a16="http://schemas.microsoft.com/office/drawing/2014/main" id="{B9715F76-EB2E-4D4F-BD65-79B5A7585EE3}"/>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D6A67EE-776E-40BE-BE9C-C27099B8F6D3}"/>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B38A8F7-03D4-45F5-BD2E-0A49582E63A0}"/>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 제공 참고 코드</a:t>
            </a:r>
          </a:p>
        </p:txBody>
      </p:sp>
      <p:sp>
        <p:nvSpPr>
          <p:cNvPr id="8" name="">
            <a:extLst xmlns:a="http://schemas.openxmlformats.org/drawingml/2006/main">
              <a:ext uri="{FF2B5EF4-FFF2-40B4-BE49-F238E27FC236}">
                <a16:creationId xmlns:a16="http://schemas.microsoft.com/office/drawing/2014/main" id="{893A1015-AB14-4FE5-A1AE-59918635824B}"/>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76B6F8-11CB-4627-9788-32DB65932C28}"/>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6A97AC1-881B-4FFC-8763-C5C46EC6085B}"/>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 나의 복사본과 기록</a:t>
            </a:r>
          </a:p>
        </p:txBody>
      </p:sp>
      <p:sp>
        <p:nvSpPr>
          <p:cNvPr id="11" name="">
            <a:extLst xmlns:a="http://schemas.openxmlformats.org/drawingml/2006/main">
              <a:ext uri="{FF2B5EF4-FFF2-40B4-BE49-F238E27FC236}">
                <a16:creationId xmlns:a16="http://schemas.microsoft.com/office/drawing/2014/main" id="{D1AAD94E-133F-40AB-9C1C-380C9CC9589D}"/>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50C2185-F01E-4CE5-B285-84D1D8143A13}"/>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F5BCB310-B692-4E7B-96B1-C286727E82B2}"/>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저장한 뒤 실행해야 결과가 나옵니다.</a:t>
            </a:r>
          </a:p>
        </p:txBody>
      </p:sp>
      <p:sp>
        <p:nvSpPr>
          <p:cNvPr id="14" name="">
            <a:extLst xmlns:a="http://schemas.openxmlformats.org/drawingml/2006/main">
              <a:ext uri="{FF2B5EF4-FFF2-40B4-BE49-F238E27FC236}">
                <a16:creationId xmlns:a16="http://schemas.microsoft.com/office/drawing/2014/main" id="{33208943-3A95-41D1-A717-1A0576E966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A0E94A5-DBB2-4C52-964B-D62E4E86B61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CEED5A7E-FE45-4300-A03E-EF4D2A071A3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310650724"/>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39B97D5-8E1D-4000-8287-F78DE79942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2026.10.23</a:t>
            </a:r>
          </a:p>
        </p:txBody>
      </p:sp>
      <p:sp>
        <p:nvSpPr>
          <p:cNvPr id="2" name="">
            <a:extLst xmlns:a="http://schemas.openxmlformats.org/drawingml/2006/main">
              <a:ext uri="{FF2B5EF4-FFF2-40B4-BE49-F238E27FC236}">
                <a16:creationId xmlns:a16="http://schemas.microsoft.com/office/drawing/2014/main" id="{F5E8515D-8AE2-4E90-968E-876644240F9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6교시 일정</a:t>
            </a:r>
          </a:p>
        </p:txBody>
      </p:sp>
      <p:sp>
        <p:nvSpPr>
          <p:cNvPr id="3" name="">
            <a:extLst xmlns:a="http://schemas.openxmlformats.org/drawingml/2006/main">
              <a:ext uri="{FF2B5EF4-FFF2-40B4-BE49-F238E27FC236}">
                <a16:creationId xmlns:a16="http://schemas.microsoft.com/office/drawing/2014/main" id="{9F6B8DA1-A914-4DEC-A31A-E933D3A075E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13309F7-91FA-42BA-9DCF-AA6285A85D72}"/>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1·2교시 10:00~11:50</a:t>
            </a:r>
          </a:p>
        </p:txBody>
      </p:sp>
      <p:sp>
        <p:nvSpPr>
          <p:cNvPr id="5" name="">
            <a:extLst xmlns:a="http://schemas.openxmlformats.org/drawingml/2006/main">
              <a:ext uri="{FF2B5EF4-FFF2-40B4-BE49-F238E27FC236}">
                <a16:creationId xmlns:a16="http://schemas.microsoft.com/office/drawing/2014/main" id="{EE611FF0-DE3B-4126-8B32-308F60C53757}"/>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2DAC2EF-2979-481F-85FE-5E78E67EA659}"/>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E689B94-18F4-4699-BD2A-4798550C84E4}"/>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a:t>
            </a:r>
          </a:p>
        </p:txBody>
      </p:sp>
      <p:sp>
        <p:nvSpPr>
          <p:cNvPr id="8" name="">
            <a:extLst xmlns:a="http://schemas.openxmlformats.org/drawingml/2006/main">
              <a:ext uri="{FF2B5EF4-FFF2-40B4-BE49-F238E27FC236}">
                <a16:creationId xmlns:a16="http://schemas.microsoft.com/office/drawing/2014/main" id="{90649A89-F7D4-43F0-9193-0A39365F8086}"/>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6333AD5-7578-4040-A87B-2B4E513D8934}"/>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9CE2162-3B00-4B6A-9075-DFF831DD6D25}"/>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3~6교시 13:00~16:50</a:t>
            </a:r>
          </a:p>
        </p:txBody>
      </p:sp>
      <p:sp>
        <p:nvSpPr>
          <p:cNvPr id="11" name="">
            <a:extLst xmlns:a="http://schemas.openxmlformats.org/drawingml/2006/main">
              <a:ext uri="{FF2B5EF4-FFF2-40B4-BE49-F238E27FC236}">
                <a16:creationId xmlns:a16="http://schemas.microsoft.com/office/drawing/2014/main" id="{66BC6880-6C95-478D-9194-9E573571175B}"/>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13F5564-A070-49B6-B4DC-ECCAAB95506B}"/>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37498CD5-F5FB-4120-96DF-9D6E7033FF19}"/>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수업 300분</a:t>
            </a:r>
            <a:r>
              <a:t> · 나머지는 휴식과 정리입니다.</a:t>
            </a:r>
          </a:p>
        </p:txBody>
      </p:sp>
      <p:sp>
        <p:nvSpPr>
          <p:cNvPr id="14" name="">
            <a:extLst xmlns:a="http://schemas.openxmlformats.org/drawingml/2006/main">
              <a:ext uri="{FF2B5EF4-FFF2-40B4-BE49-F238E27FC236}">
                <a16:creationId xmlns:a16="http://schemas.microsoft.com/office/drawing/2014/main" id="{CFFA75FD-E6FA-4BF2-97D0-C924AE1FAF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63323EA-315E-4FA5-BA5B-04F7E05D6A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B56E759E-3E11-4F65-9323-6DF9019502A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660427633"/>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1914390-8ABD-4215-A968-A17587F1ED8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2026.10.23</a:t>
            </a:r>
          </a:p>
        </p:txBody>
      </p:sp>
      <p:sp>
        <p:nvSpPr>
          <p:cNvPr id="2" name="">
            <a:extLst xmlns:a="http://schemas.openxmlformats.org/drawingml/2006/main">
              <a:ext uri="{FF2B5EF4-FFF2-40B4-BE49-F238E27FC236}">
                <a16:creationId xmlns:a16="http://schemas.microsoft.com/office/drawing/2014/main" id="{2A0D7CF8-38DE-40F3-8D3F-30CC98472CD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시연·수정·비교·설명</a:t>
            </a:r>
          </a:p>
        </p:txBody>
      </p:sp>
      <p:sp>
        <p:nvSpPr>
          <p:cNvPr id="3" name="">
            <a:extLst xmlns:a="http://schemas.openxmlformats.org/drawingml/2006/main">
              <a:ext uri="{FF2B5EF4-FFF2-40B4-BE49-F238E27FC236}">
                <a16:creationId xmlns:a16="http://schemas.microsoft.com/office/drawing/2014/main" id="{D5CD00DB-9A39-4C1B-BA9C-9AB86E92AF6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2134CB9-7D2D-4D54-9970-C7CBAE35042D}"/>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시연을 봅니다.</a:t>
            </a:r>
          </a:p>
        </p:txBody>
      </p:sp>
      <p:sp>
        <p:nvSpPr>
          <p:cNvPr id="5" name="">
            <a:extLst xmlns:a="http://schemas.openxmlformats.org/drawingml/2006/main">
              <a:ext uri="{FF2B5EF4-FFF2-40B4-BE49-F238E27FC236}">
                <a16:creationId xmlns:a16="http://schemas.microsoft.com/office/drawing/2014/main" id="{F312A5A2-07D4-4042-914C-CC120289A6BD}"/>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87D9F7B-048D-4D54-A25C-9EC71A332D76}"/>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5419EA9-F571-4312-90D9-23EF212121E7}"/>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같이 따라 하고 한 값을 바꿉니다.</a:t>
            </a:r>
          </a:p>
        </p:txBody>
      </p:sp>
      <p:sp>
        <p:nvSpPr>
          <p:cNvPr id="8" name="">
            <a:extLst xmlns:a="http://schemas.openxmlformats.org/drawingml/2006/main">
              <a:ext uri="{FF2B5EF4-FFF2-40B4-BE49-F238E27FC236}">
                <a16:creationId xmlns:a16="http://schemas.microsoft.com/office/drawing/2014/main" id="{1C970ED5-7B34-4EC9-B6C0-A588965F8314}"/>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68471A-EA3E-4CD7-9667-7A091E8ADCAA}"/>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BED702F-D165-483D-8259-CCF5DDD4A9E9}"/>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예상과 결과를 비교합니다.</a:t>
            </a:r>
          </a:p>
        </p:txBody>
      </p:sp>
      <p:sp>
        <p:nvSpPr>
          <p:cNvPr id="11" name="">
            <a:extLst xmlns:a="http://schemas.openxmlformats.org/drawingml/2006/main">
              <a:ext uri="{FF2B5EF4-FFF2-40B4-BE49-F238E27FC236}">
                <a16:creationId xmlns:a16="http://schemas.microsoft.com/office/drawing/2014/main" id="{085F936B-10C5-4383-81E5-3F7DCF239654}"/>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EFFBEAD-3668-4BE3-94FD-1DCCC2B20880}"/>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B186446B-F715-4D42-88E7-21C2E83F194D}"/>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값 때문에 결과가 바뀌었는지 설명합니다.</a:t>
            </a:r>
          </a:p>
        </p:txBody>
      </p:sp>
      <p:sp>
        <p:nvSpPr>
          <p:cNvPr id="14" name="">
            <a:extLst xmlns:a="http://schemas.openxmlformats.org/drawingml/2006/main">
              <a:ext uri="{FF2B5EF4-FFF2-40B4-BE49-F238E27FC236}">
                <a16:creationId xmlns:a16="http://schemas.microsoft.com/office/drawing/2014/main" id="{4A2F2F75-05D4-4410-ABDD-C0D759CD012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6FF7543-63D8-4BBC-8D65-42D520738C8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E5B2B2C0-6DAE-48BF-89AB-E2BF6D88F9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938962364"/>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75CBC0-AA83-4496-B5B6-4E1ADBAC3BB6}"/>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35E004-9B42-465D-9F6C-229F7B69B8CE}"/>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83324758-D44C-4A26-8A4F-D05D12420C2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867C7A44-DFEB-4E5E-86B2-FAB180956F0E}"/>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전기 기초와 계산</a:t>
            </a:r>
          </a:p>
        </p:txBody>
      </p:sp>
      <p:sp>
        <p:nvSpPr>
          <p:cNvPr id="5" name="">
            <a:extLst xmlns:a="http://schemas.openxmlformats.org/drawingml/2006/main">
              <a:ext uri="{FF2B5EF4-FFF2-40B4-BE49-F238E27FC236}">
                <a16:creationId xmlns:a16="http://schemas.microsoft.com/office/drawing/2014/main" id="{62FCBDAB-F647-40C1-9D56-5119C082678A}"/>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3694A75-049F-4824-A0E1-B804C18A4852}"/>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590C7E8B-C380-4CFB-9B17-B865DC77B096}"/>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A01 · A02 · A03</a:t>
            </a:r>
          </a:p>
        </p:txBody>
      </p:sp>
      <p:sp>
        <p:nvSpPr>
          <p:cNvPr id="8" name="">
            <a:extLst xmlns:a="http://schemas.openxmlformats.org/drawingml/2006/main">
              <a:ext uri="{FF2B5EF4-FFF2-40B4-BE49-F238E27FC236}">
                <a16:creationId xmlns:a16="http://schemas.microsoft.com/office/drawing/2014/main" id="{8457C797-6764-4A8F-A221-1D87D8055B6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E4E99A78-4CB0-427B-97CD-A529305CF8C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EE53036B-A92E-41B5-A266-5B1510E981F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990584523"/>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2BBEB30-9F65-44A9-8F6C-DC667772A0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4F532A7-BBC5-4CDA-8621-99B0069AF34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전압과 전위차</a:t>
            </a:r>
          </a:p>
        </p:txBody>
      </p:sp>
      <p:sp>
        <p:nvSpPr>
          <p:cNvPr id="3" name="">
            <a:extLst xmlns:a="http://schemas.openxmlformats.org/drawingml/2006/main">
              <a:ext uri="{FF2B5EF4-FFF2-40B4-BE49-F238E27FC236}">
                <a16:creationId xmlns:a16="http://schemas.microsoft.com/office/drawing/2014/main" id="{4E482B95-5834-4E19-9CDA-742B93A8377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전압과 전위차</a:t>
            </a:r>
          </a:p>
        </p:txBody>
      </p:sp>
      <p:sp>
        <p:nvSpPr>
          <p:cNvPr id="4" name="">
            <a:extLst xmlns:a="http://schemas.openxmlformats.org/drawingml/2006/main">
              <a:ext uri="{FF2B5EF4-FFF2-40B4-BE49-F238E27FC236}">
                <a16:creationId xmlns:a16="http://schemas.microsoft.com/office/drawing/2014/main" id="{14BC0739-D7FB-455C-8471-8E546BBD191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C886E4-8089-46FC-A8BA-D9EB578A439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전압은 두 점 사이의 차이입니다.</a:t>
            </a:r>
          </a:p>
        </p:txBody>
      </p:sp>
      <p:sp>
        <p:nvSpPr>
          <p:cNvPr id="6" name="">
            <a:extLst xmlns:a="http://schemas.openxmlformats.org/drawingml/2006/main">
              <a:ext uri="{FF2B5EF4-FFF2-40B4-BE49-F238E27FC236}">
                <a16:creationId xmlns:a16="http://schemas.microsoft.com/office/drawing/2014/main" id="{CB255A4E-2862-4D88-AD8D-33A21E18FC9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단위는 V입니다.</a:t>
            </a:r>
          </a:p>
        </p:txBody>
      </p:sp>
      <p:sp>
        <p:nvSpPr>
          <p:cNvPr id="7" name="">
            <a:extLst xmlns:a="http://schemas.openxmlformats.org/drawingml/2006/main">
              <a:ext uri="{FF2B5EF4-FFF2-40B4-BE49-F238E27FC236}">
                <a16:creationId xmlns:a16="http://schemas.microsoft.com/office/drawing/2014/main" id="{7DCFCF52-89D9-4682-8ADD-4E9E036BE4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EE6D568-4052-4196-A4B4-AF3984AC9F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928E3D42-BF18-484C-9867-E3A646DA1D9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844893413"/>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C5F8BE-8F98-467C-8ADD-2CEE0FD3786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D10F00D-2C94-4174-9C41-96887A0F15C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전류와 단위 A</a:t>
            </a:r>
          </a:p>
        </p:txBody>
      </p:sp>
      <p:sp>
        <p:nvSpPr>
          <p:cNvPr id="3" name="">
            <a:extLst xmlns:a="http://schemas.openxmlformats.org/drawingml/2006/main">
              <a:ext uri="{FF2B5EF4-FFF2-40B4-BE49-F238E27FC236}">
                <a16:creationId xmlns:a16="http://schemas.microsoft.com/office/drawing/2014/main" id="{BD1369BE-451D-43E7-B6C5-762A7EEC69C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시간당 이동하는 전하량입니다.</a:t>
            </a:r>
          </a:p>
        </p:txBody>
      </p:sp>
      <p:sp>
        <p:nvSpPr>
          <p:cNvPr id="4" name="">
            <a:extLst xmlns:a="http://schemas.openxmlformats.org/drawingml/2006/main">
              <a:ext uri="{FF2B5EF4-FFF2-40B4-BE49-F238E27FC236}">
                <a16:creationId xmlns:a16="http://schemas.microsoft.com/office/drawing/2014/main" id="{AE514687-5C74-405D-A496-9B91E2A7B8D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단위는 A, 작은 전류는 mA로 씁니다.</a:t>
            </a:r>
          </a:p>
        </p:txBody>
      </p:sp>
      <p:sp>
        <p:nvSpPr>
          <p:cNvPr id="5" name="">
            <a:extLst xmlns:a="http://schemas.openxmlformats.org/drawingml/2006/main">
              <a:ext uri="{FF2B5EF4-FFF2-40B4-BE49-F238E27FC236}">
                <a16:creationId xmlns:a16="http://schemas.microsoft.com/office/drawing/2014/main" id="{A0303F19-7B14-4C3F-B985-7F73F7B6149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D1801F-483E-46AA-A5F4-BDF604D8DE6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6C4D73C8-5326-4BAE-B327-927C1C0534A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1423042079"/>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9BD937E-6D7D-4C3A-B141-243EB440877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C59D40E-3879-4CCD-868D-16A0864CE01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저항과 옴의 법칙</a:t>
            </a:r>
          </a:p>
        </p:txBody>
      </p:sp>
      <p:sp>
        <p:nvSpPr>
          <p:cNvPr id="3" name="">
            <a:extLst xmlns:a="http://schemas.openxmlformats.org/drawingml/2006/main">
              <a:ext uri="{FF2B5EF4-FFF2-40B4-BE49-F238E27FC236}">
                <a16:creationId xmlns:a16="http://schemas.microsoft.com/office/drawing/2014/main" id="{4D84A29F-68BE-4C76-8459-CF9C0557315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V=IR</a:t>
            </a:r>
          </a:p>
        </p:txBody>
      </p:sp>
      <p:sp>
        <p:nvSpPr>
          <p:cNvPr id="4" name="">
            <a:extLst xmlns:a="http://schemas.openxmlformats.org/drawingml/2006/main">
              <a:ext uri="{FF2B5EF4-FFF2-40B4-BE49-F238E27FC236}">
                <a16:creationId xmlns:a16="http://schemas.microsoft.com/office/drawing/2014/main" id="{239CF2C0-DE16-4FB5-BA21-DBBD3D84D74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AF0ABD-6E1A-4928-8973-17D33964651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옴성 저항의 관계는 </a:t>
            </a:r>
            <a:r>
              <a:rPr b="1">
                <a:solidFill>
                  <a:srgbClr val="002FA7"/>
                </a:solidFill>
              </a:rPr>
              <a:t>V=IR</a:t>
            </a:r>
            <a:r>
              <a:t>입니다.</a:t>
            </a:r>
          </a:p>
        </p:txBody>
      </p:sp>
      <p:sp>
        <p:nvSpPr>
          <p:cNvPr id="6" name="">
            <a:extLst xmlns:a="http://schemas.openxmlformats.org/drawingml/2006/main">
              <a:ext uri="{FF2B5EF4-FFF2-40B4-BE49-F238E27FC236}">
                <a16:creationId xmlns:a16="http://schemas.microsoft.com/office/drawing/2014/main" id="{B383485C-50B7-47EB-A37A-048783E42C5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단위는 </a:t>
            </a:r>
            <a:r>
              <a:rPr b="1">
                <a:solidFill>
                  <a:srgbClr val="002FA7"/>
                </a:solidFill>
              </a:rPr>
              <a:t>Ω</a:t>
            </a:r>
            <a:r>
              <a:t>입니다.</a:t>
            </a:r>
          </a:p>
        </p:txBody>
      </p:sp>
      <p:sp>
        <p:nvSpPr>
          <p:cNvPr id="7" name="">
            <a:extLst xmlns:a="http://schemas.openxmlformats.org/drawingml/2006/main">
              <a:ext uri="{FF2B5EF4-FFF2-40B4-BE49-F238E27FC236}">
                <a16:creationId xmlns:a16="http://schemas.microsoft.com/office/drawing/2014/main" id="{2225B4B9-7F74-45DE-A3C8-4F532E9FA60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A731D0-735A-429A-BD60-FAF307B37D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5F5B535A-9840-420E-BF63-AF8654168B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345137004"/>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92CF83-E3F7-4D64-9CC5-6EBEF01EED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28E2CE5-E478-4C90-ACCB-1FCF6E48288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닫힌 회로와 전류가 돌아오는 길</a:t>
            </a:r>
          </a:p>
        </p:txBody>
      </p:sp>
      <p:sp>
        <p:nvSpPr>
          <p:cNvPr id="3" name="">
            <a:extLst xmlns:a="http://schemas.openxmlformats.org/drawingml/2006/main">
              <a:ext uri="{FF2B5EF4-FFF2-40B4-BE49-F238E27FC236}">
                <a16:creationId xmlns:a16="http://schemas.microsoft.com/office/drawing/2014/main" id="{FCA78F45-AA82-4F03-B09E-36A0864F93E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1FC10A3-52D3-4DD8-88B5-BF84C72420B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전원 + → 저항 → 전원 −</a:t>
            </a:r>
          </a:p>
        </p:txBody>
      </p:sp>
      <p:sp>
        <p:nvSpPr>
          <p:cNvPr id="5" name="">
            <a:extLst xmlns:a="http://schemas.openxmlformats.org/drawingml/2006/main">
              <a:ext uri="{FF2B5EF4-FFF2-40B4-BE49-F238E27FC236}">
                <a16:creationId xmlns:a16="http://schemas.microsoft.com/office/drawing/2014/main" id="{6DB06B78-A3C1-4616-9AC6-8DBE546A5CB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1A6420A-01CE-45B9-B48F-EDC0C8516B3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EE5200B-FCC4-4BC8-A40B-C51B0D109D5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완전히 이어진 길이 닫힌 회로입니다.</a:t>
            </a:r>
          </a:p>
        </p:txBody>
      </p:sp>
      <p:sp>
        <p:nvSpPr>
          <p:cNvPr id="8" name="">
            <a:extLst xmlns:a="http://schemas.openxmlformats.org/drawingml/2006/main">
              <a:ext uri="{FF2B5EF4-FFF2-40B4-BE49-F238E27FC236}">
                <a16:creationId xmlns:a16="http://schemas.microsoft.com/office/drawing/2014/main" id="{E45C9660-806C-4ECA-A779-22194262227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903FF1-D094-41C9-8774-837F84430D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27145A1D-5EFB-454A-AD19-7D06D9B1E2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794857814"/>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612061-3EA4-468A-B4E0-D3405BB0B2D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D033A11-8760-4309-9E0F-A12636FF6B1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GND와 전압 기준</a:t>
            </a:r>
          </a:p>
        </p:txBody>
      </p:sp>
      <p:sp>
        <p:nvSpPr>
          <p:cNvPr id="3" name="">
            <a:extLst xmlns:a="http://schemas.openxmlformats.org/drawingml/2006/main">
              <a:ext uri="{FF2B5EF4-FFF2-40B4-BE49-F238E27FC236}">
                <a16:creationId xmlns:a16="http://schemas.microsoft.com/office/drawing/2014/main" id="{F35DB33D-CE4F-4272-AB94-38A40959229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C5DF3B2-AC40-4DBB-988F-BF746008CC2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신호의 높고 낮음을 비교하는 기준입니다.</a:t>
            </a:r>
          </a:p>
        </p:txBody>
      </p:sp>
      <p:sp>
        <p:nvSpPr>
          <p:cNvPr id="5" name="">
            <a:extLst xmlns:a="http://schemas.openxmlformats.org/drawingml/2006/main">
              <a:ext uri="{FF2B5EF4-FFF2-40B4-BE49-F238E27FC236}">
                <a16:creationId xmlns:a16="http://schemas.microsoft.com/office/drawing/2014/main" id="{6B0CA4CD-9764-4338-AB04-E035D188A52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모든 GND가 건물 접지는 아닙니다.</a:t>
            </a:r>
          </a:p>
        </p:txBody>
      </p:sp>
      <p:sp>
        <p:nvSpPr>
          <p:cNvPr id="6" name="">
            <a:extLst xmlns:a="http://schemas.openxmlformats.org/drawingml/2006/main">
              <a:ext uri="{FF2B5EF4-FFF2-40B4-BE49-F238E27FC236}">
                <a16:creationId xmlns:a16="http://schemas.microsoft.com/office/drawing/2014/main" id="{50D77A74-01E8-4D68-A51D-94A20DB81AE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C234C6B-7C36-4185-93D5-D2C1D92823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31D5F0C7-0102-4457-BC54-FCA340D208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60554221"/>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D28FD60-92AE-42F1-BD1A-84BEE0C3EF8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83092A8-9FFC-498A-A7D8-301F843147B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A와 mA 단위 변환</a:t>
            </a:r>
          </a:p>
        </p:txBody>
      </p:sp>
      <p:sp>
        <p:nvSpPr>
          <p:cNvPr id="3" name="">
            <a:extLst xmlns:a="http://schemas.openxmlformats.org/drawingml/2006/main">
              <a:ext uri="{FF2B5EF4-FFF2-40B4-BE49-F238E27FC236}">
                <a16:creationId xmlns:a16="http://schemas.microsoft.com/office/drawing/2014/main" id="{64CB9ACB-4E18-40F1-ACC0-74C48721589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1A = 1000mA</a:t>
            </a:r>
          </a:p>
        </p:txBody>
      </p:sp>
      <p:sp>
        <p:nvSpPr>
          <p:cNvPr id="4" name="">
            <a:extLst xmlns:a="http://schemas.openxmlformats.org/drawingml/2006/main">
              <a:ext uri="{FF2B5EF4-FFF2-40B4-BE49-F238E27FC236}">
                <a16:creationId xmlns:a16="http://schemas.microsoft.com/office/drawing/2014/main" id="{600A927C-96BA-40A4-9B92-49EF40CC3FC3}"/>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0.010A = 10mA</a:t>
            </a:r>
          </a:p>
        </p:txBody>
      </p:sp>
      <p:sp>
        <p:nvSpPr>
          <p:cNvPr id="5" name="">
            <a:extLst xmlns:a="http://schemas.openxmlformats.org/drawingml/2006/main">
              <a:ext uri="{FF2B5EF4-FFF2-40B4-BE49-F238E27FC236}">
                <a16:creationId xmlns:a16="http://schemas.microsoft.com/office/drawing/2014/main" id="{18F72D65-61B0-4B02-9702-DC79CC2EF50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BE39958-5052-4C01-8ACB-E04B7AD6F2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63518E04-7706-4660-9391-0EE50829A5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69407301"/>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F7B49D0-F0BD-4E14-BC54-A242470D08F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A3A65E6-8FC6-4C6F-ADCE-0C762082AC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저항 전류 계산 예제</a:t>
            </a:r>
          </a:p>
        </p:txBody>
      </p:sp>
      <p:sp>
        <p:nvSpPr>
          <p:cNvPr id="3" name="">
            <a:extLst xmlns:a="http://schemas.openxmlformats.org/drawingml/2006/main">
              <a:ext uri="{FF2B5EF4-FFF2-40B4-BE49-F238E27FC236}">
                <a16:creationId xmlns:a16="http://schemas.microsoft.com/office/drawing/2014/main" id="{A4B42466-889D-4F75-9B52-78DD8E3D7CB7}"/>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73FB07-95E6-403C-AFB9-CC2B31F8FEC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882319E2-2D1D-4310-B091-FDEAB11E16B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voltage_v = 3.3</a:t>
            </a:r>
          </a:p>
        </p:txBody>
      </p:sp>
      <p:sp>
        <p:nvSpPr>
          <p:cNvPr id="6" name="">
            <a:extLst xmlns:a="http://schemas.openxmlformats.org/drawingml/2006/main">
              <a:ext uri="{FF2B5EF4-FFF2-40B4-BE49-F238E27FC236}">
                <a16:creationId xmlns:a16="http://schemas.microsoft.com/office/drawing/2014/main" id="{ED49CDB0-BE89-4F1A-B7AF-3B9CEC7B5AC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EB14E951-7139-49B9-ABBB-D02803E943E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resistance_ohm = 330</a:t>
            </a:r>
          </a:p>
        </p:txBody>
      </p:sp>
      <p:sp>
        <p:nvSpPr>
          <p:cNvPr id="8" name="">
            <a:extLst xmlns:a="http://schemas.openxmlformats.org/drawingml/2006/main">
              <a:ext uri="{FF2B5EF4-FFF2-40B4-BE49-F238E27FC236}">
                <a16:creationId xmlns:a16="http://schemas.microsoft.com/office/drawing/2014/main" id="{57D31CA3-28C7-4AF4-BE7F-FB0E4BE5F4C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7AD17D4C-4BA2-47B6-ABF4-A2D78509C68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resistance_ohm &lt;= 0:</a:t>
            </a:r>
          </a:p>
        </p:txBody>
      </p:sp>
      <p:sp>
        <p:nvSpPr>
          <p:cNvPr id="10" name="">
            <a:extLst xmlns:a="http://schemas.openxmlformats.org/drawingml/2006/main">
              <a:ext uri="{FF2B5EF4-FFF2-40B4-BE49-F238E27FC236}">
                <a16:creationId xmlns:a16="http://schemas.microsoft.com/office/drawing/2014/main" id="{79AAA348-1EB4-4828-9DFA-AA72956F6556}"/>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A42FD823-315E-461F-9DD4-622C44BE2C39}"/>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raise ValueError(</a:t>
            </a:r>
            <a:r>
              <a:rPr>
                <a:solidFill>
                  <a:srgbClr val="BACBFA"/>
                </a:solidFill>
              </a:rPr>
              <a:t>"positive resistance only"</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DF578B80-DD3E-47BA-9513-21B9A6972AAB}"/>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E42B007C-2248-41F4-B893-CE17010A0B1C}"/>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current_a = voltage_v / resistance_ohm</a:t>
            </a:r>
          </a:p>
        </p:txBody>
      </p:sp>
      <p:sp>
        <p:nvSpPr>
          <p:cNvPr id="14" name="">
            <a:extLst xmlns:a="http://schemas.openxmlformats.org/drawingml/2006/main">
              <a:ext uri="{FF2B5EF4-FFF2-40B4-BE49-F238E27FC236}">
                <a16:creationId xmlns:a16="http://schemas.microsoft.com/office/drawing/2014/main" id="{757DE863-0495-4A9A-AA31-B6AAC38F3271}"/>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7DF2B11D-8BAE-4956-AEBD-CA8659C1CC4A}"/>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current_ma = current_a * 1000</a:t>
            </a:r>
          </a:p>
        </p:txBody>
      </p:sp>
      <p:sp>
        <p:nvSpPr>
          <p:cNvPr id="16" name="">
            <a:extLst xmlns:a="http://schemas.openxmlformats.org/drawingml/2006/main">
              <a:ext uri="{FF2B5EF4-FFF2-40B4-BE49-F238E27FC236}">
                <a16:creationId xmlns:a16="http://schemas.microsoft.com/office/drawing/2014/main" id="{75FFEF6E-D049-46AD-AAA4-5B6A52D0C8A3}"/>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A2EDB0A3-714F-4C91-91E8-20CBE2DED902}"/>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print(round(current_ma, 2))</a:t>
            </a:r>
          </a:p>
        </p:txBody>
      </p:sp>
      <p:sp>
        <p:nvSpPr>
          <p:cNvPr id="18" name="">
            <a:extLst xmlns:a="http://schemas.openxmlformats.org/drawingml/2006/main">
              <a:ext uri="{FF2B5EF4-FFF2-40B4-BE49-F238E27FC236}">
                <a16:creationId xmlns:a16="http://schemas.microsoft.com/office/drawing/2014/main" id="{C834FAFA-3B7F-4E9A-9CE5-05CEFB9DFF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5C207AC-ADE8-45B1-AFD4-CDCA9BC48E2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0" name="">
            <a:extLst xmlns:a="http://schemas.openxmlformats.org/drawingml/2006/main">
              <a:ext uri="{FF2B5EF4-FFF2-40B4-BE49-F238E27FC236}">
                <a16:creationId xmlns:a16="http://schemas.microsoft.com/office/drawing/2014/main" id="{562F315D-35F6-405E-B7E1-9536C110A8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615872475"/>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AAABF4-A1CE-4A51-AC5A-3F4BC64B413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98CE684-FEF5-479F-B2EF-9377C3F358A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B570E164-6510-45AB-B815-3B94D3AD6D91}"/>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84070F8D-90B9-462A-A32A-EAB66741361E}"/>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전압과 저항 값을 저장합니다.</a:t>
            </a:r>
          </a:p>
        </p:txBody>
      </p:sp>
      <p:sp>
        <p:nvSpPr>
          <p:cNvPr id="5" name="">
            <a:extLst xmlns:a="http://schemas.openxmlformats.org/drawingml/2006/main">
              <a:ext uri="{FF2B5EF4-FFF2-40B4-BE49-F238E27FC236}">
                <a16:creationId xmlns:a16="http://schemas.microsoft.com/office/drawing/2014/main" id="{E63A7009-1687-497E-81BB-4AB9A1267B8E}"/>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D222050-D6F0-48A8-A460-E9757B58BEF8}"/>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3~4행:</a:t>
            </a:r>
          </a:p>
        </p:txBody>
      </p:sp>
      <p:sp>
        <p:nvSpPr>
          <p:cNvPr id="7" name="">
            <a:extLst xmlns:a="http://schemas.openxmlformats.org/drawingml/2006/main">
              <a:ext uri="{FF2B5EF4-FFF2-40B4-BE49-F238E27FC236}">
                <a16:creationId xmlns:a16="http://schemas.microsoft.com/office/drawing/2014/main" id="{008EE48E-5C15-4059-AB38-6CF7F9430886}"/>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0 이하 저항을 거절합니다.</a:t>
            </a:r>
          </a:p>
        </p:txBody>
      </p:sp>
      <p:sp>
        <p:nvSpPr>
          <p:cNvPr id="8" name="">
            <a:extLst xmlns:a="http://schemas.openxmlformats.org/drawingml/2006/main">
              <a:ext uri="{FF2B5EF4-FFF2-40B4-BE49-F238E27FC236}">
                <a16:creationId xmlns:a16="http://schemas.microsoft.com/office/drawing/2014/main" id="{7E6BAD5A-D569-4200-A211-760AE67A6E34}"/>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8D3B99-E06E-4057-A7AD-6CF4A633A90B}"/>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5~6행:</a:t>
            </a:r>
          </a:p>
        </p:txBody>
      </p:sp>
      <p:sp>
        <p:nvSpPr>
          <p:cNvPr id="10" name="">
            <a:extLst xmlns:a="http://schemas.openxmlformats.org/drawingml/2006/main">
              <a:ext uri="{FF2B5EF4-FFF2-40B4-BE49-F238E27FC236}">
                <a16:creationId xmlns:a16="http://schemas.microsoft.com/office/drawing/2014/main" id="{C78C2718-F62F-426D-BAAF-F7DEBF36861F}"/>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A를 구하고 mA로 바꿉니다.</a:t>
            </a:r>
          </a:p>
        </p:txBody>
      </p:sp>
      <p:sp>
        <p:nvSpPr>
          <p:cNvPr id="11" name="">
            <a:extLst xmlns:a="http://schemas.openxmlformats.org/drawingml/2006/main">
              <a:ext uri="{FF2B5EF4-FFF2-40B4-BE49-F238E27FC236}">
                <a16:creationId xmlns:a16="http://schemas.microsoft.com/office/drawing/2014/main" id="{0DE5F28D-0AAD-40A7-BA6D-252685D09236}"/>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EFD4323-6042-4A42-AEE2-141EFB3C37A5}"/>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20331833-E4E4-4958-8A3A-A4DCF70A3F0D}"/>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반올림해 출력합니다.</a:t>
            </a:r>
          </a:p>
        </p:txBody>
      </p:sp>
      <p:sp>
        <p:nvSpPr>
          <p:cNvPr id="14" name="">
            <a:extLst xmlns:a="http://schemas.openxmlformats.org/drawingml/2006/main">
              <a:ext uri="{FF2B5EF4-FFF2-40B4-BE49-F238E27FC236}">
                <a16:creationId xmlns:a16="http://schemas.microsoft.com/office/drawing/2014/main" id="{4A2BA7BA-A6A0-4698-B029-CD5D923ADD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222232E-7E17-4F63-9A67-9F569C4D5E4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0659BBE8-03A6-4F11-91BA-088BCA2D1B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235747675"/>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2EA3A9B-E495-4277-9D34-CA07D054838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71B12B5-F0B5-4D54-A6F1-22B01C1FA20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DD37C8BB-F2B6-4BE5-BD40-2C0E598D7CE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BC7EFB7-D494-4E6B-8A39-AEEE7916B45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728782BB-3C29-41E3-AD8D-EF2F2290A89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EE5A97C-B365-45E0-B6D6-8009BDA207A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489587-1E93-46A7-A3CA-B657C5B78CF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work/ohm_trace.py</a:t>
            </a:r>
          </a:p>
        </p:txBody>
      </p:sp>
      <p:sp>
        <p:nvSpPr>
          <p:cNvPr id="8" name="">
            <a:extLst xmlns:a="http://schemas.openxmlformats.org/drawingml/2006/main">
              <a:ext uri="{FF2B5EF4-FFF2-40B4-BE49-F238E27FC236}">
                <a16:creationId xmlns:a16="http://schemas.microsoft.com/office/drawing/2014/main" id="{25DB9297-79AE-4569-9DB8-83E8A63A033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CE9F0F-3137-472C-AD35-AD92BC33C64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7BA80DE-1C78-4686-842F-77788D3D2F1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work/ohm_trace.py</a:t>
            </a:r>
          </a:p>
        </p:txBody>
      </p:sp>
      <p:sp>
        <p:nvSpPr>
          <p:cNvPr id="11" name="">
            <a:extLst xmlns:a="http://schemas.openxmlformats.org/drawingml/2006/main">
              <a:ext uri="{FF2B5EF4-FFF2-40B4-BE49-F238E27FC236}">
                <a16:creationId xmlns:a16="http://schemas.microsoft.com/office/drawing/2014/main" id="{5F9D1ABA-1FBE-4317-BA8D-D2D18E4A07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C43D76D-1415-4887-9902-DB9E3C5FC3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993FC5BB-0A1F-4E84-9E84-A848D5426E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1256539845"/>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F6CC045-3CEA-4967-950B-46D5ECE52CC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E3F2E6E-2863-4EC0-B476-1FB95626D86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1B09F30F-F8BA-4508-8121-D8C795FF0C7F}"/>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1FADB57-DFFF-4639-989F-891C01AADDAE}"/>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3.3÷330 = 0.010A</a:t>
            </a:r>
          </a:p>
        </p:txBody>
      </p:sp>
      <p:sp>
        <p:nvSpPr>
          <p:cNvPr id="5" name="">
            <a:extLst xmlns:a="http://schemas.openxmlformats.org/drawingml/2006/main">
              <a:ext uri="{FF2B5EF4-FFF2-40B4-BE49-F238E27FC236}">
                <a16:creationId xmlns:a16="http://schemas.microsoft.com/office/drawing/2014/main" id="{EE256FE1-1D85-4238-887C-5D39F4D105DA}"/>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0.010×1000 = 10mA</a:t>
            </a:r>
          </a:p>
        </p:txBody>
      </p:sp>
      <p:sp>
        <p:nvSpPr>
          <p:cNvPr id="6" name="">
            <a:extLst xmlns:a="http://schemas.openxmlformats.org/drawingml/2006/main">
              <a:ext uri="{FF2B5EF4-FFF2-40B4-BE49-F238E27FC236}">
                <a16:creationId xmlns:a16="http://schemas.microsoft.com/office/drawing/2014/main" id="{E6D79FA9-2271-4AC0-B221-2E477F8D0E76}"/>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출력: 10.0</a:t>
            </a:r>
          </a:p>
        </p:txBody>
      </p:sp>
      <p:sp>
        <p:nvSpPr>
          <p:cNvPr id="7" name="">
            <a:extLst xmlns:a="http://schemas.openxmlformats.org/drawingml/2006/main">
              <a:ext uri="{FF2B5EF4-FFF2-40B4-BE49-F238E27FC236}">
                <a16:creationId xmlns:a16="http://schemas.microsoft.com/office/drawing/2014/main" id="{E710B74B-69B3-4022-95E6-222324A34A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0AAD92D-949A-4CE2-AF24-4652461C7E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D1811F1A-8506-4FA4-B521-0C163BAA6CA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865200855"/>
      </p:ext>
    </p:extLst>
  </p:cSld>
</p:sld>
</file>

<file path=ppt/slides/slide1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560EA7-CE61-4FD4-9724-233660BF327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64F1C2A0-A565-4342-A3E8-6B46F1A7609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79DC2EBE-4415-4956-A578-4340975E811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저항 양단 5V · 저항 1000Ω</a:t>
            </a:r>
          </a:p>
        </p:txBody>
      </p:sp>
      <p:sp>
        <p:nvSpPr>
          <p:cNvPr id="4" name="">
            <a:extLst xmlns:a="http://schemas.openxmlformats.org/drawingml/2006/main">
              <a:ext uri="{FF2B5EF4-FFF2-40B4-BE49-F238E27FC236}">
                <a16:creationId xmlns:a16="http://schemas.microsoft.com/office/drawing/2014/main" id="{590CFCC7-12F5-4333-980C-9B35C9014B6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전류를 A와 mA로 계산하세요.</a:t>
            </a:r>
          </a:p>
        </p:txBody>
      </p:sp>
      <p:sp>
        <p:nvSpPr>
          <p:cNvPr id="5" name="">
            <a:extLst xmlns:a="http://schemas.openxmlformats.org/drawingml/2006/main">
              <a:ext uri="{FF2B5EF4-FFF2-40B4-BE49-F238E27FC236}">
                <a16:creationId xmlns:a16="http://schemas.microsoft.com/office/drawing/2014/main" id="{7B7EF3C6-FB24-44C6-8FE2-CC4DEC004E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87BEFC-3904-4576-BBEA-9E5EC93883E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9E0E7641-3CAF-4EB5-A624-74E2738CEC7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016</a:t>
            </a:r>
          </a:p>
        </p:txBody>
      </p:sp>
    </p:spTree>
    <p:extLst>
      <p:ext uri="{BB962C8B-B14F-4D97-AF65-F5344CB8AC3E}">
        <p14:creationId xmlns:p14="http://schemas.microsoft.com/office/powerpoint/2010/main" val="1898572756"/>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8FB985-789F-453A-807F-0142E53DAE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75BDBF7-3E36-42B1-8879-AF301DA4C79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9327C5AA-B7D7-42F0-AF78-0B4341CA8761}"/>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0.005A = 5mA</a:t>
            </a:r>
          </a:p>
        </p:txBody>
      </p:sp>
      <p:sp>
        <p:nvSpPr>
          <p:cNvPr id="4" name="">
            <a:extLst xmlns:a="http://schemas.openxmlformats.org/drawingml/2006/main">
              <a:ext uri="{FF2B5EF4-FFF2-40B4-BE49-F238E27FC236}">
                <a16:creationId xmlns:a16="http://schemas.microsoft.com/office/drawing/2014/main" id="{46422A1A-6117-4CA6-AA58-F8484789F27B}"/>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 변환을 한 번 더 확인합니다.</a:t>
            </a:r>
          </a:p>
        </p:txBody>
      </p:sp>
      <p:sp>
        <p:nvSpPr>
          <p:cNvPr id="5" name="">
            <a:extLst xmlns:a="http://schemas.openxmlformats.org/drawingml/2006/main">
              <a:ext uri="{FF2B5EF4-FFF2-40B4-BE49-F238E27FC236}">
                <a16:creationId xmlns:a16="http://schemas.microsoft.com/office/drawing/2014/main" id="{277E3923-C0AE-486A-976C-8A38BF69A491}"/>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계산만으로 GPIO에 5V를 연결해도 된다고 판단할 수 없습니다.</a:t>
            </a:r>
          </a:p>
        </p:txBody>
      </p:sp>
      <p:sp>
        <p:nvSpPr>
          <p:cNvPr id="6" name="">
            <a:extLst xmlns:a="http://schemas.openxmlformats.org/drawingml/2006/main">
              <a:ext uri="{FF2B5EF4-FFF2-40B4-BE49-F238E27FC236}">
                <a16:creationId xmlns:a16="http://schemas.microsoft.com/office/drawing/2014/main" id="{B5A1669F-029B-45CD-809D-88E16B7EA43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CD9660-C98F-406E-A572-6E4C82E064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75CD6315-24A5-4867-92A7-EB7CD86AF21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182358695"/>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DF12CD-3949-4524-BB0C-D37010A114F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9E5A6F3A-3079-4023-913A-2A02330B339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C50E90F0-E333-412D-BCC5-52DD513CBC8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저항을 660Ω으로 바꿉니다.</a:t>
            </a:r>
          </a:p>
        </p:txBody>
      </p:sp>
      <p:sp>
        <p:nvSpPr>
          <p:cNvPr id="4" name="">
            <a:extLst xmlns:a="http://schemas.openxmlformats.org/drawingml/2006/main">
              <a:ext uri="{FF2B5EF4-FFF2-40B4-BE49-F238E27FC236}">
                <a16:creationId xmlns:a16="http://schemas.microsoft.com/office/drawing/2014/main" id="{DF89BD3E-2969-4552-B3A7-E52CFA2E3C2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전류는 5mA가 됩니다.</a:t>
            </a:r>
          </a:p>
        </p:txBody>
      </p:sp>
      <p:sp>
        <p:nvSpPr>
          <p:cNvPr id="5" name="">
            <a:extLst xmlns:a="http://schemas.openxmlformats.org/drawingml/2006/main">
              <a:ext uri="{FF2B5EF4-FFF2-40B4-BE49-F238E27FC236}">
                <a16:creationId xmlns:a16="http://schemas.microsoft.com/office/drawing/2014/main" id="{72538488-B56E-4A4B-AE2F-24A11C0E45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97087C-9454-49C9-9BBF-4DC2FD8D469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49A04BC1-95FD-4349-9986-98C8F61052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236786034"/>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FC9114-C4D8-4152-8C56-FB10A199ABA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7F0F0A8-D31E-4DB1-8EF5-C262EAD4AC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5F3F286D-AFA7-4934-821A-E0DED3510B7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B0F2721-2DAE-44C3-B141-F93A9B4C0D1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0은 계산 입력 오류입니다.</a:t>
            </a:r>
          </a:p>
        </p:txBody>
      </p:sp>
      <p:sp>
        <p:nvSpPr>
          <p:cNvPr id="5" name="">
            <a:extLst xmlns:a="http://schemas.openxmlformats.org/drawingml/2006/main">
              <a:ext uri="{FF2B5EF4-FFF2-40B4-BE49-F238E27FC236}">
                <a16:creationId xmlns:a16="http://schemas.microsoft.com/office/drawing/2014/main" id="{E959457E-AAE9-4527-97EC-F8873EE1715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386735-825C-4209-8008-60AC971F043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11C81A6-9276-4E6A-AB25-AFA17166C43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실제 단락을 만들어 시험하지 않습니다.</a:t>
            </a:r>
          </a:p>
        </p:txBody>
      </p:sp>
      <p:sp>
        <p:nvSpPr>
          <p:cNvPr id="8" name="">
            <a:extLst xmlns:a="http://schemas.openxmlformats.org/drawingml/2006/main">
              <a:ext uri="{FF2B5EF4-FFF2-40B4-BE49-F238E27FC236}">
                <a16:creationId xmlns:a16="http://schemas.microsoft.com/office/drawing/2014/main" id="{B85DF334-E437-4ED4-9B63-06BB2F2AD7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C5C3144-137E-4798-8EA3-9268F63FE7D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1578D95A-33BF-49DF-A656-1BEA58D4E8B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1743090782"/>
      </p:ext>
    </p:extLst>
  </p:cSld>
</p:sld>
</file>

<file path=ppt/slides/slide2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EC66A2-3581-4FD5-A7E3-47F58C1DF7E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EB210DDC-CAAD-4AAF-AECC-DE059BDC030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8B94ADD7-728D-41AD-9338-3B15E943C36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전압·전류·저항의 단위를 말해 봅시다.</a:t>
            </a:r>
          </a:p>
        </p:txBody>
      </p:sp>
      <p:sp>
        <p:nvSpPr>
          <p:cNvPr id="4" name="">
            <a:extLst xmlns:a="http://schemas.openxmlformats.org/drawingml/2006/main">
              <a:ext uri="{FF2B5EF4-FFF2-40B4-BE49-F238E27FC236}">
                <a16:creationId xmlns:a16="http://schemas.microsoft.com/office/drawing/2014/main" id="{026472E9-9300-4702-8EEC-99427B5E5CC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계산한 전류와 실제로 측정한 전류가 어떻게 다른지 설명합니다.</a:t>
            </a:r>
          </a:p>
        </p:txBody>
      </p:sp>
      <p:sp>
        <p:nvSpPr>
          <p:cNvPr id="5" name="">
            <a:extLst xmlns:a="http://schemas.openxmlformats.org/drawingml/2006/main">
              <a:ext uri="{FF2B5EF4-FFF2-40B4-BE49-F238E27FC236}">
                <a16:creationId xmlns:a16="http://schemas.microsoft.com/office/drawing/2014/main" id="{934C3C82-7C47-482A-B93E-1CDC059D1E6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64BAFD-49F8-421A-8665-A5FB346454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EE893172-247F-4862-9E7F-A2C8B0FED1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020</a:t>
            </a:r>
          </a:p>
        </p:txBody>
      </p:sp>
    </p:spTree>
    <p:extLst>
      <p:ext uri="{BB962C8B-B14F-4D97-AF65-F5344CB8AC3E}">
        <p14:creationId xmlns:p14="http://schemas.microsoft.com/office/powerpoint/2010/main" val="1074695507"/>
      </p:ext>
    </p:extLst>
  </p:cSld>
</p:sld>
</file>

<file path=ppt/slides/slide2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BE9C26-4FCA-4C5F-B725-6A617690A25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47B34866-63EB-4740-A10D-A02E73A91FF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47904739-17C7-4AB7-B217-D98699BF62A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2.4V · 1200Ω</a:t>
            </a:r>
          </a:p>
        </p:txBody>
      </p:sp>
      <p:sp>
        <p:nvSpPr>
          <p:cNvPr id="4" name="">
            <a:extLst xmlns:a="http://schemas.openxmlformats.org/drawingml/2006/main">
              <a:ext uri="{FF2B5EF4-FFF2-40B4-BE49-F238E27FC236}">
                <a16:creationId xmlns:a16="http://schemas.microsoft.com/office/drawing/2014/main" id="{FEBC2251-0058-43AA-ACB6-C569423ED15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계산 전류와 돌아오는 길을 설명하세요.</a:t>
            </a:r>
          </a:p>
        </p:txBody>
      </p:sp>
      <p:sp>
        <p:nvSpPr>
          <p:cNvPr id="5" name="">
            <a:extLst xmlns:a="http://schemas.openxmlformats.org/drawingml/2006/main">
              <a:ext uri="{FF2B5EF4-FFF2-40B4-BE49-F238E27FC236}">
                <a16:creationId xmlns:a16="http://schemas.microsoft.com/office/drawing/2014/main" id="{B379339D-2702-4C6A-97C0-525E2D1B9A9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6066DCB-2718-4C8A-B2D4-97B278E532B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A15160E7-12C9-4DA6-8ADE-E0305763B1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021</a:t>
            </a:r>
          </a:p>
        </p:txBody>
      </p:sp>
    </p:spTree>
    <p:extLst>
      <p:ext uri="{BB962C8B-B14F-4D97-AF65-F5344CB8AC3E}">
        <p14:creationId xmlns:p14="http://schemas.microsoft.com/office/powerpoint/2010/main" val="896016420"/>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3C8114-4224-4010-AD1F-CF8FEECCE4C6}"/>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313FDC-E610-4D06-B0D5-3E100746151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D5BF063D-3FD9-45E0-9927-0BCEF594FC3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197FC111-33DE-4C60-BAF8-E7877375F2B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LED·보드·신호 전압</a:t>
            </a:r>
          </a:p>
        </p:txBody>
      </p:sp>
      <p:sp>
        <p:nvSpPr>
          <p:cNvPr id="5" name="">
            <a:extLst xmlns:a="http://schemas.openxmlformats.org/drawingml/2006/main">
              <a:ext uri="{FF2B5EF4-FFF2-40B4-BE49-F238E27FC236}">
                <a16:creationId xmlns:a16="http://schemas.microsoft.com/office/drawing/2014/main" id="{3A5E479B-D918-4985-83B8-6D80D56FE611}"/>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77B3E2-3EC0-4701-BD1D-C146CF1068D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19869F4B-34B3-4DE6-9FC3-D90583286923}"/>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A04 · A05 · A06</a:t>
            </a:r>
          </a:p>
        </p:txBody>
      </p:sp>
      <p:sp>
        <p:nvSpPr>
          <p:cNvPr id="8" name="">
            <a:extLst xmlns:a="http://schemas.openxmlformats.org/drawingml/2006/main">
              <a:ext uri="{FF2B5EF4-FFF2-40B4-BE49-F238E27FC236}">
                <a16:creationId xmlns:a16="http://schemas.microsoft.com/office/drawing/2014/main" id="{D553E9EF-EB29-4ED9-A895-642739DCB2A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3F80EEA9-9988-4417-A67E-59A34A5E915F}"/>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D14CF5FC-54D1-44A3-8DA7-465AC1EA13F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669964196"/>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17A395-DBC2-4FCC-93EE-4BF287A745C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3E41096-6ED0-4500-B1A4-1BAC7F5B4E2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LED의 방향과 전압 강하</a:t>
            </a:r>
          </a:p>
        </p:txBody>
      </p:sp>
      <p:sp>
        <p:nvSpPr>
          <p:cNvPr id="3" name="">
            <a:extLst xmlns:a="http://schemas.openxmlformats.org/drawingml/2006/main">
              <a:ext uri="{FF2B5EF4-FFF2-40B4-BE49-F238E27FC236}">
                <a16:creationId xmlns:a16="http://schemas.microsoft.com/office/drawing/2014/main" id="{3CA620DA-BC40-42FA-A56A-4CE3FF52354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빛을 내는 다이오드입니다.</a:t>
            </a:r>
          </a:p>
        </p:txBody>
      </p:sp>
      <p:sp>
        <p:nvSpPr>
          <p:cNvPr id="4" name="">
            <a:extLst xmlns:a="http://schemas.openxmlformats.org/drawingml/2006/main">
              <a:ext uri="{FF2B5EF4-FFF2-40B4-BE49-F238E27FC236}">
                <a16:creationId xmlns:a16="http://schemas.microsoft.com/office/drawing/2014/main" id="{ED9E3779-BB20-42EC-9EFC-61A8743D163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고정 저항처럼 계산하지 않습니다.</a:t>
            </a:r>
          </a:p>
        </p:txBody>
      </p:sp>
      <p:sp>
        <p:nvSpPr>
          <p:cNvPr id="5" name="">
            <a:extLst xmlns:a="http://schemas.openxmlformats.org/drawingml/2006/main">
              <a:ext uri="{FF2B5EF4-FFF2-40B4-BE49-F238E27FC236}">
                <a16:creationId xmlns:a16="http://schemas.microsoft.com/office/drawing/2014/main" id="{AC3179D3-BDA0-4480-9F19-350EAF7AD36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44036A-D916-478D-9A41-AC0D5001FD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CBE1B0FB-943F-40E2-AF35-DAC71A39525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253525051"/>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993236-EC61-4799-8028-EFF470EE04C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2083348-67C3-4EC4-B3F0-9F09EDCF29F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직렬 저항의 역할</a:t>
            </a:r>
          </a:p>
        </p:txBody>
      </p:sp>
      <p:sp>
        <p:nvSpPr>
          <p:cNvPr id="3" name="">
            <a:extLst xmlns:a="http://schemas.openxmlformats.org/drawingml/2006/main">
              <a:ext uri="{FF2B5EF4-FFF2-40B4-BE49-F238E27FC236}">
                <a16:creationId xmlns:a16="http://schemas.microsoft.com/office/drawing/2014/main" id="{269660E0-CC04-4A0B-A0E8-7ED2953A01C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같은 가지의 전류는 같습니다.</a:t>
            </a:r>
          </a:p>
        </p:txBody>
      </p:sp>
      <p:sp>
        <p:nvSpPr>
          <p:cNvPr id="4" name="">
            <a:extLst xmlns:a="http://schemas.openxmlformats.org/drawingml/2006/main">
              <a:ext uri="{FF2B5EF4-FFF2-40B4-BE49-F238E27FC236}">
                <a16:creationId xmlns:a16="http://schemas.microsoft.com/office/drawing/2014/main" id="{F262321D-D23D-4CB1-AA6A-65AD115348E1}"/>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공급 전압과 LED 강하를 구분합니다.</a:t>
            </a:r>
          </a:p>
        </p:txBody>
      </p:sp>
      <p:sp>
        <p:nvSpPr>
          <p:cNvPr id="5" name="">
            <a:extLst xmlns:a="http://schemas.openxmlformats.org/drawingml/2006/main">
              <a:ext uri="{FF2B5EF4-FFF2-40B4-BE49-F238E27FC236}">
                <a16:creationId xmlns:a16="http://schemas.microsoft.com/office/drawing/2014/main" id="{5683616F-2A09-40D6-92DC-735F0BA43B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B43925-3AD0-4E60-9F76-0ABC9BA7F2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B29F9C8D-6410-4535-8EC0-7589549F21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1083476944"/>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B5FAE4-40A8-4559-BDCB-E9A30C336A8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588A8DC-DB4B-4E44-AC6F-3CE51BA33AC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저항 양단 전압 1.3V</a:t>
            </a:r>
          </a:p>
        </p:txBody>
      </p:sp>
      <p:sp>
        <p:nvSpPr>
          <p:cNvPr id="3" name="">
            <a:extLst xmlns:a="http://schemas.openxmlformats.org/drawingml/2006/main">
              <a:ext uri="{FF2B5EF4-FFF2-40B4-BE49-F238E27FC236}">
                <a16:creationId xmlns:a16="http://schemas.microsoft.com/office/drawing/2014/main" id="{B0182138-F97C-4D5D-B3D6-4ED0E31B6749}"/>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계산 가정: 공급 3.3V · LED 강하 2.0V</a:t>
            </a:r>
          </a:p>
        </p:txBody>
      </p:sp>
      <p:sp>
        <p:nvSpPr>
          <p:cNvPr id="4" name="">
            <a:extLst xmlns:a="http://schemas.openxmlformats.org/drawingml/2006/main">
              <a:ext uri="{FF2B5EF4-FFF2-40B4-BE49-F238E27FC236}">
                <a16:creationId xmlns:a16="http://schemas.microsoft.com/office/drawing/2014/main" id="{D0B7F766-C77B-4FBB-B2DF-3DCEE23227C9}"/>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전압 = </a:t>
            </a:r>
            <a:r>
              <a:rPr b="1">
                <a:solidFill>
                  <a:srgbClr val="002FA7"/>
                </a:solidFill>
              </a:rPr>
              <a:t>3.3−2.0 = 1.3V</a:t>
            </a:r>
          </a:p>
        </p:txBody>
      </p:sp>
      <p:sp>
        <p:nvSpPr>
          <p:cNvPr id="5" name="">
            <a:extLst xmlns:a="http://schemas.openxmlformats.org/drawingml/2006/main">
              <a:ext uri="{FF2B5EF4-FFF2-40B4-BE49-F238E27FC236}">
                <a16:creationId xmlns:a16="http://schemas.microsoft.com/office/drawing/2014/main" id="{285503B2-F891-476A-B6F4-B16DDEA3C6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97DA66B-16BF-4904-A58D-B2C62988C0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A7EB7F2A-DEFD-4CF7-A28D-1033DB713A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2034227308"/>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60F559-3715-4055-ABC7-A2269B9725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6D0DDEC-D7E5-4E80-8633-4CC2B269A3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칩·모듈·개발 보드</a:t>
            </a:r>
          </a:p>
        </p:txBody>
      </p:sp>
      <p:sp>
        <p:nvSpPr>
          <p:cNvPr id="3" name="">
            <a:extLst xmlns:a="http://schemas.openxmlformats.org/drawingml/2006/main">
              <a:ext uri="{FF2B5EF4-FFF2-40B4-BE49-F238E27FC236}">
                <a16:creationId xmlns:a16="http://schemas.microsoft.com/office/drawing/2014/main" id="{17BFF2AB-EEDA-4862-8CAF-A601BC465BB8}"/>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칩:</a:t>
            </a:r>
          </a:p>
        </p:txBody>
      </p:sp>
      <p:sp>
        <p:nvSpPr>
          <p:cNvPr id="4" name="">
            <a:extLst xmlns:a="http://schemas.openxmlformats.org/drawingml/2006/main">
              <a:ext uri="{FF2B5EF4-FFF2-40B4-BE49-F238E27FC236}">
                <a16:creationId xmlns:a16="http://schemas.microsoft.com/office/drawing/2014/main" id="{E43B5497-9291-4313-820D-07469D725570}"/>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계산과 입출력</a:t>
            </a:r>
          </a:p>
        </p:txBody>
      </p:sp>
      <p:sp>
        <p:nvSpPr>
          <p:cNvPr id="5" name="">
            <a:extLst xmlns:a="http://schemas.openxmlformats.org/drawingml/2006/main">
              <a:ext uri="{FF2B5EF4-FFF2-40B4-BE49-F238E27FC236}">
                <a16:creationId xmlns:a16="http://schemas.microsoft.com/office/drawing/2014/main" id="{7C15F2CD-DCFC-447E-8377-0B26FAF2DB2A}"/>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CC57A0-DF79-4BE0-A7C3-BA3CBB514C83}"/>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모듈:</a:t>
            </a:r>
          </a:p>
        </p:txBody>
      </p:sp>
      <p:sp>
        <p:nvSpPr>
          <p:cNvPr id="7" name="">
            <a:extLst xmlns:a="http://schemas.openxmlformats.org/drawingml/2006/main">
              <a:ext uri="{FF2B5EF4-FFF2-40B4-BE49-F238E27FC236}">
                <a16:creationId xmlns:a16="http://schemas.microsoft.com/office/drawing/2014/main" id="{95219BFC-9818-47F0-AF59-66BCA52193B3}"/>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주변 부품 묶음 · 보드: 개발 연결판</a:t>
            </a:r>
          </a:p>
        </p:txBody>
      </p:sp>
      <p:sp>
        <p:nvSpPr>
          <p:cNvPr id="8" name="">
            <a:extLst xmlns:a="http://schemas.openxmlformats.org/drawingml/2006/main">
              <a:ext uri="{FF2B5EF4-FFF2-40B4-BE49-F238E27FC236}">
                <a16:creationId xmlns:a16="http://schemas.microsoft.com/office/drawing/2014/main" id="{4F64576F-A529-4372-98EF-CB74B7150FF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780B36E-AE07-431F-8CF1-CB0DFA6D2C1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7697936B-A94E-40A4-B2EE-564EA842C7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2118890894"/>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47167AF-4B32-468F-99A5-6E724889CA5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E340C12-8746-4283-8758-902C902314B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GPIO와 논리 수준</a:t>
            </a:r>
          </a:p>
        </p:txBody>
      </p:sp>
      <p:sp>
        <p:nvSpPr>
          <p:cNvPr id="3" name="">
            <a:extLst xmlns:a="http://schemas.openxmlformats.org/drawingml/2006/main">
              <a:ext uri="{FF2B5EF4-FFF2-40B4-BE49-F238E27FC236}">
                <a16:creationId xmlns:a16="http://schemas.microsoft.com/office/drawing/2014/main" id="{2604FB25-04B5-4FBB-84C7-19E7C185946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GPIO와 논리 수준</a:t>
            </a:r>
          </a:p>
        </p:txBody>
      </p:sp>
      <p:sp>
        <p:nvSpPr>
          <p:cNvPr id="4" name="">
            <a:extLst xmlns:a="http://schemas.openxmlformats.org/drawingml/2006/main">
              <a:ext uri="{FF2B5EF4-FFF2-40B4-BE49-F238E27FC236}">
                <a16:creationId xmlns:a16="http://schemas.microsoft.com/office/drawing/2014/main" id="{9308C18C-EE22-4CA6-A2B4-79D4221050E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A2E89-B0F8-4FB9-B952-467529A49B3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프로그램으로 디지털 신호를 읽고 출력합니다.</a:t>
            </a:r>
          </a:p>
        </p:txBody>
      </p:sp>
      <p:sp>
        <p:nvSpPr>
          <p:cNvPr id="6" name="">
            <a:extLst xmlns:a="http://schemas.openxmlformats.org/drawingml/2006/main">
              <a:ext uri="{FF2B5EF4-FFF2-40B4-BE49-F238E27FC236}">
                <a16:creationId xmlns:a16="http://schemas.microsoft.com/office/drawing/2014/main" id="{8878D85F-881F-4BC4-AACF-C78BB5B4208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HIGH의 전압 범위는 보드 문서로 확인합니다.</a:t>
            </a:r>
          </a:p>
        </p:txBody>
      </p:sp>
      <p:sp>
        <p:nvSpPr>
          <p:cNvPr id="7" name="">
            <a:extLst xmlns:a="http://schemas.openxmlformats.org/drawingml/2006/main">
              <a:ext uri="{FF2B5EF4-FFF2-40B4-BE49-F238E27FC236}">
                <a16:creationId xmlns:a16="http://schemas.microsoft.com/office/drawing/2014/main" id="{DDDB0093-B945-42D9-B60C-86A22D2CB0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9C28B90-F66B-425B-BABB-95FC88D964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486A7741-F518-453D-ACBD-3B7CEAB931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222695838"/>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CBAAA0-F616-450A-A545-6CD0C4BA9EE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752391A-FE20-4E36-87D7-BF8085937F3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전원 입력과 신호 정격</a:t>
            </a:r>
          </a:p>
        </p:txBody>
      </p:sp>
      <p:sp>
        <p:nvSpPr>
          <p:cNvPr id="3" name="">
            <a:extLst xmlns:a="http://schemas.openxmlformats.org/drawingml/2006/main">
              <a:ext uri="{FF2B5EF4-FFF2-40B4-BE49-F238E27FC236}">
                <a16:creationId xmlns:a16="http://schemas.microsoft.com/office/drawing/2014/main" id="{C28CA7C6-39C7-4774-8BE6-9D0F6E457EB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E0675A2-97AC-4E1C-B333-0DD944B6811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보드 전원 단자만 보고 신호 전압을 정하지 않습니다.</a:t>
            </a:r>
          </a:p>
        </p:txBody>
      </p:sp>
      <p:sp>
        <p:nvSpPr>
          <p:cNvPr id="5" name="">
            <a:extLst xmlns:a="http://schemas.openxmlformats.org/drawingml/2006/main">
              <a:ext uri="{FF2B5EF4-FFF2-40B4-BE49-F238E27FC236}">
                <a16:creationId xmlns:a16="http://schemas.microsoft.com/office/drawing/2014/main" id="{FE001CEA-6DE4-44A8-B070-14914146E77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2D2D2E2-7078-4D00-A858-5DB9A908233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86C5E5E-C67F-4490-9BF3-8ED6B239A45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정확한 보드</a:t>
            </a:r>
            <a:r>
              <a:t>·핀 문서가 필요합니다.</a:t>
            </a:r>
          </a:p>
        </p:txBody>
      </p:sp>
      <p:sp>
        <p:nvSpPr>
          <p:cNvPr id="8" name="">
            <a:extLst xmlns:a="http://schemas.openxmlformats.org/drawingml/2006/main">
              <a:ext uri="{FF2B5EF4-FFF2-40B4-BE49-F238E27FC236}">
                <a16:creationId xmlns:a16="http://schemas.microsoft.com/office/drawing/2014/main" id="{F0363F49-B8A9-46FA-BF2A-D64ED26F72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517D37-B742-47B9-8EE1-FF96D2A5BFB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AEB8F70D-98CF-434E-BBD5-84154DDE1D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501091038"/>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8A8DB01-A8AD-4296-8BE1-01923EEDBB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8B3FBB5-1F29-4DDD-976C-63D1602475C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LED 전류 계산 예제</a:t>
            </a:r>
          </a:p>
        </p:txBody>
      </p:sp>
      <p:sp>
        <p:nvSpPr>
          <p:cNvPr id="3" name="">
            <a:extLst xmlns:a="http://schemas.openxmlformats.org/drawingml/2006/main">
              <a:ext uri="{FF2B5EF4-FFF2-40B4-BE49-F238E27FC236}">
                <a16:creationId xmlns:a16="http://schemas.microsoft.com/office/drawing/2014/main" id="{F7A8C918-9BB4-4E88-A662-E412E4D30169}"/>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C417DD-152D-484B-85A6-DA3BA171DBA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D08ED5E8-E7A6-4739-8175-1D06F260D60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supply_v = 3.3</a:t>
            </a:r>
          </a:p>
        </p:txBody>
      </p:sp>
      <p:sp>
        <p:nvSpPr>
          <p:cNvPr id="6" name="">
            <a:extLst xmlns:a="http://schemas.openxmlformats.org/drawingml/2006/main">
              <a:ext uri="{FF2B5EF4-FFF2-40B4-BE49-F238E27FC236}">
                <a16:creationId xmlns:a16="http://schemas.microsoft.com/office/drawing/2014/main" id="{E1836982-4EE8-49F1-802F-32D6B0CDC7E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81C5BDC7-30F6-403D-B2B0-7BC01403E22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led_v = 2.0</a:t>
            </a:r>
          </a:p>
        </p:txBody>
      </p:sp>
      <p:sp>
        <p:nvSpPr>
          <p:cNvPr id="8" name="">
            <a:extLst xmlns:a="http://schemas.openxmlformats.org/drawingml/2006/main">
              <a:ext uri="{FF2B5EF4-FFF2-40B4-BE49-F238E27FC236}">
                <a16:creationId xmlns:a16="http://schemas.microsoft.com/office/drawing/2014/main" id="{D4E11E49-D8D9-47F0-83E9-CC8218BC2137}"/>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5C69C2ED-7DC6-47F5-B62F-18AF9B62D1D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resistance_ohm = 330</a:t>
            </a:r>
          </a:p>
        </p:txBody>
      </p:sp>
      <p:sp>
        <p:nvSpPr>
          <p:cNvPr id="10" name="">
            <a:extLst xmlns:a="http://schemas.openxmlformats.org/drawingml/2006/main">
              <a:ext uri="{FF2B5EF4-FFF2-40B4-BE49-F238E27FC236}">
                <a16:creationId xmlns:a16="http://schemas.microsoft.com/office/drawing/2014/main" id="{2CD6880B-BFC5-4DC0-9D81-84EB241B5677}"/>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5A0F1DF7-87E6-49D1-9E04-7A122ECA1D7B}"/>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resistance_ohm &lt;= 0 or supply_v &lt; led_v:</a:t>
            </a:r>
          </a:p>
        </p:txBody>
      </p:sp>
      <p:sp>
        <p:nvSpPr>
          <p:cNvPr id="12" name="">
            <a:extLst xmlns:a="http://schemas.openxmlformats.org/drawingml/2006/main">
              <a:ext uri="{FF2B5EF4-FFF2-40B4-BE49-F238E27FC236}">
                <a16:creationId xmlns:a16="http://schemas.microsoft.com/office/drawing/2014/main" id="{42CB7BFB-CBF9-4300-B749-1725BC2CF61A}"/>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E9AEED5F-182F-47CD-A19B-31653B01A5FF}"/>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raise ValueError(</a:t>
            </a:r>
            <a:r>
              <a:rPr>
                <a:solidFill>
                  <a:srgbClr val="BACBFA"/>
                </a:solidFill>
              </a:rPr>
              <a:t>"check assumptions"</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43AA1114-C9CD-412C-9C44-B9C06C951482}"/>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9D620C59-EC07-4C0C-9302-55BB7198930E}"/>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current_ma = (supply_v - led_v) / resistance_ohm * 1000</a:t>
            </a:r>
          </a:p>
        </p:txBody>
      </p:sp>
      <p:sp>
        <p:nvSpPr>
          <p:cNvPr id="16" name="">
            <a:extLst xmlns:a="http://schemas.openxmlformats.org/drawingml/2006/main">
              <a:ext uri="{FF2B5EF4-FFF2-40B4-BE49-F238E27FC236}">
                <a16:creationId xmlns:a16="http://schemas.microsoft.com/office/drawing/2014/main" id="{625C0A49-7AFC-4FE7-BD4E-C065DE323943}"/>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300A9BC7-EED1-4219-85AD-AAFCA91F94C7}"/>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print(round(current_ma, 2))</a:t>
            </a:r>
          </a:p>
        </p:txBody>
      </p:sp>
      <p:sp>
        <p:nvSpPr>
          <p:cNvPr id="18" name="">
            <a:extLst xmlns:a="http://schemas.openxmlformats.org/drawingml/2006/main">
              <a:ext uri="{FF2B5EF4-FFF2-40B4-BE49-F238E27FC236}">
                <a16:creationId xmlns:a16="http://schemas.microsoft.com/office/drawing/2014/main" id="{5DA07358-156F-4193-9355-1933C41183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EE874-C30C-403C-A0D7-540B905FB74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0" name="">
            <a:extLst xmlns:a="http://schemas.openxmlformats.org/drawingml/2006/main">
              <a:ext uri="{FF2B5EF4-FFF2-40B4-BE49-F238E27FC236}">
                <a16:creationId xmlns:a16="http://schemas.microsoft.com/office/drawing/2014/main" id="{93C1BA14-A0AC-42E7-81F7-76B47F010A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661374436"/>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45ED6E3-03F0-45CE-9D7E-AFED998CCB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B6BA8C0-6B6A-4580-A323-37CF60FD63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2570CCDE-30CD-45E5-8E3B-BDC0BAE424E3}"/>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CA8AF3E8-018A-47AD-A1BB-5EA0939B592F}"/>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공급·LED 강하·저항을 정합니다.</a:t>
            </a:r>
          </a:p>
        </p:txBody>
      </p:sp>
      <p:sp>
        <p:nvSpPr>
          <p:cNvPr id="5" name="">
            <a:extLst xmlns:a="http://schemas.openxmlformats.org/drawingml/2006/main">
              <a:ext uri="{FF2B5EF4-FFF2-40B4-BE49-F238E27FC236}">
                <a16:creationId xmlns:a16="http://schemas.microsoft.com/office/drawing/2014/main" id="{08424683-0137-4BF1-9791-BDF5F62533B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7CB9C7-A3DF-41F5-9466-CC5115934663}"/>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4~5행:</a:t>
            </a:r>
          </a:p>
        </p:txBody>
      </p:sp>
      <p:sp>
        <p:nvSpPr>
          <p:cNvPr id="7" name="">
            <a:extLst xmlns:a="http://schemas.openxmlformats.org/drawingml/2006/main">
              <a:ext uri="{FF2B5EF4-FFF2-40B4-BE49-F238E27FC236}">
                <a16:creationId xmlns:a16="http://schemas.microsoft.com/office/drawing/2014/main" id="{2941434B-4C85-498B-8D52-3EFA2BD60D4B}"/>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계산 가정을 검사합니다.</a:t>
            </a:r>
          </a:p>
        </p:txBody>
      </p:sp>
      <p:sp>
        <p:nvSpPr>
          <p:cNvPr id="8" name="">
            <a:extLst xmlns:a="http://schemas.openxmlformats.org/drawingml/2006/main">
              <a:ext uri="{FF2B5EF4-FFF2-40B4-BE49-F238E27FC236}">
                <a16:creationId xmlns:a16="http://schemas.microsoft.com/office/drawing/2014/main" id="{E862B4A5-CDAB-4CB9-A2DD-E7D5B0577713}"/>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C4EA5D-7CB1-4F11-91A3-3824C4DD9A8A}"/>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0" name="">
            <a:extLst xmlns:a="http://schemas.openxmlformats.org/drawingml/2006/main">
              <a:ext uri="{FF2B5EF4-FFF2-40B4-BE49-F238E27FC236}">
                <a16:creationId xmlns:a16="http://schemas.microsoft.com/office/drawing/2014/main" id="{82AF93F1-4B56-4E79-BA69-262587C6A5C2}"/>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저항 전압으로 전류를 구합니다.</a:t>
            </a:r>
          </a:p>
        </p:txBody>
      </p:sp>
      <p:sp>
        <p:nvSpPr>
          <p:cNvPr id="11" name="">
            <a:extLst xmlns:a="http://schemas.openxmlformats.org/drawingml/2006/main">
              <a:ext uri="{FF2B5EF4-FFF2-40B4-BE49-F238E27FC236}">
                <a16:creationId xmlns:a16="http://schemas.microsoft.com/office/drawing/2014/main" id="{8A233F24-0645-48E1-A6AA-E41FD62F4414}"/>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1D1FFBE-EDBC-4B9C-8D04-AD9A26403F34}"/>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EAB8538D-5678-4C60-859A-C2DF48F01A2D}"/>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mA를 출력합니다.</a:t>
            </a:r>
          </a:p>
        </p:txBody>
      </p:sp>
      <p:sp>
        <p:nvSpPr>
          <p:cNvPr id="14" name="">
            <a:extLst xmlns:a="http://schemas.openxmlformats.org/drawingml/2006/main">
              <a:ext uri="{FF2B5EF4-FFF2-40B4-BE49-F238E27FC236}">
                <a16:creationId xmlns:a16="http://schemas.microsoft.com/office/drawing/2014/main" id="{BE002D99-0769-4694-937E-522FCFBA908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672BC33-0EC2-4EFE-B583-672BB705EB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230B332F-040D-4D9A-A76E-E7383DF0DA4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505411912"/>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287EBF4-9952-49FF-9AD9-BC1C84577AF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559F582-75DE-49B5-916B-D203AF760E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AAF64318-0B32-4412-B774-2C76AE35E59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DA992AB-C5D0-48C8-8ADC-C1EE8C9199D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6104723A-4B2D-4558-B536-71E05766716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366F2F7-6538-4234-B0D5-0B99DB05A20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73EEBD4-D2AF-4B7A-AD50-5CD7472F8DC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work/05_led_calculation.py</a:t>
            </a:r>
          </a:p>
        </p:txBody>
      </p:sp>
      <p:sp>
        <p:nvSpPr>
          <p:cNvPr id="8" name="">
            <a:extLst xmlns:a="http://schemas.openxmlformats.org/drawingml/2006/main">
              <a:ext uri="{FF2B5EF4-FFF2-40B4-BE49-F238E27FC236}">
                <a16:creationId xmlns:a16="http://schemas.microsoft.com/office/drawing/2014/main" id="{49CB40A1-FFF2-45A8-8D82-B2139A5FDD4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0C1EF5-DE76-4285-AB7F-645B7BA7084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E9F247AF-4870-4F85-A478-46B64D09E5D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work/05_led_calculation.py</a:t>
            </a:r>
          </a:p>
        </p:txBody>
      </p:sp>
      <p:sp>
        <p:nvSpPr>
          <p:cNvPr id="11" name="">
            <a:extLst xmlns:a="http://schemas.openxmlformats.org/drawingml/2006/main">
              <a:ext uri="{FF2B5EF4-FFF2-40B4-BE49-F238E27FC236}">
                <a16:creationId xmlns:a16="http://schemas.microsoft.com/office/drawing/2014/main" id="{3C666E0F-3A3E-4EDA-95ED-DF8D4A1F9B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A7AB9D-BC21-48DB-8DEA-257C3F8629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5AD1F7BA-1C72-4250-88CD-BA1E9072A26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878799250"/>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345961-5B8C-49F3-84EB-98BF22E533C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4EAB19C-48DB-4990-ABCA-03A46102061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916406CF-0F54-4D68-A3DA-51461A6E6AC4}"/>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F8D071-76E8-40C6-A250-DB00CA4993EA}"/>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(3.3−2.0)÷330×1000</a:t>
            </a:r>
          </a:p>
        </p:txBody>
      </p:sp>
      <p:sp>
        <p:nvSpPr>
          <p:cNvPr id="5" name="">
            <a:extLst xmlns:a="http://schemas.openxmlformats.org/drawingml/2006/main">
              <a:ext uri="{FF2B5EF4-FFF2-40B4-BE49-F238E27FC236}">
                <a16:creationId xmlns:a16="http://schemas.microsoft.com/office/drawing/2014/main" id="{F73B68E9-55A3-4B56-ABC4-3C9AAF045351}"/>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가정 전류: 3.94mA</a:t>
            </a:r>
          </a:p>
        </p:txBody>
      </p:sp>
      <p:sp>
        <p:nvSpPr>
          <p:cNvPr id="6" name="">
            <a:extLst xmlns:a="http://schemas.openxmlformats.org/drawingml/2006/main">
              <a:ext uri="{FF2B5EF4-FFF2-40B4-BE49-F238E27FC236}">
                <a16:creationId xmlns:a16="http://schemas.microsoft.com/office/drawing/2014/main" id="{B0FFC430-0B6D-4E77-9C27-0EFB1CF3802A}"/>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저항만 연결한 10mA와 다릅니다.</a:t>
            </a:r>
          </a:p>
        </p:txBody>
      </p:sp>
      <p:sp>
        <p:nvSpPr>
          <p:cNvPr id="7" name="">
            <a:extLst xmlns:a="http://schemas.openxmlformats.org/drawingml/2006/main">
              <a:ext uri="{FF2B5EF4-FFF2-40B4-BE49-F238E27FC236}">
                <a16:creationId xmlns:a16="http://schemas.microsoft.com/office/drawing/2014/main" id="{A4DA8F13-8AE5-4040-B7F2-2B3F2F3E070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16FDF2-EE9F-4BDB-B148-6343A0C59CE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18AFE314-8518-404C-9EE6-94BF9FF1449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983305249"/>
      </p:ext>
    </p:extLst>
  </p:cSld>
</p:sld>
</file>

<file path=ppt/slides/slide3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E74123-A083-45C9-B179-2C1045338C0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5DC058A1-1FC4-4250-B0B9-FCB4B04C45D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FBAA23B0-5717-436B-89F6-DF8D5510B26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공급 3.3V · LED 가정 1.8V · 저항 500Ω</a:t>
            </a:r>
          </a:p>
        </p:txBody>
      </p:sp>
      <p:sp>
        <p:nvSpPr>
          <p:cNvPr id="4" name="">
            <a:extLst xmlns:a="http://schemas.openxmlformats.org/drawingml/2006/main">
              <a:ext uri="{FF2B5EF4-FFF2-40B4-BE49-F238E27FC236}">
                <a16:creationId xmlns:a16="http://schemas.microsoft.com/office/drawing/2014/main" id="{31F09555-920F-42E9-8FC8-2512CEC8C37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계산 전류와 GPIO 연결 조건을 쓰세요.</a:t>
            </a:r>
          </a:p>
        </p:txBody>
      </p:sp>
      <p:sp>
        <p:nvSpPr>
          <p:cNvPr id="5" name="">
            <a:extLst xmlns:a="http://schemas.openxmlformats.org/drawingml/2006/main">
              <a:ext uri="{FF2B5EF4-FFF2-40B4-BE49-F238E27FC236}">
                <a16:creationId xmlns:a16="http://schemas.microsoft.com/office/drawing/2014/main" id="{A0872085-980B-41DD-AB9F-D00FD811FC2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577F147-E6FE-40AD-9F28-EBF2D621BDD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C67D80C8-AD44-4968-B368-2DE163CCE1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033</a:t>
            </a:r>
          </a:p>
        </p:txBody>
      </p:sp>
    </p:spTree>
    <p:extLst>
      <p:ext uri="{BB962C8B-B14F-4D97-AF65-F5344CB8AC3E}">
        <p14:creationId xmlns:p14="http://schemas.microsoft.com/office/powerpoint/2010/main" val="2010536945"/>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992EFA-62EF-4C25-AF3C-D903D9A558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F9F92C7-5227-4126-A83D-15DB6ED9088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102568F4-1B19-4343-B597-9F3EB4470E7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저항 전압</a:t>
            </a:r>
          </a:p>
        </p:txBody>
      </p:sp>
      <p:sp>
        <p:nvSpPr>
          <p:cNvPr id="4" name="">
            <a:extLst xmlns:a="http://schemas.openxmlformats.org/drawingml/2006/main">
              <a:ext uri="{FF2B5EF4-FFF2-40B4-BE49-F238E27FC236}">
                <a16:creationId xmlns:a16="http://schemas.microsoft.com/office/drawing/2014/main" id="{501C36B7-52FF-4996-A5DE-395AD2A0CA7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1DA0F3-2675-4EB4-BC49-642F0D4BA02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저항 전압</a:t>
            </a:r>
            <a:r>
              <a:t>: 1.5V</a:t>
            </a:r>
          </a:p>
        </p:txBody>
      </p:sp>
      <p:sp>
        <p:nvSpPr>
          <p:cNvPr id="6" name="">
            <a:extLst xmlns:a="http://schemas.openxmlformats.org/drawingml/2006/main">
              <a:ext uri="{FF2B5EF4-FFF2-40B4-BE49-F238E27FC236}">
                <a16:creationId xmlns:a16="http://schemas.microsoft.com/office/drawing/2014/main" id="{000C421C-A0A3-4CAD-9F02-DB39C869222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전류: 3mA</a:t>
            </a:r>
          </a:p>
        </p:txBody>
      </p:sp>
      <p:sp>
        <p:nvSpPr>
          <p:cNvPr id="7" name="">
            <a:extLst xmlns:a="http://schemas.openxmlformats.org/drawingml/2006/main">
              <a:ext uri="{FF2B5EF4-FFF2-40B4-BE49-F238E27FC236}">
                <a16:creationId xmlns:a16="http://schemas.microsoft.com/office/drawing/2014/main" id="{A77A3932-B4F2-4925-AB7E-DBBCC38B7287}"/>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연결해도 되는지는 보드와 부품의 정격 문서로 확인합니다.</a:t>
            </a:r>
          </a:p>
        </p:txBody>
      </p:sp>
      <p:sp>
        <p:nvSpPr>
          <p:cNvPr id="8" name="">
            <a:extLst xmlns:a="http://schemas.openxmlformats.org/drawingml/2006/main">
              <a:ext uri="{FF2B5EF4-FFF2-40B4-BE49-F238E27FC236}">
                <a16:creationId xmlns:a16="http://schemas.microsoft.com/office/drawing/2014/main" id="{A9048F78-D3A0-41BC-93F3-2FBAAE1B6C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55460EC-A8BF-4305-AEA3-F1B331D0A58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7A884D8E-96D9-4E85-9298-EC111F2253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348767801"/>
      </p:ext>
    </p:extLst>
  </p:cSld>
</p:sld>
</file>

<file path=ppt/slides/slide3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B75A675-56A7-4CFD-B50F-FF65769C9CE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4FD33B95-3DB5-4755-B0A8-0B7C8313AF7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D3D8381F-3C3A-4E9D-99E6-590C516AB1C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저항을 660Ω으로 바꿉니다.</a:t>
            </a:r>
          </a:p>
        </p:txBody>
      </p:sp>
      <p:sp>
        <p:nvSpPr>
          <p:cNvPr id="4" name="">
            <a:extLst xmlns:a="http://schemas.openxmlformats.org/drawingml/2006/main">
              <a:ext uri="{FF2B5EF4-FFF2-40B4-BE49-F238E27FC236}">
                <a16:creationId xmlns:a16="http://schemas.microsoft.com/office/drawing/2014/main" id="{8602D02B-F620-4EDD-916D-67D96010F88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계산 전류는 약 1.97mA입니다.</a:t>
            </a:r>
          </a:p>
        </p:txBody>
      </p:sp>
      <p:sp>
        <p:nvSpPr>
          <p:cNvPr id="5" name="">
            <a:extLst xmlns:a="http://schemas.openxmlformats.org/drawingml/2006/main">
              <a:ext uri="{FF2B5EF4-FFF2-40B4-BE49-F238E27FC236}">
                <a16:creationId xmlns:a16="http://schemas.microsoft.com/office/drawing/2014/main" id="{56C00370-6C52-4F5E-999C-F6A3174B4D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E664208-6E9E-4226-B07E-3F4104B5A4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D1229868-9A0D-43D5-AA68-34852C5BC06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035</a:t>
            </a:r>
          </a:p>
        </p:txBody>
      </p:sp>
    </p:spTree>
    <p:extLst>
      <p:ext uri="{BB962C8B-B14F-4D97-AF65-F5344CB8AC3E}">
        <p14:creationId xmlns:p14="http://schemas.microsoft.com/office/powerpoint/2010/main" val="960623421"/>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A2B52F-4B53-40D1-B352-C2F7C4E98B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2A93787-8E6B-4E7D-B4C2-9F0BCD67D48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DF1B92DA-9CFF-4733-8F44-E1D597406D2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41A4047-4D55-41FD-A371-22DBC01C9C2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저항 없이 LED를 바로 연결하지 않습니다.</a:t>
            </a:r>
          </a:p>
        </p:txBody>
      </p:sp>
      <p:sp>
        <p:nvSpPr>
          <p:cNvPr id="5" name="">
            <a:extLst xmlns:a="http://schemas.openxmlformats.org/drawingml/2006/main">
              <a:ext uri="{FF2B5EF4-FFF2-40B4-BE49-F238E27FC236}">
                <a16:creationId xmlns:a16="http://schemas.microsoft.com/office/drawing/2014/main" id="{265ACD73-9AB3-42EB-A618-40F33AE7376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7E5334-E26E-49D2-9844-4E140967FAD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7145703-FFF0-43A2-8EE9-042B82E479D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모델·극성·정격을 확인할 때까지 연결하지 않습니다.</a:t>
            </a:r>
          </a:p>
        </p:txBody>
      </p:sp>
      <p:sp>
        <p:nvSpPr>
          <p:cNvPr id="8" name="">
            <a:extLst xmlns:a="http://schemas.openxmlformats.org/drawingml/2006/main">
              <a:ext uri="{FF2B5EF4-FFF2-40B4-BE49-F238E27FC236}">
                <a16:creationId xmlns:a16="http://schemas.microsoft.com/office/drawing/2014/main" id="{8520FB6C-6992-4A52-9C72-BC92920D1E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22F9A9-E202-4CC6-8D92-A77F1BBAD2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A692BFFA-4945-4548-B20C-CFAE0271AE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1267868996"/>
      </p:ext>
    </p:extLst>
  </p:cSld>
</p:sld>
</file>

<file path=ppt/slides/slide3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DF8F6E-96FA-49F4-A012-2C4F90A1E91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B78F292C-3D54-45C2-90BD-BCD12022BBD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A038A5AB-D7E4-46C8-A52A-913A9BD1EE9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LED의 2.0V는 무엇을 뜻하나요?</a:t>
            </a:r>
          </a:p>
        </p:txBody>
      </p:sp>
      <p:sp>
        <p:nvSpPr>
          <p:cNvPr id="4" name="">
            <a:extLst xmlns:a="http://schemas.openxmlformats.org/drawingml/2006/main">
              <a:ext uri="{FF2B5EF4-FFF2-40B4-BE49-F238E27FC236}">
                <a16:creationId xmlns:a16="http://schemas.microsoft.com/office/drawing/2014/main" id="{96C27272-33C2-4F4C-9567-05BD0DFA765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계산값만 보고 연결하면 안 되는 이유를 설명합니다.</a:t>
            </a:r>
          </a:p>
        </p:txBody>
      </p:sp>
      <p:sp>
        <p:nvSpPr>
          <p:cNvPr id="5" name="">
            <a:extLst xmlns:a="http://schemas.openxmlformats.org/drawingml/2006/main">
              <a:ext uri="{FF2B5EF4-FFF2-40B4-BE49-F238E27FC236}">
                <a16:creationId xmlns:a16="http://schemas.microsoft.com/office/drawing/2014/main" id="{F4E73BD7-4A39-4D1D-B468-7B1445BA610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3B54B3A-027F-41D2-8BCB-018B78FD88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83373BB2-5A02-4DA1-A9FE-288C26407F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037</a:t>
            </a:r>
          </a:p>
        </p:txBody>
      </p:sp>
    </p:spTree>
    <p:extLst>
      <p:ext uri="{BB962C8B-B14F-4D97-AF65-F5344CB8AC3E}">
        <p14:creationId xmlns:p14="http://schemas.microsoft.com/office/powerpoint/2010/main" val="660910763"/>
      </p:ext>
    </p:extLst>
  </p:cSld>
</p:sld>
</file>

<file path=ppt/slides/slide3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DDDFA0-2504-4C63-BD86-2B106920619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B8A43586-D2F2-4C1C-97B2-C96C2319F03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27F24DF8-7F1B-4EE4-A534-AAC74E47F63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목표 전류 5mA 가정</a:t>
            </a:r>
          </a:p>
        </p:txBody>
      </p:sp>
      <p:sp>
        <p:nvSpPr>
          <p:cNvPr id="4" name="">
            <a:extLst xmlns:a="http://schemas.openxmlformats.org/drawingml/2006/main">
              <a:ext uri="{FF2B5EF4-FFF2-40B4-BE49-F238E27FC236}">
                <a16:creationId xmlns:a16="http://schemas.microsoft.com/office/drawing/2014/main" id="{DABCB2A6-9CD8-4279-A66E-E212E2E903F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이상적 저항 260Ω과 실제 선택을 구분하세요.</a:t>
            </a:r>
          </a:p>
        </p:txBody>
      </p:sp>
      <p:sp>
        <p:nvSpPr>
          <p:cNvPr id="5" name="">
            <a:extLst xmlns:a="http://schemas.openxmlformats.org/drawingml/2006/main">
              <a:ext uri="{FF2B5EF4-FFF2-40B4-BE49-F238E27FC236}">
                <a16:creationId xmlns:a16="http://schemas.microsoft.com/office/drawing/2014/main" id="{E5209A3F-FF7A-4640-BDA6-9BE385026F9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60D655-1AF3-4083-88DC-008F4B07EB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56E03847-3957-4DB5-A52B-A2526FDBB1C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038</a:t>
            </a:r>
          </a:p>
        </p:txBody>
      </p:sp>
    </p:spTree>
    <p:extLst>
      <p:ext uri="{BB962C8B-B14F-4D97-AF65-F5344CB8AC3E}">
        <p14:creationId xmlns:p14="http://schemas.microsoft.com/office/powerpoint/2010/main" val="576651165"/>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66F653-E292-452D-8070-946FE4F6D11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2BA891-CCAA-4C4B-8BB9-5AB77785090B}"/>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CC7F6BF2-B0A1-41A5-8747-68353E60274C}"/>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1AD6A74-3043-42C2-AA4B-CCEE2D95A31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신호에서 숫자와 기록으로</a:t>
            </a:r>
          </a:p>
        </p:txBody>
      </p:sp>
      <p:sp>
        <p:nvSpPr>
          <p:cNvPr id="5" name="">
            <a:extLst xmlns:a="http://schemas.openxmlformats.org/drawingml/2006/main">
              <a:ext uri="{FF2B5EF4-FFF2-40B4-BE49-F238E27FC236}">
                <a16:creationId xmlns:a16="http://schemas.microsoft.com/office/drawing/2014/main" id="{4EC0702F-59EE-4DA1-A8D2-4516DC63EBD4}"/>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CE71008-4C2A-4697-9B07-CB87FFE97CE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628E65D9-C034-4E16-AB2F-514046D29A11}"/>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A07 · A08 · A09</a:t>
            </a:r>
          </a:p>
        </p:txBody>
      </p:sp>
      <p:sp>
        <p:nvSpPr>
          <p:cNvPr id="8" name="">
            <a:extLst xmlns:a="http://schemas.openxmlformats.org/drawingml/2006/main">
              <a:ext uri="{FF2B5EF4-FFF2-40B4-BE49-F238E27FC236}">
                <a16:creationId xmlns:a16="http://schemas.microsoft.com/office/drawing/2014/main" id="{9663163D-5813-4BD3-A050-70C23F131463}"/>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A772371D-F744-406C-BE2C-4275532B34DE}"/>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736E2791-3E87-483F-B417-DF6ED9C2D47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41777690"/>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179B5F-3069-4DBC-A97A-F44204BCFB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62E2E71-BBE2-4FBE-BD6E-700C82A1E3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아날로그 신호와 ADC</a:t>
            </a:r>
          </a:p>
        </p:txBody>
      </p:sp>
      <p:sp>
        <p:nvSpPr>
          <p:cNvPr id="3" name="">
            <a:extLst xmlns:a="http://schemas.openxmlformats.org/drawingml/2006/main">
              <a:ext uri="{FF2B5EF4-FFF2-40B4-BE49-F238E27FC236}">
                <a16:creationId xmlns:a16="http://schemas.microsoft.com/office/drawing/2014/main" id="{27234309-C823-448F-8A80-A0F457F24F6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전압이 연속적으로 바뀔 수 있습니다.</a:t>
            </a:r>
          </a:p>
        </p:txBody>
      </p:sp>
      <p:sp>
        <p:nvSpPr>
          <p:cNvPr id="4" name="">
            <a:extLst xmlns:a="http://schemas.openxmlformats.org/drawingml/2006/main">
              <a:ext uri="{FF2B5EF4-FFF2-40B4-BE49-F238E27FC236}">
                <a16:creationId xmlns:a16="http://schemas.microsoft.com/office/drawing/2014/main" id="{5AF28E31-5F31-45B6-8530-B2F9A61F6E20}"/>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ADC가 제한된 숫자 단계로 바꿉니다.</a:t>
            </a:r>
          </a:p>
        </p:txBody>
      </p:sp>
      <p:sp>
        <p:nvSpPr>
          <p:cNvPr id="5" name="">
            <a:extLst xmlns:a="http://schemas.openxmlformats.org/drawingml/2006/main">
              <a:ext uri="{FF2B5EF4-FFF2-40B4-BE49-F238E27FC236}">
                <a16:creationId xmlns:a16="http://schemas.microsoft.com/office/drawing/2014/main" id="{9550FD18-5320-486F-BDA8-07C9C6B1A8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15B7ED-DBE7-4DA7-A2FC-8EE3C9A1CDA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657A74C2-D79A-427C-9A67-768F8F1668C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857303688"/>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7D420F3-BC0A-4892-95FD-F453308C96E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B1736F9-118E-4D50-AB9D-418A5B5085D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ADC 코드와 온도 단위</a:t>
            </a:r>
          </a:p>
        </p:txBody>
      </p:sp>
      <p:sp>
        <p:nvSpPr>
          <p:cNvPr id="3" name="">
            <a:extLst xmlns:a="http://schemas.openxmlformats.org/drawingml/2006/main">
              <a:ext uri="{FF2B5EF4-FFF2-40B4-BE49-F238E27FC236}">
                <a16:creationId xmlns:a16="http://schemas.microsoft.com/office/drawing/2014/main" id="{E6925689-1BED-4ADC-BC46-534BE95ACFD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ADC 코드와 온도 단위</a:t>
            </a:r>
          </a:p>
        </p:txBody>
      </p:sp>
      <p:sp>
        <p:nvSpPr>
          <p:cNvPr id="4" name="">
            <a:extLst xmlns:a="http://schemas.openxmlformats.org/drawingml/2006/main">
              <a:ext uri="{FF2B5EF4-FFF2-40B4-BE49-F238E27FC236}">
                <a16:creationId xmlns:a16="http://schemas.microsoft.com/office/drawing/2014/main" id="{1B30A5DC-48E2-426F-8DC4-40AD9965B5D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BB9797-11F2-4248-B885-2B5EE0E437D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전압 환산과 센서 변환식이 필요합니다.</a:t>
            </a:r>
          </a:p>
        </p:txBody>
      </p:sp>
      <p:sp>
        <p:nvSpPr>
          <p:cNvPr id="6" name="">
            <a:extLst xmlns:a="http://schemas.openxmlformats.org/drawingml/2006/main">
              <a:ext uri="{FF2B5EF4-FFF2-40B4-BE49-F238E27FC236}">
                <a16:creationId xmlns:a16="http://schemas.microsoft.com/office/drawing/2014/main" id="{877A1859-D8EC-43D3-B7B0-A373C8FC5B2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단위를 확인하고 기록합니다.</a:t>
            </a:r>
          </a:p>
        </p:txBody>
      </p:sp>
      <p:sp>
        <p:nvSpPr>
          <p:cNvPr id="7" name="">
            <a:extLst xmlns:a="http://schemas.openxmlformats.org/drawingml/2006/main">
              <a:ext uri="{FF2B5EF4-FFF2-40B4-BE49-F238E27FC236}">
                <a16:creationId xmlns:a16="http://schemas.microsoft.com/office/drawing/2014/main" id="{6DC7B553-4EC6-4FBF-938A-DCCC992972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05E9201-110C-4FCD-BD17-B89E86E6DED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32E90166-2EB9-4589-A496-41AAA726F7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2119881008"/>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3D7DBE-1F86-41E0-92FA-8F12AE95194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4E6A969-58CA-4960-8EB0-B5B0979BD2D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이상적 ADC 환산 모델</a:t>
            </a:r>
          </a:p>
        </p:txBody>
      </p:sp>
      <p:sp>
        <p:nvSpPr>
          <p:cNvPr id="3" name="">
            <a:extLst xmlns:a="http://schemas.openxmlformats.org/drawingml/2006/main">
              <a:ext uri="{FF2B5EF4-FFF2-40B4-BE49-F238E27FC236}">
                <a16:creationId xmlns:a16="http://schemas.microsoft.com/office/drawing/2014/main" id="{0AB1EDB0-D65C-4971-8EE3-C925ED62F808}"/>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가정: 0~3.3V ↔ 코드 0~4095</a:t>
            </a:r>
          </a:p>
        </p:txBody>
      </p:sp>
      <p:sp>
        <p:nvSpPr>
          <p:cNvPr id="4" name="">
            <a:extLst xmlns:a="http://schemas.openxmlformats.org/drawingml/2006/main">
              <a:ext uri="{FF2B5EF4-FFF2-40B4-BE49-F238E27FC236}">
                <a16:creationId xmlns:a16="http://schemas.microsoft.com/office/drawing/2014/main" id="{4B4E3EF0-E1F7-421E-9B9B-0C22FDFB4F5D}"/>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2048÷4095×3.3 ≈ </a:t>
            </a:r>
            <a:r>
              <a:rPr b="1">
                <a:solidFill>
                  <a:srgbClr val="002FA7"/>
                </a:solidFill>
              </a:rPr>
              <a:t>1.6504V</a:t>
            </a:r>
          </a:p>
        </p:txBody>
      </p:sp>
      <p:sp>
        <p:nvSpPr>
          <p:cNvPr id="5" name="">
            <a:extLst xmlns:a="http://schemas.openxmlformats.org/drawingml/2006/main">
              <a:ext uri="{FF2B5EF4-FFF2-40B4-BE49-F238E27FC236}">
                <a16:creationId xmlns:a16="http://schemas.microsoft.com/office/drawing/2014/main" id="{8A960575-398D-4070-B189-C7D6BF40BD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8463C2-DE6F-44A9-B5F5-FF3F32A823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F98124F8-8081-40B2-9BD5-046B39EF47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383167244"/>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D037D9F-E205-40DC-A0E1-BE5EC45AFE1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E170354-FCB4-4547-B4E2-76928803A48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실물 ADC의 교정 조건</a:t>
            </a:r>
          </a:p>
        </p:txBody>
      </p:sp>
      <p:sp>
        <p:nvSpPr>
          <p:cNvPr id="3" name="">
            <a:extLst xmlns:a="http://schemas.openxmlformats.org/drawingml/2006/main">
              <a:ext uri="{FF2B5EF4-FFF2-40B4-BE49-F238E27FC236}">
                <a16:creationId xmlns:a16="http://schemas.microsoft.com/office/drawing/2014/main" id="{489F14FC-65DE-45A0-8E7D-2FAD336AAEC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분해능 설정</a:t>
            </a:r>
          </a:p>
        </p:txBody>
      </p:sp>
      <p:sp>
        <p:nvSpPr>
          <p:cNvPr id="4" name="">
            <a:extLst xmlns:a="http://schemas.openxmlformats.org/drawingml/2006/main">
              <a:ext uri="{FF2B5EF4-FFF2-40B4-BE49-F238E27FC236}">
                <a16:creationId xmlns:a16="http://schemas.microsoft.com/office/drawing/2014/main" id="{51D8A29F-A731-4F92-ABEE-F5A12FCEC83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BD9792-DD19-4D8E-A68E-D72875AED09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분해능 설정</a:t>
            </a:r>
            <a:r>
              <a:t> · 감쇠 · 오차 · 교정</a:t>
            </a:r>
          </a:p>
        </p:txBody>
      </p:sp>
      <p:sp>
        <p:nvSpPr>
          <p:cNvPr id="6" name="">
            <a:extLst xmlns:a="http://schemas.openxmlformats.org/drawingml/2006/main">
              <a:ext uri="{FF2B5EF4-FFF2-40B4-BE49-F238E27FC236}">
                <a16:creationId xmlns:a16="http://schemas.microsoft.com/office/drawing/2014/main" id="{11AD5F6B-71BD-4D17-BEF3-29B27D0F3DC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이상적 계산을 실물 교정값으로 쓰지 않습니다.</a:t>
            </a:r>
          </a:p>
        </p:txBody>
      </p:sp>
      <p:sp>
        <p:nvSpPr>
          <p:cNvPr id="7" name="">
            <a:extLst xmlns:a="http://schemas.openxmlformats.org/drawingml/2006/main">
              <a:ext uri="{FF2B5EF4-FFF2-40B4-BE49-F238E27FC236}">
                <a16:creationId xmlns:a16="http://schemas.microsoft.com/office/drawing/2014/main" id="{ECBBE258-1345-4E52-B8EF-E61B2F35C66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6C517D1-25A7-4756-A128-05B21E0ABAC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C5AB5E15-E236-4E88-BE24-F77FF0C6775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057451950"/>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9BE686-66C7-44EE-AA0B-0A4209192AC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12834B8-4A57-4371-A52F-962570AAEA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센서 기록의 JSON 구조</a:t>
            </a:r>
          </a:p>
        </p:txBody>
      </p:sp>
      <p:sp>
        <p:nvSpPr>
          <p:cNvPr id="3" name="">
            <a:extLst xmlns:a="http://schemas.openxmlformats.org/drawingml/2006/main">
              <a:ext uri="{FF2B5EF4-FFF2-40B4-BE49-F238E27FC236}">
                <a16:creationId xmlns:a16="http://schemas.microsoft.com/office/drawing/2014/main" id="{F67AAD27-0AC8-41B8-AC36-03AC66749D7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sensor_id</a:t>
            </a:r>
          </a:p>
        </p:txBody>
      </p:sp>
      <p:sp>
        <p:nvSpPr>
          <p:cNvPr id="4" name="">
            <a:extLst xmlns:a="http://schemas.openxmlformats.org/drawingml/2006/main">
              <a:ext uri="{FF2B5EF4-FFF2-40B4-BE49-F238E27FC236}">
                <a16:creationId xmlns:a16="http://schemas.microsoft.com/office/drawing/2014/main" id="{E8E49B34-DD70-43E2-87F7-19CC7753776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8F9B20-90DE-4A8E-81A6-4AE62DA3C19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sensor_id</a:t>
            </a:r>
            <a:r>
              <a:t> · seq · temperature_c</a:t>
            </a:r>
          </a:p>
        </p:txBody>
      </p:sp>
      <p:sp>
        <p:nvSpPr>
          <p:cNvPr id="6" name="">
            <a:extLst xmlns:a="http://schemas.openxmlformats.org/drawingml/2006/main">
              <a:ext uri="{FF2B5EF4-FFF2-40B4-BE49-F238E27FC236}">
                <a16:creationId xmlns:a16="http://schemas.microsoft.com/office/drawing/2014/main" id="{0E0ADA4D-7ACD-4455-A971-AC69E057D0F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온도 단위는 ℃로 약속합니다.</a:t>
            </a:r>
          </a:p>
        </p:txBody>
      </p:sp>
      <p:sp>
        <p:nvSpPr>
          <p:cNvPr id="7" name="">
            <a:extLst xmlns:a="http://schemas.openxmlformats.org/drawingml/2006/main">
              <a:ext uri="{FF2B5EF4-FFF2-40B4-BE49-F238E27FC236}">
                <a16:creationId xmlns:a16="http://schemas.microsoft.com/office/drawing/2014/main" id="{3D368C76-4A5F-46FB-9F4D-F32A5DC9F3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25986A9-3B8A-4ABA-8371-9E8F82A3A2B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58378580-8B5F-4874-9CB5-3B8BF9F8E7D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2118781870"/>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32A89D-D0EE-46FD-BCEF-700F9DD976D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A9E2E9A-1CA2-4ACF-B2F6-ABB315C9EBB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숫자·결측·문자열</a:t>
            </a:r>
          </a:p>
        </p:txBody>
      </p:sp>
      <p:sp>
        <p:nvSpPr>
          <p:cNvPr id="3" name="">
            <a:extLst xmlns:a="http://schemas.openxmlformats.org/drawingml/2006/main">
              <a:ext uri="{FF2B5EF4-FFF2-40B4-BE49-F238E27FC236}">
                <a16:creationId xmlns:a16="http://schemas.microsoft.com/office/drawing/2014/main" id="{BCB6CE83-EB7F-4BB4-9BF9-5181E55E5A33}"/>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0:</a:t>
            </a:r>
          </a:p>
        </p:txBody>
      </p:sp>
      <p:sp>
        <p:nvSpPr>
          <p:cNvPr id="4" name="">
            <a:extLst xmlns:a="http://schemas.openxmlformats.org/drawingml/2006/main">
              <a:ext uri="{FF2B5EF4-FFF2-40B4-BE49-F238E27FC236}">
                <a16:creationId xmlns:a16="http://schemas.microsoft.com/office/drawing/2014/main" id="{E7A721DC-6E74-4530-B31D-BAA4152851A1}"/>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숫자 온도</a:t>
            </a:r>
            <a:r>
              <a:t> · null: 미측정</a:t>
            </a:r>
          </a:p>
        </p:txBody>
      </p:sp>
      <p:sp>
        <p:nvSpPr>
          <p:cNvPr id="5" name="">
            <a:extLst xmlns:a="http://schemas.openxmlformats.org/drawingml/2006/main">
              <a:ext uri="{FF2B5EF4-FFF2-40B4-BE49-F238E27FC236}">
                <a16:creationId xmlns:a16="http://schemas.microsoft.com/office/drawing/2014/main" id="{C3C10100-BF40-4B92-94BB-E8B6A4C12F31}"/>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4F0706-902B-40D2-8027-71D2360D2F1D}"/>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"0":</a:t>
            </a:r>
          </a:p>
        </p:txBody>
      </p:sp>
      <p:sp>
        <p:nvSpPr>
          <p:cNvPr id="7" name="">
            <a:extLst xmlns:a="http://schemas.openxmlformats.org/drawingml/2006/main">
              <a:ext uri="{FF2B5EF4-FFF2-40B4-BE49-F238E27FC236}">
                <a16:creationId xmlns:a16="http://schemas.microsoft.com/office/drawing/2014/main" id="{B7E9D85E-1232-4BEB-B0A4-186775CBB986}"/>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문자열이라 현재 입력 규칙에서 invalid</a:t>
            </a:r>
          </a:p>
        </p:txBody>
      </p:sp>
      <p:sp>
        <p:nvSpPr>
          <p:cNvPr id="8" name="">
            <a:extLst xmlns:a="http://schemas.openxmlformats.org/drawingml/2006/main">
              <a:ext uri="{FF2B5EF4-FFF2-40B4-BE49-F238E27FC236}">
                <a16:creationId xmlns:a16="http://schemas.microsoft.com/office/drawing/2014/main" id="{CF976B20-6AD9-43C8-A805-8054184C93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3847CAB-9AF1-48B9-B0D3-6DD412A242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954A5613-5CBF-44DF-9E7F-B3C21ED010E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407376305"/>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B96938D0-F493-4EB0-A6AC-52B162CF8EB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9552633-CF11-4BB1-A5FF-147F431418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 판단 코드 예제</a:t>
            </a:r>
          </a:p>
        </p:txBody>
      </p:sp>
      <p:sp>
        <p:nvSpPr>
          <p:cNvPr id="3" name="">
            <a:extLst xmlns:a="http://schemas.openxmlformats.org/drawingml/2006/main">
              <a:ext uri="{FF2B5EF4-FFF2-40B4-BE49-F238E27FC236}">
                <a16:creationId xmlns:a16="http://schemas.microsoft.com/office/drawing/2014/main" id="{117D95F5-3D11-45C1-832E-DB0685DCA3C4}"/>
              </a:ext>
            </a:extLst>
          </p:cNvPr>
          <p:cNvSpPr>
            <a:spLocks xmlns:a="http://schemas.openxmlformats.org/drawingml/2006/main" noGrp="1"/>
          </p:cNvSpPr>
          <p:nvPr/>
        </p:nvSpPr>
        <p:spPr>
          <a:xfrm xmlns:a="http://schemas.openxmlformats.org/drawingml/2006/main">
            <a:off x="609600" y="2714625"/>
            <a:ext cx="10972800" cy="3276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2171C1-8BD5-4B44-8628-E01018DF21C5}"/>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FF8F4F46-2A55-4B5B-B184-307BE0583E73}"/>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value = 28.0</a:t>
            </a:r>
          </a:p>
        </p:txBody>
      </p:sp>
      <p:sp>
        <p:nvSpPr>
          <p:cNvPr id="6" name="">
            <a:extLst xmlns:a="http://schemas.openxmlformats.org/drawingml/2006/main">
              <a:ext uri="{FF2B5EF4-FFF2-40B4-BE49-F238E27FC236}">
                <a16:creationId xmlns:a16="http://schemas.microsoft.com/office/drawing/2014/main" id="{D9EC01E6-5831-417C-B5F8-75A95DAFD924}"/>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29B643D0-1FA3-4B61-9356-00F6BADCE800}"/>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if</a:t>
            </a:r>
            <a:r>
              <a:rPr>
                <a:solidFill>
                  <a:srgbClr val="FFFFFF"/>
                </a:solidFill>
              </a:rPr>
              <a:t> value is </a:t>
            </a:r>
            <a:r>
              <a:rPr b="1">
                <a:solidFill>
                  <a:srgbClr val="FFFFFF"/>
                </a:solidFill>
              </a:rPr>
              <a:t>None</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1F2E7631-B833-4888-811F-EE03062424C2}"/>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E5EBAAEC-7211-4404-84EA-6AAAACAB65A0}"/>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"missing"</a:t>
            </a:r>
          </a:p>
        </p:txBody>
      </p:sp>
      <p:sp>
        <p:nvSpPr>
          <p:cNvPr id="10" name="">
            <a:extLst xmlns:a="http://schemas.openxmlformats.org/drawingml/2006/main">
              <a:ext uri="{FF2B5EF4-FFF2-40B4-BE49-F238E27FC236}">
                <a16:creationId xmlns:a16="http://schemas.microsoft.com/office/drawing/2014/main" id="{BB3F0B86-0ABE-4F2D-B6B8-0C5F2F5C4E8C}"/>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5017B35F-B915-445E-BDF1-1D5FE2BC56A4}"/>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elif</a:t>
            </a:r>
            <a:r>
              <a:rPr>
                <a:solidFill>
                  <a:srgbClr val="FFFFFF"/>
                </a:solidFill>
              </a:rPr>
              <a:t> type(value) not </a:t>
            </a:r>
            <a:r>
              <a:rPr b="1">
                <a:solidFill>
                  <a:srgbClr val="FFFFFF"/>
                </a:solidFill>
              </a:rPr>
              <a:t>in</a:t>
            </a:r>
            <a:r>
              <a:rPr>
                <a:solidFill>
                  <a:srgbClr val="FFFFFF"/>
                </a:solidFill>
              </a:rPr>
              <a:t> (int, float):</a:t>
            </a:r>
          </a:p>
        </p:txBody>
      </p:sp>
      <p:sp>
        <p:nvSpPr>
          <p:cNvPr id="12" name="">
            <a:extLst xmlns:a="http://schemas.openxmlformats.org/drawingml/2006/main">
              <a:ext uri="{FF2B5EF4-FFF2-40B4-BE49-F238E27FC236}">
                <a16:creationId xmlns:a16="http://schemas.microsoft.com/office/drawing/2014/main" id="{8471C985-3350-4A71-8C43-5BC367AD893F}"/>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827E106D-AFC2-4644-8237-80F7C10192C1}"/>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"invalid"</a:t>
            </a:r>
          </a:p>
        </p:txBody>
      </p:sp>
      <p:sp>
        <p:nvSpPr>
          <p:cNvPr id="14" name="">
            <a:extLst xmlns:a="http://schemas.openxmlformats.org/drawingml/2006/main">
              <a:ext uri="{FF2B5EF4-FFF2-40B4-BE49-F238E27FC236}">
                <a16:creationId xmlns:a16="http://schemas.microsoft.com/office/drawing/2014/main" id="{93C618A8-8C9B-48E2-8348-327F952D1992}"/>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AAAD5F7E-8CBA-4CEA-AC5D-95C96B370FC4}"/>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elif</a:t>
            </a:r>
            <a:r>
              <a:rPr>
                <a:solidFill>
                  <a:srgbClr val="FFFFFF"/>
                </a:solidFill>
              </a:rPr>
              <a:t> value &gt;= 28.0:</a:t>
            </a:r>
          </a:p>
        </p:txBody>
      </p:sp>
      <p:sp>
        <p:nvSpPr>
          <p:cNvPr id="16" name="">
            <a:extLst xmlns:a="http://schemas.openxmlformats.org/drawingml/2006/main">
              <a:ext uri="{FF2B5EF4-FFF2-40B4-BE49-F238E27FC236}">
                <a16:creationId xmlns:a16="http://schemas.microsoft.com/office/drawing/2014/main" id="{240BABDA-5FBD-4E8E-828C-5B28DEA7A389}"/>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7AD5111F-7C48-4ACE-A020-B1E91B247A5C}"/>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"alert"</a:t>
            </a:r>
          </a:p>
        </p:txBody>
      </p:sp>
      <p:sp>
        <p:nvSpPr>
          <p:cNvPr id="18" name="">
            <a:extLst xmlns:a="http://schemas.openxmlformats.org/drawingml/2006/main">
              <a:ext uri="{FF2B5EF4-FFF2-40B4-BE49-F238E27FC236}">
                <a16:creationId xmlns:a16="http://schemas.microsoft.com/office/drawing/2014/main" id="{31131311-55E4-435D-99FD-B0EA6CF7A87B}"/>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D9F61D8E-4BEF-4CCA-89A1-03C1A9454EF1}"/>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else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A35179DD-C791-4AED-A844-8EFED4971874}"/>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6238DDC4-074E-4738-A67D-E1C6EF65E8C1}"/>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state = </a:t>
            </a:r>
            <a:r>
              <a:rPr>
                <a:solidFill>
                  <a:srgbClr val="BACBFA"/>
                </a:solidFill>
              </a:rPr>
              <a:t>"normal"</a:t>
            </a:r>
          </a:p>
        </p:txBody>
      </p:sp>
      <p:sp>
        <p:nvSpPr>
          <p:cNvPr id="22" name="">
            <a:extLst xmlns:a="http://schemas.openxmlformats.org/drawingml/2006/main">
              <a:ext uri="{FF2B5EF4-FFF2-40B4-BE49-F238E27FC236}">
                <a16:creationId xmlns:a16="http://schemas.microsoft.com/office/drawing/2014/main" id="{39FBD837-65AE-435C-9BF1-AC073C6C2AEF}"/>
              </a:ext>
            </a:extLst>
          </p:cNvPr>
          <p:cNvSpPr>
            <a:spLocks xmlns:a="http://schemas.openxmlformats.org/drawingml/2006/main" noGrp="1"/>
          </p:cNvSpPr>
          <p:nvPr/>
        </p:nvSpPr>
        <p:spPr>
          <a:xfrm xmlns:a="http://schemas.openxmlformats.org/drawingml/2006/main">
            <a:off x="790575" y="55626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10</a:t>
            </a:r>
          </a:p>
        </p:txBody>
      </p:sp>
      <p:sp>
        <p:nvSpPr>
          <p:cNvPr id="23" name="">
            <a:extLst xmlns:a="http://schemas.openxmlformats.org/drawingml/2006/main">
              <a:ext uri="{FF2B5EF4-FFF2-40B4-BE49-F238E27FC236}">
                <a16:creationId xmlns:a16="http://schemas.microsoft.com/office/drawing/2014/main" id="{2D0A1ECA-67DB-457C-9925-BF595478D588}"/>
              </a:ext>
            </a:extLst>
          </p:cNvPr>
          <p:cNvSpPr>
            <a:spLocks xmlns:a="http://schemas.openxmlformats.org/drawingml/2006/main" noGrp="1"/>
          </p:cNvSpPr>
          <p:nvPr/>
        </p:nvSpPr>
        <p:spPr>
          <a:xfrm xmlns:a="http://schemas.openxmlformats.org/drawingml/2006/main">
            <a:off x="1390650" y="55245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print(state)</a:t>
            </a:r>
          </a:p>
        </p:txBody>
      </p:sp>
      <p:sp>
        <p:nvSpPr>
          <p:cNvPr id="24" name="">
            <a:extLst xmlns:a="http://schemas.openxmlformats.org/drawingml/2006/main">
              <a:ext uri="{FF2B5EF4-FFF2-40B4-BE49-F238E27FC236}">
                <a16:creationId xmlns:a16="http://schemas.microsoft.com/office/drawing/2014/main" id="{DB83A048-A7AD-4D98-9BC5-9173EF16F75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673DF31-847A-408E-BC12-E2761E4B159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6" name="">
            <a:extLst xmlns:a="http://schemas.openxmlformats.org/drawingml/2006/main">
              <a:ext uri="{FF2B5EF4-FFF2-40B4-BE49-F238E27FC236}">
                <a16:creationId xmlns:a16="http://schemas.microsoft.com/office/drawing/2014/main" id="{A53C4576-8614-41DE-803C-3FB92BCDA1E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1199326018"/>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8C6C870-77E2-4362-B6BB-4C3F18A2F09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042EF58-2328-45BB-AF5A-AEE49A43F82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BBA1A609-FA68-4398-9259-5DFF57FD14FD}"/>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AAD0E5F0-3565-4F00-B161-5929DAF0D277}"/>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누락을 확인합니다.</a:t>
            </a:r>
          </a:p>
        </p:txBody>
      </p:sp>
      <p:sp>
        <p:nvSpPr>
          <p:cNvPr id="5" name="">
            <a:extLst xmlns:a="http://schemas.openxmlformats.org/drawingml/2006/main">
              <a:ext uri="{FF2B5EF4-FFF2-40B4-BE49-F238E27FC236}">
                <a16:creationId xmlns:a16="http://schemas.microsoft.com/office/drawing/2014/main" id="{E51A6DBB-229D-4E4A-B556-764E0DAAF64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7AF72A-7E57-4A47-A9C1-44690CD756E6}"/>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4~5행:</a:t>
            </a:r>
          </a:p>
        </p:txBody>
      </p:sp>
      <p:sp>
        <p:nvSpPr>
          <p:cNvPr id="7" name="">
            <a:extLst xmlns:a="http://schemas.openxmlformats.org/drawingml/2006/main">
              <a:ext uri="{FF2B5EF4-FFF2-40B4-BE49-F238E27FC236}">
                <a16:creationId xmlns:a16="http://schemas.microsoft.com/office/drawing/2014/main" id="{34BD5B5C-DBD2-4340-BAA1-9EFEDE940078}"/>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 자료형을 검사합니다.</a:t>
            </a:r>
          </a:p>
        </p:txBody>
      </p:sp>
      <p:sp>
        <p:nvSpPr>
          <p:cNvPr id="8" name="">
            <a:extLst xmlns:a="http://schemas.openxmlformats.org/drawingml/2006/main">
              <a:ext uri="{FF2B5EF4-FFF2-40B4-BE49-F238E27FC236}">
                <a16:creationId xmlns:a16="http://schemas.microsoft.com/office/drawing/2014/main" id="{602C17DD-9483-4450-9A97-3F34EDD2A377}"/>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4A4B14-71DC-4E2D-823B-03A2AE2BB094}"/>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6~9행:</a:t>
            </a:r>
          </a:p>
        </p:txBody>
      </p:sp>
      <p:sp>
        <p:nvSpPr>
          <p:cNvPr id="10" name="">
            <a:extLst xmlns:a="http://schemas.openxmlformats.org/drawingml/2006/main">
              <a:ext uri="{FF2B5EF4-FFF2-40B4-BE49-F238E27FC236}">
                <a16:creationId xmlns:a16="http://schemas.microsoft.com/office/drawing/2014/main" id="{B3DB5219-A8B3-46B2-B038-09D26C43C748}"/>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경계에 맞게 상태를 정합니다.</a:t>
            </a:r>
          </a:p>
        </p:txBody>
      </p:sp>
      <p:sp>
        <p:nvSpPr>
          <p:cNvPr id="11" name="">
            <a:extLst xmlns:a="http://schemas.openxmlformats.org/drawingml/2006/main">
              <a:ext uri="{FF2B5EF4-FFF2-40B4-BE49-F238E27FC236}">
                <a16:creationId xmlns:a16="http://schemas.microsoft.com/office/drawing/2014/main" id="{681949FC-B982-4BDD-8054-549C34361EB2}"/>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60BF54E-C866-431D-906C-51346A62E0DA}"/>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10행:</a:t>
            </a:r>
          </a:p>
        </p:txBody>
      </p:sp>
      <p:sp>
        <p:nvSpPr>
          <p:cNvPr id="13" name="">
            <a:extLst xmlns:a="http://schemas.openxmlformats.org/drawingml/2006/main">
              <a:ext uri="{FF2B5EF4-FFF2-40B4-BE49-F238E27FC236}">
                <a16:creationId xmlns:a16="http://schemas.microsoft.com/office/drawing/2014/main" id="{5CF173EF-FC58-43C6-8B7F-6A5584499E41}"/>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상태를 출력합니다.</a:t>
            </a:r>
          </a:p>
        </p:txBody>
      </p:sp>
      <p:sp>
        <p:nvSpPr>
          <p:cNvPr id="14" name="">
            <a:extLst xmlns:a="http://schemas.openxmlformats.org/drawingml/2006/main">
              <a:ext uri="{FF2B5EF4-FFF2-40B4-BE49-F238E27FC236}">
                <a16:creationId xmlns:a16="http://schemas.microsoft.com/office/drawing/2014/main" id="{21D3924E-D106-4AD6-9435-326D0D51969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0119DF0-A85B-46EA-9DDE-984A2A50C08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B2573C79-3A7E-4DFE-AEDD-AFFE9E9509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495211653"/>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1364EAE-690E-400E-827E-9ED4EE31D2A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FD7723E-67FB-4E77-B848-1B96C1D3C24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CD80E520-3CBC-4FC1-8919-92508A877A8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5F273D3-C0B8-4981-9E64-11C99DE4717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6F82BE53-CE60-43DA-B0FF-A9649A87DE2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221DE1D-A1C3-4374-9D87-05235FD524F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79644C5-4EB7-4B71-8C3C-B6982750F1C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work/sensor_state.py</a:t>
            </a:r>
          </a:p>
        </p:txBody>
      </p:sp>
      <p:sp>
        <p:nvSpPr>
          <p:cNvPr id="8" name="">
            <a:extLst xmlns:a="http://schemas.openxmlformats.org/drawingml/2006/main">
              <a:ext uri="{FF2B5EF4-FFF2-40B4-BE49-F238E27FC236}">
                <a16:creationId xmlns:a16="http://schemas.microsoft.com/office/drawing/2014/main" id="{8FB39717-E1B2-42B2-816F-BBDE20DBEA9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5FE074-F70A-4B0E-B3B3-9A6AA435226D}"/>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F7ED08C-A9CA-4200-9DF3-25A20694B58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work/sensor_state.py</a:t>
            </a:r>
          </a:p>
        </p:txBody>
      </p:sp>
      <p:sp>
        <p:nvSpPr>
          <p:cNvPr id="11" name="">
            <a:extLst xmlns:a="http://schemas.openxmlformats.org/drawingml/2006/main">
              <a:ext uri="{FF2B5EF4-FFF2-40B4-BE49-F238E27FC236}">
                <a16:creationId xmlns:a16="http://schemas.microsoft.com/office/drawing/2014/main" id="{AC92C857-D97A-4A4B-B624-6E404A5F014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41D6899-834F-4147-8AA5-EADC5E7F739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4805A63D-9D57-4B3D-9DB1-ACE2104FE9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60800178"/>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294B471-99F1-49C7-8F93-5D4B4204800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2C0DAB1-7AA2-45BC-B34D-9513676669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52B7382F-1964-442D-A5BA-8770AE8D1B2C}"/>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14850AE-7A9F-4664-A2E3-C0A4584EA137}"/>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입력: 숫자 28.0</a:t>
            </a:r>
          </a:p>
        </p:txBody>
      </p:sp>
      <p:sp>
        <p:nvSpPr>
          <p:cNvPr id="5" name="">
            <a:extLst xmlns:a="http://schemas.openxmlformats.org/drawingml/2006/main">
              <a:ext uri="{FF2B5EF4-FFF2-40B4-BE49-F238E27FC236}">
                <a16:creationId xmlns:a16="http://schemas.microsoft.com/office/drawing/2014/main" id="{568663D3-8255-42B4-85B2-04D5E68834C9}"/>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출력: alert</a:t>
            </a:r>
          </a:p>
        </p:txBody>
      </p:sp>
      <p:sp>
        <p:nvSpPr>
          <p:cNvPr id="6" name="">
            <a:extLst xmlns:a="http://schemas.openxmlformats.org/drawingml/2006/main">
              <a:ext uri="{FF2B5EF4-FFF2-40B4-BE49-F238E27FC236}">
                <a16:creationId xmlns:a16="http://schemas.microsoft.com/office/drawing/2014/main" id="{17BEAC73-F67E-415A-95F3-1B96227B397B}"/>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28.0은 이상 조건에 포함됩니다.</a:t>
            </a:r>
          </a:p>
        </p:txBody>
      </p:sp>
      <p:sp>
        <p:nvSpPr>
          <p:cNvPr id="7" name="">
            <a:extLst xmlns:a="http://schemas.openxmlformats.org/drawingml/2006/main">
              <a:ext uri="{FF2B5EF4-FFF2-40B4-BE49-F238E27FC236}">
                <a16:creationId xmlns:a16="http://schemas.microsoft.com/office/drawing/2014/main" id="{36B1682A-5A1E-42A7-8055-96BE73E8E4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D490243-F526-427F-90CB-784B59DB9DB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CF2C8EED-5428-4C8F-8D77-CDE8D137022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730351601"/>
      </p:ext>
    </p:extLst>
  </p:cSld>
</p:sld>
</file>

<file path=ppt/slides/slide5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82766A-1509-4C63-A656-AA24AF2E9E1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B35CAD1A-E4C7-4A45-9636-BB4BF75FEA4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B54510B8-59D4-4467-9A1E-400ED62888F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값 0 · None · "0"의 상태는?</a:t>
            </a:r>
          </a:p>
        </p:txBody>
      </p:sp>
      <p:sp>
        <p:nvSpPr>
          <p:cNvPr id="4" name="">
            <a:extLst xmlns:a="http://schemas.openxmlformats.org/drawingml/2006/main">
              <a:ext uri="{FF2B5EF4-FFF2-40B4-BE49-F238E27FC236}">
                <a16:creationId xmlns:a16="http://schemas.microsoft.com/office/drawing/2014/main" id="{24458D10-A558-4CDB-9B7F-8AF80D40BD4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누락을 0으로 바꾸면 어떤 문제가 생기나요?</a:t>
            </a:r>
          </a:p>
        </p:txBody>
      </p:sp>
      <p:sp>
        <p:nvSpPr>
          <p:cNvPr id="5" name="">
            <a:extLst xmlns:a="http://schemas.openxmlformats.org/drawingml/2006/main">
              <a:ext uri="{FF2B5EF4-FFF2-40B4-BE49-F238E27FC236}">
                <a16:creationId xmlns:a16="http://schemas.microsoft.com/office/drawing/2014/main" id="{FD84EB02-4918-4C49-BD1F-448FC53E20D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1BF53CA-3746-4F77-A978-FBA757BA05C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C6054C3E-D3B6-4450-9CC3-5CE5CF80B23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050</a:t>
            </a:r>
          </a:p>
        </p:txBody>
      </p:sp>
    </p:spTree>
    <p:extLst>
      <p:ext uri="{BB962C8B-B14F-4D97-AF65-F5344CB8AC3E}">
        <p14:creationId xmlns:p14="http://schemas.microsoft.com/office/powerpoint/2010/main" val="2084637745"/>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A9B6BF8-0C88-41E0-9245-9C5A936F298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ED9D3C24-753A-4996-AB57-01C367877D2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6CD79DCA-5635-435E-8C4C-01ED0E32CBD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7E68438-6CF2-4D88-A69F-BDA77D1A395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 → normal</a:t>
            </a:r>
            <a:r>
              <a:t> · None → missing</a:t>
            </a:r>
          </a:p>
        </p:txBody>
      </p:sp>
      <p:sp>
        <p:nvSpPr>
          <p:cNvPr id="5" name="">
            <a:extLst xmlns:a="http://schemas.openxmlformats.org/drawingml/2006/main">
              <a:ext uri="{FF2B5EF4-FFF2-40B4-BE49-F238E27FC236}">
                <a16:creationId xmlns:a16="http://schemas.microsoft.com/office/drawing/2014/main" id="{95F69D5F-E106-4BA5-BD43-78C7E009116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F9ADC0-9589-4300-90BC-F4F7580FC6B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A0410BC-7C65-4A16-9C10-3902CDA0F58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"0" → invalid</a:t>
            </a:r>
          </a:p>
        </p:txBody>
      </p:sp>
      <p:sp>
        <p:nvSpPr>
          <p:cNvPr id="8" name="">
            <a:extLst xmlns:a="http://schemas.openxmlformats.org/drawingml/2006/main">
              <a:ext uri="{FF2B5EF4-FFF2-40B4-BE49-F238E27FC236}">
                <a16:creationId xmlns:a16="http://schemas.microsoft.com/office/drawing/2014/main" id="{CF189379-4B56-40E8-8992-98C15A450B9C}"/>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3117EB-DA17-48F8-93FD-95F56A4EF2B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4C5AF90-BDB8-4C3A-B84B-3CE09FD16E7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영도와 미측정을 구별해야 합니다.</a:t>
            </a:r>
          </a:p>
        </p:txBody>
      </p:sp>
      <p:sp>
        <p:nvSpPr>
          <p:cNvPr id="11" name="">
            <a:extLst xmlns:a="http://schemas.openxmlformats.org/drawingml/2006/main">
              <a:ext uri="{FF2B5EF4-FFF2-40B4-BE49-F238E27FC236}">
                <a16:creationId xmlns:a16="http://schemas.microsoft.com/office/drawing/2014/main" id="{18E02DB8-715A-4990-9F76-18B0A209D67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32AB1AB-D2C5-4ED4-9453-1BBE28D10B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11F1E65D-F2E5-4040-B60C-4DBCBBAF028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602345328"/>
      </p:ext>
    </p:extLst>
  </p:cSld>
</p:sld>
</file>

<file path=ppt/slides/slide5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348695-A085-4712-A0D1-876261B6E03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F729433D-4428-4A3C-9F8C-63136776BDF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5BAA0860-0A5A-479F-A565-7E90BE71FC8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value를 27.9로 바꿉니다.</a:t>
            </a:r>
          </a:p>
        </p:txBody>
      </p:sp>
      <p:sp>
        <p:nvSpPr>
          <p:cNvPr id="4" name="">
            <a:extLst xmlns:a="http://schemas.openxmlformats.org/drawingml/2006/main">
              <a:ext uri="{FF2B5EF4-FFF2-40B4-BE49-F238E27FC236}">
                <a16:creationId xmlns:a16="http://schemas.microsoft.com/office/drawing/2014/main" id="{E89FC2A6-1FCE-4F70-B8F6-7F667EA793D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출력은 normal입니다.</a:t>
            </a:r>
          </a:p>
        </p:txBody>
      </p:sp>
      <p:sp>
        <p:nvSpPr>
          <p:cNvPr id="5" name="">
            <a:extLst xmlns:a="http://schemas.openxmlformats.org/drawingml/2006/main">
              <a:ext uri="{FF2B5EF4-FFF2-40B4-BE49-F238E27FC236}">
                <a16:creationId xmlns:a16="http://schemas.microsoft.com/office/drawing/2014/main" id="{E47D51AF-A49B-47D2-830A-52AB943D71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0ADACCE-EB2F-4339-905E-B5F8483DDC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882D079D-35A5-428F-87DE-922B2A9966E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052</a:t>
            </a:r>
          </a:p>
        </p:txBody>
      </p:sp>
    </p:spTree>
    <p:extLst>
      <p:ext uri="{BB962C8B-B14F-4D97-AF65-F5344CB8AC3E}">
        <p14:creationId xmlns:p14="http://schemas.microsoft.com/office/powerpoint/2010/main" val="331745176"/>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3105A6-D742-4430-A804-9A6AB48340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216669F-A8B0-41A6-B79B-261E3C04A2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E60D4C66-9692-4452-AD0A-8933425880D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9FBC205-4F2D-423D-9882-C61592EE203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"28.0"은 숫자 28.0과 다릅니다.</a:t>
            </a:r>
          </a:p>
        </p:txBody>
      </p:sp>
      <p:sp>
        <p:nvSpPr>
          <p:cNvPr id="5" name="">
            <a:extLst xmlns:a="http://schemas.openxmlformats.org/drawingml/2006/main">
              <a:ext uri="{FF2B5EF4-FFF2-40B4-BE49-F238E27FC236}">
                <a16:creationId xmlns:a16="http://schemas.microsoft.com/office/drawing/2014/main" id="{3D88D768-2F92-4C9C-8C83-4ED4893EDA5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1F2146-0FFC-4668-A2A8-C231351FA36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1469308-08A9-46F3-A3EF-A1C603A08F6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원래 값을 확인하고 정한 변환 규칙에 따라 처리합니다.</a:t>
            </a:r>
          </a:p>
        </p:txBody>
      </p:sp>
      <p:sp>
        <p:nvSpPr>
          <p:cNvPr id="8" name="">
            <a:extLst xmlns:a="http://schemas.openxmlformats.org/drawingml/2006/main">
              <a:ext uri="{FF2B5EF4-FFF2-40B4-BE49-F238E27FC236}">
                <a16:creationId xmlns:a16="http://schemas.microsoft.com/office/drawing/2014/main" id="{61BD01C2-14AD-4728-95D2-3B9EFEBF58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B12F6FF-FFB3-4A01-8179-E2FBC1D06C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3CB19F06-A827-42C4-A5AD-A5AE93B3A6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245701500"/>
      </p:ext>
    </p:extLst>
  </p:cSld>
</p:sld>
</file>

<file path=ppt/slides/slide5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9B6E32-A5F8-4F17-8443-FFA1C8C9BB3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32363F16-B550-4A6B-BAB1-C4AEA6B7710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0A86C30B-12B8-4A6B-800A-70B352BC395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ADC 코드와 섭씨 온도의 차이를 설명합니다.</a:t>
            </a:r>
          </a:p>
        </p:txBody>
      </p:sp>
      <p:sp>
        <p:nvSpPr>
          <p:cNvPr id="4" name="">
            <a:extLst xmlns:a="http://schemas.openxmlformats.org/drawingml/2006/main">
              <a:ext uri="{FF2B5EF4-FFF2-40B4-BE49-F238E27FC236}">
                <a16:creationId xmlns:a16="http://schemas.microsoft.com/office/drawing/2014/main" id="{23A791D8-9182-4341-8E8A-1FC6F812962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값·단위·자료형을 각각 말해 봅시다.</a:t>
            </a:r>
          </a:p>
        </p:txBody>
      </p:sp>
      <p:sp>
        <p:nvSpPr>
          <p:cNvPr id="5" name="">
            <a:extLst xmlns:a="http://schemas.openxmlformats.org/drawingml/2006/main">
              <a:ext uri="{FF2B5EF4-FFF2-40B4-BE49-F238E27FC236}">
                <a16:creationId xmlns:a16="http://schemas.microsoft.com/office/drawing/2014/main" id="{3A8DC814-0ECA-47AB-859B-F84A98C0DB6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48BAC8-A071-42D4-B385-8157EFA4D82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96D05AB3-CF64-4C3D-8726-CE12E45D69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054</a:t>
            </a:r>
          </a:p>
        </p:txBody>
      </p:sp>
    </p:spTree>
    <p:extLst>
      <p:ext uri="{BB962C8B-B14F-4D97-AF65-F5344CB8AC3E}">
        <p14:creationId xmlns:p14="http://schemas.microsoft.com/office/powerpoint/2010/main" val="1039180864"/>
      </p:ext>
    </p:extLst>
  </p:cSld>
</p:sld>
</file>

<file path=ppt/slides/slide5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0B328A-B1E1-484B-978F-50D12447AAC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9E18A79C-12DE-4E36-857A-0CAA1E7F08C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C96AE17D-6069-46F9-92D6-F60AE6B1DB0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가정 ADC 코드 4095</a:t>
            </a:r>
          </a:p>
        </p:txBody>
      </p:sp>
      <p:sp>
        <p:nvSpPr>
          <p:cNvPr id="4" name="">
            <a:extLst xmlns:a="http://schemas.openxmlformats.org/drawingml/2006/main">
              <a:ext uri="{FF2B5EF4-FFF2-40B4-BE49-F238E27FC236}">
                <a16:creationId xmlns:a16="http://schemas.microsoft.com/office/drawing/2014/main" id="{0174C20B-CD99-4BF6-B0FB-4EE3C783878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전압은 얼마이며 실물 교정인가요?</a:t>
            </a:r>
          </a:p>
        </p:txBody>
      </p:sp>
      <p:sp>
        <p:nvSpPr>
          <p:cNvPr id="5" name="">
            <a:extLst xmlns:a="http://schemas.openxmlformats.org/drawingml/2006/main">
              <a:ext uri="{FF2B5EF4-FFF2-40B4-BE49-F238E27FC236}">
                <a16:creationId xmlns:a16="http://schemas.microsoft.com/office/drawing/2014/main" id="{635DCBCC-CDD2-4126-9754-E1E913EB303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EFDC6E-759B-48EB-8CC0-8AC1B6646BC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5AA2CCD8-4CB7-41C0-ABC9-1FC026A2534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055</a:t>
            </a:r>
          </a:p>
        </p:txBody>
      </p:sp>
    </p:spTree>
    <p:extLst>
      <p:ext uri="{BB962C8B-B14F-4D97-AF65-F5344CB8AC3E}">
        <p14:creationId xmlns:p14="http://schemas.microsoft.com/office/powerpoint/2010/main" val="1086220775"/>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EE1D90-8F59-459E-8837-32C265CBEB5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FD7DBB-FCA3-47A5-B209-ED2517ACBDB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CAAC52A8-C53B-470C-923B-1BE842A8CA2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D360E636-6718-4C81-98DC-53BCE7E45FD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경계와 상태 기억하기</a:t>
            </a:r>
          </a:p>
        </p:txBody>
      </p:sp>
      <p:sp>
        <p:nvSpPr>
          <p:cNvPr id="5" name="">
            <a:extLst xmlns:a="http://schemas.openxmlformats.org/drawingml/2006/main">
              <a:ext uri="{FF2B5EF4-FFF2-40B4-BE49-F238E27FC236}">
                <a16:creationId xmlns:a16="http://schemas.microsoft.com/office/drawing/2014/main" id="{ECA3E1D6-3CCB-428B-A8C6-51DD72FF273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202654-0A36-4710-A790-63734D01291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15A80008-48BF-4212-995E-B30263C82655}"/>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A10 · A11 · A12</a:t>
            </a:r>
          </a:p>
        </p:txBody>
      </p:sp>
      <p:sp>
        <p:nvSpPr>
          <p:cNvPr id="8" name="">
            <a:extLst xmlns:a="http://schemas.openxmlformats.org/drawingml/2006/main">
              <a:ext uri="{FF2B5EF4-FFF2-40B4-BE49-F238E27FC236}">
                <a16:creationId xmlns:a16="http://schemas.microsoft.com/office/drawing/2014/main" id="{6A019B57-C90B-438A-8AD7-7AF7F2DDBD8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6A3EB8A6-BC65-4D34-8A8B-AB3EE4BEFFD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4A040513-0BC3-4535-B55D-CDE533D80F8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1802535723"/>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65014C-7E58-4512-95D4-9502F02E557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E56F2EB-C2EF-4112-8E5D-5D8BD683B75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문턱의 상태 흔들림</a:t>
            </a:r>
          </a:p>
        </p:txBody>
      </p:sp>
      <p:sp>
        <p:nvSpPr>
          <p:cNvPr id="3" name="">
            <a:extLst xmlns:a="http://schemas.openxmlformats.org/drawingml/2006/main">
              <a:ext uri="{FF2B5EF4-FFF2-40B4-BE49-F238E27FC236}">
                <a16:creationId xmlns:a16="http://schemas.microsoft.com/office/drawing/2014/main" id="{B5D1088A-605A-44E6-A63E-0AF85A75ADB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27.9↔28.1을 오가면 상태가 반복 변경됩니다.</a:t>
            </a:r>
          </a:p>
        </p:txBody>
      </p:sp>
      <p:sp>
        <p:nvSpPr>
          <p:cNvPr id="4" name="">
            <a:extLst xmlns:a="http://schemas.openxmlformats.org/drawingml/2006/main">
              <a:ext uri="{FF2B5EF4-FFF2-40B4-BE49-F238E27FC236}">
                <a16:creationId xmlns:a16="http://schemas.microsoft.com/office/drawing/2014/main" id="{567AD589-983F-4831-B72B-66F1368A3FCF}"/>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이전 상태를 함께 볼 수 있습니다.</a:t>
            </a:r>
          </a:p>
        </p:txBody>
      </p:sp>
      <p:sp>
        <p:nvSpPr>
          <p:cNvPr id="5" name="">
            <a:extLst xmlns:a="http://schemas.openxmlformats.org/drawingml/2006/main">
              <a:ext uri="{FF2B5EF4-FFF2-40B4-BE49-F238E27FC236}">
                <a16:creationId xmlns:a16="http://schemas.microsoft.com/office/drawing/2014/main" id="{B3E3195F-DE1C-4F39-8CE0-25D913CCAB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8FC1461-DB57-4165-BD97-8251CDBB34B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29FD98AF-E243-43A8-8DB5-04AB6782F8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1658011025"/>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59A145-CFAC-4C05-8ACE-4C35902665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F9999D3-F69C-47D8-879C-2B3F937BA2C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켜짐·꺼짐의 두 문턱</a:t>
            </a:r>
          </a:p>
        </p:txBody>
      </p:sp>
      <p:sp>
        <p:nvSpPr>
          <p:cNvPr id="3" name="">
            <a:extLst xmlns:a="http://schemas.openxmlformats.org/drawingml/2006/main">
              <a:ext uri="{FF2B5EF4-FFF2-40B4-BE49-F238E27FC236}">
                <a16:creationId xmlns:a16="http://schemas.microsoft.com/office/drawing/2014/main" id="{3AC04886-D7E4-474F-ABE4-3724815851A7}"/>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28.0 이상이면 켜짐</a:t>
            </a:r>
          </a:p>
        </p:txBody>
      </p:sp>
      <p:sp>
        <p:nvSpPr>
          <p:cNvPr id="4" name="">
            <a:extLst xmlns:a="http://schemas.openxmlformats.org/drawingml/2006/main">
              <a:ext uri="{FF2B5EF4-FFF2-40B4-BE49-F238E27FC236}">
                <a16:creationId xmlns:a16="http://schemas.microsoft.com/office/drawing/2014/main" id="{7EA4C512-B2B8-4A77-B0E5-5F9B35FBB644}"/>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27.5 이하이면 꺼짐</a:t>
            </a:r>
          </a:p>
        </p:txBody>
      </p:sp>
      <p:sp>
        <p:nvSpPr>
          <p:cNvPr id="5" name="">
            <a:extLst xmlns:a="http://schemas.openxmlformats.org/drawingml/2006/main">
              <a:ext uri="{FF2B5EF4-FFF2-40B4-BE49-F238E27FC236}">
                <a16:creationId xmlns:a16="http://schemas.microsoft.com/office/drawing/2014/main" id="{AEB459EA-3C3F-4395-AB7C-C9034D0CD9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179E8F-F08D-40D4-8B72-98319997834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EE6FE5AF-840E-48F6-A500-1361507A7A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110561430"/>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A85E29-0EF3-4A69-BAE2-8CCE1B1A79E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17384DC-4107-4A48-BD8E-B424DF48E9A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중간 구간과 이전 상태</a:t>
            </a:r>
          </a:p>
        </p:txBody>
      </p:sp>
      <p:sp>
        <p:nvSpPr>
          <p:cNvPr id="3" name="">
            <a:extLst xmlns:a="http://schemas.openxmlformats.org/drawingml/2006/main">
              <a:ext uri="{FF2B5EF4-FFF2-40B4-BE49-F238E27FC236}">
                <a16:creationId xmlns:a16="http://schemas.microsoft.com/office/drawing/2014/main" id="{59E897AE-C305-4A8B-9BA6-8383AC9CD65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27.5 초과</a:t>
            </a:r>
            <a:r>
              <a:t>·28.0 미만</a:t>
            </a:r>
          </a:p>
        </p:txBody>
      </p:sp>
      <p:sp>
        <p:nvSpPr>
          <p:cNvPr id="4" name="">
            <a:extLst xmlns:a="http://schemas.openxmlformats.org/drawingml/2006/main">
              <a:ext uri="{FF2B5EF4-FFF2-40B4-BE49-F238E27FC236}">
                <a16:creationId xmlns:a16="http://schemas.microsoft.com/office/drawing/2014/main" id="{A4E79C7A-BE01-4D8B-BE8A-B0A74AC8E662}"/>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바로 이전 상태를 그대로 둡니다.</a:t>
            </a:r>
          </a:p>
        </p:txBody>
      </p:sp>
      <p:sp>
        <p:nvSpPr>
          <p:cNvPr id="5" name="">
            <a:extLst xmlns:a="http://schemas.openxmlformats.org/drawingml/2006/main">
              <a:ext uri="{FF2B5EF4-FFF2-40B4-BE49-F238E27FC236}">
                <a16:creationId xmlns:a16="http://schemas.microsoft.com/office/drawing/2014/main" id="{F1EA949D-DE93-4C66-8F0B-737F084EA2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9CF0C2-E823-4A50-BC61-B661FEBF46E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26BF3873-A8D6-45AC-A8E1-3F808FBFFF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73938505"/>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BD7DF2-36CA-461A-8433-4E6F784403F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0D872A3-1D63-4EDA-94E6-18FB366DC3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초기 상태의 영향</a:t>
            </a:r>
          </a:p>
        </p:txBody>
      </p:sp>
      <p:sp>
        <p:nvSpPr>
          <p:cNvPr id="3" name="">
            <a:extLst xmlns:a="http://schemas.openxmlformats.org/drawingml/2006/main">
              <a:ext uri="{FF2B5EF4-FFF2-40B4-BE49-F238E27FC236}">
                <a16:creationId xmlns:a16="http://schemas.microsoft.com/office/drawing/2014/main" id="{333AB6B7-A871-490D-A080-E942EC19F6A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처음 alert=False로 시작합니다.</a:t>
            </a:r>
          </a:p>
        </p:txBody>
      </p:sp>
      <p:sp>
        <p:nvSpPr>
          <p:cNvPr id="4" name="">
            <a:extLst xmlns:a="http://schemas.openxmlformats.org/drawingml/2006/main">
              <a:ext uri="{FF2B5EF4-FFF2-40B4-BE49-F238E27FC236}">
                <a16:creationId xmlns:a16="http://schemas.microsoft.com/office/drawing/2014/main" id="{5DCFC93B-0D60-4E77-90B7-E54B6CB8BF97}"/>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첫 값이 중간이면 초기 상태가 유지됩니다.</a:t>
            </a:r>
          </a:p>
        </p:txBody>
      </p:sp>
      <p:sp>
        <p:nvSpPr>
          <p:cNvPr id="5" name="">
            <a:extLst xmlns:a="http://schemas.openxmlformats.org/drawingml/2006/main">
              <a:ext uri="{FF2B5EF4-FFF2-40B4-BE49-F238E27FC236}">
                <a16:creationId xmlns:a16="http://schemas.microsoft.com/office/drawing/2014/main" id="{9DCA7C11-691F-4E01-A905-9BF933EF9EC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1D7C3CC-6E81-4A22-AADF-D6703E9F520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B8CFFABD-982C-4DBF-AF01-CCD7869603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1153670148"/>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0140BE-5BB7-4396-97E9-4B21FDBCBEC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3C17E8E-2870-4505-B259-2F7E29E576F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결측과 상태 유지</a:t>
            </a:r>
          </a:p>
        </p:txBody>
      </p:sp>
      <p:sp>
        <p:nvSpPr>
          <p:cNvPr id="3" name="">
            <a:extLst xmlns:a="http://schemas.openxmlformats.org/drawingml/2006/main">
              <a:ext uri="{FF2B5EF4-FFF2-40B4-BE49-F238E27FC236}">
                <a16:creationId xmlns:a16="http://schemas.microsoft.com/office/drawing/2014/main" id="{DFCC739B-6EFB-4C26-B914-F00EB3A1556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0B5BF8-CC6B-49CF-8F4B-02A54A22AAC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missing</a:t>
            </a:r>
            <a:r>
              <a:t> · no command를 기록합니다.</a:t>
            </a:r>
          </a:p>
        </p:txBody>
      </p:sp>
      <p:sp>
        <p:nvSpPr>
          <p:cNvPr id="5" name="">
            <a:extLst xmlns:a="http://schemas.openxmlformats.org/drawingml/2006/main">
              <a:ext uri="{FF2B5EF4-FFF2-40B4-BE49-F238E27FC236}">
                <a16:creationId xmlns:a16="http://schemas.microsoft.com/office/drawing/2014/main" id="{435AD235-14A9-4DC0-94E0-00DBB769814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내부 상태와 측정 유효성을 구분합니다.</a:t>
            </a:r>
          </a:p>
        </p:txBody>
      </p:sp>
      <p:sp>
        <p:nvSpPr>
          <p:cNvPr id="6" name="">
            <a:extLst xmlns:a="http://schemas.openxmlformats.org/drawingml/2006/main">
              <a:ext uri="{FF2B5EF4-FFF2-40B4-BE49-F238E27FC236}">
                <a16:creationId xmlns:a16="http://schemas.microsoft.com/office/drawing/2014/main" id="{60388BCB-28ED-41BF-B098-E1D3EC11108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A8572E-A78B-45A6-8CC3-417061BB98B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A2C291BC-1547-40D2-BE94-48FB299F8AB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938352485"/>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35CAB81-1663-46EF-A731-8D9993AF71A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A680D1F-76D6-4BB7-8165-2B83D76248C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원시값과 판단 기록</a:t>
            </a:r>
          </a:p>
        </p:txBody>
      </p:sp>
      <p:sp>
        <p:nvSpPr>
          <p:cNvPr id="3" name="">
            <a:extLst xmlns:a="http://schemas.openxmlformats.org/drawingml/2006/main">
              <a:ext uri="{FF2B5EF4-FFF2-40B4-BE49-F238E27FC236}">
                <a16:creationId xmlns:a16="http://schemas.microsoft.com/office/drawing/2014/main" id="{65DFF360-728C-421D-8151-9C2EF447503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순번</a:t>
            </a:r>
          </a:p>
        </p:txBody>
      </p:sp>
      <p:sp>
        <p:nvSpPr>
          <p:cNvPr id="4" name="">
            <a:extLst xmlns:a="http://schemas.openxmlformats.org/drawingml/2006/main">
              <a:ext uri="{FF2B5EF4-FFF2-40B4-BE49-F238E27FC236}">
                <a16:creationId xmlns:a16="http://schemas.microsoft.com/office/drawing/2014/main" id="{6C19AA28-962A-43AA-AF50-146D10DE28A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19EACB-6254-4221-8915-175DE3989FB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순번</a:t>
            </a:r>
            <a:r>
              <a:t> · 입력값 · 이전 상태 · 새 상태</a:t>
            </a:r>
          </a:p>
        </p:txBody>
      </p:sp>
      <p:sp>
        <p:nvSpPr>
          <p:cNvPr id="6" name="">
            <a:extLst xmlns:a="http://schemas.openxmlformats.org/drawingml/2006/main">
              <a:ext uri="{FF2B5EF4-FFF2-40B4-BE49-F238E27FC236}">
                <a16:creationId xmlns:a16="http://schemas.microsoft.com/office/drawing/2014/main" id="{F8E0B64C-EF13-410B-B31C-66B11E63697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왜 상태가 유지됐는지 다시 읽을 수 있습니다.</a:t>
            </a:r>
          </a:p>
        </p:txBody>
      </p:sp>
      <p:sp>
        <p:nvSpPr>
          <p:cNvPr id="7" name="">
            <a:extLst xmlns:a="http://schemas.openxmlformats.org/drawingml/2006/main">
              <a:ext uri="{FF2B5EF4-FFF2-40B4-BE49-F238E27FC236}">
                <a16:creationId xmlns:a16="http://schemas.microsoft.com/office/drawing/2014/main" id="{FA51CFDB-1343-4F03-B4B5-2329342FFAF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6A458AC-C551-4B03-8045-651044A894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9D6D6094-8D6B-4BA3-B0C6-7E96D4CDF0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156537830"/>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E4F456C-AD6A-493A-B31E-0E035F9E29D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78F1CF8-EB9A-49FD-BF39-EF7953CF022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히스테리시스 추적 예제</a:t>
            </a:r>
          </a:p>
        </p:txBody>
      </p:sp>
      <p:sp>
        <p:nvSpPr>
          <p:cNvPr id="3" name="">
            <a:extLst xmlns:a="http://schemas.openxmlformats.org/drawingml/2006/main">
              <a:ext uri="{FF2B5EF4-FFF2-40B4-BE49-F238E27FC236}">
                <a16:creationId xmlns:a16="http://schemas.microsoft.com/office/drawing/2014/main" id="{D04FEA43-4ED4-46BF-86F5-F8F3759C7416}"/>
              </a:ext>
            </a:extLst>
          </p:cNvPr>
          <p:cNvSpPr>
            <a:spLocks xmlns:a="http://schemas.openxmlformats.org/drawingml/2006/main" noGrp="1"/>
          </p:cNvSpPr>
          <p:nvPr/>
        </p:nvSpPr>
        <p:spPr>
          <a:xfrm xmlns:a="http://schemas.openxmlformats.org/drawingml/2006/main">
            <a:off x="609600" y="2714625"/>
            <a:ext cx="10972800" cy="31623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3E719E-5362-42CC-B794-2ED59A74C48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C7E5774D-C1CF-4CC3-965B-7D9F4EBD9C6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values = [27.8, 28.1, 27.9, 27.4]</a:t>
            </a:r>
          </a:p>
        </p:txBody>
      </p:sp>
      <p:sp>
        <p:nvSpPr>
          <p:cNvPr id="6" name="">
            <a:extLst xmlns:a="http://schemas.openxmlformats.org/drawingml/2006/main">
              <a:ext uri="{FF2B5EF4-FFF2-40B4-BE49-F238E27FC236}">
                <a16:creationId xmlns:a16="http://schemas.microsoft.com/office/drawing/2014/main" id="{8DEF2BBB-B395-4219-9372-FEFDBCE6D01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B0F15E4F-F04B-410A-84ED-7CC637BC16BC}"/>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alert = </a:t>
            </a:r>
            <a:r>
              <a:rPr b="1">
                <a:solidFill>
                  <a:srgbClr val="FFFFFF"/>
                </a:solidFill>
              </a:rPr>
              <a:t>False</a:t>
            </a:r>
          </a:p>
        </p:txBody>
      </p:sp>
      <p:sp>
        <p:nvSpPr>
          <p:cNvPr id="8" name="">
            <a:extLst xmlns:a="http://schemas.openxmlformats.org/drawingml/2006/main">
              <a:ext uri="{FF2B5EF4-FFF2-40B4-BE49-F238E27FC236}">
                <a16:creationId xmlns:a16="http://schemas.microsoft.com/office/drawing/2014/main" id="{029BF4DE-0050-4883-A291-FA369A4B2E5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F132CC04-FABD-4F87-B4FF-F9A483EE76E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value </a:t>
            </a:r>
            <a:r>
              <a:rPr b="1">
                <a:solidFill>
                  <a:srgbClr val="FFFFFF"/>
                </a:solidFill>
              </a:rPr>
              <a:t>in</a:t>
            </a:r>
            <a:r>
              <a:rPr>
                <a:solidFill>
                  <a:srgbClr val="FFFFFF"/>
                </a:solidFill>
              </a:rPr>
              <a:t> values:</a:t>
            </a:r>
          </a:p>
        </p:txBody>
      </p:sp>
      <p:sp>
        <p:nvSpPr>
          <p:cNvPr id="10" name="">
            <a:extLst xmlns:a="http://schemas.openxmlformats.org/drawingml/2006/main">
              <a:ext uri="{FF2B5EF4-FFF2-40B4-BE49-F238E27FC236}">
                <a16:creationId xmlns:a16="http://schemas.microsoft.com/office/drawing/2014/main" id="{178110BB-2DBC-4F49-B91D-A37C4EA0F9E5}"/>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09225609-C9C3-4101-B33A-9D4465343F8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&gt;= 28.0:</a:t>
            </a:r>
          </a:p>
        </p:txBody>
      </p:sp>
      <p:sp>
        <p:nvSpPr>
          <p:cNvPr id="12" name="">
            <a:extLst xmlns:a="http://schemas.openxmlformats.org/drawingml/2006/main">
              <a:ext uri="{FF2B5EF4-FFF2-40B4-BE49-F238E27FC236}">
                <a16:creationId xmlns:a16="http://schemas.microsoft.com/office/drawing/2014/main" id="{50B6521C-E5E0-4E2A-A0FD-520E8B500DAE}"/>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19CBDDC0-DDD4-4FA5-BDE6-75CE6BCBF01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alert = </a:t>
            </a:r>
            <a:r>
              <a:rPr b="1">
                <a:solidFill>
                  <a:srgbClr val="FFFFFF"/>
                </a:solidFill>
              </a:rPr>
              <a:t>True</a:t>
            </a:r>
          </a:p>
        </p:txBody>
      </p:sp>
      <p:sp>
        <p:nvSpPr>
          <p:cNvPr id="14" name="">
            <a:extLst xmlns:a="http://schemas.openxmlformats.org/drawingml/2006/main">
              <a:ext uri="{FF2B5EF4-FFF2-40B4-BE49-F238E27FC236}">
                <a16:creationId xmlns:a16="http://schemas.microsoft.com/office/drawing/2014/main" id="{84A4D4B5-81F6-474F-8B1C-89B131ABA462}"/>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5E58EA2A-8CDA-4E4A-91FE-FA2F55AD36E0}"/>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elif</a:t>
            </a:r>
            <a:r>
              <a:rPr>
                <a:solidFill>
                  <a:srgbClr val="FFFFFF"/>
                </a:solidFill>
              </a:rPr>
              <a:t> value &lt;= 27.5:</a:t>
            </a:r>
          </a:p>
        </p:txBody>
      </p:sp>
      <p:sp>
        <p:nvSpPr>
          <p:cNvPr id="16" name="">
            <a:extLst xmlns:a="http://schemas.openxmlformats.org/drawingml/2006/main">
              <a:ext uri="{FF2B5EF4-FFF2-40B4-BE49-F238E27FC236}">
                <a16:creationId xmlns:a16="http://schemas.microsoft.com/office/drawing/2014/main" id="{9C21A043-3767-422A-9347-421EE069F8A9}"/>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AC29D670-35C2-483A-9B75-9E79BD83AED0}"/>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alert = </a:t>
            </a:r>
            <a:r>
              <a:rPr b="1">
                <a:solidFill>
                  <a:srgbClr val="FFFFFF"/>
                </a:solidFill>
              </a:rPr>
              <a:t>False</a:t>
            </a:r>
          </a:p>
        </p:txBody>
      </p:sp>
      <p:sp>
        <p:nvSpPr>
          <p:cNvPr id="18" name="">
            <a:extLst xmlns:a="http://schemas.openxmlformats.org/drawingml/2006/main">
              <a:ext uri="{FF2B5EF4-FFF2-40B4-BE49-F238E27FC236}">
                <a16:creationId xmlns:a16="http://schemas.microsoft.com/office/drawing/2014/main" id="{0E5A774F-15A2-466F-BA12-DC183D1DB99F}"/>
              </a:ext>
            </a:extLst>
          </p:cNvPr>
          <p:cNvSpPr>
            <a:spLocks xmlns:a="http://schemas.openxmlformats.org/drawingml/2006/main" noGrp="1"/>
          </p:cNvSpPr>
          <p:nvPr/>
        </p:nvSpPr>
        <p:spPr>
          <a:xfrm xmlns:a="http://schemas.openxmlformats.org/drawingml/2006/main">
            <a:off x="790575" y="53054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CA56A49E-6460-43B4-A8B1-F33E19FB5CA2}"/>
              </a:ext>
            </a:extLst>
          </p:cNvPr>
          <p:cNvSpPr>
            <a:spLocks xmlns:a="http://schemas.openxmlformats.org/drawingml/2006/main" noGrp="1"/>
          </p:cNvSpPr>
          <p:nvPr/>
        </p:nvSpPr>
        <p:spPr>
          <a:xfrm xmlns:a="http://schemas.openxmlformats.org/drawingml/2006/main">
            <a:off x="1390650" y="52673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print(value, alert)</a:t>
            </a:r>
          </a:p>
        </p:txBody>
      </p:sp>
      <p:sp>
        <p:nvSpPr>
          <p:cNvPr id="20" name="">
            <a:extLst xmlns:a="http://schemas.openxmlformats.org/drawingml/2006/main">
              <a:ext uri="{FF2B5EF4-FFF2-40B4-BE49-F238E27FC236}">
                <a16:creationId xmlns:a16="http://schemas.microsoft.com/office/drawing/2014/main" id="{27BD6AD3-9FCF-4815-A225-50F905A0FC6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E14B729-AE51-4657-8C69-74C5745837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2" name="">
            <a:extLst xmlns:a="http://schemas.openxmlformats.org/drawingml/2006/main">
              <a:ext uri="{FF2B5EF4-FFF2-40B4-BE49-F238E27FC236}">
                <a16:creationId xmlns:a16="http://schemas.microsoft.com/office/drawing/2014/main" id="{4F1349F9-8F42-40A9-9727-52458478535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759184435"/>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50D4B28-08CF-416A-899A-05475C8D27E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FC685C8-FEC8-40AE-B111-3DFF6DF77D8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4F62A2DB-EE1D-46B9-8D4C-C69EF0D78D52}"/>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223C3F6A-A4F3-41C5-877E-2E5210CC71BB}"/>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 목록과 초기 상태를 정합니다.</a:t>
            </a:r>
          </a:p>
        </p:txBody>
      </p:sp>
      <p:sp>
        <p:nvSpPr>
          <p:cNvPr id="5" name="">
            <a:extLst xmlns:a="http://schemas.openxmlformats.org/drawingml/2006/main">
              <a:ext uri="{FF2B5EF4-FFF2-40B4-BE49-F238E27FC236}">
                <a16:creationId xmlns:a16="http://schemas.microsoft.com/office/drawing/2014/main" id="{CA9D85B0-8E71-4032-9BFE-73700572855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326A57-DDCB-4466-9478-940EBB8A69ED}"/>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3행:</a:t>
            </a:r>
          </a:p>
        </p:txBody>
      </p:sp>
      <p:sp>
        <p:nvSpPr>
          <p:cNvPr id="7" name="">
            <a:extLst xmlns:a="http://schemas.openxmlformats.org/drawingml/2006/main">
              <a:ext uri="{FF2B5EF4-FFF2-40B4-BE49-F238E27FC236}">
                <a16:creationId xmlns:a16="http://schemas.microsoft.com/office/drawing/2014/main" id="{FA8DC408-71D5-4882-9122-ABDE3022ECAF}"/>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값씩 꺼냅니다.</a:t>
            </a:r>
          </a:p>
        </p:txBody>
      </p:sp>
      <p:sp>
        <p:nvSpPr>
          <p:cNvPr id="8" name="">
            <a:extLst xmlns:a="http://schemas.openxmlformats.org/drawingml/2006/main">
              <a:ext uri="{FF2B5EF4-FFF2-40B4-BE49-F238E27FC236}">
                <a16:creationId xmlns:a16="http://schemas.microsoft.com/office/drawing/2014/main" id="{5DAA0C83-60AA-4AA4-9C19-B719B9DD46D4}"/>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616853A-9A92-46C8-A540-59B38F1FCE9A}"/>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4~7행:</a:t>
            </a:r>
          </a:p>
        </p:txBody>
      </p:sp>
      <p:sp>
        <p:nvSpPr>
          <p:cNvPr id="10" name="">
            <a:extLst xmlns:a="http://schemas.openxmlformats.org/drawingml/2006/main">
              <a:ext uri="{FF2B5EF4-FFF2-40B4-BE49-F238E27FC236}">
                <a16:creationId xmlns:a16="http://schemas.microsoft.com/office/drawing/2014/main" id="{73A8BE6D-DDD0-47C8-9C99-F718A843840E}"/>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켜짐·꺼짐 문턱을 검사합니다.</a:t>
            </a:r>
          </a:p>
        </p:txBody>
      </p:sp>
      <p:sp>
        <p:nvSpPr>
          <p:cNvPr id="11" name="">
            <a:extLst xmlns:a="http://schemas.openxmlformats.org/drawingml/2006/main">
              <a:ext uri="{FF2B5EF4-FFF2-40B4-BE49-F238E27FC236}">
                <a16:creationId xmlns:a16="http://schemas.microsoft.com/office/drawing/2014/main" id="{02D03903-9001-4520-9209-20696D321E85}"/>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BD4E2DD-BE1C-4865-BEC2-BA4F285F4AD8}"/>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8행:</a:t>
            </a:r>
          </a:p>
        </p:txBody>
      </p:sp>
      <p:sp>
        <p:nvSpPr>
          <p:cNvPr id="13" name="">
            <a:extLst xmlns:a="http://schemas.openxmlformats.org/drawingml/2006/main">
              <a:ext uri="{FF2B5EF4-FFF2-40B4-BE49-F238E27FC236}">
                <a16:creationId xmlns:a16="http://schemas.microsoft.com/office/drawing/2014/main" id="{9F55AA29-DEF5-4DD0-A62A-EF9B329C135E}"/>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값과 상태를 출력합니다.</a:t>
            </a:r>
          </a:p>
        </p:txBody>
      </p:sp>
      <p:sp>
        <p:nvSpPr>
          <p:cNvPr id="14" name="">
            <a:extLst xmlns:a="http://schemas.openxmlformats.org/drawingml/2006/main">
              <a:ext uri="{FF2B5EF4-FFF2-40B4-BE49-F238E27FC236}">
                <a16:creationId xmlns:a16="http://schemas.microsoft.com/office/drawing/2014/main" id="{03319FEE-F836-463A-8C7E-2DCB78DB99A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21DDD42-C530-4323-85E2-F1E8D665EA0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90109519-9ABE-4949-9C3D-E05212C1219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204621660"/>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C3CA99A-0300-43DF-8BE1-9B009005549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ABAD9A2-E4C8-48E6-AB58-B33AEB1E9DF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2C87A9A9-EFC0-4E3A-A9AF-02A93D839A2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24B0938-AA24-4B33-866B-800D3B3B6AE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9A6C4093-D2E9-4A43-BDDE-991924DA0DB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D81232-E391-4AB6-93CE-85BEF182872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CA46B2E-8229-4920-B320-99C79956098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work/hysteresis_trace.py</a:t>
            </a:r>
          </a:p>
        </p:txBody>
      </p:sp>
      <p:sp>
        <p:nvSpPr>
          <p:cNvPr id="8" name="">
            <a:extLst xmlns:a="http://schemas.openxmlformats.org/drawingml/2006/main">
              <a:ext uri="{FF2B5EF4-FFF2-40B4-BE49-F238E27FC236}">
                <a16:creationId xmlns:a16="http://schemas.microsoft.com/office/drawing/2014/main" id="{4BEA8C5F-242E-46D5-A339-088DC683BFF4}"/>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3856DA0-CC8A-48AB-B48B-38E1D139347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731C250-6703-4E92-91F0-4D36ADC66A8C}"/>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work/hysteresis_trace.py</a:t>
            </a:r>
          </a:p>
        </p:txBody>
      </p:sp>
      <p:sp>
        <p:nvSpPr>
          <p:cNvPr id="11" name="">
            <a:extLst xmlns:a="http://schemas.openxmlformats.org/drawingml/2006/main">
              <a:ext uri="{FF2B5EF4-FFF2-40B4-BE49-F238E27FC236}">
                <a16:creationId xmlns:a16="http://schemas.microsoft.com/office/drawing/2014/main" id="{E77AC8B5-B8CF-46C9-8FE1-D8100A2A8C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0B3361A-2EAF-478F-820C-8DA1491272F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C9BF4FB5-49FC-4AF8-ACC4-3CCF6C1485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1013957293"/>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CFBDD3-5FCC-4FB4-B66B-85A93FE28A6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3651AF3-9C2D-4556-B264-78F51CD3098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83085353-7BD2-429E-8209-3DFA50D42CC2}"/>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101E11F-0F22-42EA-AF9A-3041736499AD}"/>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27.8 False → 28.1 True</a:t>
            </a:r>
          </a:p>
        </p:txBody>
      </p:sp>
      <p:sp>
        <p:nvSpPr>
          <p:cNvPr id="5" name="">
            <a:extLst xmlns:a="http://schemas.openxmlformats.org/drawingml/2006/main">
              <a:ext uri="{FF2B5EF4-FFF2-40B4-BE49-F238E27FC236}">
                <a16:creationId xmlns:a16="http://schemas.microsoft.com/office/drawing/2014/main" id="{5AEE5DBB-9985-4148-A7E4-7E1FF653686C}"/>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27.9 True → 27.4 False</a:t>
            </a:r>
          </a:p>
        </p:txBody>
      </p:sp>
      <p:sp>
        <p:nvSpPr>
          <p:cNvPr id="6" name="">
            <a:extLst xmlns:a="http://schemas.openxmlformats.org/drawingml/2006/main">
              <a:ext uri="{FF2B5EF4-FFF2-40B4-BE49-F238E27FC236}">
                <a16:creationId xmlns:a16="http://schemas.microsoft.com/office/drawing/2014/main" id="{86FFD718-DFAE-4C42-B385-B0DC3291847F}"/>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중간 27.9에서는 이전 True를 유지합니다.</a:t>
            </a:r>
          </a:p>
        </p:txBody>
      </p:sp>
      <p:sp>
        <p:nvSpPr>
          <p:cNvPr id="7" name="">
            <a:extLst xmlns:a="http://schemas.openxmlformats.org/drawingml/2006/main">
              <a:ext uri="{FF2B5EF4-FFF2-40B4-BE49-F238E27FC236}">
                <a16:creationId xmlns:a16="http://schemas.microsoft.com/office/drawing/2014/main" id="{24B20129-82FA-4262-B2A3-EC78B09A2C5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3C18CD-C4A9-4B03-8D29-4F9FE36481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DEBAAD30-0416-4B5A-B65D-673584F93D0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274479456"/>
      </p:ext>
    </p:extLst>
  </p:cSld>
</p:sld>
</file>

<file path=ppt/slides/slide6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1917C96-6CB4-47F0-9791-60106A94B26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757DAC00-6C5E-4740-840A-BC5A4236A21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FCCF739C-2B56-4B96-8E63-A58CFAE2ADF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초기 False · 입력 [28.0,27.7,None,27.5]</a:t>
            </a:r>
          </a:p>
        </p:txBody>
      </p:sp>
      <p:sp>
        <p:nvSpPr>
          <p:cNvPr id="4" name="">
            <a:extLst xmlns:a="http://schemas.openxmlformats.org/drawingml/2006/main">
              <a:ext uri="{FF2B5EF4-FFF2-40B4-BE49-F238E27FC236}">
                <a16:creationId xmlns:a16="http://schemas.microsoft.com/office/drawing/2014/main" id="{B29E82B3-B763-4B8E-9032-FEEF71F0222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상태와 누락 메시지를 순서대로 쓰세요.</a:t>
            </a:r>
          </a:p>
        </p:txBody>
      </p:sp>
      <p:sp>
        <p:nvSpPr>
          <p:cNvPr id="5" name="">
            <a:extLst xmlns:a="http://schemas.openxmlformats.org/drawingml/2006/main">
              <a:ext uri="{FF2B5EF4-FFF2-40B4-BE49-F238E27FC236}">
                <a16:creationId xmlns:a16="http://schemas.microsoft.com/office/drawing/2014/main" id="{AFD87E5D-5748-4CE6-B267-DF4E32741C9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39F42D3-1D75-4FE9-B634-15346D2F6B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F96FF772-907A-4069-9D09-07CB8C2A9F4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067</a:t>
            </a:r>
          </a:p>
        </p:txBody>
      </p:sp>
    </p:spTree>
    <p:extLst>
      <p:ext uri="{BB962C8B-B14F-4D97-AF65-F5344CB8AC3E}">
        <p14:creationId xmlns:p14="http://schemas.microsoft.com/office/powerpoint/2010/main" val="1531603288"/>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B865F5-00AA-47DE-98D8-F0542DC865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D927F8C-DBEE-47A7-A38E-333D0406E0E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4E0B193E-F0AC-44E8-A2E8-2B8365A24A9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FA43187-EBEC-4C4A-B911-227A0FA8E5B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True → True → 상태 유지</a:t>
            </a:r>
            <a:r>
              <a:t>·no command → False</a:t>
            </a:r>
          </a:p>
        </p:txBody>
      </p:sp>
      <p:sp>
        <p:nvSpPr>
          <p:cNvPr id="5" name="">
            <a:extLst xmlns:a="http://schemas.openxmlformats.org/drawingml/2006/main">
              <a:ext uri="{FF2B5EF4-FFF2-40B4-BE49-F238E27FC236}">
                <a16:creationId xmlns:a16="http://schemas.microsoft.com/office/drawing/2014/main" id="{AD9DB1F6-A442-4179-B0E1-B30C8537C8C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D23AF0-F9C3-449E-AD7F-5AC4495194B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64E6DE5-6A23-40E7-ADE0-DDE775B1F29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None을 0으로 넣어 꺼짐 판정을 하지 않습니다.</a:t>
            </a:r>
          </a:p>
        </p:txBody>
      </p:sp>
      <p:sp>
        <p:nvSpPr>
          <p:cNvPr id="8" name="">
            <a:extLst xmlns:a="http://schemas.openxmlformats.org/drawingml/2006/main">
              <a:ext uri="{FF2B5EF4-FFF2-40B4-BE49-F238E27FC236}">
                <a16:creationId xmlns:a16="http://schemas.microsoft.com/office/drawing/2014/main" id="{DB8E6626-9640-40CD-9513-4BAE2B33953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912DE09-548A-497F-98E9-47D0DA57C69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596FA686-FDD1-46CB-9108-75BA34522B4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318541060"/>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BF358A-9225-44FF-BB56-FB47F0163EE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0AA32E65-EFAF-4021-AA0E-1C83829CB36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5250186F-8E4C-4812-8142-B78C7DB377C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초기 상태를 True로 바꿉니다.</a:t>
            </a:r>
          </a:p>
        </p:txBody>
      </p:sp>
      <p:sp>
        <p:nvSpPr>
          <p:cNvPr id="4" name="">
            <a:extLst xmlns:a="http://schemas.openxmlformats.org/drawingml/2006/main">
              <a:ext uri="{FF2B5EF4-FFF2-40B4-BE49-F238E27FC236}">
                <a16:creationId xmlns:a16="http://schemas.microsoft.com/office/drawing/2014/main" id="{B30D5EC6-0B3B-4E09-83D3-C70BECA740B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첫 27.8에서 True가 유지됩니다.</a:t>
            </a:r>
          </a:p>
        </p:txBody>
      </p:sp>
      <p:sp>
        <p:nvSpPr>
          <p:cNvPr id="5" name="">
            <a:extLst xmlns:a="http://schemas.openxmlformats.org/drawingml/2006/main">
              <a:ext uri="{FF2B5EF4-FFF2-40B4-BE49-F238E27FC236}">
                <a16:creationId xmlns:a16="http://schemas.microsoft.com/office/drawing/2014/main" id="{4F54C5F0-BF58-4328-B78B-67406BE133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B921BC-02CC-479F-AB18-BE7DF6768C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856478BE-0FF5-41B4-A4CB-D06E0EB321E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409202083"/>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87670A-48C7-4776-9FBA-11CD2480B23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FCB6104-DF75-455D-B0B7-E87909A94E4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1CCA3DB2-078F-468A-A2E1-0D21B1BB4AD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3E1A6F4-2489-4B57-B3ED-811435C910A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실물 제어의 안전 정책은 별도입니다.</a:t>
            </a:r>
          </a:p>
        </p:txBody>
      </p:sp>
      <p:sp>
        <p:nvSpPr>
          <p:cNvPr id="5" name="">
            <a:extLst xmlns:a="http://schemas.openxmlformats.org/drawingml/2006/main">
              <a:ext uri="{FF2B5EF4-FFF2-40B4-BE49-F238E27FC236}">
                <a16:creationId xmlns:a16="http://schemas.microsoft.com/office/drawing/2014/main" id="{453B7E1E-78D4-46D5-AD5E-FC71FD322D2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9FD842-EB86-416A-A4B5-2D29967C662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ED11CC5-2745-435A-9198-442025B8722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결측 처리 예를 모든 장비에 그대로 쓰지 않습니다.</a:t>
            </a:r>
          </a:p>
        </p:txBody>
      </p:sp>
      <p:sp>
        <p:nvSpPr>
          <p:cNvPr id="8" name="">
            <a:extLst xmlns:a="http://schemas.openxmlformats.org/drawingml/2006/main">
              <a:ext uri="{FF2B5EF4-FFF2-40B4-BE49-F238E27FC236}">
                <a16:creationId xmlns:a16="http://schemas.microsoft.com/office/drawing/2014/main" id="{4882A569-FB62-46ED-8E7A-839F117F8C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CA2A90-B7BC-432C-8190-44FCC4BBC4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D5A24D3E-1075-4EDF-8E61-7DBE64FCE68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573626285"/>
      </p:ext>
    </p:extLst>
  </p:cSld>
</p:sld>
</file>

<file path=ppt/slides/slide7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1C34A0-DA00-4487-B381-0266CC122A3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8DB801F0-7769-4DE1-B5B6-E21B3203C07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83555E34-BD4F-45FD-BCE1-9DF969E1D13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히스테리시스가 이전 상태를 쓰는 이유는?</a:t>
            </a:r>
          </a:p>
        </p:txBody>
      </p:sp>
      <p:sp>
        <p:nvSpPr>
          <p:cNvPr id="4" name="">
            <a:extLst xmlns:a="http://schemas.openxmlformats.org/drawingml/2006/main">
              <a:ext uri="{FF2B5EF4-FFF2-40B4-BE49-F238E27FC236}">
                <a16:creationId xmlns:a16="http://schemas.microsoft.com/office/drawing/2014/main" id="{795C6BDE-D891-40FB-9F20-CC80EABF89E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중간 값 한 개로 설명해 봅시다.</a:t>
            </a:r>
          </a:p>
        </p:txBody>
      </p:sp>
      <p:sp>
        <p:nvSpPr>
          <p:cNvPr id="5" name="">
            <a:extLst xmlns:a="http://schemas.openxmlformats.org/drawingml/2006/main">
              <a:ext uri="{FF2B5EF4-FFF2-40B4-BE49-F238E27FC236}">
                <a16:creationId xmlns:a16="http://schemas.microsoft.com/office/drawing/2014/main" id="{13E2F3CA-3CF8-405B-BA9E-7E405E39B25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8DA77D2-4626-461F-92F2-530454A55E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CB4F5DD9-6839-4216-B3CA-049E432429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071</a:t>
            </a:r>
          </a:p>
        </p:txBody>
      </p:sp>
    </p:spTree>
    <p:extLst>
      <p:ext uri="{BB962C8B-B14F-4D97-AF65-F5344CB8AC3E}">
        <p14:creationId xmlns:p14="http://schemas.microsoft.com/office/powerpoint/2010/main" val="1075216394"/>
      </p:ext>
    </p:extLst>
  </p:cSld>
</p:sld>
</file>

<file path=ppt/slides/slide7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0FC2FFE-F424-45E4-94BB-EDF6692AE08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81EC4D7-5C69-455F-A2FA-C35F52A3A78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22EFE8B1-156F-4E07-9705-99C0B2CA7E8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추가·복습: 초기 True, [27.6,27.5,None,28]</a:t>
            </a:r>
          </a:p>
        </p:txBody>
      </p:sp>
      <p:sp>
        <p:nvSpPr>
          <p:cNvPr id="4" name="">
            <a:extLst xmlns:a="http://schemas.openxmlformats.org/drawingml/2006/main">
              <a:ext uri="{FF2B5EF4-FFF2-40B4-BE49-F238E27FC236}">
                <a16:creationId xmlns:a16="http://schemas.microsoft.com/office/drawing/2014/main" id="{C7496818-1D68-4A05-A738-551198AD3C7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값과 상태 유효 여부를 따로 추적하세요.</a:t>
            </a:r>
          </a:p>
        </p:txBody>
      </p:sp>
      <p:sp>
        <p:nvSpPr>
          <p:cNvPr id="5" name="">
            <a:extLst xmlns:a="http://schemas.openxmlformats.org/drawingml/2006/main">
              <a:ext uri="{FF2B5EF4-FFF2-40B4-BE49-F238E27FC236}">
                <a16:creationId xmlns:a16="http://schemas.microsoft.com/office/drawing/2014/main" id="{E28FC2FE-0905-46FE-A02B-939B305B2D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F2CE42-32FD-4DBD-804B-8BF3B32423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49896C79-ABF1-4FF5-84D0-ECDF1BA0E1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072</a:t>
            </a:r>
          </a:p>
        </p:txBody>
      </p:sp>
    </p:spTree>
    <p:extLst>
      <p:ext uri="{BB962C8B-B14F-4D97-AF65-F5344CB8AC3E}">
        <p14:creationId xmlns:p14="http://schemas.microsoft.com/office/powerpoint/2010/main" val="445252366"/>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75C427-157F-4DB7-B0BA-AA73D3A4B86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3CF688-01B1-494F-BA29-5217EEDA768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68CAB5A2-0A14-4C7F-A1E9-071CEA93E5F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D667A19-88EE-41EF-BDB5-6EBBCF9144B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펌웨어·직렬 통신·배선 검토</a:t>
            </a:r>
          </a:p>
        </p:txBody>
      </p:sp>
      <p:sp>
        <p:nvSpPr>
          <p:cNvPr id="5" name="">
            <a:extLst xmlns:a="http://schemas.openxmlformats.org/drawingml/2006/main">
              <a:ext uri="{FF2B5EF4-FFF2-40B4-BE49-F238E27FC236}">
                <a16:creationId xmlns:a16="http://schemas.microsoft.com/office/drawing/2014/main" id="{4FA421FE-E997-4400-B699-0F61A51F232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023C2D-A418-4DB5-B965-984179F2482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2019CB6D-12C2-4D8C-8C90-DA963A3C6F2A}"/>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A13 · A14 · A15</a:t>
            </a:r>
          </a:p>
        </p:txBody>
      </p:sp>
      <p:sp>
        <p:nvSpPr>
          <p:cNvPr id="8" name="">
            <a:extLst xmlns:a="http://schemas.openxmlformats.org/drawingml/2006/main">
              <a:ext uri="{FF2B5EF4-FFF2-40B4-BE49-F238E27FC236}">
                <a16:creationId xmlns:a16="http://schemas.microsoft.com/office/drawing/2014/main" id="{19B9BB02-E48B-4A73-AEA5-522079BF2F5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E1EF8792-97CF-4C95-B2DB-CFF5B581EA52}"/>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1D76D658-333E-4F2F-98FF-E8E743BD3D6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541655029"/>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C309696-6774-43C0-908C-71ECE9823A9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FBA5911-A981-4716-878B-07A06D15C9A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PC 코드와 보드 펌웨어</a:t>
            </a:r>
          </a:p>
        </p:txBody>
      </p:sp>
      <p:sp>
        <p:nvSpPr>
          <p:cNvPr id="3" name="">
            <a:extLst xmlns:a="http://schemas.openxmlformats.org/drawingml/2006/main">
              <a:ext uri="{FF2B5EF4-FFF2-40B4-BE49-F238E27FC236}">
                <a16:creationId xmlns:a16="http://schemas.microsoft.com/office/drawing/2014/main" id="{6787BF18-455C-4889-AB72-9E4576F17E4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PC 코드와 보드 펌웨어</a:t>
            </a:r>
          </a:p>
        </p:txBody>
      </p:sp>
      <p:sp>
        <p:nvSpPr>
          <p:cNvPr id="4" name="">
            <a:extLst xmlns:a="http://schemas.openxmlformats.org/drawingml/2006/main">
              <a:ext uri="{FF2B5EF4-FFF2-40B4-BE49-F238E27FC236}">
                <a16:creationId xmlns:a16="http://schemas.microsoft.com/office/drawing/2014/main" id="{9F4ACD5F-8B6A-41BC-902F-82F3CECB89E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A750D9-1CF6-4252-96A0-7543835C531F}"/>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파일은 PC에서 실행합니다.</a:t>
            </a:r>
          </a:p>
        </p:txBody>
      </p:sp>
      <p:sp>
        <p:nvSpPr>
          <p:cNvPr id="6" name="">
            <a:extLst xmlns:a="http://schemas.openxmlformats.org/drawingml/2006/main">
              <a:ext uri="{FF2B5EF4-FFF2-40B4-BE49-F238E27FC236}">
                <a16:creationId xmlns:a16="http://schemas.microsoft.com/office/drawing/2014/main" id="{B7FD7CDA-3AC7-4A37-BD2B-ECF29A5F6F9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펌웨어는 보드에 넣어 실행합니다.</a:t>
            </a:r>
          </a:p>
        </p:txBody>
      </p:sp>
      <p:sp>
        <p:nvSpPr>
          <p:cNvPr id="7" name="">
            <a:extLst xmlns:a="http://schemas.openxmlformats.org/drawingml/2006/main">
              <a:ext uri="{FF2B5EF4-FFF2-40B4-BE49-F238E27FC236}">
                <a16:creationId xmlns:a16="http://schemas.microsoft.com/office/drawing/2014/main" id="{8EC65E9B-7E41-4856-B6CB-148CB00E59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A1CB082-F578-4E77-A590-C2948F32AEE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88183E60-6D99-49D1-9590-833B3A2D2A2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915965720"/>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07D728-8C22-48C6-8498-C61CCBEE19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01AE0A9-DEE8-42F8-9FDE-2BD4261BBAD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setup과 loop</a:t>
            </a:r>
          </a:p>
        </p:txBody>
      </p:sp>
      <p:sp>
        <p:nvSpPr>
          <p:cNvPr id="3" name="">
            <a:extLst xmlns:a="http://schemas.openxmlformats.org/drawingml/2006/main">
              <a:ext uri="{FF2B5EF4-FFF2-40B4-BE49-F238E27FC236}">
                <a16:creationId xmlns:a16="http://schemas.microsoft.com/office/drawing/2014/main" id="{0B637C3F-13A1-43CF-A207-7B221E6DFF8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setup과 loop</a:t>
            </a:r>
          </a:p>
        </p:txBody>
      </p:sp>
      <p:sp>
        <p:nvSpPr>
          <p:cNvPr id="4" name="">
            <a:extLst xmlns:a="http://schemas.openxmlformats.org/drawingml/2006/main">
              <a:ext uri="{FF2B5EF4-FFF2-40B4-BE49-F238E27FC236}">
                <a16:creationId xmlns:a16="http://schemas.microsoft.com/office/drawing/2014/main" id="{50DEE732-D737-404C-A12C-5D3A711CA72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3E7E31-82B5-40A4-B3F6-086D62951D9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통신 등 시작 설정을 합니다.</a:t>
            </a:r>
          </a:p>
        </p:txBody>
      </p:sp>
      <p:sp>
        <p:nvSpPr>
          <p:cNvPr id="6" name="">
            <a:extLst xmlns:a="http://schemas.openxmlformats.org/drawingml/2006/main">
              <a:ext uri="{FF2B5EF4-FFF2-40B4-BE49-F238E27FC236}">
                <a16:creationId xmlns:a16="http://schemas.microsoft.com/office/drawing/2014/main" id="{A7AD591E-DC72-43B6-B68E-0450C75ECC4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loop는 그 뒤 반복되는 함수입니다.</a:t>
            </a:r>
          </a:p>
        </p:txBody>
      </p:sp>
      <p:sp>
        <p:nvSpPr>
          <p:cNvPr id="7" name="">
            <a:extLst xmlns:a="http://schemas.openxmlformats.org/drawingml/2006/main">
              <a:ext uri="{FF2B5EF4-FFF2-40B4-BE49-F238E27FC236}">
                <a16:creationId xmlns:a16="http://schemas.microsoft.com/office/drawing/2014/main" id="{8CAAC63D-579E-4FEA-A339-1B190F212D5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3A4355E-464E-401E-9118-4A35FE3F63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9E3780E7-ED09-44E0-9372-90C6C0F08FC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709146232"/>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220ED61-FFF2-4197-BD6F-A35E551B663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BB46996-8032-43D3-8E0D-37E463D7347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직렬 통신과 속도 설정</a:t>
            </a:r>
          </a:p>
        </p:txBody>
      </p:sp>
      <p:sp>
        <p:nvSpPr>
          <p:cNvPr id="3" name="">
            <a:extLst xmlns:a="http://schemas.openxmlformats.org/drawingml/2006/main">
              <a:ext uri="{FF2B5EF4-FFF2-40B4-BE49-F238E27FC236}">
                <a16:creationId xmlns:a16="http://schemas.microsoft.com/office/drawing/2014/main" id="{7A734324-83C3-42C5-AB84-19B59CC75E5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양쪽 통신 속도를 맞춥니다.</a:t>
            </a:r>
          </a:p>
        </p:txBody>
      </p:sp>
      <p:sp>
        <p:nvSpPr>
          <p:cNvPr id="4" name="">
            <a:extLst xmlns:a="http://schemas.openxmlformats.org/drawingml/2006/main">
              <a:ext uri="{FF2B5EF4-FFF2-40B4-BE49-F238E27FC236}">
                <a16:creationId xmlns:a16="http://schemas.microsoft.com/office/drawing/2014/main" id="{A875C78A-DB35-4B5D-B3D4-372AEACB53E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899F32-7F11-498F-AC62-1458A1E654A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양쪽 통신 속도를 맞춥니다.</a:t>
            </a:r>
          </a:p>
        </p:txBody>
      </p:sp>
      <p:sp>
        <p:nvSpPr>
          <p:cNvPr id="6" name="">
            <a:extLst xmlns:a="http://schemas.openxmlformats.org/drawingml/2006/main">
              <a:ext uri="{FF2B5EF4-FFF2-40B4-BE49-F238E27FC236}">
                <a16:creationId xmlns:a16="http://schemas.microsoft.com/office/drawing/2014/main" id="{993EE9A2-34E5-487C-BC1A-33F3C7DB6BA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예제는 Serial.begin(115200)을 사용합니다.</a:t>
            </a:r>
          </a:p>
        </p:txBody>
      </p:sp>
      <p:sp>
        <p:nvSpPr>
          <p:cNvPr id="7" name="">
            <a:extLst xmlns:a="http://schemas.openxmlformats.org/drawingml/2006/main">
              <a:ext uri="{FF2B5EF4-FFF2-40B4-BE49-F238E27FC236}">
                <a16:creationId xmlns:a16="http://schemas.microsoft.com/office/drawing/2014/main" id="{6D8B4708-60D2-4C5D-B4DB-EA483D8DD5E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C9EECC5-8832-42D7-8CC9-2F2386177D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D57E3707-54E2-45AF-997C-3EFE5C1EC35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711737844"/>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2F646A-A7D4-417F-9CE2-0BB28E4D566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83469B7-9D3B-48CC-A9B7-908A85C7B9E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고정 출력과 센서 측정</a:t>
            </a:r>
          </a:p>
        </p:txBody>
      </p:sp>
      <p:sp>
        <p:nvSpPr>
          <p:cNvPr id="3" name="">
            <a:extLst xmlns:a="http://schemas.openxmlformats.org/drawingml/2006/main">
              <a:ext uri="{FF2B5EF4-FFF2-40B4-BE49-F238E27FC236}">
                <a16:creationId xmlns:a16="http://schemas.microsoft.com/office/drawing/2014/main" id="{E146CF55-71FA-4D01-935E-7255642C3063}"/>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Serial.println이 같은 문장을 보냅니다.</a:t>
            </a:r>
          </a:p>
        </p:txBody>
      </p:sp>
      <p:sp>
        <p:nvSpPr>
          <p:cNvPr id="4" name="">
            <a:extLst xmlns:a="http://schemas.openxmlformats.org/drawingml/2006/main">
              <a:ext uri="{FF2B5EF4-FFF2-40B4-BE49-F238E27FC236}">
                <a16:creationId xmlns:a16="http://schemas.microsoft.com/office/drawing/2014/main" id="{C8DF59BD-403A-40B1-9AED-7B1E2E52B84E}"/>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 예에는 센서를 읽는 함수가 없습니다.</a:t>
            </a:r>
          </a:p>
        </p:txBody>
      </p:sp>
      <p:sp>
        <p:nvSpPr>
          <p:cNvPr id="5" name="">
            <a:extLst xmlns:a="http://schemas.openxmlformats.org/drawingml/2006/main">
              <a:ext uri="{FF2B5EF4-FFF2-40B4-BE49-F238E27FC236}">
                <a16:creationId xmlns:a16="http://schemas.microsoft.com/office/drawing/2014/main" id="{6EA310FB-C339-49AD-8526-9B72936955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0202AFA-2235-4C64-9D35-DD8C0A6CEE0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AA2F35EB-1E4F-48DB-8644-C52160D6B1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864651007"/>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50180E-4E80-456E-804D-EA83DCED90E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3BB04A8-3CA8-437D-9BE5-37094B4309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delay와 실행 주기</a:t>
            </a:r>
          </a:p>
        </p:txBody>
      </p:sp>
      <p:sp>
        <p:nvSpPr>
          <p:cNvPr id="3" name="">
            <a:extLst xmlns:a="http://schemas.openxmlformats.org/drawingml/2006/main">
              <a:ext uri="{FF2B5EF4-FFF2-40B4-BE49-F238E27FC236}">
                <a16:creationId xmlns:a16="http://schemas.microsoft.com/office/drawing/2014/main" id="{5031CB39-18E4-4FF7-8D20-6EC53E507627}"/>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3DDB32-E9BB-4D9E-BEB0-2368F8F63CA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delay(1000)은 1000ms 대기입니다.</a:t>
            </a:r>
          </a:p>
        </p:txBody>
      </p:sp>
      <p:sp>
        <p:nvSpPr>
          <p:cNvPr id="5" name="">
            <a:extLst xmlns:a="http://schemas.openxmlformats.org/drawingml/2006/main">
              <a:ext uri="{FF2B5EF4-FFF2-40B4-BE49-F238E27FC236}">
                <a16:creationId xmlns:a16="http://schemas.microsoft.com/office/drawing/2014/main" id="{72EC08AA-D8B8-489F-BE1F-00249DF4508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전체 주기 정확도를 측정한 결과는 아닙니다.</a:t>
            </a:r>
          </a:p>
        </p:txBody>
      </p:sp>
      <p:sp>
        <p:nvSpPr>
          <p:cNvPr id="6" name="">
            <a:extLst xmlns:a="http://schemas.openxmlformats.org/drawingml/2006/main">
              <a:ext uri="{FF2B5EF4-FFF2-40B4-BE49-F238E27FC236}">
                <a16:creationId xmlns:a16="http://schemas.microsoft.com/office/drawing/2014/main" id="{79F633F2-0E5B-4A9C-88C5-CE1F71DCFB6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84585B-B532-442F-BF75-F7CD22D725F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DF5B36D8-86CC-4C7F-87D0-A0977B637E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892694209"/>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0F65043-E0E8-4311-A593-1B346F338DE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F595F69-9E69-4F62-A6C5-DDC09F5D62C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배선 전 확인 조건</a:t>
            </a:r>
          </a:p>
        </p:txBody>
      </p:sp>
      <p:sp>
        <p:nvSpPr>
          <p:cNvPr id="3" name="">
            <a:extLst xmlns:a="http://schemas.openxmlformats.org/drawingml/2006/main">
              <a:ext uri="{FF2B5EF4-FFF2-40B4-BE49-F238E27FC236}">
                <a16:creationId xmlns:a16="http://schemas.microsoft.com/office/drawing/2014/main" id="{B00A40FE-6DBC-4271-8F48-563B07C8BA8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보드 모델</a:t>
            </a:r>
          </a:p>
        </p:txBody>
      </p:sp>
      <p:sp>
        <p:nvSpPr>
          <p:cNvPr id="4" name="">
            <a:extLst xmlns:a="http://schemas.openxmlformats.org/drawingml/2006/main">
              <a:ext uri="{FF2B5EF4-FFF2-40B4-BE49-F238E27FC236}">
                <a16:creationId xmlns:a16="http://schemas.microsoft.com/office/drawing/2014/main" id="{A6F3215A-A4F6-495B-BA7B-295ABBE0B37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5BE447-9863-410A-8942-CEB82F5A19E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보드 모델</a:t>
            </a:r>
            <a:r>
              <a:t> · 핀 기능 · 전압 · 전류가 돌아오는 길</a:t>
            </a:r>
          </a:p>
        </p:txBody>
      </p:sp>
      <p:sp>
        <p:nvSpPr>
          <p:cNvPr id="6" name="">
            <a:extLst xmlns:a="http://schemas.openxmlformats.org/drawingml/2006/main">
              <a:ext uri="{FF2B5EF4-FFF2-40B4-BE49-F238E27FC236}">
                <a16:creationId xmlns:a16="http://schemas.microsoft.com/office/drawing/2014/main" id="{9CCC4A29-6E13-485F-8D5E-3B539E12F8B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전원을 끈 상태의 도면부터 검토합니다.</a:t>
            </a:r>
          </a:p>
        </p:txBody>
      </p:sp>
      <p:sp>
        <p:nvSpPr>
          <p:cNvPr id="7" name="">
            <a:extLst xmlns:a="http://schemas.openxmlformats.org/drawingml/2006/main">
              <a:ext uri="{FF2B5EF4-FFF2-40B4-BE49-F238E27FC236}">
                <a16:creationId xmlns:a16="http://schemas.microsoft.com/office/drawing/2014/main" id="{6458E34B-8792-4430-84B9-C097DA45E0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6B63166-1326-4FC4-821B-08BDD19C11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95460133-D8A1-4EB7-B3FA-6981E2502D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124026760"/>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6C2A400-2C44-4F68-9B67-B24F7324672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430E5FD-2062-4685-9B9E-26C1800E3E8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보드 반복 코드 읽기 예제</a:t>
            </a:r>
          </a:p>
        </p:txBody>
      </p:sp>
      <p:sp>
        <p:nvSpPr>
          <p:cNvPr id="3" name="">
            <a:extLst xmlns:a="http://schemas.openxmlformats.org/drawingml/2006/main">
              <a:ext uri="{FF2B5EF4-FFF2-40B4-BE49-F238E27FC236}">
                <a16:creationId xmlns:a16="http://schemas.microsoft.com/office/drawing/2014/main" id="{4AFF5A83-3C79-4976-9F63-01120F33D4A6}"/>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BE1A847-BA2E-41B1-A466-729466BF26B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E8B8F5B6-14E5-43B8-9062-6DC39B014DA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void setup() {</a:t>
            </a:r>
          </a:p>
        </p:txBody>
      </p:sp>
      <p:sp>
        <p:nvSpPr>
          <p:cNvPr id="6" name="">
            <a:extLst xmlns:a="http://schemas.openxmlformats.org/drawingml/2006/main">
              <a:ext uri="{FF2B5EF4-FFF2-40B4-BE49-F238E27FC236}">
                <a16:creationId xmlns:a16="http://schemas.microsoft.com/office/drawing/2014/main" id="{F54A86D0-9DC6-4FA4-9D1A-4592AE3F2B7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4E876D4D-43EB-4EE3-B8AC-F7804DC0C589}"/>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Serial.begin(115200);</a:t>
            </a:r>
          </a:p>
        </p:txBody>
      </p:sp>
      <p:sp>
        <p:nvSpPr>
          <p:cNvPr id="8" name="">
            <a:extLst xmlns:a="http://schemas.openxmlformats.org/drawingml/2006/main">
              <a:ext uri="{FF2B5EF4-FFF2-40B4-BE49-F238E27FC236}">
                <a16:creationId xmlns:a16="http://schemas.microsoft.com/office/drawing/2014/main" id="{39C8AB40-F870-4F2B-95CE-1BDB7E53CB2F}"/>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AE70E250-CC29-4184-AE4C-7C39B31B588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0" name="">
            <a:extLst xmlns:a="http://schemas.openxmlformats.org/drawingml/2006/main">
              <a:ext uri="{FF2B5EF4-FFF2-40B4-BE49-F238E27FC236}">
                <a16:creationId xmlns:a16="http://schemas.microsoft.com/office/drawing/2014/main" id="{A054EA49-F48B-49DC-BBB4-6B141843FC63}"/>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520F2360-D5FE-41F6-BA9E-B6677C00B3F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void loop() {</a:t>
            </a:r>
          </a:p>
        </p:txBody>
      </p:sp>
      <p:sp>
        <p:nvSpPr>
          <p:cNvPr id="12" name="">
            <a:extLst xmlns:a="http://schemas.openxmlformats.org/drawingml/2006/main">
              <a:ext uri="{FF2B5EF4-FFF2-40B4-BE49-F238E27FC236}">
                <a16:creationId xmlns:a16="http://schemas.microsoft.com/office/drawing/2014/main" id="{23F66769-100D-4BF8-8551-4A64A10680E2}"/>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3CA196A1-6F21-4303-9581-0837777DBF2E}"/>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Serial.println(</a:t>
            </a:r>
            <a:r>
              <a:rPr>
                <a:solidFill>
                  <a:srgbClr val="BACBFA"/>
                </a:solidFill>
              </a:rPr>
              <a:t>"mock:28.0"</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3DC7D114-2947-4975-9ACF-75C79D1D9862}"/>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3673D093-02F1-4714-8B36-DA5048DC921D}"/>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delay(1000);</a:t>
            </a:r>
          </a:p>
        </p:txBody>
      </p:sp>
      <p:sp>
        <p:nvSpPr>
          <p:cNvPr id="16" name="">
            <a:extLst xmlns:a="http://schemas.openxmlformats.org/drawingml/2006/main">
              <a:ext uri="{FF2B5EF4-FFF2-40B4-BE49-F238E27FC236}">
                <a16:creationId xmlns:a16="http://schemas.microsoft.com/office/drawing/2014/main" id="{845E9B87-5064-427B-87B6-932E3C8CB796}"/>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1772E0CA-7CC0-4233-B951-E3F250B3E763}"/>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8" name="">
            <a:extLst xmlns:a="http://schemas.openxmlformats.org/drawingml/2006/main">
              <a:ext uri="{FF2B5EF4-FFF2-40B4-BE49-F238E27FC236}">
                <a16:creationId xmlns:a16="http://schemas.microsoft.com/office/drawing/2014/main" id="{76304A99-53E7-4B30-9AA7-5875ED4511D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BBB3E7F-0190-48AE-9748-98D2D94FDB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20" name="">
            <a:extLst xmlns:a="http://schemas.openxmlformats.org/drawingml/2006/main">
              <a:ext uri="{FF2B5EF4-FFF2-40B4-BE49-F238E27FC236}">
                <a16:creationId xmlns:a16="http://schemas.microsoft.com/office/drawing/2014/main" id="{4BC9BDE4-1F66-4460-980A-146654655A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291956157"/>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A13C736-12E0-4C09-8FB5-72A1EAEFAE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701276D-2C7F-4F1C-B125-BF3281FD4A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2C40D3C6-FEB6-4450-9416-3ED36ED5716A}"/>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852A36F1-505C-4EBA-BF50-125CCBACF029}"/>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시작할 때 통신을 설정합니다.</a:t>
            </a:r>
          </a:p>
        </p:txBody>
      </p:sp>
      <p:sp>
        <p:nvSpPr>
          <p:cNvPr id="5" name="">
            <a:extLst xmlns:a="http://schemas.openxmlformats.org/drawingml/2006/main">
              <a:ext uri="{FF2B5EF4-FFF2-40B4-BE49-F238E27FC236}">
                <a16:creationId xmlns:a16="http://schemas.microsoft.com/office/drawing/2014/main" id="{E43A4900-2941-48D2-BB85-A064F42682D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AD1592-C2B1-48CF-93DA-ABFAFB7E43E1}"/>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4~7행:</a:t>
            </a:r>
          </a:p>
        </p:txBody>
      </p:sp>
      <p:sp>
        <p:nvSpPr>
          <p:cNvPr id="7" name="">
            <a:extLst xmlns:a="http://schemas.openxmlformats.org/drawingml/2006/main">
              <a:ext uri="{FF2B5EF4-FFF2-40B4-BE49-F238E27FC236}">
                <a16:creationId xmlns:a16="http://schemas.microsoft.com/office/drawing/2014/main" id="{2DAF13B7-E295-4BA7-AB7D-E3139C0EE193}"/>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고정 문장을 반복 출력합니다.</a:t>
            </a:r>
          </a:p>
        </p:txBody>
      </p:sp>
      <p:sp>
        <p:nvSpPr>
          <p:cNvPr id="8" name="">
            <a:extLst xmlns:a="http://schemas.openxmlformats.org/drawingml/2006/main">
              <a:ext uri="{FF2B5EF4-FFF2-40B4-BE49-F238E27FC236}">
                <a16:creationId xmlns:a16="http://schemas.microsoft.com/office/drawing/2014/main" id="{29996A7A-F746-483D-9410-10D1DF84C7BC}"/>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A8EDAB-7D8A-4093-8EA5-4CF49FC9D688}"/>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중괄호:</a:t>
            </a:r>
          </a:p>
        </p:txBody>
      </p:sp>
      <p:sp>
        <p:nvSpPr>
          <p:cNvPr id="10" name="">
            <a:extLst xmlns:a="http://schemas.openxmlformats.org/drawingml/2006/main">
              <a:ext uri="{FF2B5EF4-FFF2-40B4-BE49-F238E27FC236}">
                <a16:creationId xmlns:a16="http://schemas.microsoft.com/office/drawing/2014/main" id="{E400D910-C604-4B37-99F5-AFB6C51D9FE0}"/>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문장 묶음 · 세미콜론: 문장 끝</a:t>
            </a:r>
          </a:p>
        </p:txBody>
      </p:sp>
      <p:sp>
        <p:nvSpPr>
          <p:cNvPr id="11" name="">
            <a:extLst xmlns:a="http://schemas.openxmlformats.org/drawingml/2006/main">
              <a:ext uri="{FF2B5EF4-FFF2-40B4-BE49-F238E27FC236}">
                <a16:creationId xmlns:a16="http://schemas.microsoft.com/office/drawing/2014/main" id="{43B76178-1C19-4CE8-883E-8AB952E9B082}"/>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FD1C38A-672D-4C1E-85DC-8154CD1678D4}"/>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delay(1000):</a:t>
            </a:r>
          </a:p>
        </p:txBody>
      </p:sp>
      <p:sp>
        <p:nvSpPr>
          <p:cNvPr id="13" name="">
            <a:extLst xmlns:a="http://schemas.openxmlformats.org/drawingml/2006/main">
              <a:ext uri="{FF2B5EF4-FFF2-40B4-BE49-F238E27FC236}">
                <a16:creationId xmlns:a16="http://schemas.microsoft.com/office/drawing/2014/main" id="{A751FA56-81C0-4F27-87E3-468E87F14E3F}"/>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1초를 기다립니다.</a:t>
            </a:r>
          </a:p>
        </p:txBody>
      </p:sp>
      <p:sp>
        <p:nvSpPr>
          <p:cNvPr id="14" name="">
            <a:extLst xmlns:a="http://schemas.openxmlformats.org/drawingml/2006/main">
              <a:ext uri="{FF2B5EF4-FFF2-40B4-BE49-F238E27FC236}">
                <a16:creationId xmlns:a16="http://schemas.microsoft.com/office/drawing/2014/main" id="{D741E463-F691-4FFB-9AE8-07F67A8833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20F6CA6-1D6B-43B5-A3B4-71978142DAD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6" name="">
            <a:extLst xmlns:a="http://schemas.openxmlformats.org/drawingml/2006/main">
              <a:ext uri="{FF2B5EF4-FFF2-40B4-BE49-F238E27FC236}">
                <a16:creationId xmlns:a16="http://schemas.microsoft.com/office/drawing/2014/main" id="{1629C0D4-9888-4E9B-AD12-F1E540ECD02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1797843347"/>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8EC8D1B-9B38-46F8-9446-42B7053A095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8185AEE-605A-4417-8078-97AC2A9012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6634E3C2-F0F1-42FF-9BB1-ACD1F7D2769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AABC3C5-3DD1-4D1A-8C40-E3FD6FDC816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코드는 Python으로 실행하지 않습니다.</a:t>
            </a:r>
          </a:p>
        </p:txBody>
      </p:sp>
      <p:sp>
        <p:nvSpPr>
          <p:cNvPr id="5" name="">
            <a:extLst xmlns:a="http://schemas.openxmlformats.org/drawingml/2006/main">
              <a:ext uri="{FF2B5EF4-FFF2-40B4-BE49-F238E27FC236}">
                <a16:creationId xmlns:a16="http://schemas.microsoft.com/office/drawing/2014/main" id="{1E5B7DB7-902A-4384-8EA7-8709BE651CE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2B3C2A-A086-49E5-B6F8-AC165474C6A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449FB74-426E-42C3-B993-7565C621889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정확한 보드 모델을 먼저 확인합니다.</a:t>
            </a:r>
          </a:p>
        </p:txBody>
      </p:sp>
      <p:sp>
        <p:nvSpPr>
          <p:cNvPr id="8" name="">
            <a:extLst xmlns:a="http://schemas.openxmlformats.org/drawingml/2006/main">
              <a:ext uri="{FF2B5EF4-FFF2-40B4-BE49-F238E27FC236}">
                <a16:creationId xmlns:a16="http://schemas.microsoft.com/office/drawing/2014/main" id="{BA9C429E-EFCE-42B2-A6F4-E1888315384B}"/>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F4C8B1-FAFF-4347-84D2-F8F8868B19E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B2BE377-0801-4D6E-BF9F-90B0358DFF6B}"/>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보드에서 컴파일·업로드·모니터 관찰을 아직 하지 않았습니다.</a:t>
            </a:r>
          </a:p>
        </p:txBody>
      </p:sp>
      <p:sp>
        <p:nvSpPr>
          <p:cNvPr id="11" name="">
            <a:extLst xmlns:a="http://schemas.openxmlformats.org/drawingml/2006/main">
              <a:ext uri="{FF2B5EF4-FFF2-40B4-BE49-F238E27FC236}">
                <a16:creationId xmlns:a16="http://schemas.microsoft.com/office/drawing/2014/main" id="{18FE18AD-951A-4FE1-B05F-43A0AFE2EBE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9AE24E4-A1E8-4ACC-A6B7-63F51251AD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82A606D7-00A9-4EF9-A012-3078CAE96D4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1739157562"/>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68D1CD-F2C7-4E79-87AC-CEE8862EF0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6693EE4-619D-4BB2-B378-72CF637B773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A27A9A7A-BA53-408F-A7B4-5DEB5440F907}"/>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F28E041-F917-4176-AE22-496FECC720C4}"/>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읽기 예의 문장: mock:28.0</a:t>
            </a:r>
          </a:p>
        </p:txBody>
      </p:sp>
      <p:sp>
        <p:nvSpPr>
          <p:cNvPr id="5" name="">
            <a:extLst xmlns:a="http://schemas.openxmlformats.org/drawingml/2006/main">
              <a:ext uri="{FF2B5EF4-FFF2-40B4-BE49-F238E27FC236}">
                <a16:creationId xmlns:a16="http://schemas.microsoft.com/office/drawing/2014/main" id="{7E24E669-2B57-4628-98FD-F048AA9000A8}"/>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가상 출력이며 실제 측정값이 아닙니다.</a:t>
            </a:r>
          </a:p>
        </p:txBody>
      </p:sp>
      <p:sp>
        <p:nvSpPr>
          <p:cNvPr id="6" name="">
            <a:extLst xmlns:a="http://schemas.openxmlformats.org/drawingml/2006/main">
              <a:ext uri="{FF2B5EF4-FFF2-40B4-BE49-F238E27FC236}">
                <a16:creationId xmlns:a16="http://schemas.microsoft.com/office/drawing/2014/main" id="{CA309B91-5D27-421A-BBDC-41BE27EC96F6}"/>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컴파일·업로드 성공은 아직 확인하지 않았습니다.</a:t>
            </a:r>
          </a:p>
        </p:txBody>
      </p:sp>
      <p:sp>
        <p:nvSpPr>
          <p:cNvPr id="7" name="">
            <a:extLst xmlns:a="http://schemas.openxmlformats.org/drawingml/2006/main">
              <a:ext uri="{FF2B5EF4-FFF2-40B4-BE49-F238E27FC236}">
                <a16:creationId xmlns:a16="http://schemas.microsoft.com/office/drawing/2014/main" id="{F8C65C7B-98A6-4712-9C9F-98B3637062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2B33FEF-1E84-49E0-BA28-FB7E4372A15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0F279468-8204-4463-A734-0644AD69400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635010523"/>
      </p:ext>
    </p:extLst>
  </p:cSld>
</p:sld>
</file>

<file path=ppt/slides/slide8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CC8FE3-871F-449B-8B66-32002FBF749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D009E70-B657-4D0F-A290-09A51C492E2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F19DA0F2-80B1-4EFD-8CA8-F6516D7DF5A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글자가 깨질 때와 포트가 없을 때</a:t>
            </a:r>
          </a:p>
        </p:txBody>
      </p:sp>
      <p:sp>
        <p:nvSpPr>
          <p:cNvPr id="4" name="">
            <a:extLst xmlns:a="http://schemas.openxmlformats.org/drawingml/2006/main">
              <a:ext uri="{FF2B5EF4-FFF2-40B4-BE49-F238E27FC236}">
                <a16:creationId xmlns:a16="http://schemas.microsoft.com/office/drawing/2014/main" id="{4A7DB29C-4734-4090-9B81-FA776F93811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처음 확인할 항목을 각각 쓰세요.</a:t>
            </a:r>
          </a:p>
        </p:txBody>
      </p:sp>
      <p:sp>
        <p:nvSpPr>
          <p:cNvPr id="5" name="">
            <a:extLst xmlns:a="http://schemas.openxmlformats.org/drawingml/2006/main">
              <a:ext uri="{FF2B5EF4-FFF2-40B4-BE49-F238E27FC236}">
                <a16:creationId xmlns:a16="http://schemas.microsoft.com/office/drawing/2014/main" id="{5D8D3CBE-87C2-49FB-B905-DB76F7533D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F517788-2813-48C2-AA8D-6D20A6D6F3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AF3A0204-A4AA-4984-BD2E-6C0A87E783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084</a:t>
            </a:r>
          </a:p>
        </p:txBody>
      </p:sp>
    </p:spTree>
    <p:extLst>
      <p:ext uri="{BB962C8B-B14F-4D97-AF65-F5344CB8AC3E}">
        <p14:creationId xmlns:p14="http://schemas.microsoft.com/office/powerpoint/2010/main" val="1826447571"/>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F52A78-EE43-4E16-B5B8-E1942417224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A6E7491-0314-4ADE-A947-CCFFB38E9DD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8815ADD9-FB28-4330-ACF0-B8E90E9D82D5}"/>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11B081D-D479-4D36-B68F-0C47B7FB439F}"/>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글자 깨짐</a:t>
            </a:r>
            <a:r>
              <a:t>: 양쪽 속도 설정</a:t>
            </a:r>
          </a:p>
        </p:txBody>
      </p:sp>
      <p:sp>
        <p:nvSpPr>
          <p:cNvPr id="5" name="">
            <a:extLst xmlns:a="http://schemas.openxmlformats.org/drawingml/2006/main">
              <a:ext uri="{FF2B5EF4-FFF2-40B4-BE49-F238E27FC236}">
                <a16:creationId xmlns:a16="http://schemas.microsoft.com/office/drawing/2014/main" id="{6A47C55A-E6EB-4EE6-A591-2DD4066EBEB8}"/>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포트 없음: 케이블·드라이버·장치 인식</a:t>
            </a:r>
          </a:p>
        </p:txBody>
      </p:sp>
      <p:sp>
        <p:nvSpPr>
          <p:cNvPr id="6" name="">
            <a:extLst xmlns:a="http://schemas.openxmlformats.org/drawingml/2006/main">
              <a:ext uri="{FF2B5EF4-FFF2-40B4-BE49-F238E27FC236}">
                <a16:creationId xmlns:a16="http://schemas.microsoft.com/office/drawing/2014/main" id="{A6953677-CA3C-40BF-A3E3-FAD7889474E3}"/>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431A66-DD73-425E-B754-24EFA34967F0}"/>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고정 문장이 보이는 것과 센서를 읽는 것은 별도로 확인합니다.</a:t>
            </a:r>
          </a:p>
        </p:txBody>
      </p:sp>
      <p:sp>
        <p:nvSpPr>
          <p:cNvPr id="8" name="">
            <a:extLst xmlns:a="http://schemas.openxmlformats.org/drawingml/2006/main">
              <a:ext uri="{FF2B5EF4-FFF2-40B4-BE49-F238E27FC236}">
                <a16:creationId xmlns:a16="http://schemas.microsoft.com/office/drawing/2014/main" id="{B95B6B6F-5E21-4080-9584-E039D077EA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0D1FCD-1808-45D6-8FE3-9BFD149AAE2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F044720C-54B0-4222-BB51-33AB476E75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1586893221"/>
      </p:ext>
    </p:extLst>
  </p:cSld>
</p:sld>
</file>

<file path=ppt/slides/slide8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336DBC3-005A-4327-B453-D1466F4FB14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E1B837EC-326D-4EBA-AF1F-0E460DC1C3D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128E2577-4840-4091-A2C4-395A112074E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출력 문장을 mock:25.0으로 바꿉니다.</a:t>
            </a:r>
          </a:p>
        </p:txBody>
      </p:sp>
      <p:sp>
        <p:nvSpPr>
          <p:cNvPr id="4" name="">
            <a:extLst xmlns:a="http://schemas.openxmlformats.org/drawingml/2006/main">
              <a:ext uri="{FF2B5EF4-FFF2-40B4-BE49-F238E27FC236}">
                <a16:creationId xmlns:a16="http://schemas.microsoft.com/office/drawing/2014/main" id="{0C4D304F-4FEE-405E-B24F-9D094397BB5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입력 센서를 읽는 기능이 생긴 것은 아닙니다.</a:t>
            </a:r>
          </a:p>
        </p:txBody>
      </p:sp>
      <p:sp>
        <p:nvSpPr>
          <p:cNvPr id="5" name="">
            <a:extLst xmlns:a="http://schemas.openxmlformats.org/drawingml/2006/main">
              <a:ext uri="{FF2B5EF4-FFF2-40B4-BE49-F238E27FC236}">
                <a16:creationId xmlns:a16="http://schemas.microsoft.com/office/drawing/2014/main" id="{01E0A8BF-E796-43D2-BB81-CD89293AFE0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3E4C279-96AB-40F5-8A4D-31C37A68E1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5C780E12-90EB-45D1-A479-5A29F431F4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086</a:t>
            </a:r>
          </a:p>
        </p:txBody>
      </p:sp>
    </p:spTree>
    <p:extLst>
      <p:ext uri="{BB962C8B-B14F-4D97-AF65-F5344CB8AC3E}">
        <p14:creationId xmlns:p14="http://schemas.microsoft.com/office/powerpoint/2010/main" val="396279371"/>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8406A8-3392-4DB3-8BDE-1C9B59109B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27B97F0-A163-4754-A722-2B9C776579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546D86BE-C266-4F15-A283-7A8CEE12727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F5EC9FD-256F-47B2-BAB5-EDD6DFC847F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핀 번호를 추측해 전원을 넣지 않습니다.</a:t>
            </a:r>
          </a:p>
        </p:txBody>
      </p:sp>
      <p:sp>
        <p:nvSpPr>
          <p:cNvPr id="5" name="">
            <a:extLst xmlns:a="http://schemas.openxmlformats.org/drawingml/2006/main">
              <a:ext uri="{FF2B5EF4-FFF2-40B4-BE49-F238E27FC236}">
                <a16:creationId xmlns:a16="http://schemas.microsoft.com/office/drawing/2014/main" id="{27C46E79-49C3-4C1E-BCC0-46EE2903390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6B6134-94BD-423E-87D0-F32CC4EC1A0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FE34ED2-5DB5-4E35-B836-B7301FC5674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모델을 모르면 확인표에 적고 배선을 멈춥니다.</a:t>
            </a:r>
          </a:p>
        </p:txBody>
      </p:sp>
      <p:sp>
        <p:nvSpPr>
          <p:cNvPr id="8" name="">
            <a:extLst xmlns:a="http://schemas.openxmlformats.org/drawingml/2006/main">
              <a:ext uri="{FF2B5EF4-FFF2-40B4-BE49-F238E27FC236}">
                <a16:creationId xmlns:a16="http://schemas.microsoft.com/office/drawing/2014/main" id="{47B7C384-5A93-411F-9C6B-94AA3786B38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A46C838-4B1F-4914-B24A-F0338D66F7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12C2531B-18BB-49A7-9A68-B2106781DAD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596140500"/>
      </p:ext>
    </p:extLst>
  </p:cSld>
</p:sld>
</file>

<file path=ppt/slides/slide8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5EB282-C4BF-4DCE-B807-49B07DAF149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2FC09340-8E52-4254-9B94-98CF5E3D492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B2EAB6A3-820B-4B80-BC5C-4CCA6983451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setup과 loop의 역할을 말해 봅시다.</a:t>
            </a:r>
          </a:p>
        </p:txBody>
      </p:sp>
      <p:sp>
        <p:nvSpPr>
          <p:cNvPr id="4" name="">
            <a:extLst xmlns:a="http://schemas.openxmlformats.org/drawingml/2006/main">
              <a:ext uri="{FF2B5EF4-FFF2-40B4-BE49-F238E27FC236}">
                <a16:creationId xmlns:a16="http://schemas.microsoft.com/office/drawing/2014/main" id="{6E7B105C-0B16-42A5-B8C3-1A54F48A932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PC 파일 재생과 보드 실행을 구분합니다.</a:t>
            </a:r>
          </a:p>
        </p:txBody>
      </p:sp>
      <p:sp>
        <p:nvSpPr>
          <p:cNvPr id="5" name="">
            <a:extLst xmlns:a="http://schemas.openxmlformats.org/drawingml/2006/main">
              <a:ext uri="{FF2B5EF4-FFF2-40B4-BE49-F238E27FC236}">
                <a16:creationId xmlns:a16="http://schemas.microsoft.com/office/drawing/2014/main" id="{B2A2234E-B368-46F7-A467-A5F8CD898AC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7C092E-BD72-43D6-9E22-B07B3CE4162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B015E590-C1D8-411B-A64D-2AAF3D2859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088</a:t>
            </a:r>
          </a:p>
        </p:txBody>
      </p:sp>
    </p:spTree>
    <p:extLst>
      <p:ext uri="{BB962C8B-B14F-4D97-AF65-F5344CB8AC3E}">
        <p14:creationId xmlns:p14="http://schemas.microsoft.com/office/powerpoint/2010/main" val="467604063"/>
      </p:ext>
    </p:extLst>
  </p:cSld>
</p:sld>
</file>

<file path=ppt/slides/slide8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4AF788-599F-4EF9-AD6F-12BE123E909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6B7852A2-8162-4B23-AB71-C69B395945B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44A70F1C-BA30-4652-B4A7-F381513D282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고정값을 실제 온도로 바꾸려면</a:t>
            </a:r>
          </a:p>
        </p:txBody>
      </p:sp>
      <p:sp>
        <p:nvSpPr>
          <p:cNvPr id="4" name="">
            <a:extLst xmlns:a="http://schemas.openxmlformats.org/drawingml/2006/main">
              <a:ext uri="{FF2B5EF4-FFF2-40B4-BE49-F238E27FC236}">
                <a16:creationId xmlns:a16="http://schemas.microsoft.com/office/drawing/2014/main" id="{D1106D87-E87A-49C9-A8DD-286604899CB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빠진 입력·변환·확인 단계를 쓰세요.</a:t>
            </a:r>
          </a:p>
        </p:txBody>
      </p:sp>
      <p:sp>
        <p:nvSpPr>
          <p:cNvPr id="5" name="">
            <a:extLst xmlns:a="http://schemas.openxmlformats.org/drawingml/2006/main">
              <a:ext uri="{FF2B5EF4-FFF2-40B4-BE49-F238E27FC236}">
                <a16:creationId xmlns:a16="http://schemas.microsoft.com/office/drawing/2014/main" id="{5A96DBAE-FF46-476C-9E3F-841ABCCD8D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8233CE-3595-4D6C-BDAA-61A719C2E5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A3598142-42B7-47C8-931E-13A64EB265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089</a:t>
            </a:r>
          </a:p>
        </p:txBody>
      </p:sp>
    </p:spTree>
    <p:extLst>
      <p:ext uri="{BB962C8B-B14F-4D97-AF65-F5344CB8AC3E}">
        <p14:creationId xmlns:p14="http://schemas.microsoft.com/office/powerpoint/2010/main" val="166549859"/>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512F8A-13CE-4F53-9500-B05C112F0110}"/>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7F4D06-8CD7-49D9-8FE0-DEE7FBDA507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6BE507AB-76DC-455C-A6D9-60B07F77EFF8}"/>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458AD31-804A-44ED-8E10-C178776515EB}"/>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온도 판정 시험과 추가 확인</a:t>
            </a:r>
          </a:p>
        </p:txBody>
      </p:sp>
      <p:sp>
        <p:nvSpPr>
          <p:cNvPr id="5" name="">
            <a:extLst xmlns:a="http://schemas.openxmlformats.org/drawingml/2006/main">
              <a:ext uri="{FF2B5EF4-FFF2-40B4-BE49-F238E27FC236}">
                <a16:creationId xmlns:a16="http://schemas.microsoft.com/office/drawing/2014/main" id="{AE4A6B04-7D31-407B-A7BD-517EDC29D32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6BEF850-C8D5-458C-9E13-573CFAE34B10}"/>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2B7E5F8D-7CFC-4691-8471-438B83F8A8A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A16 · A17 · A18</a:t>
            </a:r>
          </a:p>
        </p:txBody>
      </p:sp>
      <p:sp>
        <p:nvSpPr>
          <p:cNvPr id="8" name="">
            <a:extLst xmlns:a="http://schemas.openxmlformats.org/drawingml/2006/main">
              <a:ext uri="{FF2B5EF4-FFF2-40B4-BE49-F238E27FC236}">
                <a16:creationId xmlns:a16="http://schemas.microsoft.com/office/drawing/2014/main" id="{4F46817B-C57E-4AAE-900C-FE8EC43652B3}"/>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F04E70D8-CA98-40D5-B2D1-4C865E9DC42B}"/>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2026.10.23</a:t>
            </a:r>
          </a:p>
        </p:txBody>
      </p:sp>
      <p:sp>
        <p:nvSpPr>
          <p:cNvPr id="10" name="">
            <a:extLst xmlns:a="http://schemas.openxmlformats.org/drawingml/2006/main">
              <a:ext uri="{FF2B5EF4-FFF2-40B4-BE49-F238E27FC236}">
                <a16:creationId xmlns:a16="http://schemas.microsoft.com/office/drawing/2014/main" id="{3702ED08-2A86-40E1-8BE6-29A307C30F6A}"/>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1667539425"/>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3EAE18-776E-444C-86B4-AE84C25917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428AB71-65F5-4459-A75E-1CBEC98FD56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 요구와 기대 상태</a:t>
            </a:r>
          </a:p>
        </p:txBody>
      </p:sp>
      <p:sp>
        <p:nvSpPr>
          <p:cNvPr id="3" name="">
            <a:extLst xmlns:a="http://schemas.openxmlformats.org/drawingml/2006/main">
              <a:ext uri="{FF2B5EF4-FFF2-40B4-BE49-F238E27FC236}">
                <a16:creationId xmlns:a16="http://schemas.microsoft.com/office/drawing/2014/main" id="{316E4F01-36E9-46A1-A871-07D9D5AE172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77E4571-33A2-4C2A-BE7F-29A8E2643BF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28.0 이상 → alert</a:t>
            </a:r>
          </a:p>
        </p:txBody>
      </p:sp>
      <p:sp>
        <p:nvSpPr>
          <p:cNvPr id="5" name="">
            <a:extLst xmlns:a="http://schemas.openxmlformats.org/drawingml/2006/main">
              <a:ext uri="{FF2B5EF4-FFF2-40B4-BE49-F238E27FC236}">
                <a16:creationId xmlns:a16="http://schemas.microsoft.com/office/drawing/2014/main" id="{A0B5160C-F2A9-403A-A2E3-67290645C59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73DC9C4-CF79-4508-A62C-62249786F8E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C72E67E-4A64-471F-8B7C-91B7D7DF1BD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null → missing</a:t>
            </a:r>
          </a:p>
        </p:txBody>
      </p:sp>
      <p:sp>
        <p:nvSpPr>
          <p:cNvPr id="8" name="">
            <a:extLst xmlns:a="http://schemas.openxmlformats.org/drawingml/2006/main">
              <a:ext uri="{FF2B5EF4-FFF2-40B4-BE49-F238E27FC236}">
                <a16:creationId xmlns:a16="http://schemas.microsoft.com/office/drawing/2014/main" id="{FA6FB3C8-401E-4991-A624-A4CB006760C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CA70525-FB09-4612-831C-05ED2307D9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9FE3ABB5-6454-4503-BFCC-5413E3C802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642161561"/>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23AAD6-ECC9-4C24-9B9D-31327AA2F2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7BA8ECE-D4BF-42C2-92BC-3AFB9A4BC5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경계·결측·형식 시험</a:t>
            </a:r>
          </a:p>
        </p:txBody>
      </p:sp>
      <p:sp>
        <p:nvSpPr>
          <p:cNvPr id="3" name="">
            <a:extLst xmlns:a="http://schemas.openxmlformats.org/drawingml/2006/main">
              <a:ext uri="{FF2B5EF4-FFF2-40B4-BE49-F238E27FC236}">
                <a16:creationId xmlns:a16="http://schemas.microsoft.com/office/drawing/2014/main" id="{87B45EC8-E6E8-4741-91BC-B5B12DA4A0AB}"/>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27.9</a:t>
            </a:r>
            <a:r>
              <a:t> · 28.0 · None · "28.0"</a:t>
            </a:r>
          </a:p>
        </p:txBody>
      </p:sp>
      <p:sp>
        <p:nvSpPr>
          <p:cNvPr id="4" name="">
            <a:extLst xmlns:a="http://schemas.openxmlformats.org/drawingml/2006/main">
              <a:ext uri="{FF2B5EF4-FFF2-40B4-BE49-F238E27FC236}">
                <a16:creationId xmlns:a16="http://schemas.microsoft.com/office/drawing/2014/main" id="{67D50D84-6517-4939-B7AE-518AC52A70B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기대 상태를 실행 전에 적습니다.</a:t>
            </a:r>
          </a:p>
        </p:txBody>
      </p:sp>
      <p:sp>
        <p:nvSpPr>
          <p:cNvPr id="5" name="">
            <a:extLst xmlns:a="http://schemas.openxmlformats.org/drawingml/2006/main">
              <a:ext uri="{FF2B5EF4-FFF2-40B4-BE49-F238E27FC236}">
                <a16:creationId xmlns:a16="http://schemas.microsoft.com/office/drawing/2014/main" id="{A9EC5A44-C82D-407A-9771-65CB5C2E45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16E91E-4AAC-4E59-90D3-4F0410BC28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6E9F52A6-61F6-4F5C-A25B-925220E369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940533497"/>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4E7AE09-F49A-4770-AC62-54A546FF51C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72DDA4A-F3E0-4853-B6E9-2773A4D351F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모의 시험의 검증 범위</a:t>
            </a:r>
          </a:p>
        </p:txBody>
      </p:sp>
      <p:sp>
        <p:nvSpPr>
          <p:cNvPr id="3" name="">
            <a:extLst xmlns:a="http://schemas.openxmlformats.org/drawingml/2006/main">
              <a:ext uri="{FF2B5EF4-FFF2-40B4-BE49-F238E27FC236}">
                <a16:creationId xmlns:a16="http://schemas.microsoft.com/office/drawing/2014/main" id="{A5D392FE-2CFC-458C-9580-6E3A1187E61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모의 시험의 검증 범위</a:t>
            </a:r>
          </a:p>
        </p:txBody>
      </p:sp>
      <p:sp>
        <p:nvSpPr>
          <p:cNvPr id="4" name="">
            <a:extLst xmlns:a="http://schemas.openxmlformats.org/drawingml/2006/main">
              <a:ext uri="{FF2B5EF4-FFF2-40B4-BE49-F238E27FC236}">
                <a16:creationId xmlns:a16="http://schemas.microsoft.com/office/drawing/2014/main" id="{65F7770F-0A0E-49FE-956B-3F335D9C9E1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64C4D3-34DB-4CBF-B361-CD0D02D29BB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입력값에 대한 판단을 확인합니다.</a:t>
            </a:r>
          </a:p>
        </p:txBody>
      </p:sp>
      <p:sp>
        <p:nvSpPr>
          <p:cNvPr id="6" name="">
            <a:extLst xmlns:a="http://schemas.openxmlformats.org/drawingml/2006/main">
              <a:ext uri="{FF2B5EF4-FFF2-40B4-BE49-F238E27FC236}">
                <a16:creationId xmlns:a16="http://schemas.microsoft.com/office/drawing/2014/main" id="{E76B5AF9-BA4A-4D61-AA61-4893F51946A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센서 정확도나 배선 성공은 별도입니다.</a:t>
            </a:r>
          </a:p>
        </p:txBody>
      </p:sp>
      <p:sp>
        <p:nvSpPr>
          <p:cNvPr id="7" name="">
            <a:extLst xmlns:a="http://schemas.openxmlformats.org/drawingml/2006/main">
              <a:ext uri="{FF2B5EF4-FFF2-40B4-BE49-F238E27FC236}">
                <a16:creationId xmlns:a16="http://schemas.microsoft.com/office/drawing/2014/main" id="{EB332487-6F9C-481E-8990-B2F89472C4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2FBA8C-509D-4379-BA02-1E508156483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FBD603AA-73E6-4BBE-93AB-0B4D5A2BC7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549853827"/>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07DD3-85C3-4856-A058-8A683BF8818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C4A2CC1-01F8-49F0-85B4-8FE881717CC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문턱 변경과 시험 갱신</a:t>
            </a:r>
          </a:p>
        </p:txBody>
      </p:sp>
      <p:sp>
        <p:nvSpPr>
          <p:cNvPr id="3" name="">
            <a:extLst xmlns:a="http://schemas.openxmlformats.org/drawingml/2006/main">
              <a:ext uri="{FF2B5EF4-FFF2-40B4-BE49-F238E27FC236}">
                <a16:creationId xmlns:a16="http://schemas.microsoft.com/office/drawing/2014/main" id="{97A14DAE-5C33-4452-A767-C74800E1641E}"/>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30.0으로 바꾸면 29.9</a:t>
            </a:r>
            <a:r>
              <a:t>·30.0·30.1을 비교합니다.</a:t>
            </a:r>
          </a:p>
        </p:txBody>
      </p:sp>
      <p:sp>
        <p:nvSpPr>
          <p:cNvPr id="4" name="">
            <a:extLst xmlns:a="http://schemas.openxmlformats.org/drawingml/2006/main">
              <a:ext uri="{FF2B5EF4-FFF2-40B4-BE49-F238E27FC236}">
                <a16:creationId xmlns:a16="http://schemas.microsoft.com/office/drawing/2014/main" id="{5EEFC969-4E96-41BB-A84A-275BD02F582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누락과 초기 상태도 재검토합니다.</a:t>
            </a:r>
          </a:p>
        </p:txBody>
      </p:sp>
      <p:sp>
        <p:nvSpPr>
          <p:cNvPr id="5" name="">
            <a:extLst xmlns:a="http://schemas.openxmlformats.org/drawingml/2006/main">
              <a:ext uri="{FF2B5EF4-FFF2-40B4-BE49-F238E27FC236}">
                <a16:creationId xmlns:a16="http://schemas.microsoft.com/office/drawing/2014/main" id="{AC4415C3-ACFA-4BD2-B025-36875EA40B0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4A03D3E-DE63-4731-B7B2-E163258A730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46951554-E5B4-47BE-BFDE-E0FB322F7FC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807039912"/>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EC51187-E904-423E-AFEE-4E6B5BCBA32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F5610C3-6CD4-4CB2-AFD6-EC5CE6597E2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미확인 실물 조건</a:t>
            </a:r>
          </a:p>
        </p:txBody>
      </p:sp>
      <p:sp>
        <p:nvSpPr>
          <p:cNvPr id="3" name="">
            <a:extLst xmlns:a="http://schemas.openxmlformats.org/drawingml/2006/main">
              <a:ext uri="{FF2B5EF4-FFF2-40B4-BE49-F238E27FC236}">
                <a16:creationId xmlns:a16="http://schemas.microsoft.com/office/drawing/2014/main" id="{D432D874-775C-4547-98C0-455A9153985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보드 모델</a:t>
            </a:r>
          </a:p>
        </p:txBody>
      </p:sp>
      <p:sp>
        <p:nvSpPr>
          <p:cNvPr id="4" name="">
            <a:extLst xmlns:a="http://schemas.openxmlformats.org/drawingml/2006/main">
              <a:ext uri="{FF2B5EF4-FFF2-40B4-BE49-F238E27FC236}">
                <a16:creationId xmlns:a16="http://schemas.microsoft.com/office/drawing/2014/main" id="{DCC9076A-C05A-4F41-AFD5-57E725AEC9A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AFB617-838C-4746-A33C-DBA12A64DE7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보드 모델</a:t>
            </a:r>
            <a:r>
              <a:t> · 신호 전압 · 센서 오차</a:t>
            </a:r>
          </a:p>
        </p:txBody>
      </p:sp>
      <p:sp>
        <p:nvSpPr>
          <p:cNvPr id="6" name="">
            <a:extLst xmlns:a="http://schemas.openxmlformats.org/drawingml/2006/main">
              <a:ext uri="{FF2B5EF4-FFF2-40B4-BE49-F238E27FC236}">
                <a16:creationId xmlns:a16="http://schemas.microsoft.com/office/drawing/2014/main" id="{652D156A-4EF6-45A7-988E-8EDC4BE3DA5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모르는 항목은 비워 두고 확인할 자료를 적습니다.</a:t>
            </a:r>
          </a:p>
        </p:txBody>
      </p:sp>
      <p:sp>
        <p:nvSpPr>
          <p:cNvPr id="7" name="">
            <a:extLst xmlns:a="http://schemas.openxmlformats.org/drawingml/2006/main">
              <a:ext uri="{FF2B5EF4-FFF2-40B4-BE49-F238E27FC236}">
                <a16:creationId xmlns:a16="http://schemas.microsoft.com/office/drawing/2014/main" id="{20515B97-7083-4CC8-8442-2FEC156E20D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641EF8A-997A-41B2-9189-5732DC55AC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9" name="">
            <a:extLst xmlns:a="http://schemas.openxmlformats.org/drawingml/2006/main">
              <a:ext uri="{FF2B5EF4-FFF2-40B4-BE49-F238E27FC236}">
                <a16:creationId xmlns:a16="http://schemas.microsoft.com/office/drawing/2014/main" id="{A5C701E6-974C-4983-92AE-E26ADF38FE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2018721063"/>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281B52-1E0B-4AC5-BA5F-EEA9B6BAA1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FB4FD0D-0781-4F45-B396-C3AD8D0CEEC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 판정 시험 자료 전달</a:t>
            </a:r>
          </a:p>
        </p:txBody>
      </p:sp>
      <p:sp>
        <p:nvSpPr>
          <p:cNvPr id="3" name="">
            <a:extLst xmlns:a="http://schemas.openxmlformats.org/drawingml/2006/main">
              <a:ext uri="{FF2B5EF4-FFF2-40B4-BE49-F238E27FC236}">
                <a16:creationId xmlns:a16="http://schemas.microsoft.com/office/drawing/2014/main" id="{DF6BA7FA-EA90-4956-8F94-20539364B11F}"/>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BAC3AF-63E3-41E1-BE9D-28E3A9BF01B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입력</a:t>
            </a:r>
            <a:r>
              <a:t> · 코드 · 명령 · 출력 · 시험표</a:t>
            </a:r>
          </a:p>
        </p:txBody>
      </p:sp>
      <p:sp>
        <p:nvSpPr>
          <p:cNvPr id="5" name="">
            <a:extLst xmlns:a="http://schemas.openxmlformats.org/drawingml/2006/main">
              <a:ext uri="{FF2B5EF4-FFF2-40B4-BE49-F238E27FC236}">
                <a16:creationId xmlns:a16="http://schemas.microsoft.com/office/drawing/2014/main" id="{B12FEFD5-3CA4-4340-9936-7E4E7F61C5E1}"/>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예제 실행 결과를 적고, 장비에서 아직 시험하지 못한 항목을 표시합니다.</a:t>
            </a:r>
          </a:p>
        </p:txBody>
      </p:sp>
      <p:sp>
        <p:nvSpPr>
          <p:cNvPr id="6" name="">
            <a:extLst xmlns:a="http://schemas.openxmlformats.org/drawingml/2006/main">
              <a:ext uri="{FF2B5EF4-FFF2-40B4-BE49-F238E27FC236}">
                <a16:creationId xmlns:a16="http://schemas.microsoft.com/office/drawing/2014/main" id="{17ED396A-D6E7-4527-A84B-29FCE8054D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E300EB0-FCFC-429E-9DAD-D431193761F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614D350E-04A7-4AA9-8963-D6DAB084C3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1697291353"/>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F1D7FF-DD85-4EF2-9F70-A2776A18502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F9A2E69-1FC7-4756-A1CF-2A1BEE88AA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모의 입력과 기대 상태</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197642"/>
                <a:gridCol w="5775158"/>
              </a:tblGrid>
              <a:tr h="685800">
                <a:tc>
                  <a:txBody>
                    <a:bodyPr wrap="square"/>
                    <a:lstStyle/>
                    <a:p>
                      <a:pPr>
                        <a:lnSpc>
                          <a:spcPct val="94000"/>
                        </a:lnSpc>
                        <a:buNone/>
                      </a:pPr>
                      <a:r>
                        <a:rPr sz="2100" b="1">
                          <a:solidFill>
                            <a:srgbClr val="FFFFFF"/>
                          </a:solidFill>
                          <a:latin typeface="Noto Sans KR"/>
                          <a:ea typeface="Noto Sans KR"/>
                          <a:cs typeface="Noto Sans KR"/>
                        </a:rPr>
                        <a:t>온도 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기대 상태</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normal</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28.0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alert</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missing</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"28.0"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invalid</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DB484AC7-7C6C-453F-A5BE-94B1DF0FB4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1665A6-084E-436D-8D48-AB0A5D90C99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6" name="">
            <a:extLst xmlns:a="http://schemas.openxmlformats.org/drawingml/2006/main">
              <a:ext uri="{FF2B5EF4-FFF2-40B4-BE49-F238E27FC236}">
                <a16:creationId xmlns:a16="http://schemas.microsoft.com/office/drawing/2014/main" id="{4972F324-BCF7-4567-A37E-14C3A42B3E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953353034"/>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4294F0-9721-4C78-A514-06512CE6572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C7A8063-425A-490E-8466-C426C1D68B6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E2F10E6F-5254-4C5E-84C2-E9FCD4EE8BD1}"/>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AA5CCB-3695-4E0D-B1E1-11C42BF631EC}"/>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네 기대 상태와 관찰을 비교합니다.</a:t>
            </a:r>
          </a:p>
        </p:txBody>
      </p:sp>
      <p:sp>
        <p:nvSpPr>
          <p:cNvPr id="5" name="">
            <a:extLst xmlns:a="http://schemas.openxmlformats.org/drawingml/2006/main">
              <a:ext uri="{FF2B5EF4-FFF2-40B4-BE49-F238E27FC236}">
                <a16:creationId xmlns:a16="http://schemas.microsoft.com/office/drawing/2014/main" id="{B207A734-5DC5-4F2B-B387-A79C02AE0ECA}"/>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실물 측정 정확도는 별도 시험입니다.</a:t>
            </a:r>
          </a:p>
        </p:txBody>
      </p:sp>
      <p:sp>
        <p:nvSpPr>
          <p:cNvPr id="6" name="">
            <a:extLst xmlns:a="http://schemas.openxmlformats.org/drawingml/2006/main">
              <a:ext uri="{FF2B5EF4-FFF2-40B4-BE49-F238E27FC236}">
                <a16:creationId xmlns:a16="http://schemas.microsoft.com/office/drawing/2014/main" id="{75EBA94C-AABE-49D3-8297-CF7948AA61D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5114726-EA52-4199-AB1E-EA3A7D372D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21C95A41-348A-49D2-8FC2-2D941AF354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231164200"/>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4D161E-01E0-409C-8300-C6EDF1F7301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762F74B6-C7A7-4E18-83E2-6492299FC27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3F9A680C-4BB3-4BAB-BE0F-4E4DC0CA75E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센서 오차 ±0.5℃도 확인된 것인가요?</a:t>
            </a:r>
          </a:p>
        </p:txBody>
      </p:sp>
      <p:sp>
        <p:nvSpPr>
          <p:cNvPr id="4" name="">
            <a:extLst xmlns:a="http://schemas.openxmlformats.org/drawingml/2006/main">
              <a:ext uri="{FF2B5EF4-FFF2-40B4-BE49-F238E27FC236}">
                <a16:creationId xmlns:a16="http://schemas.microsoft.com/office/drawing/2014/main" id="{F99AE6E3-884B-4A89-84DC-F44FB63F153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예제에서 확인한 결과와 센서에서 시험할 내용을 각각 쓰세요.</a:t>
            </a:r>
          </a:p>
        </p:txBody>
      </p:sp>
      <p:sp>
        <p:nvSpPr>
          <p:cNvPr id="5" name="">
            <a:extLst xmlns:a="http://schemas.openxmlformats.org/drawingml/2006/main">
              <a:ext uri="{FF2B5EF4-FFF2-40B4-BE49-F238E27FC236}">
                <a16:creationId xmlns:a16="http://schemas.microsoft.com/office/drawing/2014/main" id="{8D9E114C-A32E-4F3F-8A7C-34797C16737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A9D4AD3-D108-4C27-88B7-314BA5D60D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0DB4DC04-4924-47B4-A251-CE6BFD9C3D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698756783"/>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A68AC3-1419-4A2D-8D90-F4EADB2C0A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EAB54E7-149A-449F-B96C-1AA2E4F4583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19B8C9CD-2510-46F0-974B-CA334758FA1A}"/>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현재는 모의 판단 규칙만 확인했습니다.</a:t>
            </a:r>
          </a:p>
        </p:txBody>
      </p:sp>
      <p:sp>
        <p:nvSpPr>
          <p:cNvPr id="4" name="">
            <a:extLst xmlns:a="http://schemas.openxmlformats.org/drawingml/2006/main">
              <a:ext uri="{FF2B5EF4-FFF2-40B4-BE49-F238E27FC236}">
                <a16:creationId xmlns:a16="http://schemas.microsoft.com/office/drawing/2014/main" id="{F2882780-FE11-449F-A65A-6E5F04D8B8A2}"/>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기준 온도계와 실제 센서의 비교가 필요합니다.</a:t>
            </a:r>
          </a:p>
        </p:txBody>
      </p:sp>
      <p:sp>
        <p:nvSpPr>
          <p:cNvPr id="5" name="">
            <a:extLst xmlns:a="http://schemas.openxmlformats.org/drawingml/2006/main">
              <a:ext uri="{FF2B5EF4-FFF2-40B4-BE49-F238E27FC236}">
                <a16:creationId xmlns:a16="http://schemas.microsoft.com/office/drawing/2014/main" id="{0B1161C5-051C-4F08-844D-DBD8E100B8D7}"/>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여러 온도 조건과 측정 방법을 기록합니다.</a:t>
            </a:r>
          </a:p>
        </p:txBody>
      </p:sp>
      <p:sp>
        <p:nvSpPr>
          <p:cNvPr id="6" name="">
            <a:extLst xmlns:a="http://schemas.openxmlformats.org/drawingml/2006/main">
              <a:ext uri="{FF2B5EF4-FFF2-40B4-BE49-F238E27FC236}">
                <a16:creationId xmlns:a16="http://schemas.microsoft.com/office/drawing/2014/main" id="{75C36879-3494-4516-9E2E-43397BDEDF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F3449AA-EE66-40EE-BA0A-2C05044B9D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304E02FE-B356-47FA-98DB-10C5C56A1F1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886976679"/>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4D0C95-8375-48A3-8F9D-999349D3403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82CD9ACA-F20F-4E9E-9F3B-D864D474963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ECE8CDD1-D332-4C1F-9400-31BF8A7B3BC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기준 30.0에 맞춰</a:t>
            </a:r>
          </a:p>
        </p:txBody>
      </p:sp>
      <p:sp>
        <p:nvSpPr>
          <p:cNvPr id="4" name="">
            <a:extLst xmlns:a="http://schemas.openxmlformats.org/drawingml/2006/main">
              <a:ext uri="{FF2B5EF4-FFF2-40B4-BE49-F238E27FC236}">
                <a16:creationId xmlns:a16="http://schemas.microsoft.com/office/drawing/2014/main" id="{49ED6531-56D5-4715-B746-80FA00F9160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입력·기대 상태·표시 설명을 갱신합니다.</a:t>
            </a:r>
          </a:p>
        </p:txBody>
      </p:sp>
      <p:sp>
        <p:nvSpPr>
          <p:cNvPr id="5" name="">
            <a:extLst xmlns:a="http://schemas.openxmlformats.org/drawingml/2006/main">
              <a:ext uri="{FF2B5EF4-FFF2-40B4-BE49-F238E27FC236}">
                <a16:creationId xmlns:a16="http://schemas.microsoft.com/office/drawing/2014/main" id="{3B73C83F-BA07-4329-B4C1-A1995BB6DDE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50D4D89-F566-469A-891F-358752670E1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53B59CEC-1E96-4783-BD7F-B45A81ADF6F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1195182003"/>
      </p:ext>
    </p:extLst>
  </p:cSld>
</p:sld>
</file>

<file path=ppt/slides/slide10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E914F3-F863-4A9A-BE0A-6D52B33EA3B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F654068-0D11-4BDF-A0E2-DDE7A0527EC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8699A254-BEDE-40D7-8073-0CBE2382E5F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8386160-A3BC-4F39-869B-D82D9868C4A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모의 28.0 일치를 센서 정확도로 쓰지 않습니다.</a:t>
            </a:r>
          </a:p>
        </p:txBody>
      </p:sp>
      <p:sp>
        <p:nvSpPr>
          <p:cNvPr id="5" name="">
            <a:extLst xmlns:a="http://schemas.openxmlformats.org/drawingml/2006/main">
              <a:ext uri="{FF2B5EF4-FFF2-40B4-BE49-F238E27FC236}">
                <a16:creationId xmlns:a16="http://schemas.microsoft.com/office/drawing/2014/main" id="{4A6FB0D1-C206-43D3-9798-7956B6BE1DE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B918869-07AC-4759-9E35-3CF7F6094FF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509A10-0B71-4276-87DE-46D356ABAE1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장비가 없어 시험하지 못한 항목은 그대로 표시합니다.</a:t>
            </a:r>
          </a:p>
        </p:txBody>
      </p:sp>
      <p:sp>
        <p:nvSpPr>
          <p:cNvPr id="8" name="">
            <a:extLst xmlns:a="http://schemas.openxmlformats.org/drawingml/2006/main">
              <a:ext uri="{FF2B5EF4-FFF2-40B4-BE49-F238E27FC236}">
                <a16:creationId xmlns:a16="http://schemas.microsoft.com/office/drawing/2014/main" id="{852E1577-40E0-4402-9F10-EBBA7986AC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46D051-2516-4199-95D3-F3867A9C241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0" name="">
            <a:extLst xmlns:a="http://schemas.openxmlformats.org/drawingml/2006/main">
              <a:ext uri="{FF2B5EF4-FFF2-40B4-BE49-F238E27FC236}">
                <a16:creationId xmlns:a16="http://schemas.microsoft.com/office/drawing/2014/main" id="{C0CF5BF4-96A0-4B09-BC8D-E673E16C6A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102</a:t>
            </a:r>
          </a:p>
        </p:txBody>
      </p:sp>
    </p:spTree>
    <p:extLst>
      <p:ext uri="{BB962C8B-B14F-4D97-AF65-F5344CB8AC3E}">
        <p14:creationId xmlns:p14="http://schemas.microsoft.com/office/powerpoint/2010/main" val="1248533362"/>
      </p:ext>
    </p:extLst>
  </p:cSld>
</p:sld>
</file>

<file path=ppt/slides/slide10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AD73D3-CBCE-41F4-8359-8602E6CF92C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C5BB6C64-8E09-4AE1-AEF4-59A6C513E34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EA9CCD65-BD6A-4D3A-8046-4109300BE8B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예제에서 시험한 입력과 결과를 설명합니다.</a:t>
            </a:r>
          </a:p>
        </p:txBody>
      </p:sp>
      <p:sp>
        <p:nvSpPr>
          <p:cNvPr id="4" name="">
            <a:extLst xmlns:a="http://schemas.openxmlformats.org/drawingml/2006/main">
              <a:ext uri="{FF2B5EF4-FFF2-40B4-BE49-F238E27FC236}">
                <a16:creationId xmlns:a16="http://schemas.microsoft.com/office/drawing/2014/main" id="{22D46EE6-70D3-4086-A244-C2EBCBA48FC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다음 팀에 줄 파일 묶음을 가리켜 봅니다.</a:t>
            </a:r>
          </a:p>
        </p:txBody>
      </p:sp>
      <p:sp>
        <p:nvSpPr>
          <p:cNvPr id="5" name="">
            <a:extLst xmlns:a="http://schemas.openxmlformats.org/drawingml/2006/main">
              <a:ext uri="{FF2B5EF4-FFF2-40B4-BE49-F238E27FC236}">
                <a16:creationId xmlns:a16="http://schemas.microsoft.com/office/drawing/2014/main" id="{2AEBD5F2-570A-49CC-80AA-A687E199041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A16FD84-70D0-47DA-902C-185DC8A666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F391F4D2-73A0-49D2-AE9C-E3E4BE08FC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103</a:t>
            </a:r>
          </a:p>
        </p:txBody>
      </p:sp>
    </p:spTree>
    <p:extLst>
      <p:ext uri="{BB962C8B-B14F-4D97-AF65-F5344CB8AC3E}">
        <p14:creationId xmlns:p14="http://schemas.microsoft.com/office/powerpoint/2010/main" val="234521601"/>
      </p:ext>
    </p:extLst>
  </p:cSld>
</p:sld>
</file>

<file path=ppt/slides/slide10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FB1712F-8D80-4678-961B-12EB6E34419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EB75C520-9A86-42D5-8457-0DEA20ECE10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22C5A170-EBE1-46D7-A4C3-E3842FB0FB9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경계 30.0</a:t>
            </a:r>
          </a:p>
        </p:txBody>
      </p:sp>
      <p:sp>
        <p:nvSpPr>
          <p:cNvPr id="4" name="">
            <a:extLst xmlns:a="http://schemas.openxmlformats.org/drawingml/2006/main">
              <a:ext uri="{FF2B5EF4-FFF2-40B4-BE49-F238E27FC236}">
                <a16:creationId xmlns:a16="http://schemas.microsoft.com/office/drawing/2014/main" id="{A69DAE03-9820-4916-9DDB-03503527EB6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시험 세 입력과 실물 미확인 두 가지를 쓰세요.</a:t>
            </a:r>
          </a:p>
        </p:txBody>
      </p:sp>
      <p:sp>
        <p:nvSpPr>
          <p:cNvPr id="5" name="">
            <a:extLst xmlns:a="http://schemas.openxmlformats.org/drawingml/2006/main">
              <a:ext uri="{FF2B5EF4-FFF2-40B4-BE49-F238E27FC236}">
                <a16:creationId xmlns:a16="http://schemas.microsoft.com/office/drawing/2014/main" id="{A6578607-19FD-419D-8379-E5E3FA613B6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BE9A47-DBF0-4492-9FD7-D83F3506FEB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7" name="">
            <a:extLst xmlns:a="http://schemas.openxmlformats.org/drawingml/2006/main">
              <a:ext uri="{FF2B5EF4-FFF2-40B4-BE49-F238E27FC236}">
                <a16:creationId xmlns:a16="http://schemas.microsoft.com/office/drawing/2014/main" id="{8187CF93-451A-4F26-9052-E12D5CAC66C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104</a:t>
            </a:r>
          </a:p>
        </p:txBody>
      </p:sp>
    </p:spTree>
    <p:extLst>
      <p:ext uri="{BB962C8B-B14F-4D97-AF65-F5344CB8AC3E}">
        <p14:creationId xmlns:p14="http://schemas.microsoft.com/office/powerpoint/2010/main" val="504678834"/>
      </p:ext>
    </p:extLst>
  </p:cSld>
</p:sld>
</file>

<file path=ppt/slides/slide10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26807FF-C082-4445-8716-876315ECF12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A2FB242-7AF0-427B-A698-13743BAC6AF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제출할 기록과 파일</a:t>
            </a:r>
          </a:p>
        </p:txBody>
      </p:sp>
      <p:sp>
        <p:nvSpPr>
          <p:cNvPr id="3" name="">
            <a:extLst xmlns:a="http://schemas.openxmlformats.org/drawingml/2006/main">
              <a:ext uri="{FF2B5EF4-FFF2-40B4-BE49-F238E27FC236}">
                <a16:creationId xmlns:a16="http://schemas.microsoft.com/office/drawing/2014/main" id="{3A613576-6221-4F87-B030-47B0A4E9AD0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C3D74AD-AAF7-4C24-B0A1-76C55A49BCF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work의 기록과 수정본을 저장합니다.</a:t>
            </a:r>
          </a:p>
        </p:txBody>
      </p:sp>
      <p:sp>
        <p:nvSpPr>
          <p:cNvPr id="5" name="">
            <a:extLst xmlns:a="http://schemas.openxmlformats.org/drawingml/2006/main">
              <a:ext uri="{FF2B5EF4-FFF2-40B4-BE49-F238E27FC236}">
                <a16:creationId xmlns:a16="http://schemas.microsoft.com/office/drawing/2014/main" id="{671E43D9-AB7A-442F-A386-C0D963805C3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80476E0-E693-41D1-8D71-DEBB424C347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D79F728-C569-465A-915C-E07678EA73B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a:t>
            </a:r>
            <a:r>
              <a:t>·설정·결과가 같은 실행인지 확인합니다.</a:t>
            </a:r>
          </a:p>
        </p:txBody>
      </p:sp>
      <p:sp>
        <p:nvSpPr>
          <p:cNvPr id="8" name="">
            <a:extLst xmlns:a="http://schemas.openxmlformats.org/drawingml/2006/main">
              <a:ext uri="{FF2B5EF4-FFF2-40B4-BE49-F238E27FC236}">
                <a16:creationId xmlns:a16="http://schemas.microsoft.com/office/drawing/2014/main" id="{57670606-37DB-4214-AB9C-08B51F6ECFCE}"/>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708B9A6-8A4A-4A69-BE81-8A92601259BF}"/>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100AB0A-2245-4307-8D6C-7924E0DF39B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어떻게 확인했는지, 아직 시험하지 못한 것은 무엇인지 적습니다.</a:t>
            </a:r>
          </a:p>
        </p:txBody>
      </p:sp>
      <p:sp>
        <p:nvSpPr>
          <p:cNvPr id="11" name="">
            <a:extLst xmlns:a="http://schemas.openxmlformats.org/drawingml/2006/main">
              <a:ext uri="{FF2B5EF4-FFF2-40B4-BE49-F238E27FC236}">
                <a16:creationId xmlns:a16="http://schemas.microsoft.com/office/drawing/2014/main" id="{439AFBF8-98EB-4DA8-B305-0B08E5258EC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133F80-33EA-4B10-91D4-A132BE4C659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10/23  피지컬AI</a:t>
            </a:r>
          </a:p>
        </p:txBody>
      </p:sp>
      <p:sp>
        <p:nvSpPr>
          <p:cNvPr id="13" name="">
            <a:extLst xmlns:a="http://schemas.openxmlformats.org/drawingml/2006/main">
              <a:ext uri="{FF2B5EF4-FFF2-40B4-BE49-F238E27FC236}">
                <a16:creationId xmlns:a16="http://schemas.microsoft.com/office/drawing/2014/main" id="{2FEFB499-0B76-47D6-8AC0-89275039FB0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105</a:t>
            </a:r>
          </a:p>
        </p:txBody>
      </p:sp>
    </p:spTree>
    <p:extLst>
      <p:ext uri="{BB962C8B-B14F-4D97-AF65-F5344CB8AC3E}">
        <p14:creationId xmlns:p14="http://schemas.microsoft.com/office/powerpoint/2010/main" val="1307035323"/>
      </p:ext>
    </p:extLst>
  </p:cSld>
</p:sld>
</file>

<file path=ppt/slides/slide10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994A43-98B7-46E5-9FAD-99000AE9591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0B5DAA9D-8CCF-47D0-B5F4-84E65DDEB44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다음 사람이 알아야 할 내용</a:t>
            </a:r>
          </a:p>
        </p:txBody>
      </p:sp>
      <p:sp>
        <p:nvSpPr>
          <p:cNvPr id="3" name="">
            <a:extLst xmlns:a="http://schemas.openxmlformats.org/drawingml/2006/main">
              <a:ext uri="{FF2B5EF4-FFF2-40B4-BE49-F238E27FC236}">
                <a16:creationId xmlns:a16="http://schemas.microsoft.com/office/drawing/2014/main" id="{B0039685-4E78-436F-931B-0F4E23C51F9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어느 폴더에서 어떤 명령을 입력하는지 설명합니다.</a:t>
            </a:r>
          </a:p>
        </p:txBody>
      </p:sp>
      <p:sp>
        <p:nvSpPr>
          <p:cNvPr id="4" name="">
            <a:extLst xmlns:a="http://schemas.openxmlformats.org/drawingml/2006/main">
              <a:ext uri="{FF2B5EF4-FFF2-40B4-BE49-F238E27FC236}">
                <a16:creationId xmlns:a16="http://schemas.microsoft.com/office/drawing/2014/main" id="{7D39BBC1-90FA-4BB9-9A8C-F9F4A9E120E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출력의 뜻과 추가로 시험할 내용을 설명합니다.</a:t>
            </a:r>
          </a:p>
        </p:txBody>
      </p:sp>
      <p:sp>
        <p:nvSpPr>
          <p:cNvPr id="5" name="">
            <a:extLst xmlns:a="http://schemas.openxmlformats.org/drawingml/2006/main">
              <a:ext uri="{FF2B5EF4-FFF2-40B4-BE49-F238E27FC236}">
                <a16:creationId xmlns:a16="http://schemas.microsoft.com/office/drawing/2014/main" id="{CA21A8C5-2A19-4181-BD17-13DD2FEFC3CD}"/>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막힌 단계와 다시 확인할 항목을 적습니다.</a:t>
            </a:r>
          </a:p>
        </p:txBody>
      </p:sp>
      <p:sp>
        <p:nvSpPr>
          <p:cNvPr id="6" name="">
            <a:extLst xmlns:a="http://schemas.openxmlformats.org/drawingml/2006/main">
              <a:ext uri="{FF2B5EF4-FFF2-40B4-BE49-F238E27FC236}">
                <a16:creationId xmlns:a16="http://schemas.microsoft.com/office/drawing/2014/main" id="{724DAE2A-18EE-41C3-85CA-41B60542DC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8E3FF6B-1C22-4143-AE84-7B033CD72D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10/23  피지컬AI</a:t>
            </a:r>
          </a:p>
        </p:txBody>
      </p:sp>
      <p:sp>
        <p:nvSpPr>
          <p:cNvPr id="8" name="">
            <a:extLst xmlns:a="http://schemas.openxmlformats.org/drawingml/2006/main">
              <a:ext uri="{FF2B5EF4-FFF2-40B4-BE49-F238E27FC236}">
                <a16:creationId xmlns:a16="http://schemas.microsoft.com/office/drawing/2014/main" id="{9EAFE3A7-23F4-4427-A21F-4B91FB3244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106</a:t>
            </a:r>
          </a:p>
        </p:txBody>
      </p:sp>
    </p:spTree>
    <p:extLst>
      <p:ext uri="{BB962C8B-B14F-4D97-AF65-F5344CB8AC3E}">
        <p14:creationId xmlns:p14="http://schemas.microsoft.com/office/powerpoint/2010/main" val="2456495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2026-10-05T04:02:15.8380000Z</dcterms:created>
  <dcterms:modified xsi:type="dcterms:W3CDTF">2026-10-05T04:02:15.8380000Z</dcterms:modified>
</coreProperties>
</file>