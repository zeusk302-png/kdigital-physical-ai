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08d5114f84626" /><Relationship Type="http://schemas.openxmlformats.org/officeDocument/2006/relationships/extended-properties" Target="/docProps/app.xml" Id="R2992666885e148a4" /><Relationship Type="http://schemas.openxmlformats.org/officeDocument/2006/relationships/officeDocument" Target="/ppt/presentation.xml" Id="Raeae2cd0f0ea42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019c2dea9a40e8"/>
  </p:sldMasterIdLst>
  <p:notesMasterIdLst>
    <p:notesMasterId xmlns:r="http://schemas.openxmlformats.org/officeDocument/2006/relationships" r:id="R308db00a00f74ed0"/>
  </p:notesMasterIdLst>
  <p:sldIdLst>
    <p:sldId xmlns:r="http://schemas.openxmlformats.org/officeDocument/2006/relationships" id="256" r:id="Re549d950388a4bbb"/>
    <p:sldId xmlns:r="http://schemas.openxmlformats.org/officeDocument/2006/relationships" id="257" r:id="Ree3d9d2edf614dec"/>
    <p:sldId xmlns:r="http://schemas.openxmlformats.org/officeDocument/2006/relationships" id="258" r:id="R356ba48c1709455a"/>
    <p:sldId xmlns:r="http://schemas.openxmlformats.org/officeDocument/2006/relationships" id="259" r:id="R6b126857f7c94e09"/>
    <p:sldId xmlns:r="http://schemas.openxmlformats.org/officeDocument/2006/relationships" id="260" r:id="R2ba7289c3d984837"/>
    <p:sldId xmlns:r="http://schemas.openxmlformats.org/officeDocument/2006/relationships" id="261" r:id="R89abf8d0c2494522"/>
    <p:sldId xmlns:r="http://schemas.openxmlformats.org/officeDocument/2006/relationships" id="262" r:id="R8b720d1daecc4b8f"/>
    <p:sldId xmlns:r="http://schemas.openxmlformats.org/officeDocument/2006/relationships" id="263" r:id="R98a487e3268d4292"/>
    <p:sldId xmlns:r="http://schemas.openxmlformats.org/officeDocument/2006/relationships" id="264" r:id="Ra627a8ebd5944e79"/>
    <p:sldId xmlns:r="http://schemas.openxmlformats.org/officeDocument/2006/relationships" id="265" r:id="Re15c3fd5823e4c6d"/>
    <p:sldId xmlns:r="http://schemas.openxmlformats.org/officeDocument/2006/relationships" id="266" r:id="R9d50c57fdcab43fa"/>
    <p:sldId xmlns:r="http://schemas.openxmlformats.org/officeDocument/2006/relationships" id="267" r:id="R3e95dfe7263f4356"/>
    <p:sldId xmlns:r="http://schemas.openxmlformats.org/officeDocument/2006/relationships" id="268" r:id="Ra45b92cfb1f746c8"/>
    <p:sldId xmlns:r="http://schemas.openxmlformats.org/officeDocument/2006/relationships" id="269" r:id="R2c6cf45b253746b9"/>
    <p:sldId xmlns:r="http://schemas.openxmlformats.org/officeDocument/2006/relationships" id="270" r:id="Refc21f977b1044cf"/>
    <p:sldId xmlns:r="http://schemas.openxmlformats.org/officeDocument/2006/relationships" id="271" r:id="R52b65b18456c4b3b"/>
    <p:sldId xmlns:r="http://schemas.openxmlformats.org/officeDocument/2006/relationships" id="272" r:id="R44dc022848e44005"/>
    <p:sldId xmlns:r="http://schemas.openxmlformats.org/officeDocument/2006/relationships" id="273" r:id="R4dee3570788c4e49"/>
    <p:sldId xmlns:r="http://schemas.openxmlformats.org/officeDocument/2006/relationships" id="274" r:id="R7d05ca682e6642b4"/>
    <p:sldId xmlns:r="http://schemas.openxmlformats.org/officeDocument/2006/relationships" id="275" r:id="R0341662df12f4c46"/>
    <p:sldId xmlns:r="http://schemas.openxmlformats.org/officeDocument/2006/relationships" id="276" r:id="Rf833a694863947b9"/>
    <p:sldId xmlns:r="http://schemas.openxmlformats.org/officeDocument/2006/relationships" id="277" r:id="Rdd5a845966b1437a"/>
    <p:sldId xmlns:r="http://schemas.openxmlformats.org/officeDocument/2006/relationships" id="278" r:id="Ra68fda0408214eda"/>
    <p:sldId xmlns:r="http://schemas.openxmlformats.org/officeDocument/2006/relationships" id="279" r:id="R9a8bf4d1f2c34d27"/>
    <p:sldId xmlns:r="http://schemas.openxmlformats.org/officeDocument/2006/relationships" id="280" r:id="R8472b8ce798a4016"/>
    <p:sldId xmlns:r="http://schemas.openxmlformats.org/officeDocument/2006/relationships" id="281" r:id="Re51c6b493f884d05"/>
    <p:sldId xmlns:r="http://schemas.openxmlformats.org/officeDocument/2006/relationships" id="282" r:id="R4d44800f5261494c"/>
    <p:sldId xmlns:r="http://schemas.openxmlformats.org/officeDocument/2006/relationships" id="283" r:id="R14c80d3b91f94279"/>
    <p:sldId xmlns:r="http://schemas.openxmlformats.org/officeDocument/2006/relationships" id="284" r:id="Rf75357f5fc07465e"/>
    <p:sldId xmlns:r="http://schemas.openxmlformats.org/officeDocument/2006/relationships" id="285" r:id="Rf5deb26b8ec04671"/>
    <p:sldId xmlns:r="http://schemas.openxmlformats.org/officeDocument/2006/relationships" id="286" r:id="R15c7e68c4b3e4bc5"/>
    <p:sldId xmlns:r="http://schemas.openxmlformats.org/officeDocument/2006/relationships" id="287" r:id="R5957b4f3cca944ea"/>
    <p:sldId xmlns:r="http://schemas.openxmlformats.org/officeDocument/2006/relationships" id="288" r:id="R936a616bbc0b4d52"/>
    <p:sldId xmlns:r="http://schemas.openxmlformats.org/officeDocument/2006/relationships" id="289" r:id="R877a184428f644a4"/>
    <p:sldId xmlns:r="http://schemas.openxmlformats.org/officeDocument/2006/relationships" id="290" r:id="Raacc36ae97ea4746"/>
    <p:sldId xmlns:r="http://schemas.openxmlformats.org/officeDocument/2006/relationships" id="291" r:id="R14a552f72c9344d3"/>
    <p:sldId xmlns:r="http://schemas.openxmlformats.org/officeDocument/2006/relationships" id="292" r:id="R89dcb9fcda1f4a91"/>
    <p:sldId xmlns:r="http://schemas.openxmlformats.org/officeDocument/2006/relationships" id="293" r:id="R3b8b536a54004769"/>
    <p:sldId xmlns:r="http://schemas.openxmlformats.org/officeDocument/2006/relationships" id="294" r:id="R0463e391bdbf41a4"/>
    <p:sldId xmlns:r="http://schemas.openxmlformats.org/officeDocument/2006/relationships" id="295" r:id="R35e217b0bcac45cc"/>
    <p:sldId xmlns:r="http://schemas.openxmlformats.org/officeDocument/2006/relationships" id="296" r:id="R39c442f6c16e4c15"/>
    <p:sldId xmlns:r="http://schemas.openxmlformats.org/officeDocument/2006/relationships" id="297" r:id="R1f61966ce21e4efc"/>
    <p:sldId xmlns:r="http://schemas.openxmlformats.org/officeDocument/2006/relationships" id="298" r:id="Rd00a408fc39a4241"/>
    <p:sldId xmlns:r="http://schemas.openxmlformats.org/officeDocument/2006/relationships" id="299" r:id="R99929a4bdcbf475c"/>
    <p:sldId xmlns:r="http://schemas.openxmlformats.org/officeDocument/2006/relationships" id="300" r:id="R1bfd9f0a6bcc4472"/>
    <p:sldId xmlns:r="http://schemas.openxmlformats.org/officeDocument/2006/relationships" id="301" r:id="R610ce21b7f7342d9"/>
    <p:sldId xmlns:r="http://schemas.openxmlformats.org/officeDocument/2006/relationships" id="302" r:id="Rfe49096f0e26448d"/>
    <p:sldId xmlns:r="http://schemas.openxmlformats.org/officeDocument/2006/relationships" id="303" r:id="R651825b8727f420d"/>
    <p:sldId xmlns:r="http://schemas.openxmlformats.org/officeDocument/2006/relationships" id="304" r:id="R8ee7063b8ba54eaf"/>
    <p:sldId xmlns:r="http://schemas.openxmlformats.org/officeDocument/2006/relationships" id="305" r:id="R3302258df35f406d"/>
    <p:sldId xmlns:r="http://schemas.openxmlformats.org/officeDocument/2006/relationships" id="306" r:id="R993ad7962f0c4967"/>
    <p:sldId xmlns:r="http://schemas.openxmlformats.org/officeDocument/2006/relationships" id="307" r:id="Rb401c73e67f645c2"/>
    <p:sldId xmlns:r="http://schemas.openxmlformats.org/officeDocument/2006/relationships" id="308" r:id="Rdb4962641dbf4306"/>
    <p:sldId xmlns:r="http://schemas.openxmlformats.org/officeDocument/2006/relationships" id="309" r:id="Re5d144c0595b4c17"/>
    <p:sldId xmlns:r="http://schemas.openxmlformats.org/officeDocument/2006/relationships" id="310" r:id="R592a3e494b73410f"/>
    <p:sldId xmlns:r="http://schemas.openxmlformats.org/officeDocument/2006/relationships" id="311" r:id="R444cced5023c4165"/>
    <p:sldId xmlns:r="http://schemas.openxmlformats.org/officeDocument/2006/relationships" id="312" r:id="R1aa0012b3202463b"/>
    <p:sldId xmlns:r="http://schemas.openxmlformats.org/officeDocument/2006/relationships" id="313" r:id="R5973c0dd474b4599"/>
    <p:sldId xmlns:r="http://schemas.openxmlformats.org/officeDocument/2006/relationships" id="314" r:id="R89cb0b90e56d4c57"/>
    <p:sldId xmlns:r="http://schemas.openxmlformats.org/officeDocument/2006/relationships" id="315" r:id="R54b85a0c197147f4"/>
    <p:sldId xmlns:r="http://schemas.openxmlformats.org/officeDocument/2006/relationships" id="316" r:id="Rd855e91af5d14842"/>
    <p:sldId xmlns:r="http://schemas.openxmlformats.org/officeDocument/2006/relationships" id="317" r:id="R90ae8b9ed02146f7"/>
    <p:sldId xmlns:r="http://schemas.openxmlformats.org/officeDocument/2006/relationships" id="318" r:id="Re599fa9ac89e4a9a"/>
    <p:sldId xmlns:r="http://schemas.openxmlformats.org/officeDocument/2006/relationships" id="319" r:id="R6297e7c0a4574188"/>
    <p:sldId xmlns:r="http://schemas.openxmlformats.org/officeDocument/2006/relationships" id="320" r:id="Rf469f92798c44036"/>
    <p:sldId xmlns:r="http://schemas.openxmlformats.org/officeDocument/2006/relationships" id="321" r:id="Rd79178313a874ae7"/>
    <p:sldId xmlns:r="http://schemas.openxmlformats.org/officeDocument/2006/relationships" id="322" r:id="R0911ba00ddbf4127"/>
    <p:sldId xmlns:r="http://schemas.openxmlformats.org/officeDocument/2006/relationships" id="323" r:id="Rc13fc245279d448a"/>
    <p:sldId xmlns:r="http://schemas.openxmlformats.org/officeDocument/2006/relationships" id="324" r:id="Rdb98a5bcf81d434c"/>
    <p:sldId xmlns:r="http://schemas.openxmlformats.org/officeDocument/2006/relationships" id="325" r:id="R371b67248acf44e5"/>
    <p:sldId xmlns:r="http://schemas.openxmlformats.org/officeDocument/2006/relationships" id="326" r:id="R285e80e210b54a54"/>
    <p:sldId xmlns:r="http://schemas.openxmlformats.org/officeDocument/2006/relationships" id="327" r:id="Rddd7ac65103f4bad"/>
    <p:sldId xmlns:r="http://schemas.openxmlformats.org/officeDocument/2006/relationships" id="328" r:id="Rfc1de205406c4858"/>
    <p:sldId xmlns:r="http://schemas.openxmlformats.org/officeDocument/2006/relationships" id="329" r:id="R67c00e3b9e5e45da"/>
    <p:sldId xmlns:r="http://schemas.openxmlformats.org/officeDocument/2006/relationships" id="330" r:id="R908df7f6f2bc4d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dcaec239b446cd" /><Relationship Type="http://schemas.openxmlformats.org/officeDocument/2006/relationships/slideMaster" Target="/ppt/slideMasters/slideMaster1.xml" Id="Rc2019c2dea9a40e8" /><Relationship Type="http://schemas.openxmlformats.org/officeDocument/2006/relationships/notesMaster" Target="/ppt/notesMasters/notesMaster1.xml" Id="R308db00a00f74ed0" /><Relationship Type="http://schemas.openxmlformats.org/officeDocument/2006/relationships/presProps" Target="/ppt/presProps.xml" Id="R44ee21256e09462c" /><Relationship Type="http://schemas.openxmlformats.org/officeDocument/2006/relationships/tableStyles" Target="/ppt/tableStyles.xml" Id="Ra7d14f2da8624839" /><Relationship Type="http://schemas.openxmlformats.org/officeDocument/2006/relationships/slide" Target="/ppt/slides/slide1.xml" Id="Re549d950388a4bbb" /><Relationship Type="http://schemas.openxmlformats.org/officeDocument/2006/relationships/slide" Target="/ppt/slides/slide2.xml" Id="Ree3d9d2edf614dec" /><Relationship Type="http://schemas.openxmlformats.org/officeDocument/2006/relationships/slide" Target="/ppt/slides/slide3.xml" Id="R356ba48c1709455a" /><Relationship Type="http://schemas.openxmlformats.org/officeDocument/2006/relationships/slide" Target="/ppt/slides/slide4.xml" Id="R6b126857f7c94e09" /><Relationship Type="http://schemas.openxmlformats.org/officeDocument/2006/relationships/slide" Target="/ppt/slides/slide5.xml" Id="R2ba7289c3d984837" /><Relationship Type="http://schemas.openxmlformats.org/officeDocument/2006/relationships/slide" Target="/ppt/slides/slide6.xml" Id="R89abf8d0c2494522" /><Relationship Type="http://schemas.openxmlformats.org/officeDocument/2006/relationships/slide" Target="/ppt/slides/slide7.xml" Id="R8b720d1daecc4b8f" /><Relationship Type="http://schemas.openxmlformats.org/officeDocument/2006/relationships/slide" Target="/ppt/slides/slide8.xml" Id="R98a487e3268d4292" /><Relationship Type="http://schemas.openxmlformats.org/officeDocument/2006/relationships/slide" Target="/ppt/slides/slide9.xml" Id="Ra627a8ebd5944e79" /><Relationship Type="http://schemas.openxmlformats.org/officeDocument/2006/relationships/slide" Target="/ppt/slides/slide10.xml" Id="Re15c3fd5823e4c6d" /><Relationship Type="http://schemas.openxmlformats.org/officeDocument/2006/relationships/slide" Target="/ppt/slides/slide11.xml" Id="R9d50c57fdcab43fa" /><Relationship Type="http://schemas.openxmlformats.org/officeDocument/2006/relationships/slide" Target="/ppt/slides/slide12.xml" Id="R3e95dfe7263f4356" /><Relationship Type="http://schemas.openxmlformats.org/officeDocument/2006/relationships/slide" Target="/ppt/slides/slide13.xml" Id="Ra45b92cfb1f746c8" /><Relationship Type="http://schemas.openxmlformats.org/officeDocument/2006/relationships/slide" Target="/ppt/slides/slide14.xml" Id="R2c6cf45b253746b9" /><Relationship Type="http://schemas.openxmlformats.org/officeDocument/2006/relationships/slide" Target="/ppt/slides/slide15.xml" Id="Refc21f977b1044cf" /><Relationship Type="http://schemas.openxmlformats.org/officeDocument/2006/relationships/slide" Target="/ppt/slides/slide16.xml" Id="R52b65b18456c4b3b" /><Relationship Type="http://schemas.openxmlformats.org/officeDocument/2006/relationships/slide" Target="/ppt/slides/slide17.xml" Id="R44dc022848e44005" /><Relationship Type="http://schemas.openxmlformats.org/officeDocument/2006/relationships/slide" Target="/ppt/slides/slide18.xml" Id="R4dee3570788c4e49" /><Relationship Type="http://schemas.openxmlformats.org/officeDocument/2006/relationships/slide" Target="/ppt/slides/slide19.xml" Id="R7d05ca682e6642b4" /><Relationship Type="http://schemas.openxmlformats.org/officeDocument/2006/relationships/slide" Target="/ppt/slides/slide20.xml" Id="R0341662df12f4c46" /><Relationship Type="http://schemas.openxmlformats.org/officeDocument/2006/relationships/slide" Target="/ppt/slides/slide21.xml" Id="Rf833a694863947b9" /><Relationship Type="http://schemas.openxmlformats.org/officeDocument/2006/relationships/slide" Target="/ppt/slides/slide22.xml" Id="Rdd5a845966b1437a" /><Relationship Type="http://schemas.openxmlformats.org/officeDocument/2006/relationships/slide" Target="/ppt/slides/slide23.xml" Id="Ra68fda0408214eda" /><Relationship Type="http://schemas.openxmlformats.org/officeDocument/2006/relationships/slide" Target="/ppt/slides/slide24.xml" Id="R9a8bf4d1f2c34d27" /><Relationship Type="http://schemas.openxmlformats.org/officeDocument/2006/relationships/slide" Target="/ppt/slides/slide25.xml" Id="R8472b8ce798a4016" /><Relationship Type="http://schemas.openxmlformats.org/officeDocument/2006/relationships/slide" Target="/ppt/slides/slide26.xml" Id="Re51c6b493f884d05" /><Relationship Type="http://schemas.openxmlformats.org/officeDocument/2006/relationships/slide" Target="/ppt/slides/slide27.xml" Id="R4d44800f5261494c" /><Relationship Type="http://schemas.openxmlformats.org/officeDocument/2006/relationships/slide" Target="/ppt/slides/slide28.xml" Id="R14c80d3b91f94279" /><Relationship Type="http://schemas.openxmlformats.org/officeDocument/2006/relationships/slide" Target="/ppt/slides/slide29.xml" Id="Rf75357f5fc07465e" /><Relationship Type="http://schemas.openxmlformats.org/officeDocument/2006/relationships/slide" Target="/ppt/slides/slide30.xml" Id="Rf5deb26b8ec04671" /><Relationship Type="http://schemas.openxmlformats.org/officeDocument/2006/relationships/slide" Target="/ppt/slides/slide31.xml" Id="R15c7e68c4b3e4bc5" /><Relationship Type="http://schemas.openxmlformats.org/officeDocument/2006/relationships/slide" Target="/ppt/slides/slide32.xml" Id="R5957b4f3cca944ea" /><Relationship Type="http://schemas.openxmlformats.org/officeDocument/2006/relationships/slide" Target="/ppt/slides/slide33.xml" Id="R936a616bbc0b4d52" /><Relationship Type="http://schemas.openxmlformats.org/officeDocument/2006/relationships/slide" Target="/ppt/slides/slide34.xml" Id="R877a184428f644a4" /><Relationship Type="http://schemas.openxmlformats.org/officeDocument/2006/relationships/slide" Target="/ppt/slides/slide35.xml" Id="Raacc36ae97ea4746" /><Relationship Type="http://schemas.openxmlformats.org/officeDocument/2006/relationships/slide" Target="/ppt/slides/slide36.xml" Id="R14a552f72c9344d3" /><Relationship Type="http://schemas.openxmlformats.org/officeDocument/2006/relationships/slide" Target="/ppt/slides/slide37.xml" Id="R89dcb9fcda1f4a91" /><Relationship Type="http://schemas.openxmlformats.org/officeDocument/2006/relationships/slide" Target="/ppt/slides/slide38.xml" Id="R3b8b536a54004769" /><Relationship Type="http://schemas.openxmlformats.org/officeDocument/2006/relationships/slide" Target="/ppt/slides/slide39.xml" Id="R0463e391bdbf41a4" /><Relationship Type="http://schemas.openxmlformats.org/officeDocument/2006/relationships/slide" Target="/ppt/slides/slide40.xml" Id="R35e217b0bcac45cc" /><Relationship Type="http://schemas.openxmlformats.org/officeDocument/2006/relationships/slide" Target="/ppt/slides/slide41.xml" Id="R39c442f6c16e4c15" /><Relationship Type="http://schemas.openxmlformats.org/officeDocument/2006/relationships/slide" Target="/ppt/slides/slide42.xml" Id="R1f61966ce21e4efc" /><Relationship Type="http://schemas.openxmlformats.org/officeDocument/2006/relationships/slide" Target="/ppt/slides/slide43.xml" Id="Rd00a408fc39a4241" /><Relationship Type="http://schemas.openxmlformats.org/officeDocument/2006/relationships/slide" Target="/ppt/slides/slide44.xml" Id="R99929a4bdcbf475c" /><Relationship Type="http://schemas.openxmlformats.org/officeDocument/2006/relationships/slide" Target="/ppt/slides/slide45.xml" Id="R1bfd9f0a6bcc4472" /><Relationship Type="http://schemas.openxmlformats.org/officeDocument/2006/relationships/slide" Target="/ppt/slides/slide46.xml" Id="R610ce21b7f7342d9" /><Relationship Type="http://schemas.openxmlformats.org/officeDocument/2006/relationships/slide" Target="/ppt/slides/slide47.xml" Id="Rfe49096f0e26448d" /><Relationship Type="http://schemas.openxmlformats.org/officeDocument/2006/relationships/slide" Target="/ppt/slides/slide48.xml" Id="R651825b8727f420d" /><Relationship Type="http://schemas.openxmlformats.org/officeDocument/2006/relationships/slide" Target="/ppt/slides/slide49.xml" Id="R8ee7063b8ba54eaf" /><Relationship Type="http://schemas.openxmlformats.org/officeDocument/2006/relationships/slide" Target="/ppt/slides/slide50.xml" Id="R3302258df35f406d" /><Relationship Type="http://schemas.openxmlformats.org/officeDocument/2006/relationships/slide" Target="/ppt/slides/slide51.xml" Id="R993ad7962f0c4967" /><Relationship Type="http://schemas.openxmlformats.org/officeDocument/2006/relationships/slide" Target="/ppt/slides/slide52.xml" Id="Rb401c73e67f645c2" /><Relationship Type="http://schemas.openxmlformats.org/officeDocument/2006/relationships/slide" Target="/ppt/slides/slide53.xml" Id="Rdb4962641dbf4306" /><Relationship Type="http://schemas.openxmlformats.org/officeDocument/2006/relationships/slide" Target="/ppt/slides/slide54.xml" Id="Re5d144c0595b4c17" /><Relationship Type="http://schemas.openxmlformats.org/officeDocument/2006/relationships/slide" Target="/ppt/slides/slide55.xml" Id="R592a3e494b73410f" /><Relationship Type="http://schemas.openxmlformats.org/officeDocument/2006/relationships/slide" Target="/ppt/slides/slide56.xml" Id="R444cced5023c4165" /><Relationship Type="http://schemas.openxmlformats.org/officeDocument/2006/relationships/slide" Target="/ppt/slides/slide57.xml" Id="R1aa0012b3202463b" /><Relationship Type="http://schemas.openxmlformats.org/officeDocument/2006/relationships/slide" Target="/ppt/slides/slide58.xml" Id="R5973c0dd474b4599" /><Relationship Type="http://schemas.openxmlformats.org/officeDocument/2006/relationships/slide" Target="/ppt/slides/slide59.xml" Id="R89cb0b90e56d4c57" /><Relationship Type="http://schemas.openxmlformats.org/officeDocument/2006/relationships/slide" Target="/ppt/slides/slide60.xml" Id="R54b85a0c197147f4" /><Relationship Type="http://schemas.openxmlformats.org/officeDocument/2006/relationships/slide" Target="/ppt/slides/slide61.xml" Id="Rd855e91af5d14842" /><Relationship Type="http://schemas.openxmlformats.org/officeDocument/2006/relationships/slide" Target="/ppt/slides/slide62.xml" Id="R90ae8b9ed02146f7" /><Relationship Type="http://schemas.openxmlformats.org/officeDocument/2006/relationships/slide" Target="/ppt/slides/slide63.xml" Id="Re599fa9ac89e4a9a" /><Relationship Type="http://schemas.openxmlformats.org/officeDocument/2006/relationships/slide" Target="/ppt/slides/slide64.xml" Id="R6297e7c0a4574188" /><Relationship Type="http://schemas.openxmlformats.org/officeDocument/2006/relationships/slide" Target="/ppt/slides/slide65.xml" Id="Rf469f92798c44036" /><Relationship Type="http://schemas.openxmlformats.org/officeDocument/2006/relationships/slide" Target="/ppt/slides/slide66.xml" Id="Rd79178313a874ae7" /><Relationship Type="http://schemas.openxmlformats.org/officeDocument/2006/relationships/slide" Target="/ppt/slides/slide67.xml" Id="R0911ba00ddbf4127" /><Relationship Type="http://schemas.openxmlformats.org/officeDocument/2006/relationships/slide" Target="/ppt/slides/slide68.xml" Id="Rc13fc245279d448a" /><Relationship Type="http://schemas.openxmlformats.org/officeDocument/2006/relationships/slide" Target="/ppt/slides/slide69.xml" Id="Rdb98a5bcf81d434c" /><Relationship Type="http://schemas.openxmlformats.org/officeDocument/2006/relationships/slide" Target="/ppt/slides/slide70.xml" Id="R371b67248acf44e5" /><Relationship Type="http://schemas.openxmlformats.org/officeDocument/2006/relationships/slide" Target="/ppt/slides/slide71.xml" Id="R285e80e210b54a54" /><Relationship Type="http://schemas.openxmlformats.org/officeDocument/2006/relationships/slide" Target="/ppt/slides/slide72.xml" Id="Rddd7ac65103f4bad" /><Relationship Type="http://schemas.openxmlformats.org/officeDocument/2006/relationships/slide" Target="/ppt/slides/slide73.xml" Id="Rfc1de205406c4858" /><Relationship Type="http://schemas.openxmlformats.org/officeDocument/2006/relationships/slide" Target="/ppt/slides/slide74.xml" Id="R67c00e3b9e5e45da" /><Relationship Type="http://schemas.openxmlformats.org/officeDocument/2006/relationships/slide" Target="/ppt/slides/slide75.xml" Id="R908df7f6f2bc4d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40ee743df3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3aac24b0024401" /><Relationship Type="http://schemas.openxmlformats.org/officeDocument/2006/relationships/notesMaster" Target="/ppt/notesMasters/notesMaster1.xml" Id="R644371b029d647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b979aa1036484a" /><Relationship Type="http://schemas.openxmlformats.org/officeDocument/2006/relationships/notesMaster" Target="/ppt/notesMasters/notesMaster1.xml" Id="R1568856d798b48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c11284a8474111" /><Relationship Type="http://schemas.openxmlformats.org/officeDocument/2006/relationships/notesMaster" Target="/ppt/notesMasters/notesMaster1.xml" Id="Rf69177872bbb4b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5e1da602664cfc" /><Relationship Type="http://schemas.openxmlformats.org/officeDocument/2006/relationships/notesMaster" Target="/ppt/notesMasters/notesMaster1.xml" Id="R50dfdeee5f2948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9d90ef8cb84614" /><Relationship Type="http://schemas.openxmlformats.org/officeDocument/2006/relationships/notesMaster" Target="/ppt/notesMasters/notesMaster1.xml" Id="Rdbe888eccde84e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c6af41aa0f4188" /><Relationship Type="http://schemas.openxmlformats.org/officeDocument/2006/relationships/notesMaster" Target="/ppt/notesMasters/notesMaster1.xml" Id="R8fb4d26f317948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0cd82aa3a24529" /><Relationship Type="http://schemas.openxmlformats.org/officeDocument/2006/relationships/notesMaster" Target="/ppt/notesMasters/notesMaster1.xml" Id="Rcae9ad61f8c9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2ac862475c4e6b" /><Relationship Type="http://schemas.openxmlformats.org/officeDocument/2006/relationships/notesMaster" Target="/ppt/notesMasters/notesMaster1.xml" Id="R22e03ac96ff04d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0400261ef446bf" /><Relationship Type="http://schemas.openxmlformats.org/officeDocument/2006/relationships/notesMaster" Target="/ppt/notesMasters/notesMaster1.xml" Id="R968f46f3af144c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efba1dd7214167" /><Relationship Type="http://schemas.openxmlformats.org/officeDocument/2006/relationships/notesMaster" Target="/ppt/notesMasters/notesMaster1.xml" Id="R411ddae1340741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d22e83d7fa4246" /><Relationship Type="http://schemas.openxmlformats.org/officeDocument/2006/relationships/notesMaster" Target="/ppt/notesMasters/notesMaster1.xml" Id="R2ad2128a069444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34836a191b4a9d" /><Relationship Type="http://schemas.openxmlformats.org/officeDocument/2006/relationships/notesMaster" Target="/ppt/notesMasters/notesMaster1.xml" Id="R3e63d54589924d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2ff89b5d954188" /><Relationship Type="http://schemas.openxmlformats.org/officeDocument/2006/relationships/notesMaster" Target="/ppt/notesMasters/notesMaster1.xml" Id="Rb66e776546004f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994e2df473477e" /><Relationship Type="http://schemas.openxmlformats.org/officeDocument/2006/relationships/notesMaster" Target="/ppt/notesMasters/notesMaster1.xml" Id="R5f00d3186c4142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64846bbe0c4142" /><Relationship Type="http://schemas.openxmlformats.org/officeDocument/2006/relationships/notesMaster" Target="/ppt/notesMasters/notesMaster1.xml" Id="R78ec2a1c5df944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8a7b5430db40ee" /><Relationship Type="http://schemas.openxmlformats.org/officeDocument/2006/relationships/notesMaster" Target="/ppt/notesMasters/notesMaster1.xml" Id="R060f757f89bd4b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4e9b8384224b6b" /><Relationship Type="http://schemas.openxmlformats.org/officeDocument/2006/relationships/notesMaster" Target="/ppt/notesMasters/notesMaster1.xml" Id="Rbeffef6e93fb4e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7a4ff11aea48ed" /><Relationship Type="http://schemas.openxmlformats.org/officeDocument/2006/relationships/notesMaster" Target="/ppt/notesMasters/notesMaster1.xml" Id="R0b64468099ea49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4c4551377c8409a" /><Relationship Type="http://schemas.openxmlformats.org/officeDocument/2006/relationships/notesMaster" Target="/ppt/notesMasters/notesMaster1.xml" Id="R949e58a776fb47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b329a98fc9467c" /><Relationship Type="http://schemas.openxmlformats.org/officeDocument/2006/relationships/notesMaster" Target="/ppt/notesMasters/notesMaster1.xml" Id="Ra0b377d6381a4c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4f9eb4bb924608" /><Relationship Type="http://schemas.openxmlformats.org/officeDocument/2006/relationships/notesMaster" Target="/ppt/notesMasters/notesMaster1.xml" Id="R4c70413b804b4b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b2a8f8923f4dc2" /><Relationship Type="http://schemas.openxmlformats.org/officeDocument/2006/relationships/notesMaster" Target="/ppt/notesMasters/notesMaster1.xml" Id="R8cc5575f1f564ba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fc6b829495649b7" /><Relationship Type="http://schemas.openxmlformats.org/officeDocument/2006/relationships/notesMaster" Target="/ppt/notesMasters/notesMaster1.xml" Id="Rec9c2b5b8d944c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ddb2ad5ce94f62" /><Relationship Type="http://schemas.openxmlformats.org/officeDocument/2006/relationships/notesMaster" Target="/ppt/notesMasters/notesMaster1.xml" Id="R4d49770763b243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f3991761f524e00" /><Relationship Type="http://schemas.openxmlformats.org/officeDocument/2006/relationships/notesMaster" Target="/ppt/notesMasters/notesMaster1.xml" Id="R0995e46d98d544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acdc6d4353f4dd0" /><Relationship Type="http://schemas.openxmlformats.org/officeDocument/2006/relationships/notesMaster" Target="/ppt/notesMasters/notesMaster1.xml" Id="Re1495c8443464b9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f2d1756bfde4578" /><Relationship Type="http://schemas.openxmlformats.org/officeDocument/2006/relationships/notesMaster" Target="/ppt/notesMasters/notesMaster1.xml" Id="R071a1925c27f4f8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b7aa52555434e90" /><Relationship Type="http://schemas.openxmlformats.org/officeDocument/2006/relationships/notesMaster" Target="/ppt/notesMasters/notesMaster1.xml" Id="Ra8f017d19e98425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f01729efe6c4171" /><Relationship Type="http://schemas.openxmlformats.org/officeDocument/2006/relationships/notesMaster" Target="/ppt/notesMasters/notesMaster1.xml" Id="R67c9dee358cb471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3153b7fdf33449b" /><Relationship Type="http://schemas.openxmlformats.org/officeDocument/2006/relationships/notesMaster" Target="/ppt/notesMasters/notesMaster1.xml" Id="Ra41d87c275f74dd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b6102c2ed0d4c98" /><Relationship Type="http://schemas.openxmlformats.org/officeDocument/2006/relationships/notesMaster" Target="/ppt/notesMasters/notesMaster1.xml" Id="Rcb28d2d0a2cd4d0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3dd83dc9fbf465a" /><Relationship Type="http://schemas.openxmlformats.org/officeDocument/2006/relationships/notesMaster" Target="/ppt/notesMasters/notesMaster1.xml" Id="Rf5e6e30f6fd84bc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1ec50364d794d97" /><Relationship Type="http://schemas.openxmlformats.org/officeDocument/2006/relationships/notesMaster" Target="/ppt/notesMasters/notesMaster1.xml" Id="R4d98b010e6de42f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031934205cb43eb" /><Relationship Type="http://schemas.openxmlformats.org/officeDocument/2006/relationships/notesMaster" Target="/ppt/notesMasters/notesMaster1.xml" Id="R1de3372af9a542d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47138ceab004f6e" /><Relationship Type="http://schemas.openxmlformats.org/officeDocument/2006/relationships/notesMaster" Target="/ppt/notesMasters/notesMaster1.xml" Id="R44215c41a0f747f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667e9ba6efd4094" /><Relationship Type="http://schemas.openxmlformats.org/officeDocument/2006/relationships/notesMaster" Target="/ppt/notesMasters/notesMaster1.xml" Id="Rd72e0492e3c3450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eab57a5e8774dfc" /><Relationship Type="http://schemas.openxmlformats.org/officeDocument/2006/relationships/notesMaster" Target="/ppt/notesMasters/notesMaster1.xml" Id="R9b66d608813a4a3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5e56586b0e54d1f" /><Relationship Type="http://schemas.openxmlformats.org/officeDocument/2006/relationships/notesMaster" Target="/ppt/notesMasters/notesMaster1.xml" Id="R1eff5c1213ee42c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3e6ac043ee547f1" /><Relationship Type="http://schemas.openxmlformats.org/officeDocument/2006/relationships/notesMaster" Target="/ppt/notesMasters/notesMaster1.xml" Id="R60ac1ac561c34c8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1e39187f0ea4c39" /><Relationship Type="http://schemas.openxmlformats.org/officeDocument/2006/relationships/notesMaster" Target="/ppt/notesMasters/notesMaster1.xml" Id="R2c8de433d6b7418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394edbc62b54de8" /><Relationship Type="http://schemas.openxmlformats.org/officeDocument/2006/relationships/notesMaster" Target="/ppt/notesMasters/notesMaster1.xml" Id="R21b7e934cab24fa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99ee17e9635418f" /><Relationship Type="http://schemas.openxmlformats.org/officeDocument/2006/relationships/notesMaster" Target="/ppt/notesMasters/notesMaster1.xml" Id="R2da7c138707446b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d4dd3d8373949e7" /><Relationship Type="http://schemas.openxmlformats.org/officeDocument/2006/relationships/notesMaster" Target="/ppt/notesMasters/notesMaster1.xml" Id="R3b813eecc8ae4b1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e0c752ec22141d6" /><Relationship Type="http://schemas.openxmlformats.org/officeDocument/2006/relationships/notesMaster" Target="/ppt/notesMasters/notesMaster1.xml" Id="R4c92d190a995441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1cbbb31455a4645" /><Relationship Type="http://schemas.openxmlformats.org/officeDocument/2006/relationships/notesMaster" Target="/ppt/notesMasters/notesMaster1.xml" Id="R32a0bc113bb7452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91540d495884c08" /><Relationship Type="http://schemas.openxmlformats.org/officeDocument/2006/relationships/notesMaster" Target="/ppt/notesMasters/notesMaster1.xml" Id="R91e1532686a340d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fd445699e584597" /><Relationship Type="http://schemas.openxmlformats.org/officeDocument/2006/relationships/notesMaster" Target="/ppt/notesMasters/notesMaster1.xml" Id="Recc5642a43fb4dc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5f9226415f54212" /><Relationship Type="http://schemas.openxmlformats.org/officeDocument/2006/relationships/notesMaster" Target="/ppt/notesMasters/notesMaster1.xml" Id="R7ac991ebc405448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cf13c28c2944092" /><Relationship Type="http://schemas.openxmlformats.org/officeDocument/2006/relationships/notesMaster" Target="/ppt/notesMasters/notesMaster1.xml" Id="R20a194fbf0a64ca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db2b8a7b2b144bb" /><Relationship Type="http://schemas.openxmlformats.org/officeDocument/2006/relationships/notesMaster" Target="/ppt/notesMasters/notesMaster1.xml" Id="R61199da5423248c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d3cd947176f488f" /><Relationship Type="http://schemas.openxmlformats.org/officeDocument/2006/relationships/notesMaster" Target="/ppt/notesMasters/notesMaster1.xml" Id="R825198a025774b6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1ac414b11914845" /><Relationship Type="http://schemas.openxmlformats.org/officeDocument/2006/relationships/notesMaster" Target="/ppt/notesMasters/notesMaster1.xml" Id="R2d941a9fafe24fb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fb51f95c02549d9" /><Relationship Type="http://schemas.openxmlformats.org/officeDocument/2006/relationships/notesMaster" Target="/ppt/notesMasters/notesMaster1.xml" Id="R32080b53c928457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0fbec38668940ac" /><Relationship Type="http://schemas.openxmlformats.org/officeDocument/2006/relationships/notesMaster" Target="/ppt/notesMasters/notesMaster1.xml" Id="Rd2ca57d1bf9d49b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30fd340a4204bcf" /><Relationship Type="http://schemas.openxmlformats.org/officeDocument/2006/relationships/notesMaster" Target="/ppt/notesMasters/notesMaster1.xml" Id="R0306afc968f2494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90b7923b8b1475a" /><Relationship Type="http://schemas.openxmlformats.org/officeDocument/2006/relationships/notesMaster" Target="/ppt/notesMasters/notesMaster1.xml" Id="R0fb10a18fad34c7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a1620bfe1104e56" /><Relationship Type="http://schemas.openxmlformats.org/officeDocument/2006/relationships/notesMaster" Target="/ppt/notesMasters/notesMaster1.xml" Id="Rb9fceed0d70a4ed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488b417ae5a418e" /><Relationship Type="http://schemas.openxmlformats.org/officeDocument/2006/relationships/notesMaster" Target="/ppt/notesMasters/notesMaster1.xml" Id="R3fd51ae0222346d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a30d2a39c4e4038" /><Relationship Type="http://schemas.openxmlformats.org/officeDocument/2006/relationships/notesMaster" Target="/ppt/notesMasters/notesMaster1.xml" Id="Rcbc7cb9870784906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b13345a0d0d4414" /><Relationship Type="http://schemas.openxmlformats.org/officeDocument/2006/relationships/notesMaster" Target="/ppt/notesMasters/notesMaster1.xml" Id="R42e65dbad9fd47a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e3f119d87804ff4" /><Relationship Type="http://schemas.openxmlformats.org/officeDocument/2006/relationships/notesMaster" Target="/ppt/notesMasters/notesMaster1.xml" Id="Rbec8ff6bb92f4b22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bfa05d44e0c4328" /><Relationship Type="http://schemas.openxmlformats.org/officeDocument/2006/relationships/notesMaster" Target="/ppt/notesMasters/notesMaster1.xml" Id="R198ed4ddbaa1416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2a49a1cd3f4643e7" /><Relationship Type="http://schemas.openxmlformats.org/officeDocument/2006/relationships/notesMaster" Target="/ppt/notesMasters/notesMaster1.xml" Id="Rd690f0519796431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fee90507a47c4e50" /><Relationship Type="http://schemas.openxmlformats.org/officeDocument/2006/relationships/notesMaster" Target="/ppt/notesMasters/notesMaster1.xml" Id="R6b387fa18f044422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992ed5f3c54a41e2" /><Relationship Type="http://schemas.openxmlformats.org/officeDocument/2006/relationships/notesMaster" Target="/ppt/notesMasters/notesMaster1.xml" Id="Rf72ebe0be22c48ed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5a88565812544f9" /><Relationship Type="http://schemas.openxmlformats.org/officeDocument/2006/relationships/notesMaster" Target="/ppt/notesMasters/notesMaster1.xml" Id="Ra590230ee14f4715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df593cbaea8340c6" /><Relationship Type="http://schemas.openxmlformats.org/officeDocument/2006/relationships/notesMaster" Target="/ppt/notesMasters/notesMaster1.xml" Id="Rece6afebe043432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cb109ade19bd4146" /><Relationship Type="http://schemas.openxmlformats.org/officeDocument/2006/relationships/notesMaster" Target="/ppt/notesMasters/notesMaster1.xml" Id="Rd8dbbe54d6d74fcc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7a6964780bf8453a" /><Relationship Type="http://schemas.openxmlformats.org/officeDocument/2006/relationships/notesMaster" Target="/ppt/notesMasters/notesMaster1.xml" Id="R445d2c4933df430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055bfc5fff854370" /><Relationship Type="http://schemas.openxmlformats.org/officeDocument/2006/relationships/notesMaster" Target="/ppt/notesMasters/notesMaster1.xml" Id="R2bd3fdac90db4e44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efbe3c5af3841ca" /><Relationship Type="http://schemas.openxmlformats.org/officeDocument/2006/relationships/notesMaster" Target="/ppt/notesMasters/notesMaster1.xml" Id="Rb5cd7cef346e4a4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f9bec727669745a5" /><Relationship Type="http://schemas.openxmlformats.org/officeDocument/2006/relationships/notesMaster" Target="/ppt/notesMasters/notesMaster1.xml" Id="R03615ca6e742414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c2f710193b849e6" /><Relationship Type="http://schemas.openxmlformats.org/officeDocument/2006/relationships/notesMaster" Target="/ppt/notesMasters/notesMaster1.xml" Id="R20ab0ccdf449480a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8243b73232404176" /><Relationship Type="http://schemas.openxmlformats.org/officeDocument/2006/relationships/notesMaster" Target="/ppt/notesMasters/notesMaster1.xml" Id="R4125184b1a29421b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4c005605fe224c69" /><Relationship Type="http://schemas.openxmlformats.org/officeDocument/2006/relationships/notesMaster" Target="/ppt/notesMasters/notesMaster1.xml" Id="Rf71c56c84a6c40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전압은 두 점 사이의 전기적 에너지 차이를 전하량으로 나눈 값이고 단위는 V입니다. 전류는 시간당 흐르는 전하량이며 A, 저항은 전류 흐름을 제한하는 관계를 나타내며 Ω로 씁니다.</a:t>
            </a:r>
          </a:p>
          <a:p xmlns:a="http://schemas.openxmlformats.org/drawingml/2006/main">
            <a:r>
              <a:t>전압은 두 점 사이에서 말합니다.</a:t>
            </a:r>
          </a:p>
          <a:p xmlns:a="http://schemas.openxmlformats.org/drawingml/2006/main">
            <a:r>
              <a:t>전류는 흐름이며, 저항은 그 흐름과 전압의 관계입니다.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전압 자체가 회로를 흐른다고 말하지 않습니다. 물 비유로 전기 현상의 모든 성질을 설명할 수 없습니다.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3.3V는 전압,10mA는 전류,330Ω는 저항이다. 전압은 기준 두 점이 필요하고 단위를 섞을 수 없다.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회로는 전류가 돌아오는 경로를 포함한 연결입니다. GND는 회로에서 전압의 기준으로 정한 지점입니다. 길을 돌아 출발점에 오는 비유로 닫힌 경로를 읽습니다.</a:t>
            </a:r>
          </a:p>
          <a:p xmlns:a="http://schemas.openxmlformats.org/drawingml/2006/main">
            <a:r>
              <a:t>완전히 이어진 경로와 끊긴 경로를 구분합니다.</a:t>
            </a:r>
          </a:p>
          <a:p xmlns:a="http://schemas.openxmlformats.org/drawingml/2006/main">
            <a:r>
              <a:t>GND는 신호를 비교할 기준입니다.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GND가 건물의 보호접지와 같지는 않습니다. 전원+와GND를 바로 잇는 것은 정상 부하 경로가 아니라 단락 위험입니다.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GND는 기준점이며 임의의 전원을 연결할 곳이 아니다. 저항을 건너뛰고 전원 양단을 직접 잇지 않는다.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일정 조건에서 옴성 저항은 V=IR 관계를 따릅니다. 전류를 구할 때 I=V/R로 바꾸고 단위를 맞춥니다. LED 같은 비선형 부품 전체에 고정 저항처럼 적용하지 않습니다.</a:t>
            </a:r>
          </a:p>
          <a:p xmlns:a="http://schemas.openxmlformats.org/drawingml/2006/main">
            <a:r>
              <a:t>330Ω 계산은10mA입니다.</a:t>
            </a:r>
          </a:p>
          <a:p xmlns:a="http://schemas.openxmlformats.org/drawingml/2006/main">
            <a:r>
              <a:t>660Ω 계산은5mA입니다.</a:t>
            </a:r>
          </a:p>
          <a:p xmlns:a="http://schemas.openxmlformats.org/drawingml/2006/main">
            <a:r>
              <a:t>부품 정격과 발열은 따로 확인합니다.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계산만으로 ESP32핀에서10mA를 흘려도 된다고 승인할 수 없습니다. 보드·칩·핀·부품의 문서가 더 필요합니다.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1줄: 가정한 저항 양단의 전압을 V 단위로 저장합니다.</a:t>
            </a:r>
          </a:p>
          <a:p xmlns:a="http://schemas.openxmlformats.org/drawingml/2006/main">
            <a:r>
              <a:t>2줄: 가정한 저항을 Ω 단위로 저장합니다.</a:t>
            </a:r>
          </a:p>
          <a:p xmlns:a="http://schemas.openxmlformats.org/drawingml/2006/main">
            <a:r>
              <a:t>3줄: 0 또는 음수 저항 입력인지 확인합니다.</a:t>
            </a:r>
          </a:p>
          <a:p xmlns:a="http://schemas.openxmlformats.org/drawingml/2006/main">
            <a:r>
              <a:t>4줄: 이 계산의 범위를 벗어나므로 오류로 멈춥니다.</a:t>
            </a:r>
          </a:p>
          <a:p xmlns:a="http://schemas.openxmlformats.org/drawingml/2006/main">
            <a:r>
              <a:t>5줄: 옴의 법칙 I=V/R로 전류 A를 계산합니다.</a:t>
            </a:r>
          </a:p>
          <a:p xmlns:a="http://schemas.openxmlformats.org/drawingml/2006/main">
            <a:r>
              <a:t>6줄: A를 mA로 바꾸기 위해 1000을 곱합니다.</a:t>
            </a:r>
          </a:p>
          <a:p xmlns:a="http://schemas.openxmlformats.org/drawingml/2006/main">
            <a:r>
              <a:t>7줄: 소수 둘째 자리로 반올림해 출력합니다.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330→10.0mA,660→5.0mA,0→ValueError. 전원과 부품 정격은 미확인이라 배선 승인 근거가 아니다.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LED는 전류가 흐를 때 빛을 내는 다이오드이며 방향과 동작 조건이 있습니다. 직렬 저항은 회로 전류를 제한하는 데 사용합니다. LED의 전압 강하는 부품과 전류에 따라 달라집니다.</a:t>
            </a:r>
          </a:p>
          <a:p xmlns:a="http://schemas.openxmlformats.org/drawingml/2006/main">
            <a:r>
              <a:t>가정하에서 약3.94mA입니다.</a:t>
            </a:r>
          </a:p>
          <a:p xmlns:a="http://schemas.openxmlformats.org/drawingml/2006/main">
            <a:r>
              <a:t>2.0V는 이번 계산용 가정입니다.</a:t>
            </a:r>
          </a:p>
          <a:p xmlns:a="http://schemas.openxmlformats.org/drawingml/2006/main">
            <a:r>
              <a:t>실물 LED 사양은 미확인입니다.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저항 없이 LED를 직접 연결하라는 지시가 아닙니다. LED모델·정격·극성·핀 허용 조건을 확인하기 전에는 통전하지 않습니다.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저항 양단은1.3V라 약3.94mA다. LED2.0V는 가정이며 전압 강하·전류정격·극성·핀허용을 확인해야 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마이크로컨트롤러는 프로그램을 실행하며 입출력을 다루는 칩입니다. 모듈은 칩과 주변 부품을 묶고, 개발 보드는 연결과 개발을 돕는 부품을 더합니다. ESP32는 여러 계열을 포함합니다.</a:t>
            </a:r>
          </a:p>
          <a:p xmlns:a="http://schemas.openxmlformats.org/drawingml/2006/main">
            <a:r>
              <a:t>부품 이름과 보드 이름을 따로 기록합니다.</a:t>
            </a:r>
          </a:p>
          <a:p xmlns:a="http://schemas.openxmlformats.org/drawingml/2006/main">
            <a:r>
              <a:t>사진 글자와 공식 문서의 모델을 맞춘 후 계획합니다.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인터넷 예제의 GPIO2가 모든 보드의 내장LED라고 가정하지 않습니다. 보드 외형이 비슷해도 핀 역할은 다를 수 있습니다.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정확한 모델·리비전·핀맵·전압·USB경로가 필요하다. 현재 어떤 물리핀도 승인하지 않는다.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GPIO는 프로그램으로 입출력 역할을 정하는 범용 핀입니다. 디지털 입력은 정해진 전압 범위를 LOW/HIGH로 해석합니다. 논리값은 물리 전압의 약속과 연결되지만 같은 단위는 아닙니다.</a:t>
            </a:r>
          </a:p>
          <a:p xmlns:a="http://schemas.openxmlformats.org/drawingml/2006/main">
            <a:r>
              <a:t>pinMode는 방향을 정하는 API입니다.</a:t>
            </a:r>
          </a:p>
          <a:p xmlns:a="http://schemas.openxmlformats.org/drawingml/2006/main">
            <a:r>
              <a:t>digitalRead는 논리 상태를 읽습니다.</a:t>
            </a:r>
          </a:p>
          <a:p xmlns:a="http://schemas.openxmlformats.org/drawingml/2006/main">
            <a:r>
              <a:t>번호·허용 전압은 모델 문서로 확인합니다.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HIGH가 모든 보드에서5V라는 뜻은 아닙니다. USB에5V가 들어간다고 GPIO가5V 입력을 허용한다고 추정하지 않습니다.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버튼은입력,표시는 출력이며 실제 핀 미정. USB공급과GPIO허용은 다른 조건이므로5V신호를 연결하지 않는다.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아날로그 신호는 범위 안에서 연속적으로 변할 수 있는 물리 신호입니다. ADC는 입력 전압을 정해진 해상도의 디지털 수로 변환합니다. 눈금자로 길이를 읽듯 유한 단계로 기록합니다.</a:t>
            </a:r>
          </a:p>
          <a:p xmlns:a="http://schemas.openxmlformats.org/drawingml/2006/main">
            <a:r>
              <a:t>원시 수치와mV, 온도°C는 다른 단계입니다.</a:t>
            </a:r>
          </a:p>
          <a:p xmlns:a="http://schemas.openxmlformats.org/drawingml/2006/main">
            <a:r>
              <a:t>실제 범위와 해상도는 칩·설정에 따라 확인합니다.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raw/4095×3.3을 모든 ESP32의 정확한 전압 보정식으로 쓰지 않습니다. ADC 감쇠·특성·보정과 센서 변환식이 필요합니다.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ADC코드→전압 보정→센서 변환식→물리량 단계가 필요하다.2048만으로 온도를 알 수 없다.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센서는 물리량을 전기 신호 등으로 바꾸는 장치입니다. 기록 스키마는 식별자·순번·값·단위·상태의 약속입니다. 포장 상자의 라벨처럼 값의 뜻을 같이 보냅니다.</a:t>
            </a:r>
          </a:p>
          <a:p xmlns:a="http://schemas.openxmlformats.org/drawingml/2006/main">
            <a:r>
              <a:t>null은 값 없음입니다.</a:t>
            </a:r>
          </a:p>
          <a:p xmlns:a="http://schemas.openxmlformats.org/drawingml/2006/main">
            <a:r>
              <a:t>0.0은 실제 수치입니다.</a:t>
            </a:r>
          </a:p>
          <a:p xmlns:a="http://schemas.openxmlformats.org/drawingml/2006/main">
            <a:r>
              <a:t>"29.0"은 이 스키마에서 잘못된 타입입니다.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센서가 응답하지 않았다고0으로 채우면 실제0과 구분할 수 없습니다. 누락을 정상 측정처럼 만들지 않습니다.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3번null은미측정,4번0.0은정상 수치,5번 문자열은 타입 오류다. 모두0으로 바꾸면 원인 추적 불가.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모의 입력은 실제 장치 대신 조건을 통제한 값입니다. 프로그램의 분기와 출력은 시험할 수 있지만 센서의 오차나 연결 품질은 시험하지 못합니다.</a:t>
            </a:r>
          </a:p>
          <a:p xmlns:a="http://schemas.openxmlformats.org/drawingml/2006/main">
            <a:r>
              <a:t>1 normal · 2 alert</a:t>
            </a:r>
          </a:p>
          <a:p xmlns:a="http://schemas.openxmlformats.org/drawingml/2006/main">
            <a:r>
              <a:t>3 missing · 4 normal</a:t>
            </a:r>
          </a:p>
          <a:p xmlns:a="http://schemas.openxmlformats.org/drawingml/2006/main">
            <a:r>
              <a:t>5 invalid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출력 alert는 팬이나 릴레이를 작동시킨 결과가 아닙니다. 화면용 상태 이름이며 실제 제어 명령이 없습니다.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1줄: JSON 문자열을 Python 값으로 바꾸는 도구를 가져옵니다.</a:t>
            </a:r>
          </a:p>
          <a:p xmlns:a="http://schemas.openxmlformats.org/drawingml/2006/main">
            <a:r>
              <a:t>2줄: 파일 경로 도구를 가져옵니다.</a:t>
            </a:r>
          </a:p>
          <a:p xmlns:a="http://schemas.openxmlformats.org/drawingml/2006/main">
            <a:r>
              <a:t>3줄: 현재 코드 위치에서 course 폴더를 찾습니다.</a:t>
            </a:r>
          </a:p>
          <a:p xmlns:a="http://schemas.openxmlformats.org/drawingml/2006/main">
            <a:r>
              <a:t>4줄: 가상 센서 입력 파일의 경로를 만듭니다.</a:t>
            </a:r>
          </a:p>
          <a:p xmlns:a="http://schemas.openxmlformats.org/drawingml/2006/main">
            <a:r>
              <a:t>5줄: UTF-8 파일을 읽고 리스트로 풉니다.</a:t>
            </a:r>
          </a:p>
          <a:p xmlns:a="http://schemas.openxmlformats.org/drawingml/2006/main">
            <a:r>
              <a:t>6줄: 기록을 순서대로 하나씩 읽습니다.</a:t>
            </a:r>
          </a:p>
          <a:p xmlns:a="http://schemas.openxmlformats.org/drawingml/2006/main">
            <a:r>
              <a:t>7줄: 이번 기록의 온도 값을 꺼냅니다.</a:t>
            </a:r>
          </a:p>
          <a:p xmlns:a="http://schemas.openxmlformats.org/drawingml/2006/main">
            <a:r>
              <a:t>8줄: 값 없음 None인지 먼저 확인합니다.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9줄: 미측정 상태를 정합니다.</a:t>
            </a:r>
          </a:p>
          <a:p xmlns:a="http://schemas.openxmlformats.org/drawingml/2006/main">
            <a:r>
              <a:t>10줄: 정수나 실수가 아닌 자료형인지 검사합니다. bool도 제외합니다.</a:t>
            </a:r>
          </a:p>
          <a:p xmlns:a="http://schemas.openxmlformats.org/drawingml/2006/main">
            <a:r>
              <a:t>11줄: 문자 등 잘못된 형식이면 invalid로 구분합니다.</a:t>
            </a:r>
          </a:p>
          <a:p xmlns:a="http://schemas.openxmlformats.org/drawingml/2006/main">
            <a:r>
              <a:t>12줄: 유효한 수가 경계 28.0 이상인지 비교합니다.</a:t>
            </a:r>
          </a:p>
          <a:p xmlns:a="http://schemas.openxmlformats.org/drawingml/2006/main">
            <a:r>
              <a:t>13줄: 경계 이상은 alert라는 표시 상태입니다.</a:t>
            </a:r>
          </a:p>
          <a:p xmlns:a="http://schemas.openxmlformats.org/drawingml/2006/main">
            <a:r>
              <a:t>14줄: 앞의 모든 조건에 해당하지 않을 때입니다.</a:t>
            </a:r>
          </a:p>
          <a:p xmlns:a="http://schemas.openxmlformats.org/drawingml/2006/main">
            <a:r>
              <a:t>15줄: 그 밖의 수는 normal로 표시합니다.</a:t>
            </a:r>
          </a:p>
          <a:p xmlns:a="http://schemas.openxmlformats.org/drawingml/2006/main">
            <a:r>
              <a:t>16줄: 순번·값·상태를 출력합니다. 장치를 제어하지 않습니다.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기본N,A,M,N,I. 기준29.0이면2번normal,문자열은invalid유지. 실제 센서 정확도·핀·통신은 미검증.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조건 경계는 처리 결과가 바뀌는 지점입니다. &gt;=는 기준과 같아도 참입니다. 결측과 잘못된 자료형을 먼저 걸러야 숫자 비교를 정확히 설명할 수 있습니다.</a:t>
            </a:r>
          </a:p>
          <a:p xmlns:a="http://schemas.openxmlformats.org/drawingml/2006/main">
            <a:r>
              <a:t>27.9 normal</a:t>
            </a:r>
          </a:p>
          <a:p xmlns:a="http://schemas.openxmlformats.org/drawingml/2006/main">
            <a:r>
              <a:t>28.0·28.1 alert</a:t>
            </a:r>
          </a:p>
          <a:p xmlns:a="http://schemas.openxmlformats.org/drawingml/2006/main">
            <a:r>
              <a:t>null missing · 문자/불리언 invalid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Python에서bool은int의 하위 타입이지만 이 센서 스키마에서는 온도가 아닙니다. 제공 코드는 type을 엄격히 검사합니다.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N,A,A,M,I,I. 이 코드의 숫자 범위 검증은 제한적이므로 실제 센서 범위·유한수 등 별도정책이 필요하다.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히스테리시스는 이전 상태에 따라 현재 판단이 달라지는 특성입니다. 여기서는 켜기28.0,끄기27.5로 기준을 나눠 작은 흔들림에서 반복 전환을 줄입니다.</a:t>
            </a:r>
          </a:p>
          <a:p xmlns:a="http://schemas.openxmlformats.org/drawingml/2006/main">
            <a:r>
              <a:t>꺼짐 → 켜짐 → 켜짐</a:t>
            </a:r>
          </a:p>
          <a:p xmlns:a="http://schemas.openxmlformats.org/drawingml/2006/main">
            <a:r>
              <a:t>→켜짐 → 꺼짐 → 명령 없음 → 켜짐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예의 누락 처리가 모든 장치의 안전 정책은 아닙니다. 실제 제어는 장치 특성에 맞는 별도 실패 안전 정책이 필요합니다.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1줄: 온도가 흔들리는 가상 순서를 리스트에 저장합니다.</a:t>
            </a:r>
          </a:p>
          <a:p xmlns:a="http://schemas.openxmlformats.org/drawingml/2006/main">
            <a:r>
              <a:t>2줄: 처음 경고 상태를 꺼짐으로 정합니다.</a:t>
            </a:r>
          </a:p>
          <a:p xmlns:a="http://schemas.openxmlformats.org/drawingml/2006/main">
            <a:r>
              <a:t>3줄: 값을 시간 순서대로 하나씩 읽습니다.</a:t>
            </a:r>
          </a:p>
          <a:p xmlns:a="http://schemas.openxmlformats.org/drawingml/2006/main">
            <a:r>
              <a:t>4줄: 미측정 None인지 검사합니다.</a:t>
            </a:r>
          </a:p>
          <a:p xmlns:a="http://schemas.openxmlformats.org/drawingml/2006/main">
            <a:r>
              <a:t>5줄: 미측정 안내를 출력하며 제어 명령을 만들지 않습니다.</a:t>
            </a:r>
          </a:p>
          <a:p xmlns:a="http://schemas.openxmlformats.org/drawingml/2006/main">
            <a:r>
              <a:t>6줄: 이번 기록의 나머지를 건너뛰어 이전 상태를 유지합니다.</a:t>
            </a:r>
          </a:p>
          <a:p xmlns:a="http://schemas.openxmlformats.org/drawingml/2006/main">
            <a:r>
              <a:t>7줄: 28.0 이상이면 켜기 조건입니다.</a:t>
            </a:r>
          </a:p>
          <a:p xmlns:a="http://schemas.openxmlformats.org/drawingml/2006/main">
            <a:r>
              <a:t>8줄: 경고 상태를 True로 바꿉니다.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9줄: 27.5 이하일 때만 끄는 조건입니다.</a:t>
            </a:r>
          </a:p>
          <a:p xmlns:a="http://schemas.openxmlformats.org/drawingml/2006/main">
            <a:r>
              <a:t>10줄: 경고 상태를 False로 바꿉니다.</a:t>
            </a:r>
          </a:p>
          <a:p xmlns:a="http://schemas.openxmlformats.org/drawingml/2006/main">
            <a:r>
              <a:t>11줄: 온도와 현재 상태를 출력합니다. 실제 핀 출력은 없습니다.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F,T,T,T,F,missing,T.27.9로 수정하면 세 번째F. 누락에서는 상태 변경 없음+명령 없음이며 실물 안전 검증이아님.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처리 결과는 원문을 바꾼 값이 아니라 원문으로부터 얻은 판단입니다. 수업에서는 raw값과 상태·규칙을 함께 기록합니다. 영수증 원문과 정산 결과를 따로 남기는 것과 같습니다.</a:t>
            </a:r>
          </a:p>
          <a:p xmlns:a="http://schemas.openxmlformats.org/drawingml/2006/main">
            <a:r>
              <a:t>수정 근거가 없으므로 숫자29.0으로 고치지 않습니다.</a:t>
            </a:r>
          </a:p>
          <a:p xmlns:a="http://schemas.openxmlformats.org/drawingml/2006/main">
            <a:r>
              <a:t>원시값과 판단을 별도 칸에 남깁니다.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alert를 없애려고 온도를 낮추거나 invalid를0으로 바꾸는 것은 검수가 아닙니다. 확인된 정정만 이력과 함께 적용합니다.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seq5 원문 문자열 보존,invalid,온도자료형 규칙,확인 대기. 숫자로 임의 변환하지 않는다.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펌웨어는 장치에서 실행하는 프로그램입니다. Arduino의 setup은 시작 시 한 번,loop는 이어서 반복 실행됩니다. 직렬 출력은 값을 순서대로 보내는 통신 경로입니다.</a:t>
            </a:r>
          </a:p>
          <a:p xmlns:a="http://schemas.openxmlformats.org/drawingml/2006/main">
            <a:r>
              <a:t>설정은 한 번, 출력과 기다림은 반복합니다.</a:t>
            </a:r>
          </a:p>
          <a:p xmlns:a="http://schemas.openxmlformats.org/drawingml/2006/main">
            <a:r>
              <a:t>고정 문장 전송이며 센서 측정이 아닙니다.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delay1000만으로 정확히 1Hz 측정을 보장하지 않습니다. 실행 시간과 통신 등 지연이 더해지고 실제 센서를 읽는 코드도 없습니다.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1줄: 시작 시 한 번 실행할 setup 함수의 블록을 엽니다.</a:t>
            </a:r>
          </a:p>
          <a:p xmlns:a="http://schemas.openxmlformats.org/drawingml/2006/main">
            <a:r>
              <a:t>2줄: 직렬 통신을115200 설정으로 초기화합니다.</a:t>
            </a:r>
          </a:p>
          <a:p xmlns:a="http://schemas.openxmlformats.org/drawingml/2006/main">
            <a:r>
              <a:t>3줄: setup의 블록을 닫습니다.</a:t>
            </a:r>
          </a:p>
          <a:p xmlns:a="http://schemas.openxmlformats.org/drawingml/2006/main">
            <a:r>
              <a:t>4줄: 계속 반복할 loop 함수의 블록을 엽니다.</a:t>
            </a:r>
          </a:p>
          <a:p xmlns:a="http://schemas.openxmlformats.org/drawingml/2006/main">
            <a:r>
              <a:t>5줄: 센서 측정 대신 고정 JSON 문장과 줄바꿈을 출력합니다. 역슬래시는 내부 따옴표를 표현합니다.</a:t>
            </a:r>
          </a:p>
          <a:p xmlns:a="http://schemas.openxmlformats.org/drawingml/2006/main">
            <a:r>
              <a:t>6줄: 다음 반복 전1000ms를 기다립니다. 정밀 수집 주기 보장은 아닙니다.</a:t>
            </a:r>
          </a:p>
          <a:p xmlns:a="http://schemas.openxmlformats.org/drawingml/2006/main">
            <a:r>
              <a:t>7줄: loop 블록을 닫습니다.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setup1회초기화,loop고정 JSON 출력반복. 값은 리터럴이며 측정API없음. 보드 컴파일/업로드미실행.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시리얼 수신은 실제 연결에서 바이트를 받아 기록하는 일이고 파일 재생은 이미 저장한 내용을 읽는 일입니다. 택배를 실제 받는 과정과 받은 목록을 읽는 과정을 구분하는 비유입니다.</a:t>
            </a:r>
          </a:p>
          <a:p xmlns:a="http://schemas.openxmlformats.org/drawingml/2006/main">
            <a:r>
              <a:t>115200은 설정값입니다.</a:t>
            </a:r>
          </a:p>
          <a:p xmlns:a="http://schemas.openxmlformats.org/drawingml/2006/main">
            <a:r>
              <a:t>보드의 Serial 경로는 USB 모드와 모델 조건에 따릅니다.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COM3 같은 포트명을 모든 PC에 적용하지 않습니다. 수신기가 없는데 출력이 보이지 않는 일을 센서 고장으로 단정하지 않습니다.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파일파싱·판단은확인,포트/드라이버/USB/실제 전송/끊김미확인. 실제 환경 확정 후 추가 시험이 필요하다.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배선 검토표는 연결 전에 신호·전원·기준·정격·핀 근거를 확인하는 문서입니다. 공사를 시작하기 전 도면을 검토하듯 확인하지 못한 항목은 미정으로 남깁니다.</a:t>
            </a:r>
          </a:p>
          <a:p xmlns:a="http://schemas.openxmlformats.org/drawingml/2006/main">
            <a:r>
              <a:t>실제 핀 번호는 빈칸으로 남깁니다.</a:t>
            </a:r>
          </a:p>
          <a:p xmlns:a="http://schemas.openxmlformats.org/drawingml/2006/main">
            <a:r>
              <a:t>공식 문서의 확인 위치를 적습니다.</a:t>
            </a:r>
          </a:p>
          <a:p xmlns:a="http://schemas.openxmlformats.org/drawingml/2006/main">
            <a:r>
              <a:t>통전 결정은 보류합니다.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목표가 있다고 연결을 추측해서 완성하지 않습니다. 젖은 손·손상 케이블·금속 단락·전원 연결 중 배선 변경은 피하는 기본 원칙을 적용합니다.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모델→공식 핀맵/전원/정격→신호계획→전원 분리상태점검→강사 확인 후 별도 실물 활동. 현재는보류.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요구는 누가 어떤 상황에서 어떤 결과가 필요한지 말하는 문장입니다. 시험은 그 결과를 구체 입력과 관찰로 확인하는 절차입니다.</a:t>
            </a:r>
          </a:p>
          <a:p xmlns:a="http://schemas.openxmlformats.org/drawingml/2006/main">
            <a:r>
              <a:t>경계27.9·28.0과null·문자를 시험합니다.</a:t>
            </a:r>
          </a:p>
          <a:p xmlns:a="http://schemas.openxmlformats.org/drawingml/2006/main">
            <a:r>
              <a:t>실제 위험 온도 기준은 현장 담당 확인이 필요합니다.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28.0은교육용 규칙입니다. 모든 창고나 물품의 안전 기준이라고 설명하지 않습니다.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제작 가정28.0이며N/A/M/I시험설계. 실제 환경임계값·센서 오차·수집 주기·장치 제어는확인 필요.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종합 검수는 새로운 입력에 같은 규칙을 적용하고출력·원시값·미확인 항목을 함께 남기는 일입니다. 프로그램의 성공 메시지와 데이터의 의미를 따로 확인합니다.</a:t>
            </a:r>
          </a:p>
          <a:p xmlns:a="http://schemas.openxmlformats.org/drawingml/2006/main">
            <a:r>
              <a:t>예상: normal,normal,alert,missing,invalid</a:t>
            </a:r>
          </a:p>
          <a:p xmlns:a="http://schemas.openxmlformats.org/drawingml/2006/main">
            <a:r>
              <a:t>센서 실측이 아니라 파일 모의입니다.</a:t>
            </a:r>
          </a:p>
          <a:p xmlns:a="http://schemas.openxmlformats.org/drawingml/2006/main">
            <a:r>
              <a:t>활동 A17: 설명 3 + 시연 4 + 학생 작업 11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실행이 정상 종료되어도 invalid항목은 남아 있을 수 있습니다. 원문 타입 오류를 검수 결과에 기록합니다.</a:t>
            </a:r>
          </a:p>
          <a:p xmlns:a="http://schemas.openxmlformats.org/drawingml/2006/main">
            <a:r>
              <a:t>활동 A17: 설명 3 + 시연 4 + 학생 작업 11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N,N,A,M,I. 프로그램정상 종료와 측정 유효성은 다르다. 실물 미실행을 명시한다.</a:t>
            </a:r>
          </a:p>
          <a:p xmlns:a="http://schemas.openxmlformats.org/drawingml/2006/main">
            <a:r>
              <a:t>활동 A17: 설명 3 + 시연 4 + 학생 작업 11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인수인계는 확인한 사실과 아직 확인하지 못한 조건을 다른 사람이 이어갈 수 있게 적는 일입니다. 결과 숫자만이 아니라 입력·코드·설정·판단 근거가 필요합니다.</a:t>
            </a:r>
          </a:p>
          <a:p xmlns:a="http://schemas.openxmlformats.org/drawingml/2006/main">
            <a:r>
              <a:t>수치 단위, 0/null, 모의/실물을 구분합니다.</a:t>
            </a:r>
          </a:p>
          <a:p xmlns:a="http://schemas.openxmlformats.org/drawingml/2006/main">
            <a:r>
              <a:t>판단 근거와 보류 항목을 남깁니다.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실물 미검증을 숨기고 완료라고 적지 않습니다. 반대로 모의 검증 근거도 버리지 말고 재사용할 수 있게 남깁니다.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교수 진행: 단어만 쓰지 말고 입력 카드의 값 하나를 가리키며 이유를 말하게 합니다.</a:t>
            </a:r>
          </a:p>
          <a:p xmlns:a="http://schemas.openxmlformats.org/drawingml/2006/main">
            <a:r>
              <a:t>풀이: V/A/Ω구분,GND기준,0/null,임계값경계,모의와 실물의 경계 설명. 실제모델문서·빌드·핀/전압·통신·센서 정확도추가 확인.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curriculum: data/curriculum.json (전자회로·ESP32)</a:t>
            </a:r>
          </a:p>
          <a:p xmlns:a="http://schemas.openxmlformats.org/drawingml/2006/main">
            <a:r>
              <a:t>examples: outputs/2026-10-23/examples/course/ (이번 수업의 자체 가상 입력과 완성 예)</a:t>
            </a:r>
          </a:p>
          <a:p xmlns:a="http://schemas.openxmlformats.org/drawingml/2006/main">
            <a:r>
              <a:t>ohm: https://openstax.org/books/university-physics-volume-2/pages/9-4-ohms-law (옴의 법칙과 적용 조건,2026-09-26 확인)</a:t>
            </a:r>
          </a:p>
          <a:p xmlns:a="http://schemas.openxmlformats.org/drawingml/2006/main">
            <a:r>
              <a:t>esp-gpio: https://docs.espressif.com/projects/arduino-esp32/en/latest/api/gpio.html (GPIO API와 핀 제약,2026-09-26 확인)</a:t>
            </a:r>
          </a:p>
          <a:p xmlns:a="http://schemas.openxmlformats.org/drawingml/2006/main">
            <a:r>
              <a:t>esp-adc: https://docs.espressif.com/projects/arduino-esp32/en/latest/api/adc.html (원시ADC와밀리볼트읽기·해상도·모델차이,2026-09-26 확인)</a:t>
            </a:r>
          </a:p>
          <a:p xmlns:a="http://schemas.openxmlformats.org/drawingml/2006/main">
            <a:r>
              <a:t>esp-serial: https://docs.espressif.com/projects/arduino-esp32/en/latest/api/serial.html (Serial.begin·직렬경로·보드별차이,2026-09-26 확인)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f51509c5643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717ec1db494348" /><Relationship Type="http://schemas.openxmlformats.org/officeDocument/2006/relationships/slideLayout" Target="/ppt/slideLayouts/slideLayout1.xml" Id="R0091004b0b9245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91004b0b9245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74b2b8ede4b62" /><Relationship Type="http://schemas.openxmlformats.org/officeDocument/2006/relationships/notesSlide" Target="/ppt/notesSlides/notesSlide1.xml" Id="R6e635a15df1544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64dd2ed77479b" /><Relationship Type="http://schemas.openxmlformats.org/officeDocument/2006/relationships/notesSlide" Target="/ppt/notesSlides/notesSlide2.xml" Id="Rbbff68b788de4a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c86207ef146f7" /><Relationship Type="http://schemas.openxmlformats.org/officeDocument/2006/relationships/notesSlide" Target="/ppt/notesSlides/notesSlide3.xml" Id="Rfead459da55b49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14ca2937f4c21" /><Relationship Type="http://schemas.openxmlformats.org/officeDocument/2006/relationships/notesSlide" Target="/ppt/notesSlides/notesSlide4.xml" Id="R7844ac84d1bc4c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e56fdb53c494e" /><Relationship Type="http://schemas.openxmlformats.org/officeDocument/2006/relationships/notesSlide" Target="/ppt/notesSlides/notesSlide5.xml" Id="R5ec41fa3a7e249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a4fe8cd744082" /><Relationship Type="http://schemas.openxmlformats.org/officeDocument/2006/relationships/notesSlide" Target="/ppt/notesSlides/notesSlide6.xml" Id="Rca3d962cf71f45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9f9807c994ae6" /><Relationship Type="http://schemas.openxmlformats.org/officeDocument/2006/relationships/notesSlide" Target="/ppt/notesSlides/notesSlide7.xml" Id="R5a178abf9fb04a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bae6c97f3447c" /><Relationship Type="http://schemas.openxmlformats.org/officeDocument/2006/relationships/notesSlide" Target="/ppt/notesSlides/notesSlide8.xml" Id="R7415697089924f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d7b7a0a6a4122" /><Relationship Type="http://schemas.openxmlformats.org/officeDocument/2006/relationships/notesSlide" Target="/ppt/notesSlides/notesSlide9.xml" Id="Rdd472803621346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cfd768bb442e0" /><Relationship Type="http://schemas.openxmlformats.org/officeDocument/2006/relationships/notesSlide" Target="/ppt/notesSlides/notesSlide10.xml" Id="R88bf1cd78fa041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6d7fb55a14d09" /><Relationship Type="http://schemas.openxmlformats.org/officeDocument/2006/relationships/notesSlide" Target="/ppt/notesSlides/notesSlide11.xml" Id="Rf0aeec5589064f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770707d944c93" /><Relationship Type="http://schemas.openxmlformats.org/officeDocument/2006/relationships/notesSlide" Target="/ppt/notesSlides/notesSlide12.xml" Id="R9a9a923d6e8349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8b4327f1443b5" /><Relationship Type="http://schemas.openxmlformats.org/officeDocument/2006/relationships/notesSlide" Target="/ppt/notesSlides/notesSlide13.xml" Id="Ref7a2a8a51e042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2ceb6f6004b95" /><Relationship Type="http://schemas.openxmlformats.org/officeDocument/2006/relationships/notesSlide" Target="/ppt/notesSlides/notesSlide14.xml" Id="R255c9016d74a49b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6d8cdc5044c06" /><Relationship Type="http://schemas.openxmlformats.org/officeDocument/2006/relationships/notesSlide" Target="/ppt/notesSlides/notesSlide15.xml" Id="Ra1259c6db9f14e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ad30d4ea34e15" /><Relationship Type="http://schemas.openxmlformats.org/officeDocument/2006/relationships/notesSlide" Target="/ppt/notesSlides/notesSlide16.xml" Id="R3da39d2ce42f41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850ad17394a71" /><Relationship Type="http://schemas.openxmlformats.org/officeDocument/2006/relationships/notesSlide" Target="/ppt/notesSlides/notesSlide17.xml" Id="R33c6a401e1dc40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d91aecdd24b27" /><Relationship Type="http://schemas.openxmlformats.org/officeDocument/2006/relationships/notesSlide" Target="/ppt/notesSlides/notesSlide18.xml" Id="R7e542dde16044a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c24c78ee24fa8" /><Relationship Type="http://schemas.openxmlformats.org/officeDocument/2006/relationships/notesSlide" Target="/ppt/notesSlides/notesSlide19.xml" Id="Rc0e0487f7a5343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1485562c94c2c" /><Relationship Type="http://schemas.openxmlformats.org/officeDocument/2006/relationships/notesSlide" Target="/ppt/notesSlides/notesSlide20.xml" Id="R611347eed01c4e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e36a077cf41c8" /><Relationship Type="http://schemas.openxmlformats.org/officeDocument/2006/relationships/notesSlide" Target="/ppt/notesSlides/notesSlide21.xml" Id="Re0e843c9d73342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0b5990c8447a0" /><Relationship Type="http://schemas.openxmlformats.org/officeDocument/2006/relationships/notesSlide" Target="/ppt/notesSlides/notesSlide22.xml" Id="Re3a18a5f59034bc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4b1fc83144d11" /><Relationship Type="http://schemas.openxmlformats.org/officeDocument/2006/relationships/notesSlide" Target="/ppt/notesSlides/notesSlide23.xml" Id="R26dc90ba75c84e7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0bdb5f97e4f07" /><Relationship Type="http://schemas.openxmlformats.org/officeDocument/2006/relationships/notesSlide" Target="/ppt/notesSlides/notesSlide24.xml" Id="R83e54f39a52d4b9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cf6ee3bef4878" /><Relationship Type="http://schemas.openxmlformats.org/officeDocument/2006/relationships/notesSlide" Target="/ppt/notesSlides/notesSlide25.xml" Id="R3bab14ef8023497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ad87b65d140fa" /><Relationship Type="http://schemas.openxmlformats.org/officeDocument/2006/relationships/notesSlide" Target="/ppt/notesSlides/notesSlide26.xml" Id="R5f5eadc8215b435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90e3bb6054d72" /><Relationship Type="http://schemas.openxmlformats.org/officeDocument/2006/relationships/notesSlide" Target="/ppt/notesSlides/notesSlide27.xml" Id="R667fffa669404e3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48909872c4aeb" /><Relationship Type="http://schemas.openxmlformats.org/officeDocument/2006/relationships/notesSlide" Target="/ppt/notesSlides/notesSlide28.xml" Id="R4c546c252cd1498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aea379be54d5a" /><Relationship Type="http://schemas.openxmlformats.org/officeDocument/2006/relationships/notesSlide" Target="/ppt/notesSlides/notesSlide29.xml" Id="R45f806c4f5c14b3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7e4722dfe4b41" /><Relationship Type="http://schemas.openxmlformats.org/officeDocument/2006/relationships/notesSlide" Target="/ppt/notesSlides/notesSlide30.xml" Id="Rb1def4c25bed4df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0ba0723614022" /><Relationship Type="http://schemas.openxmlformats.org/officeDocument/2006/relationships/notesSlide" Target="/ppt/notesSlides/notesSlide31.xml" Id="R3a52ca847b2d426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02928c37d4004" /><Relationship Type="http://schemas.openxmlformats.org/officeDocument/2006/relationships/notesSlide" Target="/ppt/notesSlides/notesSlide32.xml" Id="R8ec93fb3358c4e1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f546dab7946b0" /><Relationship Type="http://schemas.openxmlformats.org/officeDocument/2006/relationships/notesSlide" Target="/ppt/notesSlides/notesSlide33.xml" Id="R0065748717434cb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6b9158c8942f2" /><Relationship Type="http://schemas.openxmlformats.org/officeDocument/2006/relationships/notesSlide" Target="/ppt/notesSlides/notesSlide34.xml" Id="Rc378a71c88e84e5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c75851df84309" /><Relationship Type="http://schemas.openxmlformats.org/officeDocument/2006/relationships/notesSlide" Target="/ppt/notesSlides/notesSlide35.xml" Id="R7384cb1a0aed4f5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ec17c641946eb" /><Relationship Type="http://schemas.openxmlformats.org/officeDocument/2006/relationships/notesSlide" Target="/ppt/notesSlides/notesSlide36.xml" Id="Rd8857bee0f7745e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0252e653841ee" /><Relationship Type="http://schemas.openxmlformats.org/officeDocument/2006/relationships/notesSlide" Target="/ppt/notesSlides/notesSlide37.xml" Id="R5493e62c466c4c1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84fade6144270" /><Relationship Type="http://schemas.openxmlformats.org/officeDocument/2006/relationships/notesSlide" Target="/ppt/notesSlides/notesSlide38.xml" Id="R2b3e90df1e5b4d9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a55164d7c4049" /><Relationship Type="http://schemas.openxmlformats.org/officeDocument/2006/relationships/notesSlide" Target="/ppt/notesSlides/notesSlide39.xml" Id="Rccd5db6149034c8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acebd3b584581" /><Relationship Type="http://schemas.openxmlformats.org/officeDocument/2006/relationships/notesSlide" Target="/ppt/notesSlides/notesSlide40.xml" Id="R7b3c08f4b693422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f554560734910" /><Relationship Type="http://schemas.openxmlformats.org/officeDocument/2006/relationships/notesSlide" Target="/ppt/notesSlides/notesSlide41.xml" Id="R66e8240350ed475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1010ede2344e2" /><Relationship Type="http://schemas.openxmlformats.org/officeDocument/2006/relationships/notesSlide" Target="/ppt/notesSlides/notesSlide42.xml" Id="Rcc53af50719643c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75d6fa78a4e63" /><Relationship Type="http://schemas.openxmlformats.org/officeDocument/2006/relationships/notesSlide" Target="/ppt/notesSlides/notesSlide43.xml" Id="R700b9efed4f44878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99487159541cf" /><Relationship Type="http://schemas.openxmlformats.org/officeDocument/2006/relationships/notesSlide" Target="/ppt/notesSlides/notesSlide44.xml" Id="R9d8b1d475404425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559652e0c4363" /><Relationship Type="http://schemas.openxmlformats.org/officeDocument/2006/relationships/notesSlide" Target="/ppt/notesSlides/notesSlide45.xml" Id="Rc136c3be4918452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a4da60bc9430e" /><Relationship Type="http://schemas.openxmlformats.org/officeDocument/2006/relationships/notesSlide" Target="/ppt/notesSlides/notesSlide46.xml" Id="R5c9e9a2f90c2488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942e426ff458e" /><Relationship Type="http://schemas.openxmlformats.org/officeDocument/2006/relationships/notesSlide" Target="/ppt/notesSlides/notesSlide47.xml" Id="R6a19bcfb3d224a7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2e77603dc4ca8" /><Relationship Type="http://schemas.openxmlformats.org/officeDocument/2006/relationships/notesSlide" Target="/ppt/notesSlides/notesSlide48.xml" Id="Re6e8b6cf26d540b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24ee4e2d3419e" /><Relationship Type="http://schemas.openxmlformats.org/officeDocument/2006/relationships/notesSlide" Target="/ppt/notesSlides/notesSlide49.xml" Id="Rd0c07c502451472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b370769514ccc" /><Relationship Type="http://schemas.openxmlformats.org/officeDocument/2006/relationships/notesSlide" Target="/ppt/notesSlides/notesSlide50.xml" Id="R4cf178688ac146c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182daf74042b0" /><Relationship Type="http://schemas.openxmlformats.org/officeDocument/2006/relationships/notesSlide" Target="/ppt/notesSlides/notesSlide51.xml" Id="Rc84dad271908438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014a835f040b7" /><Relationship Type="http://schemas.openxmlformats.org/officeDocument/2006/relationships/notesSlide" Target="/ppt/notesSlides/notesSlide52.xml" Id="R1c9d58c637ca4ba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1b3f674ed473e" /><Relationship Type="http://schemas.openxmlformats.org/officeDocument/2006/relationships/notesSlide" Target="/ppt/notesSlides/notesSlide53.xml" Id="Rb94c96645f1d4e5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6c20d499f46be" /><Relationship Type="http://schemas.openxmlformats.org/officeDocument/2006/relationships/notesSlide" Target="/ppt/notesSlides/notesSlide54.xml" Id="R0a8b8c1118134b4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0a61ca2064188" /><Relationship Type="http://schemas.openxmlformats.org/officeDocument/2006/relationships/notesSlide" Target="/ppt/notesSlides/notesSlide55.xml" Id="Rb418041c2dde4ab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81b0a9cb54314" /><Relationship Type="http://schemas.openxmlformats.org/officeDocument/2006/relationships/notesSlide" Target="/ppt/notesSlides/notesSlide56.xml" Id="R2613e5cd4ade447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33d29826e4fa4" /><Relationship Type="http://schemas.openxmlformats.org/officeDocument/2006/relationships/notesSlide" Target="/ppt/notesSlides/notesSlide57.xml" Id="Rdeb54d28ea3f466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456d83f4e4ccc" /><Relationship Type="http://schemas.openxmlformats.org/officeDocument/2006/relationships/notesSlide" Target="/ppt/notesSlides/notesSlide58.xml" Id="R37fea84936b8427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2f517809e4688" /><Relationship Type="http://schemas.openxmlformats.org/officeDocument/2006/relationships/notesSlide" Target="/ppt/notesSlides/notesSlide59.xml" Id="R3607e4138aee4ec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a2b3aee3d4faa" /><Relationship Type="http://schemas.openxmlformats.org/officeDocument/2006/relationships/notesSlide" Target="/ppt/notesSlides/notesSlide60.xml" Id="Rf5bdb3287f824af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e3df64fd14011" /><Relationship Type="http://schemas.openxmlformats.org/officeDocument/2006/relationships/notesSlide" Target="/ppt/notesSlides/notesSlide61.xml" Id="Rebc8df2d52094f5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559836b1f4324" /><Relationship Type="http://schemas.openxmlformats.org/officeDocument/2006/relationships/notesSlide" Target="/ppt/notesSlides/notesSlide62.xml" Id="Rcfe1104627aa4c4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c03a542284232" /><Relationship Type="http://schemas.openxmlformats.org/officeDocument/2006/relationships/notesSlide" Target="/ppt/notesSlides/notesSlide63.xml" Id="R4791563ba2fe43f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f85c0b1614321" /><Relationship Type="http://schemas.openxmlformats.org/officeDocument/2006/relationships/notesSlide" Target="/ppt/notesSlides/notesSlide64.xml" Id="Rcecc677084f64dc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58b7b83084f56" /><Relationship Type="http://schemas.openxmlformats.org/officeDocument/2006/relationships/notesSlide" Target="/ppt/notesSlides/notesSlide65.xml" Id="R8a5c300ac44b4d10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bbb09ef7948fa" /><Relationship Type="http://schemas.openxmlformats.org/officeDocument/2006/relationships/notesSlide" Target="/ppt/notesSlides/notesSlide66.xml" Id="R087813cfb50f43b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99b7572374e67" /><Relationship Type="http://schemas.openxmlformats.org/officeDocument/2006/relationships/notesSlide" Target="/ppt/notesSlides/notesSlide67.xml" Id="R90bea6ee31434f2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a6250d80646c6" /><Relationship Type="http://schemas.openxmlformats.org/officeDocument/2006/relationships/notesSlide" Target="/ppt/notesSlides/notesSlide68.xml" Id="Ra12060fb9ba9473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415198deb47fc" /><Relationship Type="http://schemas.openxmlformats.org/officeDocument/2006/relationships/notesSlide" Target="/ppt/notesSlides/notesSlide69.xml" Id="Rfd4b0d5586c040ce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235834c424ff7" /><Relationship Type="http://schemas.openxmlformats.org/officeDocument/2006/relationships/notesSlide" Target="/ppt/notesSlides/notesSlide70.xml" Id="R221dcf7f8bbc476a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1d02ef8ca4471" /><Relationship Type="http://schemas.openxmlformats.org/officeDocument/2006/relationships/notesSlide" Target="/ppt/notesSlides/notesSlide71.xml" Id="R007aba303d4c4e99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0c539233f44ad" /><Relationship Type="http://schemas.openxmlformats.org/officeDocument/2006/relationships/notesSlide" Target="/ppt/notesSlides/notesSlide72.xml" Id="Rb67937ec0bb3462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75eddcefd4241" /><Relationship Type="http://schemas.openxmlformats.org/officeDocument/2006/relationships/notesSlide" Target="/ppt/notesSlides/notesSlide73.xml" Id="Rd45eb5fd835a4e23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6d0f901d646d4" /><Relationship Type="http://schemas.openxmlformats.org/officeDocument/2006/relationships/notesSlide" Target="/ppt/notesSlides/notesSlide74.xml" Id="Rfde78524146d4b1c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7bce2ec0144e4" /><Relationship Type="http://schemas.openxmlformats.org/officeDocument/2006/relationships/notesSlide" Target="/ppt/notesSlides/notesSlide75.xml" Id="R9f283c2b029744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696C5-67DA-4A96-98BB-164AAD01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2026-10-23  전자회로·ESP32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E4DD8-A53C-460C-8206-D56EBC7C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전자회로·ESP32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6579D-0F97-44D0-86BC-470DB50C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D743A-19E4-4183-B572-44791D31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FE527-EB33-4A45-8573-8FDF135E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전기 신호의 뜻에서</a:t>
            </a:r>
          </a:p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센서 기록의 검수까지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4A913-33A8-4A0A-9AFA-7C7230C5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종이 회로와 모의 입력으로 연결 원리를 이해합니다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AE9A8-76C4-4825-8693-FF76ACAB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6구간 수업 자료  ·  실교육 360분 운영안</a:t>
            </a:r>
          </a:p>
        </p:txBody>
      </p:sp>
    </p:spTree>
    <p:extLst>
      <p:ext uri="{BB962C8B-B14F-4D97-AF65-F5344CB8AC3E}">
        <p14:creationId xmlns:p14="http://schemas.microsoft.com/office/powerpoint/2010/main" val="1330461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34425-EC7D-42FC-8695-3D5BB347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2026-10-23  전자회로·ESP32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425E9-9815-4845-89C4-EAC19012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오늘의 입력과 확인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46CF6-81CA-42F5-9B74-795BC3F7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D1359-A48A-44F4-8A2A-C97E6787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수업에서 확인할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입력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종이 회로·가상 센서 JSON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검증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계산·분기·상태·오류 입력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 예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 없는 Serial 고정 문장 예시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미실행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통전·장치 연결·보드 컴파일/업로드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2C666-7DD6-4271-99E0-85AEC40E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360분은 수업 제작 배정입니다. 실제 초심자 리허설과 장비 현장 검증은 별도로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98971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A7FB2-23BC-4C99-AD87-38BFA57C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D6FA3-7091-49D2-A1DD-D484B28D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전압·전류·저항을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5155A-8E95-4F59-A2DC-AAEAB7B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25D01-084A-4DC7-99FF-0052B0ED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 전압차 · A 전하 흐름 · Ω 저항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서로 다른 물리량을 단위로 구분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전압이 흐르는 것이 아니라 전하가 흐름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55C6C-58A5-48A4-B569-35942A47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3.3V와10mA를 서로 바꿔 쓸 수 없는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90171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FCA87-C2B7-4B57-82EB-597354DC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A404F-90A8-4194-80DA-442C66B9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전압·전류·저항을 구분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7C431-3AE2-40C3-B26D-866F8D9A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B93FB-6285-488E-B47A-26157F55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70F45-4DB3-4343-BC66-8CE2663C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3A140-9B62-420C-B0F1-4D21384E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전압3.3V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전류0.010A=10mA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저항330Ω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63EB3-A3BA-4691-BB5D-FEC209A3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EC347-EFB4-4F3A-9A5C-43CE12C7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전압은 두 점 사이에서 말합니다.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전류는 흐름이며, 저항은 그 흐름과 전압의 관계입니다.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EC0D7-9A4A-4A65-8875-61CA9256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3.3V와10mA를 서로 바꿔 쓸 수 없는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518879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EC341-D4E8-42C8-A18E-C2CDED49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35A29-C4DC-48DB-81AE-65E2657E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전압·전류·저항을 구분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FAA96-D9DB-464F-BE17-F82DAA9B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C25BF-2B47-43FA-8CA1-FA75ED43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51C2C-F4FA-4E16-A426-C863520E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A01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C734B-2842-4773-B9C6-9537B949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값을 이름과 단위에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874E7-9F40-4B94-A56D-79916CAA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A를mA로 바꿉니다.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D02D2-90A4-4FF0-8B70-24CF10DE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전압이 어느 두 점 사이인지 질문을 작성합니다.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58EA6-8B28-49D4-981C-CA43F77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물리량과 단위 / 기준점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1B2BD-C05A-4165-95D5-FB247571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3.3V와10mA를 서로 바꿔 쓸 수 없는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938680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BA328-EF8A-4E28-94AC-855C1CFE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B49DC-D8FD-41D5-A002-EE09305E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닫힌 경로와 GND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10BD6-18E3-469F-A320-E5C65A7E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11E3E-41C5-4938-8F01-40786056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회로는 돌아오는 경로, GND는 전압 기준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연결과 신호의 기준을 함께 읽기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GND와 보호접지는 항상 같은 것이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88A1D-355B-428F-98DE-AF05BB27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GND를 모두 안전한 버리는 구멍으로 생각하면 왜 틀리나요?</a:t>
            </a:r>
          </a:p>
        </p:txBody>
      </p:sp>
    </p:spTree>
    <p:extLst>
      <p:ext uri="{BB962C8B-B14F-4D97-AF65-F5344CB8AC3E}">
        <p14:creationId xmlns:p14="http://schemas.microsoft.com/office/powerpoint/2010/main" val="840205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5FCEA-AE52-4A20-98FA-D0263ABA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9166E-BE3C-4A43-B0D1-8303DDA6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닫힌 경로와 GND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DDCD7-A15C-4CF7-91D2-65F7942F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82D59-FF53-4AB0-9818-C0A4DFE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FC857-FB81-4013-82BF-B77F2C72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97F72-C570-43A5-8B48-AC86EF2E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종이 회로: 전원+ → 저항 → 전원−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중간 끊김: 열린 경로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기준: 전원−를0V로 정함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EF8E7-C31A-4D7B-B3B2-322B347A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39129-6A2D-48A7-95BC-7A3FF6F9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완전히 이어진 경로와 끊긴 경로를 구분합니다.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GND는 신호를 비교할 기준입니다.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95E10-FD43-415E-BC92-FE731D14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GND를 모두 안전한 버리는 구멍으로 생각하면 왜 틀리나요?</a:t>
            </a:r>
          </a:p>
        </p:txBody>
      </p:sp>
    </p:spTree>
    <p:extLst>
      <p:ext uri="{BB962C8B-B14F-4D97-AF65-F5344CB8AC3E}">
        <p14:creationId xmlns:p14="http://schemas.microsoft.com/office/powerpoint/2010/main" val="1551876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E1008-C479-449E-B54E-AF02F1E2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42617-3B0E-4B8A-A457-A21D3F35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종이에서 따라가는 닫힌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FD8AA-1211-44C2-BAE9-00B7A09D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E959F-7363-47A9-9218-8C24EE6A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관계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전원+ → 저항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저항에서 전류 제한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 → LED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 방향과 동작 조건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 → 전원−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돌아오는 경로가 이어짐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전원−를 기준0V로 정함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전압은 두 점 사이의 차이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145BE-4A63-46CA-968E-5811A10C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역할을 읽는 개념도입니다. 실제 보드·부품 모델 미확정이며 연결하거나 통전하지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5415565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BE996-5B9A-499E-A7EC-2F2ADF2F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DA6C2-5A6E-439D-8CC8-2389AEA7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닫힌 경로와 GND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6CF79-7E26-4666-8419-22B03013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EE953-3B36-4C2E-8781-75C552B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E47F8-E041-4949-AC38-6C3041C0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A02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44B3-1D55-4AF7-AB9D-E737E8FE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종이에서 돌아오는 경로를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5FD7A-3D03-452F-949B-6DCCC57E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열린 곳과 기준점을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5E203-5138-4749-9B50-AD88DA22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단락 예를 찾아 연결 금지 이유를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C16F0-E3F9-4A50-9BE1-5D67513D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경로 표시 / GND와 단락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B8A4B-145D-4026-8F4C-BF6F7006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GND를 모두 안전한 버리는 구멍으로 생각하면 왜 틀리나요?</a:t>
            </a:r>
          </a:p>
        </p:txBody>
      </p:sp>
    </p:spTree>
    <p:extLst>
      <p:ext uri="{BB962C8B-B14F-4D97-AF65-F5344CB8AC3E}">
        <p14:creationId xmlns:p14="http://schemas.microsoft.com/office/powerpoint/2010/main" val="1809085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D02C8-6136-447C-A3A0-4C0D757D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22255-D9E1-4C28-9906-2C8FD0A2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옴의 법칙을 계산으로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C2C3F-B5DD-4EC1-85D4-8328D706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EC827-2C35-4A6D-8410-A916728F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옴성 저항에서 I=V/R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단위를 맞춰 관계를 계산하기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 성공은 실제 부품·핀 사용 승인이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CDDD1-0C41-4007-8ABE-10CA0C5A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계산 전류와 실제 연결 허용 여부는 왜 다른가요?</a:t>
            </a:r>
          </a:p>
        </p:txBody>
      </p:sp>
    </p:spTree>
    <p:extLst>
      <p:ext uri="{BB962C8B-B14F-4D97-AF65-F5344CB8AC3E}">
        <p14:creationId xmlns:p14="http://schemas.microsoft.com/office/powerpoint/2010/main" val="9084364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DE3A1-4F1A-46BB-B276-24F3F9A2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BE54E-088B-4A51-B535-117315B9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옴의 법칙을 계산으로 확인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60715-DA1F-490F-9F22-7F24663F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BB8B5-37FA-4D81-865B-84A5D504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81338-A198-4BD9-A737-2194D4A8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543A2-A33E-47C9-808A-C77C2641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저항 양단3.3V, 저항330Ω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I=3.3/330=0.010A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660Ω로 변경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82A52-E566-4EBD-BEFD-5284B80A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BFA22-CC8C-4A5B-87F2-5EFFBF4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330Ω 계산은10mA입니다.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660Ω 계산은5mA입니다.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부품 정격과 발열은 따로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A8854-A955-4E97-A500-C86588CD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계산 전류와 실제 연결 허용 여부는 왜 다른가요?</a:t>
            </a:r>
          </a:p>
        </p:txBody>
      </p:sp>
    </p:spTree>
    <p:extLst>
      <p:ext uri="{BB962C8B-B14F-4D97-AF65-F5344CB8AC3E}">
        <p14:creationId xmlns:p14="http://schemas.microsoft.com/office/powerpoint/2010/main" val="11163479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C980E-CA79-4ED4-8A5F-773B0C73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D09C2-6C61-4869-8FB0-41707BC5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01_ohm.py · 1~7줄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8BCAC-976E-47A6-8EB5-ED270B8F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C74A7-000D-4D1E-A012-DFEA3F11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451AF-C37B-42AC-BAFA-E664F0F7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58C7D-3063-4B38-ACF1-1BAB10CF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voltage_v = 3.3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resistance_ohm = 330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resistance_ohm &lt;= 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raise ValueError("저항은 양수여야 합니다")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current_a = voltage_v / resistance_ohm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current_ma = current_a * 1000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print("current_mA:", round(current_ma, 2))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9981A-F83E-4393-B9CB-0E38F350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2653771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FBF39-0A25-45FE-8853-5D954115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0A1C6-2249-433F-AA38-AE88F56F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1~5줄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97922-30E4-4FD9-8498-B568EA89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F92BA-A65E-46B0-8356-0BAFF3D5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가정한 저항 양단의 전압을 V 단위로 저장합니다.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가정한 저항을 Ω 단위로 저장합니다.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또는 음수 저항 입력인지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계산의 범위를 벗어나므로 오류로 멈춥니다.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옴의 법칙 I=V/R로 전류 A를 계산합니다.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9F70B-D354-4373-AA47-12E17485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8378000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CAC8F-A917-413F-991D-7D6C7E4A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AA755-D060-473D-ACAB-46DA20D2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6~7줄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675FB-C62D-4597-BC0E-6D64B0B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2091A-576C-4925-B3D6-9E2F73F0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13652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3652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A를 mA로 바꾸기 위해 1000을 곱합니다.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3652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소수 둘째 자리로 반올림해 출력합니다.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FE1B2-54E1-4E7C-B3CA-3A884081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929777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B194F-1FFA-4933-9D0C-C895B5FC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B0C96-4916-4593-9B26-2560B2C2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옴의 법칙을 계산으로 확인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A1F44-08DB-4AE8-AE7C-8588CE9F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62E4E-04F8-4417-84FE-8375A9BF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17E11-7046-4C7A-8B2E-86DFFCFE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A03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CCF68-4E93-4ACC-8E5B-1CBF5787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코드 각 줄을 읽고 결과를 예상합니다.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8DBD8-85F6-4C21-B115-E6A508CE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원본과660Ω 수정본을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2196F-EEDB-4381-8306-D7D8E8F6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0Ω 입력을 실제 연결 대신 코드 오류로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B7086-25BB-4DB7-A5DD-9C6E6167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계산 비교 / 적용 한계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1BF57-F697-4B2C-AC59-609DFF06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계산 전류와 실제 연결 허용 여부는 왜 다른가요?</a:t>
            </a:r>
          </a:p>
        </p:txBody>
      </p:sp>
    </p:spTree>
    <p:extLst>
      <p:ext uri="{BB962C8B-B14F-4D97-AF65-F5344CB8AC3E}">
        <p14:creationId xmlns:p14="http://schemas.microsoft.com/office/powerpoint/2010/main" val="11337538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AF10B-BCD6-42CB-AFE1-EEC4985C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1614C-D936-4686-AAEB-B250FB55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LED와 저항의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03E5F-1B6D-4417-9A66-6C81B552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821FD-DE78-46F8-B1FA-69123499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LED는 방향·동작 조건이 있는 발광 다이오드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 양단 전압을 구분해 전류 계산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예시2.0V는 모든 LED의 고정값이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BA588-A52C-4834-8DBC-042E79BF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A03의10mA와 여기3.94mA가 다른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5090652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D6420-7CB5-4962-BE38-43C7923C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6C89B-5B91-4E9A-B5F0-BE9BE877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LED와 저항의 역할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97A4B-C4B2-4F84-A71D-CE115E1B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D543C-207A-45E7-B119-089244ED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C850C-4A43-471F-9DA8-89AA501B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9A335-CEF5-4C13-8DB6-B6E06C61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종이 가정: 공급3.3V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LED 전압 강하2.0V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저항330Ω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I=(3.3−2.0)/330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734BA-E875-4B0E-ADB6-83F37D40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250B0-4A04-48D0-8080-34EA8726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가정하에서 약3.94mA입니다.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2.0V는 이번 계산용 가정입니다.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실물 LED 사양은 미확인입니다.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8AEA0-63E3-4FFB-92D1-38C1AF08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A03의10mA와 여기3.94mA가 다른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221605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832AF-4324-4D46-AD60-6122EA45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A655D-577A-469F-8772-DDE450F1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LED와 저항의 역할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8F536-ED1D-44D9-8AA0-5271F9A2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D56E5-FD5D-48CB-A69D-9B22802B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AFD21-85F3-4630-B22E-2D5A1F57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A04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CA97F-D332-40EF-B30E-9C7E75AC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저항에 걸리는 전압1.3V를 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F8F48-1E39-48B3-AEAA-4C94EA3C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전류를mA로 계산합니다.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1D5B9-AB92-4024-93E4-703E05C3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실물 전에 확인할 문서 항목 세 개를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9A687-6C33-4803-BA57-0AA46E66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LED 계산 / 부품 확인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E1615-65BE-472B-A052-083F398E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A03의10mA와 여기3.94mA가 다른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455464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2A0BE-02BC-494B-8911-1D5A49C9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1C369-7D27-4976-8C48-B78B502E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칩·모듈·개발 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9D9DA-A86B-40DE-A748-44BE719A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EED98-EC3D-4DBD-A5FC-3A97E70B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칩·모듈·개발 보드는 포함하는 범위가 다름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정확한 모델 문서로 연결을 판단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ESP32라는 이름만으로 핀·전원 확정 불가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F3125-F653-4200-855A-3E2253E1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모델이 없는데 핀 번호부터 고르면 어떤 근거가 빠지나요?</a:t>
            </a:r>
          </a:p>
        </p:txBody>
      </p:sp>
    </p:spTree>
    <p:extLst>
      <p:ext uri="{BB962C8B-B14F-4D97-AF65-F5344CB8AC3E}">
        <p14:creationId xmlns:p14="http://schemas.microsoft.com/office/powerpoint/2010/main" val="12651544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6D194-D814-46F4-B05A-B31A7428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787A3-664B-4CCD-AA90-E413F2B8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칩·모듈·개발 보드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72A59-BA47-43B0-B548-5B941290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5D87F-DEA9-4D46-AA35-6D3AB5A5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D6CB0-E61B-4DD5-970A-09FE7F5F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EEC64-AAB8-4D75-9966-5A2090F6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확인 카드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칩 계열: 미확인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보드 모델/리비전: 미확인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공식 핀맵: 미확인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FC322-F81D-4061-8E5A-6577AD63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F46E6-F010-4AE2-98C6-82D3A260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부품 이름과 보드 이름을 따로 기록합니다.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사진 글자와 공식 문서의 모델을 맞춘 후 계획합니다.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66A21-E94E-4FF1-99B6-9D06FD84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모델이 없는데 핀 번호부터 고르면 어떤 근거가 빠지나요?</a:t>
            </a:r>
          </a:p>
        </p:txBody>
      </p:sp>
    </p:spTree>
    <p:extLst>
      <p:ext uri="{BB962C8B-B14F-4D97-AF65-F5344CB8AC3E}">
        <p14:creationId xmlns:p14="http://schemas.microsoft.com/office/powerpoint/2010/main" val="4073527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CE601-A645-4159-A83D-AB419800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4A1F0-DE4C-4C21-BE72-E5E6894A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칩·모듈·개발 보드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D6503-7529-40D9-A572-FE479F43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26B2B-9DDA-437A-B5E0-8B148CDA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BBB01-849D-4434-8F0B-438AE58C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A05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81BCB-41BE-48B7-A8BE-91B68A0B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칩·모듈·보드 역할을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A98C8-CEC0-43E9-A206-DCF4D7E8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확인 카드의 빈 항목을 질문으로 바꿉니다.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3C59F-D045-4A8E-AB2F-566A65D5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이번 수업의 미확정 항목을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4EACA-FCB6-473F-9BCC-87A004DF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보드 확인 카드 / 미확정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370D2-61CA-4C87-A8BB-EEAC638F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모델이 없는데 핀 번호부터 고르면 어떤 근거가 빠지나요?</a:t>
            </a:r>
          </a:p>
        </p:txBody>
      </p:sp>
    </p:spTree>
    <p:extLst>
      <p:ext uri="{BB962C8B-B14F-4D97-AF65-F5344CB8AC3E}">
        <p14:creationId xmlns:p14="http://schemas.microsoft.com/office/powerpoint/2010/main" val="4955600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0CAA3-9D3F-44C0-AF98-20004965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24173-E6EF-476F-8939-EC529715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GPIO와 논리 수준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40925-DA6E-44A4-A5F9-1CCB4077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AD2EB-6180-4359-BC91-CE57F86B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GPIO는 방향을 정해 논리 신호를 다루는 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입력·출력과 전압 범위를 함께 확인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공급전압과 GPIO 허용 전압은 별개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22101-EDE0-44AD-8BF8-FB13ABB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전원 입력과 신호 입력을 왜 구분해야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15985391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5C56D-C988-4F9B-A672-ABD13F39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CA91E-92F1-4A3E-A61E-0E4316A4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GPIO와 논리 수준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05022-1B56-429E-9ABB-F0D83043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DFF5A-56EB-43E0-AFCC-5EBF04E8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7290A-A67C-454E-B52D-8F907154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3E2D7-A97A-4835-8F55-28A5892B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신호 계획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버튼 상태 → 디지털 입력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표시 상태 → 디지털 출력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구체 GPIO 번호 → 미정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3C779-AA28-42A9-80D4-3F7C06B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E3C73-9159-4AB9-AD7B-2210CFF1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pinMode는 방향을 정하는 API입니다.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digitalRead는 논리 상태를 읽습니다.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번호·허용 전압은 모델 문서로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06D80-154A-479E-BEEB-CBE872F6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전원 입력과 신호 입력을 왜 구분해야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2135307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98521-687C-4292-9E80-27A305DB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93B0D-0B47-41D7-96F5-996D192A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GPIO와 논리 수준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CD1B5-686B-457A-B8AF-65FA4BE2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B568D-94D4-4B29-B8D3-4968C8E8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FD715-A256-4C57-9318-E9ED2069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A06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DBA4-6313-4E1A-8E52-D57464D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신호마다 입력·출력을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ABDD4-9440-4CA8-94DD-6A1C5ED6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pinMode/digitalRead 역할을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900B2-6A45-4F17-AD7C-8573E216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전압·핀맵 확인 전 보류 결정을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C5114-DA7B-4586-84C1-025C863F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입출력 계획 / 전압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A8AE2-BB29-47F0-93C1-7D255738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전원 입력과 신호 입력을 왜 구분해야 하나요?</a:t>
            </a:r>
          </a:p>
        </p:txBody>
      </p:sp>
    </p:spTree>
    <p:extLst>
      <p:ext uri="{BB962C8B-B14F-4D97-AF65-F5344CB8AC3E}">
        <p14:creationId xmlns:p14="http://schemas.microsoft.com/office/powerpoint/2010/main" val="17847440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726DF-CC60-47D8-9306-B4B219B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462F7-F898-4427-9BA6-60E105A0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아날로그와 ADC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AD9A6-4FC5-4562-A2F8-121678C6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000EB-72DA-4096-B5E0-E2B03FA4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ADC는 전압을 유한 단계 수로 변환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원시수·전압·물리량을 구분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12비트 예시가 모든 칩·설정의 확정값은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F4FA9-D699-45D7-A5D6-952BFDBE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ADC 값2048이 곧20.48°C라는 결론에 무엇이 빠졌나요?</a:t>
            </a:r>
          </a:p>
        </p:txBody>
      </p:sp>
    </p:spTree>
    <p:extLst>
      <p:ext uri="{BB962C8B-B14F-4D97-AF65-F5344CB8AC3E}">
        <p14:creationId xmlns:p14="http://schemas.microsoft.com/office/powerpoint/2010/main" val="873517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A43DD-695C-4C93-B1B0-601A0FAE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43F4E-49FC-43F9-8F56-D562EEE3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아날로그와 ADC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0DE48-70E4-4AD8-B10A-74904173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8BA64-58A4-4A85-AD58-172CF737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8EAA5-6BA4-4DE0-8ADD-9662650D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D5248-D6EF-4DAD-81DC-12489BB1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교육용 12비트 가정: 0~4095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analogRead: 원시 변환값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analogReadMilliVolts: 보정된 mV 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24B55-6C0F-4F31-875F-F4E73045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74E77-E77F-4AFE-9E17-C1B030FC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원시 수치와mV, 온도°C는 다른 단계입니다.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범위와 해상도는 칩·설정에 따라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27773-F650-42C7-B61A-5E7D39C8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ADC 값2048이 곧20.48°C라는 결론에 무엇이 빠졌나요?</a:t>
            </a:r>
          </a:p>
        </p:txBody>
      </p:sp>
    </p:spTree>
    <p:extLst>
      <p:ext uri="{BB962C8B-B14F-4D97-AF65-F5344CB8AC3E}">
        <p14:creationId xmlns:p14="http://schemas.microsoft.com/office/powerpoint/2010/main" val="17456074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C061F-132F-427B-98DF-3AFFBD11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A7828-6E8C-402A-BE2B-03760DDD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아날로그와 ADC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471DD-E41A-4724-9131-AE30FFAD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EF264-2865-4043-81B3-1266ADDE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63C31-577D-455B-81FC-F508193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A07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6C1FF-C212-4F08-BDB3-C314AC64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원시수·mV·°C를 단계로 정리합니다.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68277-30E7-47BF-A6E4-C1173F65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각 단계에 필요한 설정을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082FB-2A51-4637-B014-9BA4FB2E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정확도가 필요한 검증 항목을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10D5A-9CE2-457D-9F85-FBB990E1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변환 단계 / 추가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33F6C-0812-497C-91F3-E0A1FDDF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ADC 값2048이 곧20.48°C라는 결론에 무엇이 빠졌나요?</a:t>
            </a:r>
          </a:p>
        </p:txBody>
      </p:sp>
    </p:spTree>
    <p:extLst>
      <p:ext uri="{BB962C8B-B14F-4D97-AF65-F5344CB8AC3E}">
        <p14:creationId xmlns:p14="http://schemas.microsoft.com/office/powerpoint/2010/main" val="10770932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ED2DC-EEB3-4075-975D-2CDEC5D1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1B024-339D-4D75-ADED-DD8C8C53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 기록의 스키마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5404D-6829-4A91-BA9F-C7D4F17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B2871-AA45-4172-B7B8-3B34E671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스키마는 식별자·순서·값·단위의 약속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숫자의 의미와 누락을 보존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미측정null과 유효한0.0은 다름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2FF3E-D8AE-4EA0-9C59-92B45CC9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0과null을 바꾸면 어떤 판단이 달라지나요?</a:t>
            </a:r>
          </a:p>
        </p:txBody>
      </p:sp>
    </p:spTree>
    <p:extLst>
      <p:ext uri="{BB962C8B-B14F-4D97-AF65-F5344CB8AC3E}">
        <p14:creationId xmlns:p14="http://schemas.microsoft.com/office/powerpoint/2010/main" val="69859430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C2A3E-98BD-4A7B-832E-E7EA6AC0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DA6B2-E039-4DC8-B9AE-9F213CF9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 기록의 스키마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74B31-15C3-4222-9D97-156DFE0F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AF706-1F13-4484-B61F-7A3603DF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A6FC7-D429-45C1-B7A8-A4929025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93E23-C1B8-4238-8E7A-F82C9EFB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seq1:27.5°C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seq2:28.0°C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seq3:null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seq4:0.0°C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seq5:"29.0" 문자열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6C2FB-4B76-4E4F-B35B-BFB27093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2F453-C9FE-4621-BBF7-C57BDD0F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null은 값 없음입니다.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0.0은 실제 수치입니다.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"29.0"은 이 스키마에서 잘못된 타입입니다.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D35CF-E294-4FB8-8957-6F8D4271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0과null을 바꾸면 어떤 판단이 달라지나요?</a:t>
            </a:r>
          </a:p>
        </p:txBody>
      </p:sp>
    </p:spTree>
    <p:extLst>
      <p:ext uri="{BB962C8B-B14F-4D97-AF65-F5344CB8AC3E}">
        <p14:creationId xmlns:p14="http://schemas.microsoft.com/office/powerpoint/2010/main" val="5427867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BE392-962E-463E-97F0-F4E075B3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8ED28-CD4F-42C4-A41B-95CC74F9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물리 신호에서 화면 표시까지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6F179-973E-4922-93B1-BD32650B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6B21A-6691-4EFB-8630-FE793076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7429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별도로 확인할 것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센서의 전기 신호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모델·전압·오차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변환·기록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ADC 값 → 물리량·JSON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보정·변환식·단위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 검수 → 상태 이름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경계·미측정 정책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터미널에 alert 표시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장치 제어와 다름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9EBEC-CE1F-43AC-B980-0C0E151F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이번 실행은 제공 JSON부터 시작합니다. 앞단의 실제 센서·ADC 수집은 모의 경로에 포함되지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868714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E71E3-BE0B-4BAE-BF64-B60A374C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38777-BAB1-49C9-BF55-2EBE51B0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 기록의 스키마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BE88D-352E-4DE8-8E9C-21460005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FC318-A9DD-485A-BC9E-159D75EA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9B6C4-59AB-455C-B26E-3612213A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A08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E3DFC-8B86-4F3C-A139-A3CBBDFB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실제JSON의 각 자료형을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5C1F6-8693-4B56-9406-D8F90F7C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단위와 식별자 열을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6B6E6-9612-4758-975C-C47312F8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값 없음과 형식 오류를 다른 칸에 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1FB03-A930-4F3C-B5F3-25619051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스키마와 타입 / 미측정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DB1C4-72D0-42DE-8BE1-0A46552E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0과null을 바꾸면 어떤 판단이 달라지나요?</a:t>
            </a:r>
          </a:p>
        </p:txBody>
      </p:sp>
    </p:spTree>
    <p:extLst>
      <p:ext uri="{BB962C8B-B14F-4D97-AF65-F5344CB8AC3E}">
        <p14:creationId xmlns:p14="http://schemas.microsoft.com/office/powerpoint/2010/main" val="45300219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78B37-6A97-4E34-AC5C-792A2500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62FB5-2841-4871-A3D7-3AFC0C06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모의 센서 파일을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99C87-3DD0-4596-9942-7C5D75FB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DE707-F433-4B88-A4D4-8081FA8B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실물 대신 정해진 값으로 처리 분기를 시험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입력으로 예상과 출력 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모의 alert 출력은 장치 작동 검증이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DB892-B9F9-4F24-9EE3-DEEEFC5A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모의 입력으로 확인한 것과 못 한 것은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6558700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41F7C-3551-4290-95FA-CFBC1623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E49E6-6973-43D7-B6EC-6E2947A2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모의 센서 파일을 읽기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9C562-944E-4E8C-8286-37D5E953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64F8F-ABD6-43FA-95C6-3ECB9710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87577-4353-4D12-AA45-536D876E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0E777-26DD-4D38-B753-F512E06D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02_sensor_replay.py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기준28.0°C 이상 alert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숫자 이외는 invalid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null은 missing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016D2-85B5-48D8-B49B-5A85C9A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665C6-7C17-4C5E-8025-AF0756E9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 normal · 2 alert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 missing · 4 normal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5 invalid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C0FA1-D0B8-40C8-AAB7-207464B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모의 입력으로 확인한 것과 못 한 것은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12015090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609FC-6C37-4548-9AEF-7A3AF737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7A277-2F74-4B26-B57F-AAAB80E0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02_sensor_replay.py · 1~8줄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44DE7-834B-439E-9B27-80BD1EE1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AD524-AA28-4873-A785-FD954110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74EF6-71B3-4226-B653-4FAEFD01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08833-4ADF-4129-A808-18F5BFCD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import json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from pathlib import Path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root = Path(__file__).resolve().parent.parent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source = root / "data" / "sensor_samples.json"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samples = json.loads(source.read_text(encoding="utf-8"))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sample in samples: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value = sample["temperature_c"]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is None: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A2309-1D4A-4744-80CF-4CF6937D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8720043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57F66-866B-4389-9420-440E802E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7A183-D7EB-4075-8545-7EA6751E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02_sensor_replay.py · 9~16줄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D4A95-FBAB-4D34-988F-1302B70B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55427-98C8-45FF-83DA-A723882D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7997B-22E7-4E6B-9455-2B0E9BA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6E192-8530-4FDF-9EA8-3D82F706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state = "missing"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elif type(value) not in (int, float):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state = "invalid"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elif value &gt;= 28.0: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state = "alert"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else: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state = "normal"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print(sample["seq"], value, state)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CDD29-203D-4692-A05C-793B7310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8273334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14407-BEF3-46E9-81EA-04637912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381B9-E485-49B2-B3A0-3C06B164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1~5줄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D5A16-608B-4692-9697-F57FD92C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EE0FA-936F-40AD-A922-1EDE82C6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문자열을 Python 값으로 바꾸는 도구를 가져옵니다.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경로 도구를 가져옵니다.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코드 위치에서 course 폴더를 찾습니다.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 센서 입력 파일의 경로를 만듭니다.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UTF-8 파일을 읽고 리스트로 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3345E-B62E-4914-9E0F-8879F6D4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68810290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87CA3-D37C-45AA-8022-28B9C042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EB137-7A15-40A9-92E8-4D9FBD38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6~10줄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6CBCF-F8C5-48A5-9FCA-C3AFF333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14616-E714-4C64-96D2-6688C433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기록을 순서대로 하나씩 읽습니다.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기록의 온도 값을 꺼냅니다.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 없음 None인지 먼저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 상태를 정합니다.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정수나 실수가 아닌 자료형인지 검사합니다. bool도 제외합니다.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08E7A-5A35-4FD8-9F36-31BC8C3D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94862717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4C721-9CFE-4964-81F2-050D2A4B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29A69-75C5-4ECE-AE9C-06DF69C3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11~15줄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3DE45-1728-41BA-AC75-1813E50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637BC-48E1-4864-81E5-B11DDB2D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 등 잘못된 형식이면 invalid로 구분합니다.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유효한 수가 경계 28.0 이상인지 비교합니다.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경계 이상은 alert라는 표시 상태입니다.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앞의 모든 조건에 해당하지 않을 때입니다.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밖의 수는 normal로 표시합니다.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07167-2F2F-4DFC-8C04-C74EEF82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00527687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38A2D-9F30-4FD3-AAA4-E49322BF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E7B46-AF56-4166-A94A-2B63DA26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16~16줄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841FA-C048-41FF-BF59-D74C0C7D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6C901-E5D0-4234-98BC-F7022909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204787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204787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순번·값·상태를 출력합니다. 장치를 제어하지 않습니다.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1CF18-5268-42CF-B062-F4245925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212306006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7DC99-E336-4ACB-A614-8009E6D2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E373F-F5B0-434C-BE4C-56CE1A67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모의 센서 파일을 읽기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C1192-A93D-4082-BFCF-82DFA31D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36C12-750A-4DD8-834D-1CB6355E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9BC31-3AE4-4284-9020-CD3792BC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A09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050C9-B5E6-4860-B7F8-1BC8363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코드 분기 순서를 읽고 출력5개를 예상합니다.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41CB4-F2D3-4EBB-8575-0FDC8654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실행 또는 제공 출력과 대조합니다.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99F0D-E4EB-4968-AFC2-C7BA3C2E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경계29.0 수정 결과와 미확인 범위를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8B4E5-EBC2-43CC-BACA-A075E870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예상과 출력 / 모의 검증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6F971-D967-4C67-A119-1B8C5B66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모의 입력으로 확인한 것과 못 한 것은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53289438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65795-3D82-4756-9B57-252CA47F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1973F-7EC2-4763-94C7-26CDDC10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조건의 경계와 결측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0B669-7314-4007-80F6-3DF3C522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8DF95-8781-4074-92C5-2FC13EC8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같음·전후·없음을 나눠 조건 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경계값에서 달라지는 출력을 검수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불리언은 온도 수치로 받아들이지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D792A-173A-4C8A-A07A-9DFA27F4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28.0과문자열"28.0"이 다른 이유를 말할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212322745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A3D75-4E4B-4BCF-9CE2-20682954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57722-DDD4-4C77-8330-893FD640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조건의 경계와 결측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F631A-832F-4938-8944-A253CAF4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86D0E-64A2-4A4B-BEC3-67492CA8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AD1B8-8AAD-4F8B-B050-E4B5F39C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40CE1-6B8D-4831-94A7-6B9EBD37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기준28.0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27.9 / 28.0 / 28.1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null / "28.0" /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CD106-5737-4E57-8D4E-9BDA7E34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9C246-3829-4C51-853F-F7E878F9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27.9 normal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28.0·28.1 alert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null missing · 문자/불리언 invalid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18FAD-96EA-4817-8DDD-FE568415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28.0과문자열"28.0"이 다른 이유를 말할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36633916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B9D65-23DA-4047-8232-A1D8AD0A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3FAA2-AD96-410F-9194-94413E62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조건의 경계와 결측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4FB5C-5FDF-40A7-B7D7-88B359FD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8E6FF-B721-4A38-B1AC-528CACA1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63C03-2AA8-4FF1-90F2-C2C8EFFE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A10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43203-1367-4C55-A454-92C82A00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여섯 입력의 예상 상태를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2AC92-B201-4720-B122-D0415D4C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숫자·문자·불리언을 분류합니다.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FB4D5-AA47-4DE6-9865-FCFD5B0D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검사 순서와 근거를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A1DE3-E16D-48ED-A9DE-345688A4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경계 표 / 검사 순서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D097B-B125-43DD-9F05-FAE77269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28.0과문자열"28.0"이 다른 이유를 말할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06475446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D2700-61E1-4931-8559-1A6F6F0E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5B625-4DD4-4CB2-80EA-FC1F9826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흔들림과 히스테리시스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1926F-4528-4573-BAA1-0EC9BCDB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1FB4E-9955-4C0D-AF96-7E0573B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켜기·끄기 기준을 나눠 이전 상태를 반영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경계 주변의 잦은 전환을 줄이기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안정화 예가 장치 안전 정책 전체는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E4444-8A0D-4BAE-BA3F-B3146F4B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27.9에서 직전 상태를 왜 기억하나요?</a:t>
            </a:r>
          </a:p>
        </p:txBody>
      </p:sp>
    </p:spTree>
    <p:extLst>
      <p:ext uri="{BB962C8B-B14F-4D97-AF65-F5344CB8AC3E}">
        <p14:creationId xmlns:p14="http://schemas.microsoft.com/office/powerpoint/2010/main" val="126490324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C2249-B235-41E2-B47D-A8CB09FD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2E9F6-6F2D-4866-BA4D-06D18186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흔들림과 히스테리시스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78020-351E-4E8C-99AA-E3871297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48AA9-25BC-4E52-9EF1-56960B12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546C1-0147-476B-9543-1F44CD59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7C0ED-D6B9-44E9-BED7-68365195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27.8 → 28.1 → 27.9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→28.2 →27.4 →null→28.3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켜기≥28.0 / 끄기≤27.5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67696-89DD-4661-A483-EC9C405E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47509-3789-4F11-B5EA-F7804040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꺼짐 → 켜짐 → 켜짐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→켜짐 → 꺼짐 → 명령 없음 → 켜짐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3B6A7-CE75-4743-9F7B-02C621B1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27.9에서 직전 상태를 왜 기억하나요?</a:t>
            </a:r>
          </a:p>
        </p:txBody>
      </p:sp>
    </p:spTree>
    <p:extLst>
      <p:ext uri="{BB962C8B-B14F-4D97-AF65-F5344CB8AC3E}">
        <p14:creationId xmlns:p14="http://schemas.microsoft.com/office/powerpoint/2010/main" val="107812618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33DA8-C2FE-49A7-913F-A175E99E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2C2CE-47F4-4E33-87DF-5D93ECBD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03_hysteresis.py · 1~8줄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C5A33-28C1-4894-8436-CBA5EBD7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E974C-B578-41B5-B9D6-B750413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07074-215E-4933-9796-9CD0EFD7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EADAF-8F38-4B38-B820-90C87C42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values = [27.8, 28.1, 27.9, 28.2, 27.4, None, 28.3]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alert = False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value in values: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is None: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print("missing", "no command")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continue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&gt;= 28.0: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alert =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8CE71-33D5-4FD0-8415-ED5D3004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47125867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D21CD-10DF-4540-9FE6-D863C8B2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2A389-B504-47B3-9A5B-0716BFE4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03_hysteresis.py · 9~11줄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D0F47-E4F3-48E4-9267-8A336DB7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0BCF2-6F8F-4471-8419-7CB0BD3D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7FD05-6ED8-4EEB-9B13-69F2FF17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E3048-F447-4B72-A882-7E20E2D6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elif value &lt;= 27.5: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alert = False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print(value, alert)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68B31-A111-4B1A-A10E-A24547B7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97025505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B4774-A090-4A79-92CE-EBF2EBE6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FE90D-4D9B-4388-9B63-22BEB75F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1~5줄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549C5-A55E-4348-BA35-3C2845F8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567DA-B842-4B80-A409-BCB58AF8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온도가 흔들리는 가상 순서를 리스트에 저장합니다.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처음 경고 상태를 꺼짐으로 정합니다.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값을 시간 순서대로 하나씩 읽습니다.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 None인지 검사합니다.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 안내를 출력하며 제어 명령을 만들지 않습니다.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36C45-66D9-49F4-8A38-C2FB7A48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54056012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812A8-9A3A-4477-B1A7-9865B108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F2CE1-A11F-4B36-864E-3B49617C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6~10줄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B6B66-67B8-4D09-826D-966D6E4D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57FA3-9B7A-4FFB-AFD5-3F06B9A9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기록의 나머지를 건너뛰어 이전 상태를 유지합니다.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28.0 이상이면 켜기 조건입니다.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경고 상태를 True로 바꿉니다.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27.5 이하일 때만 끄는 조건입니다.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경고 상태를 False로 바꿉니다.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9410C-66AE-4648-A8E7-22513840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37055728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81D22-A721-40B0-99CB-553757E5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81CD7-7763-4837-8609-B11D7842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11~11줄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D335E-8867-472F-88B0-FB2420AE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1B827-B8F8-426F-A539-B70F00EB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204787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204787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온도와 현재 상태를 출력합니다. 실제 핀 출력은 없습니다.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89C89-5B9E-4FD5-9DE5-708CF7CE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213706621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40D45-C1F0-4EC7-A4DA-A550E5B5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11DFC-9408-4905-8A4D-31E5902D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흔들림과 히스테리시스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A426B-FAF6-43C5-ADB4-C0061B08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F9905-74CF-4AE4-B0DC-7883C317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9D999-EA03-4689-A9A4-E99C0C87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A11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AEC84-54DD-4B78-9B25-3A268AD1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상태를 순서대로 예상합니다.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71CA5-978E-4976-B610-8FEA7DCB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완성 코드를 실행하거나 출력과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6FB60-BB22-4121-BAAB-5896F78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끄기 기준27.9의 변화를 기록합니다.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4969D-02B8-47F4-9379-16D6DD56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상태 추적 / 기준 수정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B6004-7F0A-4FCB-8AAE-E035254D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27.9에서 직전 상태를 왜 기억하나요?</a:t>
            </a:r>
          </a:p>
        </p:txBody>
      </p:sp>
    </p:spTree>
    <p:extLst>
      <p:ext uri="{BB962C8B-B14F-4D97-AF65-F5344CB8AC3E}">
        <p14:creationId xmlns:p14="http://schemas.microsoft.com/office/powerpoint/2010/main" val="57908354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47845-BEED-49BA-A163-A92539C0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4BA08-6EF7-4DCF-B8FF-7C427E11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원시값과 판단을 함께 보존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60574-70B8-41AB-8B68-9BAEA782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7596B-6540-40DA-80FD-942D5615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원문과 파생 판단을 별도 기록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 변경·오류 원인을 추적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오류를 숨기기 위해 값을 바꾸지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BE174-7888-45B7-B88C-D9B31FEF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결과 상태만 저장하면 무엇을 잃나요?</a:t>
            </a:r>
          </a:p>
        </p:txBody>
      </p:sp>
    </p:spTree>
    <p:extLst>
      <p:ext uri="{BB962C8B-B14F-4D97-AF65-F5344CB8AC3E}">
        <p14:creationId xmlns:p14="http://schemas.microsoft.com/office/powerpoint/2010/main" val="109554975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F8DE5-0A45-4402-AADF-0B398D4E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DF8E5-AA47-4097-B8DB-02B0E32D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원시값과 판단을 함께 보존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40854-64A0-4812-89F6-CF92EFAC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17EF7-D462-4738-B0B1-0C0BEDF6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66E02-A859-4087-BAB7-F0661AE7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B6620-A1C5-4277-94A2-ED49F13F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원문: seq5,"29.0"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판단: invalid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규칙: 온도는 수 또는null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처리: 원문 보존·확인 대기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45D23-0739-4952-97BD-1942C4E5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18124-EA00-4126-BA14-4EF1CE27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수정 근거가 없으므로 숫자29.0으로 고치지 않습니다.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원시값과 판단을 별도 칸에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6982D-9C84-4C9E-8A97-FAB53294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결과 상태만 저장하면 무엇을 잃나요?</a:t>
            </a:r>
          </a:p>
        </p:txBody>
      </p:sp>
    </p:spTree>
    <p:extLst>
      <p:ext uri="{BB962C8B-B14F-4D97-AF65-F5344CB8AC3E}">
        <p14:creationId xmlns:p14="http://schemas.microsoft.com/office/powerpoint/2010/main" val="175722165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6D160-E9D4-4EFF-B923-B78FD9A2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CF2C3-415F-4B80-9871-FCB8638C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원시값과 판단을 함께 보존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BFE98-A65D-4C65-A160-45EE8259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44811-97DD-453F-93EA-25EDE9AE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235C5-0FB8-4ACF-A90D-DCAA137A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A12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F38B2-AA6A-419F-9367-AD98C640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raw·state·rule 칸을 채웁니다.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38077-FEBE-4E64-9344-18E9AC28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정정 근거 없는 항목은 보류로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A9C07-08BD-4CB3-B32A-E2C31201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확인 요청 질문을 구체적으로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FA947-DAA3-4099-A118-B8276464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검수 기록 / 확인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6F653-CD2B-4CF2-A167-8B647E75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결과 상태만 저장하면 무엇을 잃나요?</a:t>
            </a:r>
          </a:p>
        </p:txBody>
      </p:sp>
    </p:spTree>
    <p:extLst>
      <p:ext uri="{BB962C8B-B14F-4D97-AF65-F5344CB8AC3E}">
        <p14:creationId xmlns:p14="http://schemas.microsoft.com/office/powerpoint/2010/main" val="70427110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2A5B8-D72F-4757-9CC1-C302513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F47A6-0939-4D95-A6FE-8A32D58B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setup·loop와 직렬 출력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A15C8-CD43-4D1E-8347-AD252C8F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2C166-357A-4B90-97BB-713580F0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setup은 시작 한 번, loop는 반복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코드와 장치 펌웨어 실행을 구분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고정 JSON 전송은 센서 측정이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FB23C-9DDD-4EC8-8105-1E8797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 코드가 센서를 읽었다고 말할 수 없는 근거는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33744591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BF63D-52F7-4528-89F7-5676234C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11F1D-B319-4501-84F6-90D49CD1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setup·loop와 직렬 출력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432AF-DF07-4EA5-A43C-E3008E05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174F9-11AD-437C-A7C9-E1E0E65B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7A4AF-E5AE-4239-96A2-9C832AC6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8217D-C6E6-4D45-8B03-2EFBE10C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04_serial_mock.ino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setup: Serial.begin(115200)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loop: 고정 JSON 출력, delay(1000)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F3A79-05B1-4E04-ACAD-4E7DF61F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BD072-66D8-4964-A55D-23511950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설정은 한 번, 출력과 기다림은 반복합니다.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고정 문장 전송이며 센서 측정이 아닙니다.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1C571-C322-4176-92AE-3C874011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 코드가 센서를 읽었다고 말할 수 없는 근거는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03598610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6F81E-4E49-45D2-97E2-A4910463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완성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C065E-1D7C-4DD2-9931-A6ABD7AA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04_serial_mock.ino · 1~7줄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1B761-B2B4-427A-A04E-C5A5DE7C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4216E-EDF8-4227-8AF5-836EE08A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43302-1BF2-4AF4-91B0-B6BE3441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70F47-0155-4E3E-9CEE-29551709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void setup() 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Serial.begin(115200);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}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void loop() {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Serial.println("{\"sensor_id\":\"S01\",\"temperature_c\":28.0}");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delay(1000);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457A8-0455-48A9-9EEB-366636A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파일을 순서대로 읽습니다. 이어지는 조각만 따로 실행하지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53132321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5AEF4-A734-4DF3-A84B-04507730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B7364-9315-48A0-BAB4-A77DEEE2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1~5줄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DD02-BBAC-44D7-A22D-A6D23043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44879-49EA-4108-8A2D-3DBA4886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682625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시 한 번 실행할 setup 함수의 블록을 엽니다.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직렬 통신을115200 설정으로 초기화합니다.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setup의 블록을 닫습니다.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 반복할 loop 함수의 블록을 엽니다.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82625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측정 대신 고정 JSON 문장과 줄바꿈을 출력합니다. 역슬래시는 내부 따옴표를 표현합니다.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69CC1-9510-424B-B7A9-70E42505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21562966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C199C-6F41-4CD3-AF64-44C15BAC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2B18C-212B-477F-8BB3-D4D1103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각 줄의 기능 · 6~7줄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767A4-D239-486F-B90D-13AEBE56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128EC-907F-4F4B-9E88-75438E92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047750"/>
                <a:gridCol w="9925050"/>
              </a:tblGrid>
              <a:tr h="1365250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하는 일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3652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반복 전1000ms를 기다립니다. 정밀 수집 주기 보장은 아닙니다.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365250"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loop 블록을 닫습니다.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D241D-01F7-441B-9F7B-39FFAC19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기호의 의미를 읽고 한 값 수정의 영향을 먼저 예상합니다.</a:t>
            </a:r>
          </a:p>
        </p:txBody>
      </p:sp>
    </p:spTree>
    <p:extLst>
      <p:ext uri="{BB962C8B-B14F-4D97-AF65-F5344CB8AC3E}">
        <p14:creationId xmlns:p14="http://schemas.microsoft.com/office/powerpoint/2010/main" val="142814785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CFFB0-1F0B-4DB1-8EA9-3BE2B090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353E9-B2CF-416B-8915-3396A59F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setup·loop와 직렬 출력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B621B-6F10-4EF0-9823-2E0BAC7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306F2-1E31-4E33-AFE5-D5E1D9BF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77DF9-A7A0-41A8-AD83-4B2E1E3D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A13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A5EE2-887C-4CDD-841F-24793EF1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함수와 중괄호 블록을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3BAE3-E97D-44DD-982B-B2E72910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문자열 내부 따옴표와 세미콜론 뜻을 읽습니다.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231BC-3A4E-489E-8D55-D14A06B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예상 출력과보드 실행 미확인을 구분합니다.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146A3-9A7B-4808-B10B-0B68F66E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실행 흐름 / 예상 출력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16533-17A7-4EF0-9B29-AFFA92AF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이 코드가 센서를 읽었다고 말할 수 없는 근거는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20963229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D57840-1034-45C3-9E78-52874AF9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D2169-2CE3-4417-92DC-71A74921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시리얼과 파일 재생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E8523-E47A-44FD-B23F-B4DD30F2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B2513-BD76-4709-A582-2CD4316C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재생과 실제 바이트 수신은 다른 경로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검증했다고 말할 범위를 정확히 쓰기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포트명·USB 모드는 PC·보드마다 다름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1357C-6E0C-47ED-AF0A-BB170B6C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파일과실제 수신의시험 항목을 어떻게 나누나요?</a:t>
            </a:r>
          </a:p>
        </p:txBody>
      </p:sp>
    </p:spTree>
    <p:extLst>
      <p:ext uri="{BB962C8B-B14F-4D97-AF65-F5344CB8AC3E}">
        <p14:creationId xmlns:p14="http://schemas.microsoft.com/office/powerpoint/2010/main" val="1873586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F132E-C2A3-41BA-96B0-18B48D24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7E100-57C6-451C-8234-EF31F60C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시리얼과 파일 재생 경계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ED47A-E702-419E-A829-B2023B89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8A79F-5AA0-4007-849D-59D8A4EB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7EA65-696B-4940-85D5-B0B4EF6D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F57F1-F0F9-48CC-94E7-B3A051C4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이번: 파일 JSON 읽기 성공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선택: 보드 직렬 수신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추가 확인: 포트·속도·줄바꿈·끊김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732FB-93B0-41F4-B9B8-E7E456A1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53FAF-2CF2-457F-B0C6-39BBD6B1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115200은 설정값입니다.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보드의 Serial 경로는 USB 모드와 모델 조건에 따릅니다.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9E08D-9A26-496D-9F33-2D84D495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파일과실제 수신의시험 항목을 어떻게 나누나요?</a:t>
            </a:r>
          </a:p>
        </p:txBody>
      </p:sp>
    </p:spTree>
    <p:extLst>
      <p:ext uri="{BB962C8B-B14F-4D97-AF65-F5344CB8AC3E}">
        <p14:creationId xmlns:p14="http://schemas.microsoft.com/office/powerpoint/2010/main" val="190982041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90623-FF8A-41FA-B43F-7BA3EB32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0C904-C4A0-442D-A84E-F0D9B96D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시리얼과 파일 재생 경계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F0A36-C45B-469A-9F0A-F997A168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0E1E5-A8F9-4D90-8934-0242E5B3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60DEA-58E4-4890-9E14-B9881533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A14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CDDCF-FBB6-4311-8670-D88FE34F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파일 경로에서 확인한 것을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7633D-F2D1-4CFB-88E5-710C351D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통신 확인 카드의 미확인 칸을 채웁니다.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E68EF-2219-416C-8146-20D36EC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끊김 복구를 실물 없이 순서로 설명합니다.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5E1C4-D52A-48DF-9E8D-7439BF5C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검증 경계 / 통신 확인 카드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C2605-BB2C-40EA-8BA7-7061C2F4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파일과실제 수신의시험 항목을 어떻게 나누나요?</a:t>
            </a:r>
          </a:p>
        </p:txBody>
      </p:sp>
    </p:spTree>
    <p:extLst>
      <p:ext uri="{BB962C8B-B14F-4D97-AF65-F5344CB8AC3E}">
        <p14:creationId xmlns:p14="http://schemas.microsoft.com/office/powerpoint/2010/main" val="111368381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73285-DCE6-4C95-9449-7C88A23B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C8975-7F71-4DBD-8187-BD97D898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배선 전 검토표 작성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8ED57-FEDB-4646-94A7-B286DF23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388C8-E8CF-4492-B9B6-70CBE37A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전에 모델·전원·신호·근거를 검토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미확정 정보를 추측한 배선으로 바꾸지 않기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활동은 종이 계획이며 통전하지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2624B-58FD-4E73-B684-0F45C0A6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미정 표시는 실패가 아니라 어떤 역할을 하나요?</a:t>
            </a:r>
          </a:p>
        </p:txBody>
      </p:sp>
    </p:spTree>
    <p:extLst>
      <p:ext uri="{BB962C8B-B14F-4D97-AF65-F5344CB8AC3E}">
        <p14:creationId xmlns:p14="http://schemas.microsoft.com/office/powerpoint/2010/main" val="191781568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76D48-E68A-4251-8AA9-8C2490A2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FB70D-0242-4029-A547-8598E94C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배선 전 검토표 작성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A9931-8580-4D19-A15C-F07E539B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AF4D3-0023-47A3-A99A-6460562D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69D3A-177C-4F77-BE43-16A37736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2CCA4-0AD0-4844-8846-F79A5287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항목: 보드 모델,핀맵,전원,신호 전압,센서 모델,극성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현재: 모두 장비 정보 미확정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7FCD3-C3B0-4B31-A5D8-A4B4D705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762A3-4103-4AD9-98E0-8566DE45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핀 번호는 빈칸으로 남깁니다.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공식 문서의 확인 위치를 적습니다.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통전 결정은 보류합니다.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7EC42-9EEC-4418-AB3E-2221493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미정 표시는 실패가 아니라 어떤 역할을 하나요?</a:t>
            </a:r>
          </a:p>
        </p:txBody>
      </p:sp>
    </p:spTree>
    <p:extLst>
      <p:ext uri="{BB962C8B-B14F-4D97-AF65-F5344CB8AC3E}">
        <p14:creationId xmlns:p14="http://schemas.microsoft.com/office/powerpoint/2010/main" val="38271854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400C5-9FD2-4D3B-82D4-08F3B47D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18B8A-F1AE-44A8-A62D-6636EA63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배선 전 검토표 작성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76DA0-A3B3-4D19-B5CF-F731A5FE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9C010-3BFA-4D2B-B170-BEE8AEC4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5CB96-591B-40AE-A494-DAD877BA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A15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21CBA-7E6C-419E-9CD7-FB0E3ADC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검토표 각 항목의 필요 이유를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57EE0-983A-4895-BF18-35385CD5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근거 없는핀 번호와 전압 추정을 지웁니다.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0756E-1327-4727-8F52-F71A9E7B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강사가 확인할 순서를 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48F62-426B-4A4F-8DBB-D6187E5D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배선 검토표 / 확인 순서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AD817-64EB-4002-A25A-4D4B5164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미정 표시는 실패가 아니라 어떤 역할을 하나요?</a:t>
            </a:r>
          </a:p>
        </p:txBody>
      </p:sp>
    </p:spTree>
    <p:extLst>
      <p:ext uri="{BB962C8B-B14F-4D97-AF65-F5344CB8AC3E}">
        <p14:creationId xmlns:p14="http://schemas.microsoft.com/office/powerpoint/2010/main" val="120835567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A9B47-432A-404D-9BC4-1F3D1FD5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AD654-8F5C-4BFE-B4C9-6C549ADB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센서 요구를 시험으로 바꾸기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8D11D-B4F6-4C18-B535-2ADBF9A3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DAE94-FEA3-4101-9443-8B15CF7A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요구를 입력·조건·관찰 결과로 바꾸기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판정할 수 있는 시험 기준 만들기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교육 임계값은 실제 안전 기준이 아님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960CD-5084-459F-B3E1-F91E5021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요구·제작 가정·검증 결과를 어떻게 구분하나요?</a:t>
            </a:r>
          </a:p>
        </p:txBody>
      </p:sp>
    </p:spTree>
    <p:extLst>
      <p:ext uri="{BB962C8B-B14F-4D97-AF65-F5344CB8AC3E}">
        <p14:creationId xmlns:p14="http://schemas.microsoft.com/office/powerpoint/2010/main" val="61847806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2968F-28FC-4B8A-8F0B-E65CD7EF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DA570-AD19-4B1F-B663-13475A2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센서 요구를 시험으로 바꾸기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079B4-3CB2-4685-8F7C-04B41287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AB0B4-83DA-4A38-8D1B-784C971C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6D92D-D064-4044-AE9D-46DC4975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26ED7-B48A-4D09-83CC-DD68BC91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요구: 창고 온도가 높으면 알려줘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합의 제안: 숫자28.0이상alert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null→missing,문자→invalid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출력만 표시,장치 제어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2777-69E4-40E5-B1E5-7BE9DC15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CE5E6-4DFE-4401-B121-7FD3FBBA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경계27.9·28.0과null·문자를 시험합니다.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위험 온도 기준은 현장 담당 확인이 필요합니다.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F0B3F-3CA3-4F9C-997E-7DA85FB8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요구·제작 가정·검증 결과를 어떻게 구분하나요?</a:t>
            </a:r>
          </a:p>
        </p:txBody>
      </p:sp>
    </p:spTree>
    <p:extLst>
      <p:ext uri="{BB962C8B-B14F-4D97-AF65-F5344CB8AC3E}">
        <p14:creationId xmlns:p14="http://schemas.microsoft.com/office/powerpoint/2010/main" val="11841506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478C3-D050-409B-A914-23BE43D0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CD181-D139-4902-A532-C5E08D24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센서 요구를 시험으로 바꾸기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D9BC9-4CA0-4D9A-A069-9621A2C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07086-8712-4443-99EF-5986097F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F1760-E2B5-40FF-83E5-899042CB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A16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DAB4E-6CF7-4FC0-BB4D-983A6AEF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모호한 말을 조건 문장으로 바꿉니다.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D0621-482F-40ED-9865-3A656FAF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입력4개의예상 상태를 작성합니다.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60D6D-94E2-433D-8BBD-9DD9A168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현장확인 필요 조건을 별도로 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60DD6-42FE-4DFE-92BB-32AE0E0E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요구와 시험 / 현장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F9CBF-F193-4A3C-9150-883321CC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요구·제작 가정·검증 결과를 어떻게 구분하나요?</a:t>
            </a:r>
          </a:p>
        </p:txBody>
      </p:sp>
    </p:spTree>
    <p:extLst>
      <p:ext uri="{BB962C8B-B14F-4D97-AF65-F5344CB8AC3E}">
        <p14:creationId xmlns:p14="http://schemas.microsoft.com/office/powerpoint/2010/main" val="40633407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58191-9381-4D1C-BD39-FEEA5D5C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0CCD5-C5B3-4DF9-924E-53096BB9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종합 모의 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93B77-88F3-4C7F-922E-66330FFB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2E831-BCDC-4FF2-A1D1-19907B1C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입력으로 같은 규칙을 검수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종료와 값의 유효성을 구분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모의 결과를 실물 성능으로 표현하지 않음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726BD-2712-4B64-B1EB-6644DF6D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정상 종료와 모든 측정값 정상의 차이를 설명할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444165521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E391B-661A-4ABE-9D1C-44C38051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D3D7E-9014-4950-BBDE-DF91F85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종합 모의 검수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37860-CCC6-42F7-A566-BF476BB4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93480-85F1-49F0-9F13-BFD1B59A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05835-6F6C-4DA6-91E9-42E195A7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CF70C-A960-4AF9-986D-AFBC10F8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입력: 0.0 /27.9 /28.0 /null /"28.1"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기준28.0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source를sensor_new.json으로수정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FEF3B-4A44-4A79-B571-1965CB79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5F1DC5-6B01-454A-B860-69152AC3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예상: normal,normal,alert,missing,invalid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 실측이 아니라 파일 모의입니다.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317CC-BBB4-4799-8ADA-A829FF3C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정상 종료와 모든 측정값 정상의 차이를 설명할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21529946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F8C9B-8BFD-4F89-ABEF-A19A9CD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AA134-06B4-4F70-8E4F-6684BAEB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종합 모의 검수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69EAA-107E-4F93-A408-CF8A8033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  /  이 화면의 학생 작업 11분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0E579-75E9-4C75-9E56-10FA9F7D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F8CEB-D236-42BC-B96F-35723A63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A17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A8FAC-D7FE-480F-9873-CBD4B502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새 입력의 상태를 먼저 예상합니다.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90DEF-5AB0-4EF8-8EBC-FEE69F3B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work복사 코드의 입력 파일명만 바꿔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29FA2-6E14-4F1B-B317-851AC5D6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원시값·출력·미확인장비 조건을 제출합니다.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11139-D193-45DF-AE1E-C6AB26BE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종합 예상·결과 / 미확인 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6D6CF-60B7-453A-AF53-47BA3F32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정상 종료와 모든 측정값 정상의 차이를 설명할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55003060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186D7-7629-4D38-B9C4-FFA71BE9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303E3-E80B-456D-9CB6-3075F801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근거를 남겨 다음 팀에 전달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FAA96-2543-4D2E-A2E4-F9E487EA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C46E3-CE6E-4C41-9CC4-F22A7214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928688"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개념의 뜻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무엇인가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입력·설정·결과·미확인을 함께 전달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필요한가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사람이 같은 시험을 이어가기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928688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주의할 구분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모의 통과와 실제 회로 통과는 다른 주장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D6A11-107B-472D-8A51-795399F0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검증했다는 문장을 어떤 근거와 함께 쓸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37774643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3956A-3418-41BD-A9CF-3E6F9F97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비교 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5DC45-F47F-42DF-8768-7089A4E8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근거를 남겨 다음 팀에 전달 · 예와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FED73-D30F-489B-B882-71A24B83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7AB13-3B79-4AB1-B66F-94058B3B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FB157-0FAD-4BE0-9F7C-8691DC49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주어진 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FFE09-DE63-410E-8451-6C7CB454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확인: 파일 판단과 수정·오류경로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미확인: 실물회로·보드빌드·수신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다음: 모델 확정→문서검토→별도 시험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4C5C8-0333-4087-B076-9D80470E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해석과 경계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068CC-8924-4646-8DCB-37B3B142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수치 단위, 0/null, 모의/실물을 구분합니다.</a:t>
            </a:r>
          </a:p>
          <a:p xmlns:a="http://schemas.openxmlformats.org/drawingml/2006/main">
            <a:pPr>
              <a:def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판단 근거와 보류 항목을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E5021-3CDF-47B5-8E9B-5B15A8C4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검증했다는 문장을 어떤 근거와 함께 쓸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676369370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5C02F-1E44-4511-9BA7-D71497B1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3CD1F-D68D-40B1-BCE9-9EAD214B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근거를 남겨 다음 팀에 전달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4BB7E-2076-4098-A4F4-26EDC98C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34CDD-FA09-4130-A51B-BD16D513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A466E-1668-414A-B2BA-B5BAD8E5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A18 입력 카드와 work 양식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DEC7C-AAF7-4848-9B7F-22399749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전압·전류·저항을한 문장씩 설명합니다.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696AE-D6DE-4F5A-812C-2B8BA9DA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종합 결과에입력 파일과 규칙을 연결합니다.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61E16-34E2-4FF1-8896-64FF947A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장비 확정 후 필요한 시험 세 개를적습니다.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5C3F0-BECD-4766-A6A7-C99B73A6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핵심 설명 / 인수인계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7728C-5C52-49DA-AE48-AD1F8E41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검증했다는 문장을 어떤 근거와 함께 쓸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632360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2026-09-25T16:42:18.9050000Z</dcterms:created>
  <dcterms:modified xsi:type="dcterms:W3CDTF">2026-09-25T16:42:18.9050000Z</dcterms:modified>
</coreProperties>
</file>