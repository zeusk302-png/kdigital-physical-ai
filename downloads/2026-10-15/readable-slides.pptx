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1c36ab64d3a4ddd" /><Relationship Type="http://schemas.openxmlformats.org/officeDocument/2006/relationships/extended-properties" Target="/docProps/app.xml" Id="R456d5839db5545ed" /><Relationship Type="http://schemas.openxmlformats.org/officeDocument/2006/relationships/officeDocument" Target="/ppt/presentation.xml" Id="R5bea019380be463f" /></Relationships>
</file>

<file path=ppt/presentation.xml><?xml version="1.0" encoding="utf-8"?>
<p:presentation xmlns:p="http://schemas.openxmlformats.org/presentationml/2006/main">
  <p:sldMasterIdLst>
    <p:sldMasterId xmlns:r="http://schemas.openxmlformats.org/officeDocument/2006/relationships" id="2147483648" r:id="R2b59a5aaa8364bc0"/>
  </p:sldMasterIdLst>
  <p:notesMasterIdLst>
    <p:notesMasterId xmlns:r="http://schemas.openxmlformats.org/officeDocument/2006/relationships" r:id="Rc05394d4f97c4ec3"/>
  </p:notesMasterIdLst>
  <p:sldIdLst>
    <p:sldId xmlns:r="http://schemas.openxmlformats.org/officeDocument/2006/relationships" id="256" r:id="R8755a27e77c44536"/>
    <p:sldId xmlns:r="http://schemas.openxmlformats.org/officeDocument/2006/relationships" id="257" r:id="Ra71daf535d3b444f"/>
    <p:sldId xmlns:r="http://schemas.openxmlformats.org/officeDocument/2006/relationships" id="258" r:id="R137870c32ba04717"/>
    <p:sldId xmlns:r="http://schemas.openxmlformats.org/officeDocument/2006/relationships" id="259" r:id="R875d578582734afe"/>
    <p:sldId xmlns:r="http://schemas.openxmlformats.org/officeDocument/2006/relationships" id="260" r:id="R152a1cf685da4e35"/>
    <p:sldId xmlns:r="http://schemas.openxmlformats.org/officeDocument/2006/relationships" id="261" r:id="Rdb01c87651fd4c38"/>
    <p:sldId xmlns:r="http://schemas.openxmlformats.org/officeDocument/2006/relationships" id="262" r:id="R39965116295b4536"/>
    <p:sldId xmlns:r="http://schemas.openxmlformats.org/officeDocument/2006/relationships" id="263" r:id="R6dad365a9a0844bb"/>
    <p:sldId xmlns:r="http://schemas.openxmlformats.org/officeDocument/2006/relationships" id="264" r:id="R4fc1c9dbaa154129"/>
    <p:sldId xmlns:r="http://schemas.openxmlformats.org/officeDocument/2006/relationships" id="265" r:id="Re753bd958e7d4793"/>
    <p:sldId xmlns:r="http://schemas.openxmlformats.org/officeDocument/2006/relationships" id="266" r:id="R8a27b39b16fa4a1b"/>
    <p:sldId xmlns:r="http://schemas.openxmlformats.org/officeDocument/2006/relationships" id="267" r:id="Rb20a068a54c440e1"/>
    <p:sldId xmlns:r="http://schemas.openxmlformats.org/officeDocument/2006/relationships" id="268" r:id="Rbf3c798074cc436b"/>
    <p:sldId xmlns:r="http://schemas.openxmlformats.org/officeDocument/2006/relationships" id="269" r:id="Rd92f16ba8cf241e3"/>
    <p:sldId xmlns:r="http://schemas.openxmlformats.org/officeDocument/2006/relationships" id="270" r:id="R7486d7a87f9d4819"/>
    <p:sldId xmlns:r="http://schemas.openxmlformats.org/officeDocument/2006/relationships" id="271" r:id="R6112b18be8004f45"/>
    <p:sldId xmlns:r="http://schemas.openxmlformats.org/officeDocument/2006/relationships" id="272" r:id="R437a2a81265440f9"/>
    <p:sldId xmlns:r="http://schemas.openxmlformats.org/officeDocument/2006/relationships" id="273" r:id="R5c2d27488e594523"/>
    <p:sldId xmlns:r="http://schemas.openxmlformats.org/officeDocument/2006/relationships" id="274" r:id="Rf8203f2f038c44fd"/>
    <p:sldId xmlns:r="http://schemas.openxmlformats.org/officeDocument/2006/relationships" id="275" r:id="R8bfeef67c42b4bb4"/>
    <p:sldId xmlns:r="http://schemas.openxmlformats.org/officeDocument/2006/relationships" id="276" r:id="Rba6b424ada6b4d28"/>
    <p:sldId xmlns:r="http://schemas.openxmlformats.org/officeDocument/2006/relationships" id="277" r:id="Re1bc9fc6547e4cbc"/>
    <p:sldId xmlns:r="http://schemas.openxmlformats.org/officeDocument/2006/relationships" id="278" r:id="Rbb8fd5df66a24915"/>
    <p:sldId xmlns:r="http://schemas.openxmlformats.org/officeDocument/2006/relationships" id="279" r:id="R4d88a50af9fa42ca"/>
    <p:sldId xmlns:r="http://schemas.openxmlformats.org/officeDocument/2006/relationships" id="280" r:id="Rec8efff21875404e"/>
    <p:sldId xmlns:r="http://schemas.openxmlformats.org/officeDocument/2006/relationships" id="281" r:id="R96f6929645114e72"/>
    <p:sldId xmlns:r="http://schemas.openxmlformats.org/officeDocument/2006/relationships" id="282" r:id="Rf67ac63be1f142dc"/>
    <p:sldId xmlns:r="http://schemas.openxmlformats.org/officeDocument/2006/relationships" id="283" r:id="R02fd86f1c89543f7"/>
    <p:sldId xmlns:r="http://schemas.openxmlformats.org/officeDocument/2006/relationships" id="284" r:id="R403b5055c05b4d4e"/>
    <p:sldId xmlns:r="http://schemas.openxmlformats.org/officeDocument/2006/relationships" id="285" r:id="Ra509bcaab3ab4f45"/>
    <p:sldId xmlns:r="http://schemas.openxmlformats.org/officeDocument/2006/relationships" id="286" r:id="R718d59186fdd4921"/>
    <p:sldId xmlns:r="http://schemas.openxmlformats.org/officeDocument/2006/relationships" id="287" r:id="Rb88d3a2942014005"/>
    <p:sldId xmlns:r="http://schemas.openxmlformats.org/officeDocument/2006/relationships" id="288" r:id="Rb1995e57112847db"/>
    <p:sldId xmlns:r="http://schemas.openxmlformats.org/officeDocument/2006/relationships" id="289" r:id="Rfc9e1bde43f84922"/>
    <p:sldId xmlns:r="http://schemas.openxmlformats.org/officeDocument/2006/relationships" id="290" r:id="Rd4c75520fdae4a47"/>
    <p:sldId xmlns:r="http://schemas.openxmlformats.org/officeDocument/2006/relationships" id="291" r:id="R5de1346659ee40b9"/>
    <p:sldId xmlns:r="http://schemas.openxmlformats.org/officeDocument/2006/relationships" id="292" r:id="R1ea07daf309a4733"/>
    <p:sldId xmlns:r="http://schemas.openxmlformats.org/officeDocument/2006/relationships" id="293" r:id="R39b2782bbe8a4ef1"/>
    <p:sldId xmlns:r="http://schemas.openxmlformats.org/officeDocument/2006/relationships" id="294" r:id="R56dd97a6273c43da"/>
    <p:sldId xmlns:r="http://schemas.openxmlformats.org/officeDocument/2006/relationships" id="295" r:id="Ra59f267268e040c7"/>
    <p:sldId xmlns:r="http://schemas.openxmlformats.org/officeDocument/2006/relationships" id="296" r:id="R11365084ea6f4a0b"/>
    <p:sldId xmlns:r="http://schemas.openxmlformats.org/officeDocument/2006/relationships" id="297" r:id="R7f8260476cca4102"/>
    <p:sldId xmlns:r="http://schemas.openxmlformats.org/officeDocument/2006/relationships" id="298" r:id="R0c016ce330d24c4a"/>
    <p:sldId xmlns:r="http://schemas.openxmlformats.org/officeDocument/2006/relationships" id="299" r:id="R1cfcf5995844401b"/>
    <p:sldId xmlns:r="http://schemas.openxmlformats.org/officeDocument/2006/relationships" id="300" r:id="Rfe61c0c9cd61415b"/>
    <p:sldId xmlns:r="http://schemas.openxmlformats.org/officeDocument/2006/relationships" id="301" r:id="R0fcba9ce7df24ea5"/>
    <p:sldId xmlns:r="http://schemas.openxmlformats.org/officeDocument/2006/relationships" id="302" r:id="R8abf3a70befd4280"/>
    <p:sldId xmlns:r="http://schemas.openxmlformats.org/officeDocument/2006/relationships" id="303" r:id="Rac40387ada084b2f"/>
    <p:sldId xmlns:r="http://schemas.openxmlformats.org/officeDocument/2006/relationships" id="304" r:id="R9dc01a552b2944e4"/>
    <p:sldId xmlns:r="http://schemas.openxmlformats.org/officeDocument/2006/relationships" id="305" r:id="R2247701da93c426f"/>
    <p:sldId xmlns:r="http://schemas.openxmlformats.org/officeDocument/2006/relationships" id="306" r:id="Rb87ef781409d4c3d"/>
    <p:sldId xmlns:r="http://schemas.openxmlformats.org/officeDocument/2006/relationships" id="307" r:id="R81f01fac99474967"/>
    <p:sldId xmlns:r="http://schemas.openxmlformats.org/officeDocument/2006/relationships" id="308" r:id="Rec6d6617508b4b96"/>
    <p:sldId xmlns:r="http://schemas.openxmlformats.org/officeDocument/2006/relationships" id="309" r:id="Rbaa30a678efe49ef"/>
    <p:sldId xmlns:r="http://schemas.openxmlformats.org/officeDocument/2006/relationships" id="310" r:id="R4ba185169de34d91"/>
    <p:sldId xmlns:r="http://schemas.openxmlformats.org/officeDocument/2006/relationships" id="311" r:id="Re77e0f1993ee408b"/>
    <p:sldId xmlns:r="http://schemas.openxmlformats.org/officeDocument/2006/relationships" id="312" r:id="Rac6474f64533453f"/>
    <p:sldId xmlns:r="http://schemas.openxmlformats.org/officeDocument/2006/relationships" id="313" r:id="R6f7b7b46ba444e29"/>
    <p:sldId xmlns:r="http://schemas.openxmlformats.org/officeDocument/2006/relationships" id="314" r:id="R6e117cae6c354556"/>
    <p:sldId xmlns:r="http://schemas.openxmlformats.org/officeDocument/2006/relationships" id="315" r:id="Rb45061a733444b96"/>
    <p:sldId xmlns:r="http://schemas.openxmlformats.org/officeDocument/2006/relationships" id="316" r:id="R91fbaeb02d70407e"/>
    <p:sldId xmlns:r="http://schemas.openxmlformats.org/officeDocument/2006/relationships" id="317" r:id="Rd2ef15b80c8f4a0b"/>
    <p:sldId xmlns:r="http://schemas.openxmlformats.org/officeDocument/2006/relationships" id="318" r:id="Rd74fee5dbe0f4936"/>
    <p:sldId xmlns:r="http://schemas.openxmlformats.org/officeDocument/2006/relationships" id="319" r:id="R72004184d06e4373"/>
    <p:sldId xmlns:r="http://schemas.openxmlformats.org/officeDocument/2006/relationships" id="320" r:id="Rbb76f99b7e6b4e9a"/>
    <p:sldId xmlns:r="http://schemas.openxmlformats.org/officeDocument/2006/relationships" id="321" r:id="Rf615bd9fb801493c"/>
    <p:sldId xmlns:r="http://schemas.openxmlformats.org/officeDocument/2006/relationships" id="322" r:id="R4054c7ac6f6e4708"/>
    <p:sldId xmlns:r="http://schemas.openxmlformats.org/officeDocument/2006/relationships" id="323" r:id="R7c14c4c4e3ab4e15"/>
    <p:sldId xmlns:r="http://schemas.openxmlformats.org/officeDocument/2006/relationships" id="324" r:id="R2daf0695361b491d"/>
    <p:sldId xmlns:r="http://schemas.openxmlformats.org/officeDocument/2006/relationships" id="325" r:id="R51b27b188f204afc"/>
    <p:sldId xmlns:r="http://schemas.openxmlformats.org/officeDocument/2006/relationships" id="326" r:id="Rb24b204556224b9d"/>
    <p:sldId xmlns:r="http://schemas.openxmlformats.org/officeDocument/2006/relationships" id="327" r:id="R5e36e3b277704368"/>
    <p:sldId xmlns:r="http://schemas.openxmlformats.org/officeDocument/2006/relationships" id="328" r:id="R94375de5c4ef45a1"/>
    <p:sldId xmlns:r="http://schemas.openxmlformats.org/officeDocument/2006/relationships" id="329" r:id="R47c9dec3d490426b"/>
    <p:sldId xmlns:r="http://schemas.openxmlformats.org/officeDocument/2006/relationships" id="330" r:id="R9ccee3951b36441b"/>
    <p:sldId xmlns:r="http://schemas.openxmlformats.org/officeDocument/2006/relationships" id="331" r:id="Rc4a81343667446d0"/>
    <p:sldId xmlns:r="http://schemas.openxmlformats.org/officeDocument/2006/relationships" id="332" r:id="R5b958fcd555149f9"/>
    <p:sldId xmlns:r="http://schemas.openxmlformats.org/officeDocument/2006/relationships" id="333" r:id="Re4f78d79dd6c4788"/>
    <p:sldId xmlns:r="http://schemas.openxmlformats.org/officeDocument/2006/relationships" id="334" r:id="Rb2a2000dff4b4229"/>
    <p:sldId xmlns:r="http://schemas.openxmlformats.org/officeDocument/2006/relationships" id="335" r:id="R7c8cc0841d274b8d"/>
    <p:sldId xmlns:r="http://schemas.openxmlformats.org/officeDocument/2006/relationships" id="336" r:id="Rf2e697bf9b4847e4"/>
    <p:sldId xmlns:r="http://schemas.openxmlformats.org/officeDocument/2006/relationships" id="337" r:id="R23db5e10fd0f49c0"/>
    <p:sldId xmlns:r="http://schemas.openxmlformats.org/officeDocument/2006/relationships" id="338" r:id="Rb7705aea28f544e7"/>
    <p:sldId xmlns:r="http://schemas.openxmlformats.org/officeDocument/2006/relationships" id="339" r:id="R148119453ccc40d7"/>
    <p:sldId xmlns:r="http://schemas.openxmlformats.org/officeDocument/2006/relationships" id="340" r:id="R1ccf740320e24ac9"/>
    <p:sldId xmlns:r="http://schemas.openxmlformats.org/officeDocument/2006/relationships" id="341" r:id="R3d48e20adc9043a4"/>
    <p:sldId xmlns:r="http://schemas.openxmlformats.org/officeDocument/2006/relationships" id="342" r:id="R8a5e4bbee5df4605"/>
    <p:sldId xmlns:r="http://schemas.openxmlformats.org/officeDocument/2006/relationships" id="343" r:id="Rdd3dbfd11545462f"/>
    <p:sldId xmlns:r="http://schemas.openxmlformats.org/officeDocument/2006/relationships" id="344" r:id="R1caced19811c420e"/>
    <p:sldId xmlns:r="http://schemas.openxmlformats.org/officeDocument/2006/relationships" id="345" r:id="R7acb3c5872a04f94"/>
    <p:sldId xmlns:r="http://schemas.openxmlformats.org/officeDocument/2006/relationships" id="346" r:id="Rf0e8841fda694908"/>
    <p:sldId xmlns:r="http://schemas.openxmlformats.org/officeDocument/2006/relationships" id="347" r:id="R8c2d4b5c8ee847a0"/>
    <p:sldId xmlns:r="http://schemas.openxmlformats.org/officeDocument/2006/relationships" id="348" r:id="Rd89787a020e840a7"/>
    <p:sldId xmlns:r="http://schemas.openxmlformats.org/officeDocument/2006/relationships" id="349" r:id="Rc02b5bedc64c4cd7"/>
    <p:sldId xmlns:r="http://schemas.openxmlformats.org/officeDocument/2006/relationships" id="350" r:id="R246ebd304f0048c2"/>
    <p:sldId xmlns:r="http://schemas.openxmlformats.org/officeDocument/2006/relationships" id="351" r:id="R6a8d2e8621cf4b30"/>
    <p:sldId xmlns:r="http://schemas.openxmlformats.org/officeDocument/2006/relationships" id="352" r:id="R23f40e21e9e14a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16b1f80c834757" /><Relationship Type="http://schemas.openxmlformats.org/officeDocument/2006/relationships/slideMaster" Target="/ppt/slideMasters/slideMaster1.xml" Id="R2b59a5aaa8364bc0" /><Relationship Type="http://schemas.openxmlformats.org/officeDocument/2006/relationships/notesMaster" Target="/ppt/notesMasters/notesMaster1.xml" Id="Rc05394d4f97c4ec3" /><Relationship Type="http://schemas.openxmlformats.org/officeDocument/2006/relationships/presProps" Target="/ppt/presProps.xml" Id="R2495f5ac05864a91" /><Relationship Type="http://schemas.openxmlformats.org/officeDocument/2006/relationships/tableStyles" Target="/ppt/tableStyles.xml" Id="R340abf8406f94dcd" /><Relationship Type="http://schemas.openxmlformats.org/officeDocument/2006/relationships/slide" Target="/ppt/slides/slide1.xml" Id="R8755a27e77c44536" /><Relationship Type="http://schemas.openxmlformats.org/officeDocument/2006/relationships/slide" Target="/ppt/slides/slide2.xml" Id="Ra71daf535d3b444f" /><Relationship Type="http://schemas.openxmlformats.org/officeDocument/2006/relationships/slide" Target="/ppt/slides/slide3.xml" Id="R137870c32ba04717" /><Relationship Type="http://schemas.openxmlformats.org/officeDocument/2006/relationships/slide" Target="/ppt/slides/slide4.xml" Id="R875d578582734afe" /><Relationship Type="http://schemas.openxmlformats.org/officeDocument/2006/relationships/slide" Target="/ppt/slides/slide5.xml" Id="R152a1cf685da4e35" /><Relationship Type="http://schemas.openxmlformats.org/officeDocument/2006/relationships/slide" Target="/ppt/slides/slide6.xml" Id="Rdb01c87651fd4c38" /><Relationship Type="http://schemas.openxmlformats.org/officeDocument/2006/relationships/slide" Target="/ppt/slides/slide7.xml" Id="R39965116295b4536" /><Relationship Type="http://schemas.openxmlformats.org/officeDocument/2006/relationships/slide" Target="/ppt/slides/slide8.xml" Id="R6dad365a9a0844bb" /><Relationship Type="http://schemas.openxmlformats.org/officeDocument/2006/relationships/slide" Target="/ppt/slides/slide9.xml" Id="R4fc1c9dbaa154129" /><Relationship Type="http://schemas.openxmlformats.org/officeDocument/2006/relationships/slide" Target="/ppt/slides/slide10.xml" Id="Re753bd958e7d4793" /><Relationship Type="http://schemas.openxmlformats.org/officeDocument/2006/relationships/slide" Target="/ppt/slides/slide11.xml" Id="R8a27b39b16fa4a1b" /><Relationship Type="http://schemas.openxmlformats.org/officeDocument/2006/relationships/slide" Target="/ppt/slides/slide12.xml" Id="Rb20a068a54c440e1" /><Relationship Type="http://schemas.openxmlformats.org/officeDocument/2006/relationships/slide" Target="/ppt/slides/slide13.xml" Id="Rbf3c798074cc436b" /><Relationship Type="http://schemas.openxmlformats.org/officeDocument/2006/relationships/slide" Target="/ppt/slides/slide14.xml" Id="Rd92f16ba8cf241e3" /><Relationship Type="http://schemas.openxmlformats.org/officeDocument/2006/relationships/slide" Target="/ppt/slides/slide15.xml" Id="R7486d7a87f9d4819" /><Relationship Type="http://schemas.openxmlformats.org/officeDocument/2006/relationships/slide" Target="/ppt/slides/slide16.xml" Id="R6112b18be8004f45" /><Relationship Type="http://schemas.openxmlformats.org/officeDocument/2006/relationships/slide" Target="/ppt/slides/slide17.xml" Id="R437a2a81265440f9" /><Relationship Type="http://schemas.openxmlformats.org/officeDocument/2006/relationships/slide" Target="/ppt/slides/slide18.xml" Id="R5c2d27488e594523" /><Relationship Type="http://schemas.openxmlformats.org/officeDocument/2006/relationships/slide" Target="/ppt/slides/slide19.xml" Id="Rf8203f2f038c44fd" /><Relationship Type="http://schemas.openxmlformats.org/officeDocument/2006/relationships/slide" Target="/ppt/slides/slide20.xml" Id="R8bfeef67c42b4bb4" /><Relationship Type="http://schemas.openxmlformats.org/officeDocument/2006/relationships/slide" Target="/ppt/slides/slide21.xml" Id="Rba6b424ada6b4d28" /><Relationship Type="http://schemas.openxmlformats.org/officeDocument/2006/relationships/slide" Target="/ppt/slides/slide22.xml" Id="Re1bc9fc6547e4cbc" /><Relationship Type="http://schemas.openxmlformats.org/officeDocument/2006/relationships/slide" Target="/ppt/slides/slide23.xml" Id="Rbb8fd5df66a24915" /><Relationship Type="http://schemas.openxmlformats.org/officeDocument/2006/relationships/slide" Target="/ppt/slides/slide24.xml" Id="R4d88a50af9fa42ca" /><Relationship Type="http://schemas.openxmlformats.org/officeDocument/2006/relationships/slide" Target="/ppt/slides/slide25.xml" Id="Rec8efff21875404e" /><Relationship Type="http://schemas.openxmlformats.org/officeDocument/2006/relationships/slide" Target="/ppt/slides/slide26.xml" Id="R96f6929645114e72" /><Relationship Type="http://schemas.openxmlformats.org/officeDocument/2006/relationships/slide" Target="/ppt/slides/slide27.xml" Id="Rf67ac63be1f142dc" /><Relationship Type="http://schemas.openxmlformats.org/officeDocument/2006/relationships/slide" Target="/ppt/slides/slide28.xml" Id="R02fd86f1c89543f7" /><Relationship Type="http://schemas.openxmlformats.org/officeDocument/2006/relationships/slide" Target="/ppt/slides/slide29.xml" Id="R403b5055c05b4d4e" /><Relationship Type="http://schemas.openxmlformats.org/officeDocument/2006/relationships/slide" Target="/ppt/slides/slide30.xml" Id="Ra509bcaab3ab4f45" /><Relationship Type="http://schemas.openxmlformats.org/officeDocument/2006/relationships/slide" Target="/ppt/slides/slide31.xml" Id="R718d59186fdd4921" /><Relationship Type="http://schemas.openxmlformats.org/officeDocument/2006/relationships/slide" Target="/ppt/slides/slide32.xml" Id="Rb88d3a2942014005" /><Relationship Type="http://schemas.openxmlformats.org/officeDocument/2006/relationships/slide" Target="/ppt/slides/slide33.xml" Id="Rb1995e57112847db" /><Relationship Type="http://schemas.openxmlformats.org/officeDocument/2006/relationships/slide" Target="/ppt/slides/slide34.xml" Id="Rfc9e1bde43f84922" /><Relationship Type="http://schemas.openxmlformats.org/officeDocument/2006/relationships/slide" Target="/ppt/slides/slide35.xml" Id="Rd4c75520fdae4a47" /><Relationship Type="http://schemas.openxmlformats.org/officeDocument/2006/relationships/slide" Target="/ppt/slides/slide36.xml" Id="R5de1346659ee40b9" /><Relationship Type="http://schemas.openxmlformats.org/officeDocument/2006/relationships/slide" Target="/ppt/slides/slide37.xml" Id="R1ea07daf309a4733" /><Relationship Type="http://schemas.openxmlformats.org/officeDocument/2006/relationships/slide" Target="/ppt/slides/slide38.xml" Id="R39b2782bbe8a4ef1" /><Relationship Type="http://schemas.openxmlformats.org/officeDocument/2006/relationships/slide" Target="/ppt/slides/slide39.xml" Id="R56dd97a6273c43da" /><Relationship Type="http://schemas.openxmlformats.org/officeDocument/2006/relationships/slide" Target="/ppt/slides/slide40.xml" Id="Ra59f267268e040c7" /><Relationship Type="http://schemas.openxmlformats.org/officeDocument/2006/relationships/slide" Target="/ppt/slides/slide41.xml" Id="R11365084ea6f4a0b" /><Relationship Type="http://schemas.openxmlformats.org/officeDocument/2006/relationships/slide" Target="/ppt/slides/slide42.xml" Id="R7f8260476cca4102" /><Relationship Type="http://schemas.openxmlformats.org/officeDocument/2006/relationships/slide" Target="/ppt/slides/slide43.xml" Id="R0c016ce330d24c4a" /><Relationship Type="http://schemas.openxmlformats.org/officeDocument/2006/relationships/slide" Target="/ppt/slides/slide44.xml" Id="R1cfcf5995844401b" /><Relationship Type="http://schemas.openxmlformats.org/officeDocument/2006/relationships/slide" Target="/ppt/slides/slide45.xml" Id="Rfe61c0c9cd61415b" /><Relationship Type="http://schemas.openxmlformats.org/officeDocument/2006/relationships/slide" Target="/ppt/slides/slide46.xml" Id="R0fcba9ce7df24ea5" /><Relationship Type="http://schemas.openxmlformats.org/officeDocument/2006/relationships/slide" Target="/ppt/slides/slide47.xml" Id="R8abf3a70befd4280" /><Relationship Type="http://schemas.openxmlformats.org/officeDocument/2006/relationships/slide" Target="/ppt/slides/slide48.xml" Id="Rac40387ada084b2f" /><Relationship Type="http://schemas.openxmlformats.org/officeDocument/2006/relationships/slide" Target="/ppt/slides/slide49.xml" Id="R9dc01a552b2944e4" /><Relationship Type="http://schemas.openxmlformats.org/officeDocument/2006/relationships/slide" Target="/ppt/slides/slide50.xml" Id="R2247701da93c426f" /><Relationship Type="http://schemas.openxmlformats.org/officeDocument/2006/relationships/slide" Target="/ppt/slides/slide51.xml" Id="Rb87ef781409d4c3d" /><Relationship Type="http://schemas.openxmlformats.org/officeDocument/2006/relationships/slide" Target="/ppt/slides/slide52.xml" Id="R81f01fac99474967" /><Relationship Type="http://schemas.openxmlformats.org/officeDocument/2006/relationships/slide" Target="/ppt/slides/slide53.xml" Id="Rec6d6617508b4b96" /><Relationship Type="http://schemas.openxmlformats.org/officeDocument/2006/relationships/slide" Target="/ppt/slides/slide54.xml" Id="Rbaa30a678efe49ef" /><Relationship Type="http://schemas.openxmlformats.org/officeDocument/2006/relationships/slide" Target="/ppt/slides/slide55.xml" Id="R4ba185169de34d91" /><Relationship Type="http://schemas.openxmlformats.org/officeDocument/2006/relationships/slide" Target="/ppt/slides/slide56.xml" Id="Re77e0f1993ee408b" /><Relationship Type="http://schemas.openxmlformats.org/officeDocument/2006/relationships/slide" Target="/ppt/slides/slide57.xml" Id="Rac6474f64533453f" /><Relationship Type="http://schemas.openxmlformats.org/officeDocument/2006/relationships/slide" Target="/ppt/slides/slide58.xml" Id="R6f7b7b46ba444e29" /><Relationship Type="http://schemas.openxmlformats.org/officeDocument/2006/relationships/slide" Target="/ppt/slides/slide59.xml" Id="R6e117cae6c354556" /><Relationship Type="http://schemas.openxmlformats.org/officeDocument/2006/relationships/slide" Target="/ppt/slides/slide60.xml" Id="Rb45061a733444b96" /><Relationship Type="http://schemas.openxmlformats.org/officeDocument/2006/relationships/slide" Target="/ppt/slides/slide61.xml" Id="R91fbaeb02d70407e" /><Relationship Type="http://schemas.openxmlformats.org/officeDocument/2006/relationships/slide" Target="/ppt/slides/slide62.xml" Id="Rd2ef15b80c8f4a0b" /><Relationship Type="http://schemas.openxmlformats.org/officeDocument/2006/relationships/slide" Target="/ppt/slides/slide63.xml" Id="Rd74fee5dbe0f4936" /><Relationship Type="http://schemas.openxmlformats.org/officeDocument/2006/relationships/slide" Target="/ppt/slides/slide64.xml" Id="R72004184d06e4373" /><Relationship Type="http://schemas.openxmlformats.org/officeDocument/2006/relationships/slide" Target="/ppt/slides/slide65.xml" Id="Rbb76f99b7e6b4e9a" /><Relationship Type="http://schemas.openxmlformats.org/officeDocument/2006/relationships/slide" Target="/ppt/slides/slide66.xml" Id="Rf615bd9fb801493c" /><Relationship Type="http://schemas.openxmlformats.org/officeDocument/2006/relationships/slide" Target="/ppt/slides/slide67.xml" Id="R4054c7ac6f6e4708" /><Relationship Type="http://schemas.openxmlformats.org/officeDocument/2006/relationships/slide" Target="/ppt/slides/slide68.xml" Id="R7c14c4c4e3ab4e15" /><Relationship Type="http://schemas.openxmlformats.org/officeDocument/2006/relationships/slide" Target="/ppt/slides/slide69.xml" Id="R2daf0695361b491d" /><Relationship Type="http://schemas.openxmlformats.org/officeDocument/2006/relationships/slide" Target="/ppt/slides/slide70.xml" Id="R51b27b188f204afc" /><Relationship Type="http://schemas.openxmlformats.org/officeDocument/2006/relationships/slide" Target="/ppt/slides/slide71.xml" Id="Rb24b204556224b9d" /><Relationship Type="http://schemas.openxmlformats.org/officeDocument/2006/relationships/slide" Target="/ppt/slides/slide72.xml" Id="R5e36e3b277704368" /><Relationship Type="http://schemas.openxmlformats.org/officeDocument/2006/relationships/slide" Target="/ppt/slides/slide73.xml" Id="R94375de5c4ef45a1" /><Relationship Type="http://schemas.openxmlformats.org/officeDocument/2006/relationships/slide" Target="/ppt/slides/slide74.xml" Id="R47c9dec3d490426b" /><Relationship Type="http://schemas.openxmlformats.org/officeDocument/2006/relationships/slide" Target="/ppt/slides/slide75.xml" Id="R9ccee3951b36441b" /><Relationship Type="http://schemas.openxmlformats.org/officeDocument/2006/relationships/slide" Target="/ppt/slides/slide76.xml" Id="Rc4a81343667446d0" /><Relationship Type="http://schemas.openxmlformats.org/officeDocument/2006/relationships/slide" Target="/ppt/slides/slide77.xml" Id="R5b958fcd555149f9" /><Relationship Type="http://schemas.openxmlformats.org/officeDocument/2006/relationships/slide" Target="/ppt/slides/slide78.xml" Id="Re4f78d79dd6c4788" /><Relationship Type="http://schemas.openxmlformats.org/officeDocument/2006/relationships/slide" Target="/ppt/slides/slide79.xml" Id="Rb2a2000dff4b4229" /><Relationship Type="http://schemas.openxmlformats.org/officeDocument/2006/relationships/slide" Target="/ppt/slides/slide80.xml" Id="R7c8cc0841d274b8d" /><Relationship Type="http://schemas.openxmlformats.org/officeDocument/2006/relationships/slide" Target="/ppt/slides/slide81.xml" Id="Rf2e697bf9b4847e4" /><Relationship Type="http://schemas.openxmlformats.org/officeDocument/2006/relationships/slide" Target="/ppt/slides/slide82.xml" Id="R23db5e10fd0f49c0" /><Relationship Type="http://schemas.openxmlformats.org/officeDocument/2006/relationships/slide" Target="/ppt/slides/slide83.xml" Id="Rb7705aea28f544e7" /><Relationship Type="http://schemas.openxmlformats.org/officeDocument/2006/relationships/slide" Target="/ppt/slides/slide84.xml" Id="R148119453ccc40d7" /><Relationship Type="http://schemas.openxmlformats.org/officeDocument/2006/relationships/slide" Target="/ppt/slides/slide85.xml" Id="R1ccf740320e24ac9" /><Relationship Type="http://schemas.openxmlformats.org/officeDocument/2006/relationships/slide" Target="/ppt/slides/slide86.xml" Id="R3d48e20adc9043a4" /><Relationship Type="http://schemas.openxmlformats.org/officeDocument/2006/relationships/slide" Target="/ppt/slides/slide87.xml" Id="R8a5e4bbee5df4605" /><Relationship Type="http://schemas.openxmlformats.org/officeDocument/2006/relationships/slide" Target="/ppt/slides/slide88.xml" Id="Rdd3dbfd11545462f" /><Relationship Type="http://schemas.openxmlformats.org/officeDocument/2006/relationships/slide" Target="/ppt/slides/slide89.xml" Id="R1caced19811c420e" /><Relationship Type="http://schemas.openxmlformats.org/officeDocument/2006/relationships/slide" Target="/ppt/slides/slide90.xml" Id="R7acb3c5872a04f94" /><Relationship Type="http://schemas.openxmlformats.org/officeDocument/2006/relationships/slide" Target="/ppt/slides/slide91.xml" Id="Rf0e8841fda694908" /><Relationship Type="http://schemas.openxmlformats.org/officeDocument/2006/relationships/slide" Target="/ppt/slides/slide92.xml" Id="R8c2d4b5c8ee847a0" /><Relationship Type="http://schemas.openxmlformats.org/officeDocument/2006/relationships/slide" Target="/ppt/slides/slide93.xml" Id="Rd89787a020e840a7" /><Relationship Type="http://schemas.openxmlformats.org/officeDocument/2006/relationships/slide" Target="/ppt/slides/slide94.xml" Id="Rc02b5bedc64c4cd7" /><Relationship Type="http://schemas.openxmlformats.org/officeDocument/2006/relationships/slide" Target="/ppt/slides/slide95.xml" Id="R246ebd304f0048c2" /><Relationship Type="http://schemas.openxmlformats.org/officeDocument/2006/relationships/slide" Target="/ppt/slides/slide96.xml" Id="R6a8d2e8621cf4b30" /><Relationship Type="http://schemas.openxmlformats.org/officeDocument/2006/relationships/slide" Target="/ppt/slides/slide97.xml" Id="R23f40e21e9e14a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095024cb5d46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131133b5f4474a" /><Relationship Type="http://schemas.openxmlformats.org/officeDocument/2006/relationships/notesMaster" Target="/ppt/notesMasters/notesMaster1.xml" Id="Ra6e8db4c32a14a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7730308d134d23" /><Relationship Type="http://schemas.openxmlformats.org/officeDocument/2006/relationships/notesMaster" Target="/ppt/notesMasters/notesMaster1.xml" Id="R1623ce90f06c4a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ed2ec039d47e8" /><Relationship Type="http://schemas.openxmlformats.org/officeDocument/2006/relationships/notesMaster" Target="/ppt/notesMasters/notesMaster1.xml" Id="R00ddab8a409943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eb244aa76b44d61" /><Relationship Type="http://schemas.openxmlformats.org/officeDocument/2006/relationships/notesMaster" Target="/ppt/notesMasters/notesMaster1.xml" Id="R5bf7405756724d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c38aa843c24624" /><Relationship Type="http://schemas.openxmlformats.org/officeDocument/2006/relationships/notesMaster" Target="/ppt/notesMasters/notesMaster1.xml" Id="Rdaada0e0f4f24b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e48586a33495a" /><Relationship Type="http://schemas.openxmlformats.org/officeDocument/2006/relationships/notesMaster" Target="/ppt/notesMasters/notesMaster1.xml" Id="R0c94bc3dd78a41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feeb37bb6348db" /><Relationship Type="http://schemas.openxmlformats.org/officeDocument/2006/relationships/notesMaster" Target="/ppt/notesMasters/notesMaster1.xml" Id="R3b517a014eeb4e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c7ea9da04b465b" /><Relationship Type="http://schemas.openxmlformats.org/officeDocument/2006/relationships/notesMaster" Target="/ppt/notesMasters/notesMaster1.xml" Id="R46fa1eb32d984f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73b1ac705c4cab" /><Relationship Type="http://schemas.openxmlformats.org/officeDocument/2006/relationships/notesMaster" Target="/ppt/notesMasters/notesMaster1.xml" Id="Red3a25dbc94d44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8a09d8e328a4c4a" /><Relationship Type="http://schemas.openxmlformats.org/officeDocument/2006/relationships/notesMaster" Target="/ppt/notesMasters/notesMaster1.xml" Id="R9cc4c2c16bce46a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593d972882c49ce" /><Relationship Type="http://schemas.openxmlformats.org/officeDocument/2006/relationships/notesMaster" Target="/ppt/notesMasters/notesMaster1.xml" Id="R9cb9057eb80d49a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0fd3c8cffe420b" /><Relationship Type="http://schemas.openxmlformats.org/officeDocument/2006/relationships/notesMaster" Target="/ppt/notesMasters/notesMaster1.xml" Id="Rae447e440a32414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3bfdcafec24257" /><Relationship Type="http://schemas.openxmlformats.org/officeDocument/2006/relationships/notesMaster" Target="/ppt/notesMasters/notesMaster1.xml" Id="R1a1b5e76319e47c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6918c1249bc413c" /><Relationship Type="http://schemas.openxmlformats.org/officeDocument/2006/relationships/notesMaster" Target="/ppt/notesMasters/notesMaster1.xml" Id="R6a5d6184c781497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261046b99f54be8" /><Relationship Type="http://schemas.openxmlformats.org/officeDocument/2006/relationships/notesMaster" Target="/ppt/notesMasters/notesMaster1.xml" Id="R614c7f9ea9e544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f97de2749094793" /><Relationship Type="http://schemas.openxmlformats.org/officeDocument/2006/relationships/notesMaster" Target="/ppt/notesMasters/notesMaster1.xml" Id="Rad12f7bbdaa84d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5ee7de1c7734d8c" /><Relationship Type="http://schemas.openxmlformats.org/officeDocument/2006/relationships/notesMaster" Target="/ppt/notesMasters/notesMaster1.xml" Id="Ra893e321459c443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7267db1b11492f" /><Relationship Type="http://schemas.openxmlformats.org/officeDocument/2006/relationships/notesMaster" Target="/ppt/notesMasters/notesMaster1.xml" Id="Re19e9f7b6edb45c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8ab7be0c044d93" /><Relationship Type="http://schemas.openxmlformats.org/officeDocument/2006/relationships/notesMaster" Target="/ppt/notesMasters/notesMaster1.xml" Id="R229d5f24057c4dd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8ce25f2b03841f1" /><Relationship Type="http://schemas.openxmlformats.org/officeDocument/2006/relationships/notesMaster" Target="/ppt/notesMasters/notesMaster1.xml" Id="R3832e5d5e9c0418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b662025558447db" /><Relationship Type="http://schemas.openxmlformats.org/officeDocument/2006/relationships/notesMaster" Target="/ppt/notesMasters/notesMaster1.xml" Id="Rdcd25a27ae744d5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78cbd923f304798" /><Relationship Type="http://schemas.openxmlformats.org/officeDocument/2006/relationships/notesMaster" Target="/ppt/notesMasters/notesMaster1.xml" Id="R6fa974e88d10438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d58072ab673441e" /><Relationship Type="http://schemas.openxmlformats.org/officeDocument/2006/relationships/notesMaster" Target="/ppt/notesMasters/notesMaster1.xml" Id="Re32b936671a1413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bc052839a804003" /><Relationship Type="http://schemas.openxmlformats.org/officeDocument/2006/relationships/notesMaster" Target="/ppt/notesMasters/notesMaster1.xml" Id="R3915bf0432354b8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6e7ffa35aae44aa" /><Relationship Type="http://schemas.openxmlformats.org/officeDocument/2006/relationships/notesMaster" Target="/ppt/notesMasters/notesMaster1.xml" Id="R3ebb22c8329b4e1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0f91139a4fd41a0" /><Relationship Type="http://schemas.openxmlformats.org/officeDocument/2006/relationships/notesMaster" Target="/ppt/notesMasters/notesMaster1.xml" Id="R2034e89a8dfa4e2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7bb729ba155461d" /><Relationship Type="http://schemas.openxmlformats.org/officeDocument/2006/relationships/notesMaster" Target="/ppt/notesMasters/notesMaster1.xml" Id="R95f9b6f37ca8423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8abe6cda18f429d" /><Relationship Type="http://schemas.openxmlformats.org/officeDocument/2006/relationships/notesMaster" Target="/ppt/notesMasters/notesMaster1.xml" Id="R968457360bae411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ec05f8042da4090" /><Relationship Type="http://schemas.openxmlformats.org/officeDocument/2006/relationships/notesMaster" Target="/ppt/notesMasters/notesMaster1.xml" Id="Re68bd6e0fb9c404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ca51306a3ca40e4" /><Relationship Type="http://schemas.openxmlformats.org/officeDocument/2006/relationships/notesMaster" Target="/ppt/notesMasters/notesMaster1.xml" Id="R2b2bae674605490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5ff04d38923459a" /><Relationship Type="http://schemas.openxmlformats.org/officeDocument/2006/relationships/notesMaster" Target="/ppt/notesMasters/notesMaster1.xml" Id="R4e457c032d1346a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f9c26176b444c60" /><Relationship Type="http://schemas.openxmlformats.org/officeDocument/2006/relationships/notesMaster" Target="/ppt/notesMasters/notesMaster1.xml" Id="R878d2fa7f35e492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200fdc7fb5744b7" /><Relationship Type="http://schemas.openxmlformats.org/officeDocument/2006/relationships/notesMaster" Target="/ppt/notesMasters/notesMaster1.xml" Id="R8937afe7c1a6440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43b4c8ba96d451f" /><Relationship Type="http://schemas.openxmlformats.org/officeDocument/2006/relationships/notesMaster" Target="/ppt/notesMasters/notesMaster1.xml" Id="R57fe057c41a8431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9231b82c85e491d" /><Relationship Type="http://schemas.openxmlformats.org/officeDocument/2006/relationships/notesMaster" Target="/ppt/notesMasters/notesMaster1.xml" Id="R42a3dd05c1894a8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f9e08ebc9c34462" /><Relationship Type="http://schemas.openxmlformats.org/officeDocument/2006/relationships/notesMaster" Target="/ppt/notesMasters/notesMaster1.xml" Id="Rf7df22e32dc0490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f2db163bd164260" /><Relationship Type="http://schemas.openxmlformats.org/officeDocument/2006/relationships/notesMaster" Target="/ppt/notesMasters/notesMaster1.xml" Id="Rc9487685a0f4465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5007b15c1134e0e" /><Relationship Type="http://schemas.openxmlformats.org/officeDocument/2006/relationships/notesMaster" Target="/ppt/notesMasters/notesMaster1.xml" Id="R22a5fbb12967482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9e6783a44f94b8e" /><Relationship Type="http://schemas.openxmlformats.org/officeDocument/2006/relationships/notesMaster" Target="/ppt/notesMasters/notesMaster1.xml" Id="R557091d195144e5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c8cefe3cbbb4ac6" /><Relationship Type="http://schemas.openxmlformats.org/officeDocument/2006/relationships/notesMaster" Target="/ppt/notesMasters/notesMaster1.xml" Id="R4a2f9fb7e72a4c7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e95e583a3884972" /><Relationship Type="http://schemas.openxmlformats.org/officeDocument/2006/relationships/notesMaster" Target="/ppt/notesMasters/notesMaster1.xml" Id="R71213c2affb5440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2c91c9e90e84d26" /><Relationship Type="http://schemas.openxmlformats.org/officeDocument/2006/relationships/notesMaster" Target="/ppt/notesMasters/notesMaster1.xml" Id="R0ddf469578ce456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8a8709b75114d3a" /><Relationship Type="http://schemas.openxmlformats.org/officeDocument/2006/relationships/notesMaster" Target="/ppt/notesMasters/notesMaster1.xml" Id="Rb16d3fa8232d464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4fa437f15514c97" /><Relationship Type="http://schemas.openxmlformats.org/officeDocument/2006/relationships/notesMaster" Target="/ppt/notesMasters/notesMaster1.xml" Id="R87666e30fe7d4a6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0b8e40b13c44d98" /><Relationship Type="http://schemas.openxmlformats.org/officeDocument/2006/relationships/notesMaster" Target="/ppt/notesMasters/notesMaster1.xml" Id="Ra54c8b3e946c44c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3c771c458b34d98" /><Relationship Type="http://schemas.openxmlformats.org/officeDocument/2006/relationships/notesMaster" Target="/ppt/notesMasters/notesMaster1.xml" Id="Rad331d7df667462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e1d53f576cf4bdb" /><Relationship Type="http://schemas.openxmlformats.org/officeDocument/2006/relationships/notesMaster" Target="/ppt/notesMasters/notesMaster1.xml" Id="R5022b2cb4cd441e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cafd3312a9e474b" /><Relationship Type="http://schemas.openxmlformats.org/officeDocument/2006/relationships/notesMaster" Target="/ppt/notesMasters/notesMaster1.xml" Id="R412289d3ce40495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b2cc32a9ea94f1d" /><Relationship Type="http://schemas.openxmlformats.org/officeDocument/2006/relationships/notesMaster" Target="/ppt/notesMasters/notesMaster1.xml" Id="Rb3009bac68d542a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94f34338df74d24" /><Relationship Type="http://schemas.openxmlformats.org/officeDocument/2006/relationships/notesMaster" Target="/ppt/notesMasters/notesMaster1.xml" Id="R349d56a11cc94a0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dc36f06c0cb4266" /><Relationship Type="http://schemas.openxmlformats.org/officeDocument/2006/relationships/notesMaster" Target="/ppt/notesMasters/notesMaster1.xml" Id="Rd69356751dbf4fd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afe84a6f3c1476e" /><Relationship Type="http://schemas.openxmlformats.org/officeDocument/2006/relationships/notesMaster" Target="/ppt/notesMasters/notesMaster1.xml" Id="R22fdab93682f4a2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496edf77a454896" /><Relationship Type="http://schemas.openxmlformats.org/officeDocument/2006/relationships/notesMaster" Target="/ppt/notesMasters/notesMaster1.xml" Id="Ra04bc56bd41b4fa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6a735e6083f41da" /><Relationship Type="http://schemas.openxmlformats.org/officeDocument/2006/relationships/notesMaster" Target="/ppt/notesMasters/notesMaster1.xml" Id="R1c5c863a18d64ac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1d4035e21ba47d1" /><Relationship Type="http://schemas.openxmlformats.org/officeDocument/2006/relationships/notesMaster" Target="/ppt/notesMasters/notesMaster1.xml" Id="R1507ef056272412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6402fc391e94bb6" /><Relationship Type="http://schemas.openxmlformats.org/officeDocument/2006/relationships/notesMaster" Target="/ppt/notesMasters/notesMaster1.xml" Id="R3f7ee12fe6ef4f8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98c6c71e3f940c3" /><Relationship Type="http://schemas.openxmlformats.org/officeDocument/2006/relationships/notesMaster" Target="/ppt/notesMasters/notesMaster1.xml" Id="R79375f71b57745a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bb6900e3c5f4cac" /><Relationship Type="http://schemas.openxmlformats.org/officeDocument/2006/relationships/notesMaster" Target="/ppt/notesMasters/notesMaster1.xml" Id="Re00a758e462a4cc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7c52909ac3f1452b" /><Relationship Type="http://schemas.openxmlformats.org/officeDocument/2006/relationships/notesMaster" Target="/ppt/notesMasters/notesMaster1.xml" Id="R73e05c7b5b484a1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e7e81d2e48d41a4" /><Relationship Type="http://schemas.openxmlformats.org/officeDocument/2006/relationships/notesMaster" Target="/ppt/notesMasters/notesMaster1.xml" Id="R873bb67cd48e46e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714b4a346c341a1" /><Relationship Type="http://schemas.openxmlformats.org/officeDocument/2006/relationships/notesMaster" Target="/ppt/notesMasters/notesMaster1.xml" Id="Ra129469d7b1043e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385f4795a41402b" /><Relationship Type="http://schemas.openxmlformats.org/officeDocument/2006/relationships/notesMaster" Target="/ppt/notesMasters/notesMaster1.xml" Id="Rc337bf829e714ac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95c3851129a4c8f" /><Relationship Type="http://schemas.openxmlformats.org/officeDocument/2006/relationships/notesMaster" Target="/ppt/notesMasters/notesMaster1.xml" Id="R4651539d39d2453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554e2e59041490e" /><Relationship Type="http://schemas.openxmlformats.org/officeDocument/2006/relationships/notesMaster" Target="/ppt/notesMasters/notesMaster1.xml" Id="R7d6beb2382a5485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0e89063447a4f80" /><Relationship Type="http://schemas.openxmlformats.org/officeDocument/2006/relationships/notesMaster" Target="/ppt/notesMasters/notesMaster1.xml" Id="Ra690efa8db67482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843a127bef3473d" /><Relationship Type="http://schemas.openxmlformats.org/officeDocument/2006/relationships/notesMaster" Target="/ppt/notesMasters/notesMaster1.xml" Id="R717e38e852ff46d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d96e59cf9544e0e" /><Relationship Type="http://schemas.openxmlformats.org/officeDocument/2006/relationships/notesMaster" Target="/ppt/notesMasters/notesMaster1.xml" Id="R88c1648211a84e2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bcc2ca30ca54722" /><Relationship Type="http://schemas.openxmlformats.org/officeDocument/2006/relationships/notesMaster" Target="/ppt/notesMasters/notesMaster1.xml" Id="R61181a95e1db464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4ca07d03fb0452b" /><Relationship Type="http://schemas.openxmlformats.org/officeDocument/2006/relationships/notesMaster" Target="/ppt/notesMasters/notesMaster1.xml" Id="R595cef85a817452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a9f7fdebef54c49" /><Relationship Type="http://schemas.openxmlformats.org/officeDocument/2006/relationships/notesMaster" Target="/ppt/notesMasters/notesMaster1.xml" Id="R869e9ad12550428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9b67e6b2cc9480a" /><Relationship Type="http://schemas.openxmlformats.org/officeDocument/2006/relationships/notesMaster" Target="/ppt/notesMasters/notesMaster1.xml" Id="R39b95244ab1444a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51cb74364a845c7" /><Relationship Type="http://schemas.openxmlformats.org/officeDocument/2006/relationships/notesMaster" Target="/ppt/notesMasters/notesMaster1.xml" Id="Rebf26a209ded4a4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d51b37640b14f3d" /><Relationship Type="http://schemas.openxmlformats.org/officeDocument/2006/relationships/notesMaster" Target="/ppt/notesMasters/notesMaster1.xml" Id="R1974dc2f7b3d45a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a9d19e402f94166" /><Relationship Type="http://schemas.openxmlformats.org/officeDocument/2006/relationships/notesMaster" Target="/ppt/notesMasters/notesMaster1.xml" Id="R100cefd9e46c4ba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54b4f6cee9746b8" /><Relationship Type="http://schemas.openxmlformats.org/officeDocument/2006/relationships/notesMaster" Target="/ppt/notesMasters/notesMaster1.xml" Id="R1ab9b740202f49b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e402d73c1fa4a5b" /><Relationship Type="http://schemas.openxmlformats.org/officeDocument/2006/relationships/notesMaster" Target="/ppt/notesMasters/notesMaster1.xml" Id="R0787f2544ec54b3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609eadf1e0643b8" /><Relationship Type="http://schemas.openxmlformats.org/officeDocument/2006/relationships/notesMaster" Target="/ppt/notesMasters/notesMaster1.xml" Id="Rd90ff393f4104dc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ca1e3898dff46d3" /><Relationship Type="http://schemas.openxmlformats.org/officeDocument/2006/relationships/notesMaster" Target="/ppt/notesMasters/notesMaster1.xml" Id="Rdabcb650215c44a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ad59386f99b482b" /><Relationship Type="http://schemas.openxmlformats.org/officeDocument/2006/relationships/notesMaster" Target="/ppt/notesMasters/notesMaster1.xml" Id="R9124d75009d841b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32ad50be92174309" /><Relationship Type="http://schemas.openxmlformats.org/officeDocument/2006/relationships/notesMaster" Target="/ppt/notesMasters/notesMaster1.xml" Id="Rde6328403f26499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5f66f0503d74b46" /><Relationship Type="http://schemas.openxmlformats.org/officeDocument/2006/relationships/notesMaster" Target="/ppt/notesMasters/notesMaster1.xml" Id="R4db16ec2ecee4d8d"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b1da414b7ce46d1" /><Relationship Type="http://schemas.openxmlformats.org/officeDocument/2006/relationships/notesMaster" Target="/ppt/notesMasters/notesMaster1.xml" Id="R564cfe89bd44467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1bc46882ca14d86" /><Relationship Type="http://schemas.openxmlformats.org/officeDocument/2006/relationships/notesMaster" Target="/ppt/notesMasters/notesMaster1.xml" Id="R3fd1d720196d488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f209886415654f1f" /><Relationship Type="http://schemas.openxmlformats.org/officeDocument/2006/relationships/notesMaster" Target="/ppt/notesMasters/notesMaster1.xml" Id="R691f69b38bd846f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ece60185ae34407" /><Relationship Type="http://schemas.openxmlformats.org/officeDocument/2006/relationships/notesMaster" Target="/ppt/notesMasters/notesMaster1.xml" Id="R823d2288467f4e5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9b7397a0abe4e6c" /><Relationship Type="http://schemas.openxmlformats.org/officeDocument/2006/relationships/notesMaster" Target="/ppt/notesMasters/notesMaster1.xml" Id="Re96a33f5b9574f5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3ce908e91aa4119" /><Relationship Type="http://schemas.openxmlformats.org/officeDocument/2006/relationships/notesMaster" Target="/ppt/notesMasters/notesMaster1.xml" Id="R954dec1f118e49c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8fe5671bd004955" /><Relationship Type="http://schemas.openxmlformats.org/officeDocument/2006/relationships/notesMaster" Target="/ppt/notesMasters/notesMaster1.xml" Id="R45fb1a43717d4cf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2dba6b48c40b4374" /><Relationship Type="http://schemas.openxmlformats.org/officeDocument/2006/relationships/notesMaster" Target="/ppt/notesMasters/notesMaster1.xml" Id="R4d725f0b3a3d430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c1e239bdba541ce" /><Relationship Type="http://schemas.openxmlformats.org/officeDocument/2006/relationships/notesMaster" Target="/ppt/notesMasters/notesMaster1.xml" Id="Rb537ef010138493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132125881914eaf" /><Relationship Type="http://schemas.openxmlformats.org/officeDocument/2006/relationships/notesMaster" Target="/ppt/notesMasters/notesMaster1.xml" Id="R579af231f9854060"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e1befa86bd324365" /><Relationship Type="http://schemas.openxmlformats.org/officeDocument/2006/relationships/notesMaster" Target="/ppt/notesMasters/notesMaster1.xml" Id="R09242d0c123d4ea4"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a128832cebc54ef6" /><Relationship Type="http://schemas.openxmlformats.org/officeDocument/2006/relationships/notesMaster" Target="/ppt/notesMasters/notesMaster1.xml" Id="Ra2685e9025ad43ce"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813823350808459f" /><Relationship Type="http://schemas.openxmlformats.org/officeDocument/2006/relationships/notesMaster" Target="/ppt/notesMasters/notesMaster1.xml" Id="Rb089c65890a1410d"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05f1e4c858e47e7" /><Relationship Type="http://schemas.openxmlformats.org/officeDocument/2006/relationships/notesMaster" Target="/ppt/notesMasters/notesMaster1.xml" Id="R73f0ac74ecf34a5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2f244a727bad441f" /><Relationship Type="http://schemas.openxmlformats.org/officeDocument/2006/relationships/notesMaster" Target="/ppt/notesMasters/notesMaster1.xml" Id="R706d7dd02bed44fe"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65889ec051574dd3" /><Relationship Type="http://schemas.openxmlformats.org/officeDocument/2006/relationships/notesMaster" Target="/ppt/notesMasters/notesMaster1.xml" Id="R4a6afed654f64b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 경험을 선수 조건으로 삼지 않습니다. 상세 설명은 학생 교안과 발표자 노트로 연결합니다. 모든 수업 예시는 합성 데이터입니다.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 함수와 파일 검사</a:t>
            </a:r>
          </a:p>
          <a:p xmlns:a="http://schemas.openxmlformats.org/drawingml/2006/main">
            <a:r>
              <a:t/>
            </a:r>
          </a:p>
          <a:p xmlns:a="http://schemas.openxmlformats.org/drawingml/2006/main">
            <a:r>
              <a:t>2026-10-15 · Python 심화</a:t>
            </a:r>
          </a:p>
          <a:p xmlns:a="http://schemas.openxmlformats.org/drawingml/2006/main">
            <a:r>
              <a:t/>
            </a:r>
          </a:p>
          <a:p xmlns:a="http://schemas.openxmlformats.org/drawingml/2006/main">
            <a:r>
              <a:t>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**50분씩 6교시의 필수 경로로 운영하며 실제 학습자 리허설 전입니다.** 원본을 보존하고 work의 지정한 부분을 수정합니다. 계정이나 실제 장비 없이 합성 자료로 진행합니다.</a:t>
            </a:r>
          </a:p>
          <a:p xmlns:a="http://schemas.openxmlformats.org/drawingml/2006/main">
            <a:r>
              <a:t/>
            </a:r>
          </a:p>
          <a:p xmlns:a="http://schemas.openxmlformats.org/drawingml/2006/main">
            <a:r>
              <a:t>## 오늘의 연결</a:t>
            </a:r>
          </a:p>
          <a:p xmlns:a="http://schemas.openxmlformats.org/drawingml/2006/main">
            <a:r>
              <a:t/>
            </a:r>
          </a:p>
          <a:p xmlns:a="http://schemas.openxmlformats.org/drawingml/2006/main">
            <a:r>
              <a:t>10/8에는 기록의 의미와 파일 표현을 읽었습니다. 오늘은 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 먼저 구별할 화면</a:t>
            </a:r>
          </a:p>
          <a:p xmlns:a="http://schemas.openxmlformats.org/drawingml/2006/main">
            <a:r>
              <a:t/>
            </a:r>
          </a:p>
          <a:p xmlns:a="http://schemas.openxmlformats.org/drawingml/2006/main">
            <a:r>
              <a:t>- 파일 탐색기는 저장한 파일의 위치를 찾습니다.</a:t>
            </a:r>
          </a:p>
          <a:p xmlns:a="http://schemas.openxmlformats.org/drawingml/2006/main">
            <a:r>
              <a:t>- 텍스트 편집기는 코드와 데이터를 읽고 고칩니다.</a:t>
            </a:r>
          </a:p>
          <a:p xmlns:a="http://schemas.openxmlformats.org/drawingml/2006/main">
            <a:r>
              <a:t>- 터미널은 명령을 입력하고 실제 실행 결과를 확인합니다.</a:t>
            </a:r>
          </a:p>
          <a:p xmlns:a="http://schemas.openxmlformats.org/drawingml/2006/main">
            <a:r>
              <a:t>- 웹 교안은 설명·원문·출력 예를 제공합니다. Python 실행기는 아닙니다.</a:t>
            </a:r>
          </a:p>
          <a:p xmlns:a="http://schemas.openxmlformats.org/drawingml/2006/main">
            <a:r>
              <a:t/>
            </a:r>
          </a:p>
          <a:p xmlns:a="http://schemas.openxmlformats.org/drawingml/2006/main">
            <a:r>
              <a:t>## 참여 순서</a:t>
            </a:r>
          </a:p>
          <a:p xmlns:a="http://schemas.openxmlformats.org/drawingml/2006/main">
            <a:r>
              <a:t/>
            </a:r>
          </a:p>
          <a:p xmlns:a="http://schemas.openxmlformats.org/drawingml/2006/main">
            <a:r>
              <a:t>1. 압축을 일반 폴더에 풀고 data·code·work의 위치를 유지합니다.</a:t>
            </a:r>
          </a:p>
          <a:p xmlns:a="http://schemas.openxmlformats.org/drawingml/2006/main">
            <a:r>
              <a:t>2. lesson의 개념을 읽고 activity-guide의 해당 활동 입력을 엽니다.</a:t>
            </a:r>
          </a:p>
          <a:p xmlns:a="http://schemas.openxmlformats.org/drawingml/2006/main">
            <a:r>
              <a:t>3. work의 답칸에 예상과 이유를 먼저 쓰고 지정한 값을 수정합니다.</a:t>
            </a:r>
          </a:p>
          <a:p xmlns:a="http://schemas.openxmlformats.org/drawingml/2006/main">
            <a:r>
              <a:t>4. 저장 후 정확한 work 파일을 실행하거나 강사 출력·제공 예와 수동 비교합니다.</a:t>
            </a:r>
          </a:p>
          <a:p xmlns:a="http://schemas.openxmlformats.org/drawingml/2006/main">
            <a:r>
              <a:t>5. 확인 방식을 기록합니다. 개인 실행을 하지 않았으면 실행 성공으로 적지 않습니다.</a:t>
            </a:r>
          </a:p>
          <a:p xmlns:a="http://schemas.openxmlformats.org/drawingml/2006/main">
            <a:r>
              <a:t/>
            </a:r>
          </a:p>
          <a:p xmlns:a="http://schemas.openxmlformats.org/drawingml/2006/main">
            <a:r>
              <a:t>## 도구를 준비하지 못했을 때</a:t>
            </a:r>
          </a:p>
          <a:p xmlns:a="http://schemas.openxmlformats.org/drawingml/2006/main">
            <a:r>
              <a:t/>
            </a:r>
          </a:p>
          <a:p xmlns:a="http://schemas.openxmlformats.org/drawingml/2006/main">
            <a:r>
              <a:t>설치 문제로 수업을 멈추지 말고 제공한 전체 코드·출력과 동일 입력을 사용해 줄별 값을 직접 추적합니다. 종이에도 같은 답칸을 작성합니다. 개인 실행은 강사가 환경을 준비한 뒤 확인합니다.</a:t>
            </a:r>
          </a:p>
          <a:p xmlns:a="http://schemas.openxmlformats.org/drawingml/2006/main">
            <a:r>
              <a:t/>
            </a:r>
          </a:p>
          <a:p xmlns:a="http://schemas.openxmlformats.org/drawingml/2006/main">
            <a:r>
              <a:t>[교안](lesson.md) · [실습](practice-guide.md) · [용어](glossary.md)</a:t>
            </a:r>
          </a:p>
          <a:p xmlns:a="http://schemas.openxmlformats.org/drawingml/2006/main">
            <a:r>
              <a:t/>
            </a:r>
          </a:p>
          <a:p xmlns:a="http://schemas.openxmlformats.org/drawingml/2006/main">
            <a:r>
              <a:t/>
            </a:r>
          </a:p>
          <a:p xmlns:a="http://schemas.openxmlformats.org/drawingml/2006/main">
            <a:r>
              <a:t>## 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 함수의 입력과 결과</a:t>
            </a:r>
          </a:p>
          <a:p xmlns:a="http://schemas.openxmlformats.org/drawingml/2006/main">
            <a:r>
              <a:t/>
            </a:r>
          </a:p>
          <a:p xmlns:a="http://schemas.openxmlformats.org/drawingml/2006/main">
            <a:r>
              <a:t>질문: 함수 안에서 print만 했다면 호출한 곳이 그 숫자를 계산에 쓸 수 있나요?</a:t>
            </a:r>
          </a:p>
          <a:p xmlns:a="http://schemas.openxmlformats.org/drawingml/2006/main">
            <a:r>
              <a:t/>
            </a:r>
          </a:p>
          <a:p xmlns:a="http://schemas.openxmlformats.org/drawingml/2006/main">
            <a:r>
              <a:t>풀이: 화면 표시와 return으로 돌려주는 결과를 구분합니다. 호출 결과를 다른 계산에 쓰려면 필요한 값을 돌려줘야 합니다.</a:t>
            </a:r>
          </a:p>
          <a:p xmlns:a="http://schemas.openxmlformats.org/drawingml/2006/main">
            <a:r>
              <a:t/>
            </a:r>
          </a:p>
          <a:p xmlns:a="http://schemas.openxmlformats.org/drawingml/2006/main">
            <a:r>
              <a:t>### 파일 읽기</a:t>
            </a:r>
          </a:p>
          <a:p xmlns:a="http://schemas.openxmlformats.org/drawingml/2006/main">
            <a:r>
              <a:t/>
            </a:r>
          </a:p>
          <a:p xmlns:a="http://schemas.openxmlformats.org/drawingml/2006/main">
            <a:r>
              <a:t>질문: CSV 칸에 28.0이 적혀 있으면 자동으로 float인가요?</a:t>
            </a:r>
          </a:p>
          <a:p xmlns:a="http://schemas.openxmlformats.org/drawingml/2006/main">
            <a:r>
              <a:t/>
            </a:r>
          </a:p>
          <a:p xmlns:a="http://schemas.openxmlformats.org/drawingml/2006/main">
            <a:r>
              <a:t>풀이: 일반적인 CSV 읽기는 문자열 값을 줍니다. 공백·누락·변환 실패를 확인한 뒤 숫자로 바꿉니다.</a:t>
            </a:r>
          </a:p>
          <a:p xmlns:a="http://schemas.openxmlformats.org/drawingml/2006/main">
            <a:r>
              <a:t/>
            </a:r>
          </a:p>
          <a:p xmlns:a="http://schemas.openxmlformats.org/drawingml/2006/main">
            <a:r>
              <a:t>### 미측정</a:t>
            </a:r>
          </a:p>
          <a:p xmlns:a="http://schemas.openxmlformats.org/drawingml/2006/main">
            <a:r>
              <a:t/>
            </a:r>
          </a:p>
          <a:p xmlns:a="http://schemas.openxmlformats.org/drawingml/2006/main">
            <a:r>
              <a:t>질문: 빈 온도를 0으로 바꾸면 평균은 어떻게 되나요?</a:t>
            </a:r>
          </a:p>
          <a:p xmlns:a="http://schemas.openxmlformats.org/drawingml/2006/main">
            <a:r>
              <a:t/>
            </a:r>
          </a:p>
          <a:p xmlns:a="http://schemas.openxmlformats.org/drawingml/2006/main">
            <a:r>
              <a:t>풀이: 측정하지 않은 기록이 실제 0도처럼 계산되어 평균을 낮춥니다. 측정 여부와 정상 숫자를 따로 기록합니다.</a:t>
            </a:r>
          </a:p>
          <a:p xmlns:a="http://schemas.openxmlformats.org/drawingml/2006/main">
            <a:r>
              <a:t/>
            </a:r>
          </a:p>
          <a:p xmlns:a="http://schemas.openxmlformats.org/drawingml/2006/main">
            <a:r>
              <a:t>## 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전날의 변수·조건·반복도 뜻을 다시 읽습니다. 제공 코드 전체를 독립 작성하는 능력을 필수로 요구하지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A01 상세 원문]</a:t>
            </a:r>
          </a:p>
          <a:p xmlns:a="http://schemas.openxmlformats.org/drawingml/2006/main">
            <a:r>
              <a:t>### 사례로 이해하기 · 작업의 입력·처리·결과를 함수 계약으로 쓰기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계약이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작업의 입력·처리·결과를 함수 계약으로 쓰기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계약이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code/A02_example.py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정의할 때 함수 안 print가 실행되지 않습니다. 바깥 준비 → 호출에서 안내 → 돌아온 뒤 끝 순서입니다.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code/A03_example.py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핵심 질문과 해설:</a:t>
            </a:r>
          </a:p>
          <a:p xmlns:a="http://schemas.openxmlformats.org/drawingml/2006/main">
            <a:r>
              <a:t>정의하면 바로 실행되나요? 본문은 해당 함수를 호출했을 때 실행됩니다.</a:t>
            </a:r>
          </a:p>
          <a:p xmlns:a="http://schemas.openxmlformats.org/drawingml/2006/main">
            <a:r>
              <a:t>매개변수와 인자는 같은 이름인가요? 매개변수는 받을 자리, 인자는 호출에서 준 실제 값입니다.</a:t>
            </a:r>
          </a:p>
          <a:p xmlns:a="http://schemas.openxmlformats.org/drawingml/2006/main">
            <a:r>
              <a:t>어떤 코드를 함수로 묶나요? 공통 작업과 입력·결과 계약이 분명한 부분을 먼저 묶습니다.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정의만으로 본문은 실행되지 않습니다.</a:t>
            </a:r>
          </a:p>
          <a:p xmlns:a="http://schemas.openxmlformats.org/drawingml/2006/main">
            <a:r>
              <a:t>입력 자리와 실제 전달값을 구별합니다.</a:t>
            </a:r>
          </a:p>
          <a:p xmlns:a="http://schemas.openxmlformats.org/drawingml/2006/main">
            <a:r>
              <a:t>함수의 입력 계약을 문장으로 씁니다.</a:t>
            </a:r>
          </a:p>
          <a:p xmlns:a="http://schemas.openxmlformats.org/drawingml/2006/main">
            <a:r>
              <a:t/>
            </a:r>
          </a:p>
          <a:p xmlns:a="http://schemas.openxmlformats.org/drawingml/2006/main">
            <a:r>
              <a:t>관련 교시의 상세 원문:</a:t>
            </a:r>
          </a:p>
          <a:p xmlns:a="http://schemas.openxmlformats.org/drawingml/2006/main">
            <a:r>
              <a:t>### 사례로 이해하기 · 작업의 입력·처리·결과를 함수 계약으로 쓰기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계약이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code/A04_example.py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code/A05_example.py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A05 상세 원문]</a:t>
            </a:r>
          </a:p>
          <a:p xmlns:a="http://schemas.openxmlformats.org/drawingml/2006/main">
            <a:r>
              <a:t>**개념.** 함수 안에서도 if를 사용할 수 있습니다. 입력을 받아 조건에 맞는 상태 문자열을 돌려주는 규칙을 만듭니다. return을 만나면 그 호출은 결과를 돌려주고 끝납니다.</a:t>
            </a:r>
          </a:p>
          <a:p xmlns:a="http://schemas.openxmlformats.org/drawingml/2006/main">
            <a:r>
              <a:t/>
            </a:r>
          </a:p>
          <a:p xmlns:a="http://schemas.openxmlformats.org/drawingml/2006/main">
            <a:r>
              <a:t>**왜 필요한가.** 상태 규칙과 출력 위치를 나누면 같은 결과를 화면이나 파일에 사용할 수 있습니다. 함수가 입력 자체를 수정하는지 결과만 만드는지도 계약으로 구별합니다.</a:t>
            </a:r>
          </a:p>
          <a:p xmlns:a="http://schemas.openxmlformats.org/drawingml/2006/main">
            <a:r>
              <a:t/>
            </a:r>
          </a:p>
          <a:p xmlns:a="http://schemas.openxmlformats.org/drawingml/2006/main">
            <a:r>
              <a:t>**함께 보는 예.** None이면 미측정,24.0 초과면 확인,나머지는 정상입니다. 앞의 return을 실행한 호출은 아래 비교로 다시 내려가지 않습니다.</a:t>
            </a:r>
          </a:p>
          <a:p xmlns:a="http://schemas.openxmlformats.org/drawingml/2006/main">
            <a:r>
              <a:t/>
            </a:r>
          </a:p>
          <a:p xmlns:a="http://schemas.openxmlformats.org/drawingml/2006/main">
            <a:r>
              <a:t>**헷갈리는 경우.** 함수로 묶었다고 자료형 규칙이 없어지는 것은 아닙니다. None을 먼저 숫자와 비교하면 TypeError가 나므로 값 없음의 처리를 앞에 둡니다.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temperature_status(value):</a:t>
            </a:r>
          </a:p>
          <a:p xmlns:a="http://schemas.openxmlformats.org/drawingml/2006/main">
            <a:r>
              <a:t>    if value is None:</a:t>
            </a:r>
          </a:p>
          <a:p xmlns:a="http://schemas.openxmlformats.org/drawingml/2006/main">
            <a:r>
              <a:t>        return "미측정"</a:t>
            </a:r>
          </a:p>
          <a:p xmlns:a="http://schemas.openxmlformats.org/drawingml/2006/main">
            <a:r>
              <a:t>    if value &gt; 24.0:</a:t>
            </a:r>
          </a:p>
          <a:p xmlns:a="http://schemas.openxmlformats.org/drawingml/2006/main">
            <a:r>
              <a:t>        return "확인"</a:t>
            </a:r>
          </a:p>
          <a:p xmlns:a="http://schemas.openxmlformats.org/drawingml/2006/main">
            <a:r>
              <a:t>    return "정상"</a:t>
            </a:r>
          </a:p>
          <a:p xmlns:a="http://schemas.openxmlformats.org/drawingml/2006/main">
            <a:r>
              <a:t>print(temperature_status(22.5))</a:t>
            </a:r>
          </a:p>
          <a:p xmlns:a="http://schemas.openxmlformats.org/drawingml/2006/main">
            <a:r>
              <a:t>print(temperature_status(None))</a:t>
            </a:r>
          </a:p>
          <a:p xmlns:a="http://schemas.openxmlformats.org/drawingml/2006/main">
            <a:r>
              <a:t>print(temperature_status(25.0))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temperature_status(value):` | 값을 받는 함수를 정의합니다. |</a:t>
            </a:r>
          </a:p>
          <a:p xmlns:a="http://schemas.openxmlformats.org/drawingml/2006/main">
            <a:r>
              <a:t>| 2 | `    if value is None:` | 값 없음을 먼저 확인합니다. |</a:t>
            </a:r>
          </a:p>
          <a:p xmlns:a="http://schemas.openxmlformats.org/drawingml/2006/main">
            <a:r>
              <a:t>| 3 | `        return "미측정"` | 미측정으로 반환하고 끝냅니다. |</a:t>
            </a:r>
          </a:p>
          <a:p xmlns:a="http://schemas.openxmlformats.org/drawingml/2006/main">
            <a:r>
              <a:t>| 4 | `    if value &gt; 24.0:` | 숫자의 기준 초과를 묻습니다. |</a:t>
            </a:r>
          </a:p>
          <a:p xmlns:a="http://schemas.openxmlformats.org/drawingml/2006/main">
            <a:r>
              <a:t>| 5 | `        return "확인"` | 초과 상태를 반환합니다. |</a:t>
            </a:r>
          </a:p>
          <a:p xmlns:a="http://schemas.openxmlformats.org/drawingml/2006/main">
            <a:r>
              <a:t>| 6 | `    return "정상"` | 나머지 상태를 반환합니다. |</a:t>
            </a:r>
          </a:p>
          <a:p xmlns:a="http://schemas.openxmlformats.org/drawingml/2006/main">
            <a:r>
              <a:t>| 7 | `print(temperature_status(22.5))` | 정상 입력을 확인합니다. |</a:t>
            </a:r>
          </a:p>
          <a:p xmlns:a="http://schemas.openxmlformats.org/drawingml/2006/main">
            <a:r>
              <a:t>| 8 | `print(temperature_status(None))` | 미측정 입력을 확인합니다. |</a:t>
            </a:r>
          </a:p>
          <a:p xmlns:a="http://schemas.openxmlformats.org/drawingml/2006/main">
            <a:r>
              <a:t>| 9 | `print(temperature_status(25.0))` | 초과 입력을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작은 수정: `temperature_status(25.0)`를 `temperature_status(24.0)`로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질문: return 뒤의 코드를 같은 호출이 모두 실행하나요?</a:t>
            </a:r>
          </a:p>
          <a:p xmlns:a="http://schemas.openxmlformats.org/drawingml/2006/main">
            <a:r>
              <a:t/>
            </a:r>
          </a:p>
          <a:p xmlns:a="http://schemas.openxmlformats.org/drawingml/2006/main">
            <a:r>
              <a:t>막혔을 때: 미측정 오류는 숫자 비교보다 None 검사가 앞인지 확인합니다.</a:t>
            </a:r>
          </a:p>
          <a:p xmlns:a="http://schemas.openxmlformats.org/drawingml/2006/main">
            <a:r>
              <a:t/>
            </a:r>
          </a:p>
          <a:p xmlns:a="http://schemas.openxmlformats.org/drawingml/2006/main">
            <a:r>
              <a:t>[활동 자료와 작성칸](practice-guide.md#a05--조건을-담은-상태-함수)에서 A05를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함수 안에서도 if를 사용할 수 있습니다. 입력을 받아 조건에 맞는 상태 문자열을 돌려주는 규칙을 만듭니다. return을 만나면 그 호출은 결과를 돌려주고 끝납니다.</a:t>
            </a:r>
          </a:p>
          <a:p xmlns:a="http://schemas.openxmlformats.org/drawingml/2006/main">
            <a:r>
              <a:t/>
            </a:r>
          </a:p>
          <a:p xmlns:a="http://schemas.openxmlformats.org/drawingml/2006/main">
            <a:r>
              <a:t>**왜 필요한가.** 상태 규칙과 출력 위치를 나누면 같은 결과를 화면이나 파일에 사용할 수 있습니다. 함수가 입력 자체를 수정하는지 결과만 만드는지도 계약으로 구별합니다.</a:t>
            </a:r>
          </a:p>
          <a:p xmlns:a="http://schemas.openxmlformats.org/drawingml/2006/main">
            <a:r>
              <a:t/>
            </a:r>
          </a:p>
          <a:p xmlns:a="http://schemas.openxmlformats.org/drawingml/2006/main">
            <a:r>
              <a:t>**함께 보는 예.** None이면 미측정,24.0 초과면 확인,나머지는 정상입니다. 앞의 return을 실행한 호출은 아래 비교로 다시 내려가지 않습니다.</a:t>
            </a:r>
          </a:p>
          <a:p xmlns:a="http://schemas.openxmlformats.org/drawingml/2006/main">
            <a:r>
              <a:t/>
            </a:r>
          </a:p>
          <a:p xmlns:a="http://schemas.openxmlformats.org/drawingml/2006/main">
            <a:r>
              <a:t>**헷갈리는 경우.** 함수로 묶었다고 자료형 규칙이 없어지는 것은 아닙니다. None을 먼저 숫자와 비교하면 TypeError가 나므로 값 없음의 처리를 앞에 둡니다.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temperature_status(value):</a:t>
            </a:r>
          </a:p>
          <a:p xmlns:a="http://schemas.openxmlformats.org/drawingml/2006/main">
            <a:r>
              <a:t>    if value is None:</a:t>
            </a:r>
          </a:p>
          <a:p xmlns:a="http://schemas.openxmlformats.org/drawingml/2006/main">
            <a:r>
              <a:t>        return "미측정"</a:t>
            </a:r>
          </a:p>
          <a:p xmlns:a="http://schemas.openxmlformats.org/drawingml/2006/main">
            <a:r>
              <a:t>    if value &gt; 24.0:</a:t>
            </a:r>
          </a:p>
          <a:p xmlns:a="http://schemas.openxmlformats.org/drawingml/2006/main">
            <a:r>
              <a:t>        return "확인"</a:t>
            </a:r>
          </a:p>
          <a:p xmlns:a="http://schemas.openxmlformats.org/drawingml/2006/main">
            <a:r>
              <a:t>    return "정상"</a:t>
            </a:r>
          </a:p>
          <a:p xmlns:a="http://schemas.openxmlformats.org/drawingml/2006/main">
            <a:r>
              <a:t>print(temperature_status(22.5))</a:t>
            </a:r>
          </a:p>
          <a:p xmlns:a="http://schemas.openxmlformats.org/drawingml/2006/main">
            <a:r>
              <a:t>print(temperature_status(None))</a:t>
            </a:r>
          </a:p>
          <a:p xmlns:a="http://schemas.openxmlformats.org/drawingml/2006/main">
            <a:r>
              <a:t>print(temperature_status(25.0))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temperature_status(value):` | 값을 받는 함수를 정의합니다. |</a:t>
            </a:r>
          </a:p>
          <a:p xmlns:a="http://schemas.openxmlformats.org/drawingml/2006/main">
            <a:r>
              <a:t>| 2 | `    if value is None:` | 값 없음을 먼저 확인합니다. |</a:t>
            </a:r>
          </a:p>
          <a:p xmlns:a="http://schemas.openxmlformats.org/drawingml/2006/main">
            <a:r>
              <a:t>| 3 | `        return "미측정"` | 미측정으로 반환하고 끝냅니다. |</a:t>
            </a:r>
          </a:p>
          <a:p xmlns:a="http://schemas.openxmlformats.org/drawingml/2006/main">
            <a:r>
              <a:t>| 4 | `    if value &gt; 24.0:` | 숫자의 기준 초과를 묻습니다. |</a:t>
            </a:r>
          </a:p>
          <a:p xmlns:a="http://schemas.openxmlformats.org/drawingml/2006/main">
            <a:r>
              <a:t>| 5 | `        return "확인"` | 초과 상태를 반환합니다. |</a:t>
            </a:r>
          </a:p>
          <a:p xmlns:a="http://schemas.openxmlformats.org/drawingml/2006/main">
            <a:r>
              <a:t>| 6 | `    return "정상"` | 나머지 상태를 반환합니다. |</a:t>
            </a:r>
          </a:p>
          <a:p xmlns:a="http://schemas.openxmlformats.org/drawingml/2006/main">
            <a:r>
              <a:t>| 7 | `print(temperature_status(22.5))` | 정상 입력을 확인합니다. |</a:t>
            </a:r>
          </a:p>
          <a:p xmlns:a="http://schemas.openxmlformats.org/drawingml/2006/main">
            <a:r>
              <a:t>| 8 | `print(temperature_status(None))` | 미측정 입력을 확인합니다. |</a:t>
            </a:r>
          </a:p>
          <a:p xmlns:a="http://schemas.openxmlformats.org/drawingml/2006/main">
            <a:r>
              <a:t>| 9 | `print(temperature_status(25.0))` | 초과 입력을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작은 수정: `temperature_status(25.0)`를 `temperature_status(24.0)`로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질문: return 뒤의 코드를 같은 호출이 모두 실행하나요?</a:t>
            </a:r>
          </a:p>
          <a:p xmlns:a="http://schemas.openxmlformats.org/drawingml/2006/main">
            <a:r>
              <a:t/>
            </a:r>
          </a:p>
          <a:p xmlns:a="http://schemas.openxmlformats.org/drawingml/2006/main">
            <a:r>
              <a:t>막혔을 때: 미측정 오류는 숫자 비교보다 None 검사가 앞인지 확인합니다.</a:t>
            </a:r>
          </a:p>
          <a:p xmlns:a="http://schemas.openxmlformats.org/drawingml/2006/main">
            <a:r>
              <a:t/>
            </a:r>
          </a:p>
          <a:p xmlns:a="http://schemas.openxmlformats.org/drawingml/2006/main">
            <a:r>
              <a:t>[활동 자료와 작성칸](practice-guide.md#a05--조건을-담은-상태-함수)에서 A05를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핵심 질문과 해설:</a:t>
            </a:r>
          </a:p>
          <a:p xmlns:a="http://schemas.openxmlformats.org/drawingml/2006/main">
            <a:r>
              <a:t>print의 결과가 자동 저장되나요? 표시와 반환은 별도이며 호출 결과를 보려면 return을 확인합니다.</a:t>
            </a:r>
          </a:p>
          <a:p xmlns:a="http://schemas.openxmlformats.org/drawingml/2006/main">
            <a:r>
              <a:t>return 뒤 안내가 실행되나요? 같은 호출은 return에서 끝나므로 아래 줄까지 가지 않습니다.</a:t>
            </a:r>
          </a:p>
          <a:p xmlns:a="http://schemas.openxmlformats.org/drawingml/2006/main">
            <a:r>
              <a:t>None을 0으로 고쳐도 되나요? 업무 결과가 누락된 원인을 고쳐야 하며 임의 0은 계산 의미를 바꿉니다.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표시값과 반환값은 다를 수 있습니다.</a:t>
            </a:r>
          </a:p>
          <a:p xmlns:a="http://schemas.openxmlformats.org/drawingml/2006/main">
            <a:r>
              <a:t>return 뒤 같은 호출은 계속 내려가지 않습니다.</a:t>
            </a:r>
          </a:p>
          <a:p xmlns:a="http://schemas.openxmlformats.org/drawingml/2006/main">
            <a:r>
              <a:t>검사 통과 범위를 넘겨 보고하지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code/A07_example.py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강의 화면용 독립 완결 예입니다. 원본 A08은 코드 위치로 주소를 만들며 전체 파일은 원문 노트에 보존했습니다. 화면 예는 현재 위치가 압축을 푼 course인 조건에서 실행합니다. 첫 두 줄은 도구와 읽을 파일, 다음 줄은 열린 파일을 file이라고 부릅니다. DictReader는 헤더를 키로 각 행을 읽습니다. 마지막 세 줄은 건수·첫 장치명·온도를 표시합니다. 출력은 4, S01, 22.5입니다.</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강의 화면용 독립 완결 예입니다. 현재 위치 course, work 폴더가 있는 조건입니다. json.dumps는 값 묶음을 JSON 텍스트로 만들며 ensure_ascii=False는 한글 표시를 유지합니다. w는 쓰기 모드이므로 결과 파일 주소만 지정합니다. 입력 원자료 주소를 쓰지 않습니다. 화면은 4 1을 표시하고 work/output_summary.json 파일이 생깁니다. 원본 A09의 경로 구성과 재읽기 전체는 상세 노트에 보존합니다.</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핵심 질문과 해설:</a:t>
            </a:r>
          </a:p>
          <a:p xmlns:a="http://schemas.openxmlformats.org/drawingml/2006/main">
            <a:r>
              <a:t>CSV 값은 숫자로 자동 읽히나요? 기본 읽기는 문자열이므로 의미에 맞는 해석 단계를 둡니다.</a:t>
            </a:r>
          </a:p>
          <a:p xmlns:a="http://schemas.openxmlformats.org/drawingml/2006/main">
            <a:r>
              <a:t>출력했으면 저장도 끝났나요? 화면 표시와 파일 쓰기·재읽기 확인은 다른 작업입니다.</a:t>
            </a:r>
          </a:p>
          <a:p xmlns:a="http://schemas.openxmlformats.org/drawingml/2006/main">
            <a:r>
              <a:t>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주소·헤더·원값 오류를 나눕니다.</a:t>
            </a:r>
          </a:p>
          <a:p xmlns:a="http://schemas.openxmlformats.org/drawingml/2006/main">
            <a:r>
              <a:t>기본 CSV 읽기는 문자열입니다.</a:t>
            </a:r>
          </a:p>
          <a:p xmlns:a="http://schemas.openxmlformats.org/drawingml/2006/main">
            <a:r>
              <a:t>출력과 파일 저장을 구별합니다.</a:t>
            </a:r>
          </a:p>
          <a:p xmlns:a="http://schemas.openxmlformats.org/drawingml/2006/main">
            <a:r>
              <a:t/>
            </a:r>
          </a:p>
          <a:p xmlns:a="http://schemas.openxmlformats.org/drawingml/2006/main">
            <a:r>
              <a:t>관련 교시의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code/A10_example.py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오류 기록은 실패한 파일과 줄, 오류 종류, 관련 값의 단서를 보여 줍니다. traceback은 호출 경로를 나타내며 마지막 줄에서 오류 종류와 설명을 찾습니다.</a:t>
            </a:r>
          </a:p>
          <a:p xmlns:a="http://schemas.openxmlformats.org/drawingml/2006/main">
            <a:r>
              <a:t/>
            </a:r>
          </a:p>
          <a:p xmlns:a="http://schemas.openxmlformats.org/drawingml/2006/main">
            <a:r>
              <a:t>**왜 필요한가.**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**함께 보는 예.** FileNotFoundError는 주소, KeyError는 헤더와 키, ValueError는 숫자로 해석하려던 원문을 확인합니다. 근거를 보기 전에 전체 코드를 교체하지 않습니다.</a:t>
            </a:r>
          </a:p>
          <a:p xmlns:a="http://schemas.openxmlformats.org/drawingml/2006/main">
            <a:r>
              <a:t/>
            </a:r>
          </a:p>
          <a:p xmlns:a="http://schemas.openxmlformats.org/drawingml/2006/main">
            <a:r>
              <a:t>**헷갈리는 경우.** float(raw)에서 실패했다고 float 도구 자체가 잘못된 것은 아닐 수 있습니다. 숫자 자리에 ‘뜨거움’이 들어온 입력 문제를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카드1: source.read_text() / FileNotFoundError / missing.csv</a:t>
            </a:r>
          </a:p>
          <a:p xmlns:a="http://schemas.openxmlformats.org/drawingml/2006/main">
            <a:r>
              <a:t>카드2: row['temperature_c'] / KeyError / temperature_c</a:t>
            </a:r>
          </a:p>
          <a:p xmlns:a="http://schemas.openxmlformats.org/drawingml/2006/main">
            <a:r>
              <a:t>카드3: float('뜨거움') / ValueError / could not convert string to float</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질문: ValueError면 모두 같은 값으로 고쳐도 되나요?</a:t>
            </a:r>
          </a:p>
          <a:p xmlns:a="http://schemas.openxmlformats.org/drawingml/2006/main">
            <a:r>
              <a:t/>
            </a:r>
          </a:p>
          <a:p xmlns:a="http://schemas.openxmlformats.org/drawingml/2006/main">
            <a:r>
              <a:t>막혔을 때: 명령·관련 줄·마지막 오류를 남깁니다. 길다는 이유로 단서를 모두 지우지 않습니다.</a:t>
            </a:r>
          </a:p>
          <a:p xmlns:a="http://schemas.openxmlformats.org/drawingml/2006/main">
            <a:r>
              <a:t/>
            </a:r>
          </a:p>
          <a:p xmlns:a="http://schemas.openxmlformats.org/drawingml/2006/main">
            <a:r>
              <a:t>[활동 자료와 작성칸](practice-guide.md#a11--오류의-위치종류원값)에서 A11를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오류 기록은 실패한 파일과 줄, 오류 종류, 관련 값의 단서를 보여 줍니다. traceback은 호출 경로를 나타내며 마지막 줄에서 오류 종류와 설명을 찾습니다.</a:t>
            </a:r>
          </a:p>
          <a:p xmlns:a="http://schemas.openxmlformats.org/drawingml/2006/main">
            <a:r>
              <a:t/>
            </a:r>
          </a:p>
          <a:p xmlns:a="http://schemas.openxmlformats.org/drawingml/2006/main">
            <a:r>
              <a:t>**왜 필요한가.**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**함께 보는 예.** FileNotFoundError는 주소, KeyError는 헤더와 키, ValueError는 숫자로 해석하려던 원문을 확인합니다. 근거를 보기 전에 전체 코드를 교체하지 않습니다.</a:t>
            </a:r>
          </a:p>
          <a:p xmlns:a="http://schemas.openxmlformats.org/drawingml/2006/main">
            <a:r>
              <a:t/>
            </a:r>
          </a:p>
          <a:p xmlns:a="http://schemas.openxmlformats.org/drawingml/2006/main">
            <a:r>
              <a:t>**헷갈리는 경우.** float(raw)에서 실패했다고 float 도구 자체가 잘못된 것은 아닐 수 있습니다. 숫자 자리에 ‘뜨거움’이 들어온 입력 문제를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카드1: source.read_text() / FileNotFoundError / missing.csv</a:t>
            </a:r>
          </a:p>
          <a:p xmlns:a="http://schemas.openxmlformats.org/drawingml/2006/main">
            <a:r>
              <a:t>카드2: row['temperature_c'] / KeyError / temperature_c</a:t>
            </a:r>
          </a:p>
          <a:p xmlns:a="http://schemas.openxmlformats.org/drawingml/2006/main">
            <a:r>
              <a:t>카드3: float('뜨거움') / ValueError / could not convert string to float</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질문: ValueError면 모두 같은 값으로 고쳐도 되나요?</a:t>
            </a:r>
          </a:p>
          <a:p xmlns:a="http://schemas.openxmlformats.org/drawingml/2006/main">
            <a:r>
              <a:t/>
            </a:r>
          </a:p>
          <a:p xmlns:a="http://schemas.openxmlformats.org/drawingml/2006/main">
            <a:r>
              <a:t>막혔을 때: 명령·관련 줄·마지막 오류를 남깁니다. 길다는 이유로 단서를 모두 지우지 않습니다.</a:t>
            </a:r>
          </a:p>
          <a:p xmlns:a="http://schemas.openxmlformats.org/drawingml/2006/main">
            <a:r>
              <a:t/>
            </a:r>
          </a:p>
          <a:p xmlns:a="http://schemas.openxmlformats.org/drawingml/2006/main">
            <a:r>
              <a:t>[활동 자료와 작성칸](practice-guide.md#a11--오류의-위치종류원값)에서 A11를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code/A12_example.py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A12 완성 예의 출력입니다. raw를 "24.0"으로 바꾸면 24.0이 표시됩니다. 모든 예외를 무조건 무시하지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핵심 질문과 해설:</a:t>
            </a:r>
          </a:p>
          <a:p xmlns:a="http://schemas.openxmlformats.org/drawingml/2006/main">
            <a:r>
              <a:t>미측정도 오류인가요? 계약에서 허용한 값 없음과 잘못된 입력을 구별합니다.</a:t>
            </a:r>
          </a:p>
          <a:p xmlns:a="http://schemas.openxmlformats.org/drawingml/2006/main">
            <a:r>
              <a:t>예외를 잡으면 실제 값을 알게 되나요? 아닙니다. 실패 원문을 보존하고 추가 확인할 근거를 얻습니다.</a:t>
            </a:r>
          </a:p>
          <a:p xmlns:a="http://schemas.openxmlformats.org/drawingml/2006/main">
            <a:r>
              <a:t>0을 평균에서 빼나요? 실제 수치 0은 포함하고 값 없음만 제외합니다.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미측정과 잘못된 입력을 합치지 않습니다.</a:t>
            </a:r>
          </a:p>
          <a:p xmlns:a="http://schemas.openxmlformats.org/drawingml/2006/main">
            <a:r>
              <a:t>예외 처리가 실제값을 복구하지는 않습니다.</a:t>
            </a:r>
          </a:p>
          <a:p xmlns:a="http://schemas.openxmlformats.org/drawingml/2006/main">
            <a:r>
              <a:t>공백 정리는 별도의 명시적 규칙이 필요합니다.</a:t>
            </a:r>
          </a:p>
          <a:p xmlns:a="http://schemas.openxmlformats.org/drawingml/2006/main">
            <a:r>
              <a:t/>
            </a:r>
          </a:p>
          <a:p xmlns:a="http://schemas.openxmlformats.org/drawingml/2006/main">
            <a:r>
              <a:t>관련 교시의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code/A13_example.py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수정 검증은 확인된 근거로 한 부분을 바꾸고 실패 사례와 기존 성공 사례를 다시 확인하는 일입니다. 오류가 사라졌는지뿐 아니라 원래 의미가 유지되는지 봅니다.</a:t>
            </a:r>
          </a:p>
          <a:p xmlns:a="http://schemas.openxmlformats.org/drawingml/2006/main">
            <a:r>
              <a:t/>
            </a:r>
          </a:p>
          <a:p xmlns:a="http://schemas.openxmlformats.org/drawingml/2006/main">
            <a:r>
              <a:t>**왜 필요한가.**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**함께 보는 예.** 지시서에서 S05의 ‘뜨거움’은 23.5로 확정되었고 S06의 51.0은 미확인입니다. 전자는 근거로 수정하고 후자는 원문 이슈로 남깁니다.</a:t>
            </a:r>
          </a:p>
          <a:p xmlns:a="http://schemas.openxmlformats.org/drawingml/2006/main">
            <a:r>
              <a:t/>
            </a:r>
          </a:p>
          <a:p xmlns:a="http://schemas.openxmlformats.org/drawingml/2006/main">
            <a:r>
              <a:t>**헷갈리는 경우.** 문제가 두 건이라고 둘 다null로 바꾸면 잘못된 숫자와 미측정을 합칩니다. 확인된 수정과 미확인 보류를 구별합니다.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확정 지시: S05 10:05는23.5℃로 확인됨.</a:t>
            </a:r>
          </a:p>
          <a:p xmlns:a="http://schemas.openxmlformats.org/drawingml/2006/main">
            <a:r>
              <a:t>미확정: S06 10:05의51.0은 실제값미확인.</a:t>
            </a:r>
          </a:p>
          <a:p xmlns:a="http://schemas.openxmlformats.org/drawingml/2006/main">
            <a:r>
              <a:t>재확인: 정상22.5 / 빈칸 / 실제0.0 / 경계50.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질문: 이슈 건수만 줄면 좋은 수정인가요?</a:t>
            </a:r>
          </a:p>
          <a:p xmlns:a="http://schemas.openxmlformats.org/drawingml/2006/main">
            <a:r>
              <a:t/>
            </a:r>
          </a:p>
          <a:p xmlns:a="http://schemas.openxmlformats.org/drawingml/2006/main">
            <a:r>
              <a:t>막혔을 때: 확정되지 않은 실제값은 추측하지 않습니다. 어느 값이 왜 미확인인지 씁니다.</a:t>
            </a:r>
          </a:p>
          <a:p xmlns:a="http://schemas.openxmlformats.org/drawingml/2006/main">
            <a:r>
              <a:t/>
            </a:r>
          </a:p>
          <a:p xmlns:a="http://schemas.openxmlformats.org/drawingml/2006/main">
            <a:r>
              <a:t>[활동 자료와 작성칸](practice-guide.md#a14--한-값-수정-뒤-같은-사례-재확인)에서 A14를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수정 검증은 확인된 근거로 한 부분을 바꾸고 실패 사례와 기존 성공 사례를 다시 확인하는 일입니다. 오류가 사라졌는지뿐 아니라 원래 의미가 유지되는지 봅니다.</a:t>
            </a:r>
          </a:p>
          <a:p xmlns:a="http://schemas.openxmlformats.org/drawingml/2006/main">
            <a:r>
              <a:t/>
            </a:r>
          </a:p>
          <a:p xmlns:a="http://schemas.openxmlformats.org/drawingml/2006/main">
            <a:r>
              <a:t>**왜 필요한가.**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**함께 보는 예.** 지시서에서 S05의 ‘뜨거움’은 23.5로 확정되었고 S06의 51.0은 미확인입니다. 전자는 근거로 수정하고 후자는 원문 이슈로 남깁니다.</a:t>
            </a:r>
          </a:p>
          <a:p xmlns:a="http://schemas.openxmlformats.org/drawingml/2006/main">
            <a:r>
              <a:t/>
            </a:r>
          </a:p>
          <a:p xmlns:a="http://schemas.openxmlformats.org/drawingml/2006/main">
            <a:r>
              <a:t>**헷갈리는 경우.** 문제가 두 건이라고 둘 다null로 바꾸면 잘못된 숫자와 미측정을 합칩니다. 확인된 수정과 미확인 보류를 구별합니다.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확정 지시: S05 10:05는23.5℃로 확인됨.</a:t>
            </a:r>
          </a:p>
          <a:p xmlns:a="http://schemas.openxmlformats.org/drawingml/2006/main">
            <a:r>
              <a:t>미확정: S06 10:05의51.0은 실제값미확인.</a:t>
            </a:r>
          </a:p>
          <a:p xmlns:a="http://schemas.openxmlformats.org/drawingml/2006/main">
            <a:r>
              <a:t>재확인: 정상22.5 / 빈칸 / 실제0.0 / 경계50.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질문: 이슈 건수만 줄면 좋은 수정인가요?</a:t>
            </a:r>
          </a:p>
          <a:p xmlns:a="http://schemas.openxmlformats.org/drawingml/2006/main">
            <a:r>
              <a:t/>
            </a:r>
          </a:p>
          <a:p xmlns:a="http://schemas.openxmlformats.org/drawingml/2006/main">
            <a:r>
              <a:t>막혔을 때: 확정되지 않은 실제값은 추측하지 않습니다. 어느 값이 왜 미확인인지 씁니다.</a:t>
            </a:r>
          </a:p>
          <a:p xmlns:a="http://schemas.openxmlformats.org/drawingml/2006/main">
            <a:r>
              <a:t/>
            </a:r>
          </a:p>
          <a:p xmlns:a="http://schemas.openxmlformats.org/drawingml/2006/main">
            <a:r>
              <a:t>[활동 자료와 작성칸](practice-guide.md#a14--한-값-수정-뒤-같은-사례-재확인)에서 A14를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핵심 질문과 해설:</a:t>
            </a:r>
          </a:p>
          <a:p xmlns:a="http://schemas.openxmlformats.org/drawingml/2006/main">
            <a:r>
              <a:t>변환 성공이 허용 성공인가요? 숫자 표현과 업무 범위·정수 조건은 별도 검사입니다.</a:t>
            </a:r>
          </a:p>
          <a:p xmlns:a="http://schemas.openxmlformats.org/drawingml/2006/main">
            <a:r>
              <a:t>범위 밖에 왜 or를 쓰나요? 아래쪽이나 위쪽 중 하나만 벗어나도 거부해야 하기 때문입니다.</a:t>
            </a:r>
          </a:p>
          <a:p xmlns:a="http://schemas.openxmlformats.org/drawingml/2006/main">
            <a:r>
              <a:t>통과가 실제 정확성을 뜻하나요? 입력 규칙에 맞았다는 뜻이며 실제 측정·기록 정확성은 따로 확인합니다.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변환 통과와 범위 통과는 다릅니다.</a:t>
            </a:r>
          </a:p>
          <a:p xmlns:a="http://schemas.openxmlformats.org/drawingml/2006/main">
            <a:r>
              <a:t>범위 통과가 실제 센서 정확성을 뜻하지 않습니다.</a:t>
            </a:r>
          </a:p>
          <a:p xmlns:a="http://schemas.openxmlformats.org/drawingml/2006/main">
            <a:r>
              <a:t>전체=수락+이슈 관계로 검산합니다.</a:t>
            </a:r>
          </a:p>
          <a:p xmlns:a="http://schemas.openxmlformats.org/drawingml/2006/main">
            <a:r>
              <a:t/>
            </a:r>
          </a:p>
          <a:p xmlns:a="http://schemas.openxmlformats.org/drawingml/2006/main">
            <a:r>
              <a:t>관련 교시의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A16 로그 검사기 전체 원문 40줄을 노트에 보존합니다. 강사는 실제 파일에서 각 책임 구간을 가리킵니다. 긴 프로그램을 작은 글자로 한 화면에 압축하지 않습니다.</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검사기는 서로 다른 입력 집합으로 확인합니다. 헤더만 있는 파일, 전부 미측정인 파일, 숫자 오류가 있는 파일은 다른 경계 상황입니다.</a:t>
            </a:r>
          </a:p>
          <a:p xmlns:a="http://schemas.openxmlformats.org/drawingml/2006/main">
            <a:r>
              <a:t/>
            </a:r>
          </a:p>
          <a:p xmlns:a="http://schemas.openxmlformats.org/drawingml/2006/main">
            <a:r>
              <a:t>**왜 필요한가.**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**함께 보는 예.** empty_readings.csv는 데이터 0건, missing_readings.csv는 미측정 2건입니다. 둘 다 평균 None이지만 입력수와 미측정수는 다릅니다.</a:t>
            </a:r>
          </a:p>
          <a:p xmlns:a="http://schemas.openxmlformats.org/drawingml/2006/main">
            <a:r>
              <a:t/>
            </a:r>
          </a:p>
          <a:p xmlns:a="http://schemas.openxmlformats.org/drawingml/2006/main">
            <a:r>
              <a:t>**헷갈리는 경우.** None이면 모두 실패라고 판정하지 않습니다. 입력 조건에 따라 의도한 결과일 수 있습니다. 어떤 파일로 무엇을 확인했는지 기록합니다.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readings.csv4건 / bad_readings.csv6건 / empty_readings.csv헤더만 / missing_readings.csv미측정2건.</a:t>
            </a:r>
          </a:p>
          <a:p xmlns:a="http://schemas.openxmlformats.org/drawingml/2006/main">
            <a:r>
              <a:t>work/A16_log_checker.py 안 source 줄의 따옴표 속 CSV 이름만 바꿉니다. .py 이름은 유지합니다.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질문: 수치가 없을 때 평균 0을 쓰면 어떤 오해가 생기나요?</a:t>
            </a:r>
          </a:p>
          <a:p xmlns:a="http://schemas.openxmlformats.org/drawingml/2006/main">
            <a:r>
              <a:t/>
            </a:r>
          </a:p>
          <a:p xmlns:a="http://schemas.openxmlformats.org/drawingml/2006/main">
            <a:r>
              <a:t>막혔을 때: 이전 실행 결과 파일을 새 결과로 혼동하지 않도록 입력명·저장·실행 경로를 확인합니다.</a:t>
            </a:r>
          </a:p>
          <a:p xmlns:a="http://schemas.openxmlformats.org/drawingml/2006/main">
            <a:r>
              <a:t/>
            </a:r>
          </a:p>
          <a:p xmlns:a="http://schemas.openxmlformats.org/drawingml/2006/main">
            <a:r>
              <a:t>[활동 자료와 작성칸](practice-guide.md#a17--정상빈-입력잘못된-입력-비교)에서 A17를 엽니다.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검사기는 서로 다른 입력 집합으로 확인합니다. 헤더만 있는 파일, 전부 미측정인 파일, 숫자 오류가 있는 파일은 다른 경계 상황입니다.</a:t>
            </a:r>
          </a:p>
          <a:p xmlns:a="http://schemas.openxmlformats.org/drawingml/2006/main">
            <a:r>
              <a:t/>
            </a:r>
          </a:p>
          <a:p xmlns:a="http://schemas.openxmlformats.org/drawingml/2006/main">
            <a:r>
              <a:t>**왜 필요한가.**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**함께 보는 예.** empty_readings.csv는 데이터 0건, missing_readings.csv는 미측정 2건입니다. 둘 다 평균 None이지만 입력수와 미측정수는 다릅니다.</a:t>
            </a:r>
          </a:p>
          <a:p xmlns:a="http://schemas.openxmlformats.org/drawingml/2006/main">
            <a:r>
              <a:t/>
            </a:r>
          </a:p>
          <a:p xmlns:a="http://schemas.openxmlformats.org/drawingml/2006/main">
            <a:r>
              <a:t>**헷갈리는 경우.** None이면 모두 실패라고 판정하지 않습니다. 입력 조건에 따라 의도한 결과일 수 있습니다. 어떤 파일로 무엇을 확인했는지 기록합니다.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readings.csv4건 / bad_readings.csv6건 / empty_readings.csv헤더만 / missing_readings.csv미측정2건.</a:t>
            </a:r>
          </a:p>
          <a:p xmlns:a="http://schemas.openxmlformats.org/drawingml/2006/main">
            <a:r>
              <a:t>work/A16_log_checker.py 안 source 줄의 따옴표 속 CSV 이름만 바꿉니다. .py 이름은 유지합니다.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질문: 수치가 없을 때 평균 0을 쓰면 어떤 오해가 생기나요?</a:t>
            </a:r>
          </a:p>
          <a:p xmlns:a="http://schemas.openxmlformats.org/drawingml/2006/main">
            <a:r>
              <a:t/>
            </a:r>
          </a:p>
          <a:p xmlns:a="http://schemas.openxmlformats.org/drawingml/2006/main">
            <a:r>
              <a:t>막혔을 때: 이전 실행 결과 파일을 새 결과로 혼동하지 않도록 입력명·저장·실행 경로를 확인합니다.</a:t>
            </a:r>
          </a:p>
          <a:p xmlns:a="http://schemas.openxmlformats.org/drawingml/2006/main">
            <a:r>
              <a:t/>
            </a:r>
          </a:p>
          <a:p xmlns:a="http://schemas.openxmlformats.org/drawingml/2006/main">
            <a:r>
              <a:t>[활동 자료와 작성칸](practice-guide.md#a17--정상빈-입력잘못된-입력-비교)에서 A17를 엽니다.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사용 안내는 다음 사람이 같은 입력으로 같은 결과를 확인할 수 있도록 쓰는 문서입니다. 파일·명령·기대 결과·이슈의 뜻·미확인 범위를 함께 전달합니다.</a:t>
            </a:r>
          </a:p>
          <a:p xmlns:a="http://schemas.openxmlformats.org/drawingml/2006/main">
            <a:r>
              <a:t/>
            </a:r>
          </a:p>
          <a:p xmlns:a="http://schemas.openxmlformats.org/drawingml/2006/main">
            <a:r>
              <a:t>**왜 필요한가.**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**함께 보는 예.** 안내에는 course의 실행 명령, source가 읽는 입력명, work 결과 두 개, 이슈 원문을 확인하는 방법을 씁니다. 확정 근거가 있으면 작업 사본만 고치고 재확인합니다.</a:t>
            </a:r>
          </a:p>
          <a:p xmlns:a="http://schemas.openxmlformats.org/drawingml/2006/main">
            <a:r>
              <a:t/>
            </a:r>
          </a:p>
          <a:p xmlns:a="http://schemas.openxmlformats.org/drawingml/2006/main">
            <a:r>
              <a:t>**헷갈리는 경우.** 모든 필드를 검사하거나 실제 센서 정확도를 보장한다고 주장하지 않습니다. 오늘은 로컬 합성 파일의 처리이며 외부 서비스로 전송하지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작성칸: 목적 / 필요한 파일 / 명령 / 입력 선택 / 결과 위치 / 이슈 해석 / 수정 근거 / 미확인 범위.</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경로와 계약을 보완합니다.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질문: 이슈 0건이라는 결과만 남기면 무엇이 부족한가요?</a:t>
            </a:r>
          </a:p>
          <a:p xmlns:a="http://schemas.openxmlformats.org/drawingml/2006/main">
            <a:r>
              <a:t/>
            </a:r>
          </a:p>
          <a:p xmlns:a="http://schemas.openxmlformats.org/drawingml/2006/main">
            <a:r>
              <a:t>막혔을 때: 처음 실행 순서와 오류 확인 순서를 나눠 씁니다. 미확인 사실을 확정하지 않습니다.</a:t>
            </a:r>
          </a:p>
          <a:p xmlns:a="http://schemas.openxmlformats.org/drawingml/2006/main">
            <a:r>
              <a:t/>
            </a:r>
          </a:p>
          <a:p xmlns:a="http://schemas.openxmlformats.org/drawingml/2006/main">
            <a:r>
              <a:t>[활동 자료와 작성칸](practice-guide.md#a18--검사기-사용-안내와-근거-전달)에서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[controlflow.html](https://docs.python.org/3/tutorial/controlflow.html)</a:t>
            </a:r>
          </a:p>
          <a:p xmlns:a="http://schemas.openxmlformats.org/drawingml/2006/main">
            <a:r>
              <a:t>- [inputoutput.html](https://docs.python.org/3/tutorial/inputoutput.html)</a:t>
            </a:r>
          </a:p>
          <a:p xmlns:a="http://schemas.openxmlformats.org/drawingml/2006/main">
            <a:r>
              <a:t>- [errors.html](https://docs.python.org/3/tutorial/errors.html)</a:t>
            </a:r>
          </a:p>
          <a:p xmlns:a="http://schemas.openxmlformats.org/drawingml/2006/main">
            <a:r>
              <a:t>- [csv.html](https://docs.python.org/3/library/csv.html)</a:t>
            </a:r>
          </a:p>
          <a:p xmlns:a="http://schemas.openxmlformats.org/drawingml/2006/main">
            <a:r>
              <a:t>- [json.html](https://docs.python.org/3/library/json.html)</a:t>
            </a:r>
          </a:p>
          <a:p xmlns:a="http://schemas.openxmlformats.org/drawingml/2006/main">
            <a:r>
              <a:t>- [pathlib.html](https://docs.python.org/3/library/pathlib.html)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핵심 질문과 해설:</a:t>
            </a:r>
          </a:p>
          <a:p xmlns:a="http://schemas.openxmlformats.org/drawingml/2006/main">
            <a:r>
              <a:t>수락 건수는 수치 건수인가요? 이 검사기에서는 수치와 미측정을 합하므로 결과 계약을 읽습니다.</a:t>
            </a:r>
          </a:p>
          <a:p xmlns:a="http://schemas.openxmlformats.org/drawingml/2006/main">
            <a:r>
              <a:t>continue가 필요한 이유는? 이슈로 분류한 행을 정상 처리로 보내지 않고 다음 행으로 넘어갑니다.</a:t>
            </a:r>
          </a:p>
          <a:p xmlns:a="http://schemas.openxmlformats.org/drawingml/2006/main">
            <a:r>
              <a:t>평균 None과 0은 같은가요? None은 계산할 수치가 없음이며 0은 실제 수치 평균이 0이라는 값입니다.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사용 안내는 다음 사람이 같은 입력으로 같은 결과를 확인할 수 있도록 쓰는 문서입니다. 파일·명령·기대 결과·이슈의 뜻·미확인 범위를 함께 전달합니다.</a:t>
            </a:r>
          </a:p>
          <a:p xmlns:a="http://schemas.openxmlformats.org/drawingml/2006/main">
            <a:r>
              <a:t/>
            </a:r>
          </a:p>
          <a:p xmlns:a="http://schemas.openxmlformats.org/drawingml/2006/main">
            <a:r>
              <a:t>**왜 필요한가.**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**함께 보는 예.** 안내에는 course의 실행 명령, source가 읽는 입력명, work 결과 두 개, 이슈 원문을 확인하는 방법을 씁니다. 확정 근거가 있으면 작업 사본만 고치고 재확인합니다.</a:t>
            </a:r>
          </a:p>
          <a:p xmlns:a="http://schemas.openxmlformats.org/drawingml/2006/main">
            <a:r>
              <a:t/>
            </a:r>
          </a:p>
          <a:p xmlns:a="http://schemas.openxmlformats.org/drawingml/2006/main">
            <a:r>
              <a:t>**헷갈리는 경우.** 모든 필드를 검사하거나 실제 센서 정확도를 보장한다고 주장하지 않습니다. 오늘은 로컬 합성 파일의 처리이며 외부 서비스로 전송하지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작성칸: 목적 / 필요한 파일 / 명령 / 입력 선택 / 결과 위치 / 이슈 해석 / 수정 근거 / 미확인 범위.</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경로와 계약을 보완합니다.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질문: 이슈 0건이라는 결과만 남기면 무엇이 부족한가요?</a:t>
            </a:r>
          </a:p>
          <a:p xmlns:a="http://schemas.openxmlformats.org/drawingml/2006/main">
            <a:r>
              <a:t/>
            </a:r>
          </a:p>
          <a:p xmlns:a="http://schemas.openxmlformats.org/drawingml/2006/main">
            <a:r>
              <a:t>막혔을 때: 처음 실행 순서와 오류 확인 순서를 나눠 씁니다. 미확인 사실을 확정하지 않습니다.</a:t>
            </a:r>
          </a:p>
          <a:p xmlns:a="http://schemas.openxmlformats.org/drawingml/2006/main">
            <a:r>
              <a:t/>
            </a:r>
          </a:p>
          <a:p xmlns:a="http://schemas.openxmlformats.org/drawingml/2006/main">
            <a:r>
              <a:t>[활동 자료와 작성칸](practice-guide.md#a18--검사기-사용-안내와-근거-전달)에서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[controlflow.html](https://docs.python.org/3/tutorial/controlflow.html)</a:t>
            </a:r>
          </a:p>
          <a:p xmlns:a="http://schemas.openxmlformats.org/drawingml/2006/main">
            <a:r>
              <a:t>- [inputoutput.html](https://docs.python.org/3/tutorial/inputoutput.html)</a:t>
            </a:r>
          </a:p>
          <a:p xmlns:a="http://schemas.openxmlformats.org/drawingml/2006/main">
            <a:r>
              <a:t>- [errors.html](https://docs.python.org/3/tutorial/errors.html)</a:t>
            </a:r>
          </a:p>
          <a:p xmlns:a="http://schemas.openxmlformats.org/drawingml/2006/main">
            <a:r>
              <a:t>- [csv.html](https://docs.python.org/3/library/csv.html)</a:t>
            </a:r>
          </a:p>
          <a:p xmlns:a="http://schemas.openxmlformats.org/drawingml/2006/main">
            <a:r>
              <a:t>- [json.html](https://docs.python.org/3/library/json.html)</a:t>
            </a:r>
          </a:p>
          <a:p xmlns:a="http://schemas.openxmlformats.org/drawingml/2006/main">
            <a:r>
              <a:t>- [pathlib.html](https://docs.python.org/3/library/pathlib.html)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수락 건수는 숫자 건수와 다릅니다.</a:t>
            </a:r>
          </a:p>
          <a:p xmlns:a="http://schemas.openxmlformats.org/drawingml/2006/main">
            <a:r>
              <a:t>평균 없음과 실제 평균 0을 구별합니다.</a:t>
            </a:r>
          </a:p>
          <a:p xmlns:a="http://schemas.openxmlformats.org/drawingml/2006/main">
            <a:r>
              <a:t>파일명과 실행 범위를 함께 보고합니다.</a:t>
            </a:r>
          </a:p>
          <a:p xmlns:a="http://schemas.openxmlformats.org/drawingml/2006/main">
            <a:r>
              <a:t/>
            </a:r>
          </a:p>
          <a:p xmlns:a="http://schemas.openxmlformats.org/drawingml/2006/main">
            <a:r>
              <a:t>관련 교시의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확인과 평가</a:t>
            </a:r>
          </a:p>
          <a:p xmlns:a="http://schemas.openxmlformats.org/drawingml/2006/main">
            <a:r>
              <a:t/>
            </a:r>
          </a:p>
          <a:p xmlns:a="http://schemas.openxmlformats.org/drawingml/2006/main">
            <a:r>
              <a:t>**18활동의 작성·예상·실제 확인을 분리해 봅니다. 속도나 설치 성공만 평가하지 않습니다.**</a:t>
            </a:r>
          </a:p>
          <a:p xmlns:a="http://schemas.openxmlformats.org/drawingml/2006/main">
            <a:r>
              <a:t/>
            </a:r>
          </a:p>
          <a:p xmlns:a="http://schemas.openxmlformats.org/drawingml/2006/main">
            <a:r>
              <a:t>| 기준 | 확인할 증거 | 보완이 필요한 경우 |</a:t>
            </a:r>
          </a:p>
          <a:p xmlns:a="http://schemas.openxmlformats.org/drawingml/2006/main">
            <a:r>
              <a:t>| --- | --- | --- |</a:t>
            </a:r>
          </a:p>
          <a:p xmlns:a="http://schemas.openxmlformats.org/drawingml/2006/main">
            <a:r>
              <a:t>| 개념 | 입력·처리·출력 또는 변경 단계의 역할 설명 | 결과 이름만 외우고 근거를 말하지 못함 |</a:t>
            </a:r>
          </a:p>
          <a:p xmlns:a="http://schemas.openxmlformats.org/drawingml/2006/main">
            <a:r>
              <a:t>| 수정 | 지정한 위치와 변경 전후를 연결 | 여러 곳을 바꾸어 원인을 설명하지 못함 |</a:t>
            </a:r>
          </a:p>
          <a:p xmlns:a="http://schemas.openxmlformats.org/drawingml/2006/main">
            <a:r>
              <a:t>| 확인 | 정상·경계·오류 사례의 예상과 실제 구별 | 실행 성공을 내용 정확성으로 단정 |</a:t>
            </a:r>
          </a:p>
          <a:p xmlns:a="http://schemas.openxmlformats.org/drawingml/2006/main">
            <a:r>
              <a:t>| 전달 | 파일·명령·결과·남은 질문을 재현 가능하게 기록 | 어느 파일을 사용했는지 불명확 |</a:t>
            </a:r>
          </a:p>
          <a:p xmlns:a="http://schemas.openxmlformats.org/drawingml/2006/main">
            <a:r>
              <a:t/>
            </a:r>
          </a:p>
          <a:p xmlns:a="http://schemas.openxmlformats.org/drawingml/2006/main">
            <a:r>
              <a:t>각 기준은 ‘독립 설명 가능 / 힌트 후 가능 / 다시 연습’으로 기록합니다. 개인 실행 여부는 별도 체크하며 미실행을 실패한 개념 이해로 간주하지 않습니다.</a:t>
            </a:r>
          </a:p>
          <a:p xmlns:a="http://schemas.openxmlformats.org/drawingml/2006/main">
            <a:r>
              <a:t/>
            </a:r>
          </a:p>
          <a:p xmlns:a="http://schemas.openxmlformats.org/drawingml/2006/main">
            <a:r>
              <a:t>## 구간별 확인 질문</a:t>
            </a:r>
          </a:p>
          <a:p xmlns:a="http://schemas.openxmlformats.org/drawingml/2006/main">
            <a:r>
              <a:t/>
            </a:r>
          </a:p>
          <a:p xmlns:a="http://schemas.openxmlformats.org/drawingml/2006/main">
            <a:r>
              <a:t>1. value는 모든 호출에서 같은 값을 뜻하나요?</a:t>
            </a:r>
          </a:p>
          <a:p xmlns:a="http://schemas.openxmlformats.org/drawingml/2006/main">
            <a:r>
              <a:t>2. 20과 30만 확인하면 놓칠 수 있는 실수는 무엇인가요?</a:t>
            </a:r>
          </a:p>
          <a:p xmlns:a="http://schemas.openxmlformats.org/drawingml/2006/main">
            <a:r>
              <a:t>3. print와 write_text는 같은 행동인가요?</a:t>
            </a:r>
          </a:p>
          <a:p xmlns:a="http://schemas.openxmlformats.org/drawingml/2006/main">
            <a:r>
              <a:t>4. except를 실행하면 실제 온도를 알아낸 것인가요?</a:t>
            </a:r>
          </a:p>
          <a:p xmlns:a="http://schemas.openxmlformats.org/drawingml/2006/main">
            <a:r>
              <a:t>5. 미측정도 분모에 넣어 4로 나누면 무엇이 바뀌나요?</a:t>
            </a:r>
          </a:p>
          <a:p xmlns:a="http://schemas.openxmlformats.org/drawingml/2006/main">
            <a:r>
              <a:t>6. 이슈 0건이라는 결과만 남기면 무엇이 부족한가요?</a:t>
            </a:r>
          </a:p>
          <a:p xmlns:a="http://schemas.openxmlformats.org/drawingml/2006/main">
            <a:r>
              <a:t/>
            </a:r>
          </a:p>
          <a:p xmlns:a="http://schemas.openxmlformats.org/drawingml/2006/main">
            <a:r>
              <a:t>## 제출</a:t>
            </a:r>
          </a:p>
          <a:p xmlns:a="http://schemas.openxmlformats.org/drawingml/2006/main">
            <a:r>
              <a:t/>
            </a:r>
          </a:p>
          <a:p xmlns:a="http://schemas.openxmlformats.org/drawingml/2006/main">
            <a:r>
              <a:t>work의 활동 노트와 수정 파일, 마지막 종합 작업, 확인한 명령·출력 또는 수동 추적 기록을 제출합니다. 기관 제출 위치는 미확인입니다. 정답 폴더를 학생 결과에 복사하지 않습니다.</a:t>
            </a:r>
          </a:p>
          <a:p xmlns:a="http://schemas.openxmlformats.org/drawingml/2006/main">
            <a:r>
              <a:t/>
            </a:r>
          </a:p>
          <a:p xmlns:a="http://schemas.openxmlformats.org/drawingml/2006/main">
            <a:r>
              <a:t/>
            </a:r>
          </a:p>
          <a:p xmlns:a="http://schemas.openxmlformats.org/drawingml/2006/main">
            <a:r>
              <a:t>## 2026-10-05 보강 · 새 사례 전이 문제</a:t>
            </a:r>
          </a:p>
          <a:p xmlns:a="http://schemas.openxmlformats.org/drawingml/2006/main">
            <a:r>
              <a:t/>
            </a:r>
          </a:p>
          <a:p xmlns:a="http://schemas.openxmlformats.org/drawingml/2006/main">
            <a:r>
              <a:t>기존 평가를 보존합니다. 아래 여섯 문제는 복습·도전용이며 설치 성공과 개념 이해를 구별해 평가합니다. 답을 먼저 읽지 말고 근거와 예상값을 기록합니다.</a:t>
            </a:r>
          </a:p>
          <a:p xmlns:a="http://schemas.openxmlformats.org/drawingml/2006/main">
            <a:r>
              <a:t/>
            </a:r>
          </a:p>
          <a:p xmlns:a="http://schemas.openxmlformats.org/drawingml/2006/main">
            <a:r>
              <a:t>### 문제 1 · 작업의 입력·처리·결과를 함수 계약으로 쓰기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**정답·해설:** 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문제 2 · 화면 표시와 다음 계산의 반환값 구별하기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**정답·해설:** 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문제 3 · 읽은 텍스트에서 값으로, 값에서 저장 파일로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**정답·해설:** 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문제 4 · 미측정·잘못된 글자·실제 0의 세 갈래</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**정답·해설:** 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문제 5 · 허용 범위의 바깥과 경계를 검사하기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**정답·해설:** 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문제 6 · 분류 건수와 평균 분모를 보존하기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**정답·해설:** 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D:\KDigital_PhysicalAI\outputs\2026-10-15\assessment.md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 함수와 파일 검사</a:t>
            </a:r>
          </a:p>
          <a:p xmlns:a="http://schemas.openxmlformats.org/drawingml/2006/main">
            <a:r>
              <a:t/>
            </a:r>
          </a:p>
          <a:p xmlns:a="http://schemas.openxmlformats.org/drawingml/2006/main">
            <a:r>
              <a:t>2026-10-15 · Python 심화</a:t>
            </a:r>
          </a:p>
          <a:p xmlns:a="http://schemas.openxmlformats.org/drawingml/2006/main">
            <a:r>
              <a:t/>
            </a:r>
          </a:p>
          <a:p xmlns:a="http://schemas.openxmlformats.org/drawingml/2006/main">
            <a:r>
              <a:t>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**50분씩 6교시의 필수 경로로 운영하며 실제 학습자 리허설 전입니다.** 원본을 보존하고 work의 지정한 부분을 수정합니다. 계정이나 실제 장비 없이 합성 자료로 진행합니다.</a:t>
            </a:r>
          </a:p>
          <a:p xmlns:a="http://schemas.openxmlformats.org/drawingml/2006/main">
            <a:r>
              <a:t/>
            </a:r>
          </a:p>
          <a:p xmlns:a="http://schemas.openxmlformats.org/drawingml/2006/main">
            <a:r>
              <a:t>현재 실행 명령 예시는 course 폴더 기준입니다. Windows PowerShell과 다른 OS에서는 파일을 찾고 저장하는 화면이 다를 수 있습니다. 설치는 강사가 확인하며, 실행할 수 없을 때는 동일 입력으로 예상·수동 추적을 작성합니다.</a:t>
            </a:r>
          </a:p>
          <a:p xmlns:a="http://schemas.openxmlformats.org/drawingml/2006/main">
            <a:r>
              <a:t/>
            </a:r>
          </a:p>
          <a:p xmlns:a="http://schemas.openxmlformats.org/drawingml/2006/main">
            <a:r>
              <a:t>## A01 · 같은 업무를 함수로 묶는 이유</a:t>
            </a:r>
          </a:p>
          <a:p xmlns:a="http://schemas.openxmlformats.org/drawingml/2006/main">
            <a:r>
              <a:t/>
            </a:r>
          </a:p>
          <a:p xmlns:a="http://schemas.openxmlformats.org/drawingml/2006/main">
            <a:r>
              <a:t>**목적:**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[A01_input.md](examples/course/data/A01_input.md)</a:t>
            </a:r>
          </a:p>
          <a:p xmlns:a="http://schemas.openxmlformats.org/drawingml/2006/main">
            <a:r>
              <a:t>- [A01_notes.md](examples/course/work/A01_notes.md)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방법:** 줄 수가 짧으면 함수가 필요 없다고 단정할 수 있나요?</a:t>
            </a:r>
          </a:p>
          <a:p xmlns:a="http://schemas.openxmlformats.org/drawingml/2006/main">
            <a:r>
              <a:t/>
            </a:r>
          </a:p>
          <a:p xmlns:a="http://schemas.openxmlformats.org/drawingml/2006/main">
            <a:r>
              <a:t>**오류 해결:** 입력 카드 한 장을 받고 상태 카드 한 장을 돌려주는 역할극으로 그립니다.</a:t>
            </a:r>
          </a:p>
          <a:p xmlns:a="http://schemas.openxmlformats.org/drawingml/2006/main">
            <a:r>
              <a:t/>
            </a:r>
          </a:p>
          <a:p xmlns:a="http://schemas.openxmlformats.org/drawingml/2006/main">
            <a:r>
              <a:t>## A02 · def로 정의하고 이름으로 호출하기</a:t>
            </a:r>
          </a:p>
          <a:p xmlns:a="http://schemas.openxmlformats.org/drawingml/2006/main">
            <a:r>
              <a:t/>
            </a:r>
          </a:p>
          <a:p xmlns:a="http://schemas.openxmlformats.org/drawingml/2006/main">
            <a:r>
              <a:t>**목적:**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[A02_input.md](examples/course/data/A02_input.md)</a:t>
            </a:r>
          </a:p>
          <a:p xmlns:a="http://schemas.openxmlformats.org/drawingml/2006/main">
            <a:r>
              <a:t>- [A02_example.py](examples/course/code/A02_example.py)</a:t>
            </a:r>
          </a:p>
          <a:p xmlns:a="http://schemas.openxmlformats.org/drawingml/2006/main">
            <a:r>
              <a:t>- [A02_notes.md](examples/course/work/A02_notes.md)</a:t>
            </a:r>
          </a:p>
          <a:p xmlns:a="http://schemas.openxmlformats.org/drawingml/2006/main">
            <a:r>
              <a:t>- [A02_example.py](examples/course/work/A02_example.py)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방법:** 정의만 하고 호출하지 않으면 본문 출력은 나오나요?</a:t>
            </a:r>
          </a:p>
          <a:p xmlns:a="http://schemas.openxmlformats.org/drawingml/2006/main">
            <a:r>
              <a:t/>
            </a:r>
          </a:p>
          <a:p xmlns:a="http://schemas.openxmlformats.org/drawingml/2006/main">
            <a:r>
              <a:t>**오류 해결:** 본문 출력이 예상과 다르면 print가 함수 안에 들여써져 있는지 확인합니다.</a:t>
            </a:r>
          </a:p>
          <a:p xmlns:a="http://schemas.openxmlformats.org/drawingml/2006/main">
            <a:r>
              <a:t/>
            </a:r>
          </a:p>
          <a:p xmlns:a="http://schemas.openxmlformats.org/drawingml/2006/main">
            <a:r>
              <a:t>## A03 · 매개변수와 실제 인자</a:t>
            </a:r>
          </a:p>
          <a:p xmlns:a="http://schemas.openxmlformats.org/drawingml/2006/main">
            <a:r>
              <a:t/>
            </a:r>
          </a:p>
          <a:p xmlns:a="http://schemas.openxmlformats.org/drawingml/2006/main">
            <a:r>
              <a:t>**목적:**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[A03_input.md](examples/course/data/A03_input.md)</a:t>
            </a:r>
          </a:p>
          <a:p xmlns:a="http://schemas.openxmlformats.org/drawingml/2006/main">
            <a:r>
              <a:t>- [A03_example.py](examples/course/code/A03_example.py)</a:t>
            </a:r>
          </a:p>
          <a:p xmlns:a="http://schemas.openxmlformats.org/drawingml/2006/main">
            <a:r>
              <a:t>- [A03_notes.md](examples/course/work/A03_notes.md)</a:t>
            </a:r>
          </a:p>
          <a:p xmlns:a="http://schemas.openxmlformats.org/drawingml/2006/main">
            <a:r>
              <a:t>- [A03_example.py](examples/course/work/A03_example.py)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방법:** value는 모든 호출에서 같은 값을 뜻하나요?</a:t>
            </a:r>
          </a:p>
          <a:p xmlns:a="http://schemas.openxmlformats.org/drawingml/2006/main">
            <a:r>
              <a:t/>
            </a:r>
          </a:p>
          <a:p xmlns:a="http://schemas.openxmlformats.org/drawingml/2006/main">
            <a:r>
              <a:t>**오류 해결:** 받을 값 개수와 전달한 값 개수·순서를 비교합니다.</a:t>
            </a:r>
          </a:p>
          <a:p xmlns:a="http://schemas.openxmlformats.org/drawingml/2006/main">
            <a:r>
              <a:t/>
            </a:r>
          </a:p>
          <a:p xmlns:a="http://schemas.openxmlformats.org/drawingml/2006/main">
            <a:r>
              <a:t>## A04 · print와 return의 차이</a:t>
            </a:r>
          </a:p>
          <a:p xmlns:a="http://schemas.openxmlformats.org/drawingml/2006/main">
            <a:r>
              <a:t/>
            </a:r>
          </a:p>
          <a:p xmlns:a="http://schemas.openxmlformats.org/drawingml/2006/main">
            <a:r>
              <a:t>**목적:**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[A04_input.md](examples/course/data/A04_input.md)</a:t>
            </a:r>
          </a:p>
          <a:p xmlns:a="http://schemas.openxmlformats.org/drawingml/2006/main">
            <a:r>
              <a:t>- [A04_example.py](examples/course/code/A04_example.py)</a:t>
            </a:r>
          </a:p>
          <a:p xmlns:a="http://schemas.openxmlformats.org/drawingml/2006/main">
            <a:r>
              <a:t>- [A04_notes.md](examples/course/work/A04_notes.md)</a:t>
            </a:r>
          </a:p>
          <a:p xmlns:a="http://schemas.openxmlformats.org/drawingml/2006/main">
            <a:r>
              <a:t>- [A04_example.py](examples/course/work/A04_example.py)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방법:** 화면에 보인 값은 언제나 같은 함수의 반환값인가요?</a:t>
            </a:r>
          </a:p>
          <a:p xmlns:a="http://schemas.openxmlformats.org/drawingml/2006/main">
            <a:r>
              <a:t/>
            </a:r>
          </a:p>
          <a:p xmlns:a="http://schemas.openxmlformats.org/drawingml/2006/main">
            <a:r>
              <a:t>**오류 해결:** None이 보이면 return이 있는지, 특정 경로에서 반환 없이 끝나는지 확인합니다.</a:t>
            </a:r>
          </a:p>
          <a:p xmlns:a="http://schemas.openxmlformats.org/drawingml/2006/main">
            <a:r>
              <a:t/>
            </a:r>
          </a:p>
          <a:p xmlns:a="http://schemas.openxmlformats.org/drawingml/2006/main">
            <a:r>
              <a:t>## A05 · 조건을 담은 상태 함수</a:t>
            </a:r>
          </a:p>
          <a:p xmlns:a="http://schemas.openxmlformats.org/drawingml/2006/main">
            <a:r>
              <a:t/>
            </a:r>
          </a:p>
          <a:p xmlns:a="http://schemas.openxmlformats.org/drawingml/2006/main">
            <a:r>
              <a:t>**목적:** 상태 규칙과 출력 위치를 나누면 같은 결과를 화면이나 파일에 사용할 수 있습니다. 함수가 입력 자체를 수정하는지 결과만 만드는지도 계약으로 구별합니다.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[A05_input.md](examples/course/data/A05_input.md)</a:t>
            </a:r>
          </a:p>
          <a:p xmlns:a="http://schemas.openxmlformats.org/drawingml/2006/main">
            <a:r>
              <a:t>- [A05_example.py](examples/course/code/A05_example.py)</a:t>
            </a:r>
          </a:p>
          <a:p xmlns:a="http://schemas.openxmlformats.org/drawingml/2006/main">
            <a:r>
              <a:t>- [A05_notes.md](examples/course/work/A05_notes.md)</a:t>
            </a:r>
          </a:p>
          <a:p xmlns:a="http://schemas.openxmlformats.org/drawingml/2006/main">
            <a:r>
              <a:t>- [A05_example.py](examples/course/work/A05_example.py)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방법:** return 뒤의 코드를 같은 호출이 모두 실행하나요?</a:t>
            </a:r>
          </a:p>
          <a:p xmlns:a="http://schemas.openxmlformats.org/drawingml/2006/main">
            <a:r>
              <a:t/>
            </a:r>
          </a:p>
          <a:p xmlns:a="http://schemas.openxmlformats.org/drawingml/2006/main">
            <a:r>
              <a:t>**오류 해결:** 미측정 오류는 숫자 비교보다 None 검사가 앞인지 확인합니다.</a:t>
            </a:r>
          </a:p>
          <a:p xmlns:a="http://schemas.openxmlformats.org/drawingml/2006/main">
            <a:r>
              <a:t/>
            </a:r>
          </a:p>
          <a:p xmlns:a="http://schemas.openxmlformats.org/drawingml/2006/main">
            <a:r>
              <a:t>## A06 · 예상 사례표로 함수 확인하기</a:t>
            </a:r>
          </a:p>
          <a:p xmlns:a="http://schemas.openxmlformats.org/drawingml/2006/main">
            <a:r>
              <a:t/>
            </a:r>
          </a:p>
          <a:p xmlns:a="http://schemas.openxmlformats.org/drawingml/2006/main">
            <a:r>
              <a:t>**목적:**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[A06_input.md](examples/course/data/A06_input.md)</a:t>
            </a:r>
          </a:p>
          <a:p xmlns:a="http://schemas.openxmlformats.org/drawingml/2006/main">
            <a:r>
              <a:t>- [A06_notes.md](examples/course/work/A06_notes.md)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방법:** 20과 30만 확인하면 놓칠 수 있는 실수는 무엇인가요?</a:t>
            </a:r>
          </a:p>
          <a:p xmlns:a="http://schemas.openxmlformats.org/drawingml/2006/main">
            <a:r>
              <a:t/>
            </a:r>
          </a:p>
          <a:p xmlns:a="http://schemas.openxmlformats.org/drawingml/2006/main">
            <a:r>
              <a:t>**오류 해결:** 기대값이 애매하면 코드 대신 초과라는 업무 문구를 먼저 읽습니다.</a:t>
            </a:r>
          </a:p>
          <a:p xmlns:a="http://schemas.openxmlformats.org/drawingml/2006/main">
            <a:r>
              <a:t/>
            </a:r>
          </a:p>
          <a:p xmlns:a="http://schemas.openxmlformats.org/drawingml/2006/main">
            <a:r>
              <a:t>## A07 · 파일 경로와 텍스트 읽기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[notice.txt](examples/course/data/notice.txt)</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**목적:**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방법:** data만 다른 곳으로 옮겨도 자동으로 찾나요?</a:t>
            </a:r>
          </a:p>
          <a:p xmlns:a="http://schemas.openxmlformats.org/drawingml/2006/main">
            <a:r>
              <a:t/>
            </a:r>
          </a:p>
          <a:p xmlns:a="http://schemas.openxmlformats.org/drawingml/2006/main">
            <a:r>
              <a:t>**오류 해결:** 압축 안에서 열었는지, 확장자가 두 번 붙었는지, course의 배치가 유지됐는지 확인합니다.</a:t>
            </a:r>
          </a:p>
          <a:p xmlns:a="http://schemas.openxmlformats.org/drawingml/2006/main">
            <a:r>
              <a:t/>
            </a:r>
          </a:p>
          <a:p xmlns:a="http://schemas.openxmlformats.org/drawingml/2006/main">
            <a:r>
              <a:t>## A08 · CSV를 이름표가 있는 행으로 읽기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[readings.csv](examples/course/data/readings.csv)</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**목적:**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방법:** 빈 셀은 자동으로 None이 되나요?</a:t>
            </a:r>
          </a:p>
          <a:p xmlns:a="http://schemas.openxmlformats.org/drawingml/2006/main">
            <a:r>
              <a:t/>
            </a:r>
          </a:p>
          <a:p xmlns:a="http://schemas.openxmlformats.org/drawingml/2006/main">
            <a:r>
              <a:t>**오류 해결:** KeyError는 실제 헤더와 키를 비교합니다. 공백·인코딩도 실제 원문을 확인한 뒤 판단합니다.</a:t>
            </a:r>
          </a:p>
          <a:p xmlns:a="http://schemas.openxmlformats.org/drawingml/2006/main">
            <a:r>
              <a:t/>
            </a:r>
          </a:p>
          <a:p xmlns:a="http://schemas.openxmlformats.org/drawingml/2006/main">
            <a:r>
              <a:t>## A09 · JSON 결과를 새 파일로 저장하기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[output_summary.json](examples/course/work/output_summary.json)</a:t>
            </a:r>
          </a:p>
          <a:p xmlns:a="http://schemas.openxmlformats.org/drawingml/2006/main">
            <a:r>
              <a:t/>
            </a:r>
          </a:p>
          <a:p xmlns:a="http://schemas.openxmlformats.org/drawingml/2006/main">
            <a:r>
              <a:t>**목적:**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방법:** print와 write_text는 같은 행동인가요?</a:t>
            </a:r>
          </a:p>
          <a:p xmlns:a="http://schemas.openxmlformats.org/drawingml/2006/main">
            <a:r>
              <a:t/>
            </a:r>
          </a:p>
          <a:p xmlns:a="http://schemas.openxmlformats.org/drawingml/2006/main">
            <a:r>
              <a:t>**오류 해결:** 쓰기 권한이 없으면 강사와 저장 위치를 확인합니다. 원자료를 출력 주소로 바꾸지 않습니다.</a:t>
            </a:r>
          </a:p>
          <a:p xmlns:a="http://schemas.openxmlformats.org/drawingml/2006/main">
            <a:r>
              <a:t/>
            </a:r>
          </a:p>
          <a:p xmlns:a="http://schemas.openxmlformats.org/drawingml/2006/main">
            <a:r>
              <a:t>## A10 · 미측정과 잘못된 숫자의 구별</a:t>
            </a:r>
          </a:p>
          <a:p xmlns:a="http://schemas.openxmlformats.org/drawingml/2006/main">
            <a:r>
              <a:t/>
            </a:r>
          </a:p>
          <a:p xmlns:a="http://schemas.openxmlformats.org/drawingml/2006/main">
            <a:r>
              <a:t>**목적:**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[A10_input.md](examples/course/data/A10_input.md)</a:t>
            </a:r>
          </a:p>
          <a:p xmlns:a="http://schemas.openxmlformats.org/drawingml/2006/main">
            <a:r>
              <a:t>- [A10_example.py](examples/course/code/A10_example.py)</a:t>
            </a:r>
          </a:p>
          <a:p xmlns:a="http://schemas.openxmlformats.org/drawingml/2006/main">
            <a:r>
              <a:t>- [A10_notes.md](examples/course/work/A10_notes.md)</a:t>
            </a:r>
          </a:p>
          <a:p xmlns:a="http://schemas.openxmlformats.org/drawingml/2006/main">
            <a:r>
              <a:t>- [A10_example.py](examples/course/work/A10_example.py)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방법:** 잘못된 숫자를 미측정으로 바꾸면 무엇을 잃나요?</a:t>
            </a:r>
          </a:p>
          <a:p xmlns:a="http://schemas.openxmlformats.org/drawingml/2006/main">
            <a:r>
              <a:t/>
            </a:r>
          </a:p>
          <a:p xmlns:a="http://schemas.openxmlformats.org/drawingml/2006/main">
            <a:r>
              <a:t>**오류 해결:** None과 문자열 "None"은 다릅니다. 후자는 숫자로 읽으면 실패합니다.</a:t>
            </a:r>
          </a:p>
          <a:p xmlns:a="http://schemas.openxmlformats.org/drawingml/2006/main">
            <a:r>
              <a:t/>
            </a:r>
          </a:p>
          <a:p xmlns:a="http://schemas.openxmlformats.org/drawingml/2006/main">
            <a:r>
              <a:t>## A11 · 오류의 위치·종류·원값</a:t>
            </a:r>
          </a:p>
          <a:p xmlns:a="http://schemas.openxmlformats.org/drawingml/2006/main">
            <a:r>
              <a:t/>
            </a:r>
          </a:p>
          <a:p xmlns:a="http://schemas.openxmlformats.org/drawingml/2006/main">
            <a:r>
              <a:t>**목적:**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[A11_input.md](examples/course/data/A11_input.md)</a:t>
            </a:r>
          </a:p>
          <a:p xmlns:a="http://schemas.openxmlformats.org/drawingml/2006/main">
            <a:r>
              <a:t>- [A11_notes.md](examples/course/work/A11_notes.md)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방법:** ValueError면 모두 같은 값으로 고쳐도 되나요?</a:t>
            </a:r>
          </a:p>
          <a:p xmlns:a="http://schemas.openxmlformats.org/drawingml/2006/main">
            <a:r>
              <a:t/>
            </a:r>
          </a:p>
          <a:p xmlns:a="http://schemas.openxmlformats.org/drawingml/2006/main">
            <a:r>
              <a:t>**오류 해결:** 명령·관련 줄·마지막 오류를 남깁니다. 길다는 이유로 단서를 모두 지우지 않습니다.</a:t>
            </a:r>
          </a:p>
          <a:p xmlns:a="http://schemas.openxmlformats.org/drawingml/2006/main">
            <a:r>
              <a:t/>
            </a:r>
          </a:p>
          <a:p xmlns:a="http://schemas.openxmlformats.org/drawingml/2006/main">
            <a:r>
              <a:t>## A12 · try와 except로 예상 오류 기록</a:t>
            </a:r>
          </a:p>
          <a:p xmlns:a="http://schemas.openxmlformats.org/drawingml/2006/main">
            <a:r>
              <a:t/>
            </a:r>
          </a:p>
          <a:p xmlns:a="http://schemas.openxmlformats.org/drawingml/2006/main">
            <a:r>
              <a:t>**목적:**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[A12_input.md](examples/course/data/A12_input.md)</a:t>
            </a:r>
          </a:p>
          <a:p xmlns:a="http://schemas.openxmlformats.org/drawingml/2006/main">
            <a:r>
              <a:t>- [A12_example.py](examples/course/code/A12_example.py)</a:t>
            </a:r>
          </a:p>
          <a:p xmlns:a="http://schemas.openxmlformats.org/drawingml/2006/main">
            <a:r>
              <a:t>- [A12_notes.md](examples/course/work/A12_notes.md)</a:t>
            </a:r>
          </a:p>
          <a:p xmlns:a="http://schemas.openxmlformats.org/drawingml/2006/main">
            <a:r>
              <a:t>- [A12_example.py](examples/course/work/A12_example.py)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방법:** except를 실행하면 실제 온도를 알아낸 것인가요?</a:t>
            </a:r>
          </a:p>
          <a:p xmlns:a="http://schemas.openxmlformats.org/drawingml/2006/main">
            <a:r>
              <a:t/>
            </a:r>
          </a:p>
          <a:p xmlns:a="http://schemas.openxmlformats.org/drawingml/2006/main">
            <a:r>
              <a:t>**오류 해결:** 오류를 숨기려고 except의 범위를 무조건 넓히지 않습니다.</a:t>
            </a:r>
          </a:p>
          <a:p xmlns:a="http://schemas.openxmlformats.org/drawingml/2006/main">
            <a:r>
              <a:t/>
            </a:r>
          </a:p>
          <a:p xmlns:a="http://schemas.openxmlformats.org/drawingml/2006/main">
            <a:r>
              <a:t>## A13 · 범위 규칙을 함수에서 확인하기</a:t>
            </a:r>
          </a:p>
          <a:p xmlns:a="http://schemas.openxmlformats.org/drawingml/2006/main">
            <a:r>
              <a:t/>
            </a:r>
          </a:p>
          <a:p xmlns:a="http://schemas.openxmlformats.org/drawingml/2006/main">
            <a:r>
              <a:t>**목적:**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[A13_input.md](examples/course/data/A13_input.md)</a:t>
            </a:r>
          </a:p>
          <a:p xmlns:a="http://schemas.openxmlformats.org/drawingml/2006/main">
            <a:r>
              <a:t>- [A13_example.py](examples/course/code/A13_example.py)</a:t>
            </a:r>
          </a:p>
          <a:p xmlns:a="http://schemas.openxmlformats.org/drawingml/2006/main">
            <a:r>
              <a:t>- [A13_notes.md](examples/course/work/A13_notes.md)</a:t>
            </a:r>
          </a:p>
          <a:p xmlns:a="http://schemas.openxmlformats.org/drawingml/2006/main">
            <a:r>
              <a:t>- [A13_example.py](examples/course/work/A13_example.py)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방법:** 범위 통과가 실제 센서 정확도를 증명하나요?</a:t>
            </a:r>
          </a:p>
          <a:p xmlns:a="http://schemas.openxmlformats.org/drawingml/2006/main">
            <a:r>
              <a:t/>
            </a:r>
          </a:p>
          <a:p xmlns:a="http://schemas.openxmlformats.org/drawingml/2006/main">
            <a:r>
              <a:t>**오류 해결:** or를 and로 바꿨다면 두 조건의 뜻을 읽습니다. 동시에 0보다 작고 50보다 큰 값은 찾을 수 없습니다.</a:t>
            </a:r>
          </a:p>
          <a:p xmlns:a="http://schemas.openxmlformats.org/drawingml/2006/main">
            <a:r>
              <a:t/>
            </a:r>
          </a:p>
          <a:p xmlns:a="http://schemas.openxmlformats.org/drawingml/2006/main">
            <a:r>
              <a:t>## A14 · 한 값 수정 뒤 같은 사례 재확인</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[A14_input.md](examples/course/data/A14_input.md)</a:t>
            </a:r>
          </a:p>
          <a:p xmlns:a="http://schemas.openxmlformats.org/drawingml/2006/main">
            <a:r>
              <a:t>- [bad_readings.csv](examples/course/data/bad_readings.csv)</a:t>
            </a:r>
          </a:p>
          <a:p xmlns:a="http://schemas.openxmlformats.org/drawingml/2006/main">
            <a:r>
              <a:t>- [A14_notes.md](examples/course/work/A14_notes.md)</a:t>
            </a:r>
          </a:p>
          <a:p xmlns:a="http://schemas.openxmlformats.org/drawingml/2006/main">
            <a:r>
              <a:t>- [bad_readings_work.csv](examples/course/work/bad_readings_work.csv)</a:t>
            </a:r>
          </a:p>
          <a:p xmlns:a="http://schemas.openxmlformats.org/drawingml/2006/main">
            <a:r>
              <a:t>- [correction_notes.md](examples/course/work/correction_notes.md)</a:t>
            </a:r>
          </a:p>
          <a:p xmlns:a="http://schemas.openxmlformats.org/drawingml/2006/main">
            <a:r>
              <a:t/>
            </a:r>
          </a:p>
          <a:p xmlns:a="http://schemas.openxmlformats.org/drawingml/2006/main">
            <a:r>
              <a:t>**목적:**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[A14_input.md](examples/course/data/A14_input.md)</a:t>
            </a:r>
          </a:p>
          <a:p xmlns:a="http://schemas.openxmlformats.org/drawingml/2006/main">
            <a:r>
              <a:t>- [A14_notes.md](examples/course/work/A14_notes.md)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방법:** 이슈 건수만 줄면 좋은 수정인가요?</a:t>
            </a:r>
          </a:p>
          <a:p xmlns:a="http://schemas.openxmlformats.org/drawingml/2006/main">
            <a:r>
              <a:t/>
            </a:r>
          </a:p>
          <a:p xmlns:a="http://schemas.openxmlformats.org/drawingml/2006/main">
            <a:r>
              <a:t>**오류 해결:** 확정되지 않은 실제값은 추측하지 않습니다. 어느 값이 왜 미확인인지 씁니다.</a:t>
            </a:r>
          </a:p>
          <a:p xmlns:a="http://schemas.openxmlformats.org/drawingml/2006/main">
            <a:r>
              <a:t/>
            </a:r>
          </a:p>
          <a:p xmlns:a="http://schemas.openxmlformats.org/drawingml/2006/main">
            <a:r>
              <a:t>## A15 · 입력·처리·출력의 실행 계약</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[A15_input.md](examples/course/data/A15_input.md)</a:t>
            </a:r>
          </a:p>
          <a:p xmlns:a="http://schemas.openxmlformats.org/drawingml/2006/main">
            <a:r>
              <a:t>- [bad_readings.csv](examples/course/data/bad_readings.csv)</a:t>
            </a:r>
          </a:p>
          <a:p xmlns:a="http://schemas.openxmlformats.org/drawingml/2006/main">
            <a:r>
              <a:t>- [A15_notes.md](examples/course/work/A15_notes.md)</a:t>
            </a:r>
          </a:p>
          <a:p xmlns:a="http://schemas.openxmlformats.org/drawingml/2006/main">
            <a:r>
              <a:t/>
            </a:r>
          </a:p>
          <a:p xmlns:a="http://schemas.openxmlformats.org/drawingml/2006/main">
            <a:r>
              <a:t>**목적:**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[A15_input.md](examples/course/data/A15_input.md)</a:t>
            </a:r>
          </a:p>
          <a:p xmlns:a="http://schemas.openxmlformats.org/drawingml/2006/main">
            <a:r>
              <a:t>- [A15_notes.md](examples/course/work/A15_notes.md)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방법:** 미측정도 분모에 넣어 4로 나누면 무엇이 바뀌나요?</a:t>
            </a:r>
          </a:p>
          <a:p xmlns:a="http://schemas.openxmlformats.org/drawingml/2006/main">
            <a:r>
              <a:t/>
            </a:r>
          </a:p>
          <a:p xmlns:a="http://schemas.openxmlformats.org/drawingml/2006/main">
            <a:r>
              <a:t>**오류 해결:** 전체=수락+이슈, 수락=수치+미측정의 두 관계를 나누어 확인합니다.</a:t>
            </a:r>
          </a:p>
          <a:p xmlns:a="http://schemas.openxmlformats.org/drawingml/2006/main">
            <a:r>
              <a:t/>
            </a:r>
          </a:p>
          <a:p xmlns:a="http://schemas.openxmlformats.org/drawingml/2006/main">
            <a:r>
              <a:t>## A16 · 로그 검사기 전체 흐름</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[A16_input.md](examples/course/data/A16_input.md)</a:t>
            </a:r>
          </a:p>
          <a:p xmlns:a="http://schemas.openxmlformats.org/drawingml/2006/main">
            <a:r>
              <a:t>- [A16_log_checker.py](examples/course/code/A16_log_checker.py)</a:t>
            </a:r>
          </a:p>
          <a:p xmlns:a="http://schemas.openxmlformats.org/drawingml/2006/main">
            <a:r>
              <a:t>- [bad_readings.csv](examples/course/data/bad_readings.csv)</a:t>
            </a:r>
          </a:p>
          <a:p xmlns:a="http://schemas.openxmlformats.org/drawingml/2006/main">
            <a:r>
              <a:t>- [readings.csv](examples/course/data/readings.csv)</a:t>
            </a:r>
          </a:p>
          <a:p xmlns:a="http://schemas.openxmlformats.org/drawingml/2006/main">
            <a:r>
              <a:t>- [A16_notes.md](examples/course/work/A16_notes.md)</a:t>
            </a:r>
          </a:p>
          <a:p xmlns:a="http://schemas.openxmlformats.org/drawingml/2006/main">
            <a:r>
              <a:t>- [A16_log_checker.py](examples/course/work/A16_log_checker.py)</a:t>
            </a:r>
          </a:p>
          <a:p xmlns:a="http://schemas.openxmlformats.org/drawingml/2006/main">
            <a:r>
              <a:t>- [check_summary.json](examples/course/work/check_summary.json)</a:t>
            </a:r>
          </a:p>
          <a:p xmlns:a="http://schemas.openxmlformats.org/drawingml/2006/main">
            <a:r>
              <a:t>- [check_issues.json](examples/course/work/check_issues.json)</a:t>
            </a:r>
          </a:p>
          <a:p xmlns:a="http://schemas.openxmlformats.org/drawingml/2006/main">
            <a:r>
              <a:t/>
            </a:r>
          </a:p>
          <a:p xmlns:a="http://schemas.openxmlformats.org/drawingml/2006/main">
            <a:r>
              <a:t>**목적:**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[A16_input.md](examples/course/data/A16_input.md)</a:t>
            </a:r>
          </a:p>
          <a:p xmlns:a="http://schemas.openxmlformats.org/drawingml/2006/main">
            <a:r>
              <a:t>- [A16_log_checker.py](examples/course/code/A16_log_checker.py)</a:t>
            </a:r>
          </a:p>
          <a:p xmlns:a="http://schemas.openxmlformats.org/drawingml/2006/main">
            <a:r>
              <a:t>- [A16_notes.md](examples/course/work/A16_notes.md)</a:t>
            </a:r>
          </a:p>
          <a:p xmlns:a="http://schemas.openxmlformats.org/drawingml/2006/main">
            <a:r>
              <a:t>- [A16_log_checker.py](examples/course/work/A16_log_checker.py)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방법:** continue의 역할은 무엇인가요?</a:t>
            </a:r>
          </a:p>
          <a:p xmlns:a="http://schemas.openxmlformats.org/drawingml/2006/main">
            <a:r>
              <a:t/>
            </a:r>
          </a:p>
          <a:p xmlns:a="http://schemas.openxmlformats.org/drawingml/2006/main">
            <a:r>
              <a:t>**오류 해결:** 한 행의 원문→함수→분류를 먼저 추적합니다. 여러 곳을 동시에 바꾸지 않습니다.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 A17 · 정상·빈 입력·잘못된 입력 비교</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[A17_input.md](examples/course/data/A17_input.md)</a:t>
            </a:r>
          </a:p>
          <a:p xmlns:a="http://schemas.openxmlformats.org/drawingml/2006/main">
            <a:r>
              <a:t>- [readings.csv](examples/course/data/readings.csv)</a:t>
            </a:r>
          </a:p>
          <a:p xmlns:a="http://schemas.openxmlformats.org/drawingml/2006/main">
            <a:r>
              <a:t>- [bad_readings.csv](examples/course/data/bad_readings.csv)</a:t>
            </a:r>
          </a:p>
          <a:p xmlns:a="http://schemas.openxmlformats.org/drawingml/2006/main">
            <a:r>
              <a:t>- [empty_readings.csv](examples/course/data/empty_readings.csv)</a:t>
            </a:r>
          </a:p>
          <a:p xmlns:a="http://schemas.openxmlformats.org/drawingml/2006/main">
            <a:r>
              <a:t>- [missing_readings.csv](examples/course/data/missing_readings.csv)</a:t>
            </a:r>
          </a:p>
          <a:p xmlns:a="http://schemas.openxmlformats.org/drawingml/2006/main">
            <a:r>
              <a:t>- [A17_notes.md](examples/course/work/A17_notes.md)</a:t>
            </a:r>
          </a:p>
          <a:p xmlns:a="http://schemas.openxmlformats.org/drawingml/2006/main">
            <a:r>
              <a:t>- [A16_log_checker.py](examples/course/work/A16_log_checker.py)</a:t>
            </a:r>
          </a:p>
          <a:p xmlns:a="http://schemas.openxmlformats.org/drawingml/2006/main">
            <a:r>
              <a:t/>
            </a:r>
          </a:p>
          <a:p xmlns:a="http://schemas.openxmlformats.org/drawingml/2006/main">
            <a:r>
              <a:t>**목적:**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[A17_input.md](examples/course/data/A17_input.md)</a:t>
            </a:r>
          </a:p>
          <a:p xmlns:a="http://schemas.openxmlformats.org/drawingml/2006/main">
            <a:r>
              <a:t>- [A17_notes.md](examples/course/work/A17_notes.md)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방법:** 수치가 없을 때 평균 0을 쓰면 어떤 오해가 생기나요?</a:t>
            </a:r>
          </a:p>
          <a:p xmlns:a="http://schemas.openxmlformats.org/drawingml/2006/main">
            <a:r>
              <a:t/>
            </a:r>
          </a:p>
          <a:p xmlns:a="http://schemas.openxmlformats.org/drawingml/2006/main">
            <a:r>
              <a:t>**오류 해결:** 이전 실행 결과 파일을 새 결과로 혼동하지 않도록 입력명·저장·실행 경로를 확인합니다.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 A18 · 검사기 사용 안내와 근거 전달</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[usage.md](examples/course/work/usage.md)</a:t>
            </a:r>
          </a:p>
          <a:p xmlns:a="http://schemas.openxmlformats.org/drawingml/2006/main">
            <a:r>
              <a:t/>
            </a:r>
          </a:p>
          <a:p xmlns:a="http://schemas.openxmlformats.org/drawingml/2006/main">
            <a:r>
              <a:t>**목적:**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경로와 계약을 보완합니다.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방법:** 이슈 0건이라는 결과만 남기면 무엇이 부족한가요?</a:t>
            </a:r>
          </a:p>
          <a:p xmlns:a="http://schemas.openxmlformats.org/drawingml/2006/main">
            <a:r>
              <a:t/>
            </a:r>
          </a:p>
          <a:p xmlns:a="http://schemas.openxmlformats.org/drawingml/2006/main">
            <a:r>
              <a:t>**오류 해결:** 처음 실행 순서와 오류 확인 순서를 나눠 씁니다. 미확인 사실을 확정하지 않습니다.</a:t>
            </a:r>
          </a:p>
          <a:p xmlns:a="http://schemas.openxmlformats.org/drawingml/2006/main">
            <a:r>
              <a:t/>
            </a:r>
          </a:p>
          <a:p xmlns:a="http://schemas.openxmlformats.org/drawingml/2006/main">
            <a:r>
              <a:t/>
            </a:r>
          </a:p>
          <a:p xmlns:a="http://schemas.openxmlformats.org/drawingml/2006/main">
            <a:r>
              <a:t>자료 위치: D:\KDigital_PhysicalAI\outputs\2026-10-15\practice-guide.md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4aae5fe47c4a5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60df6ea5f446fa" /><Relationship Type="http://schemas.openxmlformats.org/officeDocument/2006/relationships/slideLayout" Target="/ppt/slideLayouts/slideLayout1.xml" Id="Rb149e7bbdf3a4b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49e7bbdf3a4b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bf5a3398ef415f" /><Relationship Type="http://schemas.openxmlformats.org/officeDocument/2006/relationships/notesSlide" Target="/ppt/notesSlides/notesSlide1.xml" Id="Ree884a3693c840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af9ca2d1784217" /><Relationship Type="http://schemas.openxmlformats.org/officeDocument/2006/relationships/notesSlide" Target="/ppt/notesSlides/notesSlide2.xml" Id="Rab3d284791dd47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32a0a050cbd461d" /><Relationship Type="http://schemas.openxmlformats.org/officeDocument/2006/relationships/notesSlide" Target="/ppt/notesSlides/notesSlide3.xml" Id="Rc6e9a0e439314d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79cc3f4d0e42fb" /><Relationship Type="http://schemas.openxmlformats.org/officeDocument/2006/relationships/notesSlide" Target="/ppt/notesSlides/notesSlide4.xml" Id="R3c097af94dc841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1f949e7caa34565" /><Relationship Type="http://schemas.openxmlformats.org/officeDocument/2006/relationships/notesSlide" Target="/ppt/notesSlides/notesSlide5.xml" Id="Rcf11054055fb40d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e76360d44f34aa7" /><Relationship Type="http://schemas.openxmlformats.org/officeDocument/2006/relationships/notesSlide" Target="/ppt/notesSlides/notesSlide6.xml" Id="R0d3619a2862e4f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02714ac91347b2" /><Relationship Type="http://schemas.openxmlformats.org/officeDocument/2006/relationships/notesSlide" Target="/ppt/notesSlides/notesSlide7.xml" Id="Rbe39ba5b2a3f4d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f6bf13ccc94a6c" /><Relationship Type="http://schemas.openxmlformats.org/officeDocument/2006/relationships/notesSlide" Target="/ppt/notesSlides/notesSlide8.xml" Id="Rc876eff21a974e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6cfba88fef64965" /><Relationship Type="http://schemas.openxmlformats.org/officeDocument/2006/relationships/notesSlide" Target="/ppt/notesSlides/notesSlide9.xml" Id="R07fe56e1b8984c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45156d6f4c04ebe" /><Relationship Type="http://schemas.openxmlformats.org/officeDocument/2006/relationships/notesSlide" Target="/ppt/notesSlides/notesSlide10.xml" Id="R10cc2d5163084c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5f1a1cebc2c4202" /><Relationship Type="http://schemas.openxmlformats.org/officeDocument/2006/relationships/notesSlide" Target="/ppt/notesSlides/notesSlide11.xml" Id="Rf4eef54b0fd442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ea8ffe9dbe947f7" /><Relationship Type="http://schemas.openxmlformats.org/officeDocument/2006/relationships/notesSlide" Target="/ppt/notesSlides/notesSlide12.xml" Id="Ra74248f26b5947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71ada3e26cb4f78" /><Relationship Type="http://schemas.openxmlformats.org/officeDocument/2006/relationships/notesSlide" Target="/ppt/notesSlides/notesSlide13.xml" Id="Rc85574f574714b4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17f3617d45f4d8f" /><Relationship Type="http://schemas.openxmlformats.org/officeDocument/2006/relationships/notesSlide" Target="/ppt/notesSlides/notesSlide14.xml" Id="Rbbaa6ccd43224ca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cfde6be6bf4440a" /><Relationship Type="http://schemas.openxmlformats.org/officeDocument/2006/relationships/notesSlide" Target="/ppt/notesSlides/notesSlide15.xml" Id="Rfc9713d05859402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e3f2bfe6f5d4745" /><Relationship Type="http://schemas.openxmlformats.org/officeDocument/2006/relationships/notesSlide" Target="/ppt/notesSlides/notesSlide16.xml" Id="R317ea655257847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0438f54ef91414e" /><Relationship Type="http://schemas.openxmlformats.org/officeDocument/2006/relationships/notesSlide" Target="/ppt/notesSlides/notesSlide17.xml" Id="Rc77aecf96327456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b1897894d434cc7" /><Relationship Type="http://schemas.openxmlformats.org/officeDocument/2006/relationships/notesSlide" Target="/ppt/notesSlides/notesSlide18.xml" Id="R4330c92c0de84db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645fbc9f9cd4c46" /><Relationship Type="http://schemas.openxmlformats.org/officeDocument/2006/relationships/notesSlide" Target="/ppt/notesSlides/notesSlide19.xml" Id="R45e8d664d6784f5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1e567d3b784431c" /><Relationship Type="http://schemas.openxmlformats.org/officeDocument/2006/relationships/notesSlide" Target="/ppt/notesSlides/notesSlide20.xml" Id="R5e24da61e99040b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0cef6c5e93f4f9c" /><Relationship Type="http://schemas.openxmlformats.org/officeDocument/2006/relationships/notesSlide" Target="/ppt/notesSlides/notesSlide21.xml" Id="R8efeb0437ee44a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a0f814825d84ef8" /><Relationship Type="http://schemas.openxmlformats.org/officeDocument/2006/relationships/notesSlide" Target="/ppt/notesSlides/notesSlide22.xml" Id="Ra8001289518f41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033c2c3e68f4f5a" /><Relationship Type="http://schemas.openxmlformats.org/officeDocument/2006/relationships/notesSlide" Target="/ppt/notesSlides/notesSlide23.xml" Id="R3ff2d6c6fa184b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77cca75200041e6" /><Relationship Type="http://schemas.openxmlformats.org/officeDocument/2006/relationships/notesSlide" Target="/ppt/notesSlides/notesSlide24.xml" Id="Rb9e242fb70d24ee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b5a05630bbf46ff" /><Relationship Type="http://schemas.openxmlformats.org/officeDocument/2006/relationships/notesSlide" Target="/ppt/notesSlides/notesSlide25.xml" Id="Rb6d0f115ed82468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631e2dec2ac45ef" /><Relationship Type="http://schemas.openxmlformats.org/officeDocument/2006/relationships/notesSlide" Target="/ppt/notesSlides/notesSlide26.xml" Id="R57999b3f99ac42b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88b8560252f48fe" /><Relationship Type="http://schemas.openxmlformats.org/officeDocument/2006/relationships/notesSlide" Target="/ppt/notesSlides/notesSlide27.xml" Id="Rcf6cc4748bed482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d74ecb67fbc400d" /><Relationship Type="http://schemas.openxmlformats.org/officeDocument/2006/relationships/notesSlide" Target="/ppt/notesSlides/notesSlide28.xml" Id="R7d059228f7264dc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55baa06e596483e" /><Relationship Type="http://schemas.openxmlformats.org/officeDocument/2006/relationships/notesSlide" Target="/ppt/notesSlides/notesSlide29.xml" Id="Re578339e466843b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3fc92daf8f44b26" /><Relationship Type="http://schemas.openxmlformats.org/officeDocument/2006/relationships/notesSlide" Target="/ppt/notesSlides/notesSlide30.xml" Id="R77d82de0c54e41f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f29820f1c664b02" /><Relationship Type="http://schemas.openxmlformats.org/officeDocument/2006/relationships/notesSlide" Target="/ppt/notesSlides/notesSlide31.xml" Id="R8dba0da004084d7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477469d79e74a7b" /><Relationship Type="http://schemas.openxmlformats.org/officeDocument/2006/relationships/notesSlide" Target="/ppt/notesSlides/notesSlide32.xml" Id="R27e5341e9af54cd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316e830e86c4174" /><Relationship Type="http://schemas.openxmlformats.org/officeDocument/2006/relationships/notesSlide" Target="/ppt/notesSlides/notesSlide33.xml" Id="R3b7ef9cfb0e54c1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d7185c62f364e4d" /><Relationship Type="http://schemas.openxmlformats.org/officeDocument/2006/relationships/notesSlide" Target="/ppt/notesSlides/notesSlide34.xml" Id="Rd94df73687804a6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54fad8088c4464b" /><Relationship Type="http://schemas.openxmlformats.org/officeDocument/2006/relationships/notesSlide" Target="/ppt/notesSlides/notesSlide35.xml" Id="R0b558ea79c6246c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cda1c1885784da6" /><Relationship Type="http://schemas.openxmlformats.org/officeDocument/2006/relationships/notesSlide" Target="/ppt/notesSlides/notesSlide36.xml" Id="R2caaf7cd0c784a7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02bc39850ea4ef1" /><Relationship Type="http://schemas.openxmlformats.org/officeDocument/2006/relationships/notesSlide" Target="/ppt/notesSlides/notesSlide37.xml" Id="Rc9acf6fac44f4ea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c22e5cf0cf64589" /><Relationship Type="http://schemas.openxmlformats.org/officeDocument/2006/relationships/notesSlide" Target="/ppt/notesSlides/notesSlide38.xml" Id="R3920dde9687b47b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3ad492b24f542ee" /><Relationship Type="http://schemas.openxmlformats.org/officeDocument/2006/relationships/notesSlide" Target="/ppt/notesSlides/notesSlide39.xml" Id="R39d23beaebf4495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eaf82a01192a48eb" /><Relationship Type="http://schemas.openxmlformats.org/officeDocument/2006/relationships/notesSlide" Target="/ppt/notesSlides/notesSlide40.xml" Id="Rdd01afa5b69a43e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d3ada5b9aa14a3e" /><Relationship Type="http://schemas.openxmlformats.org/officeDocument/2006/relationships/notesSlide" Target="/ppt/notesSlides/notesSlide41.xml" Id="Rb22efbc62b4e498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75d60bfa75b4883" /><Relationship Type="http://schemas.openxmlformats.org/officeDocument/2006/relationships/notesSlide" Target="/ppt/notesSlides/notesSlide42.xml" Id="R16d04e5c64244cd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502ea5d156e4aac" /><Relationship Type="http://schemas.openxmlformats.org/officeDocument/2006/relationships/notesSlide" Target="/ppt/notesSlides/notesSlide43.xml" Id="Rf5df91d389534c2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608aa03d4d64a2c" /><Relationship Type="http://schemas.openxmlformats.org/officeDocument/2006/relationships/notesSlide" Target="/ppt/notesSlides/notesSlide44.xml" Id="R287b3630e8b3446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666b9960da84749" /><Relationship Type="http://schemas.openxmlformats.org/officeDocument/2006/relationships/notesSlide" Target="/ppt/notesSlides/notesSlide45.xml" Id="R4337145f2b3140b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deaf18c706e4661" /><Relationship Type="http://schemas.openxmlformats.org/officeDocument/2006/relationships/notesSlide" Target="/ppt/notesSlides/notesSlide46.xml" Id="R218de20f0f264e5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37b6d2e852245c9" /><Relationship Type="http://schemas.openxmlformats.org/officeDocument/2006/relationships/notesSlide" Target="/ppt/notesSlides/notesSlide47.xml" Id="Rbc8568ea393a47e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3572c006a374aef" /><Relationship Type="http://schemas.openxmlformats.org/officeDocument/2006/relationships/notesSlide" Target="/ppt/notesSlides/notesSlide48.xml" Id="Rf75b89dcade14a5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7026600a7174ed1" /><Relationship Type="http://schemas.openxmlformats.org/officeDocument/2006/relationships/notesSlide" Target="/ppt/notesSlides/notesSlide49.xml" Id="Ra13508f620d44f1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301e7e2aef1497f" /><Relationship Type="http://schemas.openxmlformats.org/officeDocument/2006/relationships/notesSlide" Target="/ppt/notesSlides/notesSlide50.xml" Id="R4c156b2adecc4ec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fe4cfb0759e4e13" /><Relationship Type="http://schemas.openxmlformats.org/officeDocument/2006/relationships/notesSlide" Target="/ppt/notesSlides/notesSlide51.xml" Id="R4467475629e64e8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808b6e9c1cc44f9" /><Relationship Type="http://schemas.openxmlformats.org/officeDocument/2006/relationships/notesSlide" Target="/ppt/notesSlides/notesSlide52.xml" Id="R24f7fc67017f41e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14582af613d4f13" /><Relationship Type="http://schemas.openxmlformats.org/officeDocument/2006/relationships/notesSlide" Target="/ppt/notesSlides/notesSlide53.xml" Id="R182c01f820ee472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0f4c5d2871704eaa" /><Relationship Type="http://schemas.openxmlformats.org/officeDocument/2006/relationships/notesSlide" Target="/ppt/notesSlides/notesSlide54.xml" Id="Reeadc26b8499436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0a072e3383047c8" /><Relationship Type="http://schemas.openxmlformats.org/officeDocument/2006/relationships/notesSlide" Target="/ppt/notesSlides/notesSlide55.xml" Id="Rfe4464e18a7641c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6eac4a35d104e32" /><Relationship Type="http://schemas.openxmlformats.org/officeDocument/2006/relationships/notesSlide" Target="/ppt/notesSlides/notesSlide56.xml" Id="Rc053c119186049b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77706be2375431c" /><Relationship Type="http://schemas.openxmlformats.org/officeDocument/2006/relationships/notesSlide" Target="/ppt/notesSlides/notesSlide57.xml" Id="R26686129fb694b3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445ab897c3144f0" /><Relationship Type="http://schemas.openxmlformats.org/officeDocument/2006/relationships/notesSlide" Target="/ppt/notesSlides/notesSlide58.xml" Id="R9ce11fe6059d44b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e267b88102640a2" /><Relationship Type="http://schemas.openxmlformats.org/officeDocument/2006/relationships/notesSlide" Target="/ppt/notesSlides/notesSlide59.xml" Id="R8d8da41eeaac4e5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5f9864fb44144cf" /><Relationship Type="http://schemas.openxmlformats.org/officeDocument/2006/relationships/notesSlide" Target="/ppt/notesSlides/notesSlide60.xml" Id="R72ee1fe5e833482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2665ba74eb1347bf" /><Relationship Type="http://schemas.openxmlformats.org/officeDocument/2006/relationships/notesSlide" Target="/ppt/notesSlides/notesSlide61.xml" Id="R33a5c6fd5af04c0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a40a3422db44765" /><Relationship Type="http://schemas.openxmlformats.org/officeDocument/2006/relationships/notesSlide" Target="/ppt/notesSlides/notesSlide62.xml" Id="Re1e9d836f4104d7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9774e9c05643431d" /><Relationship Type="http://schemas.openxmlformats.org/officeDocument/2006/relationships/notesSlide" Target="/ppt/notesSlides/notesSlide63.xml" Id="R54aa99f48f2646a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43438726bd8c4519" /><Relationship Type="http://schemas.openxmlformats.org/officeDocument/2006/relationships/notesSlide" Target="/ppt/notesSlides/notesSlide64.xml" Id="R64db7cc1218e44c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c0f1df22d374ba3" /><Relationship Type="http://schemas.openxmlformats.org/officeDocument/2006/relationships/notesSlide" Target="/ppt/notesSlides/notesSlide65.xml" Id="R097b24a2e43b4bd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92a94baf2a747e2" /><Relationship Type="http://schemas.openxmlformats.org/officeDocument/2006/relationships/notesSlide" Target="/ppt/notesSlides/notesSlide66.xml" Id="R85d50c6eff1648b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a5b09a6ca07477d" /><Relationship Type="http://schemas.openxmlformats.org/officeDocument/2006/relationships/notesSlide" Target="/ppt/notesSlides/notesSlide67.xml" Id="Rf5bb676651434a9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8f0870589d744d3" /><Relationship Type="http://schemas.openxmlformats.org/officeDocument/2006/relationships/notesSlide" Target="/ppt/notesSlides/notesSlide68.xml" Id="R1437d2ee2f66416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be0beb985684fe7" /><Relationship Type="http://schemas.openxmlformats.org/officeDocument/2006/relationships/notesSlide" Target="/ppt/notesSlides/notesSlide69.xml" Id="Re0e93233569f4ed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a5bf5ad1da24b19" /><Relationship Type="http://schemas.openxmlformats.org/officeDocument/2006/relationships/notesSlide" Target="/ppt/notesSlides/notesSlide70.xml" Id="R5715dd808b3e411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3a0378bbfbfd4a06" /><Relationship Type="http://schemas.openxmlformats.org/officeDocument/2006/relationships/notesSlide" Target="/ppt/notesSlides/notesSlide71.xml" Id="R84f88bf11d474618"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8bfffb746f2f4aa5" /><Relationship Type="http://schemas.openxmlformats.org/officeDocument/2006/relationships/notesSlide" Target="/ppt/notesSlides/notesSlide72.xml" Id="R4433acc0bb7848a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9d6d732773f466c" /><Relationship Type="http://schemas.openxmlformats.org/officeDocument/2006/relationships/notesSlide" Target="/ppt/notesSlides/notesSlide73.xml" Id="R15ffbd48011f426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4270922f36c4542" /><Relationship Type="http://schemas.openxmlformats.org/officeDocument/2006/relationships/notesSlide" Target="/ppt/notesSlides/notesSlide74.xml" Id="Rc04b5399f05d48e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6201110a1bd408f" /><Relationship Type="http://schemas.openxmlformats.org/officeDocument/2006/relationships/notesSlide" Target="/ppt/notesSlides/notesSlide75.xml" Id="Re6667143da78442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11a32f31ed847f9" /><Relationship Type="http://schemas.openxmlformats.org/officeDocument/2006/relationships/notesSlide" Target="/ppt/notesSlides/notesSlide76.xml" Id="Rd36b996cb276413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7bd1b0961c314cb5" /><Relationship Type="http://schemas.openxmlformats.org/officeDocument/2006/relationships/notesSlide" Target="/ppt/notesSlides/notesSlide77.xml" Id="R38f764b29df7451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9e7628c96c174139" /><Relationship Type="http://schemas.openxmlformats.org/officeDocument/2006/relationships/notesSlide" Target="/ppt/notesSlides/notesSlide78.xml" Id="Rbdfa5ee381c3484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5e6d4db9dbed4c09" /><Relationship Type="http://schemas.openxmlformats.org/officeDocument/2006/relationships/notesSlide" Target="/ppt/notesSlides/notesSlide79.xml" Id="Rdfc6a2a7fc0c4d2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dbded6cd4fd74446" /><Relationship Type="http://schemas.openxmlformats.org/officeDocument/2006/relationships/notesSlide" Target="/ppt/notesSlides/notesSlide80.xml" Id="R75eb188459e1478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989ee12022ed40ff" /><Relationship Type="http://schemas.openxmlformats.org/officeDocument/2006/relationships/notesSlide" Target="/ppt/notesSlides/notesSlide81.xml" Id="R598beb7f9b214457"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984dcd982e40495b" /><Relationship Type="http://schemas.openxmlformats.org/officeDocument/2006/relationships/notesSlide" Target="/ppt/notesSlides/notesSlide82.xml" Id="R1647366725554e4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00ea4e19b30043b6" /><Relationship Type="http://schemas.openxmlformats.org/officeDocument/2006/relationships/notesSlide" Target="/ppt/notesSlides/notesSlide83.xml" Id="R914411ae31734f72"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1597341b104b426e" /><Relationship Type="http://schemas.openxmlformats.org/officeDocument/2006/relationships/notesSlide" Target="/ppt/notesSlides/notesSlide84.xml" Id="Ra888311eeef9489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0bc1df9913af4962" /><Relationship Type="http://schemas.openxmlformats.org/officeDocument/2006/relationships/notesSlide" Target="/ppt/notesSlides/notesSlide85.xml" Id="Re35b442b05704b9e"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20684d17d1e74d52" /><Relationship Type="http://schemas.openxmlformats.org/officeDocument/2006/relationships/notesSlide" Target="/ppt/notesSlides/notesSlide86.xml" Id="R6bd683b87ebe456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b6d8d9c9f8f84fe8" /><Relationship Type="http://schemas.openxmlformats.org/officeDocument/2006/relationships/notesSlide" Target="/ppt/notesSlides/notesSlide87.xml" Id="Ra7ba2420a07844f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a23dde6dce1546c2" /><Relationship Type="http://schemas.openxmlformats.org/officeDocument/2006/relationships/notesSlide" Target="/ppt/notesSlides/notesSlide88.xml" Id="R0aa0dd3456504b3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7d08e2b0bf7a4553" /><Relationship Type="http://schemas.openxmlformats.org/officeDocument/2006/relationships/notesSlide" Target="/ppt/notesSlides/notesSlide89.xml" Id="Rc07b3223a32c4882"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94b3c572dc0b4c8b" /><Relationship Type="http://schemas.openxmlformats.org/officeDocument/2006/relationships/notesSlide" Target="/ppt/notesSlides/notesSlide90.xml" Id="Ra80fd33fb8ae419b"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74b82681ed9b4817" /><Relationship Type="http://schemas.openxmlformats.org/officeDocument/2006/relationships/notesSlide" Target="/ppt/notesSlides/notesSlide91.xml" Id="R19725bb9e8ac43e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71afd6fe02674102" /><Relationship Type="http://schemas.openxmlformats.org/officeDocument/2006/relationships/notesSlide" Target="/ppt/notesSlides/notesSlide92.xml" Id="R7d6ba98be8a54972"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e33843874c145fb" /><Relationship Type="http://schemas.openxmlformats.org/officeDocument/2006/relationships/notesSlide" Target="/ppt/notesSlides/notesSlide93.xml" Id="Rb1e7d7cb8e914ea1"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357ec7d7dd94481" /><Relationship Type="http://schemas.openxmlformats.org/officeDocument/2006/relationships/notesSlide" Target="/ppt/notesSlides/notesSlide94.xml" Id="Rc213ccc89b084c2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bb4c035f307d448f" /><Relationship Type="http://schemas.openxmlformats.org/officeDocument/2006/relationships/notesSlide" Target="/ppt/notesSlides/notesSlide95.xml" Id="Rb916188ff9e44fc1"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4eed322d966d45c1" /><Relationship Type="http://schemas.openxmlformats.org/officeDocument/2006/relationships/notesSlide" Target="/ppt/notesSlides/notesSlide96.xml" Id="Re430d68fca75472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fb6acbfc066a443c" /><Relationship Type="http://schemas.openxmlformats.org/officeDocument/2006/relationships/notesSlide" Target="/ppt/notesSlides/notesSlide97.xml" Id="R7c9ba883a4be4819"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0E3268-01DC-488E-A102-F20994DAE88B}"/>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44C94E4E-D1A7-4ABA-910E-497A72F7B12B}"/>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Python 심화</a:t>
            </a:r>
          </a:p>
          <a:p xmlns:a="http://schemas.openxmlformats.org/drawingml/2006/main">
            <a:pPr>
              <a:defRPr sz="6150" b="0">
                <a:solidFill>
                  <a:srgbClr val="FFFFFF"/>
                </a:solidFill>
                <a:latin typeface="Noto Sans KR"/>
                <a:ea typeface="Noto Sans KR"/>
                <a:cs typeface="Noto Sans KR"/>
              </a:defRPr>
            </a:pPr>
            <a:r>
              <a:t>함수와 파일 검사</a:t>
            </a:r>
          </a:p>
        </p:txBody>
      </p:sp>
      <p:sp>
        <p:nvSpPr>
          <p:cNvPr id="3" name="">
            <a:extLst xmlns:a="http://schemas.openxmlformats.org/drawingml/2006/main">
              <a:ext uri="{FF2B5EF4-FFF2-40B4-BE49-F238E27FC236}">
                <a16:creationId xmlns:a16="http://schemas.microsoft.com/office/drawing/2014/main" id="{59A714A1-34EC-44B6-8D7D-C57A75446BD9}"/>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2026-10-15</a:t>
            </a:r>
          </a:p>
        </p:txBody>
      </p:sp>
      <p:sp>
        <p:nvSpPr>
          <p:cNvPr id="4" name="">
            <a:extLst xmlns:a="http://schemas.openxmlformats.org/drawingml/2006/main">
              <a:ext uri="{FF2B5EF4-FFF2-40B4-BE49-F238E27FC236}">
                <a16:creationId xmlns:a16="http://schemas.microsoft.com/office/drawing/2014/main" id="{F06EFAEB-E81D-499D-834A-A7CD7700829C}"/>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처음 배우는 사람을 위한 실무 수업</a:t>
            </a:r>
          </a:p>
        </p:txBody>
      </p:sp>
      <p:sp>
        <p:nvSpPr>
          <p:cNvPr id="5" name="">
            <a:extLst xmlns:a="http://schemas.openxmlformats.org/drawingml/2006/main">
              <a:ext uri="{FF2B5EF4-FFF2-40B4-BE49-F238E27FC236}">
                <a16:creationId xmlns:a16="http://schemas.microsoft.com/office/drawing/2014/main" id="{46E65EB5-C8B7-47AF-A0F7-4496301C14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C8110D-B520-4C19-A169-49B44E4386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346E9670-E3B8-419E-BC32-1A2B09E293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967513826"/>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75D1C5B-4375-485F-A449-2A986261DD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1F186F66-AA82-4939-B9D1-9E7290E7B69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하루 수업의 약속</a:t>
            </a:r>
          </a:p>
        </p:txBody>
      </p:sp>
      <p:sp>
        <p:nvSpPr>
          <p:cNvPr id="3" name="">
            <a:extLst xmlns:a="http://schemas.openxmlformats.org/drawingml/2006/main">
              <a:ext uri="{FF2B5EF4-FFF2-40B4-BE49-F238E27FC236}">
                <a16:creationId xmlns:a16="http://schemas.microsoft.com/office/drawing/2014/main" id="{879B04BD-7257-4389-B27C-98CEC8867A0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EB3C09F-96AE-406E-9266-9E49614CB1C7}"/>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10:00~17:00 · </a:t>
            </a:r>
            <a:r>
              <a:rPr b="1">
                <a:solidFill>
                  <a:srgbClr val="002FA7"/>
                </a:solidFill>
              </a:rPr>
              <a:t>50분씩 6교시</a:t>
            </a:r>
          </a:p>
        </p:txBody>
      </p:sp>
      <p:sp>
        <p:nvSpPr>
          <p:cNvPr id="5" name="">
            <a:extLst xmlns:a="http://schemas.openxmlformats.org/drawingml/2006/main">
              <a:ext uri="{FF2B5EF4-FFF2-40B4-BE49-F238E27FC236}">
                <a16:creationId xmlns:a16="http://schemas.microsoft.com/office/drawing/2014/main" id="{EB4288B2-0735-4229-AE86-48C05747E88F}"/>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8982D7-1570-495C-B544-F744651999F9}"/>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2257E91-E06E-48EB-9DF2-A2AB6E556FD4}"/>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 · 13:00 복귀</a:t>
            </a:r>
          </a:p>
        </p:txBody>
      </p:sp>
      <p:sp>
        <p:nvSpPr>
          <p:cNvPr id="8" name="">
            <a:extLst xmlns:a="http://schemas.openxmlformats.org/drawingml/2006/main">
              <a:ext uri="{FF2B5EF4-FFF2-40B4-BE49-F238E27FC236}">
                <a16:creationId xmlns:a16="http://schemas.microsoft.com/office/drawing/2014/main" id="{D0AB4FB6-4280-41B5-9697-4ADBFB6A00D8}"/>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ADB75D0-2C01-43EB-B9E6-13AFA2FF4069}"/>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665889B-DBBE-46E9-80EF-FC00722CE2D8}"/>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사이 10분 휴식</a:t>
            </a:r>
          </a:p>
        </p:txBody>
      </p:sp>
      <p:sp>
        <p:nvSpPr>
          <p:cNvPr id="11" name="">
            <a:extLst xmlns:a="http://schemas.openxmlformats.org/drawingml/2006/main">
              <a:ext uri="{FF2B5EF4-FFF2-40B4-BE49-F238E27FC236}">
                <a16:creationId xmlns:a16="http://schemas.microsoft.com/office/drawing/2014/main" id="{5B5538E3-EBA6-4988-8A92-34D471664450}"/>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72FABED-CDD1-4379-B831-09954F21D0B9}"/>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5A3D4538-CC94-4B56-951E-3982F0B30D86}"/>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10분은 저장 확인과 종료 준비입니다.</a:t>
            </a:r>
          </a:p>
        </p:txBody>
      </p:sp>
      <p:sp>
        <p:nvSpPr>
          <p:cNvPr id="14" name="">
            <a:extLst xmlns:a="http://schemas.openxmlformats.org/drawingml/2006/main">
              <a:ext uri="{FF2B5EF4-FFF2-40B4-BE49-F238E27FC236}">
                <a16:creationId xmlns:a16="http://schemas.microsoft.com/office/drawing/2014/main" id="{B80EF435-5AB4-4C45-96D5-A859533FF5B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3B1BB34-9F07-4CE6-B60F-155A5A8F94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4A2AB586-17EE-4A8B-83E8-AABEC4DB9E5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415936245"/>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DA5316C-66CD-47EE-AD8B-9CB0EF3E147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D6F995F9-77C0-411F-9665-0BDC1C1F1A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폴더부터</a:t>
            </a:r>
          </a:p>
        </p:txBody>
      </p:sp>
      <p:sp>
        <p:nvSpPr>
          <p:cNvPr id="3" name="">
            <a:extLst xmlns:a="http://schemas.openxmlformats.org/drawingml/2006/main">
              <a:ext uri="{FF2B5EF4-FFF2-40B4-BE49-F238E27FC236}">
                <a16:creationId xmlns:a16="http://schemas.microsoft.com/office/drawing/2014/main" id="{922423F7-B0CC-4027-91C8-2ECB5CA1CCE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확장자</a:t>
            </a:r>
          </a:p>
        </p:txBody>
      </p:sp>
      <p:sp>
        <p:nvSpPr>
          <p:cNvPr id="4" name="">
            <a:extLst xmlns:a="http://schemas.openxmlformats.org/drawingml/2006/main">
              <a:ext uri="{FF2B5EF4-FFF2-40B4-BE49-F238E27FC236}">
                <a16:creationId xmlns:a16="http://schemas.microsoft.com/office/drawing/2014/main" id="{918D2771-CC5B-477C-B0BB-8B152D2F678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59BBC5-D420-49B5-8EA6-D87BF7ECE3A0}"/>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저장한 문서나 코드 한 개입니다.</a:t>
            </a:r>
          </a:p>
        </p:txBody>
      </p:sp>
      <p:sp>
        <p:nvSpPr>
          <p:cNvPr id="6" name="">
            <a:extLst xmlns:a="http://schemas.openxmlformats.org/drawingml/2006/main">
              <a:ext uri="{FF2B5EF4-FFF2-40B4-BE49-F238E27FC236}">
                <a16:creationId xmlns:a16="http://schemas.microsoft.com/office/drawing/2014/main" id="{D4BE8CD9-9DB8-4CAD-91F2-B84A325F9728}"/>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폴더는 파일을 모아 둔 위치입니다.</a:t>
            </a:r>
          </a:p>
        </p:txBody>
      </p:sp>
      <p:sp>
        <p:nvSpPr>
          <p:cNvPr id="7" name="">
            <a:extLst xmlns:a="http://schemas.openxmlformats.org/drawingml/2006/main">
              <a:ext uri="{FF2B5EF4-FFF2-40B4-BE49-F238E27FC236}">
                <a16:creationId xmlns:a16="http://schemas.microsoft.com/office/drawing/2014/main" id="{1F9FB533-35C7-4EB6-8283-849BC5E63742}"/>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확장자</a:t>
            </a:r>
            <a:r>
              <a:t>는 이름 끝의 .csv, .json, .py입니다.</a:t>
            </a:r>
          </a:p>
        </p:txBody>
      </p:sp>
      <p:sp>
        <p:nvSpPr>
          <p:cNvPr id="8" name="">
            <a:extLst xmlns:a="http://schemas.openxmlformats.org/drawingml/2006/main">
              <a:ext uri="{FF2B5EF4-FFF2-40B4-BE49-F238E27FC236}">
                <a16:creationId xmlns:a16="http://schemas.microsoft.com/office/drawing/2014/main" id="{A211B366-9698-499C-B243-85E5B007657F}"/>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원본은 보존하고 작업 복사본을 씁니다.</a:t>
            </a:r>
          </a:p>
        </p:txBody>
      </p:sp>
      <p:sp>
        <p:nvSpPr>
          <p:cNvPr id="9" name="">
            <a:extLst xmlns:a="http://schemas.openxmlformats.org/drawingml/2006/main">
              <a:ext uri="{FF2B5EF4-FFF2-40B4-BE49-F238E27FC236}">
                <a16:creationId xmlns:a16="http://schemas.microsoft.com/office/drawing/2014/main" id="{C5F66B9F-F3D1-4DC6-9F86-C12AFE19EDF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A782CAF-43F9-4BAD-9F0F-9C41851DF6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1" name="">
            <a:extLst xmlns:a="http://schemas.openxmlformats.org/drawingml/2006/main">
              <a:ext uri="{FF2B5EF4-FFF2-40B4-BE49-F238E27FC236}">
                <a16:creationId xmlns:a16="http://schemas.microsoft.com/office/drawing/2014/main" id="{3C9E236E-1B2F-474D-A6C6-986120D54D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353140857"/>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A236D5-557B-4C6C-935E-262B41070B2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69D26F05-E7B3-4B43-B579-512EFEC1F5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막히면 같은 자료로 합류하기</a:t>
            </a:r>
          </a:p>
        </p:txBody>
      </p:sp>
      <p:sp>
        <p:nvSpPr>
          <p:cNvPr id="3" name="">
            <a:extLst xmlns:a="http://schemas.openxmlformats.org/drawingml/2006/main">
              <a:ext uri="{FF2B5EF4-FFF2-40B4-BE49-F238E27FC236}">
                <a16:creationId xmlns:a16="http://schemas.microsoft.com/office/drawing/2014/main" id="{21FB5F19-6B4D-4AC6-84DC-3DA6BB586A0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설치 문제와 개념 이해</a:t>
            </a:r>
          </a:p>
        </p:txBody>
      </p:sp>
      <p:sp>
        <p:nvSpPr>
          <p:cNvPr id="4" name="">
            <a:extLst xmlns:a="http://schemas.openxmlformats.org/drawingml/2006/main">
              <a:ext uri="{FF2B5EF4-FFF2-40B4-BE49-F238E27FC236}">
                <a16:creationId xmlns:a16="http://schemas.microsoft.com/office/drawing/2014/main" id="{CE8D86F8-2AF8-4F0D-BC57-E8F8D59AD85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B86774-C7E9-41D8-88D6-93658A66CFB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설치 문제와 개념 이해</a:t>
            </a:r>
            <a:r>
              <a:t>는 따로 기록합니다.</a:t>
            </a:r>
          </a:p>
        </p:txBody>
      </p:sp>
      <p:sp>
        <p:nvSpPr>
          <p:cNvPr id="6" name="">
            <a:extLst xmlns:a="http://schemas.openxmlformats.org/drawingml/2006/main">
              <a:ext uri="{FF2B5EF4-FFF2-40B4-BE49-F238E27FC236}">
                <a16:creationId xmlns:a16="http://schemas.microsoft.com/office/drawing/2014/main" id="{101D9F6F-2528-4A15-9296-E77D1373735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실행이 어려우면 같은 입력을 손으로 추적합니다.</a:t>
            </a:r>
          </a:p>
        </p:txBody>
      </p:sp>
      <p:sp>
        <p:nvSpPr>
          <p:cNvPr id="7" name="">
            <a:extLst xmlns:a="http://schemas.openxmlformats.org/drawingml/2006/main">
              <a:ext uri="{FF2B5EF4-FFF2-40B4-BE49-F238E27FC236}">
                <a16:creationId xmlns:a16="http://schemas.microsoft.com/office/drawing/2014/main" id="{0662F282-4651-411B-A3D9-F728210C243E}"/>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개인 실행과 강사 관찰을 구별합니다.</a:t>
            </a:r>
          </a:p>
        </p:txBody>
      </p:sp>
      <p:sp>
        <p:nvSpPr>
          <p:cNvPr id="8" name="">
            <a:extLst xmlns:a="http://schemas.openxmlformats.org/drawingml/2006/main">
              <a:ext uri="{FF2B5EF4-FFF2-40B4-BE49-F238E27FC236}">
                <a16:creationId xmlns:a16="http://schemas.microsoft.com/office/drawing/2014/main" id="{FAD17B7D-3B9C-4032-B838-656B1ECEAD0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A521F1-CAC0-41F7-B306-27F9FE338E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07624CBA-7C49-41CC-B8BF-C764465351F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116846613"/>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3B38A7-FCF9-48DC-92FA-DD186A4ACE5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AB5D0045-8E88-4583-8532-86645B622AA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배울 여섯 가지</a:t>
            </a:r>
          </a:p>
        </p:txBody>
      </p:sp>
      <p:sp>
        <p:nvSpPr>
          <p:cNvPr id="3" name="">
            <a:extLst xmlns:a="http://schemas.openxmlformats.org/drawingml/2006/main">
              <a:ext uri="{FF2B5EF4-FFF2-40B4-BE49-F238E27FC236}">
                <a16:creationId xmlns:a16="http://schemas.microsoft.com/office/drawing/2014/main" id="{40E0A917-4D72-4651-90A2-E7FF4AEBCB1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E750D15-7191-4AB6-AA70-A6121396B99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함수 → 반환값</a:t>
            </a:r>
            <a:r>
              <a:t> → 파일 읽기와 저장</a:t>
            </a:r>
          </a:p>
        </p:txBody>
      </p:sp>
      <p:sp>
        <p:nvSpPr>
          <p:cNvPr id="5" name="">
            <a:extLst xmlns:a="http://schemas.openxmlformats.org/drawingml/2006/main">
              <a:ext uri="{FF2B5EF4-FFF2-40B4-BE49-F238E27FC236}">
                <a16:creationId xmlns:a16="http://schemas.microsoft.com/office/drawing/2014/main" id="{A78C98BD-DF5B-4DC7-A568-BB2674801A3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CFEF7F-17C5-454E-BC9A-8A165704DE7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257FB8E-9154-4437-8588-C807EC51E6C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오류 구별 → 규칙 검사 → 로그 검사기</a:t>
            </a:r>
          </a:p>
        </p:txBody>
      </p:sp>
      <p:sp>
        <p:nvSpPr>
          <p:cNvPr id="8" name="">
            <a:extLst xmlns:a="http://schemas.openxmlformats.org/drawingml/2006/main">
              <a:ext uri="{FF2B5EF4-FFF2-40B4-BE49-F238E27FC236}">
                <a16:creationId xmlns:a16="http://schemas.microsoft.com/office/drawing/2014/main" id="{CF47E2DE-4CCD-4E32-9EA1-570C57B0C9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7404F0-F406-4A4A-B151-FE6DA829A9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F5E55831-72DF-4B5C-A7F5-C0B42F0DF0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95305519"/>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57B4A7-8B27-43EF-B87F-4FC07089ED03}"/>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FC7C02-C898-4984-BD40-76A5A113970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C76FB0E2-6D52-4229-ADD3-5F5B3A5DBA3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151CCC9-D76A-4578-94E5-0BB20C509D3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반복 업무를 함수로</a:t>
            </a:r>
          </a:p>
        </p:txBody>
      </p:sp>
      <p:sp>
        <p:nvSpPr>
          <p:cNvPr id="5" name="">
            <a:extLst xmlns:a="http://schemas.openxmlformats.org/drawingml/2006/main">
              <a:ext uri="{FF2B5EF4-FFF2-40B4-BE49-F238E27FC236}">
                <a16:creationId xmlns:a16="http://schemas.microsoft.com/office/drawing/2014/main" id="{E2B693BC-F920-44DF-9DDD-20C1F502CC4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7F9D5F-CB8C-4E1A-8938-DF3CF0897DEC}"/>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4AA7A678-70B2-4B13-BEBE-19B79249A4B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A01, A02, A03</a:t>
            </a:r>
          </a:p>
        </p:txBody>
      </p:sp>
      <p:sp>
        <p:nvSpPr>
          <p:cNvPr id="8" name="">
            <a:extLst xmlns:a="http://schemas.openxmlformats.org/drawingml/2006/main">
              <a:ext uri="{FF2B5EF4-FFF2-40B4-BE49-F238E27FC236}">
                <a16:creationId xmlns:a16="http://schemas.microsoft.com/office/drawing/2014/main" id="{AFD6FD0F-6CEE-492A-99C8-4455A104F50D}"/>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BEB4245D-A9D3-4D83-8ED2-4DBB66B4CEBC}"/>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0DFD21B9-26F0-4527-BB36-C354D5B994B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269202606"/>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5CC8FE-3A2A-405D-AB9E-AE5B347ED0B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61B5504-ECA4-4BB6-A664-3F60111DD08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함수는 한 가지 일을 이름 붙입니다</a:t>
            </a:r>
          </a:p>
        </p:txBody>
      </p:sp>
      <p:sp>
        <p:nvSpPr>
          <p:cNvPr id="3" name="">
            <a:extLst xmlns:a="http://schemas.openxmlformats.org/drawingml/2006/main">
              <a:ext uri="{FF2B5EF4-FFF2-40B4-BE49-F238E27FC236}">
                <a16:creationId xmlns:a16="http://schemas.microsoft.com/office/drawing/2014/main" id="{16CEA035-B880-4307-88D6-A8BF1DC1737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한 가지 일</a:t>
            </a:r>
          </a:p>
        </p:txBody>
      </p:sp>
      <p:sp>
        <p:nvSpPr>
          <p:cNvPr id="4" name="">
            <a:extLst xmlns:a="http://schemas.openxmlformats.org/drawingml/2006/main">
              <a:ext uri="{FF2B5EF4-FFF2-40B4-BE49-F238E27FC236}">
                <a16:creationId xmlns:a16="http://schemas.microsoft.com/office/drawing/2014/main" id="{286B8CD4-65D2-46B0-A036-7C6892A3830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CEC2D2-52B3-4F7C-86C3-C5E5215DDCE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공통 처리와 달라지는 입력을 나눕니다.</a:t>
            </a:r>
          </a:p>
        </p:txBody>
      </p:sp>
      <p:sp>
        <p:nvSpPr>
          <p:cNvPr id="6" name="">
            <a:extLst xmlns:a="http://schemas.openxmlformats.org/drawingml/2006/main">
              <a:ext uri="{FF2B5EF4-FFF2-40B4-BE49-F238E27FC236}">
                <a16:creationId xmlns:a16="http://schemas.microsoft.com/office/drawing/2014/main" id="{8EF1586C-A365-45FA-8F12-A31EA4D27B1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받을 값과 돌려줄 결과를 먼저 정합니다.</a:t>
            </a:r>
          </a:p>
        </p:txBody>
      </p:sp>
      <p:sp>
        <p:nvSpPr>
          <p:cNvPr id="7" name="">
            <a:extLst xmlns:a="http://schemas.openxmlformats.org/drawingml/2006/main">
              <a:ext uri="{FF2B5EF4-FFF2-40B4-BE49-F238E27FC236}">
                <a16:creationId xmlns:a16="http://schemas.microsoft.com/office/drawing/2014/main" id="{B9CBD304-5359-4103-9ACC-F52B8915061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이름만으로 실제 검사를 보장하지 않습니다.</a:t>
            </a:r>
          </a:p>
        </p:txBody>
      </p:sp>
      <p:sp>
        <p:nvSpPr>
          <p:cNvPr id="8" name="">
            <a:extLst xmlns:a="http://schemas.openxmlformats.org/drawingml/2006/main">
              <a:ext uri="{FF2B5EF4-FFF2-40B4-BE49-F238E27FC236}">
                <a16:creationId xmlns:a16="http://schemas.microsoft.com/office/drawing/2014/main" id="{7081DB7F-0B9C-481F-AA7F-D55BD5E4B65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2F6EED-8473-4965-B387-EA063D9866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505D4980-C4FA-4A62-9289-A858E92A866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660543077"/>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27DADE7-F430-4211-A646-A2C1DD46F02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C09F6EF-90CB-4B0B-880F-4CFE1313F0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정의와 호출</a:t>
            </a:r>
          </a:p>
        </p:txBody>
      </p:sp>
      <p:sp>
        <p:nvSpPr>
          <p:cNvPr id="3" name="">
            <a:extLst xmlns:a="http://schemas.openxmlformats.org/drawingml/2006/main">
              <a:ext uri="{FF2B5EF4-FFF2-40B4-BE49-F238E27FC236}">
                <a16:creationId xmlns:a16="http://schemas.microsoft.com/office/drawing/2014/main" id="{7F326ADA-8E8F-4A59-AED5-A6F06C6F9165}"/>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2F6E31-5BF1-487A-8518-D3BE5EEE377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0E54CBB-CB34-4DBB-9AD6-5C3527E0665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show_notice():</a:t>
            </a:r>
          </a:p>
        </p:txBody>
      </p:sp>
      <p:sp>
        <p:nvSpPr>
          <p:cNvPr id="6" name="">
            <a:extLst xmlns:a="http://schemas.openxmlformats.org/drawingml/2006/main">
              <a:ext uri="{FF2B5EF4-FFF2-40B4-BE49-F238E27FC236}">
                <a16:creationId xmlns:a16="http://schemas.microsoft.com/office/drawing/2014/main" id="{A9E46432-6A29-4E40-9B4A-BCADFCCCD88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F93AC65A-B2A1-4731-8B7F-27BB0F1BF5A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"점검을 시작합니다"</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73312864-AEFB-4B94-A3CC-67668055CB8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082A4870-9B5C-41A4-9D9B-3F47416F3BB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"준비"</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509E53C5-60FE-4EAF-B737-528134AD812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C7D55BA2-9346-485C-8563-99835D19CD9C}"/>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show_notice()</a:t>
            </a:r>
          </a:p>
        </p:txBody>
      </p:sp>
      <p:sp>
        <p:nvSpPr>
          <p:cNvPr id="12" name="">
            <a:extLst xmlns:a="http://schemas.openxmlformats.org/drawingml/2006/main">
              <a:ext uri="{FF2B5EF4-FFF2-40B4-BE49-F238E27FC236}">
                <a16:creationId xmlns:a16="http://schemas.microsoft.com/office/drawing/2014/main" id="{59281966-F1AD-47EE-98E3-21576C9DCF96}"/>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561E8719-107D-4C41-96A7-8E5E4953BC1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"끝"</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44945B81-C4EF-41C3-80EB-8276DB1B6E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6AADD6D-786C-4321-AC1D-F8CE09D23C2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E869CF30-647D-4928-B8EF-510EFD1950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2079589528"/>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8A6615-384A-474F-ACB0-EF7D97E6972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B90D610-D247-4745-9393-69FB878590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def와 호출을 나누기</a:t>
            </a:r>
          </a:p>
        </p:txBody>
      </p:sp>
      <p:sp>
        <p:nvSpPr>
          <p:cNvPr id="3" name="">
            <a:extLst xmlns:a="http://schemas.openxmlformats.org/drawingml/2006/main">
              <a:ext uri="{FF2B5EF4-FFF2-40B4-BE49-F238E27FC236}">
                <a16:creationId xmlns:a16="http://schemas.microsoft.com/office/drawing/2014/main" id="{2E0603D8-7C97-42D9-995A-FFE9F647F8DC}"/>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118460-71D4-4BA1-95FC-3B462AEF681A}"/>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def는 작업을 정의합니다.</a:t>
            </a:r>
          </a:p>
        </p:txBody>
      </p:sp>
      <p:sp>
        <p:nvSpPr>
          <p:cNvPr id="5" name="">
            <a:extLst xmlns:a="http://schemas.openxmlformats.org/drawingml/2006/main">
              <a:ext uri="{FF2B5EF4-FFF2-40B4-BE49-F238E27FC236}">
                <a16:creationId xmlns:a16="http://schemas.microsoft.com/office/drawing/2014/main" id="{E82C1005-766E-4D97-A55A-11C9C98C595E}"/>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들여쓴 줄은 호출할 때 실행됩니다.</a:t>
            </a:r>
          </a:p>
        </p:txBody>
      </p:sp>
      <p:sp>
        <p:nvSpPr>
          <p:cNvPr id="6" name="">
            <a:extLst xmlns:a="http://schemas.openxmlformats.org/drawingml/2006/main">
              <a:ext uri="{FF2B5EF4-FFF2-40B4-BE49-F238E27FC236}">
                <a16:creationId xmlns:a16="http://schemas.microsoft.com/office/drawing/2014/main" id="{3B0CA34E-5FE5-4DFD-A353-FC4BDC0D4250}"/>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BF85AE-5A0B-47BC-81E6-9091B324B5C6}"/>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이름 뒤 ()로 작업을 요청합니다.</a:t>
            </a:r>
          </a:p>
        </p:txBody>
      </p:sp>
      <p:sp>
        <p:nvSpPr>
          <p:cNvPr id="8" name="">
            <a:extLst xmlns:a="http://schemas.openxmlformats.org/drawingml/2006/main">
              <a:ext uri="{FF2B5EF4-FFF2-40B4-BE49-F238E27FC236}">
                <a16:creationId xmlns:a16="http://schemas.microsoft.com/office/drawing/2014/main" id="{0B496EF8-0E18-4850-85D2-D397DD5CA2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C4C4AF-7456-40DA-904D-2DEBEEACB6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085525D0-F943-467D-8843-06D3339A09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437186833"/>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1A8A74-68B5-4663-9FF6-9011B39BC33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40D3BD1-19C0-415F-8923-1F2E2ACC80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실행 시점</a:t>
            </a:r>
          </a:p>
        </p:txBody>
      </p:sp>
      <p:sp>
        <p:nvSpPr>
          <p:cNvPr id="3" name="">
            <a:extLst xmlns:a="http://schemas.openxmlformats.org/drawingml/2006/main">
              <a:ext uri="{FF2B5EF4-FFF2-40B4-BE49-F238E27FC236}">
                <a16:creationId xmlns:a16="http://schemas.microsoft.com/office/drawing/2014/main" id="{C1FD2461-3C59-46C6-B14F-77F6DAC57000}"/>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09E9A1-978A-451B-8C16-22B762046FA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2AB94E6E-D50B-41D5-B25B-1E4FC817FBA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준비</a:t>
            </a:r>
          </a:p>
        </p:txBody>
      </p:sp>
      <p:sp>
        <p:nvSpPr>
          <p:cNvPr id="6" name="">
            <a:extLst xmlns:a="http://schemas.openxmlformats.org/drawingml/2006/main">
              <a:ext uri="{FF2B5EF4-FFF2-40B4-BE49-F238E27FC236}">
                <a16:creationId xmlns:a16="http://schemas.microsoft.com/office/drawing/2014/main" id="{92CA117D-121C-4AE9-BCEB-1AA5F918902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C2551A12-1335-4088-87F5-05B341BE220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점검을 시작합니다</a:t>
            </a:r>
          </a:p>
        </p:txBody>
      </p:sp>
      <p:sp>
        <p:nvSpPr>
          <p:cNvPr id="8" name="">
            <a:extLst xmlns:a="http://schemas.openxmlformats.org/drawingml/2006/main">
              <a:ext uri="{FF2B5EF4-FFF2-40B4-BE49-F238E27FC236}">
                <a16:creationId xmlns:a16="http://schemas.microsoft.com/office/drawing/2014/main" id="{58339199-9E26-463E-A661-A63F0C74A4C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9B94D428-9685-4B4E-8CAF-1DE8688B6FA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끝</a:t>
            </a:r>
          </a:p>
        </p:txBody>
      </p:sp>
      <p:sp>
        <p:nvSpPr>
          <p:cNvPr id="10" name="">
            <a:extLst xmlns:a="http://schemas.openxmlformats.org/drawingml/2006/main">
              <a:ext uri="{FF2B5EF4-FFF2-40B4-BE49-F238E27FC236}">
                <a16:creationId xmlns:a16="http://schemas.microsoft.com/office/drawing/2014/main" id="{CC3E03E9-F2BA-481D-A822-F2BB219FC71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E5CADD-DCE7-419A-8AD4-90E79E2E6C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2" name="">
            <a:extLst xmlns:a="http://schemas.openxmlformats.org/drawingml/2006/main">
              <a:ext uri="{FF2B5EF4-FFF2-40B4-BE49-F238E27FC236}">
                <a16:creationId xmlns:a16="http://schemas.microsoft.com/office/drawing/2014/main" id="{87BAB084-41C0-4681-92C9-52FF1B3A30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913260471"/>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F4A30B1-3CD0-4772-B2FA-AE115257D7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C8F54D1-FEC0-4006-95B5-3123C38C8A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번 정의하고 두 번 호출하면</a:t>
            </a:r>
          </a:p>
        </p:txBody>
      </p:sp>
      <p:sp>
        <p:nvSpPr>
          <p:cNvPr id="3" name="">
            <a:extLst xmlns:a="http://schemas.openxmlformats.org/drawingml/2006/main">
              <a:ext uri="{FF2B5EF4-FFF2-40B4-BE49-F238E27FC236}">
                <a16:creationId xmlns:a16="http://schemas.microsoft.com/office/drawing/2014/main" id="{EB439ED6-0E6C-4E9D-A513-49C5404EBCA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8EF546C-E23E-4518-ABDD-43B7B484228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작업을 두 번 실행할 수 있습니다.</a:t>
            </a:r>
          </a:p>
        </p:txBody>
      </p:sp>
      <p:sp>
        <p:nvSpPr>
          <p:cNvPr id="5" name="">
            <a:extLst xmlns:a="http://schemas.openxmlformats.org/drawingml/2006/main">
              <a:ext uri="{FF2B5EF4-FFF2-40B4-BE49-F238E27FC236}">
                <a16:creationId xmlns:a16="http://schemas.microsoft.com/office/drawing/2014/main" id="{D7719475-2125-4516-BED1-69699A3C654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035DFC-E84A-4EB2-8207-C69101D0498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CFA5A19-4D16-4591-AEBF-C7479ACC915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호출마다 본문으로 </a:t>
            </a:r>
            <a:r>
              <a:rPr b="1">
                <a:solidFill>
                  <a:srgbClr val="002FA7"/>
                </a:solidFill>
              </a:rPr>
              <a:t>들어갔다 돌아옵니다</a:t>
            </a:r>
            <a:r>
              <a:t>.</a:t>
            </a:r>
          </a:p>
        </p:txBody>
      </p:sp>
      <p:sp>
        <p:nvSpPr>
          <p:cNvPr id="8" name="">
            <a:extLst xmlns:a="http://schemas.openxmlformats.org/drawingml/2006/main">
              <a:ext uri="{FF2B5EF4-FFF2-40B4-BE49-F238E27FC236}">
                <a16:creationId xmlns:a16="http://schemas.microsoft.com/office/drawing/2014/main" id="{224360E5-DB54-43F0-B829-6C1B95F9773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1A5C03-5F2B-4293-ACEC-57315211457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BF89D10-8902-44B7-9B5C-564147ECE47B}"/>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본문의 줄 위치와 출력 시점은 다릅니다.</a:t>
            </a:r>
          </a:p>
        </p:txBody>
      </p:sp>
      <p:sp>
        <p:nvSpPr>
          <p:cNvPr id="11" name="">
            <a:extLst xmlns:a="http://schemas.openxmlformats.org/drawingml/2006/main">
              <a:ext uri="{FF2B5EF4-FFF2-40B4-BE49-F238E27FC236}">
                <a16:creationId xmlns:a16="http://schemas.microsoft.com/office/drawing/2014/main" id="{676864D0-13F2-45A7-8151-022C3AB978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046ED42-6291-4629-96B1-DABC235B401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BB97B11F-23BA-4FA5-8640-C8BBCF5B1A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639205123"/>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C8AE300-C39B-4655-8331-75930102B13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34EB8E4-06BB-41E5-92F7-ADEB20276D5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입력 두 개 받기</a:t>
            </a:r>
          </a:p>
        </p:txBody>
      </p:sp>
      <p:sp>
        <p:nvSpPr>
          <p:cNvPr id="3" name="">
            <a:extLst xmlns:a="http://schemas.openxmlformats.org/drawingml/2006/main">
              <a:ext uri="{FF2B5EF4-FFF2-40B4-BE49-F238E27FC236}">
                <a16:creationId xmlns:a16="http://schemas.microsoft.com/office/drawing/2014/main" id="{08BAB469-72AD-40EF-BA29-6085E638655E}"/>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8948BB2-CB83-46E2-BFBB-5D00A87AFFA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1210CB5-5ABC-4E1F-BF7C-E8B8F1FDAF8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show_temperature(sensor_id, value):</a:t>
            </a:r>
          </a:p>
        </p:txBody>
      </p:sp>
      <p:sp>
        <p:nvSpPr>
          <p:cNvPr id="6" name="">
            <a:extLst xmlns:a="http://schemas.openxmlformats.org/drawingml/2006/main">
              <a:ext uri="{FF2B5EF4-FFF2-40B4-BE49-F238E27FC236}">
                <a16:creationId xmlns:a16="http://schemas.microsoft.com/office/drawing/2014/main" id="{E7A3A036-F8A7-4267-A6CE-B6EC55142A3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4AEA03DA-477E-44D5-A88C-BAA77415937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print(sensor_id, value)</a:t>
            </a:r>
          </a:p>
        </p:txBody>
      </p:sp>
      <p:sp>
        <p:nvSpPr>
          <p:cNvPr id="8" name="">
            <a:extLst xmlns:a="http://schemas.openxmlformats.org/drawingml/2006/main">
              <a:ext uri="{FF2B5EF4-FFF2-40B4-BE49-F238E27FC236}">
                <a16:creationId xmlns:a16="http://schemas.microsoft.com/office/drawing/2014/main" id="{8164749A-4BEE-4387-B153-4BB5CF34849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28BE2A69-33C4-4498-B44E-CF06C84D846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show_temperature(</a:t>
            </a:r>
            <a:r>
              <a:rPr>
                <a:solidFill>
                  <a:srgbClr val="BACBFA"/>
                </a:solidFill>
              </a:rPr>
              <a:t>"S01"</a:t>
            </a:r>
            <a:r>
              <a:rPr>
                <a:solidFill>
                  <a:srgbClr val="FFFFFF"/>
                </a:solidFill>
              </a:rPr>
              <a:t>, 22.5)</a:t>
            </a:r>
          </a:p>
        </p:txBody>
      </p:sp>
      <p:sp>
        <p:nvSpPr>
          <p:cNvPr id="10" name="">
            <a:extLst xmlns:a="http://schemas.openxmlformats.org/drawingml/2006/main">
              <a:ext uri="{FF2B5EF4-FFF2-40B4-BE49-F238E27FC236}">
                <a16:creationId xmlns:a16="http://schemas.microsoft.com/office/drawing/2014/main" id="{6CCB5E99-3829-4AB6-843A-37027F226E14}"/>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B1AAE802-62C1-4176-84D7-C2AB09EC3FE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show_temperature(</a:t>
            </a:r>
            <a:r>
              <a:rPr>
                <a:solidFill>
                  <a:srgbClr val="BACBFA"/>
                </a:solidFill>
              </a:rPr>
              <a:t>"S02"</a:t>
            </a:r>
            <a:r>
              <a:rPr>
                <a:solidFill>
                  <a:srgbClr val="FFFFFF"/>
                </a:solidFill>
              </a:rPr>
              <a:t>, 25.0)</a:t>
            </a:r>
          </a:p>
        </p:txBody>
      </p:sp>
      <p:sp>
        <p:nvSpPr>
          <p:cNvPr id="12" name="">
            <a:extLst xmlns:a="http://schemas.openxmlformats.org/drawingml/2006/main">
              <a:ext uri="{FF2B5EF4-FFF2-40B4-BE49-F238E27FC236}">
                <a16:creationId xmlns:a16="http://schemas.microsoft.com/office/drawing/2014/main" id="{113458B8-4AA4-4830-B13C-9965BB59367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305B994-6965-4034-8B8B-0444227209F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4" name="">
            <a:extLst xmlns:a="http://schemas.openxmlformats.org/drawingml/2006/main">
              <a:ext uri="{FF2B5EF4-FFF2-40B4-BE49-F238E27FC236}">
                <a16:creationId xmlns:a16="http://schemas.microsoft.com/office/drawing/2014/main" id="{AF1F8B55-14EB-40D1-825A-27223B3118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837714635"/>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D98A51-AED5-4232-AA9C-420F5CB02E6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0B562CA-2750-4C9D-85DB-A2BC612582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받는 자리와 실제 값</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3135086"/>
                <a:gridCol w="4702629"/>
                <a:gridCol w="3135086"/>
              </a:tblGrid>
              <a:tr h="733425">
                <a:tc>
                  <a:txBody>
                    <a:bodyPr wrap="square"/>
                    <a:lstStyle/>
                    <a:p>
                      <a:pPr>
                        <a:lnSpc>
                          <a:spcPct val="94000"/>
                        </a:lnSpc>
                        <a:buNone/>
                      </a:pPr>
                      <a:r>
                        <a:rPr sz="2100" b="1">
                          <a:solidFill>
                            <a:srgbClr val="FFFFFF"/>
                          </a:solidFill>
                          <a:latin typeface="Noto Sans KR"/>
                          <a:ea typeface="Noto Sans KR"/>
                          <a:cs typeface="Noto Sans KR"/>
                        </a:rPr>
                        <a:t>호출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sensor_id</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value</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첫 호출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S01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둘째 호출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S02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25.0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DD69937-F093-4DB5-936E-B577E1C54E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7D79B5-4787-4FD7-8E80-3C9B0BD371B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CBB82FED-40B7-4589-AEC5-999BCA85F4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331341744"/>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09E3CD-3512-4C9C-8096-443EFE0A045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946E7329-60A1-4E37-96C2-D968A63E37C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 개수와 순서를 확인합니다</a:t>
            </a:r>
          </a:p>
        </p:txBody>
      </p:sp>
      <p:sp>
        <p:nvSpPr>
          <p:cNvPr id="3" name="">
            <a:extLst xmlns:a="http://schemas.openxmlformats.org/drawingml/2006/main">
              <a:ext uri="{FF2B5EF4-FFF2-40B4-BE49-F238E27FC236}">
                <a16:creationId xmlns:a16="http://schemas.microsoft.com/office/drawing/2014/main" id="{E6663F94-FDB8-4A67-9F17-6839F160A22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매개변수</a:t>
            </a:r>
          </a:p>
        </p:txBody>
      </p:sp>
      <p:sp>
        <p:nvSpPr>
          <p:cNvPr id="4" name="">
            <a:extLst xmlns:a="http://schemas.openxmlformats.org/drawingml/2006/main">
              <a:ext uri="{FF2B5EF4-FFF2-40B4-BE49-F238E27FC236}">
                <a16:creationId xmlns:a16="http://schemas.microsoft.com/office/drawing/2014/main" id="{C666DCD7-ED58-4950-BF25-D0228D7023D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DCE210-FDD4-4C5F-B1C7-2D8A80B8CD8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매개변수</a:t>
            </a:r>
            <a:r>
              <a:t>는 받을 자리의 이름입니다.</a:t>
            </a:r>
          </a:p>
        </p:txBody>
      </p:sp>
      <p:sp>
        <p:nvSpPr>
          <p:cNvPr id="6" name="">
            <a:extLst xmlns:a="http://schemas.openxmlformats.org/drawingml/2006/main">
              <a:ext uri="{FF2B5EF4-FFF2-40B4-BE49-F238E27FC236}">
                <a16:creationId xmlns:a16="http://schemas.microsoft.com/office/drawing/2014/main" id="{8A31E1F2-9274-4BCB-9F9C-051D596A6C7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인자는 호출에서 건네는 실제 값입니다.</a:t>
            </a:r>
          </a:p>
        </p:txBody>
      </p:sp>
      <p:sp>
        <p:nvSpPr>
          <p:cNvPr id="7" name="">
            <a:extLst xmlns:a="http://schemas.openxmlformats.org/drawingml/2006/main">
              <a:ext uri="{FF2B5EF4-FFF2-40B4-BE49-F238E27FC236}">
                <a16:creationId xmlns:a16="http://schemas.microsoft.com/office/drawing/2014/main" id="{C6DC9474-D9A7-4E05-ACA4-D0FF42F18E7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부족한 입력이나 잘못된 순서를 확인합니다.</a:t>
            </a:r>
          </a:p>
        </p:txBody>
      </p:sp>
      <p:sp>
        <p:nvSpPr>
          <p:cNvPr id="8" name="">
            <a:extLst xmlns:a="http://schemas.openxmlformats.org/drawingml/2006/main">
              <a:ext uri="{FF2B5EF4-FFF2-40B4-BE49-F238E27FC236}">
                <a16:creationId xmlns:a16="http://schemas.microsoft.com/office/drawing/2014/main" id="{BE2BE6E2-9360-4EC6-8BA1-CF4A97C0C9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CA0BD88-B4C5-4BBE-BF5F-F425928097C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4CFDAB3E-0422-4780-B508-E469EEE59A7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1820838947"/>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2D9D58-64AB-4611-80D3-8CF4632C840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9E04404-11C2-443A-956A-43BCE2BCD53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B6525B7D-22D8-443C-86E0-3FF24C91E2F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방문자 이름</a:t>
            </a:r>
            <a:r>
              <a:t>을 받아 환영 문장을 만듭니다.</a:t>
            </a:r>
          </a:p>
        </p:txBody>
      </p:sp>
      <p:sp>
        <p:nvSpPr>
          <p:cNvPr id="4" name="">
            <a:extLst xmlns:a="http://schemas.openxmlformats.org/drawingml/2006/main">
              <a:ext uri="{FF2B5EF4-FFF2-40B4-BE49-F238E27FC236}">
                <a16:creationId xmlns:a16="http://schemas.microsoft.com/office/drawing/2014/main" id="{21D627E9-4D29-4A7D-9A61-F5B5BBE774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56D81-305C-42D4-8E6F-83E766CF46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ADB65406-09A2-41C4-B5B9-659D05E987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62984532"/>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5DCB8B-5B38-4C84-A26D-F8A8DCA44D8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7F7A86C-5665-4114-9280-151E4D0A3CD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389120"/>
                <a:gridCol w="6583680"/>
              </a:tblGrid>
              <a:tr h="733425">
                <a:tc>
                  <a:txBody>
                    <a:bodyPr wrap="square"/>
                    <a:lstStyle/>
                    <a:p>
                      <a:pPr>
                        <a:lnSpc>
                          <a:spcPct val="94000"/>
                        </a:lnSpc>
                        <a:buNone/>
                      </a:pPr>
                      <a:r>
                        <a:rPr sz="2100" b="1">
                          <a:solidFill>
                            <a:srgbClr val="FFFFFF"/>
                          </a:solidFill>
                          <a:latin typeface="Noto Sans KR"/>
                          <a:ea typeface="Noto Sans KR"/>
                          <a:cs typeface="Noto Sans KR"/>
                        </a:rPr>
                        <a:t>호출 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반환할 문장</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민수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안녕하세요, 민수</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지아</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안녕하세요, 지아</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5AA2FFED-7711-445B-96DF-F6A42498646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F97EC6-C07C-4252-8AD7-AF5E0FF3C44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6C2C229B-1DE0-45D1-A048-8ABD950C18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2081850428"/>
      </p:ext>
    </p:extLst>
  </p:cSld>
</p:sld>
</file>

<file path=ppt/slides/slide1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E4D09D-6354-484A-9B78-4EB7DF27923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AD5ED2C2-EFE0-4516-A320-4DE15A3AE01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B160754E-C802-492C-ACF2-5520DA456D2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상품명과 보관함을 받습니다.</a:t>
            </a:r>
          </a:p>
        </p:txBody>
      </p:sp>
      <p:sp>
        <p:nvSpPr>
          <p:cNvPr id="4" name="">
            <a:extLst xmlns:a="http://schemas.openxmlformats.org/drawingml/2006/main">
              <a:ext uri="{FF2B5EF4-FFF2-40B4-BE49-F238E27FC236}">
                <a16:creationId xmlns:a16="http://schemas.microsoft.com/office/drawing/2014/main" id="{31D5BC99-66F9-4D09-9CE6-83D37227C3D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장갑/B02, 마스크/A01의 라벨을 만드세요.</a:t>
            </a:r>
          </a:p>
        </p:txBody>
      </p:sp>
      <p:sp>
        <p:nvSpPr>
          <p:cNvPr id="5" name="">
            <a:extLst xmlns:a="http://schemas.openxmlformats.org/drawingml/2006/main">
              <a:ext uri="{FF2B5EF4-FFF2-40B4-BE49-F238E27FC236}">
                <a16:creationId xmlns:a16="http://schemas.microsoft.com/office/drawing/2014/main" id="{2081ABA0-D28E-4470-9DF5-756314F979BE}"/>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입력 순서를 바꾼 결과도 설명하세요.</a:t>
            </a:r>
          </a:p>
        </p:txBody>
      </p:sp>
      <p:sp>
        <p:nvSpPr>
          <p:cNvPr id="6" name="">
            <a:extLst xmlns:a="http://schemas.openxmlformats.org/drawingml/2006/main">
              <a:ext uri="{FF2B5EF4-FFF2-40B4-BE49-F238E27FC236}">
                <a16:creationId xmlns:a16="http://schemas.microsoft.com/office/drawing/2014/main" id="{F0EBEB00-589B-4F2B-9B2C-F680210243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D9104FD-DFBD-4842-A5A6-CD6AD358BB0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EDD0340C-6FC8-4FAD-A0CB-1F2F9955029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017</a:t>
            </a:r>
          </a:p>
        </p:txBody>
      </p:sp>
    </p:spTree>
    <p:extLst>
      <p:ext uri="{BB962C8B-B14F-4D97-AF65-F5344CB8AC3E}">
        <p14:creationId xmlns:p14="http://schemas.microsoft.com/office/powerpoint/2010/main" val="745416887"/>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CB292E3-B558-4091-B545-80CE4436F4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5CE0DE6-A626-48AA-B8E8-496C064907D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050D214A-9B4D-4FC9-ABCD-FC2320F0E84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B02 / 장갑</a:t>
            </a:r>
          </a:p>
        </p:txBody>
      </p:sp>
      <p:sp>
        <p:nvSpPr>
          <p:cNvPr id="4" name="">
            <a:extLst xmlns:a="http://schemas.openxmlformats.org/drawingml/2006/main">
              <a:ext uri="{FF2B5EF4-FFF2-40B4-BE49-F238E27FC236}">
                <a16:creationId xmlns:a16="http://schemas.microsoft.com/office/drawing/2014/main" id="{8903F37F-9DB5-4B30-8BE9-2C7CFC05D0A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7C4992-DBB9-47E3-952F-05F0B82A22D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장갑 / B02, 마스크 / A01로 만듭니다.</a:t>
            </a:r>
          </a:p>
        </p:txBody>
      </p:sp>
      <p:sp>
        <p:nvSpPr>
          <p:cNvPr id="6" name="">
            <a:extLst xmlns:a="http://schemas.openxmlformats.org/drawingml/2006/main">
              <a:ext uri="{FF2B5EF4-FFF2-40B4-BE49-F238E27FC236}">
                <a16:creationId xmlns:a16="http://schemas.microsoft.com/office/drawing/2014/main" id="{2730359B-7AEB-4C15-B7E9-7ED3BDA867D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순서를 바꾸면 </a:t>
            </a:r>
            <a:r>
              <a:rPr b="1">
                <a:solidFill>
                  <a:srgbClr val="002FA7"/>
                </a:solidFill>
              </a:rPr>
              <a:t>B02 / 장갑</a:t>
            </a:r>
            <a:r>
              <a:t>처럼 양식이 달라집니다.</a:t>
            </a:r>
          </a:p>
        </p:txBody>
      </p:sp>
      <p:sp>
        <p:nvSpPr>
          <p:cNvPr id="7" name="">
            <a:extLst xmlns:a="http://schemas.openxmlformats.org/drawingml/2006/main">
              <a:ext uri="{FF2B5EF4-FFF2-40B4-BE49-F238E27FC236}">
                <a16:creationId xmlns:a16="http://schemas.microsoft.com/office/drawing/2014/main" id="{46EC279D-7A01-4336-B9FB-545F78618E9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0FFC76-EB56-4017-A502-0046C6EC944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9" name="">
            <a:extLst xmlns:a="http://schemas.openxmlformats.org/drawingml/2006/main">
              <a:ext uri="{FF2B5EF4-FFF2-40B4-BE49-F238E27FC236}">
                <a16:creationId xmlns:a16="http://schemas.microsoft.com/office/drawing/2014/main" id="{8AFC83DD-E81A-4E37-BBD6-3DFFEBFE5A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1114811427"/>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49BAA2-4F44-4182-B066-EE99AA85950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7B3D328A-9985-4045-A9ED-1F324989A63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정의와 입력</a:t>
            </a:r>
          </a:p>
        </p:txBody>
      </p:sp>
      <p:sp>
        <p:nvSpPr>
          <p:cNvPr id="3" name="">
            <a:extLst xmlns:a="http://schemas.openxmlformats.org/drawingml/2006/main">
              <a:ext uri="{FF2B5EF4-FFF2-40B4-BE49-F238E27FC236}">
                <a16:creationId xmlns:a16="http://schemas.microsoft.com/office/drawing/2014/main" id="{5ED1FCC9-AB47-4FAD-877D-759AD1A775A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A02 출력 순서를 먼저 예상합니다.</a:t>
            </a:r>
          </a:p>
        </p:txBody>
      </p:sp>
      <p:sp>
        <p:nvSpPr>
          <p:cNvPr id="4" name="">
            <a:extLst xmlns:a="http://schemas.openxmlformats.org/drawingml/2006/main">
              <a:ext uri="{FF2B5EF4-FFF2-40B4-BE49-F238E27FC236}">
                <a16:creationId xmlns:a16="http://schemas.microsoft.com/office/drawing/2014/main" id="{798C8E7F-47BD-48ED-B82D-51C38B9275B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A03 두 호출의 입력과 출력을 연결합니다.</a:t>
            </a:r>
          </a:p>
        </p:txBody>
      </p:sp>
      <p:sp>
        <p:nvSpPr>
          <p:cNvPr id="5" name="">
            <a:extLst xmlns:a="http://schemas.openxmlformats.org/drawingml/2006/main">
              <a:ext uri="{FF2B5EF4-FFF2-40B4-BE49-F238E27FC236}">
                <a16:creationId xmlns:a16="http://schemas.microsoft.com/office/drawing/2014/main" id="{8E419B7A-C613-437D-99C4-03EDB7A594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6D1E61-9B4D-4405-8F46-AF710096A1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753B6625-F74D-448B-B31C-0231DB3EE9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1059391137"/>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F1A592-AA7F-4D87-B4AE-D2BF5A26127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91460E1-5F35-4C02-AFEE-5C2CB6E1C47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1교시 확인</a:t>
            </a:r>
          </a:p>
        </p:txBody>
      </p:sp>
      <p:sp>
        <p:nvSpPr>
          <p:cNvPr id="3" name="">
            <a:extLst xmlns:a="http://schemas.openxmlformats.org/drawingml/2006/main">
              <a:ext uri="{FF2B5EF4-FFF2-40B4-BE49-F238E27FC236}">
                <a16:creationId xmlns:a16="http://schemas.microsoft.com/office/drawing/2014/main" id="{053E6EE0-7E59-4B3A-8FA8-5D1773839FB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정의만으로</a:t>
            </a:r>
          </a:p>
        </p:txBody>
      </p:sp>
      <p:sp>
        <p:nvSpPr>
          <p:cNvPr id="4" name="">
            <a:extLst xmlns:a="http://schemas.openxmlformats.org/drawingml/2006/main">
              <a:ext uri="{FF2B5EF4-FFF2-40B4-BE49-F238E27FC236}">
                <a16:creationId xmlns:a16="http://schemas.microsoft.com/office/drawing/2014/main" id="{B6AD7165-82E6-495E-8286-FA10B44B495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D3934A-D8DB-4F20-AA3E-7CAEF6DFAB5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정의만으로</a:t>
            </a:r>
            <a:r>
              <a:t> 본문은 실행되지 않습니다.</a:t>
            </a:r>
          </a:p>
        </p:txBody>
      </p:sp>
      <p:sp>
        <p:nvSpPr>
          <p:cNvPr id="6" name="">
            <a:extLst xmlns:a="http://schemas.openxmlformats.org/drawingml/2006/main">
              <a:ext uri="{FF2B5EF4-FFF2-40B4-BE49-F238E27FC236}">
                <a16:creationId xmlns:a16="http://schemas.microsoft.com/office/drawing/2014/main" id="{C00C4791-C023-4E07-8AAC-14B0330FA8A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자리와 실제 전달값을 구별합니다.</a:t>
            </a:r>
          </a:p>
        </p:txBody>
      </p:sp>
      <p:sp>
        <p:nvSpPr>
          <p:cNvPr id="7" name="">
            <a:extLst xmlns:a="http://schemas.openxmlformats.org/drawingml/2006/main">
              <a:ext uri="{FF2B5EF4-FFF2-40B4-BE49-F238E27FC236}">
                <a16:creationId xmlns:a16="http://schemas.microsoft.com/office/drawing/2014/main" id="{FA9A638E-1326-45F0-8CD9-B3332D52D9B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함수의 입력 계약을 문장으로 씁니다.</a:t>
            </a:r>
          </a:p>
        </p:txBody>
      </p:sp>
      <p:sp>
        <p:nvSpPr>
          <p:cNvPr id="8" name="">
            <a:extLst xmlns:a="http://schemas.openxmlformats.org/drawingml/2006/main">
              <a:ext uri="{FF2B5EF4-FFF2-40B4-BE49-F238E27FC236}">
                <a16:creationId xmlns:a16="http://schemas.microsoft.com/office/drawing/2014/main" id="{1CF9B554-2285-4801-8FB4-9A6992DEFB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A17A23-C9EB-415A-A9AD-6323F5148ED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2D851AAB-0E96-4838-BC93-0801866841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294486489"/>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E27CC2-ECB1-4940-8A7C-BD1F99B45EE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A81035-5D78-47AF-99F9-DEE89CDF8414}"/>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2F9E2A10-55F8-4943-A733-264332021014}"/>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7A7CF6E-FAD6-4D73-97F3-ED4F7BFD95D1}"/>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함수 입력과 반환</a:t>
            </a:r>
          </a:p>
        </p:txBody>
      </p:sp>
      <p:sp>
        <p:nvSpPr>
          <p:cNvPr id="5" name="">
            <a:extLst xmlns:a="http://schemas.openxmlformats.org/drawingml/2006/main">
              <a:ext uri="{FF2B5EF4-FFF2-40B4-BE49-F238E27FC236}">
                <a16:creationId xmlns:a16="http://schemas.microsoft.com/office/drawing/2014/main" id="{F0B9EF58-D0FF-4B03-ADF3-2206A7B69BE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174FC7A-C6EE-41D8-8D71-74C5DA6363C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BB0190A1-7589-430B-97B6-3CAE9F43757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A04, A05, A06</a:t>
            </a:r>
          </a:p>
        </p:txBody>
      </p:sp>
      <p:sp>
        <p:nvSpPr>
          <p:cNvPr id="8" name="">
            <a:extLst xmlns:a="http://schemas.openxmlformats.org/drawingml/2006/main">
              <a:ext uri="{FF2B5EF4-FFF2-40B4-BE49-F238E27FC236}">
                <a16:creationId xmlns:a16="http://schemas.microsoft.com/office/drawing/2014/main" id="{173FB957-ABF8-41D7-B26C-AC67015D4AE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6D9AE6A8-8AC0-4E0B-94DE-F0BF9E67B9F8}"/>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BD49AA5C-29C8-400E-8B38-E300FB895CD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921610800"/>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438B689-A020-4AED-AF65-56AC183D1F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3808BC6-0C10-40E9-9314-B0C12DEE1F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값을 돌려주기</a:t>
            </a:r>
          </a:p>
        </p:txBody>
      </p:sp>
      <p:sp>
        <p:nvSpPr>
          <p:cNvPr id="3" name="">
            <a:extLst xmlns:a="http://schemas.openxmlformats.org/drawingml/2006/main">
              <a:ext uri="{FF2B5EF4-FFF2-40B4-BE49-F238E27FC236}">
                <a16:creationId xmlns:a16="http://schemas.microsoft.com/office/drawing/2014/main" id="{C7D12B1C-815F-4732-8B1F-AD7F028FA7D7}"/>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37B5A1-1C0B-40D6-8F71-318028BFCFD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19AE2EDA-326D-42BE-8CC3-18803C151D0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add_offset(value, offset):</a:t>
            </a:r>
          </a:p>
        </p:txBody>
      </p:sp>
      <p:sp>
        <p:nvSpPr>
          <p:cNvPr id="6" name="">
            <a:extLst xmlns:a="http://schemas.openxmlformats.org/drawingml/2006/main">
              <a:ext uri="{FF2B5EF4-FFF2-40B4-BE49-F238E27FC236}">
                <a16:creationId xmlns:a16="http://schemas.microsoft.com/office/drawing/2014/main" id="{22656027-0195-41B7-AAE9-4180D7E774B0}"/>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3C2478DF-AABF-4786-8A44-455284CD173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value + offset</a:t>
            </a:r>
          </a:p>
        </p:txBody>
      </p:sp>
      <p:sp>
        <p:nvSpPr>
          <p:cNvPr id="8" name="">
            <a:extLst xmlns:a="http://schemas.openxmlformats.org/drawingml/2006/main">
              <a:ext uri="{FF2B5EF4-FFF2-40B4-BE49-F238E27FC236}">
                <a16:creationId xmlns:a16="http://schemas.microsoft.com/office/drawing/2014/main" id="{2AE4816D-A4D4-42BF-A449-548C8B5DB8B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23C31794-DA5D-4F7B-A18E-84B9321065F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result = add_offset(22.5, 1.0)</a:t>
            </a:r>
          </a:p>
        </p:txBody>
      </p:sp>
      <p:sp>
        <p:nvSpPr>
          <p:cNvPr id="10" name="">
            <a:extLst xmlns:a="http://schemas.openxmlformats.org/drawingml/2006/main">
              <a:ext uri="{FF2B5EF4-FFF2-40B4-BE49-F238E27FC236}">
                <a16:creationId xmlns:a16="http://schemas.microsoft.com/office/drawing/2014/main" id="{16181720-5E0F-4131-B622-D8157B291519}"/>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4921437A-8D08-48EF-978B-C05AE72D62C8}"/>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print(result)</a:t>
            </a:r>
          </a:p>
        </p:txBody>
      </p:sp>
      <p:sp>
        <p:nvSpPr>
          <p:cNvPr id="12" name="">
            <a:extLst xmlns:a="http://schemas.openxmlformats.org/drawingml/2006/main">
              <a:ext uri="{FF2B5EF4-FFF2-40B4-BE49-F238E27FC236}">
                <a16:creationId xmlns:a16="http://schemas.microsoft.com/office/drawing/2014/main" id="{C093F223-665C-4CC8-A78F-4FBBABA1650A}"/>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CA4D8FB7-F41D-4977-8114-30A68A2024E5}"/>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print(result + 1)</a:t>
            </a:r>
          </a:p>
        </p:txBody>
      </p:sp>
      <p:sp>
        <p:nvSpPr>
          <p:cNvPr id="14" name="">
            <a:extLst xmlns:a="http://schemas.openxmlformats.org/drawingml/2006/main">
              <a:ext uri="{FF2B5EF4-FFF2-40B4-BE49-F238E27FC236}">
                <a16:creationId xmlns:a16="http://schemas.microsoft.com/office/drawing/2014/main" id="{29D5550B-31B9-4AF4-95B9-1454637982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D15487-A46C-49DC-8ABF-2E64A7C8E5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E97D5E71-1309-4DCA-B343-3A1539DB58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2101868467"/>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92D887-FE86-4B41-9498-D4063E5D808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94B651F-2B01-47B2-B148-CF1D635BEA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return과 print는 다른 행동입니다</a:t>
            </a:r>
          </a:p>
        </p:txBody>
      </p:sp>
      <p:sp>
        <p:nvSpPr>
          <p:cNvPr id="3" name="">
            <a:extLst xmlns:a="http://schemas.openxmlformats.org/drawingml/2006/main">
              <a:ext uri="{FF2B5EF4-FFF2-40B4-BE49-F238E27FC236}">
                <a16:creationId xmlns:a16="http://schemas.microsoft.com/office/drawing/2014/main" id="{0D2F9D2C-F745-421E-8048-4BC9A0DA5980}"/>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53E7C3-C84A-4797-8DE6-EA90AAABF7A3}"/>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return은 호출한 곳으로 값을 보냅니다.</a:t>
            </a:r>
          </a:p>
        </p:txBody>
      </p:sp>
      <p:sp>
        <p:nvSpPr>
          <p:cNvPr id="5" name="">
            <a:extLst xmlns:a="http://schemas.openxmlformats.org/drawingml/2006/main">
              <a:ext uri="{FF2B5EF4-FFF2-40B4-BE49-F238E27FC236}">
                <a16:creationId xmlns:a16="http://schemas.microsoft.com/office/drawing/2014/main" id="{2EC3AE26-A235-407A-BB36-76E22ED88BBB}"/>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print는 사람에게 화면을 보여 줍니다.</a:t>
            </a:r>
          </a:p>
        </p:txBody>
      </p:sp>
      <p:sp>
        <p:nvSpPr>
          <p:cNvPr id="6" name="">
            <a:extLst xmlns:a="http://schemas.openxmlformats.org/drawingml/2006/main">
              <a:ext uri="{FF2B5EF4-FFF2-40B4-BE49-F238E27FC236}">
                <a16:creationId xmlns:a16="http://schemas.microsoft.com/office/drawing/2014/main" id="{1F734380-2407-4399-96C0-B54851D28042}"/>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FA8C10-1DD3-48DE-8659-3F2DD54D2801}"/>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화면값이 변수에 자동 저장되지는 않습니다.</a:t>
            </a:r>
          </a:p>
        </p:txBody>
      </p:sp>
      <p:sp>
        <p:nvSpPr>
          <p:cNvPr id="8" name="">
            <a:extLst xmlns:a="http://schemas.openxmlformats.org/drawingml/2006/main">
              <a:ext uri="{FF2B5EF4-FFF2-40B4-BE49-F238E27FC236}">
                <a16:creationId xmlns:a16="http://schemas.microsoft.com/office/drawing/2014/main" id="{0B82265F-E410-4745-BBBD-24E78C6849B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2187873-2A2E-41A8-8E8E-D7ED5141EF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78183726-E112-4D04-A456-CCCF15A6D8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58261129"/>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9A8F0D-8BF7-4B1A-996F-EFEFBFAA438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5D990C1-7692-4261-8F82-8AA90B1DF4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반환 뒤 계산하기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247861"/>
                <a:gridCol w="5724939"/>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함수 입력</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22.5와 1.0</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반환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23.5</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다음 계산 +1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24.5</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3CCD03CD-8F53-43B0-BEDB-6E39B0D9C5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37814F-988D-4A31-B00D-D43F35EDE3A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8ED15D47-222E-43B3-8981-07AD23E788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253192954"/>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C90FD83-6AC6-4D50-BC24-FD5D7F954D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4F2ECFB-8D70-409C-B19F-FD08FAA2C3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 뒤 결과를 따라갑니다</a:t>
            </a:r>
          </a:p>
        </p:txBody>
      </p:sp>
      <p:sp>
        <p:nvSpPr>
          <p:cNvPr id="3" name="">
            <a:extLst xmlns:a="http://schemas.openxmlformats.org/drawingml/2006/main">
              <a:ext uri="{FF2B5EF4-FFF2-40B4-BE49-F238E27FC236}">
                <a16:creationId xmlns:a16="http://schemas.microsoft.com/office/drawing/2014/main" id="{FA1530D5-6A1A-4A59-9D75-7DCF249548F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344606B-2470-4E3F-B2F2-3A607BBDF34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offset을 2.0으로 바꾸면 </a:t>
            </a:r>
            <a:r>
              <a:rPr b="1">
                <a:solidFill>
                  <a:srgbClr val="002FA7"/>
                </a:solidFill>
              </a:rPr>
              <a:t>24.5를 반환</a:t>
            </a:r>
            <a:r>
              <a:t>합니다.</a:t>
            </a:r>
          </a:p>
        </p:txBody>
      </p:sp>
      <p:sp>
        <p:nvSpPr>
          <p:cNvPr id="5" name="">
            <a:extLst xmlns:a="http://schemas.openxmlformats.org/drawingml/2006/main">
              <a:ext uri="{FF2B5EF4-FFF2-40B4-BE49-F238E27FC236}">
                <a16:creationId xmlns:a16="http://schemas.microsoft.com/office/drawing/2014/main" id="{5C1D1106-1E28-4942-9DE5-D0DD3687692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1B05FC-4C94-45E6-B5BB-C1BD36977E3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4743EBA-9A1C-437F-8808-A38C64EBC8F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다음 +1은 25.5가 됩니다.</a:t>
            </a:r>
          </a:p>
        </p:txBody>
      </p:sp>
      <p:sp>
        <p:nvSpPr>
          <p:cNvPr id="8" name="">
            <a:extLst xmlns:a="http://schemas.openxmlformats.org/drawingml/2006/main">
              <a:ext uri="{FF2B5EF4-FFF2-40B4-BE49-F238E27FC236}">
                <a16:creationId xmlns:a16="http://schemas.microsoft.com/office/drawing/2014/main" id="{4F4931E2-38E1-4F97-A13E-D0C510DC6B9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D940F0E-F65F-4282-8DA7-A42DE99AF8C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1D000E6-598F-45F1-84EC-633A090CB5A3}"/>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반환과 뒤 계산의 결과를 따로 적습니다.</a:t>
            </a:r>
          </a:p>
        </p:txBody>
      </p:sp>
      <p:sp>
        <p:nvSpPr>
          <p:cNvPr id="11" name="">
            <a:extLst xmlns:a="http://schemas.openxmlformats.org/drawingml/2006/main">
              <a:ext uri="{FF2B5EF4-FFF2-40B4-BE49-F238E27FC236}">
                <a16:creationId xmlns:a16="http://schemas.microsoft.com/office/drawing/2014/main" id="{2DA29ACC-7BD4-4731-9065-5FBF254B769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D9BAE86-0CD2-4BB2-9D0B-B493E34A2BA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73B00F85-4545-46F5-8A88-FC48B4D91C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055385980"/>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EDFFA4B-B731-4764-BF92-A208BB39868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4A607AA-4C76-454B-997D-150A275695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상태를 반환하기</a:t>
            </a:r>
          </a:p>
        </p:txBody>
      </p:sp>
      <p:sp>
        <p:nvSpPr>
          <p:cNvPr id="3" name="">
            <a:extLst xmlns:a="http://schemas.openxmlformats.org/drawingml/2006/main">
              <a:ext uri="{FF2B5EF4-FFF2-40B4-BE49-F238E27FC236}">
                <a16:creationId xmlns:a16="http://schemas.microsoft.com/office/drawing/2014/main" id="{FC9A59B7-536F-4C58-A5C3-FEB07708C0FC}"/>
              </a:ext>
            </a:extLst>
          </p:cNvPr>
          <p:cNvSpPr>
            <a:spLocks xmlns:a="http://schemas.openxmlformats.org/drawingml/2006/main" noGrp="1"/>
          </p:cNvSpPr>
          <p:nvPr/>
        </p:nvSpPr>
        <p:spPr>
          <a:xfrm xmlns:a="http://schemas.openxmlformats.org/drawingml/2006/main">
            <a:off x="609600" y="2714625"/>
            <a:ext cx="10972800" cy="3076575"/>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1B0585A-5EB8-46F6-9B40-C6CC17E00A38}"/>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E1A028DE-76E5-4A83-BBE7-B6250CEAE44A}"/>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def</a:t>
            </a:r>
            <a:r>
              <a:rPr>
                <a:solidFill>
                  <a:srgbClr val="FFFFFF"/>
                </a:solidFill>
              </a:rPr>
              <a:t> temperature_status(value):</a:t>
            </a:r>
          </a:p>
        </p:txBody>
      </p:sp>
      <p:sp>
        <p:nvSpPr>
          <p:cNvPr id="6" name="">
            <a:extLst xmlns:a="http://schemas.openxmlformats.org/drawingml/2006/main">
              <a:ext uri="{FF2B5EF4-FFF2-40B4-BE49-F238E27FC236}">
                <a16:creationId xmlns:a16="http://schemas.microsoft.com/office/drawing/2014/main" id="{9445E861-F542-49CE-978F-17DC1354A47F}"/>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B1399739-E7C8-45EE-9D4D-5A3432460766}"/>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5A8BA4CD-B982-49B3-8543-6CC658A6C448}"/>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2E8C9883-963E-4D68-B356-363DE0667DAD}"/>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"미측정"</a:t>
            </a:r>
          </a:p>
        </p:txBody>
      </p:sp>
      <p:sp>
        <p:nvSpPr>
          <p:cNvPr id="10" name="">
            <a:extLst xmlns:a="http://schemas.openxmlformats.org/drawingml/2006/main">
              <a:ext uri="{FF2B5EF4-FFF2-40B4-BE49-F238E27FC236}">
                <a16:creationId xmlns:a16="http://schemas.microsoft.com/office/drawing/2014/main" id="{92994554-ED86-4125-AF2A-2EBDF0B76B3B}"/>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A291FBE7-F7D4-43A5-A1CE-1CC5FB49E179}"/>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&gt; 24.0:</a:t>
            </a:r>
          </a:p>
        </p:txBody>
      </p:sp>
      <p:sp>
        <p:nvSpPr>
          <p:cNvPr id="12" name="">
            <a:extLst xmlns:a="http://schemas.openxmlformats.org/drawingml/2006/main">
              <a:ext uri="{FF2B5EF4-FFF2-40B4-BE49-F238E27FC236}">
                <a16:creationId xmlns:a16="http://schemas.microsoft.com/office/drawing/2014/main" id="{C8D814B3-A797-44EE-BF0B-A4933486561E}"/>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3346DCB8-7C1D-4232-962A-AF2DC844B48A}"/>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"확인"</a:t>
            </a:r>
          </a:p>
        </p:txBody>
      </p:sp>
      <p:sp>
        <p:nvSpPr>
          <p:cNvPr id="14" name="">
            <a:extLst xmlns:a="http://schemas.openxmlformats.org/drawingml/2006/main">
              <a:ext uri="{FF2B5EF4-FFF2-40B4-BE49-F238E27FC236}">
                <a16:creationId xmlns:a16="http://schemas.microsoft.com/office/drawing/2014/main" id="{3A17CE25-DD82-4D89-85EC-BEC7C663F2A2}"/>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4F1A0513-BB6C-47B6-9009-C8EDF94D3BBE}"/>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"정상"</a:t>
            </a:r>
          </a:p>
        </p:txBody>
      </p:sp>
      <p:sp>
        <p:nvSpPr>
          <p:cNvPr id="16" name="">
            <a:extLst xmlns:a="http://schemas.openxmlformats.org/drawingml/2006/main">
              <a:ext uri="{FF2B5EF4-FFF2-40B4-BE49-F238E27FC236}">
                <a16:creationId xmlns:a16="http://schemas.microsoft.com/office/drawing/2014/main" id="{18C25EC9-FE0B-4920-AF6C-3E1D64249A9E}"/>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91542233-E51C-4A40-AC4C-BFA58BE8B69B}"/>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print(temperature_status(22.5))</a:t>
            </a:r>
          </a:p>
        </p:txBody>
      </p:sp>
      <p:sp>
        <p:nvSpPr>
          <p:cNvPr id="18" name="">
            <a:extLst xmlns:a="http://schemas.openxmlformats.org/drawingml/2006/main">
              <a:ext uri="{FF2B5EF4-FFF2-40B4-BE49-F238E27FC236}">
                <a16:creationId xmlns:a16="http://schemas.microsoft.com/office/drawing/2014/main" id="{C4CA99FF-C7B4-4734-8644-2050E516F4BF}"/>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1236452E-032E-4E8D-B92D-F9C6636088E8}"/>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print(temperature_status(</a:t>
            </a:r>
            <a:r>
              <a:rPr b="1">
                <a:solidFill>
                  <a:srgbClr val="FFFFFF"/>
                </a:solidFill>
              </a:rPr>
              <a:t>None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95FB00AB-C1BB-4E5D-8FE9-B62C60F73EC8}"/>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FFD138C4-4B67-4B7E-949D-A3FCB2E664A7}"/>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print(temperature_status(25.0))</a:t>
            </a:r>
          </a:p>
        </p:txBody>
      </p:sp>
      <p:sp>
        <p:nvSpPr>
          <p:cNvPr id="22" name="">
            <a:extLst xmlns:a="http://schemas.openxmlformats.org/drawingml/2006/main">
              <a:ext uri="{FF2B5EF4-FFF2-40B4-BE49-F238E27FC236}">
                <a16:creationId xmlns:a16="http://schemas.microsoft.com/office/drawing/2014/main" id="{17977F10-A3BD-48E3-9C06-DCFC2C87298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9018B6A-43B0-4CF4-8903-EA744436E27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4" name="">
            <a:extLst xmlns:a="http://schemas.openxmlformats.org/drawingml/2006/main">
              <a:ext uri="{FF2B5EF4-FFF2-40B4-BE49-F238E27FC236}">
                <a16:creationId xmlns:a16="http://schemas.microsoft.com/office/drawing/2014/main" id="{1E13CCF8-CD86-40BD-B84A-01F8E53BF7C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2020498834"/>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B5916E0-86E9-4690-8D1C-B8C6D6EED50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E8ADADE3-94AD-4B7A-AA8A-E825A7A36C0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return을 만나면 그 호출은 끝납니다</a:t>
            </a:r>
          </a:p>
        </p:txBody>
      </p:sp>
      <p:sp>
        <p:nvSpPr>
          <p:cNvPr id="3" name="">
            <a:extLst xmlns:a="http://schemas.openxmlformats.org/drawingml/2006/main">
              <a:ext uri="{FF2B5EF4-FFF2-40B4-BE49-F238E27FC236}">
                <a16:creationId xmlns:a16="http://schemas.microsoft.com/office/drawing/2014/main" id="{4CB34B2F-677E-4DB0-A723-F53661CAF2D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A3D579B-251F-41B2-9E30-21346927DBC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None이면 미측정을 반환합니다.</a:t>
            </a:r>
          </a:p>
        </p:txBody>
      </p:sp>
      <p:sp>
        <p:nvSpPr>
          <p:cNvPr id="5" name="">
            <a:extLst xmlns:a="http://schemas.openxmlformats.org/drawingml/2006/main">
              <a:ext uri="{FF2B5EF4-FFF2-40B4-BE49-F238E27FC236}">
                <a16:creationId xmlns:a16="http://schemas.microsoft.com/office/drawing/2014/main" id="{0E9DACBA-D04E-4EEE-B62F-721D81B9880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58A293-3BC3-4617-94A9-C220EAC7312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C1F104F-A167-47B8-898D-1D4BB6BC118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24.0 초과이면 확인을 반환합니다.</a:t>
            </a:r>
          </a:p>
        </p:txBody>
      </p:sp>
      <p:sp>
        <p:nvSpPr>
          <p:cNvPr id="8" name="">
            <a:extLst xmlns:a="http://schemas.openxmlformats.org/drawingml/2006/main">
              <a:ext uri="{FF2B5EF4-FFF2-40B4-BE49-F238E27FC236}">
                <a16:creationId xmlns:a16="http://schemas.microsoft.com/office/drawing/2014/main" id="{53DAC428-B4AB-49A0-8176-D7B56FCCF23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EF028F5-E43D-42BB-872B-3563BE341CD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8D6E729-C782-4A79-9FBD-F9C6BFD7A79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외 숫자는 정상을 반환합니다.</a:t>
            </a:r>
          </a:p>
        </p:txBody>
      </p:sp>
      <p:sp>
        <p:nvSpPr>
          <p:cNvPr id="11" name="">
            <a:extLst xmlns:a="http://schemas.openxmlformats.org/drawingml/2006/main">
              <a:ext uri="{FF2B5EF4-FFF2-40B4-BE49-F238E27FC236}">
                <a16:creationId xmlns:a16="http://schemas.microsoft.com/office/drawing/2014/main" id="{AD0CB9F1-0219-4612-A387-D9D2AF8E69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AB08A35-8885-4C16-B755-297FC4150B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EF426347-A1AE-4BA7-AB27-A82EA1A235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919672032"/>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1C65B7-1092-4037-834B-5FAA91C02FA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6890032-FB53-4FEF-88FD-C2D8E215BA0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경계와 없음의 기대</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908431"/>
                <a:gridCol w="5064369"/>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반환값</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25.0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7D5796BD-BE77-4B53-8B87-8E2775B32F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260D02-D8D9-4971-9A91-9B6A28D9C8F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B7CBE5F9-D992-491F-902D-AC5A951F82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2054594920"/>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5FF6997-EC0C-4360-8425-EE67F628E7D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CC20980-2436-4E43-8DE0-B405DB7BBA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검사표는 실행 전에 만듭니다</a:t>
            </a:r>
          </a:p>
        </p:txBody>
      </p:sp>
      <p:sp>
        <p:nvSpPr>
          <p:cNvPr id="3" name="">
            <a:extLst xmlns:a="http://schemas.openxmlformats.org/drawingml/2006/main">
              <a:ext uri="{FF2B5EF4-FFF2-40B4-BE49-F238E27FC236}">
                <a16:creationId xmlns:a16="http://schemas.microsoft.com/office/drawing/2014/main" id="{8F150B48-E4E1-46E8-A1D4-6BA67E18929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E30598D-D739-4C6B-8517-DD5CBBF6870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업무상 기대를 먼저 씁니다.</a:t>
            </a:r>
          </a:p>
        </p:txBody>
      </p:sp>
      <p:sp>
        <p:nvSpPr>
          <p:cNvPr id="5" name="">
            <a:extLst xmlns:a="http://schemas.openxmlformats.org/drawingml/2006/main">
              <a:ext uri="{FF2B5EF4-FFF2-40B4-BE49-F238E27FC236}">
                <a16:creationId xmlns:a16="http://schemas.microsoft.com/office/drawing/2014/main" id="{26287D4D-2B2A-443A-80D8-F4553C65CD3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67AD55-EB80-4BC0-B9C6-4742D316842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E57975-6347-49C4-9823-795F6281C49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경계 아래·같음·위를 포함합니다.</a:t>
            </a:r>
          </a:p>
        </p:txBody>
      </p:sp>
      <p:sp>
        <p:nvSpPr>
          <p:cNvPr id="8" name="">
            <a:extLst xmlns:a="http://schemas.openxmlformats.org/drawingml/2006/main">
              <a:ext uri="{FF2B5EF4-FFF2-40B4-BE49-F238E27FC236}">
                <a16:creationId xmlns:a16="http://schemas.microsoft.com/office/drawing/2014/main" id="{14815039-EE28-43D0-AD9A-6A9AB70726A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CC2748C-6D56-4E9B-80F6-73501EE1697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758E934-C5E0-4DCA-8B02-619704175D4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출력과 기대를 대조합니다.</a:t>
            </a:r>
          </a:p>
        </p:txBody>
      </p:sp>
      <p:sp>
        <p:nvSpPr>
          <p:cNvPr id="11" name="">
            <a:extLst xmlns:a="http://schemas.openxmlformats.org/drawingml/2006/main">
              <a:ext uri="{FF2B5EF4-FFF2-40B4-BE49-F238E27FC236}">
                <a16:creationId xmlns:a16="http://schemas.microsoft.com/office/drawing/2014/main" id="{00B81B10-9056-49D5-BC4D-DC8C768293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4A94D25-B942-4DEA-90F9-CF129C3040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620A6135-1F64-4513-93F0-E4E1FEFE50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954964712"/>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89D795-EA18-4B1B-8786-27E9EB7E762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E721985-4C58-4DF9-BF8D-517FCC91C66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F59D5A76-B0D2-4D14-BCB1-8698954F99B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1EC89FD-D6BD-4436-B0DB-655B7AAF10D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상품 금액을 계산한 뒤 </a:t>
            </a:r>
            <a:r>
              <a:rPr b="1">
                <a:solidFill>
                  <a:srgbClr val="002FA7"/>
                </a:solidFill>
              </a:rPr>
              <a:t>배송비를 더합니다</a:t>
            </a:r>
            <a:r>
              <a:t>.</a:t>
            </a:r>
          </a:p>
        </p:txBody>
      </p:sp>
      <p:sp>
        <p:nvSpPr>
          <p:cNvPr id="5" name="">
            <a:extLst xmlns:a="http://schemas.openxmlformats.org/drawingml/2006/main">
              <a:ext uri="{FF2B5EF4-FFF2-40B4-BE49-F238E27FC236}">
                <a16:creationId xmlns:a16="http://schemas.microsoft.com/office/drawing/2014/main" id="{4F3DB213-5362-4036-AEC6-D3607F4B38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1E45299-EE8C-47A3-9C97-0AFE93397E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A3E49D9D-CE92-4D3F-8F60-A7178E8FD6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54312599"/>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516936-AEAD-461C-83F2-4739FE6B1E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E33C3B15-859D-4508-AF4C-744DACFE35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930189"/>
                <a:gridCol w="4042611"/>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1200×3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3600</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함수 반환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3600</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배송비 +2000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5600</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61342486-A86C-4895-B6FB-3FAAE83EADC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2EACFF-F5D2-4E9A-8CF1-F19D67CE3F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0EFAB38B-24B9-4087-8EED-F8E666EBADC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495339096"/>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51A5CD-313A-4567-909D-DF870332CD3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CB6AF3AC-D9EC-472C-8078-378FC8D568F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DEBC1C1F-01B0-4978-9DA1-347BF9A70BE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함수는 포장비 500을 </a:t>
            </a:r>
            <a:r>
              <a:rPr b="1">
                <a:solidFill>
                  <a:srgbClr val="BACBFA"/>
                </a:solidFill>
              </a:rPr>
              <a:t>출력만</a:t>
            </a:r>
            <a:r>
              <a:t> 합니다.</a:t>
            </a:r>
          </a:p>
        </p:txBody>
      </p:sp>
      <p:sp>
        <p:nvSpPr>
          <p:cNvPr id="4" name="">
            <a:extLst xmlns:a="http://schemas.openxmlformats.org/drawingml/2006/main">
              <a:ext uri="{FF2B5EF4-FFF2-40B4-BE49-F238E27FC236}">
                <a16:creationId xmlns:a16="http://schemas.microsoft.com/office/drawing/2014/main" id="{BE74A7AE-35C3-40F1-A520-79DC5417331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반환값을 총액 3000에 더하면 어떻게 될까요?</a:t>
            </a:r>
          </a:p>
        </p:txBody>
      </p:sp>
      <p:sp>
        <p:nvSpPr>
          <p:cNvPr id="5" name="">
            <a:extLst xmlns:a="http://schemas.openxmlformats.org/drawingml/2006/main">
              <a:ext uri="{FF2B5EF4-FFF2-40B4-BE49-F238E27FC236}">
                <a16:creationId xmlns:a16="http://schemas.microsoft.com/office/drawing/2014/main" id="{69A7E1F5-574D-4DED-9992-5A834A98C9B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C26129-39D4-4901-A6BF-F718147675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A729EB6D-0A07-4B69-89F9-87A37AEA7BF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718995836"/>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5941C5-6984-4B96-BE2A-77B4577218A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0F5692C-7070-4EBF-A4A9-62D4D1FAD99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DD7412FF-649A-4471-8FC9-4E19F5FA9A05}"/>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317D7DF-22BC-45D6-A88F-9B99C6BF958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return이 없으면 </a:t>
            </a:r>
            <a:r>
              <a:rPr b="1">
                <a:solidFill>
                  <a:srgbClr val="002FA7"/>
                </a:solidFill>
              </a:rPr>
              <a:t>받은 값은 None</a:t>
            </a:r>
            <a:r>
              <a:t>입니다.</a:t>
            </a:r>
          </a:p>
        </p:txBody>
      </p:sp>
      <p:sp>
        <p:nvSpPr>
          <p:cNvPr id="5" name="">
            <a:extLst xmlns:a="http://schemas.openxmlformats.org/drawingml/2006/main">
              <a:ext uri="{FF2B5EF4-FFF2-40B4-BE49-F238E27FC236}">
                <a16:creationId xmlns:a16="http://schemas.microsoft.com/office/drawing/2014/main" id="{24E54162-16A0-4CA9-B930-FC3ABD5A724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함수가 500을 반환하고 호출자가 더하도록 고칩니다.</a:t>
            </a:r>
          </a:p>
        </p:txBody>
      </p:sp>
      <p:sp>
        <p:nvSpPr>
          <p:cNvPr id="6" name="">
            <a:extLst xmlns:a="http://schemas.openxmlformats.org/drawingml/2006/main">
              <a:ext uri="{FF2B5EF4-FFF2-40B4-BE49-F238E27FC236}">
                <a16:creationId xmlns:a16="http://schemas.microsoft.com/office/drawing/2014/main" id="{9261491A-CEF8-4550-83CE-36ED632E72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436922B-04D6-477A-A11D-56993330D5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3437B305-4BF6-4107-8717-1139C14804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2086204821"/>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F79D8A-2FF6-40E3-8F80-789D4199393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380A22F5-3409-420C-ABC0-606CA14586E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반환과 검사</a:t>
            </a:r>
          </a:p>
        </p:txBody>
      </p:sp>
      <p:sp>
        <p:nvSpPr>
          <p:cNvPr id="3" name="">
            <a:extLst xmlns:a="http://schemas.openxmlformats.org/drawingml/2006/main">
              <a:ext uri="{FF2B5EF4-FFF2-40B4-BE49-F238E27FC236}">
                <a16:creationId xmlns:a16="http://schemas.microsoft.com/office/drawing/2014/main" id="{A6750514-394F-44E6-8919-6E38FF47865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A04 받은 값을 다음 계산에 사용합니다.</a:t>
            </a:r>
          </a:p>
        </p:txBody>
      </p:sp>
      <p:sp>
        <p:nvSpPr>
          <p:cNvPr id="4" name="">
            <a:extLst xmlns:a="http://schemas.openxmlformats.org/drawingml/2006/main">
              <a:ext uri="{FF2B5EF4-FFF2-40B4-BE49-F238E27FC236}">
                <a16:creationId xmlns:a16="http://schemas.microsoft.com/office/drawing/2014/main" id="{3D29B4DE-C265-4116-9229-177998E8BDB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A06에서 정상·경계·미측정을 대조합니다.</a:t>
            </a:r>
          </a:p>
        </p:txBody>
      </p:sp>
      <p:sp>
        <p:nvSpPr>
          <p:cNvPr id="5" name="">
            <a:extLst xmlns:a="http://schemas.openxmlformats.org/drawingml/2006/main">
              <a:ext uri="{FF2B5EF4-FFF2-40B4-BE49-F238E27FC236}">
                <a16:creationId xmlns:a16="http://schemas.microsoft.com/office/drawing/2014/main" id="{B09C44F8-CD80-4919-93C2-AB5B264431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423DDB-FBEB-4428-B5B4-3FD7507CDB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C1B26518-D9A2-4C04-8D3A-15A74B663B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745912309"/>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CDA5F8-67A8-4B68-B668-AEEFE9F2A6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9ECFA44-765A-4FC5-B997-7F45CBD3B3F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2교시 확인</a:t>
            </a:r>
          </a:p>
        </p:txBody>
      </p:sp>
      <p:sp>
        <p:nvSpPr>
          <p:cNvPr id="3" name="">
            <a:extLst xmlns:a="http://schemas.openxmlformats.org/drawingml/2006/main">
              <a:ext uri="{FF2B5EF4-FFF2-40B4-BE49-F238E27FC236}">
                <a16:creationId xmlns:a16="http://schemas.microsoft.com/office/drawing/2014/main" id="{5C821132-EC27-4CA4-83B1-BBF4EF5988B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표시값과 반환값</a:t>
            </a:r>
          </a:p>
        </p:txBody>
      </p:sp>
      <p:sp>
        <p:nvSpPr>
          <p:cNvPr id="4" name="">
            <a:extLst xmlns:a="http://schemas.openxmlformats.org/drawingml/2006/main">
              <a:ext uri="{FF2B5EF4-FFF2-40B4-BE49-F238E27FC236}">
                <a16:creationId xmlns:a16="http://schemas.microsoft.com/office/drawing/2014/main" id="{E8A23A50-E230-4B5E-93CA-CAA992E8CD3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232089-BDEA-40E8-9E44-704F5055108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표시값과 반환값</a:t>
            </a:r>
            <a:r>
              <a:t>은 다를 수 있습니다.</a:t>
            </a:r>
          </a:p>
        </p:txBody>
      </p:sp>
      <p:sp>
        <p:nvSpPr>
          <p:cNvPr id="6" name="">
            <a:extLst xmlns:a="http://schemas.openxmlformats.org/drawingml/2006/main">
              <a:ext uri="{FF2B5EF4-FFF2-40B4-BE49-F238E27FC236}">
                <a16:creationId xmlns:a16="http://schemas.microsoft.com/office/drawing/2014/main" id="{F875F7A3-34B9-4EAA-AF2E-08F81E657A1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return 뒤 같은 호출은 계속 내려가지 않습니다.</a:t>
            </a:r>
          </a:p>
        </p:txBody>
      </p:sp>
      <p:sp>
        <p:nvSpPr>
          <p:cNvPr id="7" name="">
            <a:extLst xmlns:a="http://schemas.openxmlformats.org/drawingml/2006/main">
              <a:ext uri="{FF2B5EF4-FFF2-40B4-BE49-F238E27FC236}">
                <a16:creationId xmlns:a16="http://schemas.microsoft.com/office/drawing/2014/main" id="{B03B1C43-A445-4D7F-8D81-F733B2FE8F9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검사 통과 범위를 넘겨 보고하지 않습니다.</a:t>
            </a:r>
          </a:p>
        </p:txBody>
      </p:sp>
      <p:sp>
        <p:nvSpPr>
          <p:cNvPr id="8" name="">
            <a:extLst xmlns:a="http://schemas.openxmlformats.org/drawingml/2006/main">
              <a:ext uri="{FF2B5EF4-FFF2-40B4-BE49-F238E27FC236}">
                <a16:creationId xmlns:a16="http://schemas.microsoft.com/office/drawing/2014/main" id="{1313DB65-76A4-4B69-83BE-F479A38CB2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F65C50-15F4-43C0-A994-E13F371D2E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7CD35795-0BA5-4E19-892F-DF341F79D5D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920451139"/>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BA8040-CA98-4699-AF51-428B89B3653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E80565-C90F-4BB2-9174-9A9DBB8C93B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30B0C714-E393-4FD2-8999-34311340D5E4}"/>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5DD94EF-4F9C-449B-B293-3C4C6CD47C9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파일을 읽고 결과 저장</a:t>
            </a:r>
          </a:p>
        </p:txBody>
      </p:sp>
      <p:sp>
        <p:nvSpPr>
          <p:cNvPr id="5" name="">
            <a:extLst xmlns:a="http://schemas.openxmlformats.org/drawingml/2006/main">
              <a:ext uri="{FF2B5EF4-FFF2-40B4-BE49-F238E27FC236}">
                <a16:creationId xmlns:a16="http://schemas.microsoft.com/office/drawing/2014/main" id="{784C6522-98D5-4D3A-8F62-768AF8A9F18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D601871-63E2-42DE-9ADD-8FEB8D2F5DA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613B3574-9A9B-438C-B205-79E2FBBFEA8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A07, A08, A09</a:t>
            </a:r>
          </a:p>
        </p:txBody>
      </p:sp>
      <p:sp>
        <p:nvSpPr>
          <p:cNvPr id="8" name="">
            <a:extLst xmlns:a="http://schemas.openxmlformats.org/drawingml/2006/main">
              <a:ext uri="{FF2B5EF4-FFF2-40B4-BE49-F238E27FC236}">
                <a16:creationId xmlns:a16="http://schemas.microsoft.com/office/drawing/2014/main" id="{154671AF-E3E3-4465-AFAD-51B5F18EFE75}"/>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C6218866-2505-4055-871F-FC565D8F830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8DFF64DB-99B3-4438-9812-02FCF241468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210037156"/>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4092E13-F3D9-4189-98EA-9ABE9D9BB5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DEA6B38-646B-41E3-B26E-E88114B34C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텍스트 파일 읽기</a:t>
            </a:r>
          </a:p>
        </p:txBody>
      </p:sp>
      <p:sp>
        <p:nvSpPr>
          <p:cNvPr id="3" name="">
            <a:extLst xmlns:a="http://schemas.openxmlformats.org/drawingml/2006/main">
              <a:ext uri="{FF2B5EF4-FFF2-40B4-BE49-F238E27FC236}">
                <a16:creationId xmlns:a16="http://schemas.microsoft.com/office/drawing/2014/main" id="{86D247B3-8A7D-4D5B-95EA-D8CEA8BDEA1B}"/>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586B26-83C1-43AB-8550-4D3FF32D6F0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1EDD51E3-7F5E-4172-B51C-0E47D9FCEA9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from</a:t>
            </a:r>
            <a:r>
              <a:rPr>
                <a:solidFill>
                  <a:srgbClr val="FFFFFF"/>
                </a:solidFill>
              </a:rPr>
              <a:t> pathlib </a:t>
            </a:r>
            <a:r>
              <a:rPr b="1">
                <a:solidFill>
                  <a:srgbClr val="FFFFFF"/>
                </a:solidFill>
              </a:rPr>
              <a:t>import</a:t>
            </a:r>
            <a:r>
              <a:rPr>
                <a:solidFill>
                  <a:srgbClr val="FFFFFF"/>
                </a:solidFill>
              </a:rPr>
              <a:t> Path</a:t>
            </a:r>
          </a:p>
        </p:txBody>
      </p:sp>
      <p:sp>
        <p:nvSpPr>
          <p:cNvPr id="6" name="">
            <a:extLst xmlns:a="http://schemas.openxmlformats.org/drawingml/2006/main">
              <a:ext uri="{FF2B5EF4-FFF2-40B4-BE49-F238E27FC236}">
                <a16:creationId xmlns:a16="http://schemas.microsoft.com/office/drawing/2014/main" id="{F2041A2C-59FD-4E9E-A254-F1151B4EC78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17876D46-62D3-40E8-8079-1BB38B79B0F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base = Path(__file__).resolve().parent.parent</a:t>
            </a:r>
          </a:p>
        </p:txBody>
      </p:sp>
      <p:sp>
        <p:nvSpPr>
          <p:cNvPr id="8" name="">
            <a:extLst xmlns:a="http://schemas.openxmlformats.org/drawingml/2006/main">
              <a:ext uri="{FF2B5EF4-FFF2-40B4-BE49-F238E27FC236}">
                <a16:creationId xmlns:a16="http://schemas.microsoft.com/office/drawing/2014/main" id="{57C5B11F-48AE-498F-BBA7-28E918CC7FD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D9F24A11-832F-4340-BF18-8AB808C8DA9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source = base / </a:t>
            </a:r>
            <a:r>
              <a:rPr>
                <a:solidFill>
                  <a:srgbClr val="BACBFA"/>
                </a:solidFill>
              </a:rPr>
              <a:t>"data"</a:t>
            </a:r>
            <a:r>
              <a:rPr>
                <a:solidFill>
                  <a:srgbClr val="FFFFFF"/>
                </a:solidFill>
              </a:rPr>
              <a:t> / </a:t>
            </a:r>
            <a:r>
              <a:rPr>
                <a:solidFill>
                  <a:srgbClr val="BACBFA"/>
                </a:solidFill>
              </a:rPr>
              <a:t>"notice.txt"</a:t>
            </a:r>
          </a:p>
        </p:txBody>
      </p:sp>
      <p:sp>
        <p:nvSpPr>
          <p:cNvPr id="10" name="">
            <a:extLst xmlns:a="http://schemas.openxmlformats.org/drawingml/2006/main">
              <a:ext uri="{FF2B5EF4-FFF2-40B4-BE49-F238E27FC236}">
                <a16:creationId xmlns:a16="http://schemas.microsoft.com/office/drawing/2014/main" id="{20FFB013-E4E3-4F5F-80EA-CD9D18026281}"/>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BF90F5F6-086A-418F-A9C0-75BB63C145D5}"/>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text = source.read_text(encoding=</a:t>
            </a:r>
            <a:r>
              <a:rPr>
                <a:solidFill>
                  <a:srgbClr val="BACBFA"/>
                </a:solidFill>
              </a:rPr>
              <a:t>"utf-8"</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E64915A4-D663-43EE-837F-04AAFC7C6EB6}"/>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03255868-F509-43A6-BBCA-009673EDEE0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print(text.strip())</a:t>
            </a:r>
          </a:p>
        </p:txBody>
      </p:sp>
      <p:sp>
        <p:nvSpPr>
          <p:cNvPr id="14" name="">
            <a:extLst xmlns:a="http://schemas.openxmlformats.org/drawingml/2006/main">
              <a:ext uri="{FF2B5EF4-FFF2-40B4-BE49-F238E27FC236}">
                <a16:creationId xmlns:a16="http://schemas.microsoft.com/office/drawing/2014/main" id="{1439F727-A2C7-4F45-8E90-0F17E350F1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BA0715E-D994-42C0-91D6-C7ED842962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3441B942-5BD6-49CC-A50F-1B8BC559FE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389179991"/>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E8A9D1-5B97-4CBF-B806-E18BD86EA6E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05A0D07-88A7-4675-A7EF-42431D75DFE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주소를 만드는 순서</a:t>
            </a:r>
          </a:p>
        </p:txBody>
      </p:sp>
      <p:sp>
        <p:nvSpPr>
          <p:cNvPr id="3" name="">
            <a:extLst xmlns:a="http://schemas.openxmlformats.org/drawingml/2006/main">
              <a:ext uri="{FF2B5EF4-FFF2-40B4-BE49-F238E27FC236}">
                <a16:creationId xmlns:a16="http://schemas.microsoft.com/office/drawing/2014/main" id="{9E7C5538-BECF-406C-A482-CF04AF12CA6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386911F-E6EE-4E8A-8B22-CF46A8D7774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코드의 위치를 찾습니다.</a:t>
            </a:r>
          </a:p>
        </p:txBody>
      </p:sp>
      <p:sp>
        <p:nvSpPr>
          <p:cNvPr id="5" name="">
            <a:extLst xmlns:a="http://schemas.openxmlformats.org/drawingml/2006/main">
              <a:ext uri="{FF2B5EF4-FFF2-40B4-BE49-F238E27FC236}">
                <a16:creationId xmlns:a16="http://schemas.microsoft.com/office/drawing/2014/main" id="{2647C9A9-62A4-4D7A-B6B1-C9965A8D769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26C277-2D95-4B70-B9A3-97210688C9C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59D9E8A-0A57-4AE3-8B30-4ED2D93462F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위의 </a:t>
            </a:r>
            <a:r>
              <a:rPr b="1">
                <a:solidFill>
                  <a:srgbClr val="002FA7"/>
                </a:solidFill>
              </a:rPr>
              <a:t>course 폴더</a:t>
            </a:r>
            <a:r>
              <a:t>를 기준으로 삼습니다.</a:t>
            </a:r>
          </a:p>
        </p:txBody>
      </p:sp>
      <p:sp>
        <p:nvSpPr>
          <p:cNvPr id="8" name="">
            <a:extLst xmlns:a="http://schemas.openxmlformats.org/drawingml/2006/main">
              <a:ext uri="{FF2B5EF4-FFF2-40B4-BE49-F238E27FC236}">
                <a16:creationId xmlns:a16="http://schemas.microsoft.com/office/drawing/2014/main" id="{B65B866E-F8A2-4271-94A1-350AED09E2C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3E385F-7890-4EF4-A736-D57D19630FD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DAC8D09-0042-4F83-92B8-7DBE54211E5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data/notice.txt를 UTF-8로 읽습니다.</a:t>
            </a:r>
          </a:p>
        </p:txBody>
      </p:sp>
      <p:sp>
        <p:nvSpPr>
          <p:cNvPr id="11" name="">
            <a:extLst xmlns:a="http://schemas.openxmlformats.org/drawingml/2006/main">
              <a:ext uri="{FF2B5EF4-FFF2-40B4-BE49-F238E27FC236}">
                <a16:creationId xmlns:a16="http://schemas.microsoft.com/office/drawing/2014/main" id="{38212259-4C46-4D38-92B0-28502FBA34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E1B1764-3A6A-4725-907B-37D4F5C234D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2BE5EC5F-BCCF-4497-B58E-AFC4042787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1064801473"/>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1A0B6D-D4B3-42D8-952B-A075C68F55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94A77DC-A38D-4D27-9A75-2D94757DA9C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파일을 찾지 못하면</a:t>
            </a:r>
          </a:p>
        </p:txBody>
      </p:sp>
      <p:sp>
        <p:nvSpPr>
          <p:cNvPr id="3" name="">
            <a:extLst xmlns:a="http://schemas.openxmlformats.org/drawingml/2006/main">
              <a:ext uri="{FF2B5EF4-FFF2-40B4-BE49-F238E27FC236}">
                <a16:creationId xmlns:a16="http://schemas.microsoft.com/office/drawing/2014/main" id="{6BACB78F-94AF-4509-970C-472165F8089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주소부터 확인</a:t>
            </a:r>
          </a:p>
        </p:txBody>
      </p:sp>
      <p:sp>
        <p:nvSpPr>
          <p:cNvPr id="4" name="">
            <a:extLst xmlns:a="http://schemas.openxmlformats.org/drawingml/2006/main">
              <a:ext uri="{FF2B5EF4-FFF2-40B4-BE49-F238E27FC236}">
                <a16:creationId xmlns:a16="http://schemas.microsoft.com/office/drawing/2014/main" id="{7C2A1958-9961-4FB0-A85D-14446B718B0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E29BF5-C51C-4C39-9DB2-4BE6FC10865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FileNotFoundError는 </a:t>
            </a:r>
            <a:r>
              <a:rPr b="1">
                <a:solidFill>
                  <a:srgbClr val="002FA7"/>
                </a:solidFill>
              </a:rPr>
              <a:t>주소부터 확인</a:t>
            </a:r>
            <a:r>
              <a:t>합니다.</a:t>
            </a:r>
          </a:p>
        </p:txBody>
      </p:sp>
      <p:sp>
        <p:nvSpPr>
          <p:cNvPr id="6" name="">
            <a:extLst xmlns:a="http://schemas.openxmlformats.org/drawingml/2006/main">
              <a:ext uri="{FF2B5EF4-FFF2-40B4-BE49-F238E27FC236}">
                <a16:creationId xmlns:a16="http://schemas.microsoft.com/office/drawing/2014/main" id="{9B2A6763-C9EB-4AD4-91A4-4DD2407504B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압축을 풀었는지와 확장자를 봅니다.</a:t>
            </a:r>
          </a:p>
        </p:txBody>
      </p:sp>
      <p:sp>
        <p:nvSpPr>
          <p:cNvPr id="7" name="">
            <a:extLst xmlns:a="http://schemas.openxmlformats.org/drawingml/2006/main">
              <a:ext uri="{FF2B5EF4-FFF2-40B4-BE49-F238E27FC236}">
                <a16:creationId xmlns:a16="http://schemas.microsoft.com/office/drawing/2014/main" id="{89D78306-1615-4762-AED8-1815CB8C30C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없는 파일 문제를 숫자 변환으로 고치지 않습니다.</a:t>
            </a:r>
          </a:p>
        </p:txBody>
      </p:sp>
      <p:sp>
        <p:nvSpPr>
          <p:cNvPr id="8" name="">
            <a:extLst xmlns:a="http://schemas.openxmlformats.org/drawingml/2006/main">
              <a:ext uri="{FF2B5EF4-FFF2-40B4-BE49-F238E27FC236}">
                <a16:creationId xmlns:a16="http://schemas.microsoft.com/office/drawing/2014/main" id="{42D75C88-AE2D-4B32-B8E8-2A3205B046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BDDE4C-0C71-4247-89BB-6E29AB586F8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5D46EB1D-149A-4621-BB6A-B4397486C95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896583224"/>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020C9DA-4219-4689-910C-8822F0A2814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EBC2C21-C300-4BD9-95A7-11AAC4DC33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CSV 행을 읽기</a:t>
            </a:r>
          </a:p>
        </p:txBody>
      </p:sp>
      <p:sp>
        <p:nvSpPr>
          <p:cNvPr id="3" name="">
            <a:extLst xmlns:a="http://schemas.openxmlformats.org/drawingml/2006/main">
              <a:ext uri="{FF2B5EF4-FFF2-40B4-BE49-F238E27FC236}">
                <a16:creationId xmlns:a16="http://schemas.microsoft.com/office/drawing/2014/main" id="{B376385D-A472-43AF-B4F8-AAF0FEB7C3C7}"/>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2C3196-D6C6-41E0-A802-C4347A694B4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8A0FC658-188E-48DE-934C-02404FB19F7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csv</a:t>
            </a:r>
          </a:p>
        </p:txBody>
      </p:sp>
      <p:sp>
        <p:nvSpPr>
          <p:cNvPr id="6" name="">
            <a:extLst xmlns:a="http://schemas.openxmlformats.org/drawingml/2006/main">
              <a:ext uri="{FF2B5EF4-FFF2-40B4-BE49-F238E27FC236}">
                <a16:creationId xmlns:a16="http://schemas.microsoft.com/office/drawing/2014/main" id="{A7169070-31A2-40A3-B076-92F83A57EE3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16AA2A16-8590-45EA-B908-1495EA849ADF}"/>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with</a:t>
            </a:r>
            <a:r>
              <a:rPr>
                <a:solidFill>
                  <a:srgbClr val="FFFFFF"/>
                </a:solidFill>
              </a:rPr>
              <a:t> open(</a:t>
            </a:r>
            <a:r>
              <a:rPr>
                <a:solidFill>
                  <a:srgbClr val="BACBFA"/>
                </a:solidFill>
              </a:rPr>
              <a:t>"data/readings.csv"</a:t>
            </a:r>
            <a:r>
              <a:rPr>
                <a:solidFill>
                  <a:srgbClr val="FFFFFF"/>
                </a:solidFill>
              </a:rPr>
              <a:t>, encoding=</a:t>
            </a:r>
            <a:r>
              <a:rPr>
                <a:solidFill>
                  <a:srgbClr val="BACBFA"/>
                </a:solidFill>
              </a:rPr>
              <a:t>"utf-8"</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ABC3CA56-AE18-4A2A-AB07-57D16DB72E1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AAC2939-6674-48BE-9025-B3F0F025837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newline=</a:t>
            </a:r>
            <a:r>
              <a:rPr>
                <a:solidFill>
                  <a:srgbClr val="BACBFA"/>
                </a:solidFill>
              </a:rPr>
              <a:t>""</a:t>
            </a:r>
            <a:r>
              <a:rPr>
                <a:solidFill>
                  <a:srgbClr val="FFFFFF"/>
                </a:solidFill>
              </a:rPr>
              <a:t>) </a:t>
            </a:r>
            <a:r>
              <a:rPr b="1">
                <a:solidFill>
                  <a:srgbClr val="FFFFFF"/>
                </a:solidFill>
              </a:rPr>
              <a:t>as</a:t>
            </a:r>
            <a:r>
              <a:rPr>
                <a:solidFill>
                  <a:srgbClr val="FFFFFF"/>
                </a:solidFill>
              </a:rPr>
              <a:t> file:</a:t>
            </a:r>
          </a:p>
        </p:txBody>
      </p:sp>
      <p:sp>
        <p:nvSpPr>
          <p:cNvPr id="10" name="">
            <a:extLst xmlns:a="http://schemas.openxmlformats.org/drawingml/2006/main">
              <a:ext uri="{FF2B5EF4-FFF2-40B4-BE49-F238E27FC236}">
                <a16:creationId xmlns:a16="http://schemas.microsoft.com/office/drawing/2014/main" id="{1584F0E7-BB8D-4C1F-810B-9CB78EC9CB0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7DB96972-5063-489A-9F6A-B8C71FEDA98B}"/>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rows = list(csv.DictReader(file))</a:t>
            </a:r>
          </a:p>
        </p:txBody>
      </p:sp>
      <p:sp>
        <p:nvSpPr>
          <p:cNvPr id="12" name="">
            <a:extLst xmlns:a="http://schemas.openxmlformats.org/drawingml/2006/main">
              <a:ext uri="{FF2B5EF4-FFF2-40B4-BE49-F238E27FC236}">
                <a16:creationId xmlns:a16="http://schemas.microsoft.com/office/drawing/2014/main" id="{947B1AB1-A4D7-4FA7-BA34-EC57F1744900}"/>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51F2FC9A-A23C-4254-95C2-E636BD4D2F73}"/>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print(len(rows))</a:t>
            </a:r>
          </a:p>
        </p:txBody>
      </p:sp>
      <p:sp>
        <p:nvSpPr>
          <p:cNvPr id="14" name="">
            <a:extLst xmlns:a="http://schemas.openxmlformats.org/drawingml/2006/main">
              <a:ext uri="{FF2B5EF4-FFF2-40B4-BE49-F238E27FC236}">
                <a16:creationId xmlns:a16="http://schemas.microsoft.com/office/drawing/2014/main" id="{CCA33B46-1E8D-4989-B645-35CFA4FCDE29}"/>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68D322D5-EE07-4DD1-9490-6E5E10DF3F6E}"/>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print(rows[0][</a:t>
            </a:r>
            <a:r>
              <a:rPr>
                <a:solidFill>
                  <a:srgbClr val="BACBFA"/>
                </a:solidFill>
              </a:rPr>
              <a:t>"sensor_id"</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1D4F6EC7-2F9E-4E8E-B9E8-9E9736EB09F9}"/>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14A5D748-2716-4396-BF5A-D159BA6EAFFF}"/>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print(rows[0][</a:t>
            </a:r>
            <a:r>
              <a:rPr>
                <a:solidFill>
                  <a:srgbClr val="BACBFA"/>
                </a:solidFill>
              </a:rPr>
              <a:t>"temperature_c"</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98D409DD-CA68-4DA2-AE59-A92E90D4208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58B55E1-A3F1-43E1-96D2-80AC911DB8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0" name="">
            <a:extLst xmlns:a="http://schemas.openxmlformats.org/drawingml/2006/main">
              <a:ext uri="{FF2B5EF4-FFF2-40B4-BE49-F238E27FC236}">
                <a16:creationId xmlns:a16="http://schemas.microsoft.com/office/drawing/2014/main" id="{382E7AF7-A73D-4059-B01D-60CEA9FE1B1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934029299"/>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A2ACD8-F331-45E2-A6BA-BC8D2AE50C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250AFAB-A314-4E49-BF01-3B7E6FC704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CSV를 읽은 뒤의 값</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371303"/>
                <a:gridCol w="4601497"/>
              </a:tblGrid>
              <a:tr h="733425">
                <a:tc>
                  <a:txBody>
                    <a:bodyPr wrap="square"/>
                    <a:lstStyle/>
                    <a:p>
                      <a:pPr>
                        <a:lnSpc>
                          <a:spcPct val="94000"/>
                        </a:lnSpc>
                        <a:buNone/>
                      </a:pPr>
                      <a:r>
                        <a:rPr sz="2100" b="1">
                          <a:solidFill>
                            <a:srgbClr val="FFFFFF"/>
                          </a:solidFill>
                          <a:latin typeface="Noto Sans KR"/>
                          <a:ea typeface="Noto Sans KR"/>
                          <a:cs typeface="Noto Sans KR"/>
                        </a:rPr>
                        <a:t>확인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데이터 행 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첫 sensor_id</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S01</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첫 temperature_c</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 문자열</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1CD9BB41-B9E4-4CCD-89F1-BC05CEC8E7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152E8C-A27C-4E41-A524-FCA8108E6C6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52A33EAA-D30A-41EE-A0E2-74AA40E132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107826440"/>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2A321A-CA3C-486B-8541-053CBD2FD50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56684B5-102F-4FDD-94D2-CD289733504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헤더와 키를 맞춥니다</a:t>
            </a:r>
          </a:p>
        </p:txBody>
      </p:sp>
      <p:sp>
        <p:nvSpPr>
          <p:cNvPr id="3" name="">
            <a:extLst xmlns:a="http://schemas.openxmlformats.org/drawingml/2006/main">
              <a:ext uri="{FF2B5EF4-FFF2-40B4-BE49-F238E27FC236}">
                <a16:creationId xmlns:a16="http://schemas.microsoft.com/office/drawing/2014/main" id="{5A4DC9F1-3640-4175-B78B-E50E7EC42CC6}"/>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5138523-F91A-45E8-9164-BB9F82300148}"/>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temperature_c는 열 이름입니다.</a:t>
            </a:r>
          </a:p>
        </p:txBody>
      </p:sp>
      <p:sp>
        <p:nvSpPr>
          <p:cNvPr id="5" name="">
            <a:extLst xmlns:a="http://schemas.openxmlformats.org/drawingml/2006/main">
              <a:ext uri="{FF2B5EF4-FFF2-40B4-BE49-F238E27FC236}">
                <a16:creationId xmlns:a16="http://schemas.microsoft.com/office/drawing/2014/main" id="{30FAB2EB-18E2-4F56-BD20-493A10045ECC}"/>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temperature는 </a:t>
            </a:r>
            <a:r>
              <a:rPr b="1">
                <a:solidFill>
                  <a:srgbClr val="002FA7"/>
                </a:solidFill>
              </a:rPr>
              <a:t>다른 이름표</a:t>
            </a:r>
            <a:r>
              <a:t>입니다.</a:t>
            </a:r>
          </a:p>
        </p:txBody>
      </p:sp>
      <p:sp>
        <p:nvSpPr>
          <p:cNvPr id="6" name="">
            <a:extLst xmlns:a="http://schemas.openxmlformats.org/drawingml/2006/main">
              <a:ext uri="{FF2B5EF4-FFF2-40B4-BE49-F238E27FC236}">
                <a16:creationId xmlns:a16="http://schemas.microsoft.com/office/drawing/2014/main" id="{369F92CC-B3F0-4E22-BA26-14750D707251}"/>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76179C4-2DC8-4B07-AC08-A3C5DBB4348A}"/>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KeyError가 나면 실제 헤더를 비교합니다.</a:t>
            </a:r>
          </a:p>
        </p:txBody>
      </p:sp>
      <p:sp>
        <p:nvSpPr>
          <p:cNvPr id="8" name="">
            <a:extLst xmlns:a="http://schemas.openxmlformats.org/drawingml/2006/main">
              <a:ext uri="{FF2B5EF4-FFF2-40B4-BE49-F238E27FC236}">
                <a16:creationId xmlns:a16="http://schemas.microsoft.com/office/drawing/2014/main" id="{8B61FB66-751E-42F4-B832-61226AE9C69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AA4F18-FB6E-4948-8FEA-9CF2A9BEAB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1E34AAEF-8E55-4C18-ACE4-AADF0D6059F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1302847855"/>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75864F9-BA2E-4208-B55E-150C1BC7DE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740EDD7-8624-45EE-AE1C-FFF9E5A983D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요약 JSON 저장</a:t>
            </a:r>
          </a:p>
        </p:txBody>
      </p:sp>
      <p:sp>
        <p:nvSpPr>
          <p:cNvPr id="3" name="">
            <a:extLst xmlns:a="http://schemas.openxmlformats.org/drawingml/2006/main">
              <a:ext uri="{FF2B5EF4-FFF2-40B4-BE49-F238E27FC236}">
                <a16:creationId xmlns:a16="http://schemas.microsoft.com/office/drawing/2014/main" id="{21CC1524-5E65-4B82-B115-829632282923}"/>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8CCEB8-6883-4371-8055-F7D168E30AA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6D025F63-CBB9-4B5B-B41E-0F5A54A0D87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json</a:t>
            </a:r>
          </a:p>
        </p:txBody>
      </p:sp>
      <p:sp>
        <p:nvSpPr>
          <p:cNvPr id="6" name="">
            <a:extLst xmlns:a="http://schemas.openxmlformats.org/drawingml/2006/main">
              <a:ext uri="{FF2B5EF4-FFF2-40B4-BE49-F238E27FC236}">
                <a16:creationId xmlns:a16="http://schemas.microsoft.com/office/drawing/2014/main" id="{ABA57C0E-5F6D-493B-A7DE-A576A99D704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F9C3D73E-CEB0-4066-9D33-0D4C5960DCA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summary = {</a:t>
            </a:r>
            <a:r>
              <a:rPr>
                <a:solidFill>
                  <a:srgbClr val="BACBFA"/>
                </a:solidFill>
              </a:rPr>
              <a:t>"건수"</a:t>
            </a:r>
            <a:r>
              <a:rPr>
                <a:solidFill>
                  <a:srgbClr val="FFFFFF"/>
                </a:solidFill>
              </a:rPr>
              <a:t>: 4, </a:t>
            </a:r>
            <a:r>
              <a:rPr>
                <a:solidFill>
                  <a:srgbClr val="BACBFA"/>
                </a:solidFill>
              </a:rPr>
              <a:t>"미측정"</a:t>
            </a:r>
            <a:r>
              <a:rPr>
                <a:solidFill>
                  <a:srgbClr val="FFFFFF"/>
                </a:solidFill>
              </a:rPr>
              <a:t>: 1}</a:t>
            </a:r>
          </a:p>
        </p:txBody>
      </p:sp>
      <p:sp>
        <p:nvSpPr>
          <p:cNvPr id="8" name="">
            <a:extLst xmlns:a="http://schemas.openxmlformats.org/drawingml/2006/main">
              <a:ext uri="{FF2B5EF4-FFF2-40B4-BE49-F238E27FC236}">
                <a16:creationId xmlns:a16="http://schemas.microsoft.com/office/drawing/2014/main" id="{31286D2A-CD85-4AA7-A129-528415E2CAE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050F7AC3-361D-4FA7-8E0D-19E31CF4579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text = json.dumps(summary, ensure_ascii=</a:t>
            </a:r>
            <a:r>
              <a:rPr b="1">
                <a:solidFill>
                  <a:srgbClr val="FFFFFF"/>
                </a:solidFill>
              </a:rPr>
              <a:t>False</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4049591D-3F59-4419-A2EF-708E245056D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EB252D70-068C-4DAB-A7AB-BBB3E08BD56B}"/>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with</a:t>
            </a:r>
            <a:r>
              <a:rPr>
                <a:solidFill>
                  <a:srgbClr val="FFFFFF"/>
                </a:solidFill>
              </a:rPr>
              <a:t> open(</a:t>
            </a:r>
            <a:r>
              <a:rPr>
                <a:solidFill>
                  <a:srgbClr val="BACBFA"/>
                </a:solidFill>
              </a:rPr>
              <a:t>"work/output_summary.json"</a:t>
            </a:r>
            <a:r>
              <a:rPr>
                <a:solidFill>
                  <a:srgbClr val="FFFFFF"/>
                </a:solidFill>
              </a:rPr>
              <a:t>, </a:t>
            </a:r>
            <a:r>
              <a:rPr>
                <a:solidFill>
                  <a:srgbClr val="BACBFA"/>
                </a:solidFill>
              </a:rPr>
              <a:t>"w"</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906BDFAB-7427-4489-B065-D3D81997D8C9}"/>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9221AD56-DFDD-4FF0-B9F8-74A815176998}"/>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encoding=</a:t>
            </a:r>
            <a:r>
              <a:rPr>
                <a:solidFill>
                  <a:srgbClr val="BACBFA"/>
                </a:solidFill>
              </a:rPr>
              <a:t>"utf-8"</a:t>
            </a:r>
            <a:r>
              <a:rPr>
                <a:solidFill>
                  <a:srgbClr val="FFFFFF"/>
                </a:solidFill>
              </a:rPr>
              <a:t>) </a:t>
            </a:r>
            <a:r>
              <a:rPr b="1">
                <a:solidFill>
                  <a:srgbClr val="FFFFFF"/>
                </a:solidFill>
              </a:rPr>
              <a:t>as</a:t>
            </a:r>
            <a:r>
              <a:rPr>
                <a:solidFill>
                  <a:srgbClr val="FFFFFF"/>
                </a:solidFill>
              </a:rPr>
              <a:t> file:</a:t>
            </a:r>
          </a:p>
        </p:txBody>
      </p:sp>
      <p:sp>
        <p:nvSpPr>
          <p:cNvPr id="14" name="">
            <a:extLst xmlns:a="http://schemas.openxmlformats.org/drawingml/2006/main">
              <a:ext uri="{FF2B5EF4-FFF2-40B4-BE49-F238E27FC236}">
                <a16:creationId xmlns:a16="http://schemas.microsoft.com/office/drawing/2014/main" id="{16AD2C8A-BBB3-4E59-8361-804BB18D5F0A}"/>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D5C028BC-9699-4402-8447-6EA011B94A61}"/>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file.write(text)</a:t>
            </a:r>
          </a:p>
        </p:txBody>
      </p:sp>
      <p:sp>
        <p:nvSpPr>
          <p:cNvPr id="16" name="">
            <a:extLst xmlns:a="http://schemas.openxmlformats.org/drawingml/2006/main">
              <a:ext uri="{FF2B5EF4-FFF2-40B4-BE49-F238E27FC236}">
                <a16:creationId xmlns:a16="http://schemas.microsoft.com/office/drawing/2014/main" id="{68FC1373-E64B-4B7A-84FE-C369E246D0BC}"/>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797A1016-0F88-4A24-9C6E-A04155FC74CC}"/>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print(summary[</a:t>
            </a:r>
            <a:r>
              <a:rPr>
                <a:solidFill>
                  <a:srgbClr val="BACBFA"/>
                </a:solidFill>
              </a:rPr>
              <a:t>"건수"</a:t>
            </a:r>
            <a:r>
              <a:rPr>
                <a:solidFill>
                  <a:srgbClr val="FFFFFF"/>
                </a:solidFill>
              </a:rPr>
              <a:t>], summary[</a:t>
            </a:r>
            <a:r>
              <a:rPr>
                <a:solidFill>
                  <a:srgbClr val="BACBFA"/>
                </a:solidFill>
              </a:rPr>
              <a:t>"미측정"</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716F7706-D1D0-442E-A960-E4D445A008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9C2D3A8-77A8-4797-BC58-BC855D2739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0" name="">
            <a:extLst xmlns:a="http://schemas.openxmlformats.org/drawingml/2006/main">
              <a:ext uri="{FF2B5EF4-FFF2-40B4-BE49-F238E27FC236}">
                <a16:creationId xmlns:a16="http://schemas.microsoft.com/office/drawing/2014/main" id="{A10AF77E-090C-4379-B6ED-6214BE9EFA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362039860"/>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6E866C-07D9-47A8-A4BA-F670A0B2374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EACF5FD-9B13-47AF-8E7D-9F34426A0CF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저장한 파일을 다시 확인합니다</a:t>
            </a:r>
          </a:p>
        </p:txBody>
      </p:sp>
      <p:sp>
        <p:nvSpPr>
          <p:cNvPr id="3" name="">
            <a:extLst xmlns:a="http://schemas.openxmlformats.org/drawingml/2006/main">
              <a:ext uri="{FF2B5EF4-FFF2-40B4-BE49-F238E27FC236}">
                <a16:creationId xmlns:a16="http://schemas.microsoft.com/office/drawing/2014/main" id="{1DD80F73-A48A-43B7-8E32-47EDCC9B4503}"/>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3FA885-2C1A-455F-932B-9C153D7A323D}"/>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화면의 4 1은 </a:t>
            </a:r>
            <a:r>
              <a:rPr b="1">
                <a:solidFill>
                  <a:srgbClr val="002FA7"/>
                </a:solidFill>
              </a:rPr>
              <a:t>출력입니다</a:t>
            </a:r>
            <a:r>
              <a:t>.</a:t>
            </a:r>
          </a:p>
        </p:txBody>
      </p:sp>
      <p:sp>
        <p:nvSpPr>
          <p:cNvPr id="5" name="">
            <a:extLst xmlns:a="http://schemas.openxmlformats.org/drawingml/2006/main">
              <a:ext uri="{FF2B5EF4-FFF2-40B4-BE49-F238E27FC236}">
                <a16:creationId xmlns:a16="http://schemas.microsoft.com/office/drawing/2014/main" id="{9A8C2BC1-46C0-47EF-A830-201C588759D5}"/>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work/output_summary.json은 저장 결과입니다.</a:t>
            </a:r>
          </a:p>
        </p:txBody>
      </p:sp>
      <p:sp>
        <p:nvSpPr>
          <p:cNvPr id="6" name="">
            <a:extLst xmlns:a="http://schemas.openxmlformats.org/drawingml/2006/main">
              <a:ext uri="{FF2B5EF4-FFF2-40B4-BE49-F238E27FC236}">
                <a16:creationId xmlns:a16="http://schemas.microsoft.com/office/drawing/2014/main" id="{0729A850-2FF6-4E50-959F-89B74706BD6F}"/>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6C56F8E-8DED-4C1A-8A60-D58C8D8D8B26}"/>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다시 열어 숫자와 키가 기대와 같은지 봅니다.</a:t>
            </a:r>
          </a:p>
        </p:txBody>
      </p:sp>
      <p:sp>
        <p:nvSpPr>
          <p:cNvPr id="8" name="">
            <a:extLst xmlns:a="http://schemas.openxmlformats.org/drawingml/2006/main">
              <a:ext uri="{FF2B5EF4-FFF2-40B4-BE49-F238E27FC236}">
                <a16:creationId xmlns:a16="http://schemas.microsoft.com/office/drawing/2014/main" id="{79B6D9BA-47E2-42D6-8BA9-D91C9438B6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AF3365-8705-4E5C-8E40-B0EF719DFA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D923F8E4-B91B-4DE4-B8D7-7423993F08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758950121"/>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727A6D-5CB0-4EBA-9C6C-1914C150446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C7895BA-9ED6-4AF2-82FF-BDCFF744B24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61B8DC68-18AE-4F30-B72D-5E2D1C93E79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5276EA3-BBE9-43BF-855C-AE366B4A23D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원문 "20.5"를 읽어 </a:t>
            </a:r>
            <a:r>
              <a:rPr b="1">
                <a:solidFill>
                  <a:srgbClr val="002FA7"/>
                </a:solidFill>
              </a:rPr>
              <a:t>JSON 요약</a:t>
            </a:r>
            <a:r>
              <a:t>을 만듭니다.</a:t>
            </a:r>
          </a:p>
        </p:txBody>
      </p:sp>
      <p:sp>
        <p:nvSpPr>
          <p:cNvPr id="5" name="">
            <a:extLst xmlns:a="http://schemas.openxmlformats.org/drawingml/2006/main">
              <a:ext uri="{FF2B5EF4-FFF2-40B4-BE49-F238E27FC236}">
                <a16:creationId xmlns:a16="http://schemas.microsoft.com/office/drawing/2014/main" id="{36D7F051-E446-4CCB-AC1B-2A99C43ACE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9D349D-EA6A-4743-B226-E8E640D73A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83C7E2BB-5F58-4685-AAC1-E5E8C2B9A0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077321712"/>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39F0FD-24F9-4B30-BFDD-9FDE783D8C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482929E-D637-4816-873C-7634B04D146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992582"/>
                <a:gridCol w="7980218"/>
              </a:tblGrid>
              <a:tr h="685800">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값·뜻</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CSV 읽기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"20.5" 문자열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수치 해석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20.5 실수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요약 표현</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count 1, average 20.5</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저장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입력과 다른 결과 주소</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5433D61A-DCC2-4255-BE7C-B2CDCBA2D8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866537-C458-4043-A44C-A2A1CE3F834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0C860FFA-D970-46AB-A1C6-4CAE2B8EE8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1906802488"/>
      </p:ext>
    </p:extLst>
  </p:cSld>
</p:sld>
</file>

<file path=ppt/slides/slide4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3139B6-B32C-499B-9C71-44CD1FDE9FC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AD17CA72-0BF0-4F5E-A7BC-36208A8D5B6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8CB58F89-0038-4290-BF2F-7C292C3174F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헤더는 device_id,value입니다.</a:t>
            </a:r>
          </a:p>
        </p:txBody>
      </p:sp>
      <p:sp>
        <p:nvSpPr>
          <p:cNvPr id="4" name="">
            <a:extLst xmlns:a="http://schemas.openxmlformats.org/drawingml/2006/main">
              <a:ext uri="{FF2B5EF4-FFF2-40B4-BE49-F238E27FC236}">
                <a16:creationId xmlns:a16="http://schemas.microsoft.com/office/drawing/2014/main" id="{88EB5B64-A0E2-43A7-BDAE-813CB9EC308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temperature_c를 찾다가 실패했습니다.</a:t>
            </a:r>
          </a:p>
        </p:txBody>
      </p:sp>
      <p:sp>
        <p:nvSpPr>
          <p:cNvPr id="5" name="">
            <a:extLst xmlns:a="http://schemas.openxmlformats.org/drawingml/2006/main">
              <a:ext uri="{FF2B5EF4-FFF2-40B4-BE49-F238E27FC236}">
                <a16:creationId xmlns:a16="http://schemas.microsoft.com/office/drawing/2014/main" id="{4DCF44A1-DBD9-4161-BE35-E9AD30622FF3}"/>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단계인지와 </a:t>
            </a:r>
            <a:r>
              <a:rPr b="1">
                <a:solidFill>
                  <a:srgbClr val="BACBFA"/>
                </a:solidFill>
              </a:rPr>
              <a:t>수정 계획</a:t>
            </a:r>
            <a:r>
              <a:t>을 적으세요.</a:t>
            </a:r>
          </a:p>
        </p:txBody>
      </p:sp>
      <p:sp>
        <p:nvSpPr>
          <p:cNvPr id="6" name="">
            <a:extLst xmlns:a="http://schemas.openxmlformats.org/drawingml/2006/main">
              <a:ext uri="{FF2B5EF4-FFF2-40B4-BE49-F238E27FC236}">
                <a16:creationId xmlns:a16="http://schemas.microsoft.com/office/drawing/2014/main" id="{2153AA89-FFDB-41CD-9AC1-0F13FC9F18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CE6F1D8-7A54-4361-BB5C-C464A5FDC4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49C4ABF0-999F-41DB-9382-623263DAF8F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047</a:t>
            </a:r>
          </a:p>
        </p:txBody>
      </p:sp>
    </p:spTree>
    <p:extLst>
      <p:ext uri="{BB962C8B-B14F-4D97-AF65-F5344CB8AC3E}">
        <p14:creationId xmlns:p14="http://schemas.microsoft.com/office/powerpoint/2010/main" val="831008511"/>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C357DCC-CE66-46F6-B2EA-93C7ABD6163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C8519C7-B4EE-483D-A2B2-BBD951BE80B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79005610-C34E-4663-868C-EA0A405BB43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헤더를 찾는 단계</a:t>
            </a:r>
          </a:p>
        </p:txBody>
      </p:sp>
      <p:sp>
        <p:nvSpPr>
          <p:cNvPr id="4" name="">
            <a:extLst xmlns:a="http://schemas.openxmlformats.org/drawingml/2006/main">
              <a:ext uri="{FF2B5EF4-FFF2-40B4-BE49-F238E27FC236}">
                <a16:creationId xmlns:a16="http://schemas.microsoft.com/office/drawing/2014/main" id="{E4BC1180-65E0-48AF-A615-345336165E5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E3838E-DAD2-4E90-91D6-65693471EEC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헤더를 찾는 단계</a:t>
            </a:r>
            <a:r>
              <a:t>의 문제입니다.</a:t>
            </a:r>
          </a:p>
        </p:txBody>
      </p:sp>
      <p:sp>
        <p:nvSpPr>
          <p:cNvPr id="6" name="">
            <a:extLst xmlns:a="http://schemas.openxmlformats.org/drawingml/2006/main">
              <a:ext uri="{FF2B5EF4-FFF2-40B4-BE49-F238E27FC236}">
                <a16:creationId xmlns:a16="http://schemas.microsoft.com/office/drawing/2014/main" id="{8EF8CA7A-19A2-4581-8ECA-18DCC87E420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계약과 원문을 확인해 접근 키를 맞춥니다.</a:t>
            </a:r>
          </a:p>
        </p:txBody>
      </p:sp>
      <p:sp>
        <p:nvSpPr>
          <p:cNvPr id="7" name="">
            <a:extLst xmlns:a="http://schemas.openxmlformats.org/drawingml/2006/main">
              <a:ext uri="{FF2B5EF4-FFF2-40B4-BE49-F238E27FC236}">
                <a16:creationId xmlns:a16="http://schemas.microsoft.com/office/drawing/2014/main" id="{B0C1A7DC-785F-4A08-9373-D120C7ED06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13F3FC3-D0D3-4BCA-B4A2-0BD479D183C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9" name="">
            <a:extLst xmlns:a="http://schemas.openxmlformats.org/drawingml/2006/main">
              <a:ext uri="{FF2B5EF4-FFF2-40B4-BE49-F238E27FC236}">
                <a16:creationId xmlns:a16="http://schemas.microsoft.com/office/drawing/2014/main" id="{E82214FF-3F2B-4C2C-808B-7417B3C6AC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583431365"/>
      </p:ext>
    </p:extLst>
  </p:cSld>
</p:sld>
</file>

<file path=ppt/slides/slide4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59FEB2-1983-47A0-A584-4A8408CA33C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87DB2002-5F67-4159-8463-6FE2291F568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입력과 결과 주소</a:t>
            </a:r>
          </a:p>
        </p:txBody>
      </p:sp>
      <p:sp>
        <p:nvSpPr>
          <p:cNvPr id="3" name="">
            <a:extLst xmlns:a="http://schemas.openxmlformats.org/drawingml/2006/main">
              <a:ext uri="{FF2B5EF4-FFF2-40B4-BE49-F238E27FC236}">
                <a16:creationId xmlns:a16="http://schemas.microsoft.com/office/drawing/2014/main" id="{C8EDD57A-D3CF-4E8C-A5D7-DE97D8FC808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A07 원자료 주소를 확인합니다.</a:t>
            </a:r>
          </a:p>
        </p:txBody>
      </p:sp>
      <p:sp>
        <p:nvSpPr>
          <p:cNvPr id="4" name="">
            <a:extLst xmlns:a="http://schemas.openxmlformats.org/drawingml/2006/main">
              <a:ext uri="{FF2B5EF4-FFF2-40B4-BE49-F238E27FC236}">
                <a16:creationId xmlns:a16="http://schemas.microsoft.com/office/drawing/2014/main" id="{3C485613-767E-46E3-84F9-59852650C74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A08 값의 저장 종류를 읽습니다.</a:t>
            </a:r>
          </a:p>
        </p:txBody>
      </p:sp>
      <p:sp>
        <p:nvSpPr>
          <p:cNvPr id="5" name="">
            <a:extLst xmlns:a="http://schemas.openxmlformats.org/drawingml/2006/main">
              <a:ext uri="{FF2B5EF4-FFF2-40B4-BE49-F238E27FC236}">
                <a16:creationId xmlns:a16="http://schemas.microsoft.com/office/drawing/2014/main" id="{B58D5C9B-E7CF-4180-BDFB-C2D86AB37534}"/>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A09 저장 결과를 다시 확인합니다.</a:t>
            </a:r>
          </a:p>
        </p:txBody>
      </p:sp>
      <p:sp>
        <p:nvSpPr>
          <p:cNvPr id="6" name="">
            <a:extLst xmlns:a="http://schemas.openxmlformats.org/drawingml/2006/main">
              <a:ext uri="{FF2B5EF4-FFF2-40B4-BE49-F238E27FC236}">
                <a16:creationId xmlns:a16="http://schemas.microsoft.com/office/drawing/2014/main" id="{84F08324-2D85-4F69-B445-A390B91B0E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8120CF1-DB55-4847-B5D7-06D4DEFEBE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2D7C55DC-505D-4B8D-8123-9C3FADA8E2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049</a:t>
            </a:r>
          </a:p>
        </p:txBody>
      </p:sp>
    </p:spTree>
    <p:extLst>
      <p:ext uri="{BB962C8B-B14F-4D97-AF65-F5344CB8AC3E}">
        <p14:creationId xmlns:p14="http://schemas.microsoft.com/office/powerpoint/2010/main" val="1490982294"/>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BA5E66-A967-40B1-B678-3BB6B762786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07ED013-D613-40B1-B633-AC82239994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3교시 확인</a:t>
            </a:r>
          </a:p>
        </p:txBody>
      </p:sp>
      <p:sp>
        <p:nvSpPr>
          <p:cNvPr id="3" name="">
            <a:extLst xmlns:a="http://schemas.openxmlformats.org/drawingml/2006/main">
              <a:ext uri="{FF2B5EF4-FFF2-40B4-BE49-F238E27FC236}">
                <a16:creationId xmlns:a16="http://schemas.microsoft.com/office/drawing/2014/main" id="{BD2726B4-89A4-46AC-A13B-578D8F29B11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주소·헤더·원값 오류</a:t>
            </a:r>
          </a:p>
        </p:txBody>
      </p:sp>
      <p:sp>
        <p:nvSpPr>
          <p:cNvPr id="4" name="">
            <a:extLst xmlns:a="http://schemas.openxmlformats.org/drawingml/2006/main">
              <a:ext uri="{FF2B5EF4-FFF2-40B4-BE49-F238E27FC236}">
                <a16:creationId xmlns:a16="http://schemas.microsoft.com/office/drawing/2014/main" id="{733C8C83-CE47-49FC-B1E1-F78DFC6D7FD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075C2E-9E1A-48D1-994F-0206194C077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주소·헤더·원값 오류</a:t>
            </a:r>
            <a:r>
              <a:t>를 나눕니다.</a:t>
            </a:r>
          </a:p>
        </p:txBody>
      </p:sp>
      <p:sp>
        <p:nvSpPr>
          <p:cNvPr id="6" name="">
            <a:extLst xmlns:a="http://schemas.openxmlformats.org/drawingml/2006/main">
              <a:ext uri="{FF2B5EF4-FFF2-40B4-BE49-F238E27FC236}">
                <a16:creationId xmlns:a16="http://schemas.microsoft.com/office/drawing/2014/main" id="{2C5078F7-0D15-46E4-9DC2-C3622DF3F8C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CSV 읽기는 문자열입니다.</a:t>
            </a:r>
          </a:p>
        </p:txBody>
      </p:sp>
      <p:sp>
        <p:nvSpPr>
          <p:cNvPr id="7" name="">
            <a:extLst xmlns:a="http://schemas.openxmlformats.org/drawingml/2006/main">
              <a:ext uri="{FF2B5EF4-FFF2-40B4-BE49-F238E27FC236}">
                <a16:creationId xmlns:a16="http://schemas.microsoft.com/office/drawing/2014/main" id="{EBFD4B6E-E5BB-4F44-B293-AADBD0FE82C2}"/>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출력과 파일 저장을 구별합니다.</a:t>
            </a:r>
          </a:p>
        </p:txBody>
      </p:sp>
      <p:sp>
        <p:nvSpPr>
          <p:cNvPr id="8" name="">
            <a:extLst xmlns:a="http://schemas.openxmlformats.org/drawingml/2006/main">
              <a:ext uri="{FF2B5EF4-FFF2-40B4-BE49-F238E27FC236}">
                <a16:creationId xmlns:a16="http://schemas.microsoft.com/office/drawing/2014/main" id="{C8C8D2DF-1EEF-4C00-A14B-4CFD2496E2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432352-8CA8-48FB-B709-E69232C562D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97ACA393-4C3B-4FBA-8B39-A534624D40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526639050"/>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87C61E-D027-4AF4-9FD2-5ACAF9045A6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CCA17F-CB1A-45AE-BA03-A6521B4BDC8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FB69FE4E-ECBA-4A85-B528-922888AC20B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E8ED4DA-4098-44AC-A82D-4CDC91643823}"/>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오류를 단서로 읽기</a:t>
            </a:r>
          </a:p>
        </p:txBody>
      </p:sp>
      <p:sp>
        <p:nvSpPr>
          <p:cNvPr id="5" name="">
            <a:extLst xmlns:a="http://schemas.openxmlformats.org/drawingml/2006/main">
              <a:ext uri="{FF2B5EF4-FFF2-40B4-BE49-F238E27FC236}">
                <a16:creationId xmlns:a16="http://schemas.microsoft.com/office/drawing/2014/main" id="{AF43F442-3596-45AC-A5C8-D34912D6F42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288DF0-9084-4D6D-9110-CA2D5C2535D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3B1C4155-3138-44E0-92E2-B840EA98644E}"/>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A10, A11, A12</a:t>
            </a:r>
          </a:p>
        </p:txBody>
      </p:sp>
      <p:sp>
        <p:nvSpPr>
          <p:cNvPr id="8" name="">
            <a:extLst xmlns:a="http://schemas.openxmlformats.org/drawingml/2006/main">
              <a:ext uri="{FF2B5EF4-FFF2-40B4-BE49-F238E27FC236}">
                <a16:creationId xmlns:a16="http://schemas.microsoft.com/office/drawing/2014/main" id="{8A574577-3108-4268-9F03-613B979A270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265F8562-26C4-4A71-B63B-28851587E7C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7F7588EA-F152-4BBA-BA58-CB9FCA5B505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371158315"/>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470FFA9-159E-4A5F-AD21-CFEBF1B53F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FB7DBCA-EFBA-4B99-88F4-7DE39939F88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빈값과 숫자</a:t>
            </a:r>
          </a:p>
        </p:txBody>
      </p:sp>
      <p:sp>
        <p:nvSpPr>
          <p:cNvPr id="3" name="">
            <a:extLst xmlns:a="http://schemas.openxmlformats.org/drawingml/2006/main">
              <a:ext uri="{FF2B5EF4-FFF2-40B4-BE49-F238E27FC236}">
                <a16:creationId xmlns:a16="http://schemas.microsoft.com/office/drawing/2014/main" id="{59A87678-8378-43F6-9B59-A2AF028A1F20}"/>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A8D248-DE88-4DB7-8BFF-E435A93A5F7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1779D297-7CCB-4ABB-8C9A-71710440C09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parse_temperature(raw):</a:t>
            </a:r>
          </a:p>
        </p:txBody>
      </p:sp>
      <p:sp>
        <p:nvSpPr>
          <p:cNvPr id="6" name="">
            <a:extLst xmlns:a="http://schemas.openxmlformats.org/drawingml/2006/main">
              <a:ext uri="{FF2B5EF4-FFF2-40B4-BE49-F238E27FC236}">
                <a16:creationId xmlns:a16="http://schemas.microsoft.com/office/drawing/2014/main" id="{1A0C2020-AFEC-4030-87C5-4D5C64748CB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5761E600-A54D-4373-9EA2-6EB486301EA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raw == </a:t>
            </a:r>
            <a:r>
              <a:rPr>
                <a:solidFill>
                  <a:srgbClr val="BACBFA"/>
                </a:solidFill>
              </a:rPr>
              <a:t>""</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8350BD8B-D1D4-474D-A67E-DBF1C7FCF73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95339762-8FC0-4863-AFA1-C8CFF88B4D3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b="1">
                <a:solidFill>
                  <a:srgbClr val="FFFFFF"/>
                </a:solidFill>
              </a:rPr>
              <a:t>None</a:t>
            </a:r>
          </a:p>
        </p:txBody>
      </p:sp>
      <p:sp>
        <p:nvSpPr>
          <p:cNvPr id="10" name="">
            <a:extLst xmlns:a="http://schemas.openxmlformats.org/drawingml/2006/main">
              <a:ext uri="{FF2B5EF4-FFF2-40B4-BE49-F238E27FC236}">
                <a16:creationId xmlns:a16="http://schemas.microsoft.com/office/drawing/2014/main" id="{64082788-A296-4DDC-AEB7-8782472E49C3}"/>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0564009B-92F1-445B-B5A6-69C4DBC6A19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float(raw)</a:t>
            </a:r>
          </a:p>
        </p:txBody>
      </p:sp>
      <p:sp>
        <p:nvSpPr>
          <p:cNvPr id="12" name="">
            <a:extLst xmlns:a="http://schemas.openxmlformats.org/drawingml/2006/main">
              <a:ext uri="{FF2B5EF4-FFF2-40B4-BE49-F238E27FC236}">
                <a16:creationId xmlns:a16="http://schemas.microsoft.com/office/drawing/2014/main" id="{925D1466-8340-4A60-96AB-A4FC52CF61AE}"/>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6A98DF8F-E4D2-4D5C-80F9-5F541D0223B4}"/>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print(parse_temperature(</a:t>
            </a:r>
            <a:r>
              <a:rPr>
                <a:solidFill>
                  <a:srgbClr val="BACBFA"/>
                </a:solidFill>
              </a:rPr>
              <a:t>"22.5"</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9F8B4FCB-6853-468C-842E-0145CC386088}"/>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4EF64DD6-E725-4005-9BE4-04855AF18BF1}"/>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print(parse_temperature(</a:t>
            </a:r>
            <a:r>
              <a:rPr>
                <a:solidFill>
                  <a:srgbClr val="BACBFA"/>
                </a:solidFill>
              </a:rPr>
              <a:t>""</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77AF1B34-8455-4C41-B9EA-1DB991026BEA}"/>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65114CD9-BF67-4267-989F-10665BA17564}"/>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print(parse_temperature(</a:t>
            </a:r>
            <a:r>
              <a:rPr>
                <a:solidFill>
                  <a:srgbClr val="BACBFA"/>
                </a:solidFill>
              </a:rPr>
              <a:t>"0.0"</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276B2A9C-627D-4394-A0E0-72D8510A8B4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995E939-B0CB-47F4-94A7-4C104B1CFC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20" name="">
            <a:extLst xmlns:a="http://schemas.openxmlformats.org/drawingml/2006/main">
              <a:ext uri="{FF2B5EF4-FFF2-40B4-BE49-F238E27FC236}">
                <a16:creationId xmlns:a16="http://schemas.microsoft.com/office/drawing/2014/main" id="{97B4C8FF-6F32-4D56-90BB-BAA6624EDE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678056909"/>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CFD06A1-325B-4791-9B3D-D00611C6067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D4E19FE-DE72-482E-B8D6-2344A75D4F0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원문을 세 갈래로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180114"/>
                <a:gridCol w="6792686"/>
              </a:tblGrid>
              <a:tr h="733425">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해석</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빈 문자열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 미측정</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"0.0"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0.0: 실제 수치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"뜨거움"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숫자 해석 오류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224E1184-F8DF-4DC0-AE0E-D39E01DCC72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68778A-B01A-45DB-8D66-953047DB93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A42DF331-E78D-42A6-8EEE-7C5B5400312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1385844821"/>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8FC310E-249B-491B-B9FF-8323A84C8A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43F4562-E515-429B-BF95-E1B3A3E6651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 함수의 순서를 읽습니다</a:t>
            </a:r>
          </a:p>
        </p:txBody>
      </p:sp>
      <p:sp>
        <p:nvSpPr>
          <p:cNvPr id="3" name="">
            <a:extLst xmlns:a="http://schemas.openxmlformats.org/drawingml/2006/main">
              <a:ext uri="{FF2B5EF4-FFF2-40B4-BE49-F238E27FC236}">
                <a16:creationId xmlns:a16="http://schemas.microsoft.com/office/drawing/2014/main" id="{912D88E8-1B5A-4BB3-A334-B2B772BDB5A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6F09514-EC09-456A-8B19-FD14992F025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먼저 </a:t>
            </a:r>
            <a:r>
              <a:rPr b="1">
                <a:solidFill>
                  <a:srgbClr val="002FA7"/>
                </a:solidFill>
              </a:rPr>
              <a:t>정확한 빈 문자열</a:t>
            </a:r>
            <a:r>
              <a:t>인지 확인합니다.</a:t>
            </a:r>
          </a:p>
        </p:txBody>
      </p:sp>
      <p:sp>
        <p:nvSpPr>
          <p:cNvPr id="5" name="">
            <a:extLst xmlns:a="http://schemas.openxmlformats.org/drawingml/2006/main">
              <a:ext uri="{FF2B5EF4-FFF2-40B4-BE49-F238E27FC236}">
                <a16:creationId xmlns:a16="http://schemas.microsoft.com/office/drawing/2014/main" id="{DFFCD352-42C5-4E6C-8CD4-14E4C40657A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42265A-24E2-4994-BC35-AFA76C67E46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2387780-BBA9-49F9-AB59-4AE8A8B0AF8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밖의 원문을 숫자로 읽습니다.</a:t>
            </a:r>
          </a:p>
        </p:txBody>
      </p:sp>
      <p:sp>
        <p:nvSpPr>
          <p:cNvPr id="8" name="">
            <a:extLst xmlns:a="http://schemas.openxmlformats.org/drawingml/2006/main">
              <a:ext uri="{FF2B5EF4-FFF2-40B4-BE49-F238E27FC236}">
                <a16:creationId xmlns:a16="http://schemas.microsoft.com/office/drawing/2014/main" id="{74AC140E-AAD2-4E21-BA09-FC173B02B05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3087635-E545-48C6-8818-CE910B9A454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1A87C30-6522-434E-AB74-26EE2AF164D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0은 정상 수치로 보존합니다.</a:t>
            </a:r>
          </a:p>
        </p:txBody>
      </p:sp>
      <p:sp>
        <p:nvSpPr>
          <p:cNvPr id="11" name="">
            <a:extLst xmlns:a="http://schemas.openxmlformats.org/drawingml/2006/main">
              <a:ext uri="{FF2B5EF4-FFF2-40B4-BE49-F238E27FC236}">
                <a16:creationId xmlns:a16="http://schemas.microsoft.com/office/drawing/2014/main" id="{EEF7609A-1844-4E61-A952-D2104293E3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9866AC6-778F-468D-8650-927A1F6F825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1D1FC56B-56CA-49D7-8AC6-8D3A6E4A189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846156585"/>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FBF44DF-E2B3-402E-BD82-621F0B88BDB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BABE624-01A7-4A8B-98DC-67239CD0DB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기록의 단서를 남깁니다</a:t>
            </a:r>
          </a:p>
        </p:txBody>
      </p:sp>
      <p:sp>
        <p:nvSpPr>
          <p:cNvPr id="3" name="">
            <a:extLst xmlns:a="http://schemas.openxmlformats.org/drawingml/2006/main">
              <a:ext uri="{FF2B5EF4-FFF2-40B4-BE49-F238E27FC236}">
                <a16:creationId xmlns:a16="http://schemas.microsoft.com/office/drawing/2014/main" id="{99C18F07-590F-4626-A3A2-BE9D5555148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C278EA7-4F7B-4D53-B7B4-506FE40C227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실행한 파일과 명령을 적습니다.</a:t>
            </a:r>
          </a:p>
        </p:txBody>
      </p:sp>
      <p:sp>
        <p:nvSpPr>
          <p:cNvPr id="5" name="">
            <a:extLst xmlns:a="http://schemas.openxmlformats.org/drawingml/2006/main">
              <a:ext uri="{FF2B5EF4-FFF2-40B4-BE49-F238E27FC236}">
                <a16:creationId xmlns:a16="http://schemas.microsoft.com/office/drawing/2014/main" id="{C7C0AC6E-9434-4A21-A2D3-7C11BFA4AA4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8FEAA06-1288-4033-B119-C3B37ADF8B9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9F86206-CD70-4A87-9372-35C1F2439BB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관련 줄과 오류 종류를 적습니다.</a:t>
            </a:r>
          </a:p>
        </p:txBody>
      </p:sp>
      <p:sp>
        <p:nvSpPr>
          <p:cNvPr id="8" name="">
            <a:extLst xmlns:a="http://schemas.openxmlformats.org/drawingml/2006/main">
              <a:ext uri="{FF2B5EF4-FFF2-40B4-BE49-F238E27FC236}">
                <a16:creationId xmlns:a16="http://schemas.microsoft.com/office/drawing/2014/main" id="{793EDD77-F809-4B3B-8C58-892E8AA5CA9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E9D7129-279E-4B5A-8D39-951FFC778A9F}"/>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89217A1-F859-4F53-AD5E-FBB9CAD277F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문제가 된 </a:t>
            </a:r>
            <a:r>
              <a:rPr b="1">
                <a:solidFill>
                  <a:srgbClr val="002FA7"/>
                </a:solidFill>
              </a:rPr>
              <a:t>원문도 그대로</a:t>
            </a:r>
            <a:r>
              <a:t> 남깁니다.</a:t>
            </a:r>
          </a:p>
        </p:txBody>
      </p:sp>
      <p:sp>
        <p:nvSpPr>
          <p:cNvPr id="11" name="">
            <a:extLst xmlns:a="http://schemas.openxmlformats.org/drawingml/2006/main">
              <a:ext uri="{FF2B5EF4-FFF2-40B4-BE49-F238E27FC236}">
                <a16:creationId xmlns:a16="http://schemas.microsoft.com/office/drawing/2014/main" id="{9B3EEEB3-EC14-4B33-B705-B4A060B66F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4B98BD-BFE6-48FD-8772-B58E248F95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97289B35-83A1-45A4-A136-24C9C5EA074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616083504"/>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89C492-985C-4640-A6D9-73A21EF757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F020B6E-3F99-4259-8539-A0A9138F7D8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다른 오류, 다른 확인</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079226"/>
                <a:gridCol w="3893574"/>
              </a:tblGrid>
              <a:tr h="733425">
                <a:tc>
                  <a:txBody>
                    <a:bodyPr wrap="square"/>
                    <a:lstStyle/>
                    <a:p>
                      <a:pPr>
                        <a:lnSpc>
                          <a:spcPct val="94000"/>
                        </a:lnSpc>
                        <a:buNone/>
                      </a:pPr>
                      <a:r>
                        <a:rPr sz="2100" b="1">
                          <a:solidFill>
                            <a:srgbClr val="FFFFFF"/>
                          </a:solidFill>
                          <a:latin typeface="Noto Sans KR"/>
                          <a:ea typeface="Noto Sans KR"/>
                          <a:cs typeface="Noto Sans KR"/>
                        </a:rPr>
                        <a:t>종류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먼저 확인할 것</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FileNotFoundError</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경로·파일 이름</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KeyError</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헤더·키</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ValueError</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원문·해석 규칙</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3146A36C-884B-4F44-9779-7954BD7631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B1B337-FD8A-47C9-B0B1-C4A2102603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3E52FA8F-0159-48C5-9BE0-76AA2B6DD3B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900951293"/>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176DE7C-8825-4640-8D00-4AF53A4636E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A8F4F72-5C34-49D9-9D66-A17DE41F15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예상 오류 기록</a:t>
            </a:r>
          </a:p>
        </p:txBody>
      </p:sp>
      <p:sp>
        <p:nvSpPr>
          <p:cNvPr id="3" name="">
            <a:extLst xmlns:a="http://schemas.openxmlformats.org/drawingml/2006/main">
              <a:ext uri="{FF2B5EF4-FFF2-40B4-BE49-F238E27FC236}">
                <a16:creationId xmlns:a16="http://schemas.microsoft.com/office/drawing/2014/main" id="{17C36282-E61F-459C-A8A0-D3D9A6DDB082}"/>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12C866A-34BA-455D-8943-F781219C447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C9A8CC97-0F5F-444A-BC49-B0E3AE947F7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raw = </a:t>
            </a:r>
            <a:r>
              <a:rPr>
                <a:solidFill>
                  <a:srgbClr val="BACBFA"/>
                </a:solidFill>
              </a:rPr>
              <a:t>"뜨거움"</a:t>
            </a:r>
          </a:p>
        </p:txBody>
      </p:sp>
      <p:sp>
        <p:nvSpPr>
          <p:cNvPr id="6" name="">
            <a:extLst xmlns:a="http://schemas.openxmlformats.org/drawingml/2006/main">
              <a:ext uri="{FF2B5EF4-FFF2-40B4-BE49-F238E27FC236}">
                <a16:creationId xmlns:a16="http://schemas.microsoft.com/office/drawing/2014/main" id="{18246099-D017-4CFB-8E7D-7EB657590B9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9BEC1956-1FA0-4536-AF8D-A4F9A6CDD31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try</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0A172A93-14CF-4BA0-825E-8DF8FC02D94F}"/>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D1531AB-3199-4668-BD52-FCE8A5EF59E9}"/>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value = float(raw)</a:t>
            </a:r>
          </a:p>
        </p:txBody>
      </p:sp>
      <p:sp>
        <p:nvSpPr>
          <p:cNvPr id="10" name="">
            <a:extLst xmlns:a="http://schemas.openxmlformats.org/drawingml/2006/main">
              <a:ext uri="{FF2B5EF4-FFF2-40B4-BE49-F238E27FC236}">
                <a16:creationId xmlns:a16="http://schemas.microsoft.com/office/drawing/2014/main" id="{560EB2A2-3DC8-46C4-8326-51DBAA22A554}"/>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813686BE-50B5-4850-904F-B2D3A5FE5193}"/>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print(value)</a:t>
            </a:r>
          </a:p>
        </p:txBody>
      </p:sp>
      <p:sp>
        <p:nvSpPr>
          <p:cNvPr id="12" name="">
            <a:extLst xmlns:a="http://schemas.openxmlformats.org/drawingml/2006/main">
              <a:ext uri="{FF2B5EF4-FFF2-40B4-BE49-F238E27FC236}">
                <a16:creationId xmlns:a16="http://schemas.microsoft.com/office/drawing/2014/main" id="{64017372-7445-4881-A0DC-DEEF71D4ED50}"/>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1B622AA-B97E-486D-B43B-83826BAD0920}"/>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except</a:t>
            </a:r>
            <a:r>
              <a:rPr>
                <a:solidFill>
                  <a:srgbClr val="FFFFFF"/>
                </a:solidFill>
              </a:rPr>
              <a:t> ValueError:</a:t>
            </a:r>
          </a:p>
        </p:txBody>
      </p:sp>
      <p:sp>
        <p:nvSpPr>
          <p:cNvPr id="14" name="">
            <a:extLst xmlns:a="http://schemas.openxmlformats.org/drawingml/2006/main">
              <a:ext uri="{FF2B5EF4-FFF2-40B4-BE49-F238E27FC236}">
                <a16:creationId xmlns:a16="http://schemas.microsoft.com/office/drawing/2014/main" id="{5B8AAF1E-2780-4894-AE93-40E4F41051D6}"/>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4DD65A6C-70BA-499F-8D68-FF4496F6544C}"/>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"숫자 확인 필요:"</a:t>
            </a:r>
            <a:r>
              <a:rPr>
                <a:solidFill>
                  <a:srgbClr val="FFFFFF"/>
                </a:solidFill>
              </a:rPr>
              <a:t>, raw)</a:t>
            </a:r>
          </a:p>
        </p:txBody>
      </p:sp>
      <p:sp>
        <p:nvSpPr>
          <p:cNvPr id="16" name="">
            <a:extLst xmlns:a="http://schemas.openxmlformats.org/drawingml/2006/main">
              <a:ext uri="{FF2B5EF4-FFF2-40B4-BE49-F238E27FC236}">
                <a16:creationId xmlns:a16="http://schemas.microsoft.com/office/drawing/2014/main" id="{7DE4EEA2-05EF-4D32-8E4B-20D98683F7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EAA264D-80D4-403D-AE97-DD949ADE6B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8" name="">
            <a:extLst xmlns:a="http://schemas.openxmlformats.org/drawingml/2006/main">
              <a:ext uri="{FF2B5EF4-FFF2-40B4-BE49-F238E27FC236}">
                <a16:creationId xmlns:a16="http://schemas.microsoft.com/office/drawing/2014/main" id="{C369F411-AB9C-4ECF-A04D-B44DD3C226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924403142"/>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656AFD-78C4-4462-9895-16CFBF7478C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C818922-2314-468F-B12B-DAAD82479E6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try와 except의 역할</a:t>
            </a:r>
          </a:p>
        </p:txBody>
      </p:sp>
      <p:sp>
        <p:nvSpPr>
          <p:cNvPr id="3" name="">
            <a:extLst xmlns:a="http://schemas.openxmlformats.org/drawingml/2006/main">
              <a:ext uri="{FF2B5EF4-FFF2-40B4-BE49-F238E27FC236}">
                <a16:creationId xmlns:a16="http://schemas.microsoft.com/office/drawing/2014/main" id="{2781BB7A-7327-430B-9E57-BB5F644E5EC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문제를 기록</a:t>
            </a:r>
          </a:p>
        </p:txBody>
      </p:sp>
      <p:sp>
        <p:nvSpPr>
          <p:cNvPr id="4" name="">
            <a:extLst xmlns:a="http://schemas.openxmlformats.org/drawingml/2006/main">
              <a:ext uri="{FF2B5EF4-FFF2-40B4-BE49-F238E27FC236}">
                <a16:creationId xmlns:a16="http://schemas.microsoft.com/office/drawing/2014/main" id="{77B5F25F-BB11-425B-BCA3-C6D4F001F99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D39FDF-E801-406F-9FDD-0AF46FA37C7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try에서 실패할 수 있는 작업을 합니다.</a:t>
            </a:r>
          </a:p>
        </p:txBody>
      </p:sp>
      <p:sp>
        <p:nvSpPr>
          <p:cNvPr id="6" name="">
            <a:extLst xmlns:a="http://schemas.openxmlformats.org/drawingml/2006/main">
              <a:ext uri="{FF2B5EF4-FFF2-40B4-BE49-F238E27FC236}">
                <a16:creationId xmlns:a16="http://schemas.microsoft.com/office/drawing/2014/main" id="{D3C5183F-5FC9-4189-9D58-7B309088C2E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except ValueError는 그 종류의 오류를 맡습니다.</a:t>
            </a:r>
          </a:p>
        </p:txBody>
      </p:sp>
      <p:sp>
        <p:nvSpPr>
          <p:cNvPr id="7" name="">
            <a:extLst xmlns:a="http://schemas.openxmlformats.org/drawingml/2006/main">
              <a:ext uri="{FF2B5EF4-FFF2-40B4-BE49-F238E27FC236}">
                <a16:creationId xmlns:a16="http://schemas.microsoft.com/office/drawing/2014/main" id="{39CDA5C7-B29E-4C09-B394-D19365E20B25}"/>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온도를 알아낸 것이 아니라 </a:t>
            </a:r>
            <a:r>
              <a:rPr b="1">
                <a:solidFill>
                  <a:srgbClr val="002FA7"/>
                </a:solidFill>
              </a:rPr>
              <a:t>문제를 기록</a:t>
            </a:r>
            <a:r>
              <a:t>합니다.</a:t>
            </a:r>
          </a:p>
        </p:txBody>
      </p:sp>
      <p:sp>
        <p:nvSpPr>
          <p:cNvPr id="8" name="">
            <a:extLst xmlns:a="http://schemas.openxmlformats.org/drawingml/2006/main">
              <a:ext uri="{FF2B5EF4-FFF2-40B4-BE49-F238E27FC236}">
                <a16:creationId xmlns:a16="http://schemas.microsoft.com/office/drawing/2014/main" id="{75A1DA4C-32DF-4C41-B4FF-965B6C9B36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116DAE-6A5E-4B06-BB4F-181E692FD8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8E07FBAA-2891-41D0-82D3-F3ADF53D5D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029601268"/>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E7B65E-E08A-48F6-A2FD-AEDB135EEE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B73F671-E85A-4082-80BA-A7A373CCD61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원문 보존</a:t>
            </a:r>
          </a:p>
        </p:txBody>
      </p:sp>
      <p:sp>
        <p:nvSpPr>
          <p:cNvPr id="3" name="">
            <a:extLst xmlns:a="http://schemas.openxmlformats.org/drawingml/2006/main">
              <a:ext uri="{FF2B5EF4-FFF2-40B4-BE49-F238E27FC236}">
                <a16:creationId xmlns:a16="http://schemas.microsoft.com/office/drawing/2014/main" id="{03C46DBF-E58E-4F2E-AC32-BAF01E355A99}"/>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1BFCEA8-933A-40F6-ABD7-3DB1D86E811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E7DC6DA8-C60B-4AF9-AF31-EF53D232310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숫자 확인 필요: 뜨거움</a:t>
            </a:r>
          </a:p>
        </p:txBody>
      </p:sp>
      <p:sp>
        <p:nvSpPr>
          <p:cNvPr id="6" name="">
            <a:extLst xmlns:a="http://schemas.openxmlformats.org/drawingml/2006/main">
              <a:ext uri="{FF2B5EF4-FFF2-40B4-BE49-F238E27FC236}">
                <a16:creationId xmlns:a16="http://schemas.microsoft.com/office/drawing/2014/main" id="{59FF019D-0178-44FE-883D-1978334BF3C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C34D4A1-916D-42ED-84A6-191E02417D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720F56A8-745C-45E1-BBC0-9EDE7B52C5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92655241"/>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EDF00A-9D89-49C2-B2C1-72A91C96C0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857B43C-461B-4C4D-966D-D732447479A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40737368-A0B4-47C9-A1F3-4D30402BA08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빈 글자, "0", "추움"</a:t>
            </a:r>
            <a:r>
              <a:t>은 다른 입력입니다.</a:t>
            </a:r>
          </a:p>
        </p:txBody>
      </p:sp>
      <p:sp>
        <p:nvSpPr>
          <p:cNvPr id="4" name="">
            <a:extLst xmlns:a="http://schemas.openxmlformats.org/drawingml/2006/main">
              <a:ext uri="{FF2B5EF4-FFF2-40B4-BE49-F238E27FC236}">
                <a16:creationId xmlns:a16="http://schemas.microsoft.com/office/drawing/2014/main" id="{39DA5F17-812D-45D1-9D0B-4F33F97056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6B57B7-6FC4-4F24-A0CF-DF259DA5C6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AC2F69FC-50D2-48AB-BF49-53D130EAF4B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1150315236"/>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1CA923-9DC1-46DE-B970-02E77F3F7A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483A94C-912F-4D1A-9FEF-CE6465291D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114800"/>
                <a:gridCol w="6858000"/>
              </a:tblGrid>
              <a:tr h="685800">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분류</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빈 문자열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수치 0.0</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"추움"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이슈</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공백 한 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현재 계약의 해석 이슈</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836C6030-314D-4BCA-8156-E701AA6A563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379FC7-6AE8-426A-818C-92DB4640CCF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06D102E2-5B2E-40B3-9939-ED03AF9825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382544442"/>
      </p:ext>
    </p:extLst>
  </p:cSld>
</p:sld>
</file>

<file path=ppt/slides/slide6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9BB7B1-F65C-4A2F-A80B-02FCAD1157E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A677862D-2EE3-4688-9F32-AEA1FF0B874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4D1D0871-7547-4B56-8A5A-1635C3E0C6F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수량 원문은 빈 글자·"0"·"여섯"·공백</a:t>
            </a:r>
          </a:p>
        </p:txBody>
      </p:sp>
      <p:sp>
        <p:nvSpPr>
          <p:cNvPr id="4" name="">
            <a:extLst xmlns:a="http://schemas.openxmlformats.org/drawingml/2006/main">
              <a:ext uri="{FF2B5EF4-FFF2-40B4-BE49-F238E27FC236}">
                <a16:creationId xmlns:a16="http://schemas.microsoft.com/office/drawing/2014/main" id="{F2D110AC-E224-4594-B274-261A1538A9F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정확한 빈 문자열</a:t>
            </a:r>
            <a:r>
              <a:t>만 미확인인 계약입니다.</a:t>
            </a:r>
          </a:p>
        </p:txBody>
      </p:sp>
      <p:sp>
        <p:nvSpPr>
          <p:cNvPr id="5" name="">
            <a:extLst xmlns:a="http://schemas.openxmlformats.org/drawingml/2006/main">
              <a:ext uri="{FF2B5EF4-FFF2-40B4-BE49-F238E27FC236}">
                <a16:creationId xmlns:a16="http://schemas.microsoft.com/office/drawing/2014/main" id="{BDE69BFE-176E-42FB-B091-80593AF85038}"/>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네 갈래와 이슈 원문을 적으세요.</a:t>
            </a:r>
          </a:p>
        </p:txBody>
      </p:sp>
      <p:sp>
        <p:nvSpPr>
          <p:cNvPr id="6" name="">
            <a:extLst xmlns:a="http://schemas.openxmlformats.org/drawingml/2006/main">
              <a:ext uri="{FF2B5EF4-FFF2-40B4-BE49-F238E27FC236}">
                <a16:creationId xmlns:a16="http://schemas.microsoft.com/office/drawing/2014/main" id="{58E5E53E-2349-4C42-9102-036F55CA1A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37D1D1-F283-4C5C-BE41-87B11DD836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C560CD94-0CB1-4833-95B8-D01889E920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062</a:t>
            </a:r>
          </a:p>
        </p:txBody>
      </p:sp>
    </p:spTree>
    <p:extLst>
      <p:ext uri="{BB962C8B-B14F-4D97-AF65-F5344CB8AC3E}">
        <p14:creationId xmlns:p14="http://schemas.microsoft.com/office/powerpoint/2010/main" val="880638020"/>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8E5648-087D-49CE-AEA3-6064655C103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D6C05BF-F6AD-452D-B5F5-3930DB5730C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B1D9218B-D66C-47F5-9DEA-145AE2FAA00E}"/>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2C80B0-CBC4-46A3-8C00-B712D6EA54F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빈 글자만 미확인</a:t>
            </a:r>
            <a:r>
              <a:t>이고 "0"은 수치입니다.</a:t>
            </a:r>
          </a:p>
        </p:txBody>
      </p:sp>
      <p:sp>
        <p:nvSpPr>
          <p:cNvPr id="5" name="">
            <a:extLst xmlns:a="http://schemas.openxmlformats.org/drawingml/2006/main">
              <a:ext uri="{FF2B5EF4-FFF2-40B4-BE49-F238E27FC236}">
                <a16:creationId xmlns:a16="http://schemas.microsoft.com/office/drawing/2014/main" id="{D05E756E-50FE-48B4-8F14-629B1BF64C9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"여섯"과 공백은 이슈로 원문을 남깁니다.</a:t>
            </a:r>
          </a:p>
        </p:txBody>
      </p:sp>
      <p:sp>
        <p:nvSpPr>
          <p:cNvPr id="6" name="">
            <a:extLst xmlns:a="http://schemas.openxmlformats.org/drawingml/2006/main">
              <a:ext uri="{FF2B5EF4-FFF2-40B4-BE49-F238E27FC236}">
                <a16:creationId xmlns:a16="http://schemas.microsoft.com/office/drawing/2014/main" id="{5EBEEC6A-1ED7-4359-9A55-47609EE5D3D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1E52B8-72FC-4FC4-8DBF-15670A49AC5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E37F4561-CB46-4B6B-90D3-132EEFA0CED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924300449"/>
      </p:ext>
    </p:extLst>
  </p:cSld>
</p:sld>
</file>

<file path=ppt/slides/slide6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E21E3C-CB60-4A06-BD15-CD22AE8DE18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674E6524-800C-439F-A00F-8F9EA88BAC5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오류와 미측정</a:t>
            </a:r>
          </a:p>
        </p:txBody>
      </p:sp>
      <p:sp>
        <p:nvSpPr>
          <p:cNvPr id="3" name="">
            <a:extLst xmlns:a="http://schemas.openxmlformats.org/drawingml/2006/main">
              <a:ext uri="{FF2B5EF4-FFF2-40B4-BE49-F238E27FC236}">
                <a16:creationId xmlns:a16="http://schemas.microsoft.com/office/drawing/2014/main" id="{55DE1248-0C8B-40F0-AF70-0E35CF27846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A10에서 0과 None을 구별합니다.</a:t>
            </a:r>
          </a:p>
        </p:txBody>
      </p:sp>
      <p:sp>
        <p:nvSpPr>
          <p:cNvPr id="4" name="">
            <a:extLst xmlns:a="http://schemas.openxmlformats.org/drawingml/2006/main">
              <a:ext uri="{FF2B5EF4-FFF2-40B4-BE49-F238E27FC236}">
                <a16:creationId xmlns:a16="http://schemas.microsoft.com/office/drawing/2014/main" id="{617B5736-EDC4-4377-B279-F4CB0E1A664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A11에 오류 단서를 기록합니다.</a:t>
            </a:r>
          </a:p>
        </p:txBody>
      </p:sp>
      <p:sp>
        <p:nvSpPr>
          <p:cNvPr id="5" name="">
            <a:extLst xmlns:a="http://schemas.openxmlformats.org/drawingml/2006/main">
              <a:ext uri="{FF2B5EF4-FFF2-40B4-BE49-F238E27FC236}">
                <a16:creationId xmlns:a16="http://schemas.microsoft.com/office/drawing/2014/main" id="{5212EAC0-49E3-4E48-9BB1-40E95759A7F5}"/>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A12에서 특정 오류의 처리만 봅니다.</a:t>
            </a:r>
          </a:p>
        </p:txBody>
      </p:sp>
      <p:sp>
        <p:nvSpPr>
          <p:cNvPr id="6" name="">
            <a:extLst xmlns:a="http://schemas.openxmlformats.org/drawingml/2006/main">
              <a:ext uri="{FF2B5EF4-FFF2-40B4-BE49-F238E27FC236}">
                <a16:creationId xmlns:a16="http://schemas.microsoft.com/office/drawing/2014/main" id="{3CF0366A-E56E-46CE-90A6-C9AFD958AA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CE5823B-06FA-4647-9D31-81E23594B8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5A228F14-3E50-49F7-B1DF-C536774487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064</a:t>
            </a:r>
          </a:p>
        </p:txBody>
      </p:sp>
    </p:spTree>
    <p:extLst>
      <p:ext uri="{BB962C8B-B14F-4D97-AF65-F5344CB8AC3E}">
        <p14:creationId xmlns:p14="http://schemas.microsoft.com/office/powerpoint/2010/main" val="121481736"/>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F770D9-54EA-41A3-B9A5-3F3E843455D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31E8B1A-944D-4BC8-B052-866DD1F420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4교시 확인</a:t>
            </a:r>
          </a:p>
        </p:txBody>
      </p:sp>
      <p:sp>
        <p:nvSpPr>
          <p:cNvPr id="3" name="">
            <a:extLst xmlns:a="http://schemas.openxmlformats.org/drawingml/2006/main">
              <a:ext uri="{FF2B5EF4-FFF2-40B4-BE49-F238E27FC236}">
                <a16:creationId xmlns:a16="http://schemas.microsoft.com/office/drawing/2014/main" id="{51E36198-8781-4EA6-8A20-E9FF5DC3D04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공백 정리</a:t>
            </a:r>
          </a:p>
        </p:txBody>
      </p:sp>
      <p:sp>
        <p:nvSpPr>
          <p:cNvPr id="4" name="">
            <a:extLst xmlns:a="http://schemas.openxmlformats.org/drawingml/2006/main">
              <a:ext uri="{FF2B5EF4-FFF2-40B4-BE49-F238E27FC236}">
                <a16:creationId xmlns:a16="http://schemas.microsoft.com/office/drawing/2014/main" id="{BD418A12-47A4-4791-9726-B19FF175498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378501-C65B-40BE-B022-85C4B9922FD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미측정과 잘못된 입력을 합치지 않습니다.</a:t>
            </a:r>
          </a:p>
        </p:txBody>
      </p:sp>
      <p:sp>
        <p:nvSpPr>
          <p:cNvPr id="6" name="">
            <a:extLst xmlns:a="http://schemas.openxmlformats.org/drawingml/2006/main">
              <a:ext uri="{FF2B5EF4-FFF2-40B4-BE49-F238E27FC236}">
                <a16:creationId xmlns:a16="http://schemas.microsoft.com/office/drawing/2014/main" id="{EF34BCC1-7539-426F-8423-5A05B9B3A10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예외 처리가 실제값을 복구하지는 않습니다.</a:t>
            </a:r>
          </a:p>
        </p:txBody>
      </p:sp>
      <p:sp>
        <p:nvSpPr>
          <p:cNvPr id="7" name="">
            <a:extLst xmlns:a="http://schemas.openxmlformats.org/drawingml/2006/main">
              <a:ext uri="{FF2B5EF4-FFF2-40B4-BE49-F238E27FC236}">
                <a16:creationId xmlns:a16="http://schemas.microsoft.com/office/drawing/2014/main" id="{48E4BEBA-7EE1-4CD4-83A9-B781BD84D0CE}"/>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공백 정리</a:t>
            </a:r>
            <a:r>
              <a:t>는 별도의 명시적 규칙이 필요합니다.</a:t>
            </a:r>
          </a:p>
        </p:txBody>
      </p:sp>
      <p:sp>
        <p:nvSpPr>
          <p:cNvPr id="8" name="">
            <a:extLst xmlns:a="http://schemas.openxmlformats.org/drawingml/2006/main">
              <a:ext uri="{FF2B5EF4-FFF2-40B4-BE49-F238E27FC236}">
                <a16:creationId xmlns:a16="http://schemas.microsoft.com/office/drawing/2014/main" id="{8D52FE5E-4FAC-4574-8A21-CF3858533C6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E6ED88-6640-45FD-8B62-1FE87C7C6F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B6E6021E-5518-4E4C-8A21-E4B0D467CA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160491241"/>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44BE68-9DC1-479A-8F5B-9CD6D9B729E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F4AE22-FF2C-4949-95DE-80CD09C9CAA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8B492079-7B4D-4838-B023-ED1282BC7E8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8A390D42-44F7-499D-ABBF-6B0B1B74AFF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검사 규칙과 재확인</a:t>
            </a:r>
          </a:p>
        </p:txBody>
      </p:sp>
      <p:sp>
        <p:nvSpPr>
          <p:cNvPr id="5" name="">
            <a:extLst xmlns:a="http://schemas.openxmlformats.org/drawingml/2006/main">
              <a:ext uri="{FF2B5EF4-FFF2-40B4-BE49-F238E27FC236}">
                <a16:creationId xmlns:a16="http://schemas.microsoft.com/office/drawing/2014/main" id="{F4E8561B-3C6E-437E-B817-2AD17701F88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255740-CB07-44C3-9828-5F032B5DD73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34155FC3-312C-4A0A-A9A0-111614828C6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A13, A14, A15</a:t>
            </a:r>
          </a:p>
        </p:txBody>
      </p:sp>
      <p:sp>
        <p:nvSpPr>
          <p:cNvPr id="8" name="">
            <a:extLst xmlns:a="http://schemas.openxmlformats.org/drawingml/2006/main">
              <a:ext uri="{FF2B5EF4-FFF2-40B4-BE49-F238E27FC236}">
                <a16:creationId xmlns:a16="http://schemas.microsoft.com/office/drawing/2014/main" id="{61C05237-3007-42BA-AF64-9301CB6D666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0F9607C1-B325-42BF-98FA-DD27F1E8377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87942046-DE27-4220-8CCB-64C01E84B13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773972696"/>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1F51C1F-7CAF-4C16-8137-6466940102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878C044-4EC2-4F8E-8940-94B47C9BB8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허용 범위 검사</a:t>
            </a:r>
          </a:p>
        </p:txBody>
      </p:sp>
      <p:sp>
        <p:nvSpPr>
          <p:cNvPr id="3" name="">
            <a:extLst xmlns:a="http://schemas.openxmlformats.org/drawingml/2006/main">
              <a:ext uri="{FF2B5EF4-FFF2-40B4-BE49-F238E27FC236}">
                <a16:creationId xmlns:a16="http://schemas.microsoft.com/office/drawing/2014/main" id="{5CAC9CDF-0FE0-4356-B4ED-CDB16C8E30A8}"/>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91D8B1E-7C92-4827-B248-16B9892E02C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93E120C6-4B67-4B1B-A871-186C7E7764C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checked_temperature(raw):</a:t>
            </a:r>
          </a:p>
        </p:txBody>
      </p:sp>
      <p:sp>
        <p:nvSpPr>
          <p:cNvPr id="6" name="">
            <a:extLst xmlns:a="http://schemas.openxmlformats.org/drawingml/2006/main">
              <a:ext uri="{FF2B5EF4-FFF2-40B4-BE49-F238E27FC236}">
                <a16:creationId xmlns:a16="http://schemas.microsoft.com/office/drawing/2014/main" id="{330699F3-C713-4025-A477-B47E3A465CD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2EC47F1B-473D-4EF6-BF48-FA799F8393F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value = float(raw)</a:t>
            </a:r>
          </a:p>
        </p:txBody>
      </p:sp>
      <p:sp>
        <p:nvSpPr>
          <p:cNvPr id="8" name="">
            <a:extLst xmlns:a="http://schemas.openxmlformats.org/drawingml/2006/main">
              <a:ext uri="{FF2B5EF4-FFF2-40B4-BE49-F238E27FC236}">
                <a16:creationId xmlns:a16="http://schemas.microsoft.com/office/drawing/2014/main" id="{89D265AB-A2A7-4739-882B-F35D88BE5F4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83F3FA9E-DAEA-44D2-8243-98364D47796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&lt; 0 or value &gt; 50:</a:t>
            </a:r>
          </a:p>
        </p:txBody>
      </p:sp>
      <p:sp>
        <p:nvSpPr>
          <p:cNvPr id="10" name="">
            <a:extLst xmlns:a="http://schemas.openxmlformats.org/drawingml/2006/main">
              <a:ext uri="{FF2B5EF4-FFF2-40B4-BE49-F238E27FC236}">
                <a16:creationId xmlns:a16="http://schemas.microsoft.com/office/drawing/2014/main" id="{D7412E63-DAF0-4A53-855B-CEC7DECCA4A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DB02E8F4-5DB2-46E9-8172-065ABC4FF160}"/>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raise ValueError(</a:t>
            </a:r>
            <a:r>
              <a:rPr>
                <a:solidFill>
                  <a:srgbClr val="BACBFA"/>
                </a:solidFill>
              </a:rPr>
              <a:t>"범위 확인 필요"</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DC2E2302-1213-4460-B2D5-7B99BB201995}"/>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5F47186-68B6-4CBC-B7BF-A27AA2A23CB6}"/>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value</a:t>
            </a:r>
          </a:p>
        </p:txBody>
      </p:sp>
      <p:sp>
        <p:nvSpPr>
          <p:cNvPr id="14" name="">
            <a:extLst xmlns:a="http://schemas.openxmlformats.org/drawingml/2006/main">
              <a:ext uri="{FF2B5EF4-FFF2-40B4-BE49-F238E27FC236}">
                <a16:creationId xmlns:a16="http://schemas.microsoft.com/office/drawing/2014/main" id="{D6AE2395-13D6-4D71-84EC-EAD22E6DBF9D}"/>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D8A4E630-EF43-41A8-A70D-DCBC2ACC3E71}"/>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print(checked_temperature(</a:t>
            </a:r>
            <a:r>
              <a:rPr>
                <a:solidFill>
                  <a:srgbClr val="BACBFA"/>
                </a:solidFill>
              </a:rPr>
              <a:t>"23.5"</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6EEB6C22-C3F9-463C-B7C1-BA88C8F551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D3A4B8-86FA-4FE1-BEA5-8EA7E69D93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8" name="">
            <a:extLst xmlns:a="http://schemas.openxmlformats.org/drawingml/2006/main">
              <a:ext uri="{FF2B5EF4-FFF2-40B4-BE49-F238E27FC236}">
                <a16:creationId xmlns:a16="http://schemas.microsoft.com/office/drawing/2014/main" id="{23D20A91-EE72-42AC-BC0A-1DAA85839C4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947878822"/>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4405A1-D6F7-45D4-B1BE-2EB596214E1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34DD0C2-1B5B-48C5-9C67-61BB60C7CC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숫자 해석과 범위는 다른 문턱입니다</a:t>
            </a:r>
          </a:p>
        </p:txBody>
      </p:sp>
      <p:sp>
        <p:nvSpPr>
          <p:cNvPr id="3" name="">
            <a:extLst xmlns:a="http://schemas.openxmlformats.org/drawingml/2006/main">
              <a:ext uri="{FF2B5EF4-FFF2-40B4-BE49-F238E27FC236}">
                <a16:creationId xmlns:a16="http://schemas.microsoft.com/office/drawing/2014/main" id="{8B9C02B1-70D3-4A35-8D0A-4AF3D336BD88}"/>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FEB28EE-E049-4947-BC3C-9A49DA8A207F}"/>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"51.0"은 숫자로 읽을 수 있습니다.</a:t>
            </a:r>
          </a:p>
        </p:txBody>
      </p:sp>
      <p:sp>
        <p:nvSpPr>
          <p:cNvPr id="5" name="">
            <a:extLst xmlns:a="http://schemas.openxmlformats.org/drawingml/2006/main">
              <a:ext uri="{FF2B5EF4-FFF2-40B4-BE49-F238E27FC236}">
                <a16:creationId xmlns:a16="http://schemas.microsoft.com/office/drawing/2014/main" id="{2C9BD625-F140-4551-8808-13CD44757579}"/>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하지만 0~50 범위를 벗어납니다.</a:t>
            </a:r>
          </a:p>
        </p:txBody>
      </p:sp>
      <p:sp>
        <p:nvSpPr>
          <p:cNvPr id="6" name="">
            <a:extLst xmlns:a="http://schemas.openxmlformats.org/drawingml/2006/main">
              <a:ext uri="{FF2B5EF4-FFF2-40B4-BE49-F238E27FC236}">
                <a16:creationId xmlns:a16="http://schemas.microsoft.com/office/drawing/2014/main" id="{5735C073-CA26-4389-BD86-4D824E62227E}"/>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6CEBC59-3BF1-4A19-9CDD-ACB47A232120}"/>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범위 밖 원문을 자동으로 자르지 않습니다.</a:t>
            </a:r>
          </a:p>
        </p:txBody>
      </p:sp>
      <p:sp>
        <p:nvSpPr>
          <p:cNvPr id="8" name="">
            <a:extLst xmlns:a="http://schemas.openxmlformats.org/drawingml/2006/main">
              <a:ext uri="{FF2B5EF4-FFF2-40B4-BE49-F238E27FC236}">
                <a16:creationId xmlns:a16="http://schemas.microsoft.com/office/drawing/2014/main" id="{B9DD48E3-26B1-4669-81A1-B68DDBDED6C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DABD67-DFAD-4863-90C1-23D630D033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CFCEA73C-CD26-4C03-88B7-AFD2244C14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692585956"/>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F74DA4-82DA-470D-910E-A3C2327E61C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BDC07C9-C1A1-4CA6-977E-74C7F64C9D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범위의 안과 밖</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657600"/>
                <a:gridCol w="73152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0~50 계약</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50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51</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1C487D8E-2C3D-435D-B7E7-BDD261AC1B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CE9E53-3680-4497-8782-5AD4D62B5E8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907B046C-6D2F-41E1-91F6-EC91BF4075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1951762256"/>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3E0441-30A5-4B1C-A104-D75E70B9BD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E60558F-F462-4397-862A-D560BA7F43B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바깥쪽은 또는로 연결합니다</a:t>
            </a:r>
          </a:p>
        </p:txBody>
      </p:sp>
      <p:sp>
        <p:nvSpPr>
          <p:cNvPr id="3" name="">
            <a:extLst xmlns:a="http://schemas.openxmlformats.org/drawingml/2006/main">
              <a:ext uri="{FF2B5EF4-FFF2-40B4-BE49-F238E27FC236}">
                <a16:creationId xmlns:a16="http://schemas.microsoft.com/office/drawing/2014/main" id="{32C35023-385A-4491-965F-AD82373CE174}"/>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A1AD93C-1E2D-47E4-8C00-BB513FD80F27}"/>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or는</a:t>
            </a:r>
            <a:r>
              <a:t> 둘 중 하나가 참이면 참입니다.</a:t>
            </a:r>
          </a:p>
        </p:txBody>
      </p:sp>
      <p:sp>
        <p:nvSpPr>
          <p:cNvPr id="5" name="">
            <a:extLst xmlns:a="http://schemas.openxmlformats.org/drawingml/2006/main">
              <a:ext uri="{FF2B5EF4-FFF2-40B4-BE49-F238E27FC236}">
                <a16:creationId xmlns:a16="http://schemas.microsoft.com/office/drawing/2014/main" id="{EFC10633-62C7-4BA6-BCE7-E14428D24500}"/>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and는 두 조건이 모두 참이어야 합니다.</a:t>
            </a:r>
          </a:p>
        </p:txBody>
      </p:sp>
      <p:sp>
        <p:nvSpPr>
          <p:cNvPr id="6" name="">
            <a:extLst xmlns:a="http://schemas.openxmlformats.org/drawingml/2006/main">
              <a:ext uri="{FF2B5EF4-FFF2-40B4-BE49-F238E27FC236}">
                <a16:creationId xmlns:a16="http://schemas.microsoft.com/office/drawing/2014/main" id="{88C4A7A1-4E61-420D-9A07-3C3E76EE26F1}"/>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EF3C62-8072-4EF0-ACFA-D7E3DE09A6ED}"/>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0보다 작거나 50보다 크면 범위 밖입니다.</a:t>
            </a:r>
          </a:p>
        </p:txBody>
      </p:sp>
      <p:sp>
        <p:nvSpPr>
          <p:cNvPr id="8" name="">
            <a:extLst xmlns:a="http://schemas.openxmlformats.org/drawingml/2006/main">
              <a:ext uri="{FF2B5EF4-FFF2-40B4-BE49-F238E27FC236}">
                <a16:creationId xmlns:a16="http://schemas.microsoft.com/office/drawing/2014/main" id="{9EA3F4AF-5392-40D9-9DE9-7A0105E546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4B5888-022C-4F1B-9E2C-8C05B64F02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4283035F-4E04-424A-8CBD-287B87031D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681430128"/>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A691DA-29B8-4BCA-A0F1-FD240D2520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BE648C8-4383-4559-AE62-002F4887E3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근거가 있는 값만 수정합니다</a:t>
            </a:r>
          </a:p>
        </p:txBody>
      </p:sp>
      <p:sp>
        <p:nvSpPr>
          <p:cNvPr id="3" name="">
            <a:extLst xmlns:a="http://schemas.openxmlformats.org/drawingml/2006/main">
              <a:ext uri="{FF2B5EF4-FFF2-40B4-BE49-F238E27FC236}">
                <a16:creationId xmlns:a16="http://schemas.microsoft.com/office/drawing/2014/main" id="{9A92DCAC-D336-442E-8E39-5070A9C9179A}"/>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F130416-4A36-42B6-83A0-35A5B18E1D2B}"/>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확인된 S05는 23.5로 고칩니다.</a:t>
            </a:r>
          </a:p>
        </p:txBody>
      </p:sp>
      <p:sp>
        <p:nvSpPr>
          <p:cNvPr id="5" name="">
            <a:extLst xmlns:a="http://schemas.openxmlformats.org/drawingml/2006/main">
              <a:ext uri="{FF2B5EF4-FFF2-40B4-BE49-F238E27FC236}">
                <a16:creationId xmlns:a16="http://schemas.microsoft.com/office/drawing/2014/main" id="{0530CFB5-848A-4B10-B066-2C5FEC8D5E45}"/>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미확인 S06</a:t>
            </a:r>
            <a:r>
              <a:t>은 원문과 이유를 남깁니다.</a:t>
            </a:r>
          </a:p>
        </p:txBody>
      </p:sp>
      <p:sp>
        <p:nvSpPr>
          <p:cNvPr id="6" name="">
            <a:extLst xmlns:a="http://schemas.openxmlformats.org/drawingml/2006/main">
              <a:ext uri="{FF2B5EF4-FFF2-40B4-BE49-F238E27FC236}">
                <a16:creationId xmlns:a16="http://schemas.microsoft.com/office/drawing/2014/main" id="{6DE90DDC-6CA6-4BA8-871D-5A781013B3B7}"/>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34D647B-9B7A-486B-8773-E95EEDFCA60E}"/>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이슈를 줄이려고 행을 삭제하지 않습니다.</a:t>
            </a:r>
          </a:p>
        </p:txBody>
      </p:sp>
      <p:sp>
        <p:nvSpPr>
          <p:cNvPr id="8" name="">
            <a:extLst xmlns:a="http://schemas.openxmlformats.org/drawingml/2006/main">
              <a:ext uri="{FF2B5EF4-FFF2-40B4-BE49-F238E27FC236}">
                <a16:creationId xmlns:a16="http://schemas.microsoft.com/office/drawing/2014/main" id="{4E694AC0-B12C-4C9F-B029-7049606611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DA8343-7C88-4ECF-896E-4F0E1FE7BF1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45FA5D59-B36E-4B50-931E-1A0DC39DA6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633634545"/>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CAF0246-4404-456B-AB5E-519BDD0809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8444F66-64C5-4ADF-8FEB-FAA53881080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사례를 다시 확인합니다</a:t>
            </a:r>
          </a:p>
        </p:txBody>
      </p:sp>
      <p:sp>
        <p:nvSpPr>
          <p:cNvPr id="3" name="">
            <a:extLst xmlns:a="http://schemas.openxmlformats.org/drawingml/2006/main">
              <a:ext uri="{FF2B5EF4-FFF2-40B4-BE49-F238E27FC236}">
                <a16:creationId xmlns:a16="http://schemas.microsoft.com/office/drawing/2014/main" id="{67819E08-F878-41BF-8406-E3E0827FC79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F40DD17-0328-4A71-B89D-AA0C369D7E9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실패했던 입력을 다시 봅니다.</a:t>
            </a:r>
          </a:p>
        </p:txBody>
      </p:sp>
      <p:sp>
        <p:nvSpPr>
          <p:cNvPr id="5" name="">
            <a:extLst xmlns:a="http://schemas.openxmlformats.org/drawingml/2006/main">
              <a:ext uri="{FF2B5EF4-FFF2-40B4-BE49-F238E27FC236}">
                <a16:creationId xmlns:a16="http://schemas.microsoft.com/office/drawing/2014/main" id="{304F0EB2-EC30-49BB-8FD2-B26BC7894EA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02D802-0D9C-47C2-9643-CE588D46761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1B17A37-D25F-4F8D-9AB8-39D331568C6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원래 맞던 경계</a:t>
            </a:r>
            <a:r>
              <a:t>와 미측정도 봅니다.</a:t>
            </a:r>
          </a:p>
        </p:txBody>
      </p:sp>
      <p:sp>
        <p:nvSpPr>
          <p:cNvPr id="8" name="">
            <a:extLst xmlns:a="http://schemas.openxmlformats.org/drawingml/2006/main">
              <a:ext uri="{FF2B5EF4-FFF2-40B4-BE49-F238E27FC236}">
                <a16:creationId xmlns:a16="http://schemas.microsoft.com/office/drawing/2014/main" id="{0437F556-5022-4993-B19B-32D608AAF0E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79E9D5D-1E5B-4EB9-B617-B6E0C2719C3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95D6FFB-B001-4D37-A24D-F31DCA7CE230}"/>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변경한 근거와 결과를 연결합니다.</a:t>
            </a:r>
          </a:p>
        </p:txBody>
      </p:sp>
      <p:sp>
        <p:nvSpPr>
          <p:cNvPr id="11" name="">
            <a:extLst xmlns:a="http://schemas.openxmlformats.org/drawingml/2006/main">
              <a:ext uri="{FF2B5EF4-FFF2-40B4-BE49-F238E27FC236}">
                <a16:creationId xmlns:a16="http://schemas.microsoft.com/office/drawing/2014/main" id="{1081FB9F-475B-41F5-B856-2AABF598C07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E0C3338-B810-454F-A6CE-FD0BB13301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2C6C05D1-4594-480D-8E74-9961E883E7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313476415"/>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199067-0256-4FCC-9079-E6872D378A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6A0033B-DB03-410A-81D1-3E3A91F797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전체와 부분의 관계</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702629"/>
                <a:gridCol w="6270171"/>
              </a:tblGrid>
              <a:tr h="685800">
                <a:tc>
                  <a:txBody>
                    <a:bodyPr wrap="square"/>
                    <a:lstStyle/>
                    <a:p>
                      <a:pPr>
                        <a:lnSpc>
                          <a:spcPct val="94000"/>
                        </a:lnSpc>
                        <a:buNone/>
                      </a:pPr>
                      <a:r>
                        <a:rPr sz="2100" b="1">
                          <a:solidFill>
                            <a:srgbClr val="FFFFFF"/>
                          </a:solidFill>
                          <a:latin typeface="Noto Sans KR"/>
                          <a:ea typeface="Noto Sans KR"/>
                          <a:cs typeface="Noto Sans KR"/>
                        </a:rPr>
                        <a:t>분류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예시 건수</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전체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이슈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A7279A9F-B2C1-4B14-9D8B-09218CE16A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B4CF3B-F905-4281-AAB0-F5757A8B0E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BE80229F-6B46-4A1A-AF8F-589090AC25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299121997"/>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27B3B9-2414-44AE-9E3C-8204E829497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2787FF2-29C9-4E3E-93CF-E7A1C3257ED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수락과 평균 대상을 구별합니다</a:t>
            </a:r>
          </a:p>
        </p:txBody>
      </p:sp>
      <p:sp>
        <p:nvSpPr>
          <p:cNvPr id="3" name="">
            <a:extLst xmlns:a="http://schemas.openxmlformats.org/drawingml/2006/main">
              <a:ext uri="{FF2B5EF4-FFF2-40B4-BE49-F238E27FC236}">
                <a16:creationId xmlns:a16="http://schemas.microsoft.com/office/drawing/2014/main" id="{7746ED73-B1B4-4AA7-B897-506010852F5B}"/>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533CAA4-871D-49D5-BBC8-88A3DABBF0A3}"/>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수락은 수치와 미측정의 합입니다.</a:t>
            </a:r>
          </a:p>
        </p:txBody>
      </p:sp>
      <p:sp>
        <p:nvSpPr>
          <p:cNvPr id="5" name="">
            <a:extLst xmlns:a="http://schemas.openxmlformats.org/drawingml/2006/main">
              <a:ext uri="{FF2B5EF4-FFF2-40B4-BE49-F238E27FC236}">
                <a16:creationId xmlns:a16="http://schemas.microsoft.com/office/drawing/2014/main" id="{B327DA51-85DB-4038-9BED-2940C93407F0}"/>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평균은 실제 수치만 대상으로 합니다.</a:t>
            </a:r>
          </a:p>
        </p:txBody>
      </p:sp>
      <p:sp>
        <p:nvSpPr>
          <p:cNvPr id="6" name="">
            <a:extLst xmlns:a="http://schemas.openxmlformats.org/drawingml/2006/main">
              <a:ext uri="{FF2B5EF4-FFF2-40B4-BE49-F238E27FC236}">
                <a16:creationId xmlns:a16="http://schemas.microsoft.com/office/drawing/2014/main" id="{3BBC0454-4F30-4BD4-94DD-79BECB2049A3}"/>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6D19F93-4BA0-408F-B0B5-B4053E3C7926}"/>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종료 코드 0이 입력 전체의 정확성은 아닙니다.</a:t>
            </a:r>
          </a:p>
        </p:txBody>
      </p:sp>
      <p:sp>
        <p:nvSpPr>
          <p:cNvPr id="8" name="">
            <a:extLst xmlns:a="http://schemas.openxmlformats.org/drawingml/2006/main">
              <a:ext uri="{FF2B5EF4-FFF2-40B4-BE49-F238E27FC236}">
                <a16:creationId xmlns:a16="http://schemas.microsoft.com/office/drawing/2014/main" id="{B6CC86B0-7134-4058-9EDE-45B427812D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30C9DD-2765-48C5-86BD-CBF92E0FD2B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BF838552-A716-4FD9-A512-00A8D9B9A3F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301946525"/>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C50E7D-FCCE-49D6-8F15-2ABE208B839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1322564-CDC2-40E8-B68B-2FD10EEB68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52F2B1C9-3FC6-4349-BB9B-E49662B837A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0~20개</a:t>
            </a:r>
            <a:r>
              <a:t> 계약에서 숫자와 범위를 검사합니다.</a:t>
            </a:r>
          </a:p>
        </p:txBody>
      </p:sp>
      <p:sp>
        <p:nvSpPr>
          <p:cNvPr id="4" name="">
            <a:extLst xmlns:a="http://schemas.openxmlformats.org/drawingml/2006/main">
              <a:ext uri="{FF2B5EF4-FFF2-40B4-BE49-F238E27FC236}">
                <a16:creationId xmlns:a16="http://schemas.microsoft.com/office/drawing/2014/main" id="{2B8A7E35-9681-4536-9145-E14F2A0083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6A339F-45B0-4BF4-8EF1-0ABF321A6C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B45796DD-A614-4136-9885-4F94E706A6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203025056"/>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660998-659C-42A2-BA96-AA55DBFA6D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AC330CC-2279-44E4-A882-18F9F2E893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486400"/>
                <a:gridCol w="54864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허용</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21</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거부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76577400-0DE6-44EA-9665-84631D13CD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A2A46D-730E-443C-A107-E91A2ED0DA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D83978BF-3EC5-4A24-8123-D6F31530FF0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862060126"/>
      </p:ext>
    </p:extLst>
  </p:cSld>
</p:sld>
</file>

<file path=ppt/slides/slide7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43F596-6204-44DF-95AB-6B0A9B3CD6F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80903A99-6740-49EB-95BE-2711C245A5F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3D214E99-34D5-4326-9DE7-869EF1DD270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충전율은 0~100%입니다.</a:t>
            </a:r>
          </a:p>
        </p:txBody>
      </p:sp>
      <p:sp>
        <p:nvSpPr>
          <p:cNvPr id="4" name="">
            <a:extLst xmlns:a="http://schemas.openxmlformats.org/drawingml/2006/main">
              <a:ext uri="{FF2B5EF4-FFF2-40B4-BE49-F238E27FC236}">
                <a16:creationId xmlns:a16="http://schemas.microsoft.com/office/drawing/2014/main" id="{0155AB65-3FBA-4FF0-9BD9-1FB732FB590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-0.1·0·50·100·100.1을 판정하세요.</a:t>
            </a:r>
          </a:p>
        </p:txBody>
      </p:sp>
      <p:sp>
        <p:nvSpPr>
          <p:cNvPr id="5" name="">
            <a:extLst xmlns:a="http://schemas.openxmlformats.org/drawingml/2006/main">
              <a:ext uri="{FF2B5EF4-FFF2-40B4-BE49-F238E27FC236}">
                <a16:creationId xmlns:a16="http://schemas.microsoft.com/office/drawing/2014/main" id="{F3F742F2-A5A9-465B-9BF0-E3C9DF5512F4}"/>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바깥을 찾는 논리 문장을 쓰세요.</a:t>
            </a:r>
          </a:p>
        </p:txBody>
      </p:sp>
      <p:sp>
        <p:nvSpPr>
          <p:cNvPr id="6" name="">
            <a:extLst xmlns:a="http://schemas.openxmlformats.org/drawingml/2006/main">
              <a:ext uri="{FF2B5EF4-FFF2-40B4-BE49-F238E27FC236}">
                <a16:creationId xmlns:a16="http://schemas.microsoft.com/office/drawing/2014/main" id="{BE4C4D5B-2205-4038-9907-593476877B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0D5E4C2-FDAF-47CD-A307-C4C2E5BDBAD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045113CD-736B-44EB-BB5E-5BF7A58FCF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077</a:t>
            </a:r>
          </a:p>
        </p:txBody>
      </p:sp>
    </p:spTree>
    <p:extLst>
      <p:ext uri="{BB962C8B-B14F-4D97-AF65-F5344CB8AC3E}">
        <p14:creationId xmlns:p14="http://schemas.microsoft.com/office/powerpoint/2010/main" val="853456032"/>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FE25EE-D283-4FA5-93EC-624F601B60C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A4424B8-C83D-4C76-9376-ECA6FF7EA05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18FE1857-FFC1-4297-9EB2-AD86FC4B3B9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0·50·100은 허용, 두 바깥값은 거부입니다.</a:t>
            </a:r>
          </a:p>
        </p:txBody>
      </p:sp>
      <p:sp>
        <p:nvSpPr>
          <p:cNvPr id="4" name="">
            <a:extLst xmlns:a="http://schemas.openxmlformats.org/drawingml/2006/main">
              <a:ext uri="{FF2B5EF4-FFF2-40B4-BE49-F238E27FC236}">
                <a16:creationId xmlns:a16="http://schemas.microsoft.com/office/drawing/2014/main" id="{084160AB-8D03-4118-A1EE-5632AAA1FB47}"/>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 미만 또는 100 초과</a:t>
            </a:r>
            <a:r>
              <a:t>로 검사합니다.</a:t>
            </a:r>
          </a:p>
        </p:txBody>
      </p:sp>
      <p:sp>
        <p:nvSpPr>
          <p:cNvPr id="5" name="">
            <a:extLst xmlns:a="http://schemas.openxmlformats.org/drawingml/2006/main">
              <a:ext uri="{FF2B5EF4-FFF2-40B4-BE49-F238E27FC236}">
                <a16:creationId xmlns:a16="http://schemas.microsoft.com/office/drawing/2014/main" id="{B1374524-24A7-4B3A-9E44-4B2F3DA36D8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F37523-4399-4A60-A0E7-35BC81626A0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797724DD-88FA-48B5-83EF-C7994F6CE4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315715363"/>
      </p:ext>
    </p:extLst>
  </p:cSld>
</p:sld>
</file>

<file path=ppt/slides/slide7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AE2FC5-4C23-40CC-AF17-3AB4C6C753F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2ABE402B-CE97-46AF-B7D7-A4C6C19B8F0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재검사와 계약</a:t>
            </a:r>
          </a:p>
        </p:txBody>
      </p:sp>
      <p:sp>
        <p:nvSpPr>
          <p:cNvPr id="3" name="">
            <a:extLst xmlns:a="http://schemas.openxmlformats.org/drawingml/2006/main">
              <a:ext uri="{FF2B5EF4-FFF2-40B4-BE49-F238E27FC236}">
                <a16:creationId xmlns:a16="http://schemas.microsoft.com/office/drawing/2014/main" id="{3DA8EAE2-BE10-4B2C-A135-AA04FB74723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A13 양 끝 경계를 포함해 확인합니다.</a:t>
            </a:r>
          </a:p>
        </p:txBody>
      </p:sp>
      <p:sp>
        <p:nvSpPr>
          <p:cNvPr id="4" name="">
            <a:extLst xmlns:a="http://schemas.openxmlformats.org/drawingml/2006/main">
              <a:ext uri="{FF2B5EF4-FFF2-40B4-BE49-F238E27FC236}">
                <a16:creationId xmlns:a16="http://schemas.microsoft.com/office/drawing/2014/main" id="{3FA46AF4-0E17-4C1C-8D99-665A77FF5A8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A14 수정 근거를 남깁니다.</a:t>
            </a:r>
          </a:p>
        </p:txBody>
      </p:sp>
      <p:sp>
        <p:nvSpPr>
          <p:cNvPr id="5" name="">
            <a:extLst xmlns:a="http://schemas.openxmlformats.org/drawingml/2006/main">
              <a:ext uri="{FF2B5EF4-FFF2-40B4-BE49-F238E27FC236}">
                <a16:creationId xmlns:a16="http://schemas.microsoft.com/office/drawing/2014/main" id="{6B2F843E-BCBC-41B4-AA50-1F3B0F01A809}"/>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A15 입력·출력의 뜻을 설명합니다.</a:t>
            </a:r>
          </a:p>
        </p:txBody>
      </p:sp>
      <p:sp>
        <p:nvSpPr>
          <p:cNvPr id="6" name="">
            <a:extLst xmlns:a="http://schemas.openxmlformats.org/drawingml/2006/main">
              <a:ext uri="{FF2B5EF4-FFF2-40B4-BE49-F238E27FC236}">
                <a16:creationId xmlns:a16="http://schemas.microsoft.com/office/drawing/2014/main" id="{1F9013C2-829B-46F9-A5C9-AB1EF6365DF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8A1CA3-9A87-4B3D-9961-9A4948883C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8" name="">
            <a:extLst xmlns:a="http://schemas.openxmlformats.org/drawingml/2006/main">
              <a:ext uri="{FF2B5EF4-FFF2-40B4-BE49-F238E27FC236}">
                <a16:creationId xmlns:a16="http://schemas.microsoft.com/office/drawing/2014/main" id="{F2439F75-8B48-4BB3-8024-01BE8A4946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079</a:t>
            </a:r>
          </a:p>
        </p:txBody>
      </p:sp>
    </p:spTree>
    <p:extLst>
      <p:ext uri="{BB962C8B-B14F-4D97-AF65-F5344CB8AC3E}">
        <p14:creationId xmlns:p14="http://schemas.microsoft.com/office/powerpoint/2010/main" val="881617808"/>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2272FB-D86A-45E6-AB9B-26CAD53FE9C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0D3E4E1-A0CF-4CAC-9D42-C5F3EA2A8AF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5교시 확인</a:t>
            </a:r>
          </a:p>
        </p:txBody>
      </p:sp>
      <p:sp>
        <p:nvSpPr>
          <p:cNvPr id="3" name="">
            <a:extLst xmlns:a="http://schemas.openxmlformats.org/drawingml/2006/main">
              <a:ext uri="{FF2B5EF4-FFF2-40B4-BE49-F238E27FC236}">
                <a16:creationId xmlns:a16="http://schemas.microsoft.com/office/drawing/2014/main" id="{A0D59C7A-284D-4A8F-898A-02915194429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전체=수락+이슈</a:t>
            </a:r>
          </a:p>
        </p:txBody>
      </p:sp>
      <p:sp>
        <p:nvSpPr>
          <p:cNvPr id="4" name="">
            <a:extLst xmlns:a="http://schemas.openxmlformats.org/drawingml/2006/main">
              <a:ext uri="{FF2B5EF4-FFF2-40B4-BE49-F238E27FC236}">
                <a16:creationId xmlns:a16="http://schemas.microsoft.com/office/drawing/2014/main" id="{9CE83AA9-EEAF-4D3E-B702-8EC785E6790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8F9710-9FE3-42ED-A0F0-37EB6F37779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변환 통과와 범위 통과는 다릅니다.</a:t>
            </a:r>
          </a:p>
        </p:txBody>
      </p:sp>
      <p:sp>
        <p:nvSpPr>
          <p:cNvPr id="6" name="">
            <a:extLst xmlns:a="http://schemas.openxmlformats.org/drawingml/2006/main">
              <a:ext uri="{FF2B5EF4-FFF2-40B4-BE49-F238E27FC236}">
                <a16:creationId xmlns:a16="http://schemas.microsoft.com/office/drawing/2014/main" id="{B13AA34B-36B6-4BBF-A4EA-122E09CD6D8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범위 통과가 실제 센서 정확성을 뜻하지 않습니다.</a:t>
            </a:r>
          </a:p>
        </p:txBody>
      </p:sp>
      <p:sp>
        <p:nvSpPr>
          <p:cNvPr id="7" name="">
            <a:extLst xmlns:a="http://schemas.openxmlformats.org/drawingml/2006/main">
              <a:ext uri="{FF2B5EF4-FFF2-40B4-BE49-F238E27FC236}">
                <a16:creationId xmlns:a16="http://schemas.microsoft.com/office/drawing/2014/main" id="{2EF516B2-DDC8-4077-8652-5BF6013DF0E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전체=수락+이슈</a:t>
            </a:r>
            <a:r>
              <a:t> 관계로 검산합니다.</a:t>
            </a:r>
          </a:p>
        </p:txBody>
      </p:sp>
      <p:sp>
        <p:nvSpPr>
          <p:cNvPr id="8" name="">
            <a:extLst xmlns:a="http://schemas.openxmlformats.org/drawingml/2006/main">
              <a:ext uri="{FF2B5EF4-FFF2-40B4-BE49-F238E27FC236}">
                <a16:creationId xmlns:a16="http://schemas.microsoft.com/office/drawing/2014/main" id="{0259B807-FB31-4536-BF6B-D6BE578BBF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8D49C5-E22E-4405-BBC4-96E1CD15FF4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C2DA2DAF-1E9F-4A78-BEC0-862DA72BC0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2146303141"/>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0FA9EE-B888-435C-ABD7-875B2F0D0C9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8DB8FC-E949-402C-A210-33F2A7091A6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349AE589-7E46-4FD0-A82F-828AB82B5E45}"/>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26DDBB5-D718-44A8-A589-CD6E01E1DA61}"/>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로그 검사기와 사용 안내</a:t>
            </a:r>
          </a:p>
        </p:txBody>
      </p:sp>
      <p:sp>
        <p:nvSpPr>
          <p:cNvPr id="5" name="">
            <a:extLst xmlns:a="http://schemas.openxmlformats.org/drawingml/2006/main">
              <a:ext uri="{FF2B5EF4-FFF2-40B4-BE49-F238E27FC236}">
                <a16:creationId xmlns:a16="http://schemas.microsoft.com/office/drawing/2014/main" id="{0E05D48A-EF9B-444D-8822-2106122E0DB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C38F4D-7A2E-45F7-85C2-946C5B4D2F5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6E186A18-9F33-4905-9B40-DC5196F1BD9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A16, A17, A18</a:t>
            </a:r>
          </a:p>
        </p:txBody>
      </p:sp>
      <p:sp>
        <p:nvSpPr>
          <p:cNvPr id="8" name="">
            <a:extLst xmlns:a="http://schemas.openxmlformats.org/drawingml/2006/main">
              <a:ext uri="{FF2B5EF4-FFF2-40B4-BE49-F238E27FC236}">
                <a16:creationId xmlns:a16="http://schemas.microsoft.com/office/drawing/2014/main" id="{0FA328BD-230B-4F77-968C-DAEA4DC3C9EF}"/>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7FD19A3C-DE91-4454-84BA-F0526E22169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2026.10.15</a:t>
            </a:r>
          </a:p>
        </p:txBody>
      </p:sp>
      <p:sp>
        <p:nvSpPr>
          <p:cNvPr id="10" name="">
            <a:extLst xmlns:a="http://schemas.openxmlformats.org/drawingml/2006/main">
              <a:ext uri="{FF2B5EF4-FFF2-40B4-BE49-F238E27FC236}">
                <a16:creationId xmlns:a16="http://schemas.microsoft.com/office/drawing/2014/main" id="{52EC5872-F947-49FA-ACF9-8703C174213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981233607"/>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9DF61DD-2E76-4996-B289-97B6EFA7330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7CA1905-7F93-4384-B64D-DD9DAB9B1E8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검사기 전체 흐름</a:t>
            </a:r>
          </a:p>
        </p:txBody>
      </p:sp>
      <p:sp>
        <p:nvSpPr>
          <p:cNvPr id="3" name="">
            <a:extLst xmlns:a="http://schemas.openxmlformats.org/drawingml/2006/main">
              <a:ext uri="{FF2B5EF4-FFF2-40B4-BE49-F238E27FC236}">
                <a16:creationId xmlns:a16="http://schemas.microsoft.com/office/drawing/2014/main" id="{5DD3CFD6-75C7-43A4-984E-2A5B417DC82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B30E979-EAFC-4AD6-A430-EDA65917313F}"/>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CSV를 한 행씩 읽습니다.</a:t>
            </a:r>
          </a:p>
        </p:txBody>
      </p:sp>
      <p:sp>
        <p:nvSpPr>
          <p:cNvPr id="5" name="">
            <a:extLst xmlns:a="http://schemas.openxmlformats.org/drawingml/2006/main">
              <a:ext uri="{FF2B5EF4-FFF2-40B4-BE49-F238E27FC236}">
                <a16:creationId xmlns:a16="http://schemas.microsoft.com/office/drawing/2014/main" id="{B4736554-464E-4176-82E9-B362AD99C51A}"/>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AAE3879-9913-4B77-9F75-9EC5E0C93F30}"/>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E3D7A92-DED2-4A09-9D6A-4C3D78026BE3}"/>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온도를 수치·미측정·이슈로 나눕니다.</a:t>
            </a:r>
          </a:p>
        </p:txBody>
      </p:sp>
      <p:sp>
        <p:nvSpPr>
          <p:cNvPr id="8" name="">
            <a:extLst xmlns:a="http://schemas.openxmlformats.org/drawingml/2006/main">
              <a:ext uri="{FF2B5EF4-FFF2-40B4-BE49-F238E27FC236}">
                <a16:creationId xmlns:a16="http://schemas.microsoft.com/office/drawing/2014/main" id="{321446BA-FB89-453C-B6E4-A71F2253828E}"/>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1364F60-637D-4BA7-8EE3-AE6402A228C5}"/>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4EE85DA-6FCD-41BD-94EF-98D74A4AC4F4}"/>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수치 평균과 건수를 계산합니다.</a:t>
            </a:r>
          </a:p>
        </p:txBody>
      </p:sp>
      <p:sp>
        <p:nvSpPr>
          <p:cNvPr id="11" name="">
            <a:extLst xmlns:a="http://schemas.openxmlformats.org/drawingml/2006/main">
              <a:ext uri="{FF2B5EF4-FFF2-40B4-BE49-F238E27FC236}">
                <a16:creationId xmlns:a16="http://schemas.microsoft.com/office/drawing/2014/main" id="{366F0F83-9DF6-4F16-906E-26BBA2EF1E40}"/>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7EE1649-4EE2-4F43-A323-9D1D550CCEB1}"/>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2536DC1D-D84A-49D0-B030-0EC8735FE74E}"/>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요약과 이슈를 JSON 파일로 저장합니다.</a:t>
            </a:r>
          </a:p>
        </p:txBody>
      </p:sp>
      <p:sp>
        <p:nvSpPr>
          <p:cNvPr id="14" name="">
            <a:extLst xmlns:a="http://schemas.openxmlformats.org/drawingml/2006/main">
              <a:ext uri="{FF2B5EF4-FFF2-40B4-BE49-F238E27FC236}">
                <a16:creationId xmlns:a16="http://schemas.microsoft.com/office/drawing/2014/main" id="{CF3B1DDE-73A2-4A7E-BBC6-D0A4E66C697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60BFB21-D2B0-4791-BDED-D0560F4B401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1B632B19-360B-4A03-AF9E-4AD92ECC8E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134085252"/>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DDDD21D-53CB-4CAA-B48C-88109D3A77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51FBE81-1374-4D69-9564-B343162798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행의 이동을 추적합니다</a:t>
            </a:r>
          </a:p>
        </p:txBody>
      </p:sp>
      <p:sp>
        <p:nvSpPr>
          <p:cNvPr id="3" name="">
            <a:extLst xmlns:a="http://schemas.openxmlformats.org/drawingml/2006/main">
              <a:ext uri="{FF2B5EF4-FFF2-40B4-BE49-F238E27FC236}">
                <a16:creationId xmlns:a16="http://schemas.microsoft.com/office/drawing/2014/main" id="{A414F0D8-BF48-4D2F-A6ED-039C5EFF789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FF9AF07-36AD-4B89-A31B-54EC4A15AA88}"/>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원문을 해석 함수에 전달합니다.</a:t>
            </a:r>
          </a:p>
        </p:txBody>
      </p:sp>
      <p:sp>
        <p:nvSpPr>
          <p:cNvPr id="5" name="">
            <a:extLst xmlns:a="http://schemas.openxmlformats.org/drawingml/2006/main">
              <a:ext uri="{FF2B5EF4-FFF2-40B4-BE49-F238E27FC236}">
                <a16:creationId xmlns:a16="http://schemas.microsoft.com/office/drawing/2014/main" id="{DC4A9711-74DF-4250-992D-B933FB75E7F7}"/>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9E75BC-0B1D-4F19-ABB3-A59B83DBCAC8}"/>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D388D3B-60AC-477F-A70E-B15104713B89}"/>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잘못된 원문은 이슈에 남깁니다.</a:t>
            </a:r>
          </a:p>
        </p:txBody>
      </p:sp>
      <p:sp>
        <p:nvSpPr>
          <p:cNvPr id="8" name="">
            <a:extLst xmlns:a="http://schemas.openxmlformats.org/drawingml/2006/main">
              <a:ext uri="{FF2B5EF4-FFF2-40B4-BE49-F238E27FC236}">
                <a16:creationId xmlns:a16="http://schemas.microsoft.com/office/drawing/2014/main" id="{B17E2256-9623-4BE5-9BE2-58674D2F282B}"/>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D21C77B-FF49-48C5-B460-D00068100E57}"/>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F2679A7-5BD5-4F46-914D-8A01D347D3D4}"/>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미측정은 missing에 셉니다.</a:t>
            </a:r>
          </a:p>
        </p:txBody>
      </p:sp>
      <p:sp>
        <p:nvSpPr>
          <p:cNvPr id="11" name="">
            <a:extLst xmlns:a="http://schemas.openxmlformats.org/drawingml/2006/main">
              <a:ext uri="{FF2B5EF4-FFF2-40B4-BE49-F238E27FC236}">
                <a16:creationId xmlns:a16="http://schemas.microsoft.com/office/drawing/2014/main" id="{522A9A0E-D843-49D7-8CA5-19E7E4170C32}"/>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2B4C647-2B6E-451D-828F-0F9B9C850ECA}"/>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A8417F9A-E9CE-4F10-B492-9551E33FA5DF}"/>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숫자는 numbers에 넣습니다.</a:t>
            </a:r>
          </a:p>
        </p:txBody>
      </p:sp>
      <p:sp>
        <p:nvSpPr>
          <p:cNvPr id="14" name="">
            <a:extLst xmlns:a="http://schemas.openxmlformats.org/drawingml/2006/main">
              <a:ext uri="{FF2B5EF4-FFF2-40B4-BE49-F238E27FC236}">
                <a16:creationId xmlns:a16="http://schemas.microsoft.com/office/drawing/2014/main" id="{25722D57-A14E-4B8A-8A9A-B125167AB2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6EB4A7E-9659-4279-9631-671EFC1CC0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6FF067C3-5520-4688-A57B-F8BF42952C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787028653"/>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039A41D-D5CB-437A-982D-F45959DB93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21D60BF-0C9B-4800-AF94-12441072088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continue는 다음 행으로 이동합니다</a:t>
            </a:r>
          </a:p>
        </p:txBody>
      </p:sp>
      <p:sp>
        <p:nvSpPr>
          <p:cNvPr id="3" name="">
            <a:extLst xmlns:a="http://schemas.openxmlformats.org/drawingml/2006/main">
              <a:ext uri="{FF2B5EF4-FFF2-40B4-BE49-F238E27FC236}">
                <a16:creationId xmlns:a16="http://schemas.microsoft.com/office/drawing/2014/main" id="{720E8C9E-FA66-4C64-86D6-3E79E40D6EB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C7B0A5C-1599-4CB6-B488-CA390C16D63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문제 행을 이슈에 남깁니다.</a:t>
            </a:r>
          </a:p>
        </p:txBody>
      </p:sp>
      <p:sp>
        <p:nvSpPr>
          <p:cNvPr id="5" name="">
            <a:extLst xmlns:a="http://schemas.openxmlformats.org/drawingml/2006/main">
              <a:ext uri="{FF2B5EF4-FFF2-40B4-BE49-F238E27FC236}">
                <a16:creationId xmlns:a16="http://schemas.microsoft.com/office/drawing/2014/main" id="{DF31572B-F66F-4DBD-9EF0-50403598A5D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FEF21B-DC63-4D7D-A553-9F7AD780CE1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A5E1E4D-56B4-47F0-A293-05C24572DD8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행을 정상 수치 처리로 보내지 않습니다.</a:t>
            </a:r>
          </a:p>
        </p:txBody>
      </p:sp>
      <p:sp>
        <p:nvSpPr>
          <p:cNvPr id="8" name="">
            <a:extLst xmlns:a="http://schemas.openxmlformats.org/drawingml/2006/main">
              <a:ext uri="{FF2B5EF4-FFF2-40B4-BE49-F238E27FC236}">
                <a16:creationId xmlns:a16="http://schemas.microsoft.com/office/drawing/2014/main" id="{5EF46E70-2AD1-4652-AA4A-50E3B0B6A31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0B9BF4-766F-4792-BE75-ED50C3331F8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2782272-E0C7-4B32-B832-36D57DF72C2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다음 행의 원문을 읽습니다.</a:t>
            </a:r>
          </a:p>
        </p:txBody>
      </p:sp>
      <p:sp>
        <p:nvSpPr>
          <p:cNvPr id="11" name="">
            <a:extLst xmlns:a="http://schemas.openxmlformats.org/drawingml/2006/main">
              <a:ext uri="{FF2B5EF4-FFF2-40B4-BE49-F238E27FC236}">
                <a16:creationId xmlns:a16="http://schemas.microsoft.com/office/drawing/2014/main" id="{67EB2E16-220F-4CDD-A233-82EC03F7AB1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3D1027-D147-46C1-8421-3B88BE9E4F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EBF1137A-AA1C-437C-BA79-7027A717CEE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183063503"/>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4F51EB-F2AB-48FE-B202-FE7946F407C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097528B-2B5B-4CDD-9B91-358585BDB1A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제공 파일의 분류 결과</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992582"/>
                <a:gridCol w="3990109"/>
                <a:gridCol w="3990109"/>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오류 포함</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정상 파일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전체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수락</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이슈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FF63B40B-5512-462D-B502-C0C3B51251B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3E274E-3AC0-4404-BDC4-565A62CCE45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A399F3A4-9950-4C10-9738-0C8182BA8FA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464047351"/>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B0A081-C4F7-480B-997C-B508F49D7DC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5EC4BC8-3F37-4AEA-A294-4C5E087CF91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평균을 계산할 대상</a:t>
            </a:r>
          </a:p>
        </p:txBody>
      </p:sp>
      <p:sp>
        <p:nvSpPr>
          <p:cNvPr id="3" name="">
            <a:extLst xmlns:a="http://schemas.openxmlformats.org/drawingml/2006/main">
              <a:ext uri="{FF2B5EF4-FFF2-40B4-BE49-F238E27FC236}">
                <a16:creationId xmlns:a16="http://schemas.microsoft.com/office/drawing/2014/main" id="{D905482D-E33C-4FF7-95A0-3964DCFBE9B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수치 건수</a:t>
            </a:r>
          </a:p>
        </p:txBody>
      </p:sp>
      <p:sp>
        <p:nvSpPr>
          <p:cNvPr id="4" name="">
            <a:extLst xmlns:a="http://schemas.openxmlformats.org/drawingml/2006/main">
              <a:ext uri="{FF2B5EF4-FFF2-40B4-BE49-F238E27FC236}">
                <a16:creationId xmlns:a16="http://schemas.microsoft.com/office/drawing/2014/main" id="{78D20879-EF05-4E29-862B-A620280A009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4FB268-B266-44EE-BC63-E5166A2C70E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수치 합을 </a:t>
            </a:r>
            <a:r>
              <a:rPr b="1">
                <a:solidFill>
                  <a:srgbClr val="002FA7"/>
                </a:solidFill>
              </a:rPr>
              <a:t>수치 건수</a:t>
            </a:r>
            <a:r>
              <a:t>로 나눕니다.</a:t>
            </a:r>
          </a:p>
        </p:txBody>
      </p:sp>
      <p:sp>
        <p:nvSpPr>
          <p:cNvPr id="6" name="">
            <a:extLst xmlns:a="http://schemas.openxmlformats.org/drawingml/2006/main">
              <a:ext uri="{FF2B5EF4-FFF2-40B4-BE49-F238E27FC236}">
                <a16:creationId xmlns:a16="http://schemas.microsoft.com/office/drawing/2014/main" id="{1E0A3D71-D709-4A8B-92FE-5E66DEA1A61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0은 수치에 포함합니다.</a:t>
            </a:r>
          </a:p>
        </p:txBody>
      </p:sp>
      <p:sp>
        <p:nvSpPr>
          <p:cNvPr id="7" name="">
            <a:extLst xmlns:a="http://schemas.openxmlformats.org/drawingml/2006/main">
              <a:ext uri="{FF2B5EF4-FFF2-40B4-BE49-F238E27FC236}">
                <a16:creationId xmlns:a16="http://schemas.microsoft.com/office/drawing/2014/main" id="{4D53E13F-FBFB-4DAB-AE57-840DB0AA712C}"/>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수치가 없으면 평균은 None입니다.</a:t>
            </a:r>
          </a:p>
        </p:txBody>
      </p:sp>
      <p:sp>
        <p:nvSpPr>
          <p:cNvPr id="8" name="">
            <a:extLst xmlns:a="http://schemas.openxmlformats.org/drawingml/2006/main">
              <a:ext uri="{FF2B5EF4-FFF2-40B4-BE49-F238E27FC236}">
                <a16:creationId xmlns:a16="http://schemas.microsoft.com/office/drawing/2014/main" id="{42356535-AFC2-47A7-99BB-E23FBEC086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6F6B55-0262-47A7-9510-5104C51333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78CD0E63-A973-45EF-B53B-F43D2B4DA6F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814160195"/>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74C17C-CC88-4C1F-93E5-E059C087B66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0BC4F7A-1FE6-4927-A4E2-99694DAADC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입력이 비었을 때</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389120"/>
                <a:gridCol w="1828800"/>
                <a:gridCol w="2194560"/>
                <a:gridCol w="2560320"/>
              </a:tblGrid>
              <a:tr h="733425">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전체</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미측정</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평균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헤더만</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두 행 모두 빈값</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58799825-029A-41C1-8B34-D6F0C919EF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F98346-7F0D-43F3-B798-2B96B032FB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2C6ACC8B-A85D-4FEC-909F-2CC32AABFB2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875946889"/>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681515-1511-4E6A-94E7-99BE51778E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F0C0928-FD08-4757-ABBC-5A0B376CA1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None, 다른 원문입니다</a:t>
            </a:r>
          </a:p>
        </p:txBody>
      </p:sp>
      <p:sp>
        <p:nvSpPr>
          <p:cNvPr id="3" name="">
            <a:extLst xmlns:a="http://schemas.openxmlformats.org/drawingml/2006/main">
              <a:ext uri="{FF2B5EF4-FFF2-40B4-BE49-F238E27FC236}">
                <a16:creationId xmlns:a16="http://schemas.microsoft.com/office/drawing/2014/main" id="{09AEFED4-2FFF-4D02-B81D-E63E99B0E2DF}"/>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04029C8-CD17-4E81-A98E-A2B47BBD925D}"/>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헤더만 있으면 기록이 0건입니다.</a:t>
            </a:r>
          </a:p>
        </p:txBody>
      </p:sp>
      <p:sp>
        <p:nvSpPr>
          <p:cNvPr id="5" name="">
            <a:extLst xmlns:a="http://schemas.openxmlformats.org/drawingml/2006/main">
              <a:ext uri="{FF2B5EF4-FFF2-40B4-BE49-F238E27FC236}">
                <a16:creationId xmlns:a16="http://schemas.microsoft.com/office/drawing/2014/main" id="{E6C080C3-92E9-4548-9C3C-4B2792B5ED22}"/>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전부 미측정이면 기록은 존재합니다.</a:t>
            </a:r>
          </a:p>
        </p:txBody>
      </p:sp>
      <p:sp>
        <p:nvSpPr>
          <p:cNvPr id="6" name="">
            <a:extLst xmlns:a="http://schemas.openxmlformats.org/drawingml/2006/main">
              <a:ext uri="{FF2B5EF4-FFF2-40B4-BE49-F238E27FC236}">
                <a16:creationId xmlns:a16="http://schemas.microsoft.com/office/drawing/2014/main" id="{FC2D1019-127C-4338-B234-EE270E450E6E}"/>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13F804-4DA5-4F71-BFEF-8486C9425787}"/>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평균이 없다는 결과만으로 둘을 합치지 않습니다.</a:t>
            </a:r>
          </a:p>
        </p:txBody>
      </p:sp>
      <p:sp>
        <p:nvSpPr>
          <p:cNvPr id="8" name="">
            <a:extLst xmlns:a="http://schemas.openxmlformats.org/drawingml/2006/main">
              <a:ext uri="{FF2B5EF4-FFF2-40B4-BE49-F238E27FC236}">
                <a16:creationId xmlns:a16="http://schemas.microsoft.com/office/drawing/2014/main" id="{84311FF1-A47F-4694-A0CE-845B5C19BB8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BDCE71-7F78-420E-BE2B-08C8F4C282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DF9AE374-5E33-44D2-A92A-F69C7A56EAD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312772898"/>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0889685-CC9B-4D0C-8040-0E024EA09E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B309ED0-7609-4365-ACFB-0DD4A806F1F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사용 안내에 꼭 남길 것</a:t>
            </a:r>
          </a:p>
        </p:txBody>
      </p:sp>
      <p:sp>
        <p:nvSpPr>
          <p:cNvPr id="3" name="">
            <a:extLst xmlns:a="http://schemas.openxmlformats.org/drawingml/2006/main">
              <a:ext uri="{FF2B5EF4-FFF2-40B4-BE49-F238E27FC236}">
                <a16:creationId xmlns:a16="http://schemas.microsoft.com/office/drawing/2014/main" id="{4D23FDB9-3000-496B-BB1E-0A8FAA8FF79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83E5011-0B17-4366-AB76-9B71BCCB37AF}"/>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파일과 결과 파일의 주소</a:t>
            </a:r>
          </a:p>
        </p:txBody>
      </p:sp>
      <p:sp>
        <p:nvSpPr>
          <p:cNvPr id="5" name="">
            <a:extLst xmlns:a="http://schemas.openxmlformats.org/drawingml/2006/main">
              <a:ext uri="{FF2B5EF4-FFF2-40B4-BE49-F238E27FC236}">
                <a16:creationId xmlns:a16="http://schemas.microsoft.com/office/drawing/2014/main" id="{0913AC76-2364-458B-ADD7-50D73EC2F126}"/>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E116B9-E7ED-4C8D-A6E4-771691246908}"/>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D93BA16-81C0-45D6-98D3-0C53538ECC64}"/>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명령과 실제 결과</a:t>
            </a:r>
          </a:p>
        </p:txBody>
      </p:sp>
      <p:sp>
        <p:nvSpPr>
          <p:cNvPr id="8" name="">
            <a:extLst xmlns:a="http://schemas.openxmlformats.org/drawingml/2006/main">
              <a:ext uri="{FF2B5EF4-FFF2-40B4-BE49-F238E27FC236}">
                <a16:creationId xmlns:a16="http://schemas.microsoft.com/office/drawing/2014/main" id="{2DB80BEA-32CD-432E-BEB7-6B0D94E88DD3}"/>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6EFC0EE-3675-4B22-8513-12D35F3DA114}"/>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49DA6FB-1C54-4658-867B-BB83CA9EEF3E}"/>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이슈의 뜻과 </a:t>
            </a:r>
            <a:r>
              <a:rPr b="1">
                <a:solidFill>
                  <a:srgbClr val="002FA7"/>
                </a:solidFill>
              </a:rPr>
              <a:t>확인하지 않은 범위</a:t>
            </a:r>
          </a:p>
        </p:txBody>
      </p:sp>
      <p:sp>
        <p:nvSpPr>
          <p:cNvPr id="11" name="">
            <a:extLst xmlns:a="http://schemas.openxmlformats.org/drawingml/2006/main">
              <a:ext uri="{FF2B5EF4-FFF2-40B4-BE49-F238E27FC236}">
                <a16:creationId xmlns:a16="http://schemas.microsoft.com/office/drawing/2014/main" id="{3A894AD5-E41D-45DC-B3E7-8AF971821FCF}"/>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9DBCE12-6692-4274-A460-488A2043692F}"/>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EA977EB6-30C3-4530-A10F-47B4B8DCAED7}"/>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 수정의 근거</a:t>
            </a:r>
          </a:p>
        </p:txBody>
      </p:sp>
      <p:sp>
        <p:nvSpPr>
          <p:cNvPr id="14" name="">
            <a:extLst xmlns:a="http://schemas.openxmlformats.org/drawingml/2006/main">
              <a:ext uri="{FF2B5EF4-FFF2-40B4-BE49-F238E27FC236}">
                <a16:creationId xmlns:a16="http://schemas.microsoft.com/office/drawing/2014/main" id="{BDC9A134-4C25-4CB3-8545-E95E0B1DA9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0CE6F7C-1D0B-488A-A7AE-14FBE1E6009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6" name="">
            <a:extLst xmlns:a="http://schemas.openxmlformats.org/drawingml/2006/main">
              <a:ext uri="{FF2B5EF4-FFF2-40B4-BE49-F238E27FC236}">
                <a16:creationId xmlns:a16="http://schemas.microsoft.com/office/drawing/2014/main" id="{FA41FBBA-8DCD-4B99-8484-69C70F66015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566792704"/>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792DC7-D507-43BC-924A-810C285016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0DA891E-2FD6-45D4-AA45-A48AD78E828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FD267351-B475-454A-B30C-B589C7C9F6ED}"/>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원문 "10"·</a:t>
            </a:r>
            <a:r>
              <a:rPr b="1">
                <a:solidFill>
                  <a:srgbClr val="002FA7"/>
                </a:solidFill>
              </a:rPr>
              <a:t>빈값</a:t>
            </a:r>
            <a:r>
              <a:t>·"20"·"오류"·"0"를 봅니다.</a:t>
            </a:r>
          </a:p>
        </p:txBody>
      </p:sp>
      <p:sp>
        <p:nvSpPr>
          <p:cNvPr id="4" name="">
            <a:extLst xmlns:a="http://schemas.openxmlformats.org/drawingml/2006/main">
              <a:ext uri="{FF2B5EF4-FFF2-40B4-BE49-F238E27FC236}">
                <a16:creationId xmlns:a16="http://schemas.microsoft.com/office/drawing/2014/main" id="{E7D35FC0-8F7D-4BFF-87CE-452915E62C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2A668D-F7BF-4A0C-8334-2556BD8669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00644F30-2F58-4321-A7C4-046DF84ECB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243123394"/>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86C3245-9BFE-4038-BC4F-4ABD401E38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F8CAED6-3D8D-4183-883C-85EAF60494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985164"/>
                <a:gridCol w="4987636"/>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전체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5</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수치·미측정·이슈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3·1·1</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수락</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평균</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30÷3=10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67751ABD-856F-4B0E-AC97-FB3B0721F9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1EC306-3B2B-470B-A49C-4F90AA8997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6" name="">
            <a:extLst xmlns:a="http://schemas.openxmlformats.org/drawingml/2006/main">
              <a:ext uri="{FF2B5EF4-FFF2-40B4-BE49-F238E27FC236}">
                <a16:creationId xmlns:a16="http://schemas.microsoft.com/office/drawing/2014/main" id="{6E4E4506-259F-4091-8423-476F506F0A2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211235142"/>
      </p:ext>
    </p:extLst>
  </p:cSld>
</p:sld>
</file>

<file path=ppt/slides/slide9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530992-061D-4C2C-9E1B-5F278686EB4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06FE28C-E106-4EF1-9ED9-2BBF9DAFBDA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FC297B85-D9AF-4A1D-9888-E4DD64965D8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"5"·"15"·빈값·"뜨거움"·빈값·"0"</a:t>
            </a:r>
          </a:p>
        </p:txBody>
      </p:sp>
      <p:sp>
        <p:nvSpPr>
          <p:cNvPr id="4" name="">
            <a:extLst xmlns:a="http://schemas.openxmlformats.org/drawingml/2006/main">
              <a:ext uri="{FF2B5EF4-FFF2-40B4-BE49-F238E27FC236}">
                <a16:creationId xmlns:a16="http://schemas.microsoft.com/office/drawing/2014/main" id="{F6FB62CF-A865-427C-920A-10E7E59B18F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분류 건수와 평균, </a:t>
            </a:r>
            <a:r>
              <a:rPr b="1">
                <a:solidFill>
                  <a:srgbClr val="BACBFA"/>
                </a:solidFill>
              </a:rPr>
              <a:t>두 검산식</a:t>
            </a:r>
            <a:r>
              <a:t>을 적으세요.</a:t>
            </a:r>
          </a:p>
        </p:txBody>
      </p:sp>
      <p:sp>
        <p:nvSpPr>
          <p:cNvPr id="5" name="">
            <a:extLst xmlns:a="http://schemas.openxmlformats.org/drawingml/2006/main">
              <a:ext uri="{FF2B5EF4-FFF2-40B4-BE49-F238E27FC236}">
                <a16:creationId xmlns:a16="http://schemas.microsoft.com/office/drawing/2014/main" id="{0974025F-078F-451D-967E-A51F171D24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AFFD20-9547-4049-A4DD-0A7389A842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B8D0B2CF-D2DF-4830-9388-6FA1AE6DBC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092</a:t>
            </a:r>
          </a:p>
        </p:txBody>
      </p:sp>
    </p:spTree>
    <p:extLst>
      <p:ext uri="{BB962C8B-B14F-4D97-AF65-F5344CB8AC3E}">
        <p14:creationId xmlns:p14="http://schemas.microsoft.com/office/powerpoint/2010/main" val="704572501"/>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535686-0795-4321-B0CC-710ADC56A16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670F5E4-8404-41BE-B8FF-E22920FF24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04D7B447-7D82-4E12-81D0-3AC36D739BA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전체6, 수치3, 미측정2, 이슈1, 수락5입니다.</a:t>
            </a:r>
          </a:p>
        </p:txBody>
      </p:sp>
      <p:sp>
        <p:nvSpPr>
          <p:cNvPr id="4" name="">
            <a:extLst xmlns:a="http://schemas.openxmlformats.org/drawingml/2006/main">
              <a:ext uri="{FF2B5EF4-FFF2-40B4-BE49-F238E27FC236}">
                <a16:creationId xmlns:a16="http://schemas.microsoft.com/office/drawing/2014/main" id="{C2FD9CD2-D07B-419B-A831-FF6C6A0E121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평균6.67, </a:t>
            </a:r>
            <a:r>
              <a:rPr b="1">
                <a:solidFill>
                  <a:srgbClr val="002FA7"/>
                </a:solidFill>
              </a:rPr>
              <a:t>6=5+1, 5=3+2</a:t>
            </a:r>
            <a:r>
              <a:t>입니다.</a:t>
            </a:r>
          </a:p>
        </p:txBody>
      </p:sp>
      <p:sp>
        <p:nvSpPr>
          <p:cNvPr id="5" name="">
            <a:extLst xmlns:a="http://schemas.openxmlformats.org/drawingml/2006/main">
              <a:ext uri="{FF2B5EF4-FFF2-40B4-BE49-F238E27FC236}">
                <a16:creationId xmlns:a16="http://schemas.microsoft.com/office/drawing/2014/main" id="{BDE7741F-9EC9-401F-BF07-BCF5D25AAEA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1BDDA2F-3F1F-47DB-889B-E54428A135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05B3FD59-A645-4324-8C5A-67A850A3D5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359002463"/>
      </p:ext>
    </p:extLst>
  </p:cSld>
</p:sld>
</file>

<file path=ppt/slides/slide9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46EA0D9-B149-4419-B355-A976388EC0D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5E2A3816-F03E-4DDA-9456-C00E01596E0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파일별 비교</a:t>
            </a:r>
          </a:p>
        </p:txBody>
      </p:sp>
      <p:sp>
        <p:nvSpPr>
          <p:cNvPr id="3" name="">
            <a:extLst xmlns:a="http://schemas.openxmlformats.org/drawingml/2006/main">
              <a:ext uri="{FF2B5EF4-FFF2-40B4-BE49-F238E27FC236}">
                <a16:creationId xmlns:a16="http://schemas.microsoft.com/office/drawing/2014/main" id="{9EC3E673-69EF-4AF4-95C3-6DA3188D09C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A17에서 정상·오류·빈 입력을 비교합니다.</a:t>
            </a:r>
          </a:p>
        </p:txBody>
      </p:sp>
      <p:sp>
        <p:nvSpPr>
          <p:cNvPr id="4" name="">
            <a:extLst xmlns:a="http://schemas.openxmlformats.org/drawingml/2006/main">
              <a:ext uri="{FF2B5EF4-FFF2-40B4-BE49-F238E27FC236}">
                <a16:creationId xmlns:a16="http://schemas.microsoft.com/office/drawing/2014/main" id="{85BBD044-CB15-4228-BCD5-DF3B3253D56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A18에 재현 가능한 사용 안내를 씁니다.</a:t>
            </a:r>
          </a:p>
        </p:txBody>
      </p:sp>
      <p:sp>
        <p:nvSpPr>
          <p:cNvPr id="5" name="">
            <a:extLst xmlns:a="http://schemas.openxmlformats.org/drawingml/2006/main">
              <a:ext uri="{FF2B5EF4-FFF2-40B4-BE49-F238E27FC236}">
                <a16:creationId xmlns:a16="http://schemas.microsoft.com/office/drawing/2014/main" id="{C3D51952-9109-44AE-93E7-E8F1CEF3FCF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AC2104-1936-4871-A752-74B13144BA6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10/15  피지컬AI</a:t>
            </a:r>
          </a:p>
        </p:txBody>
      </p:sp>
      <p:sp>
        <p:nvSpPr>
          <p:cNvPr id="7" name="">
            <a:extLst xmlns:a="http://schemas.openxmlformats.org/drawingml/2006/main">
              <a:ext uri="{FF2B5EF4-FFF2-40B4-BE49-F238E27FC236}">
                <a16:creationId xmlns:a16="http://schemas.microsoft.com/office/drawing/2014/main" id="{7DD6328E-80D3-4766-9444-18D15D5253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094</a:t>
            </a:r>
          </a:p>
        </p:txBody>
      </p:sp>
    </p:spTree>
    <p:extLst>
      <p:ext uri="{BB962C8B-B14F-4D97-AF65-F5344CB8AC3E}">
        <p14:creationId xmlns:p14="http://schemas.microsoft.com/office/powerpoint/2010/main" val="2098906242"/>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E9BE3F-8098-4D55-9C82-F13ACDD8F6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6F3A36D-DDF0-4BA4-ABB6-4BBF8578416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6교시 확인</a:t>
            </a:r>
          </a:p>
        </p:txBody>
      </p:sp>
      <p:sp>
        <p:nvSpPr>
          <p:cNvPr id="3" name="">
            <a:extLst xmlns:a="http://schemas.openxmlformats.org/drawingml/2006/main">
              <a:ext uri="{FF2B5EF4-FFF2-40B4-BE49-F238E27FC236}">
                <a16:creationId xmlns:a16="http://schemas.microsoft.com/office/drawing/2014/main" id="{EBE82634-01F8-4EE8-A4F2-038515C7E43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평균 없음과 실제 평균 0</a:t>
            </a:r>
          </a:p>
        </p:txBody>
      </p:sp>
      <p:sp>
        <p:nvSpPr>
          <p:cNvPr id="4" name="">
            <a:extLst xmlns:a="http://schemas.openxmlformats.org/drawingml/2006/main">
              <a:ext uri="{FF2B5EF4-FFF2-40B4-BE49-F238E27FC236}">
                <a16:creationId xmlns:a16="http://schemas.microsoft.com/office/drawing/2014/main" id="{28BB78DF-6996-4498-AD80-DF5CDE494AB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C1754C-9BA5-42A9-9589-AF1494D6D3C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수락 건수는 숫자 건수와 다릅니다.</a:t>
            </a:r>
          </a:p>
        </p:txBody>
      </p:sp>
      <p:sp>
        <p:nvSpPr>
          <p:cNvPr id="6" name="">
            <a:extLst xmlns:a="http://schemas.openxmlformats.org/drawingml/2006/main">
              <a:ext uri="{FF2B5EF4-FFF2-40B4-BE49-F238E27FC236}">
                <a16:creationId xmlns:a16="http://schemas.microsoft.com/office/drawing/2014/main" id="{8D055794-495D-4E5F-8AB1-1EB5504C989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평균 없음과 실제 평균 0</a:t>
            </a:r>
            <a:r>
              <a:t>을 구별합니다.</a:t>
            </a:r>
          </a:p>
        </p:txBody>
      </p:sp>
      <p:sp>
        <p:nvSpPr>
          <p:cNvPr id="7" name="">
            <a:extLst xmlns:a="http://schemas.openxmlformats.org/drawingml/2006/main">
              <a:ext uri="{FF2B5EF4-FFF2-40B4-BE49-F238E27FC236}">
                <a16:creationId xmlns:a16="http://schemas.microsoft.com/office/drawing/2014/main" id="{B1986699-4247-425A-8069-D4D98105C26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파일명과 실행 범위를 함께 보고합니다.</a:t>
            </a:r>
          </a:p>
        </p:txBody>
      </p:sp>
      <p:sp>
        <p:nvSpPr>
          <p:cNvPr id="8" name="">
            <a:extLst xmlns:a="http://schemas.openxmlformats.org/drawingml/2006/main">
              <a:ext uri="{FF2B5EF4-FFF2-40B4-BE49-F238E27FC236}">
                <a16:creationId xmlns:a16="http://schemas.microsoft.com/office/drawing/2014/main" id="{EB0519C3-0D77-4F98-85BD-437109D9E14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231A59F-72C4-4AFA-A94F-2B053EE65D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0" name="">
            <a:extLst xmlns:a="http://schemas.openxmlformats.org/drawingml/2006/main">
              <a:ext uri="{FF2B5EF4-FFF2-40B4-BE49-F238E27FC236}">
                <a16:creationId xmlns:a16="http://schemas.microsoft.com/office/drawing/2014/main" id="{DAF40E55-1E3D-4F72-8ABC-5007270D5A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597053591"/>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1E7A591-1A97-4705-BF90-A1001019D0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C2659564-3CCC-4F2E-B3A3-FCBBE92E11B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결과를 설명하기</a:t>
            </a:r>
          </a:p>
        </p:txBody>
      </p:sp>
      <p:sp>
        <p:nvSpPr>
          <p:cNvPr id="3" name="">
            <a:extLst xmlns:a="http://schemas.openxmlformats.org/drawingml/2006/main">
              <a:ext uri="{FF2B5EF4-FFF2-40B4-BE49-F238E27FC236}">
                <a16:creationId xmlns:a16="http://schemas.microsoft.com/office/drawing/2014/main" id="{D0B42554-B799-4680-9F8A-9FF2DD5FC1A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E7F87B3-27B8-4606-A466-9B7EA2568E3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입력했는지 말합니다.</a:t>
            </a:r>
          </a:p>
        </p:txBody>
      </p:sp>
      <p:sp>
        <p:nvSpPr>
          <p:cNvPr id="5" name="">
            <a:extLst xmlns:a="http://schemas.openxmlformats.org/drawingml/2006/main">
              <a:ext uri="{FF2B5EF4-FFF2-40B4-BE49-F238E27FC236}">
                <a16:creationId xmlns:a16="http://schemas.microsoft.com/office/drawing/2014/main" id="{22F80475-BB3F-4BB2-8D4F-5BB54C33CD9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D9E483-8A39-4CA8-B35D-F7E880898BC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85B2104-FF84-4C9B-AA91-26B8749F146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규칙을 적용했는지 말합니다.</a:t>
            </a:r>
          </a:p>
        </p:txBody>
      </p:sp>
      <p:sp>
        <p:nvSpPr>
          <p:cNvPr id="8" name="">
            <a:extLst xmlns:a="http://schemas.openxmlformats.org/drawingml/2006/main">
              <a:ext uri="{FF2B5EF4-FFF2-40B4-BE49-F238E27FC236}">
                <a16:creationId xmlns:a16="http://schemas.microsoft.com/office/drawing/2014/main" id="{0A7E3AEA-C3E0-4A93-AAA3-0B8127216EC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3CACB5-D01E-4288-B050-1D121761243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5971944-E275-470B-AF9B-72FCE8E0FC0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실제로 확인한 결과</a:t>
            </a:r>
            <a:r>
              <a:t>와 남은 질문을 구별합니다.</a:t>
            </a:r>
          </a:p>
        </p:txBody>
      </p:sp>
      <p:sp>
        <p:nvSpPr>
          <p:cNvPr id="11" name="">
            <a:extLst xmlns:a="http://schemas.openxmlformats.org/drawingml/2006/main">
              <a:ext uri="{FF2B5EF4-FFF2-40B4-BE49-F238E27FC236}">
                <a16:creationId xmlns:a16="http://schemas.microsoft.com/office/drawing/2014/main" id="{0B2F4F09-2BDF-42BC-8708-091F59E32B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DAA62D-AE8E-4035-B472-F068380F5C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7161FD16-B1F4-4CD7-9947-78C318850E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662357882"/>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2C60FF6-5AA3-479F-81FA-5EE53F3385E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2026.10.15</a:t>
            </a:r>
          </a:p>
        </p:txBody>
      </p:sp>
      <p:sp>
        <p:nvSpPr>
          <p:cNvPr id="2" name="">
            <a:extLst xmlns:a="http://schemas.openxmlformats.org/drawingml/2006/main">
              <a:ext uri="{FF2B5EF4-FFF2-40B4-BE49-F238E27FC236}">
                <a16:creationId xmlns:a16="http://schemas.microsoft.com/office/drawing/2014/main" id="{BAD22038-6F19-428D-836F-197BB060A3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저장하고 다음 사람에게 넘기기</a:t>
            </a:r>
          </a:p>
        </p:txBody>
      </p:sp>
      <p:sp>
        <p:nvSpPr>
          <p:cNvPr id="3" name="">
            <a:extLst xmlns:a="http://schemas.openxmlformats.org/drawingml/2006/main">
              <a:ext uri="{FF2B5EF4-FFF2-40B4-BE49-F238E27FC236}">
                <a16:creationId xmlns:a16="http://schemas.microsoft.com/office/drawing/2014/main" id="{634885A6-6681-45D4-84E2-CA156F09871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63C7E17-3808-4964-B8EC-B788EF2C4DE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작업 파일의 이름과 위치를 적습니다.</a:t>
            </a:r>
          </a:p>
        </p:txBody>
      </p:sp>
      <p:sp>
        <p:nvSpPr>
          <p:cNvPr id="5" name="">
            <a:extLst xmlns:a="http://schemas.openxmlformats.org/drawingml/2006/main">
              <a:ext uri="{FF2B5EF4-FFF2-40B4-BE49-F238E27FC236}">
                <a16:creationId xmlns:a16="http://schemas.microsoft.com/office/drawing/2014/main" id="{7D60E540-9590-4164-9369-3049EE7FBA3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CD88BF-9E40-4163-AF63-A84A6E3C6BE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75C3C2D-037F-48FD-B340-0A42F19A820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수정 이유와 확인 결과</a:t>
            </a:r>
            <a:r>
              <a:t>를 남깁니다.</a:t>
            </a:r>
          </a:p>
        </p:txBody>
      </p:sp>
      <p:sp>
        <p:nvSpPr>
          <p:cNvPr id="8" name="">
            <a:extLst xmlns:a="http://schemas.openxmlformats.org/drawingml/2006/main">
              <a:ext uri="{FF2B5EF4-FFF2-40B4-BE49-F238E27FC236}">
                <a16:creationId xmlns:a16="http://schemas.microsoft.com/office/drawing/2014/main" id="{7031F0A0-0313-4037-BC04-4CB3BB5580A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58B101-33EB-43B1-A3A4-4F2BB397B45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E33770F-F281-4346-A73F-D43B64539AB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모르는 실제 값은 추측해서 채우지 않습니다.</a:t>
            </a:r>
          </a:p>
        </p:txBody>
      </p:sp>
      <p:sp>
        <p:nvSpPr>
          <p:cNvPr id="11" name="">
            <a:extLst xmlns:a="http://schemas.openxmlformats.org/drawingml/2006/main">
              <a:ext uri="{FF2B5EF4-FFF2-40B4-BE49-F238E27FC236}">
                <a16:creationId xmlns:a16="http://schemas.microsoft.com/office/drawing/2014/main" id="{43AB613A-325B-42B6-8D50-D7C3ADA322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FB36BF-221D-4A8A-828B-BD91CDC863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10/15  피지컬AI</a:t>
            </a:r>
          </a:p>
        </p:txBody>
      </p:sp>
      <p:sp>
        <p:nvSpPr>
          <p:cNvPr id="13" name="">
            <a:extLst xmlns:a="http://schemas.openxmlformats.org/drawingml/2006/main">
              <a:ext uri="{FF2B5EF4-FFF2-40B4-BE49-F238E27FC236}">
                <a16:creationId xmlns:a16="http://schemas.microsoft.com/office/drawing/2014/main" id="{92B15B48-05C9-4954-AA61-80822F39B58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2323429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2026-10-05T03:40:20.7330000Z</dcterms:created>
  <dcterms:modified xsi:type="dcterms:W3CDTF">2026-10-05T03:40:20.7330000Z</dcterms:modified>
</coreProperties>
</file>