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b705bc24b5c4dfb" /><Relationship Type="http://schemas.openxmlformats.org/officeDocument/2006/relationships/extended-properties" Target="/docProps/app.xml" Id="R4325b1c7b43f4a73" /><Relationship Type="http://schemas.openxmlformats.org/officeDocument/2006/relationships/officeDocument" Target="/ppt/presentation.xml" Id="R7f773e1d7eb743f9" /></Relationships>
</file>

<file path=ppt/presentation.xml><?xml version="1.0" encoding="utf-8"?>
<p:presentation xmlns:p="http://schemas.openxmlformats.org/presentationml/2006/main">
  <p:sldMasterIdLst>
    <p:sldMasterId xmlns:r="http://schemas.openxmlformats.org/officeDocument/2006/relationships" id="2147483648" r:id="R213eb621720542a1"/>
  </p:sldMasterIdLst>
  <p:notesMasterIdLst>
    <p:notesMasterId xmlns:r="http://schemas.openxmlformats.org/officeDocument/2006/relationships" r:id="R37e05b8abf484074"/>
  </p:notesMasterIdLst>
  <p:sldIdLst>
    <p:sldId xmlns:r="http://schemas.openxmlformats.org/officeDocument/2006/relationships" id="256" r:id="R688efbb179ba4f26"/>
    <p:sldId xmlns:r="http://schemas.openxmlformats.org/officeDocument/2006/relationships" id="257" r:id="R0756a6d3515f42cd"/>
    <p:sldId xmlns:r="http://schemas.openxmlformats.org/officeDocument/2006/relationships" id="258" r:id="R9d845010d4774e27"/>
    <p:sldId xmlns:r="http://schemas.openxmlformats.org/officeDocument/2006/relationships" id="259" r:id="R1509f2db37d54db8"/>
    <p:sldId xmlns:r="http://schemas.openxmlformats.org/officeDocument/2006/relationships" id="260" r:id="Ra058a7e1d6984242"/>
    <p:sldId xmlns:r="http://schemas.openxmlformats.org/officeDocument/2006/relationships" id="261" r:id="R45d6a15438644715"/>
    <p:sldId xmlns:r="http://schemas.openxmlformats.org/officeDocument/2006/relationships" id="262" r:id="R314878a94a654280"/>
    <p:sldId xmlns:r="http://schemas.openxmlformats.org/officeDocument/2006/relationships" id="263" r:id="R01f98684acaf4642"/>
    <p:sldId xmlns:r="http://schemas.openxmlformats.org/officeDocument/2006/relationships" id="264" r:id="R49618caa928245d6"/>
    <p:sldId xmlns:r="http://schemas.openxmlformats.org/officeDocument/2006/relationships" id="265" r:id="Rd6d44cb1593b40b1"/>
    <p:sldId xmlns:r="http://schemas.openxmlformats.org/officeDocument/2006/relationships" id="266" r:id="R4286b34bbdaf41e6"/>
    <p:sldId xmlns:r="http://schemas.openxmlformats.org/officeDocument/2006/relationships" id="267" r:id="Rea15593fcd8541e1"/>
    <p:sldId xmlns:r="http://schemas.openxmlformats.org/officeDocument/2006/relationships" id="268" r:id="R2e9a4521a41c449b"/>
    <p:sldId xmlns:r="http://schemas.openxmlformats.org/officeDocument/2006/relationships" id="269" r:id="Rc083ad26e5c440f9"/>
    <p:sldId xmlns:r="http://schemas.openxmlformats.org/officeDocument/2006/relationships" id="270" r:id="Ra0f2fc3c3eec4509"/>
    <p:sldId xmlns:r="http://schemas.openxmlformats.org/officeDocument/2006/relationships" id="271" r:id="R70116df878414e7b"/>
    <p:sldId xmlns:r="http://schemas.openxmlformats.org/officeDocument/2006/relationships" id="272" r:id="R94482f6fd50a41d1"/>
    <p:sldId xmlns:r="http://schemas.openxmlformats.org/officeDocument/2006/relationships" id="273" r:id="R044f209b501c449b"/>
    <p:sldId xmlns:r="http://schemas.openxmlformats.org/officeDocument/2006/relationships" id="274" r:id="Rca8d18306ca14e0a"/>
    <p:sldId xmlns:r="http://schemas.openxmlformats.org/officeDocument/2006/relationships" id="275" r:id="R2bb6844482ed476c"/>
    <p:sldId xmlns:r="http://schemas.openxmlformats.org/officeDocument/2006/relationships" id="276" r:id="R217b2096f5f94286"/>
    <p:sldId xmlns:r="http://schemas.openxmlformats.org/officeDocument/2006/relationships" id="277" r:id="R0a24239ea73e4e4d"/>
    <p:sldId xmlns:r="http://schemas.openxmlformats.org/officeDocument/2006/relationships" id="278" r:id="R934540cdc2a446f6"/>
    <p:sldId xmlns:r="http://schemas.openxmlformats.org/officeDocument/2006/relationships" id="279" r:id="Rc8591dc4be0a4c93"/>
    <p:sldId xmlns:r="http://schemas.openxmlformats.org/officeDocument/2006/relationships" id="280" r:id="Rce53bbcecef44460"/>
    <p:sldId xmlns:r="http://schemas.openxmlformats.org/officeDocument/2006/relationships" id="281" r:id="Rc28e9a04749944ef"/>
    <p:sldId xmlns:r="http://schemas.openxmlformats.org/officeDocument/2006/relationships" id="282" r:id="Rcaa66dc676564136"/>
    <p:sldId xmlns:r="http://schemas.openxmlformats.org/officeDocument/2006/relationships" id="283" r:id="Rea87f93c3f2c4476"/>
    <p:sldId xmlns:r="http://schemas.openxmlformats.org/officeDocument/2006/relationships" id="284" r:id="Rea35f8a60c384dc7"/>
    <p:sldId xmlns:r="http://schemas.openxmlformats.org/officeDocument/2006/relationships" id="285" r:id="R5b059bb1ac0d4207"/>
    <p:sldId xmlns:r="http://schemas.openxmlformats.org/officeDocument/2006/relationships" id="286" r:id="R593d7344c5cb4d40"/>
    <p:sldId xmlns:r="http://schemas.openxmlformats.org/officeDocument/2006/relationships" id="287" r:id="R76ceee673e8f4273"/>
    <p:sldId xmlns:r="http://schemas.openxmlformats.org/officeDocument/2006/relationships" id="288" r:id="R0169bc1420014924"/>
    <p:sldId xmlns:r="http://schemas.openxmlformats.org/officeDocument/2006/relationships" id="289" r:id="Rd49abf8dda1c4957"/>
    <p:sldId xmlns:r="http://schemas.openxmlformats.org/officeDocument/2006/relationships" id="290" r:id="R8ed31b59bf61404c"/>
    <p:sldId xmlns:r="http://schemas.openxmlformats.org/officeDocument/2006/relationships" id="291" r:id="Rc5d3292898094089"/>
    <p:sldId xmlns:r="http://schemas.openxmlformats.org/officeDocument/2006/relationships" id="292" r:id="R735af04daaa44a6e"/>
    <p:sldId xmlns:r="http://schemas.openxmlformats.org/officeDocument/2006/relationships" id="293" r:id="R96b3de0cfe1646d3"/>
    <p:sldId xmlns:r="http://schemas.openxmlformats.org/officeDocument/2006/relationships" id="294" r:id="R85f9675bb67046f3"/>
    <p:sldId xmlns:r="http://schemas.openxmlformats.org/officeDocument/2006/relationships" id="295" r:id="Rb5d9a67d087e4b9e"/>
    <p:sldId xmlns:r="http://schemas.openxmlformats.org/officeDocument/2006/relationships" id="296" r:id="Ra29ea090275e4f70"/>
    <p:sldId xmlns:r="http://schemas.openxmlformats.org/officeDocument/2006/relationships" id="297" r:id="R87f2f5a0738f4363"/>
    <p:sldId xmlns:r="http://schemas.openxmlformats.org/officeDocument/2006/relationships" id="298" r:id="Rd0059ac82c514c14"/>
    <p:sldId xmlns:r="http://schemas.openxmlformats.org/officeDocument/2006/relationships" id="299" r:id="R68c39de1c40b4c99"/>
    <p:sldId xmlns:r="http://schemas.openxmlformats.org/officeDocument/2006/relationships" id="300" r:id="R5a8d914cb29a4616"/>
    <p:sldId xmlns:r="http://schemas.openxmlformats.org/officeDocument/2006/relationships" id="301" r:id="R15e5562789594665"/>
    <p:sldId xmlns:r="http://schemas.openxmlformats.org/officeDocument/2006/relationships" id="302" r:id="R0ae7b4a1bc04426b"/>
    <p:sldId xmlns:r="http://schemas.openxmlformats.org/officeDocument/2006/relationships" id="303" r:id="R8d408086c8524c74"/>
    <p:sldId xmlns:r="http://schemas.openxmlformats.org/officeDocument/2006/relationships" id="304" r:id="R643d7ba914504b6f"/>
    <p:sldId xmlns:r="http://schemas.openxmlformats.org/officeDocument/2006/relationships" id="305" r:id="R6fb55c1746a64ee9"/>
    <p:sldId xmlns:r="http://schemas.openxmlformats.org/officeDocument/2006/relationships" id="306" r:id="R6e6a791ca25748bc"/>
    <p:sldId xmlns:r="http://schemas.openxmlformats.org/officeDocument/2006/relationships" id="307" r:id="R26eafc73a4504066"/>
    <p:sldId xmlns:r="http://schemas.openxmlformats.org/officeDocument/2006/relationships" id="308" r:id="R5bb861485ba045b9"/>
    <p:sldId xmlns:r="http://schemas.openxmlformats.org/officeDocument/2006/relationships" id="309" r:id="R247b4c1649d6482f"/>
    <p:sldId xmlns:r="http://schemas.openxmlformats.org/officeDocument/2006/relationships" id="310" r:id="Raa30278fbf904baa"/>
    <p:sldId xmlns:r="http://schemas.openxmlformats.org/officeDocument/2006/relationships" id="311" r:id="R1d49541815cf4a10"/>
    <p:sldId xmlns:r="http://schemas.openxmlformats.org/officeDocument/2006/relationships" id="312" r:id="R3ace7450e6e54846"/>
    <p:sldId xmlns:r="http://schemas.openxmlformats.org/officeDocument/2006/relationships" id="313" r:id="R7539cf31660a46f5"/>
    <p:sldId xmlns:r="http://schemas.openxmlformats.org/officeDocument/2006/relationships" id="314" r:id="R9656f7600c0d4b06"/>
    <p:sldId xmlns:r="http://schemas.openxmlformats.org/officeDocument/2006/relationships" id="315" r:id="Rba897c3ffe8042ae"/>
    <p:sldId xmlns:r="http://schemas.openxmlformats.org/officeDocument/2006/relationships" id="316" r:id="R8a1378dc75f14e37"/>
    <p:sldId xmlns:r="http://schemas.openxmlformats.org/officeDocument/2006/relationships" id="317" r:id="Rd73b8c589e84424b"/>
    <p:sldId xmlns:r="http://schemas.openxmlformats.org/officeDocument/2006/relationships" id="318" r:id="Re9f5decc02354897"/>
    <p:sldId xmlns:r="http://schemas.openxmlformats.org/officeDocument/2006/relationships" id="319" r:id="R3044fb13837a4cf6"/>
    <p:sldId xmlns:r="http://schemas.openxmlformats.org/officeDocument/2006/relationships" id="320" r:id="R1a31c76e3b06431b"/>
    <p:sldId xmlns:r="http://schemas.openxmlformats.org/officeDocument/2006/relationships" id="321" r:id="Rd9dc346e9fc94d54"/>
    <p:sldId xmlns:r="http://schemas.openxmlformats.org/officeDocument/2006/relationships" id="322" r:id="R8c01730939b14844"/>
    <p:sldId xmlns:r="http://schemas.openxmlformats.org/officeDocument/2006/relationships" id="323" r:id="R791ff8f02d8b4b08"/>
    <p:sldId xmlns:r="http://schemas.openxmlformats.org/officeDocument/2006/relationships" id="324" r:id="Re1efd49014c04f95"/>
    <p:sldId xmlns:r="http://schemas.openxmlformats.org/officeDocument/2006/relationships" id="325" r:id="R0aaaa9a9b080422e"/>
    <p:sldId xmlns:r="http://schemas.openxmlformats.org/officeDocument/2006/relationships" id="326" r:id="R65dae960ab7343b6"/>
    <p:sldId xmlns:r="http://schemas.openxmlformats.org/officeDocument/2006/relationships" id="327" r:id="Rfa59fec8535a42c7"/>
    <p:sldId xmlns:r="http://schemas.openxmlformats.org/officeDocument/2006/relationships" id="328" r:id="R937757e942c14ada"/>
    <p:sldId xmlns:r="http://schemas.openxmlformats.org/officeDocument/2006/relationships" id="329" r:id="Rc144f35fe0834bde"/>
    <p:sldId xmlns:r="http://schemas.openxmlformats.org/officeDocument/2006/relationships" id="330" r:id="R361f44255ba5476a"/>
    <p:sldId xmlns:r="http://schemas.openxmlformats.org/officeDocument/2006/relationships" id="331" r:id="R157487fb728a4ab9"/>
    <p:sldId xmlns:r="http://schemas.openxmlformats.org/officeDocument/2006/relationships" id="332" r:id="R079d95b8f95f40d7"/>
    <p:sldId xmlns:r="http://schemas.openxmlformats.org/officeDocument/2006/relationships" id="333" r:id="R84d81181335143b7"/>
    <p:sldId xmlns:r="http://schemas.openxmlformats.org/officeDocument/2006/relationships" id="334" r:id="R9129b16e0dff4d73"/>
    <p:sldId xmlns:r="http://schemas.openxmlformats.org/officeDocument/2006/relationships" id="335" r:id="Re1df0c8b2b744f12"/>
    <p:sldId xmlns:r="http://schemas.openxmlformats.org/officeDocument/2006/relationships" id="336" r:id="Rb7aec076967a4eab"/>
    <p:sldId xmlns:r="http://schemas.openxmlformats.org/officeDocument/2006/relationships" id="337" r:id="R5a6500b32a4c425f"/>
    <p:sldId xmlns:r="http://schemas.openxmlformats.org/officeDocument/2006/relationships" id="338" r:id="R47829046bdcb4010"/>
    <p:sldId xmlns:r="http://schemas.openxmlformats.org/officeDocument/2006/relationships" id="339" r:id="R89a0ed3b95424110"/>
    <p:sldId xmlns:r="http://schemas.openxmlformats.org/officeDocument/2006/relationships" id="340" r:id="R06c8f2c011e74ffb"/>
    <p:sldId xmlns:r="http://schemas.openxmlformats.org/officeDocument/2006/relationships" id="341" r:id="R28ac616ef3274dd0"/>
    <p:sldId xmlns:r="http://schemas.openxmlformats.org/officeDocument/2006/relationships" id="342" r:id="R135fbef371674792"/>
    <p:sldId xmlns:r="http://schemas.openxmlformats.org/officeDocument/2006/relationships" id="343" r:id="Re270c1b9befc4c46"/>
    <p:sldId xmlns:r="http://schemas.openxmlformats.org/officeDocument/2006/relationships" id="344" r:id="Rd5f5e24e958a413b"/>
    <p:sldId xmlns:r="http://schemas.openxmlformats.org/officeDocument/2006/relationships" id="345" r:id="R9174a95e00be4c12"/>
    <p:sldId xmlns:r="http://schemas.openxmlformats.org/officeDocument/2006/relationships" id="346" r:id="R96a7e0bb77e34b8d"/>
    <p:sldId xmlns:r="http://schemas.openxmlformats.org/officeDocument/2006/relationships" id="347" r:id="R0192b20196e74df1"/>
    <p:sldId xmlns:r="http://schemas.openxmlformats.org/officeDocument/2006/relationships" id="348" r:id="R45a4c28269f24416"/>
    <p:sldId xmlns:r="http://schemas.openxmlformats.org/officeDocument/2006/relationships" id="349" r:id="R052cc570bfc0458f"/>
    <p:sldId xmlns:r="http://schemas.openxmlformats.org/officeDocument/2006/relationships" id="350" r:id="Re49ac277a46846fe"/>
    <p:sldId xmlns:r="http://schemas.openxmlformats.org/officeDocument/2006/relationships" id="351" r:id="R6dfe816b32e648bc"/>
    <p:sldId xmlns:r="http://schemas.openxmlformats.org/officeDocument/2006/relationships" id="352" r:id="R1e871cc6c6c941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09da91aa544a35" /><Relationship Type="http://schemas.openxmlformats.org/officeDocument/2006/relationships/slideMaster" Target="/ppt/slideMasters/slideMaster1.xml" Id="R213eb621720542a1" /><Relationship Type="http://schemas.openxmlformats.org/officeDocument/2006/relationships/notesMaster" Target="/ppt/notesMasters/notesMaster1.xml" Id="R37e05b8abf484074" /><Relationship Type="http://schemas.openxmlformats.org/officeDocument/2006/relationships/presProps" Target="/ppt/presProps.xml" Id="R73cc1c8633704cc5" /><Relationship Type="http://schemas.openxmlformats.org/officeDocument/2006/relationships/tableStyles" Target="/ppt/tableStyles.xml" Id="R0251851f5eef4af7" /><Relationship Type="http://schemas.openxmlformats.org/officeDocument/2006/relationships/slide" Target="/ppt/slides/slide1.xml" Id="R688efbb179ba4f26" /><Relationship Type="http://schemas.openxmlformats.org/officeDocument/2006/relationships/slide" Target="/ppt/slides/slide2.xml" Id="R0756a6d3515f42cd" /><Relationship Type="http://schemas.openxmlformats.org/officeDocument/2006/relationships/slide" Target="/ppt/slides/slide3.xml" Id="R9d845010d4774e27" /><Relationship Type="http://schemas.openxmlformats.org/officeDocument/2006/relationships/slide" Target="/ppt/slides/slide4.xml" Id="R1509f2db37d54db8" /><Relationship Type="http://schemas.openxmlformats.org/officeDocument/2006/relationships/slide" Target="/ppt/slides/slide5.xml" Id="Ra058a7e1d6984242" /><Relationship Type="http://schemas.openxmlformats.org/officeDocument/2006/relationships/slide" Target="/ppt/slides/slide6.xml" Id="R45d6a15438644715" /><Relationship Type="http://schemas.openxmlformats.org/officeDocument/2006/relationships/slide" Target="/ppt/slides/slide7.xml" Id="R314878a94a654280" /><Relationship Type="http://schemas.openxmlformats.org/officeDocument/2006/relationships/slide" Target="/ppt/slides/slide8.xml" Id="R01f98684acaf4642" /><Relationship Type="http://schemas.openxmlformats.org/officeDocument/2006/relationships/slide" Target="/ppt/slides/slide9.xml" Id="R49618caa928245d6" /><Relationship Type="http://schemas.openxmlformats.org/officeDocument/2006/relationships/slide" Target="/ppt/slides/slide10.xml" Id="Rd6d44cb1593b40b1" /><Relationship Type="http://schemas.openxmlformats.org/officeDocument/2006/relationships/slide" Target="/ppt/slides/slide11.xml" Id="R4286b34bbdaf41e6" /><Relationship Type="http://schemas.openxmlformats.org/officeDocument/2006/relationships/slide" Target="/ppt/slides/slide12.xml" Id="Rea15593fcd8541e1" /><Relationship Type="http://schemas.openxmlformats.org/officeDocument/2006/relationships/slide" Target="/ppt/slides/slide13.xml" Id="R2e9a4521a41c449b" /><Relationship Type="http://schemas.openxmlformats.org/officeDocument/2006/relationships/slide" Target="/ppt/slides/slide14.xml" Id="Rc083ad26e5c440f9" /><Relationship Type="http://schemas.openxmlformats.org/officeDocument/2006/relationships/slide" Target="/ppt/slides/slide15.xml" Id="Ra0f2fc3c3eec4509" /><Relationship Type="http://schemas.openxmlformats.org/officeDocument/2006/relationships/slide" Target="/ppt/slides/slide16.xml" Id="R70116df878414e7b" /><Relationship Type="http://schemas.openxmlformats.org/officeDocument/2006/relationships/slide" Target="/ppt/slides/slide17.xml" Id="R94482f6fd50a41d1" /><Relationship Type="http://schemas.openxmlformats.org/officeDocument/2006/relationships/slide" Target="/ppt/slides/slide18.xml" Id="R044f209b501c449b" /><Relationship Type="http://schemas.openxmlformats.org/officeDocument/2006/relationships/slide" Target="/ppt/slides/slide19.xml" Id="Rca8d18306ca14e0a" /><Relationship Type="http://schemas.openxmlformats.org/officeDocument/2006/relationships/slide" Target="/ppt/slides/slide20.xml" Id="R2bb6844482ed476c" /><Relationship Type="http://schemas.openxmlformats.org/officeDocument/2006/relationships/slide" Target="/ppt/slides/slide21.xml" Id="R217b2096f5f94286" /><Relationship Type="http://schemas.openxmlformats.org/officeDocument/2006/relationships/slide" Target="/ppt/slides/slide22.xml" Id="R0a24239ea73e4e4d" /><Relationship Type="http://schemas.openxmlformats.org/officeDocument/2006/relationships/slide" Target="/ppt/slides/slide23.xml" Id="R934540cdc2a446f6" /><Relationship Type="http://schemas.openxmlformats.org/officeDocument/2006/relationships/slide" Target="/ppt/slides/slide24.xml" Id="Rc8591dc4be0a4c93" /><Relationship Type="http://schemas.openxmlformats.org/officeDocument/2006/relationships/slide" Target="/ppt/slides/slide25.xml" Id="Rce53bbcecef44460" /><Relationship Type="http://schemas.openxmlformats.org/officeDocument/2006/relationships/slide" Target="/ppt/slides/slide26.xml" Id="Rc28e9a04749944ef" /><Relationship Type="http://schemas.openxmlformats.org/officeDocument/2006/relationships/slide" Target="/ppt/slides/slide27.xml" Id="Rcaa66dc676564136" /><Relationship Type="http://schemas.openxmlformats.org/officeDocument/2006/relationships/slide" Target="/ppt/slides/slide28.xml" Id="Rea87f93c3f2c4476" /><Relationship Type="http://schemas.openxmlformats.org/officeDocument/2006/relationships/slide" Target="/ppt/slides/slide29.xml" Id="Rea35f8a60c384dc7" /><Relationship Type="http://schemas.openxmlformats.org/officeDocument/2006/relationships/slide" Target="/ppt/slides/slide30.xml" Id="R5b059bb1ac0d4207" /><Relationship Type="http://schemas.openxmlformats.org/officeDocument/2006/relationships/slide" Target="/ppt/slides/slide31.xml" Id="R593d7344c5cb4d40" /><Relationship Type="http://schemas.openxmlformats.org/officeDocument/2006/relationships/slide" Target="/ppt/slides/slide32.xml" Id="R76ceee673e8f4273" /><Relationship Type="http://schemas.openxmlformats.org/officeDocument/2006/relationships/slide" Target="/ppt/slides/slide33.xml" Id="R0169bc1420014924" /><Relationship Type="http://schemas.openxmlformats.org/officeDocument/2006/relationships/slide" Target="/ppt/slides/slide34.xml" Id="Rd49abf8dda1c4957" /><Relationship Type="http://schemas.openxmlformats.org/officeDocument/2006/relationships/slide" Target="/ppt/slides/slide35.xml" Id="R8ed31b59bf61404c" /><Relationship Type="http://schemas.openxmlformats.org/officeDocument/2006/relationships/slide" Target="/ppt/slides/slide36.xml" Id="Rc5d3292898094089" /><Relationship Type="http://schemas.openxmlformats.org/officeDocument/2006/relationships/slide" Target="/ppt/slides/slide37.xml" Id="R735af04daaa44a6e" /><Relationship Type="http://schemas.openxmlformats.org/officeDocument/2006/relationships/slide" Target="/ppt/slides/slide38.xml" Id="R96b3de0cfe1646d3" /><Relationship Type="http://schemas.openxmlformats.org/officeDocument/2006/relationships/slide" Target="/ppt/slides/slide39.xml" Id="R85f9675bb67046f3" /><Relationship Type="http://schemas.openxmlformats.org/officeDocument/2006/relationships/slide" Target="/ppt/slides/slide40.xml" Id="Rb5d9a67d087e4b9e" /><Relationship Type="http://schemas.openxmlformats.org/officeDocument/2006/relationships/slide" Target="/ppt/slides/slide41.xml" Id="Ra29ea090275e4f70" /><Relationship Type="http://schemas.openxmlformats.org/officeDocument/2006/relationships/slide" Target="/ppt/slides/slide42.xml" Id="R87f2f5a0738f4363" /><Relationship Type="http://schemas.openxmlformats.org/officeDocument/2006/relationships/slide" Target="/ppt/slides/slide43.xml" Id="Rd0059ac82c514c14" /><Relationship Type="http://schemas.openxmlformats.org/officeDocument/2006/relationships/slide" Target="/ppt/slides/slide44.xml" Id="R68c39de1c40b4c99" /><Relationship Type="http://schemas.openxmlformats.org/officeDocument/2006/relationships/slide" Target="/ppt/slides/slide45.xml" Id="R5a8d914cb29a4616" /><Relationship Type="http://schemas.openxmlformats.org/officeDocument/2006/relationships/slide" Target="/ppt/slides/slide46.xml" Id="R15e5562789594665" /><Relationship Type="http://schemas.openxmlformats.org/officeDocument/2006/relationships/slide" Target="/ppt/slides/slide47.xml" Id="R0ae7b4a1bc04426b" /><Relationship Type="http://schemas.openxmlformats.org/officeDocument/2006/relationships/slide" Target="/ppt/slides/slide48.xml" Id="R8d408086c8524c74" /><Relationship Type="http://schemas.openxmlformats.org/officeDocument/2006/relationships/slide" Target="/ppt/slides/slide49.xml" Id="R643d7ba914504b6f" /><Relationship Type="http://schemas.openxmlformats.org/officeDocument/2006/relationships/slide" Target="/ppt/slides/slide50.xml" Id="R6fb55c1746a64ee9" /><Relationship Type="http://schemas.openxmlformats.org/officeDocument/2006/relationships/slide" Target="/ppt/slides/slide51.xml" Id="R6e6a791ca25748bc" /><Relationship Type="http://schemas.openxmlformats.org/officeDocument/2006/relationships/slide" Target="/ppt/slides/slide52.xml" Id="R26eafc73a4504066" /><Relationship Type="http://schemas.openxmlformats.org/officeDocument/2006/relationships/slide" Target="/ppt/slides/slide53.xml" Id="R5bb861485ba045b9" /><Relationship Type="http://schemas.openxmlformats.org/officeDocument/2006/relationships/slide" Target="/ppt/slides/slide54.xml" Id="R247b4c1649d6482f" /><Relationship Type="http://schemas.openxmlformats.org/officeDocument/2006/relationships/slide" Target="/ppt/slides/slide55.xml" Id="Raa30278fbf904baa" /><Relationship Type="http://schemas.openxmlformats.org/officeDocument/2006/relationships/slide" Target="/ppt/slides/slide56.xml" Id="R1d49541815cf4a10" /><Relationship Type="http://schemas.openxmlformats.org/officeDocument/2006/relationships/slide" Target="/ppt/slides/slide57.xml" Id="R3ace7450e6e54846" /><Relationship Type="http://schemas.openxmlformats.org/officeDocument/2006/relationships/slide" Target="/ppt/slides/slide58.xml" Id="R7539cf31660a46f5" /><Relationship Type="http://schemas.openxmlformats.org/officeDocument/2006/relationships/slide" Target="/ppt/slides/slide59.xml" Id="R9656f7600c0d4b06" /><Relationship Type="http://schemas.openxmlformats.org/officeDocument/2006/relationships/slide" Target="/ppt/slides/slide60.xml" Id="Rba897c3ffe8042ae" /><Relationship Type="http://schemas.openxmlformats.org/officeDocument/2006/relationships/slide" Target="/ppt/slides/slide61.xml" Id="R8a1378dc75f14e37" /><Relationship Type="http://schemas.openxmlformats.org/officeDocument/2006/relationships/slide" Target="/ppt/slides/slide62.xml" Id="Rd73b8c589e84424b" /><Relationship Type="http://schemas.openxmlformats.org/officeDocument/2006/relationships/slide" Target="/ppt/slides/slide63.xml" Id="Re9f5decc02354897" /><Relationship Type="http://schemas.openxmlformats.org/officeDocument/2006/relationships/slide" Target="/ppt/slides/slide64.xml" Id="R3044fb13837a4cf6" /><Relationship Type="http://schemas.openxmlformats.org/officeDocument/2006/relationships/slide" Target="/ppt/slides/slide65.xml" Id="R1a31c76e3b06431b" /><Relationship Type="http://schemas.openxmlformats.org/officeDocument/2006/relationships/slide" Target="/ppt/slides/slide66.xml" Id="Rd9dc346e9fc94d54" /><Relationship Type="http://schemas.openxmlformats.org/officeDocument/2006/relationships/slide" Target="/ppt/slides/slide67.xml" Id="R8c01730939b14844" /><Relationship Type="http://schemas.openxmlformats.org/officeDocument/2006/relationships/slide" Target="/ppt/slides/slide68.xml" Id="R791ff8f02d8b4b08" /><Relationship Type="http://schemas.openxmlformats.org/officeDocument/2006/relationships/slide" Target="/ppt/slides/slide69.xml" Id="Re1efd49014c04f95" /><Relationship Type="http://schemas.openxmlformats.org/officeDocument/2006/relationships/slide" Target="/ppt/slides/slide70.xml" Id="R0aaaa9a9b080422e" /><Relationship Type="http://schemas.openxmlformats.org/officeDocument/2006/relationships/slide" Target="/ppt/slides/slide71.xml" Id="R65dae960ab7343b6" /><Relationship Type="http://schemas.openxmlformats.org/officeDocument/2006/relationships/slide" Target="/ppt/slides/slide72.xml" Id="Rfa59fec8535a42c7" /><Relationship Type="http://schemas.openxmlformats.org/officeDocument/2006/relationships/slide" Target="/ppt/slides/slide73.xml" Id="R937757e942c14ada" /><Relationship Type="http://schemas.openxmlformats.org/officeDocument/2006/relationships/slide" Target="/ppt/slides/slide74.xml" Id="Rc144f35fe0834bde" /><Relationship Type="http://schemas.openxmlformats.org/officeDocument/2006/relationships/slide" Target="/ppt/slides/slide75.xml" Id="R361f44255ba5476a" /><Relationship Type="http://schemas.openxmlformats.org/officeDocument/2006/relationships/slide" Target="/ppt/slides/slide76.xml" Id="R157487fb728a4ab9" /><Relationship Type="http://schemas.openxmlformats.org/officeDocument/2006/relationships/slide" Target="/ppt/slides/slide77.xml" Id="R079d95b8f95f40d7" /><Relationship Type="http://schemas.openxmlformats.org/officeDocument/2006/relationships/slide" Target="/ppt/slides/slide78.xml" Id="R84d81181335143b7" /><Relationship Type="http://schemas.openxmlformats.org/officeDocument/2006/relationships/slide" Target="/ppt/slides/slide79.xml" Id="R9129b16e0dff4d73" /><Relationship Type="http://schemas.openxmlformats.org/officeDocument/2006/relationships/slide" Target="/ppt/slides/slide80.xml" Id="Re1df0c8b2b744f12" /><Relationship Type="http://schemas.openxmlformats.org/officeDocument/2006/relationships/slide" Target="/ppt/slides/slide81.xml" Id="Rb7aec076967a4eab" /><Relationship Type="http://schemas.openxmlformats.org/officeDocument/2006/relationships/slide" Target="/ppt/slides/slide82.xml" Id="R5a6500b32a4c425f" /><Relationship Type="http://schemas.openxmlformats.org/officeDocument/2006/relationships/slide" Target="/ppt/slides/slide83.xml" Id="R47829046bdcb4010" /><Relationship Type="http://schemas.openxmlformats.org/officeDocument/2006/relationships/slide" Target="/ppt/slides/slide84.xml" Id="R89a0ed3b95424110" /><Relationship Type="http://schemas.openxmlformats.org/officeDocument/2006/relationships/slide" Target="/ppt/slides/slide85.xml" Id="R06c8f2c011e74ffb" /><Relationship Type="http://schemas.openxmlformats.org/officeDocument/2006/relationships/slide" Target="/ppt/slides/slide86.xml" Id="R28ac616ef3274dd0" /><Relationship Type="http://schemas.openxmlformats.org/officeDocument/2006/relationships/slide" Target="/ppt/slides/slide87.xml" Id="R135fbef371674792" /><Relationship Type="http://schemas.openxmlformats.org/officeDocument/2006/relationships/slide" Target="/ppt/slides/slide88.xml" Id="Re270c1b9befc4c46" /><Relationship Type="http://schemas.openxmlformats.org/officeDocument/2006/relationships/slide" Target="/ppt/slides/slide89.xml" Id="Rd5f5e24e958a413b" /><Relationship Type="http://schemas.openxmlformats.org/officeDocument/2006/relationships/slide" Target="/ppt/slides/slide90.xml" Id="R9174a95e00be4c12" /><Relationship Type="http://schemas.openxmlformats.org/officeDocument/2006/relationships/slide" Target="/ppt/slides/slide91.xml" Id="R96a7e0bb77e34b8d" /><Relationship Type="http://schemas.openxmlformats.org/officeDocument/2006/relationships/slide" Target="/ppt/slides/slide92.xml" Id="R0192b20196e74df1" /><Relationship Type="http://schemas.openxmlformats.org/officeDocument/2006/relationships/slide" Target="/ppt/slides/slide93.xml" Id="R45a4c28269f24416" /><Relationship Type="http://schemas.openxmlformats.org/officeDocument/2006/relationships/slide" Target="/ppt/slides/slide94.xml" Id="R052cc570bfc0458f" /><Relationship Type="http://schemas.openxmlformats.org/officeDocument/2006/relationships/slide" Target="/ppt/slides/slide95.xml" Id="Re49ac277a46846fe" /><Relationship Type="http://schemas.openxmlformats.org/officeDocument/2006/relationships/slide" Target="/ppt/slides/slide96.xml" Id="R6dfe816b32e648bc" /><Relationship Type="http://schemas.openxmlformats.org/officeDocument/2006/relationships/slide" Target="/ppt/slides/slide97.xml" Id="R1e871cc6c6c941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66a9f760d04f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338ff4bdfd549f8" /><Relationship Type="http://schemas.openxmlformats.org/officeDocument/2006/relationships/notesMaster" Target="/ppt/notesMasters/notesMaster1.xml" Id="R62fb4b7a37d54e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9395c3ddf84e69" /><Relationship Type="http://schemas.openxmlformats.org/officeDocument/2006/relationships/notesMaster" Target="/ppt/notesMasters/notesMaster1.xml" Id="R2f0844a771034e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9aa3b99b34430c" /><Relationship Type="http://schemas.openxmlformats.org/officeDocument/2006/relationships/notesMaster" Target="/ppt/notesMasters/notesMaster1.xml" Id="R05fd24a01d094f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86fcc57cbe482e" /><Relationship Type="http://schemas.openxmlformats.org/officeDocument/2006/relationships/notesMaster" Target="/ppt/notesMasters/notesMaster1.xml" Id="R87768932178a4c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b56dbfb9f248c0" /><Relationship Type="http://schemas.openxmlformats.org/officeDocument/2006/relationships/notesMaster" Target="/ppt/notesMasters/notesMaster1.xml" Id="R96be125ad56c4b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9a585db8174f96" /><Relationship Type="http://schemas.openxmlformats.org/officeDocument/2006/relationships/notesMaster" Target="/ppt/notesMasters/notesMaster1.xml" Id="R42fe93b829674a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f6cb3559a046c0" /><Relationship Type="http://schemas.openxmlformats.org/officeDocument/2006/relationships/notesMaster" Target="/ppt/notesMasters/notesMaster1.xml" Id="Re3d2271ae7d242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fcafeca56e4189" /><Relationship Type="http://schemas.openxmlformats.org/officeDocument/2006/relationships/notesMaster" Target="/ppt/notesMasters/notesMaster1.xml" Id="R8514e6a7ef5047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630353d3974b05" /><Relationship Type="http://schemas.openxmlformats.org/officeDocument/2006/relationships/notesMaster" Target="/ppt/notesMasters/notesMaster1.xml" Id="R87f0e680785b42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058954674854c0c" /><Relationship Type="http://schemas.openxmlformats.org/officeDocument/2006/relationships/notesMaster" Target="/ppt/notesMasters/notesMaster1.xml" Id="Rc1fc73272fca4e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bd68710d4649a8" /><Relationship Type="http://schemas.openxmlformats.org/officeDocument/2006/relationships/notesMaster" Target="/ppt/notesMasters/notesMaster1.xml" Id="R8936afea12ef4f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6767ade94bc4118" /><Relationship Type="http://schemas.openxmlformats.org/officeDocument/2006/relationships/notesMaster" Target="/ppt/notesMasters/notesMaster1.xml" Id="R81ac54ffe6f24f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7bd29166ff2471b" /><Relationship Type="http://schemas.openxmlformats.org/officeDocument/2006/relationships/notesMaster" Target="/ppt/notesMasters/notesMaster1.xml" Id="Ra60e4312c02342a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fedafe6c282455f" /><Relationship Type="http://schemas.openxmlformats.org/officeDocument/2006/relationships/notesMaster" Target="/ppt/notesMasters/notesMaster1.xml" Id="R6b41256957104c1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0ea88ae0484c51" /><Relationship Type="http://schemas.openxmlformats.org/officeDocument/2006/relationships/notesMaster" Target="/ppt/notesMasters/notesMaster1.xml" Id="R2245ab5f1856498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a2124d4c6a04aea" /><Relationship Type="http://schemas.openxmlformats.org/officeDocument/2006/relationships/notesMaster" Target="/ppt/notesMasters/notesMaster1.xml" Id="Recad365d08b4485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0d9bf61887a4ad7" /><Relationship Type="http://schemas.openxmlformats.org/officeDocument/2006/relationships/notesMaster" Target="/ppt/notesMasters/notesMaster1.xml" Id="R9db1e16cde7e4d0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df6719ba9b427e" /><Relationship Type="http://schemas.openxmlformats.org/officeDocument/2006/relationships/notesMaster" Target="/ppt/notesMasters/notesMaster1.xml" Id="R459a5eaadfcf498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4c7187dd774c81" /><Relationship Type="http://schemas.openxmlformats.org/officeDocument/2006/relationships/notesMaster" Target="/ppt/notesMasters/notesMaster1.xml" Id="Ree06fbcb51be43a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39c352fcc7a4a90" /><Relationship Type="http://schemas.openxmlformats.org/officeDocument/2006/relationships/notesMaster" Target="/ppt/notesMasters/notesMaster1.xml" Id="Rbcef06f361fc49f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a5b7ea3e9be48f0" /><Relationship Type="http://schemas.openxmlformats.org/officeDocument/2006/relationships/notesMaster" Target="/ppt/notesMasters/notesMaster1.xml" Id="Rfd3dcbdb312f4dc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cad907f224c4568" /><Relationship Type="http://schemas.openxmlformats.org/officeDocument/2006/relationships/notesMaster" Target="/ppt/notesMasters/notesMaster1.xml" Id="Rca76add457784b7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c7e7a28d704dc5" /><Relationship Type="http://schemas.openxmlformats.org/officeDocument/2006/relationships/notesMaster" Target="/ppt/notesMasters/notesMaster1.xml" Id="R970adfda2e6e46a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948b2727bda4dad" /><Relationship Type="http://schemas.openxmlformats.org/officeDocument/2006/relationships/notesMaster" Target="/ppt/notesMasters/notesMaster1.xml" Id="Ra505dbfea0e147d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9efe6f2e074711" /><Relationship Type="http://schemas.openxmlformats.org/officeDocument/2006/relationships/notesMaster" Target="/ppt/notesMasters/notesMaster1.xml" Id="R1d86378d82f745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711cb6cd85a430c" /><Relationship Type="http://schemas.openxmlformats.org/officeDocument/2006/relationships/notesMaster" Target="/ppt/notesMasters/notesMaster1.xml" Id="Rc48dc408fa304ec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ebba0ad52324a91" /><Relationship Type="http://schemas.openxmlformats.org/officeDocument/2006/relationships/notesMaster" Target="/ppt/notesMasters/notesMaster1.xml" Id="Rfca9a59c5b104fa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b249f8e46664c57" /><Relationship Type="http://schemas.openxmlformats.org/officeDocument/2006/relationships/notesMaster" Target="/ppt/notesMasters/notesMaster1.xml" Id="R62cec5ded85241e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24f40334cb84f04" /><Relationship Type="http://schemas.openxmlformats.org/officeDocument/2006/relationships/notesMaster" Target="/ppt/notesMasters/notesMaster1.xml" Id="R4b3815462c1e49c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de0a52785f14e85" /><Relationship Type="http://schemas.openxmlformats.org/officeDocument/2006/relationships/notesMaster" Target="/ppt/notesMasters/notesMaster1.xml" Id="R5c2a9cb07d604f0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7e12aa8c9014aeb" /><Relationship Type="http://schemas.openxmlformats.org/officeDocument/2006/relationships/notesMaster" Target="/ppt/notesMasters/notesMaster1.xml" Id="R9b695ac1c2df40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302c190b34f4aa3" /><Relationship Type="http://schemas.openxmlformats.org/officeDocument/2006/relationships/notesMaster" Target="/ppt/notesMasters/notesMaster1.xml" Id="R82b25d6830fa45d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75c644dbcfa4754" /><Relationship Type="http://schemas.openxmlformats.org/officeDocument/2006/relationships/notesMaster" Target="/ppt/notesMasters/notesMaster1.xml" Id="R4d02aed60a23430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6eb1e12161a4e09" /><Relationship Type="http://schemas.openxmlformats.org/officeDocument/2006/relationships/notesMaster" Target="/ppt/notesMasters/notesMaster1.xml" Id="R61d3abb836bf453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191d928b70d44cf" /><Relationship Type="http://schemas.openxmlformats.org/officeDocument/2006/relationships/notesMaster" Target="/ppt/notesMasters/notesMaster1.xml" Id="R8cb0112cf2784ff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638b79141124feb" /><Relationship Type="http://schemas.openxmlformats.org/officeDocument/2006/relationships/notesMaster" Target="/ppt/notesMasters/notesMaster1.xml" Id="R1d0ceb14aec24df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70a8986fa944869" /><Relationship Type="http://schemas.openxmlformats.org/officeDocument/2006/relationships/notesMaster" Target="/ppt/notesMasters/notesMaster1.xml" Id="R5788ef95486f42d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a7e122293f14778" /><Relationship Type="http://schemas.openxmlformats.org/officeDocument/2006/relationships/notesMaster" Target="/ppt/notesMasters/notesMaster1.xml" Id="R1b908d17d12e459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ca195eefde94148" /><Relationship Type="http://schemas.openxmlformats.org/officeDocument/2006/relationships/notesMaster" Target="/ppt/notesMasters/notesMaster1.xml" Id="Rd006dd864c7b40c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5dd450a20f04d13" /><Relationship Type="http://schemas.openxmlformats.org/officeDocument/2006/relationships/notesMaster" Target="/ppt/notesMasters/notesMaster1.xml" Id="R137825c930c447f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574cdfcb7f24254" /><Relationship Type="http://schemas.openxmlformats.org/officeDocument/2006/relationships/notesMaster" Target="/ppt/notesMasters/notesMaster1.xml" Id="R596d8dfcd71044f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8a93c0d3b74439d" /><Relationship Type="http://schemas.openxmlformats.org/officeDocument/2006/relationships/notesMaster" Target="/ppt/notesMasters/notesMaster1.xml" Id="Re6863c13a4d9427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f49b008bca4479e" /><Relationship Type="http://schemas.openxmlformats.org/officeDocument/2006/relationships/notesMaster" Target="/ppt/notesMasters/notesMaster1.xml" Id="R97c3b06982d74c4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2eb3458545c4682" /><Relationship Type="http://schemas.openxmlformats.org/officeDocument/2006/relationships/notesMaster" Target="/ppt/notesMasters/notesMaster1.xml" Id="R2c6e202b2fd14c1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d3dd1f04a044359" /><Relationship Type="http://schemas.openxmlformats.org/officeDocument/2006/relationships/notesMaster" Target="/ppt/notesMasters/notesMaster1.xml" Id="R81c48a31cfb041f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cdb498b8d8e4995" /><Relationship Type="http://schemas.openxmlformats.org/officeDocument/2006/relationships/notesMaster" Target="/ppt/notesMasters/notesMaster1.xml" Id="Rbba24c0d57ed46e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82e6762ec6a438e" /><Relationship Type="http://schemas.openxmlformats.org/officeDocument/2006/relationships/notesMaster" Target="/ppt/notesMasters/notesMaster1.xml" Id="R270f5cd20e3e434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7165551a4474b55" /><Relationship Type="http://schemas.openxmlformats.org/officeDocument/2006/relationships/notesMaster" Target="/ppt/notesMasters/notesMaster1.xml" Id="R04ee5ce4e41446e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c03bd55c0734928" /><Relationship Type="http://schemas.openxmlformats.org/officeDocument/2006/relationships/notesMaster" Target="/ppt/notesMasters/notesMaster1.xml" Id="Rf2d196707bd74fe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70fe2e4425a4ae0" /><Relationship Type="http://schemas.openxmlformats.org/officeDocument/2006/relationships/notesMaster" Target="/ppt/notesMasters/notesMaster1.xml" Id="Rdc987c6ac5a040e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25fac74067f40ef" /><Relationship Type="http://schemas.openxmlformats.org/officeDocument/2006/relationships/notesMaster" Target="/ppt/notesMasters/notesMaster1.xml" Id="R1d5ed82d3f804eb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97fc9e3577146ee" /><Relationship Type="http://schemas.openxmlformats.org/officeDocument/2006/relationships/notesMaster" Target="/ppt/notesMasters/notesMaster1.xml" Id="R7cdb8757686d479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7edf2552e8c435d" /><Relationship Type="http://schemas.openxmlformats.org/officeDocument/2006/relationships/notesMaster" Target="/ppt/notesMasters/notesMaster1.xml" Id="Rc33000837b1f4df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c6d0b46615b4998" /><Relationship Type="http://schemas.openxmlformats.org/officeDocument/2006/relationships/notesMaster" Target="/ppt/notesMasters/notesMaster1.xml" Id="Rfe822e621a9443c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798d9c6dfb24952" /><Relationship Type="http://schemas.openxmlformats.org/officeDocument/2006/relationships/notesMaster" Target="/ppt/notesMasters/notesMaster1.xml" Id="R354f3410dc654c9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34ce4af560740b3" /><Relationship Type="http://schemas.openxmlformats.org/officeDocument/2006/relationships/notesMaster" Target="/ppt/notesMasters/notesMaster1.xml" Id="R3911d96f9a52424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b5feb5e158444d6" /><Relationship Type="http://schemas.openxmlformats.org/officeDocument/2006/relationships/notesMaster" Target="/ppt/notesMasters/notesMaster1.xml" Id="R519024a515b14c3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a6e27e6a1a5439f" /><Relationship Type="http://schemas.openxmlformats.org/officeDocument/2006/relationships/notesMaster" Target="/ppt/notesMasters/notesMaster1.xml" Id="R01761915d9eb442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7df5627292b4191" /><Relationship Type="http://schemas.openxmlformats.org/officeDocument/2006/relationships/notesMaster" Target="/ppt/notesMasters/notesMaster1.xml" Id="Rf86336859cef4cd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d1709c255f74b1e" /><Relationship Type="http://schemas.openxmlformats.org/officeDocument/2006/relationships/notesMaster" Target="/ppt/notesMasters/notesMaster1.xml" Id="R213efb724e0342f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3d92aaeae8a4993" /><Relationship Type="http://schemas.openxmlformats.org/officeDocument/2006/relationships/notesMaster" Target="/ppt/notesMasters/notesMaster1.xml" Id="R307e1e14872546a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9ce85899c2e41c8" /><Relationship Type="http://schemas.openxmlformats.org/officeDocument/2006/relationships/notesMaster" Target="/ppt/notesMasters/notesMaster1.xml" Id="R415d9e3547ab415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3b5d3d34b6443db" /><Relationship Type="http://schemas.openxmlformats.org/officeDocument/2006/relationships/notesMaster" Target="/ppt/notesMasters/notesMaster1.xml" Id="Rc9d57b3f7292438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99de2829e2b486f" /><Relationship Type="http://schemas.openxmlformats.org/officeDocument/2006/relationships/notesMaster" Target="/ppt/notesMasters/notesMaster1.xml" Id="R1d5f94ddc1f944a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335dcbb051346d9" /><Relationship Type="http://schemas.openxmlformats.org/officeDocument/2006/relationships/notesMaster" Target="/ppt/notesMasters/notesMaster1.xml" Id="R0c8adf1627ab4c4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e6ec0fa46e74014" /><Relationship Type="http://schemas.openxmlformats.org/officeDocument/2006/relationships/notesMaster" Target="/ppt/notesMasters/notesMaster1.xml" Id="Rdfdf76b7bfa142f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ec6b9220fcf4a3a" /><Relationship Type="http://schemas.openxmlformats.org/officeDocument/2006/relationships/notesMaster" Target="/ppt/notesMasters/notesMaster1.xml" Id="Rac01af7e3452484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89be5c89e9247ac" /><Relationship Type="http://schemas.openxmlformats.org/officeDocument/2006/relationships/notesMaster" Target="/ppt/notesMasters/notesMaster1.xml" Id="Rba99257a1005493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f002139bb9042cc" /><Relationship Type="http://schemas.openxmlformats.org/officeDocument/2006/relationships/notesMaster" Target="/ppt/notesMasters/notesMaster1.xml" Id="R4e97a8286adb415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f307bfd4dee433e" /><Relationship Type="http://schemas.openxmlformats.org/officeDocument/2006/relationships/notesMaster" Target="/ppt/notesMasters/notesMaster1.xml" Id="R07274d4c73e8428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07d45f3f5514d1e" /><Relationship Type="http://schemas.openxmlformats.org/officeDocument/2006/relationships/notesMaster" Target="/ppt/notesMasters/notesMaster1.xml" Id="Rfa40d07007834e5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a443431ebd8436d" /><Relationship Type="http://schemas.openxmlformats.org/officeDocument/2006/relationships/notesMaster" Target="/ppt/notesMasters/notesMaster1.xml" Id="R8263218fe6374d7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68bfa3894a9473f" /><Relationship Type="http://schemas.openxmlformats.org/officeDocument/2006/relationships/notesMaster" Target="/ppt/notesMasters/notesMaster1.xml" Id="R838c3888ca7d4fd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55a8f4edef642e5" /><Relationship Type="http://schemas.openxmlformats.org/officeDocument/2006/relationships/notesMaster" Target="/ppt/notesMasters/notesMaster1.xml" Id="R7021d2e0be6043d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3907b030f2c4568" /><Relationship Type="http://schemas.openxmlformats.org/officeDocument/2006/relationships/notesMaster" Target="/ppt/notesMasters/notesMaster1.xml" Id="R581dcc874a9a41c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bf3b0c9092a42a9" /><Relationship Type="http://schemas.openxmlformats.org/officeDocument/2006/relationships/notesMaster" Target="/ppt/notesMasters/notesMaster1.xml" Id="R864bc3df1db1479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24d1b3c034c47e3" /><Relationship Type="http://schemas.openxmlformats.org/officeDocument/2006/relationships/notesMaster" Target="/ppt/notesMasters/notesMaster1.xml" Id="R40589cd45ff846f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1a405ba403c45cc" /><Relationship Type="http://schemas.openxmlformats.org/officeDocument/2006/relationships/notesMaster" Target="/ppt/notesMasters/notesMaster1.xml" Id="Rf259e0125905402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74e374ac2bf45fd" /><Relationship Type="http://schemas.openxmlformats.org/officeDocument/2006/relationships/notesMaster" Target="/ppt/notesMasters/notesMaster1.xml" Id="R6e24c526cdb74f9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b387a16be1143c7" /><Relationship Type="http://schemas.openxmlformats.org/officeDocument/2006/relationships/notesMaster" Target="/ppt/notesMasters/notesMaster1.xml" Id="R004f1289185040d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264a504fbb44b2b" /><Relationship Type="http://schemas.openxmlformats.org/officeDocument/2006/relationships/notesMaster" Target="/ppt/notesMasters/notesMaster1.xml" Id="R6ca651f68d3945f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1ce60016b47f4505" /><Relationship Type="http://schemas.openxmlformats.org/officeDocument/2006/relationships/notesMaster" Target="/ppt/notesMasters/notesMaster1.xml" Id="R94ec78dcc76e472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230cf5251364759" /><Relationship Type="http://schemas.openxmlformats.org/officeDocument/2006/relationships/notesMaster" Target="/ppt/notesMasters/notesMaster1.xml" Id="R500bf92624fb4517"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fd2351038c94152" /><Relationship Type="http://schemas.openxmlformats.org/officeDocument/2006/relationships/notesMaster" Target="/ppt/notesMasters/notesMaster1.xml" Id="Rc583fbba6661430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9d0f4d0067f4d09" /><Relationship Type="http://schemas.openxmlformats.org/officeDocument/2006/relationships/notesMaster" Target="/ppt/notesMasters/notesMaster1.xml" Id="Rd96494d295614e3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eaa407cf19e4508" /><Relationship Type="http://schemas.openxmlformats.org/officeDocument/2006/relationships/notesMaster" Target="/ppt/notesMasters/notesMaster1.xml" Id="Rf0eb9ff2ebad4964"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7b7394632f444ef" /><Relationship Type="http://schemas.openxmlformats.org/officeDocument/2006/relationships/notesMaster" Target="/ppt/notesMasters/notesMaster1.xml" Id="Rfe34330554a948f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817c3ec2c1b497b" /><Relationship Type="http://schemas.openxmlformats.org/officeDocument/2006/relationships/notesMaster" Target="/ppt/notesMasters/notesMaster1.xml" Id="Re752da941cf5485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b6c773fa8bc470b" /><Relationship Type="http://schemas.openxmlformats.org/officeDocument/2006/relationships/notesMaster" Target="/ppt/notesMasters/notesMaster1.xml" Id="Rd3cf2353b9b9462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6b43ea9710f4ad2" /><Relationship Type="http://schemas.openxmlformats.org/officeDocument/2006/relationships/notesMaster" Target="/ppt/notesMasters/notesMaster1.xml" Id="R04aaba8f5be94018"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1a453eea651451d" /><Relationship Type="http://schemas.openxmlformats.org/officeDocument/2006/relationships/notesMaster" Target="/ppt/notesMasters/notesMaster1.xml" Id="R7939f9d808f0433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d182af089eb9481d" /><Relationship Type="http://schemas.openxmlformats.org/officeDocument/2006/relationships/notesMaster" Target="/ppt/notesMasters/notesMaster1.xml" Id="Rf857ff57fec14998"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7a2f2e99db554f13" /><Relationship Type="http://schemas.openxmlformats.org/officeDocument/2006/relationships/notesMaster" Target="/ppt/notesMasters/notesMaster1.xml" Id="Rd0bded41f5ea4efc"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2af52cd7433448b" /><Relationship Type="http://schemas.openxmlformats.org/officeDocument/2006/relationships/notesMaster" Target="/ppt/notesMasters/notesMaster1.xml" Id="R81a7e9aafd274218"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524c31b4d6d4c46" /><Relationship Type="http://schemas.openxmlformats.org/officeDocument/2006/relationships/notesMaster" Target="/ppt/notesMasters/notesMaster1.xml" Id="Rfe7a3295cc964e3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ccdd27757fb4b9d" /><Relationship Type="http://schemas.openxmlformats.org/officeDocument/2006/relationships/notesMaster" Target="/ppt/notesMasters/notesMaster1.xml" Id="R3e497317a86341bd"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f442f91375f4fef" /><Relationship Type="http://schemas.openxmlformats.org/officeDocument/2006/relationships/notesMaster" Target="/ppt/notesMasters/notesMaster1.xml" Id="R86599e5dc7624b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코딩을 처음 배우는 학생을 기준으로 설명합니다. 자세한 내용은 교안에서 함께 확인하세요. 수업 예제에는 연습용 데이터를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저장한 work 파일을 실행합니다. 실행할 수 없으면 예상한 결과를 강사의 출력이나 제공된 예와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설치가 안 되면 제공된 코드와 출력으로 수업을 따라갑니다. 같은 입력값을 넣고 한 줄씩 처리한 뒤의 값을 종이에 적어 봅니다. 강사가 실행 환경을 준비하면 직접 실행해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답을 적어 보고 풀이와 비교하세요.</a:t>
            </a:r>
          </a:p>
          <a:p xmlns:a="http://schemas.openxmlformats.org/drawingml/2006/main">
            <a:r>
              <a:t/>
            </a:r>
          </a:p>
          <a:p xmlns:a="http://schemas.openxmlformats.org/drawingml/2006/main">
            <a:r>
              <a:t>### 함수의 입력과 결과</a:t>
            </a:r>
          </a:p>
          <a:p xmlns:a="http://schemas.openxmlformats.org/drawingml/2006/main">
            <a:r>
              <a:t/>
            </a:r>
          </a:p>
          <a:p xmlns:a="http://schemas.openxmlformats.org/drawingml/2006/main">
            <a:r>
              <a:t>질문: 함수 안에서 print만 했다면 호출한 곳이 그 숫자를 계산에 쓸 수 있나요?</a:t>
            </a:r>
          </a:p>
          <a:p xmlns:a="http://schemas.openxmlformats.org/drawingml/2006/main">
            <a:r>
              <a:t/>
            </a:r>
          </a:p>
          <a:p xmlns:a="http://schemas.openxmlformats.org/drawingml/2006/main">
            <a:r>
              <a:t>풀이: 화면 표시와 return으로 돌려주는 결과를 구분합니다. 호출 결과를 다른 계산에 쓰려면 필요한 값을 돌려줘야 합니다.</a:t>
            </a:r>
          </a:p>
          <a:p xmlns:a="http://schemas.openxmlformats.org/drawingml/2006/main">
            <a:r>
              <a:t/>
            </a:r>
          </a:p>
          <a:p xmlns:a="http://schemas.openxmlformats.org/drawingml/2006/main">
            <a:r>
              <a:t>### 파일 읽기</a:t>
            </a:r>
          </a:p>
          <a:p xmlns:a="http://schemas.openxmlformats.org/drawingml/2006/main">
            <a:r>
              <a:t/>
            </a:r>
          </a:p>
          <a:p xmlns:a="http://schemas.openxmlformats.org/drawingml/2006/main">
            <a:r>
              <a:t>질문: CSV 칸에 28.0이 적혀 있으면 자동으로 float인가요?</a:t>
            </a:r>
          </a:p>
          <a:p xmlns:a="http://schemas.openxmlformats.org/drawingml/2006/main">
            <a:r>
              <a:t/>
            </a:r>
          </a:p>
          <a:p xmlns:a="http://schemas.openxmlformats.org/drawingml/2006/main">
            <a:r>
              <a:t>풀이: 일반적인 CSV 읽기는 문자열 값을 줍니다. 공백·누락·변환 실패를 확인한 뒤 숫자로 바꿉니다.</a:t>
            </a:r>
          </a:p>
          <a:p xmlns:a="http://schemas.openxmlformats.org/drawingml/2006/main">
            <a:r>
              <a:t/>
            </a:r>
          </a:p>
          <a:p xmlns:a="http://schemas.openxmlformats.org/drawingml/2006/main">
            <a:r>
              <a:t>### 미측정</a:t>
            </a:r>
          </a:p>
          <a:p xmlns:a="http://schemas.openxmlformats.org/drawingml/2006/main">
            <a:r>
              <a:t/>
            </a:r>
          </a:p>
          <a:p xmlns:a="http://schemas.openxmlformats.org/drawingml/2006/main">
            <a:r>
              <a:t>질문: 빈 온도를 0으로 바꾸면 평균은 어떻게 되나요?</a:t>
            </a:r>
          </a:p>
          <a:p xmlns:a="http://schemas.openxmlformats.org/drawingml/2006/main">
            <a:r>
              <a:t/>
            </a:r>
          </a:p>
          <a:p xmlns:a="http://schemas.openxmlformats.org/drawingml/2006/main">
            <a:r>
              <a:t>풀이: 측정하지 않은 기록이 실제 0도처럼 계산되어 평균을 낮춥니다. 측정 여부와 정상 숫자를 따로 기록합니다.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사례와 풀이를 읽고 필수 활동을 해 봅니다. 결과를 확인했으면 추가 문제로 복습하세요. 모든 페이지를 수업 시간 안에 마칠 필요는 없습니다. 실행이 안 되면 제공된 출력과 비교하며 코드의 처리 순서를 적어 봅니다. 직접 실행했는지는 따로 표시합니다.</a:t>
            </a:r>
          </a:p>
          <a:p xmlns:a="http://schemas.openxmlformats.org/drawingml/2006/main">
            <a:r>
              <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전날의 변수·조건·반복도 뜻을 다시 읽습니다. 제공 코드 전체를 독립 작성하는 능력을 필수로 요구하지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A01 상세 원문]</a:t>
            </a:r>
          </a:p>
          <a:p xmlns:a="http://schemas.openxmlformats.org/drawingml/2006/main">
            <a:r>
              <a:t>### 사례로 이해하기 · 함수가 받을 값과 돌려줄 결과 정하기</a:t>
            </a:r>
          </a:p>
          <a:p xmlns:a="http://schemas.openxmlformats.org/drawingml/2006/main">
            <a:r>
              <a:t/>
            </a:r>
          </a:p>
          <a:p xmlns:a="http://schemas.openxmlformats.org/drawingml/2006/main">
            <a:r>
              <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코드를 적기 전에 ‘이름 문자열을 받아 환영 문장 문자열을 돌려준다’라는 규칙을 적습니다.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함수는 문자열만 받도록 정했습니다. 실제 계정 조회나 메시지 전송은 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규칙이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함수가 받을 값과 돌려줄 결과 정하기</a:t>
            </a:r>
          </a:p>
          <a:p xmlns:a="http://schemas.openxmlformats.org/drawingml/2006/main">
            <a:r>
              <a:t/>
            </a:r>
          </a:p>
          <a:p xmlns:a="http://schemas.openxmlformats.org/drawingml/2006/main">
            <a:r>
              <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코드를 적기 전에 ‘이름 문자열을 받아 환영 문장 문자열을 돌려준다’라는 규칙을 적습니다.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함수는 문자열만 받도록 정했습니다. 실제 계정 조회나 메시지 전송은 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규칙이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정의할 때 함수 안 print가 실행되지 않습니다. 바깥 준비 → 호출에서 안내 → 돌아온 뒤 끝 순서입니다.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code/A03_example.py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코드를 적기 전에 ‘이름 문자열을 받아 환영 문장 문자열을 돌려준다’라는 규칙을 적습니다.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함수는 문자열만 받도록 정했습니다.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코드를 적기 전에 ‘이름 문자열을 받아 환영 문장 문자열을 돌려준다’라는 규칙을 적습니다.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함수는 문자열만 받도록 정했습니다.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핵심 질문과 해설:</a:t>
            </a:r>
          </a:p>
          <a:p xmlns:a="http://schemas.openxmlformats.org/drawingml/2006/main">
            <a:r>
              <a:t>정의하면 바로 실행되나요? 본문은 해당 함수를 호출했을 때 실행됩니다.</a:t>
            </a:r>
          </a:p>
          <a:p xmlns:a="http://schemas.openxmlformats.org/drawingml/2006/main">
            <a:r>
              <a:t>매개변수와 인자는 같은 이름인가요? 매개변수는 받을 자리, 인자는 호출에서 준 실제 값입니다.</a:t>
            </a:r>
          </a:p>
          <a:p xmlns:a="http://schemas.openxmlformats.org/drawingml/2006/main">
            <a:r>
              <a:t>어떤 코드를 함수로 묶나요? 공통 작업과 입력·결과 규칙이 분명한 부분을 먼저 묶습니다.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정의만으로 본문은 실행되지 않습니다.</a:t>
            </a:r>
          </a:p>
          <a:p xmlns:a="http://schemas.openxmlformats.org/drawingml/2006/main">
            <a:r>
              <a:t>입력 자리와 실제 전달값을 구별합니다.</a:t>
            </a:r>
          </a:p>
          <a:p xmlns:a="http://schemas.openxmlformats.org/drawingml/2006/main">
            <a:r>
              <a:t>함수가 어떤 값을 받는지 문장으로 적습니다.</a:t>
            </a:r>
          </a:p>
          <a:p xmlns:a="http://schemas.openxmlformats.org/drawingml/2006/main">
            <a:r>
              <a:t/>
            </a:r>
          </a:p>
          <a:p xmlns:a="http://schemas.openxmlformats.org/drawingml/2006/main">
            <a:r>
              <a:t>관련 교시의 상세 원문:</a:t>
            </a:r>
          </a:p>
          <a:p xmlns:a="http://schemas.openxmlformats.org/drawingml/2006/main">
            <a:r>
              <a:t>### 사례로 이해하기 · 함수가 받을 값과 돌려줄 결과 정하기</a:t>
            </a:r>
          </a:p>
          <a:p xmlns:a="http://schemas.openxmlformats.org/drawingml/2006/main">
            <a:r>
              <a:t/>
            </a:r>
          </a:p>
          <a:p xmlns:a="http://schemas.openxmlformats.org/drawingml/2006/main">
            <a:r>
              <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코드를 적기 전에 ‘이름 문자열을 받아 환영 문장 문자열을 돌려준다’라는 규칙을 적습니다.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함수는 문자열만 받도록 정했습니다. 실제 계정 조회나 메시지 전송은 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규칙이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입력값을 바꾸는지 새 결과만 만드는지도 설명합니다.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입력값을 바꾸는지 새 결과만 만드는지도 설명합니다.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핵심 질문과 해설:</a:t>
            </a:r>
          </a:p>
          <a:p xmlns:a="http://schemas.openxmlformats.org/drawingml/2006/main">
            <a:r>
              <a:t>print의 결과가 자동 저장되나요? 표시와 반환은 별도이며 호출 결과를 보려면 return을 확인합니다.</a:t>
            </a:r>
          </a:p>
          <a:p xmlns:a="http://schemas.openxmlformats.org/drawingml/2006/main">
            <a:r>
              <a:t>return 뒤 안내가 실행되나요? 같은 호출은 return에서 끝나므로 아래 줄까지 가지 않습니다.</a:t>
            </a:r>
          </a:p>
          <a:p xmlns:a="http://schemas.openxmlformats.org/drawingml/2006/main">
            <a:r>
              <a:t>None을 0으로 고쳐도 되나요? 업무 결과가 누락된 원인을 고쳐야 하며 임의 0은 계산 의미를 바꿉니다.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표시값과 반환값은 다를 수 있습니다.</a:t>
            </a:r>
          </a:p>
          <a:p xmlns:a="http://schemas.openxmlformats.org/drawingml/2006/main">
            <a:r>
              <a:t>return을 실행하면 그 함수 호출은 끝납니다.</a:t>
            </a:r>
          </a:p>
          <a:p xmlns:a="http://schemas.openxmlformats.org/drawingml/2006/main">
            <a:r>
              <a:t>시험한 입력과 시험하지 않은 입력을 구별해 알립니다.</a:t>
            </a:r>
          </a:p>
          <a:p xmlns:a="http://schemas.openxmlformats.org/drawingml/2006/main">
            <a:r>
              <a:t/>
            </a:r>
          </a:p>
          <a:p xmlns:a="http://schemas.openxmlformats.org/drawingml/2006/main">
            <a:r>
              <a:t>관련 교시의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이 함수는 단가와 수량을 정수로 받아 상품 금액을 정수로 돌려줍니다.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원본 A08은 코드 위치로 주소를 만들며 전체 파일은 원문 노트에 보존했습니다. 화면 예는 현재 위치가 압축을 푼 course인 조건에서 실행합니다. 첫 두 줄은 도구와 읽을 파일, 다음 줄은 열린 파일을 file이라고 부릅니다. DictReader는 헤더를 키로 각 행을 읽습니다. 마지막 세 줄은 건수·첫 장치명·온도를 표시합니다. 출력은 4, S01, 22.5입니다.</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현재 위치 course, work 폴더가 있는 조건입니다. json.dumps는 값 묶음을 JSON 텍스트로 만들며 ensure_ascii=False는 한글 표시를 유지합니다. w는 쓰기 모드이므로 결과 파일 주소만 지정합니다. 입력 원자료 주소를 쓰지 않습니다. 화면은 4 1을 표시하고 work/output_summary.json 파일이 생깁니다. 원본 A09의 경로 구성과 재읽기 전체는 상세 노트에 보존합니다.</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핵심 질문과 해설:</a:t>
            </a:r>
          </a:p>
          <a:p xmlns:a="http://schemas.openxmlformats.org/drawingml/2006/main">
            <a:r>
              <a:t>CSV 값은 숫자로 자동 읽히나요? 기본 읽기는 문자열이므로 의미에 맞는 해석 단계를 둡니다.</a:t>
            </a:r>
          </a:p>
          <a:p xmlns:a="http://schemas.openxmlformats.org/drawingml/2006/main">
            <a:r>
              <a:t>출력했으면 저장도 끝났나요? 화면 표시와 파일 쓰기·재읽기 확인은 다른 작업입니다.</a:t>
            </a:r>
          </a:p>
          <a:p xmlns:a="http://schemas.openxmlformats.org/drawingml/2006/main">
            <a:r>
              <a:t>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파일 위치, 열 이름, 입력값 중 어디에 문제가 있는지 확인합니다.</a:t>
            </a:r>
          </a:p>
          <a:p xmlns:a="http://schemas.openxmlformats.org/drawingml/2006/main">
            <a:r>
              <a:t>기본 CSV 읽기에서는 각 칸의 값을 문자열로 가져옵니다.</a:t>
            </a:r>
          </a:p>
          <a:p xmlns:a="http://schemas.openxmlformats.org/drawingml/2006/main">
            <a:r>
              <a:t>출력과 파일 저장을 구별합니다.</a:t>
            </a:r>
          </a:p>
          <a:p xmlns:a="http://schemas.openxmlformats.org/drawingml/2006/main">
            <a:r>
              <a:t/>
            </a:r>
          </a:p>
          <a:p xmlns:a="http://schemas.openxmlformats.org/drawingml/2006/main">
            <a:r>
              <a:t>관련 교시의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**미측정도 오류인가요?** 규칙에서 허용한 빈값과 잘못된 입력을 구별합니다.</a:t>
            </a:r>
          </a:p>
          <a:p xmlns:a="http://schemas.openxmlformats.org/drawingml/2006/main">
            <a:r>
              <a:t/>
            </a:r>
          </a:p>
          <a:p xmlns:a="http://schemas.openxmlformats.org/drawingml/2006/main">
            <a:r>
              <a:t>2. **예외를 잡으면 실제 값을 알게 되나요?** 아닙니다. 실패한 입력값을 그대로 남겨 무엇을 더 확인할지 알 수 있습니다.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**미측정도 오류인가요?** 규칙에서 허용한 빈값과 잘못된 입력을 구별합니다.</a:t>
            </a:r>
          </a:p>
          <a:p xmlns:a="http://schemas.openxmlformats.org/drawingml/2006/main">
            <a:r>
              <a:t/>
            </a:r>
          </a:p>
          <a:p xmlns:a="http://schemas.openxmlformats.org/drawingml/2006/main">
            <a:r>
              <a:t>2. **예외를 잡으면 실제 값을 알게 되나요?** 아닙니다. 실패한 입력값을 그대로 남겨 무엇을 더 확인할지 알 수 있습니다.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**미측정도 오류인가요?** 규칙에서 허용한 빈값과 잘못된 입력을 구별합니다.</a:t>
            </a:r>
          </a:p>
          <a:p xmlns:a="http://schemas.openxmlformats.org/drawingml/2006/main">
            <a:r>
              <a:t/>
            </a:r>
          </a:p>
          <a:p xmlns:a="http://schemas.openxmlformats.org/drawingml/2006/main">
            <a:r>
              <a:t>2. **예외를 잡으면 실제 값을 알게 되나요?** 아닙니다. 실패한 입력값을 그대로 남겨 무엇을 더 확인할지 알 수 있습니다.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**미측정도 오류인가요?** 규칙에서 허용한 빈값과 잘못된 입력을 구별합니다.</a:t>
            </a:r>
          </a:p>
          <a:p xmlns:a="http://schemas.openxmlformats.org/drawingml/2006/main">
            <a:r>
              <a:t/>
            </a:r>
          </a:p>
          <a:p xmlns:a="http://schemas.openxmlformats.org/drawingml/2006/main">
            <a:r>
              <a:t>2. **예외를 잡으면 실제 값을 알게 되나요?** 아닙니다. 실패한 입력값을 그대로 남겨 무엇을 더 확인할지 알 수 있습니다.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A12 완성 예의 출력입니다. raw를 "24.0"으로 바꾸면 24.0이 표시됩니다. 모든 예외를 무조건 무시하지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핵심 질문과 해설:</a:t>
            </a:r>
          </a:p>
          <a:p xmlns:a="http://schemas.openxmlformats.org/drawingml/2006/main">
            <a:r>
              <a:t>미측정도 오류인가요? 규칙에서 허용한 빈값과 잘못된 입력을 구별합니다.</a:t>
            </a:r>
          </a:p>
          <a:p xmlns:a="http://schemas.openxmlformats.org/drawingml/2006/main">
            <a:r>
              <a:t>예외를 잡으면 실제 값을 알게 되나요? 아닙니다. 실패한 입력값을 그대로 남겨 무엇을 더 확인할지 알 수 있습니다.</a:t>
            </a:r>
          </a:p>
          <a:p xmlns:a="http://schemas.openxmlformats.org/drawingml/2006/main">
            <a:r>
              <a:t>0을 평균에서 빼나요? 실제 수치 0은 포함하고 값 없음만 제외합니다.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미측정과 잘못된 입력을 합치지 않습니다.</a:t>
            </a:r>
          </a:p>
          <a:p xmlns:a="http://schemas.openxmlformats.org/drawingml/2006/main">
            <a:r>
              <a:t>예외 처리가 실제값을 복구하지는 않습니다.</a:t>
            </a:r>
          </a:p>
          <a:p xmlns:a="http://schemas.openxmlformats.org/drawingml/2006/main">
            <a:r>
              <a:t>공백 정리는 별도 규칙으로 정해야 합니다.</a:t>
            </a:r>
          </a:p>
          <a:p xmlns:a="http://schemas.openxmlformats.org/drawingml/2006/main">
            <a:r>
              <a:t/>
            </a:r>
          </a:p>
          <a:p xmlns:a="http://schemas.openxmlformats.org/drawingml/2006/main">
            <a:r>
              <a:t>관련 교시의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수업의 규칙에는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**미측정도 오류인가요?** 규칙에서 허용한 빈값과 잘못된 입력을 구별합니다.</a:t>
            </a:r>
          </a:p>
          <a:p xmlns:a="http://schemas.openxmlformats.org/drawingml/2006/main">
            <a:r>
              <a:t/>
            </a:r>
          </a:p>
          <a:p xmlns:a="http://schemas.openxmlformats.org/drawingml/2006/main">
            <a:r>
              <a:t>2. **예외를 잡으면 실제 값을 알게 되나요?** 아닙니다. 실패한 입력값을 그대로 남겨 무엇을 더 확인할지 알 수 있습니다.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핵심 질문과 해설:</a:t>
            </a:r>
          </a:p>
          <a:p xmlns:a="http://schemas.openxmlformats.org/drawingml/2006/main">
            <a:r>
              <a:t>변환 성공이 허용 성공인가요? 숫자 표현과 업무 범위·정수 조건은 별도 검사입니다.</a:t>
            </a:r>
          </a:p>
          <a:p xmlns:a="http://schemas.openxmlformats.org/drawingml/2006/main">
            <a:r>
              <a:t>범위 밖에 왜 or를 쓰나요? 아래쪽이나 위쪽 중 하나만 벗어나도 거부해야 하기 때문입니다.</a:t>
            </a:r>
          </a:p>
          <a:p xmlns:a="http://schemas.openxmlformats.org/drawingml/2006/main">
            <a:r>
              <a:t>통과가 실제 정확성을 뜻하나요? 입력 규칙에 맞았다는 뜻이며 실제 측정·기록 정확성은 따로 확인합니다.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숫자로 변환되어도 허용 범위 밖일 수 있습니다.</a:t>
            </a:r>
          </a:p>
          <a:p xmlns:a="http://schemas.openxmlformats.org/drawingml/2006/main">
            <a:r>
              <a:t>범위 통과가 실제 센서 정확성을 뜻하지 않습니다.</a:t>
            </a:r>
          </a:p>
          <a:p xmlns:a="http://schemas.openxmlformats.org/drawingml/2006/main">
            <a:r>
              <a:t>전체=수락+이슈 관계로 검산합니다.</a:t>
            </a:r>
          </a:p>
          <a:p xmlns:a="http://schemas.openxmlformats.org/drawingml/2006/main">
            <a:r>
              <a:t/>
            </a:r>
          </a:p>
          <a:p xmlns:a="http://schemas.openxmlformats.org/drawingml/2006/main">
            <a:r>
              <a:t>관련 교시의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
            </a:r>
          </a:p>
          <a:p xmlns:a="http://schemas.openxmlformats.org/drawingml/2006/main">
            <a:r>
              <a:t/>
            </a:r>
          </a:p>
          <a:p xmlns:a="http://schemas.openxmlformats.org/drawingml/2006/main">
            <a:r>
              <a:t>접수 시스템은 물품 수량을 0개부터 20개까지 받습니다. 21은 숫자로 바꿀 수 있지만 정해 둔 수량 범위에는 맞지 않습니다. 숫자로 바꿀 수 있는지와 허용 범위 안인지는 따로 검사합니다. 먼저 “스물”은 숫자 표현이 아니라 변환에서 멈추고, 21은 숫자로 읽힌 뒤 범위에서 멈춥니다. 0은 실제 수량이 없다는 뜻이며 이번 규칙에서는 허용합니다.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20이 재고 한도인지 주문 수량 한도인지도 규칙에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예제는 정수 개수를 받습니다. 1.5개 같은 값을 허용할지는 따로 정해야 합니다. 범위 통과만으로 정수 조건이나 실물 재고의 정확성이 증명되지는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A16 로그 검사기 전체 원문 40줄을 노트에 보존합니다. 강사는 실제 파일에서 각 책임 구간을 가리킵니다. 긴 프로그램을 작은 글자로 한 화면에 압축하지 않습니다.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파일 위치와 입력·결과 규칙을 추가합니다.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다음 사람이 파일을 찾아 같은 명령을 실행하고, 결과와 검사한 범위를 확인할 수 있는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핵심 질문과 해설:</a:t>
            </a:r>
          </a:p>
          <a:p xmlns:a="http://schemas.openxmlformats.org/drawingml/2006/main">
            <a:r>
              <a:t>수락 건수는 수치 건수인가요? 이 검사기에서는 수치와 미측정을 합하므로 결과의 각 항목이 무엇을 세는지 확인합니다.</a:t>
            </a:r>
          </a:p>
          <a:p xmlns:a="http://schemas.openxmlformats.org/drawingml/2006/main">
            <a:r>
              <a:t>continue가 필요한 이유는? 이슈로 분류한 행을 정상 처리로 보내지 않고 다음 행으로 넘어갑니다.</a:t>
            </a:r>
          </a:p>
          <a:p xmlns:a="http://schemas.openxmlformats.org/drawingml/2006/main">
            <a:r>
              <a:t>평균 None과 0은 같은가요? None은 계산할 수치가 없음이며 0은 실제 수치 평균이 0이라는 값입니다.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파일 위치와 입력·결과 규칙을 추가합니다.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다음 사람이 파일을 찾아 같은 명령을 실행하고, 결과와 검사한 범위를 확인할 수 있는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수락 건수는 숫자 건수와 다릅니다.</a:t>
            </a:r>
          </a:p>
          <a:p xmlns:a="http://schemas.openxmlformats.org/drawingml/2006/main">
            <a:r>
              <a:t>평균 없음과 실제 평균 0을 구별합니다.</a:t>
            </a:r>
          </a:p>
          <a:p xmlns:a="http://schemas.openxmlformats.org/drawingml/2006/main">
            <a:r>
              <a:t>파일명과 실행 범위를 함께 보고합니다.</a:t>
            </a:r>
          </a:p>
          <a:p xmlns:a="http://schemas.openxmlformats.org/drawingml/2006/main">
            <a:r>
              <a:t/>
            </a:r>
          </a:p>
          <a:p xmlns:a="http://schemas.openxmlformats.org/drawingml/2006/main">
            <a:r>
              <a:t>관련 교시의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뜻을 짐작하지 말고 각 항목의 정의와 계산 코드를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**수락 건수는 수치 건수인가요?** 이 검사기에서는 수치와 미측정을 합하므로 결과의 각 항목이 무엇을 세는지 확인합니다.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입력 원문과 정해 둔 처리 규칙을 확인합니다.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항목은 ‘혼자 설명할 수 있음 / 힌트를 받으면 설명할 수 있음 / 다시 연습 필요’로 표시합니다. 직접 실행했는지도 따로 확인합니다. 실행하지 못했더라도 답과 설명으로 이해한 내용을 확인합니다.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value는 모든 호출에서 같은 값을 뜻하나요?</a:t>
            </a:r>
          </a:p>
          <a:p xmlns:a="http://schemas.openxmlformats.org/drawingml/2006/main">
            <a:r>
              <a:t>2. 20과 30만 확인하면 놓칠 수 있는 실수는 무엇인가요?</a:t>
            </a:r>
          </a:p>
          <a:p xmlns:a="http://schemas.openxmlformats.org/drawingml/2006/main">
            <a:r>
              <a:t>3. print와 write_text는 같은 행동인가요?</a:t>
            </a:r>
          </a:p>
          <a:p xmlns:a="http://schemas.openxmlformats.org/drawingml/2006/main">
            <a:r>
              <a:t>4. except를 실행하면 실제 온도를 알아낸 것인가요?</a:t>
            </a:r>
          </a:p>
          <a:p xmlns:a="http://schemas.openxmlformats.org/drawingml/2006/main">
            <a:r>
              <a:t>5. 미측정도 분모에 넣어 4로 나누면 무엇이 바뀌나요?</a:t>
            </a:r>
          </a:p>
          <a:p xmlns:a="http://schemas.openxmlformats.org/drawingml/2006/main">
            <a:r>
              <a:t>6. 이슈 0건이라는 결과만 남기면 무엇이 부족한가요?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다른 사례로 연습하기</a:t>
            </a:r>
          </a:p>
          <a:p xmlns:a="http://schemas.openxmlformats.org/drawingml/2006/main">
            <a:r>
              <a:t/>
            </a:r>
          </a:p>
          <a:p xmlns:a="http://schemas.openxmlformats.org/drawingml/2006/main">
            <a:r>
              <a:t>아래 여섯 문제는 추가 복습용입니다. 풀이를 보기 전에 답과 그렇게 생각한 이유를 적으세요. 프로그램 설치 여부와 별개로 내용을 이해했는지 확인하는 문제입니다.</a:t>
            </a:r>
          </a:p>
          <a:p xmlns:a="http://schemas.openxmlformats.org/drawingml/2006/main">
            <a:r>
              <a:t/>
            </a:r>
          </a:p>
          <a:p xmlns:a="http://schemas.openxmlformats.org/drawingml/2006/main">
            <a:r>
              <a:t>### 문제 1 · 함수가 받을 값과 돌려줄 결과 정하기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**정답·해설:** 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문제 2 · 화면 표시와 다음 계산의 반환값 구별하기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**정답·해설:** 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문제 3 · 읽은 텍스트에서 값으로, 값에서 저장 파일로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**정답·해설:** 헤더 찾기 단계의 문제입니다. 입력 열 이름이 value로 정해져 있다면 코드에서 찾는 키도 value로 맞춥니다. 고치기 전에 정해 둔 열 이름과 실제 헤더를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문제 4 · 미측정·잘못된 글자·실제 0의 세 갈래</a:t>
            </a:r>
          </a:p>
          <a:p xmlns:a="http://schemas.openxmlformats.org/drawingml/2006/main">
            <a:r>
              <a:t/>
            </a:r>
          </a:p>
          <a:p xmlns:a="http://schemas.openxmlformats.org/drawingml/2006/main">
            <a:r>
              <a:t>복습·도전: 수량 칸 원문이 빈 문자열, “0”, “여섯”, “ ”입니다. 이 문제의 규칙은 정확한 빈 문자열만 미확인으로 보고, 숫자만 계산 대상으로 정합니다. 네 갈래의 분류와 담당자에게 남길 이슈 원문을 작성하세요.</a:t>
            </a:r>
          </a:p>
          <a:p xmlns:a="http://schemas.openxmlformats.org/drawingml/2006/main">
            <a:r>
              <a:t/>
            </a:r>
          </a:p>
          <a:p xmlns:a="http://schemas.openxmlformats.org/drawingml/2006/main">
            <a:r>
              <a:t>**정답·해설:** 빈 문자열은 미확인, “0”은 수치 0, “여섯”과 공백 한 칸은 현재 규칙으로 숫자로 읽을 수 없는 입력입니다.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문제 5 · 허용 범위의 바깥과 경계를 검사하기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**정답·해설:** 양 끝 -0.1·100.1은 거부, 0·50·100은 허용입니다. ‘0 미만 또는 100 초과’가 바깥입니다. 자동 변경은 원문을 바꾸므로 현재 검사 규칙에서는 허용하지 않습니다. and로 쓰면 두 바깥 조건을 동시에 만족하는 값이 없어 오류를 놓칩니다.</a:t>
            </a:r>
          </a:p>
          <a:p xmlns:a="http://schemas.openxmlformats.org/drawingml/2006/main">
            <a:r>
              <a:t/>
            </a:r>
          </a:p>
          <a:p xmlns:a="http://schemas.openxmlformats.org/drawingml/2006/main">
            <a:r>
              <a:t>### 문제 6 · 분류 건수와 평균 분모를 보존하기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**정답·해설:** 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D:\KDigital_PhysicalAI\outputs\2026-10-15\assessment.md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같은 업무를 함수로 묶는 이유</a:t>
            </a:r>
          </a:p>
          <a:p xmlns:a="http://schemas.openxmlformats.org/drawingml/2006/main">
            <a:r>
              <a:t/>
            </a:r>
          </a:p>
          <a:p xmlns:a="http://schemas.openxmlformats.org/drawingml/2006/main">
            <a:r>
              <a:t>**목적:**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방법:** 줄 수가 짧으면 함수가 필요 없다고 단정할 수 있나요?</a:t>
            </a:r>
          </a:p>
          <a:p xmlns:a="http://schemas.openxmlformats.org/drawingml/2006/main">
            <a:r>
              <a:t/>
            </a:r>
          </a:p>
          <a:p xmlns:a="http://schemas.openxmlformats.org/drawingml/2006/main">
            <a:r>
              <a:t>**오류 해결:** 입력 카드 한 장을 받고 상태 카드 한 장을 돌려주는 역할극으로 그립니다.</a:t>
            </a:r>
          </a:p>
          <a:p xmlns:a="http://schemas.openxmlformats.org/drawingml/2006/main">
            <a:r>
              <a:t/>
            </a:r>
          </a:p>
          <a:p xmlns:a="http://schemas.openxmlformats.org/drawingml/2006/main">
            <a:r>
              <a:t>## A02 · def로 정의하고 이름으로 호출하기</a:t>
            </a:r>
          </a:p>
          <a:p xmlns:a="http://schemas.openxmlformats.org/drawingml/2006/main">
            <a:r>
              <a:t/>
            </a:r>
          </a:p>
          <a:p xmlns:a="http://schemas.openxmlformats.org/drawingml/2006/main">
            <a:r>
              <a:t>**목적:**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[A02_example.py](examples/course/code/A02_example.py)</a:t>
            </a:r>
          </a:p>
          <a:p xmlns:a="http://schemas.openxmlformats.org/drawingml/2006/main">
            <a:r>
              <a:t>- [A02_notes.md](examples/course/work/A02_notes.md)</a:t>
            </a:r>
          </a:p>
          <a:p xmlns:a="http://schemas.openxmlformats.org/drawingml/2006/main">
            <a:r>
              <a:t>- [A02_example.py](examples/course/work/A02_example.py)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방법:** 정의만 하고 호출하지 않으면 본문 출력은 나오나요?</a:t>
            </a:r>
          </a:p>
          <a:p xmlns:a="http://schemas.openxmlformats.org/drawingml/2006/main">
            <a:r>
              <a:t/>
            </a:r>
          </a:p>
          <a:p xmlns:a="http://schemas.openxmlformats.org/drawingml/2006/main">
            <a:r>
              <a:t>**오류 해결:** 본문 출력이 예상과 다르면 print가 함수 안에 들여써져 있는지 확인합니다.</a:t>
            </a:r>
          </a:p>
          <a:p xmlns:a="http://schemas.openxmlformats.org/drawingml/2006/main">
            <a:r>
              <a:t/>
            </a:r>
          </a:p>
          <a:p xmlns:a="http://schemas.openxmlformats.org/drawingml/2006/main">
            <a:r>
              <a:t>## A03 · 매개변수와 실제 인자</a:t>
            </a:r>
          </a:p>
          <a:p xmlns:a="http://schemas.openxmlformats.org/drawingml/2006/main">
            <a:r>
              <a:t/>
            </a:r>
          </a:p>
          <a:p xmlns:a="http://schemas.openxmlformats.org/drawingml/2006/main">
            <a:r>
              <a:t>**목적:**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[A03_example.py](examples/course/code/A03_example.py)</a:t>
            </a:r>
          </a:p>
          <a:p xmlns:a="http://schemas.openxmlformats.org/drawingml/2006/main">
            <a:r>
              <a:t>- [A03_notes.md](examples/course/work/A03_notes.md)</a:t>
            </a:r>
          </a:p>
          <a:p xmlns:a="http://schemas.openxmlformats.org/drawingml/2006/main">
            <a:r>
              <a:t>- [A03_example.py](examples/course/work/A03_example.py)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방법:** value는 모든 호출에서 같은 값을 뜻하나요?</a:t>
            </a:r>
          </a:p>
          <a:p xmlns:a="http://schemas.openxmlformats.org/drawingml/2006/main">
            <a:r>
              <a:t/>
            </a:r>
          </a:p>
          <a:p xmlns:a="http://schemas.openxmlformats.org/drawingml/2006/main">
            <a:r>
              <a:t>**오류 해결:** 받을 값 개수와 전달한 값 개수·순서를 비교합니다.</a:t>
            </a:r>
          </a:p>
          <a:p xmlns:a="http://schemas.openxmlformats.org/drawingml/2006/main">
            <a:r>
              <a:t/>
            </a:r>
          </a:p>
          <a:p xmlns:a="http://schemas.openxmlformats.org/drawingml/2006/main">
            <a:r>
              <a:t>## A04 · print와 return의 차이</a:t>
            </a:r>
          </a:p>
          <a:p xmlns:a="http://schemas.openxmlformats.org/drawingml/2006/main">
            <a:r>
              <a:t/>
            </a:r>
          </a:p>
          <a:p xmlns:a="http://schemas.openxmlformats.org/drawingml/2006/main">
            <a:r>
              <a:t>**목적:**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방법:** 화면에 보인 값은 언제나 같은 함수의 반환값인가요?</a:t>
            </a:r>
          </a:p>
          <a:p xmlns:a="http://schemas.openxmlformats.org/drawingml/2006/main">
            <a:r>
              <a:t/>
            </a:r>
          </a:p>
          <a:p xmlns:a="http://schemas.openxmlformats.org/drawingml/2006/main">
            <a:r>
              <a:t>**오류 해결:** None이 보이면 return이 있는지, 특정 경로에서 반환 없이 끝나는지 확인합니다.</a:t>
            </a:r>
          </a:p>
          <a:p xmlns:a="http://schemas.openxmlformats.org/drawingml/2006/main">
            <a:r>
              <a:t/>
            </a:r>
          </a:p>
          <a:p xmlns:a="http://schemas.openxmlformats.org/drawingml/2006/main">
            <a:r>
              <a:t>## A05 · 조건을 담은 상태 함수</a:t>
            </a:r>
          </a:p>
          <a:p xmlns:a="http://schemas.openxmlformats.org/drawingml/2006/main">
            <a:r>
              <a:t/>
            </a:r>
          </a:p>
          <a:p xmlns:a="http://schemas.openxmlformats.org/drawingml/2006/main">
            <a:r>
              <a:t>**목적:** 상태 규칙과 출력 위치를 나누면 같은 결과를 화면이나 파일에 사용할 수 있습니다. 함수가 입력값을 바꾸는지 새 결과만 만드는지도 설명합니다.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방법:** return 뒤의 코드를 같은 호출이 모두 실행하나요?</a:t>
            </a:r>
          </a:p>
          <a:p xmlns:a="http://schemas.openxmlformats.org/drawingml/2006/main">
            <a:r>
              <a:t/>
            </a:r>
          </a:p>
          <a:p xmlns:a="http://schemas.openxmlformats.org/drawingml/2006/main">
            <a:r>
              <a:t>**오류 해결:** 미측정 오류는 숫자 비교보다 None 검사가 앞인지 확인합니다.</a:t>
            </a:r>
          </a:p>
          <a:p xmlns:a="http://schemas.openxmlformats.org/drawingml/2006/main">
            <a:r>
              <a:t/>
            </a:r>
          </a:p>
          <a:p xmlns:a="http://schemas.openxmlformats.org/drawingml/2006/main">
            <a:r>
              <a:t>## A06 · 예상 사례표로 함수 확인하기</a:t>
            </a:r>
          </a:p>
          <a:p xmlns:a="http://schemas.openxmlformats.org/drawingml/2006/main">
            <a:r>
              <a:t/>
            </a:r>
          </a:p>
          <a:p xmlns:a="http://schemas.openxmlformats.org/drawingml/2006/main">
            <a:r>
              <a:t>**목적:**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[A06_notes.md](examples/course/work/A06_notes.md)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방법:** 20과 30만 확인하면 놓칠 수 있는 실수는 무엇인가요?</a:t>
            </a:r>
          </a:p>
          <a:p xmlns:a="http://schemas.openxmlformats.org/drawingml/2006/main">
            <a:r>
              <a:t/>
            </a:r>
          </a:p>
          <a:p xmlns:a="http://schemas.openxmlformats.org/drawingml/2006/main">
            <a:r>
              <a:t>**오류 해결:** 기대값이 애매하면 코드 대신 초과라는 업무 문구를 먼저 읽습니다.</a:t>
            </a:r>
          </a:p>
          <a:p xmlns:a="http://schemas.openxmlformats.org/drawingml/2006/main">
            <a:r>
              <a:t/>
            </a:r>
          </a:p>
          <a:p xmlns:a="http://schemas.openxmlformats.org/drawingml/2006/main">
            <a:r>
              <a:t>## A07 · 파일 경로와 텍스트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[notice.txt](examples/course/data/notice.txt)</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**목적:**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방법:** data만 다른 곳으로 옮겨도 자동으로 찾나요?</a:t>
            </a:r>
          </a:p>
          <a:p xmlns:a="http://schemas.openxmlformats.org/drawingml/2006/main">
            <a:r>
              <a:t/>
            </a:r>
          </a:p>
          <a:p xmlns:a="http://schemas.openxmlformats.org/drawingml/2006/main">
            <a:r>
              <a:t>**오류 해결:** 압축 안에서 열었는지, 확장자가 두 번 붙었는지, course의 배치가 유지됐는지 확인합니다.</a:t>
            </a:r>
          </a:p>
          <a:p xmlns:a="http://schemas.openxmlformats.org/drawingml/2006/main">
            <a:r>
              <a:t/>
            </a:r>
          </a:p>
          <a:p xmlns:a="http://schemas.openxmlformats.org/drawingml/2006/main">
            <a:r>
              <a:t>## A08 · CSV를 이름표가 있는 행으로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[readings.csv](examples/course/data/readings.csv)</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**목적:**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방법:** 빈 셀은 자동으로 None이 되나요?</a:t>
            </a:r>
          </a:p>
          <a:p xmlns:a="http://schemas.openxmlformats.org/drawingml/2006/main">
            <a:r>
              <a:t/>
            </a:r>
          </a:p>
          <a:p xmlns:a="http://schemas.openxmlformats.org/drawingml/2006/main">
            <a:r>
              <a:t>**오류 해결:** KeyError는 실제 헤더와 키를 비교합니다. 공백·인코딩도 실제 원문을 확인한 뒤 판단합니다.</a:t>
            </a:r>
          </a:p>
          <a:p xmlns:a="http://schemas.openxmlformats.org/drawingml/2006/main">
            <a:r>
              <a:t/>
            </a:r>
          </a:p>
          <a:p xmlns:a="http://schemas.openxmlformats.org/drawingml/2006/main">
            <a:r>
              <a:t>## A09 · JSON 결과를 새 파일로 저장하기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[output_summary.json](examples/course/work/output_summary.json)</a:t>
            </a:r>
          </a:p>
          <a:p xmlns:a="http://schemas.openxmlformats.org/drawingml/2006/main">
            <a:r>
              <a:t/>
            </a:r>
          </a:p>
          <a:p xmlns:a="http://schemas.openxmlformats.org/drawingml/2006/main">
            <a:r>
              <a:t>**목적:**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방법:** print와 write_text는 같은 행동인가요?</a:t>
            </a:r>
          </a:p>
          <a:p xmlns:a="http://schemas.openxmlformats.org/drawingml/2006/main">
            <a:r>
              <a:t/>
            </a:r>
          </a:p>
          <a:p xmlns:a="http://schemas.openxmlformats.org/drawingml/2006/main">
            <a:r>
              <a:t>**오류 해결:** 쓰기 권한이 없으면 강사와 저장 위치를 확인합니다. 원자료를 출력 주소로 바꾸지 않습니다.</a:t>
            </a:r>
          </a:p>
          <a:p xmlns:a="http://schemas.openxmlformats.org/drawingml/2006/main">
            <a:r>
              <a:t/>
            </a:r>
          </a:p>
          <a:p xmlns:a="http://schemas.openxmlformats.org/drawingml/2006/main">
            <a:r>
              <a:t>## A10 · 미측정과 잘못된 숫자의 구별</a:t>
            </a:r>
          </a:p>
          <a:p xmlns:a="http://schemas.openxmlformats.org/drawingml/2006/main">
            <a:r>
              <a:t/>
            </a:r>
          </a:p>
          <a:p xmlns:a="http://schemas.openxmlformats.org/drawingml/2006/main">
            <a:r>
              <a:t>**목적:**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방법:** 잘못된 숫자를 미측정으로 바꾸면 무엇을 잃나요?</a:t>
            </a:r>
          </a:p>
          <a:p xmlns:a="http://schemas.openxmlformats.org/drawingml/2006/main">
            <a:r>
              <a:t/>
            </a:r>
          </a:p>
          <a:p xmlns:a="http://schemas.openxmlformats.org/drawingml/2006/main">
            <a:r>
              <a:t>**오류 해결:** None과 문자열 "None"은 다릅니다. 후자는 숫자로 읽으면 실패합니다.</a:t>
            </a:r>
          </a:p>
          <a:p xmlns:a="http://schemas.openxmlformats.org/drawingml/2006/main">
            <a:r>
              <a:t/>
            </a:r>
          </a:p>
          <a:p xmlns:a="http://schemas.openxmlformats.org/drawingml/2006/main">
            <a:r>
              <a:t>## A11 · 오류의 위치·종류·원값</a:t>
            </a:r>
          </a:p>
          <a:p xmlns:a="http://schemas.openxmlformats.org/drawingml/2006/main">
            <a:r>
              <a:t/>
            </a:r>
          </a:p>
          <a:p xmlns:a="http://schemas.openxmlformats.org/drawingml/2006/main">
            <a:r>
              <a:t>**목적:**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[A11_notes.md](examples/course/work/A11_notes.md)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방법:** ValueError면 모두 같은 값으로 고쳐도 되나요?</a:t>
            </a:r>
          </a:p>
          <a:p xmlns:a="http://schemas.openxmlformats.org/drawingml/2006/main">
            <a:r>
              <a:t/>
            </a:r>
          </a:p>
          <a:p xmlns:a="http://schemas.openxmlformats.org/drawingml/2006/main">
            <a:r>
              <a:t>**오류 해결:** 명령·관련 줄·마지막 오류를 남깁니다. 길다는 이유로 단서를 모두 지우지 않습니다.</a:t>
            </a:r>
          </a:p>
          <a:p xmlns:a="http://schemas.openxmlformats.org/drawingml/2006/main">
            <a:r>
              <a:t/>
            </a:r>
          </a:p>
          <a:p xmlns:a="http://schemas.openxmlformats.org/drawingml/2006/main">
            <a:r>
              <a:t>## A12 · try와 except로 예상 오류 기록</a:t>
            </a:r>
          </a:p>
          <a:p xmlns:a="http://schemas.openxmlformats.org/drawingml/2006/main">
            <a:r>
              <a:t/>
            </a:r>
          </a:p>
          <a:p xmlns:a="http://schemas.openxmlformats.org/drawingml/2006/main">
            <a:r>
              <a:t>**목적:**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방법:** except를 실행하면 실제 온도를 알아낸 것인가요?</a:t>
            </a:r>
          </a:p>
          <a:p xmlns:a="http://schemas.openxmlformats.org/drawingml/2006/main">
            <a:r>
              <a:t/>
            </a:r>
          </a:p>
          <a:p xmlns:a="http://schemas.openxmlformats.org/drawingml/2006/main">
            <a:r>
              <a:t>**오류 해결:** 오류를 숨기려고 except의 범위를 무조건 넓히지 않습니다.</a:t>
            </a:r>
          </a:p>
          <a:p xmlns:a="http://schemas.openxmlformats.org/drawingml/2006/main">
            <a:r>
              <a:t/>
            </a:r>
          </a:p>
          <a:p xmlns:a="http://schemas.openxmlformats.org/drawingml/2006/main">
            <a:r>
              <a:t>## A13 · 범위 규칙을 함수에서 확인하기</a:t>
            </a:r>
          </a:p>
          <a:p xmlns:a="http://schemas.openxmlformats.org/drawingml/2006/main">
            <a:r>
              <a:t/>
            </a:r>
          </a:p>
          <a:p xmlns:a="http://schemas.openxmlformats.org/drawingml/2006/main">
            <a:r>
              <a:t>**목적:**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방법:** 범위 통과가 실제 센서 정확도를 증명하나요?</a:t>
            </a:r>
          </a:p>
          <a:p xmlns:a="http://schemas.openxmlformats.org/drawingml/2006/main">
            <a:r>
              <a:t/>
            </a:r>
          </a:p>
          <a:p xmlns:a="http://schemas.openxmlformats.org/drawingml/2006/main">
            <a:r>
              <a:t>**오류 해결:** or를 and로 바꿨다면 두 조건의 뜻을 읽습니다. 동시에 0보다 작고 50보다 큰 값은 찾을 수 없습니다.</a:t>
            </a:r>
          </a:p>
          <a:p xmlns:a="http://schemas.openxmlformats.org/drawingml/2006/main">
            <a:r>
              <a:t/>
            </a:r>
          </a:p>
          <a:p xmlns:a="http://schemas.openxmlformats.org/drawingml/2006/main">
            <a:r>
              <a:t>## A14 · 한 값 수정 뒤 같은 사례 재확인</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[A14_input.md](examples/course/data/A14_input.md)</a:t>
            </a:r>
          </a:p>
          <a:p xmlns:a="http://schemas.openxmlformats.org/drawingml/2006/main">
            <a:r>
              <a:t>- [bad_readings.csv](examples/course/data/bad_readings.csv)</a:t>
            </a:r>
          </a:p>
          <a:p xmlns:a="http://schemas.openxmlformats.org/drawingml/2006/main">
            <a:r>
              <a:t>- [A14_notes.md](examples/course/work/A14_notes.md)</a:t>
            </a:r>
          </a:p>
          <a:p xmlns:a="http://schemas.openxmlformats.org/drawingml/2006/main">
            <a:r>
              <a:t>- [bad_readings_work.csv](examples/course/work/bad_readings_work.csv)</a:t>
            </a:r>
          </a:p>
          <a:p xmlns:a="http://schemas.openxmlformats.org/drawingml/2006/main">
            <a:r>
              <a:t>- [correction_notes.md](examples/course/work/correction_notes.md)</a:t>
            </a:r>
          </a:p>
          <a:p xmlns:a="http://schemas.openxmlformats.org/drawingml/2006/main">
            <a:r>
              <a:t/>
            </a:r>
          </a:p>
          <a:p xmlns:a="http://schemas.openxmlformats.org/drawingml/2006/main">
            <a:r>
              <a:t>**목적:**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[A14_notes.md](examples/course/work/A14_notes.md)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방법:** 이슈 건수만 줄면 좋은 수정인가요?</a:t>
            </a:r>
          </a:p>
          <a:p xmlns:a="http://schemas.openxmlformats.org/drawingml/2006/main">
            <a:r>
              <a:t/>
            </a:r>
          </a:p>
          <a:p xmlns:a="http://schemas.openxmlformats.org/drawingml/2006/main">
            <a:r>
              <a:t>**오류 해결:** 확정되지 않은 실제값은 추측하지 않습니다. 어느 값이 왜 미확인인지 씁니다.</a:t>
            </a:r>
          </a:p>
          <a:p xmlns:a="http://schemas.openxmlformats.org/drawingml/2006/main">
            <a:r>
              <a:t/>
            </a:r>
          </a:p>
          <a:p xmlns:a="http://schemas.openxmlformats.org/drawingml/2006/main">
            <a:r>
              <a:t>## A15 · 입력·처리·출력의 실행 계약</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[A15_input.md](examples/course/data/A15_input.md)</a:t>
            </a:r>
          </a:p>
          <a:p xmlns:a="http://schemas.openxmlformats.org/drawingml/2006/main">
            <a:r>
              <a:t>- [bad_readings.csv](examples/course/data/bad_readings.csv)</a:t>
            </a:r>
          </a:p>
          <a:p xmlns:a="http://schemas.openxmlformats.org/drawingml/2006/main">
            <a:r>
              <a:t>- [A15_notes.md](examples/course/work/A15_notes.md)</a:t>
            </a:r>
          </a:p>
          <a:p xmlns:a="http://schemas.openxmlformats.org/drawingml/2006/main">
            <a:r>
              <a:t/>
            </a:r>
          </a:p>
          <a:p xmlns:a="http://schemas.openxmlformats.org/drawingml/2006/main">
            <a:r>
              <a:t>**목적:**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[A15_notes.md](examples/course/work/A15_notes.md)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방법:** 미측정도 분모에 넣어 4로 나누면 무엇이 바뀌나요?</a:t>
            </a:r>
          </a:p>
          <a:p xmlns:a="http://schemas.openxmlformats.org/drawingml/2006/main">
            <a:r>
              <a:t/>
            </a:r>
          </a:p>
          <a:p xmlns:a="http://schemas.openxmlformats.org/drawingml/2006/main">
            <a:r>
              <a:t>**오류 해결:** 전체=수락+이슈, 수락=수치+미측정의 두 관계를 나누어 확인합니다.</a:t>
            </a:r>
          </a:p>
          <a:p xmlns:a="http://schemas.openxmlformats.org/drawingml/2006/main">
            <a:r>
              <a:t/>
            </a:r>
          </a:p>
          <a:p xmlns:a="http://schemas.openxmlformats.org/drawingml/2006/main">
            <a:r>
              <a:t>## A16 · 로그 검사기 전체 흐름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[bad_readings.csv](examples/course/data/bad_readings.csv)</a:t>
            </a:r>
          </a:p>
          <a:p xmlns:a="http://schemas.openxmlformats.org/drawingml/2006/main">
            <a:r>
              <a:t>- [readings.csv](examples/course/data/readings.csv)</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[check_summary.json](examples/course/work/check_summary.json)</a:t>
            </a:r>
          </a:p>
          <a:p xmlns:a="http://schemas.openxmlformats.org/drawingml/2006/main">
            <a:r>
              <a:t>- [check_issues.json](examples/course/work/check_issues.json)</a:t>
            </a:r>
          </a:p>
          <a:p xmlns:a="http://schemas.openxmlformats.org/drawingml/2006/main">
            <a:r>
              <a:t/>
            </a:r>
          </a:p>
          <a:p xmlns:a="http://schemas.openxmlformats.org/drawingml/2006/main">
            <a:r>
              <a:t>**목적:**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방법:** continue의 역할은 무엇인가요?</a:t>
            </a:r>
          </a:p>
          <a:p xmlns:a="http://schemas.openxmlformats.org/drawingml/2006/main">
            <a:r>
              <a:t/>
            </a:r>
          </a:p>
          <a:p xmlns:a="http://schemas.openxmlformats.org/drawingml/2006/main">
            <a:r>
              <a:t>**오류 해결:** 한 행의 원문→함수→분류를 먼저 추적합니다. 여러 곳을 동시에 바꾸지 않습니다.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A17 · 정상·빈 입력·잘못된 입력 비교</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[A17_input.md](examples/course/data/A17_input.md)</a:t>
            </a:r>
          </a:p>
          <a:p xmlns:a="http://schemas.openxmlformats.org/drawingml/2006/main">
            <a:r>
              <a:t>- [readings.csv](examples/course/data/readings.csv)</a:t>
            </a:r>
          </a:p>
          <a:p xmlns:a="http://schemas.openxmlformats.org/drawingml/2006/main">
            <a:r>
              <a:t>- [bad_readings.csv](examples/course/data/bad_readings.csv)</a:t>
            </a:r>
          </a:p>
          <a:p xmlns:a="http://schemas.openxmlformats.org/drawingml/2006/main">
            <a:r>
              <a:t>- [empty_readings.csv](examples/course/data/empty_readings.csv)</a:t>
            </a:r>
          </a:p>
          <a:p xmlns:a="http://schemas.openxmlformats.org/drawingml/2006/main">
            <a:r>
              <a:t>- [missing_readings.csv](examples/course/data/missing_readings.csv)</a:t>
            </a:r>
          </a:p>
          <a:p xmlns:a="http://schemas.openxmlformats.org/drawingml/2006/main">
            <a:r>
              <a:t>- [A17_notes.md](examples/course/work/A17_notes.md)</a:t>
            </a:r>
          </a:p>
          <a:p xmlns:a="http://schemas.openxmlformats.org/drawingml/2006/main">
            <a:r>
              <a:t>- [A16_log_checker.py](examples/course/work/A16_log_checker.py)</a:t>
            </a:r>
          </a:p>
          <a:p xmlns:a="http://schemas.openxmlformats.org/drawingml/2006/main">
            <a:r>
              <a:t/>
            </a:r>
          </a:p>
          <a:p xmlns:a="http://schemas.openxmlformats.org/drawingml/2006/main">
            <a:r>
              <a:t>**목적:**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[A17_notes.md](examples/course/work/A17_notes.md)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방법:** 수치가 없을 때 평균 0을 쓰면 어떤 오해가 생기나요?</a:t>
            </a:r>
          </a:p>
          <a:p xmlns:a="http://schemas.openxmlformats.org/drawingml/2006/main">
            <a:r>
              <a:t/>
            </a:r>
          </a:p>
          <a:p xmlns:a="http://schemas.openxmlformats.org/drawingml/2006/main">
            <a:r>
              <a:t>**오류 해결:** 이전 실행 결과 파일을 새 결과로 혼동하지 않도록 입력명·저장·실행 경로를 확인합니다.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A18 · 검사기 사용 안내와 근거 전달</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[usage.md](examples/course/work/usage.md)</a:t>
            </a:r>
          </a:p>
          <a:p xmlns:a="http://schemas.openxmlformats.org/drawingml/2006/main">
            <a:r>
              <a:t/>
            </a:r>
          </a:p>
          <a:p xmlns:a="http://schemas.openxmlformats.org/drawingml/2006/main">
            <a:r>
              <a:t>**목적:**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파일 위치와 입력·결과 규칙을 추가합니다.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방법:** 이슈 0건이라는 결과만 남기면 무엇이 부족한가요?</a:t>
            </a:r>
          </a:p>
          <a:p xmlns:a="http://schemas.openxmlformats.org/drawingml/2006/main">
            <a:r>
              <a:t/>
            </a:r>
          </a:p>
          <a:p xmlns:a="http://schemas.openxmlformats.org/drawingml/2006/main">
            <a:r>
              <a:t>**오류 해결:** 처음 실행 순서와 오류 확인 순서를 나눠 씁니다. 미확인 사실을 확정하지 않습니다.</a:t>
            </a:r>
          </a:p>
          <a:p xmlns:a="http://schemas.openxmlformats.org/drawingml/2006/main">
            <a:r>
              <a:t/>
            </a:r>
          </a:p>
          <a:p xmlns:a="http://schemas.openxmlformats.org/drawingml/2006/main">
            <a:r>
              <a:t/>
            </a:r>
          </a:p>
          <a:p xmlns:a="http://schemas.openxmlformats.org/drawingml/2006/main">
            <a:r>
              <a:t>자료 위치: D:\KDigital_PhysicalAI\outputs\2026-10-15\practice-guide.md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fb77700c7942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e120bf1887469c" /><Relationship Type="http://schemas.openxmlformats.org/officeDocument/2006/relationships/slideLayout" Target="/ppt/slideLayouts/slideLayout1.xml" Id="Rb8b3d84da3fb4a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b3d84da3fb4a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e0fdc589b214b12" /><Relationship Type="http://schemas.openxmlformats.org/officeDocument/2006/relationships/notesSlide" Target="/ppt/notesSlides/notesSlide1.xml" Id="Rb3046b147af94c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23fee4efcb47cd" /><Relationship Type="http://schemas.openxmlformats.org/officeDocument/2006/relationships/notesSlide" Target="/ppt/notesSlides/notesSlide2.xml" Id="Rd41e132b942049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68405db49b4028" /><Relationship Type="http://schemas.openxmlformats.org/officeDocument/2006/relationships/notesSlide" Target="/ppt/notesSlides/notesSlide3.xml" Id="Rce72cbca6f354e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f726f3a3b8643b6" /><Relationship Type="http://schemas.openxmlformats.org/officeDocument/2006/relationships/notesSlide" Target="/ppt/notesSlides/notesSlide4.xml" Id="R930b7e73d18a43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652103d3bd4f83" /><Relationship Type="http://schemas.openxmlformats.org/officeDocument/2006/relationships/notesSlide" Target="/ppt/notesSlides/notesSlide5.xml" Id="Ra4a7115126444a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91c0d4e2d04286" /><Relationship Type="http://schemas.openxmlformats.org/officeDocument/2006/relationships/notesSlide" Target="/ppt/notesSlides/notesSlide6.xml" Id="R1783a23e339442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5413cc2852e4c72" /><Relationship Type="http://schemas.openxmlformats.org/officeDocument/2006/relationships/notesSlide" Target="/ppt/notesSlides/notesSlide7.xml" Id="R66bce0cd90964d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dc5dcfe9bfc4b94" /><Relationship Type="http://schemas.openxmlformats.org/officeDocument/2006/relationships/notesSlide" Target="/ppt/notesSlides/notesSlide8.xml" Id="R1cfd18e210f142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8a118642632486c" /><Relationship Type="http://schemas.openxmlformats.org/officeDocument/2006/relationships/notesSlide" Target="/ppt/notesSlides/notesSlide9.xml" Id="Rf41eaad94fb742f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f85fc0955da49d1" /><Relationship Type="http://schemas.openxmlformats.org/officeDocument/2006/relationships/notesSlide" Target="/ppt/notesSlides/notesSlide10.xml" Id="Ra533643d88cc49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09a26dba7ba4d98" /><Relationship Type="http://schemas.openxmlformats.org/officeDocument/2006/relationships/notesSlide" Target="/ppt/notesSlides/notesSlide11.xml" Id="R74ad571dc0e943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0bfbc60fdb9416f" /><Relationship Type="http://schemas.openxmlformats.org/officeDocument/2006/relationships/notesSlide" Target="/ppt/notesSlides/notesSlide12.xml" Id="R59b4ce9c456747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75342022e474212" /><Relationship Type="http://schemas.openxmlformats.org/officeDocument/2006/relationships/notesSlide" Target="/ppt/notesSlides/notesSlide13.xml" Id="R126929bc81354e0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835e6d8bd5e48b9" /><Relationship Type="http://schemas.openxmlformats.org/officeDocument/2006/relationships/notesSlide" Target="/ppt/notesSlides/notesSlide14.xml" Id="Rb3e3cdae05824b5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a70b8bed2364f60" /><Relationship Type="http://schemas.openxmlformats.org/officeDocument/2006/relationships/notesSlide" Target="/ppt/notesSlides/notesSlide15.xml" Id="R0e6a1105493f4b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cc1eee4e33f463b" /><Relationship Type="http://schemas.openxmlformats.org/officeDocument/2006/relationships/notesSlide" Target="/ppt/notesSlides/notesSlide16.xml" Id="Rc004d54a1614435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626fbdcf164e72" /><Relationship Type="http://schemas.openxmlformats.org/officeDocument/2006/relationships/notesSlide" Target="/ppt/notesSlides/notesSlide17.xml" Id="Ra90ca474a2c4453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ff3340e8b014fc6" /><Relationship Type="http://schemas.openxmlformats.org/officeDocument/2006/relationships/notesSlide" Target="/ppt/notesSlides/notesSlide18.xml" Id="R944d52d3f6fd47b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9c996ae28044367" /><Relationship Type="http://schemas.openxmlformats.org/officeDocument/2006/relationships/notesSlide" Target="/ppt/notesSlides/notesSlide19.xml" Id="Rf1350f12b2f04d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8bf54326d0e4071" /><Relationship Type="http://schemas.openxmlformats.org/officeDocument/2006/relationships/notesSlide" Target="/ppt/notesSlides/notesSlide20.xml" Id="R058047cbb7d7477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aeda274585048df" /><Relationship Type="http://schemas.openxmlformats.org/officeDocument/2006/relationships/notesSlide" Target="/ppt/notesSlides/notesSlide21.xml" Id="R2925d4d3bcf5494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22fdbd3941b409b" /><Relationship Type="http://schemas.openxmlformats.org/officeDocument/2006/relationships/notesSlide" Target="/ppt/notesSlides/notesSlide22.xml" Id="Rbb4d45ada98341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c7c205b9acf4846" /><Relationship Type="http://schemas.openxmlformats.org/officeDocument/2006/relationships/notesSlide" Target="/ppt/notesSlides/notesSlide23.xml" Id="R77648278983b40d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05cba2aa34440e4" /><Relationship Type="http://schemas.openxmlformats.org/officeDocument/2006/relationships/notesSlide" Target="/ppt/notesSlides/notesSlide24.xml" Id="Rf19054f25716472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3ce622bc1c54d53" /><Relationship Type="http://schemas.openxmlformats.org/officeDocument/2006/relationships/notesSlide" Target="/ppt/notesSlides/notesSlide25.xml" Id="R8c5554310959448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9045ffcd2ab4383" /><Relationship Type="http://schemas.openxmlformats.org/officeDocument/2006/relationships/notesSlide" Target="/ppt/notesSlides/notesSlide26.xml" Id="Ra3196f17db304d6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8c7cf2f9d8a48b5" /><Relationship Type="http://schemas.openxmlformats.org/officeDocument/2006/relationships/notesSlide" Target="/ppt/notesSlides/notesSlide27.xml" Id="R7236406524914ad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641d564a6f948fe" /><Relationship Type="http://schemas.openxmlformats.org/officeDocument/2006/relationships/notesSlide" Target="/ppt/notesSlides/notesSlide28.xml" Id="Rd572742836254bb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0cdab3d2c844863" /><Relationship Type="http://schemas.openxmlformats.org/officeDocument/2006/relationships/notesSlide" Target="/ppt/notesSlides/notesSlide29.xml" Id="R557f6d4b4eb44c7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3fcc816c4874f46" /><Relationship Type="http://schemas.openxmlformats.org/officeDocument/2006/relationships/notesSlide" Target="/ppt/notesSlides/notesSlide30.xml" Id="Rf6aa697d1c034f0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dd2a26154e6415a" /><Relationship Type="http://schemas.openxmlformats.org/officeDocument/2006/relationships/notesSlide" Target="/ppt/notesSlides/notesSlide31.xml" Id="Rdb646c2d801f480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d9c48e46aa14c0b" /><Relationship Type="http://schemas.openxmlformats.org/officeDocument/2006/relationships/notesSlide" Target="/ppt/notesSlides/notesSlide32.xml" Id="Rb9e8b8cbe6ac47c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8fade4062c94937" /><Relationship Type="http://schemas.openxmlformats.org/officeDocument/2006/relationships/notesSlide" Target="/ppt/notesSlides/notesSlide33.xml" Id="Rb79fbdd453364ff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cf147ce7a8c4eb0" /><Relationship Type="http://schemas.openxmlformats.org/officeDocument/2006/relationships/notesSlide" Target="/ppt/notesSlides/notesSlide34.xml" Id="R2d1baca2297a44b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edcf86971e0410a" /><Relationship Type="http://schemas.openxmlformats.org/officeDocument/2006/relationships/notesSlide" Target="/ppt/notesSlides/notesSlide35.xml" Id="R6b424bb9fff54dd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57111ac2ea348d8" /><Relationship Type="http://schemas.openxmlformats.org/officeDocument/2006/relationships/notesSlide" Target="/ppt/notesSlides/notesSlide36.xml" Id="R4cf1ef5a707e4a2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e45788329ea426f" /><Relationship Type="http://schemas.openxmlformats.org/officeDocument/2006/relationships/notesSlide" Target="/ppt/notesSlides/notesSlide37.xml" Id="Rd22c686dd0f94f2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20baed1a64949c3" /><Relationship Type="http://schemas.openxmlformats.org/officeDocument/2006/relationships/notesSlide" Target="/ppt/notesSlides/notesSlide38.xml" Id="R9c9b34ec715a401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f7d870bfed3452a" /><Relationship Type="http://schemas.openxmlformats.org/officeDocument/2006/relationships/notesSlide" Target="/ppt/notesSlides/notesSlide39.xml" Id="Re5e8c0d4b57148b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351748cfd5b40ee" /><Relationship Type="http://schemas.openxmlformats.org/officeDocument/2006/relationships/notesSlide" Target="/ppt/notesSlides/notesSlide40.xml" Id="Rbbae0084f3d3445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41fc1d2474e46fd" /><Relationship Type="http://schemas.openxmlformats.org/officeDocument/2006/relationships/notesSlide" Target="/ppt/notesSlides/notesSlide41.xml" Id="Rb0c55076324d448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242e110ba354e5a" /><Relationship Type="http://schemas.openxmlformats.org/officeDocument/2006/relationships/notesSlide" Target="/ppt/notesSlides/notesSlide42.xml" Id="R2b04a39b88a848d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3fc12b6429c43b0" /><Relationship Type="http://schemas.openxmlformats.org/officeDocument/2006/relationships/notesSlide" Target="/ppt/notesSlides/notesSlide43.xml" Id="R9885a7355b3947c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f0291139c194d3e" /><Relationship Type="http://schemas.openxmlformats.org/officeDocument/2006/relationships/notesSlide" Target="/ppt/notesSlides/notesSlide44.xml" Id="R18e579b329c44aa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731dc9de55241a1" /><Relationship Type="http://schemas.openxmlformats.org/officeDocument/2006/relationships/notesSlide" Target="/ppt/notesSlides/notesSlide45.xml" Id="R6e29a919ecea42d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7120ea2853f40c9" /><Relationship Type="http://schemas.openxmlformats.org/officeDocument/2006/relationships/notesSlide" Target="/ppt/notesSlides/notesSlide46.xml" Id="R49fd82fca9d34ea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68e35b5f6b7478b" /><Relationship Type="http://schemas.openxmlformats.org/officeDocument/2006/relationships/notesSlide" Target="/ppt/notesSlides/notesSlide47.xml" Id="Rb9a5b90092c94fa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4cdcc3c014b4188" /><Relationship Type="http://schemas.openxmlformats.org/officeDocument/2006/relationships/notesSlide" Target="/ppt/notesSlides/notesSlide48.xml" Id="Rc4e130db7b4549b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0cf2e6c373a4da9" /><Relationship Type="http://schemas.openxmlformats.org/officeDocument/2006/relationships/notesSlide" Target="/ppt/notesSlides/notesSlide49.xml" Id="R7cb88651da894b9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c97a8830f0c4833" /><Relationship Type="http://schemas.openxmlformats.org/officeDocument/2006/relationships/notesSlide" Target="/ppt/notesSlides/notesSlide50.xml" Id="R7d45421e5097486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933921685964348" /><Relationship Type="http://schemas.openxmlformats.org/officeDocument/2006/relationships/notesSlide" Target="/ppt/notesSlides/notesSlide51.xml" Id="R73097f975b32405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d0aa1263411e44b9" /><Relationship Type="http://schemas.openxmlformats.org/officeDocument/2006/relationships/notesSlide" Target="/ppt/notesSlides/notesSlide52.xml" Id="R65846af839ad431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14052d9654543f0" /><Relationship Type="http://schemas.openxmlformats.org/officeDocument/2006/relationships/notesSlide" Target="/ppt/notesSlides/notesSlide53.xml" Id="Re8734c221b554ec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d41fff3769f4d06" /><Relationship Type="http://schemas.openxmlformats.org/officeDocument/2006/relationships/notesSlide" Target="/ppt/notesSlides/notesSlide54.xml" Id="R2179d9fa6f2c49d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bcf94930cb2e4978" /><Relationship Type="http://schemas.openxmlformats.org/officeDocument/2006/relationships/notesSlide" Target="/ppt/notesSlides/notesSlide55.xml" Id="R19865ee4f60841c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dc5fcd99e93d420c" /><Relationship Type="http://schemas.openxmlformats.org/officeDocument/2006/relationships/notesSlide" Target="/ppt/notesSlides/notesSlide56.xml" Id="Rb02b17e21be6467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ffa0e1ba0404894" /><Relationship Type="http://schemas.openxmlformats.org/officeDocument/2006/relationships/notesSlide" Target="/ppt/notesSlides/notesSlide57.xml" Id="R308dea0d1c86468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29be930c69043a4" /><Relationship Type="http://schemas.openxmlformats.org/officeDocument/2006/relationships/notesSlide" Target="/ppt/notesSlides/notesSlide58.xml" Id="R6d5c0a459140479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7d7ea452af754a30" /><Relationship Type="http://schemas.openxmlformats.org/officeDocument/2006/relationships/notesSlide" Target="/ppt/notesSlides/notesSlide59.xml" Id="R6b11bb00aac44ba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d92180680dc44ad2" /><Relationship Type="http://schemas.openxmlformats.org/officeDocument/2006/relationships/notesSlide" Target="/ppt/notesSlides/notesSlide60.xml" Id="Rdd99c4c7e7e7494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93400ffb8b14821" /><Relationship Type="http://schemas.openxmlformats.org/officeDocument/2006/relationships/notesSlide" Target="/ppt/notesSlides/notesSlide61.xml" Id="R067637420767461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8f74b0ee2c64de2" /><Relationship Type="http://schemas.openxmlformats.org/officeDocument/2006/relationships/notesSlide" Target="/ppt/notesSlides/notesSlide62.xml" Id="R89093718242a453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834e546a52b64f2a" /><Relationship Type="http://schemas.openxmlformats.org/officeDocument/2006/relationships/notesSlide" Target="/ppt/notesSlides/notesSlide63.xml" Id="Rdd09781c1b104e2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041c0bb7a29d4289" /><Relationship Type="http://schemas.openxmlformats.org/officeDocument/2006/relationships/notesSlide" Target="/ppt/notesSlides/notesSlide64.xml" Id="Rc8396d827775465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feeeb153f54451b" /><Relationship Type="http://schemas.openxmlformats.org/officeDocument/2006/relationships/notesSlide" Target="/ppt/notesSlides/notesSlide65.xml" Id="R8876c8e64c3843e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00886cd15f9740fb" /><Relationship Type="http://schemas.openxmlformats.org/officeDocument/2006/relationships/notesSlide" Target="/ppt/notesSlides/notesSlide66.xml" Id="Re4289ed1a3af456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ccf1d309785243c9" /><Relationship Type="http://schemas.openxmlformats.org/officeDocument/2006/relationships/notesSlide" Target="/ppt/notesSlides/notesSlide67.xml" Id="R396bb6a12145449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aaceb980069e4d72" /><Relationship Type="http://schemas.openxmlformats.org/officeDocument/2006/relationships/notesSlide" Target="/ppt/notesSlides/notesSlide68.xml" Id="R7b0fc97433e94bd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003a05720d94bc1" /><Relationship Type="http://schemas.openxmlformats.org/officeDocument/2006/relationships/notesSlide" Target="/ppt/notesSlides/notesSlide69.xml" Id="R80904efcb50e4fe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d22508125cf459a" /><Relationship Type="http://schemas.openxmlformats.org/officeDocument/2006/relationships/notesSlide" Target="/ppt/notesSlides/notesSlide70.xml" Id="R7f43e7341fbd4be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3ab7d0eaf394493" /><Relationship Type="http://schemas.openxmlformats.org/officeDocument/2006/relationships/notesSlide" Target="/ppt/notesSlides/notesSlide71.xml" Id="Rfdc1741d5367452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c94ef270e68478f" /><Relationship Type="http://schemas.openxmlformats.org/officeDocument/2006/relationships/notesSlide" Target="/ppt/notesSlides/notesSlide72.xml" Id="R07f0d5a11adb491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60059619cbcc49cb" /><Relationship Type="http://schemas.openxmlformats.org/officeDocument/2006/relationships/notesSlide" Target="/ppt/notesSlides/notesSlide73.xml" Id="R9c1b465ee3a44b1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87d7716bdf54a27" /><Relationship Type="http://schemas.openxmlformats.org/officeDocument/2006/relationships/notesSlide" Target="/ppt/notesSlides/notesSlide74.xml" Id="R33d8703f0f044d2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a891b6bf9064433" /><Relationship Type="http://schemas.openxmlformats.org/officeDocument/2006/relationships/notesSlide" Target="/ppt/notesSlides/notesSlide75.xml" Id="R890aaf37aa604d3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0fa884ceeb2a4951" /><Relationship Type="http://schemas.openxmlformats.org/officeDocument/2006/relationships/notesSlide" Target="/ppt/notesSlides/notesSlide76.xml" Id="R12d771644ed24cf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6f0af0e9d8b4086" /><Relationship Type="http://schemas.openxmlformats.org/officeDocument/2006/relationships/notesSlide" Target="/ppt/notesSlides/notesSlide77.xml" Id="R8a35ede141e4403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99782c64c2c74597" /><Relationship Type="http://schemas.openxmlformats.org/officeDocument/2006/relationships/notesSlide" Target="/ppt/notesSlides/notesSlide78.xml" Id="R20df348287b2419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66bf32d0e80141a4" /><Relationship Type="http://schemas.openxmlformats.org/officeDocument/2006/relationships/notesSlide" Target="/ppt/notesSlides/notesSlide79.xml" Id="R504a45895edc4c7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895568e7d4fd4b26" /><Relationship Type="http://schemas.openxmlformats.org/officeDocument/2006/relationships/notesSlide" Target="/ppt/notesSlides/notesSlide80.xml" Id="Raf7e56ce2dfe467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fac2f3743f24c6c" /><Relationship Type="http://schemas.openxmlformats.org/officeDocument/2006/relationships/notesSlide" Target="/ppt/notesSlides/notesSlide81.xml" Id="R8a57122f356c4ef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8ae7e2de0d5f4a39" /><Relationship Type="http://schemas.openxmlformats.org/officeDocument/2006/relationships/notesSlide" Target="/ppt/notesSlides/notesSlide82.xml" Id="R0f7f71951fe54a3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c55e0768377f49e9" /><Relationship Type="http://schemas.openxmlformats.org/officeDocument/2006/relationships/notesSlide" Target="/ppt/notesSlides/notesSlide83.xml" Id="Re601f28cca19442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776afaaae51d4dd6" /><Relationship Type="http://schemas.openxmlformats.org/officeDocument/2006/relationships/notesSlide" Target="/ppt/notesSlides/notesSlide84.xml" Id="Ra5cc75a672074b4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50ecf04a596e4c62" /><Relationship Type="http://schemas.openxmlformats.org/officeDocument/2006/relationships/notesSlide" Target="/ppt/notesSlides/notesSlide85.xml" Id="Ra8671da365f14122"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550aaf758c04b46" /><Relationship Type="http://schemas.openxmlformats.org/officeDocument/2006/relationships/notesSlide" Target="/ppt/notesSlides/notesSlide86.xml" Id="Raa259100171847e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3b03007f96b44160" /><Relationship Type="http://schemas.openxmlformats.org/officeDocument/2006/relationships/notesSlide" Target="/ppt/notesSlides/notesSlide87.xml" Id="R5936efa43de745cb"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fa36407c73244ced" /><Relationship Type="http://schemas.openxmlformats.org/officeDocument/2006/relationships/notesSlide" Target="/ppt/notesSlides/notesSlide88.xml" Id="R5868d7ca1f7b48a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3d15cb30cba7413f" /><Relationship Type="http://schemas.openxmlformats.org/officeDocument/2006/relationships/notesSlide" Target="/ppt/notesSlides/notesSlide89.xml" Id="R6c76c8f37f5f4bd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35ba468188ec4ba3" /><Relationship Type="http://schemas.openxmlformats.org/officeDocument/2006/relationships/notesSlide" Target="/ppt/notesSlides/notesSlide90.xml" Id="Rc41ff46bb28249b1"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5e5a7581baf140c1" /><Relationship Type="http://schemas.openxmlformats.org/officeDocument/2006/relationships/notesSlide" Target="/ppt/notesSlides/notesSlide91.xml" Id="Rdf8eb69ccc224d2f"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d3129cd5745e4cfb" /><Relationship Type="http://schemas.openxmlformats.org/officeDocument/2006/relationships/notesSlide" Target="/ppt/notesSlides/notesSlide92.xml" Id="Rfe705de1790a4cf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bab2955b2c874a63" /><Relationship Type="http://schemas.openxmlformats.org/officeDocument/2006/relationships/notesSlide" Target="/ppt/notesSlides/notesSlide93.xml" Id="R6870416e1514452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4575f2e7d01947fe" /><Relationship Type="http://schemas.openxmlformats.org/officeDocument/2006/relationships/notesSlide" Target="/ppt/notesSlides/notesSlide94.xml" Id="R9471c340721e42c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c472dd6126d14632" /><Relationship Type="http://schemas.openxmlformats.org/officeDocument/2006/relationships/notesSlide" Target="/ppt/notesSlides/notesSlide95.xml" Id="Rbc2aea8a4aaf402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22f1493ad12e4840" /><Relationship Type="http://schemas.openxmlformats.org/officeDocument/2006/relationships/notesSlide" Target="/ppt/notesSlides/notesSlide96.xml" Id="R6d7d42eb7e3549e2"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e5a6f38c92b24cf2" /><Relationship Type="http://schemas.openxmlformats.org/officeDocument/2006/relationships/notesSlide" Target="/ppt/notesSlides/notesSlide97.xml" Id="R29807563cce24aac"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D38159-6922-4352-8DB0-90299D05CC4B}"/>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A547AFE3-E1C1-43E9-894A-41109A7CA375}"/>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Python 심화</a:t>
            </a:r>
          </a:p>
          <a:p xmlns:a="http://schemas.openxmlformats.org/drawingml/2006/main">
            <a:pPr>
              <a:defRPr sz="6150" b="0">
                <a:solidFill>
                  <a:srgbClr val="FFFFFF"/>
                </a:solidFill>
                <a:latin typeface="Noto Sans KR"/>
                <a:ea typeface="Noto Sans KR"/>
                <a:cs typeface="Noto Sans KR"/>
              </a:defRPr>
            </a:pPr>
            <a:r>
              <a:t>함수와 파일 검사</a:t>
            </a:r>
          </a:p>
        </p:txBody>
      </p:sp>
      <p:sp>
        <p:nvSpPr>
          <p:cNvPr id="3" name="">
            <a:extLst xmlns:a="http://schemas.openxmlformats.org/drawingml/2006/main">
              <a:ext uri="{FF2B5EF4-FFF2-40B4-BE49-F238E27FC236}">
                <a16:creationId xmlns:a16="http://schemas.microsoft.com/office/drawing/2014/main" id="{37963353-B6AE-4DA7-86F8-31FD480E5642}"/>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2026-10-15</a:t>
            </a:r>
          </a:p>
        </p:txBody>
      </p:sp>
      <p:sp>
        <p:nvSpPr>
          <p:cNvPr id="4" name="">
            <a:extLst xmlns:a="http://schemas.openxmlformats.org/drawingml/2006/main">
              <a:ext uri="{FF2B5EF4-FFF2-40B4-BE49-F238E27FC236}">
                <a16:creationId xmlns:a16="http://schemas.microsoft.com/office/drawing/2014/main" id="{FF55905F-7FE7-4462-9FEC-436494AF6E8F}"/>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처음 배우는 사람을 위한 실무 수업</a:t>
            </a:r>
          </a:p>
        </p:txBody>
      </p:sp>
      <p:sp>
        <p:nvSpPr>
          <p:cNvPr id="5" name="">
            <a:extLst xmlns:a="http://schemas.openxmlformats.org/drawingml/2006/main">
              <a:ext uri="{FF2B5EF4-FFF2-40B4-BE49-F238E27FC236}">
                <a16:creationId xmlns:a16="http://schemas.microsoft.com/office/drawing/2014/main" id="{49A6E340-3E45-4D4A-9865-1D98A416CF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717026-83AF-4F8C-9FDA-668ED28DD8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E5F1CC91-9726-4E3F-9FC4-6E6B2E1C23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2145592650"/>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D5BA603-71E0-4230-B098-A9383B5FE0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1D14E366-4709-4275-80AE-D5E525B96DB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하루 수업의 약속</a:t>
            </a:r>
          </a:p>
        </p:txBody>
      </p:sp>
      <p:sp>
        <p:nvSpPr>
          <p:cNvPr id="3" name="">
            <a:extLst xmlns:a="http://schemas.openxmlformats.org/drawingml/2006/main">
              <a:ext uri="{FF2B5EF4-FFF2-40B4-BE49-F238E27FC236}">
                <a16:creationId xmlns:a16="http://schemas.microsoft.com/office/drawing/2014/main" id="{27A70F1B-31A3-47A3-B506-C9A7C1D5CA4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616673F-952E-41AE-B2A5-A87DA4FE49D6}"/>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10:00~17:00 · </a:t>
            </a:r>
            <a:r>
              <a:rPr b="1">
                <a:solidFill>
                  <a:srgbClr val="002FA7"/>
                </a:solidFill>
              </a:rPr>
              <a:t>50분씩 6교시</a:t>
            </a:r>
          </a:p>
        </p:txBody>
      </p:sp>
      <p:sp>
        <p:nvSpPr>
          <p:cNvPr id="5" name="">
            <a:extLst xmlns:a="http://schemas.openxmlformats.org/drawingml/2006/main">
              <a:ext uri="{FF2B5EF4-FFF2-40B4-BE49-F238E27FC236}">
                <a16:creationId xmlns:a16="http://schemas.microsoft.com/office/drawing/2014/main" id="{AB64D392-237C-43F7-9561-64A7246676A1}"/>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919101D-6F4D-438B-9AF9-AB5382066215}"/>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EC278A-9DF7-4A3A-BC2A-FE2D73B317F7}"/>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 · 13:00 복귀</a:t>
            </a:r>
          </a:p>
        </p:txBody>
      </p:sp>
      <p:sp>
        <p:nvSpPr>
          <p:cNvPr id="8" name="">
            <a:extLst xmlns:a="http://schemas.openxmlformats.org/drawingml/2006/main">
              <a:ext uri="{FF2B5EF4-FFF2-40B4-BE49-F238E27FC236}">
                <a16:creationId xmlns:a16="http://schemas.microsoft.com/office/drawing/2014/main" id="{9AEE75EE-0B6F-4708-B96D-DC76A2157628}"/>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DE8A93-AB88-426F-8ADE-25212FF66DAA}"/>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6DE57A8-D91C-4EF7-A535-2B7730347F68}"/>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사이 10분 휴식</a:t>
            </a:r>
          </a:p>
        </p:txBody>
      </p:sp>
      <p:sp>
        <p:nvSpPr>
          <p:cNvPr id="11" name="">
            <a:extLst xmlns:a="http://schemas.openxmlformats.org/drawingml/2006/main">
              <a:ext uri="{FF2B5EF4-FFF2-40B4-BE49-F238E27FC236}">
                <a16:creationId xmlns:a16="http://schemas.microsoft.com/office/drawing/2014/main" id="{362ABB2B-48FF-4EA9-AD1A-1671F77A6C51}"/>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3CE4DE2-F835-450F-BF90-132816726F0A}"/>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F3FEADB-A4A2-478E-B6CB-A30ACCFCD464}"/>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10분은 저장 확인과 종료 준비입니다.</a:t>
            </a:r>
          </a:p>
        </p:txBody>
      </p:sp>
      <p:sp>
        <p:nvSpPr>
          <p:cNvPr id="14" name="">
            <a:extLst xmlns:a="http://schemas.openxmlformats.org/drawingml/2006/main">
              <a:ext uri="{FF2B5EF4-FFF2-40B4-BE49-F238E27FC236}">
                <a16:creationId xmlns:a16="http://schemas.microsoft.com/office/drawing/2014/main" id="{BE18DA6E-5C21-4F98-9246-FBBECEDFB5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7159CE3-DDC4-4E25-B633-311DA2486D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7C2EEBD2-C630-4BDD-B065-01A5285B10F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281255211"/>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D62F4AB-CA76-4A34-B41B-78D634E063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F55F0B7F-A057-43F8-8F25-BB6B455994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폴더부터</a:t>
            </a:r>
          </a:p>
        </p:txBody>
      </p:sp>
      <p:sp>
        <p:nvSpPr>
          <p:cNvPr id="3" name="">
            <a:extLst xmlns:a="http://schemas.openxmlformats.org/drawingml/2006/main">
              <a:ext uri="{FF2B5EF4-FFF2-40B4-BE49-F238E27FC236}">
                <a16:creationId xmlns:a16="http://schemas.microsoft.com/office/drawing/2014/main" id="{03246731-4D02-44EB-B276-26CD68847FC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확장자</a:t>
            </a:r>
          </a:p>
        </p:txBody>
      </p:sp>
      <p:sp>
        <p:nvSpPr>
          <p:cNvPr id="4" name="">
            <a:extLst xmlns:a="http://schemas.openxmlformats.org/drawingml/2006/main">
              <a:ext uri="{FF2B5EF4-FFF2-40B4-BE49-F238E27FC236}">
                <a16:creationId xmlns:a16="http://schemas.microsoft.com/office/drawing/2014/main" id="{02571CBC-56D5-4282-A186-047A67766A3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5D3A9A-55CF-4ADD-91A6-38CEF02C946B}"/>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저장한 문서나 코드 한 개입니다.</a:t>
            </a:r>
          </a:p>
        </p:txBody>
      </p:sp>
      <p:sp>
        <p:nvSpPr>
          <p:cNvPr id="6" name="">
            <a:extLst xmlns:a="http://schemas.openxmlformats.org/drawingml/2006/main">
              <a:ext uri="{FF2B5EF4-FFF2-40B4-BE49-F238E27FC236}">
                <a16:creationId xmlns:a16="http://schemas.microsoft.com/office/drawing/2014/main" id="{215EC5B4-831A-4A34-AADE-7C7AAC7E2F79}"/>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폴더는 파일을 모아 둔 위치입니다.</a:t>
            </a:r>
          </a:p>
        </p:txBody>
      </p:sp>
      <p:sp>
        <p:nvSpPr>
          <p:cNvPr id="7" name="">
            <a:extLst xmlns:a="http://schemas.openxmlformats.org/drawingml/2006/main">
              <a:ext uri="{FF2B5EF4-FFF2-40B4-BE49-F238E27FC236}">
                <a16:creationId xmlns:a16="http://schemas.microsoft.com/office/drawing/2014/main" id="{C5A7971A-C4A2-4D3D-A582-C9AF4DEDAC2E}"/>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확장자</a:t>
            </a:r>
            <a:r>
              <a:t>는 이름 끝의 .csv, .json, .py입니다.</a:t>
            </a:r>
          </a:p>
        </p:txBody>
      </p:sp>
      <p:sp>
        <p:nvSpPr>
          <p:cNvPr id="8" name="">
            <a:extLst xmlns:a="http://schemas.openxmlformats.org/drawingml/2006/main">
              <a:ext uri="{FF2B5EF4-FFF2-40B4-BE49-F238E27FC236}">
                <a16:creationId xmlns:a16="http://schemas.microsoft.com/office/drawing/2014/main" id="{3AEC56E5-0176-4AA4-97A3-15908A36862B}"/>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원본은 그대로 두고 복사한 파일을 수정합니다.</a:t>
            </a:r>
          </a:p>
        </p:txBody>
      </p:sp>
      <p:sp>
        <p:nvSpPr>
          <p:cNvPr id="9" name="">
            <a:extLst xmlns:a="http://schemas.openxmlformats.org/drawingml/2006/main">
              <a:ext uri="{FF2B5EF4-FFF2-40B4-BE49-F238E27FC236}">
                <a16:creationId xmlns:a16="http://schemas.microsoft.com/office/drawing/2014/main" id="{4D05B639-BC88-48A3-897B-FF36260E596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5F9C3AB-57BA-4A59-B337-E0B14D8C60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1" name="">
            <a:extLst xmlns:a="http://schemas.openxmlformats.org/drawingml/2006/main">
              <a:ext uri="{FF2B5EF4-FFF2-40B4-BE49-F238E27FC236}">
                <a16:creationId xmlns:a16="http://schemas.microsoft.com/office/drawing/2014/main" id="{2971864E-B626-47A7-8148-3E9A93D86BC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21488080"/>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A7DE74-E038-4CFA-825E-67E0D84A8A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38F57A0D-FED1-40C9-B49E-CC9DB4BDCA6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실행이 안 될 때 수업 따라가기</a:t>
            </a:r>
          </a:p>
        </p:txBody>
      </p:sp>
      <p:sp>
        <p:nvSpPr>
          <p:cNvPr id="3" name="">
            <a:extLst xmlns:a="http://schemas.openxmlformats.org/drawingml/2006/main">
              <a:ext uri="{FF2B5EF4-FFF2-40B4-BE49-F238E27FC236}">
                <a16:creationId xmlns:a16="http://schemas.microsoft.com/office/drawing/2014/main" id="{7DEC6DB3-E0AD-4F39-B21F-0286D9DB710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설치가 안 된 것</a:t>
            </a:r>
          </a:p>
        </p:txBody>
      </p:sp>
      <p:sp>
        <p:nvSpPr>
          <p:cNvPr id="4" name="">
            <a:extLst xmlns:a="http://schemas.openxmlformats.org/drawingml/2006/main">
              <a:ext uri="{FF2B5EF4-FFF2-40B4-BE49-F238E27FC236}">
                <a16:creationId xmlns:a16="http://schemas.microsoft.com/office/drawing/2014/main" id="{8EC17AF6-82D6-4565-92A7-5F97F96D477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B7ABE4-8DC4-4833-A512-1CAF3C7791C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설치가 안 된 것</a:t>
            </a:r>
            <a:r>
              <a:t>과 내용을 이해하지 못한 것은 따로 확인합니다.</a:t>
            </a:r>
          </a:p>
        </p:txBody>
      </p:sp>
      <p:sp>
        <p:nvSpPr>
          <p:cNvPr id="6" name="">
            <a:extLst xmlns:a="http://schemas.openxmlformats.org/drawingml/2006/main">
              <a:ext uri="{FF2B5EF4-FFF2-40B4-BE49-F238E27FC236}">
                <a16:creationId xmlns:a16="http://schemas.microsoft.com/office/drawing/2014/main" id="{FD4CCDBE-CADC-4770-9019-099414F6CDE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실행이 안 되면 코드가 처리하는 순서를 종이에 적어 봅니다.</a:t>
            </a:r>
          </a:p>
        </p:txBody>
      </p:sp>
      <p:sp>
        <p:nvSpPr>
          <p:cNvPr id="7" name="">
            <a:extLst xmlns:a="http://schemas.openxmlformats.org/drawingml/2006/main">
              <a:ext uri="{FF2B5EF4-FFF2-40B4-BE49-F238E27FC236}">
                <a16:creationId xmlns:a16="http://schemas.microsoft.com/office/drawing/2014/main" id="{E5E6991E-60A2-4B28-80B1-2C6D7D84F79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실행했는지, 강사의 시연을 보았는지 적습니다.</a:t>
            </a:r>
          </a:p>
        </p:txBody>
      </p:sp>
      <p:sp>
        <p:nvSpPr>
          <p:cNvPr id="8" name="">
            <a:extLst xmlns:a="http://schemas.openxmlformats.org/drawingml/2006/main">
              <a:ext uri="{FF2B5EF4-FFF2-40B4-BE49-F238E27FC236}">
                <a16:creationId xmlns:a16="http://schemas.microsoft.com/office/drawing/2014/main" id="{734E2812-97BA-4AA2-BB92-85DD64EDD95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2C371B-A64E-475C-B5BE-BA6EC44F09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1018DF3F-D6C7-4B10-AD98-A49EF4C8A51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528613648"/>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63E5E8-5D57-4A0E-8AD2-4699C35CDF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F59B61F6-2738-472E-8308-4735099611D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배울 여섯 가지</a:t>
            </a:r>
          </a:p>
        </p:txBody>
      </p:sp>
      <p:sp>
        <p:nvSpPr>
          <p:cNvPr id="3" name="">
            <a:extLst xmlns:a="http://schemas.openxmlformats.org/drawingml/2006/main">
              <a:ext uri="{FF2B5EF4-FFF2-40B4-BE49-F238E27FC236}">
                <a16:creationId xmlns:a16="http://schemas.microsoft.com/office/drawing/2014/main" id="{3DDA8A79-18CC-48C6-8ADC-29F73F11726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8BC9DC2-35C3-44E1-82D5-6F33C020733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함수 → 반환값</a:t>
            </a:r>
            <a:r>
              <a:t> → 파일 읽기와 저장</a:t>
            </a:r>
          </a:p>
        </p:txBody>
      </p:sp>
      <p:sp>
        <p:nvSpPr>
          <p:cNvPr id="5" name="">
            <a:extLst xmlns:a="http://schemas.openxmlformats.org/drawingml/2006/main">
              <a:ext uri="{FF2B5EF4-FFF2-40B4-BE49-F238E27FC236}">
                <a16:creationId xmlns:a16="http://schemas.microsoft.com/office/drawing/2014/main" id="{47234249-DBFE-485B-BA41-7E29212CCA8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3C4197-538D-4C32-AC1F-1060A4389FC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CEE0273-D86C-4106-B8A7-890B320412A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오류 구별 → 규칙 검사 → 로그 검사기</a:t>
            </a:r>
          </a:p>
        </p:txBody>
      </p:sp>
      <p:sp>
        <p:nvSpPr>
          <p:cNvPr id="8" name="">
            <a:extLst xmlns:a="http://schemas.openxmlformats.org/drawingml/2006/main">
              <a:ext uri="{FF2B5EF4-FFF2-40B4-BE49-F238E27FC236}">
                <a16:creationId xmlns:a16="http://schemas.microsoft.com/office/drawing/2014/main" id="{3FD2B334-EDA1-43AA-9C1C-88E4429858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939F0AA-F7C6-4738-B2EC-1D0757E1A2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A6E16AF-0A9F-4EE8-84A7-958A2F593D2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170092473"/>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033E9D-9B6C-47DD-8A53-123474874F2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DD08E2-A789-4D49-9242-B7CE1D26683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67E78176-7B1D-4A81-972A-11E6BE91E9C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8326FB0-3C16-43AD-BFAF-19CFE141E26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반복 업무를 함수로</a:t>
            </a:r>
          </a:p>
        </p:txBody>
      </p:sp>
      <p:sp>
        <p:nvSpPr>
          <p:cNvPr id="5" name="">
            <a:extLst xmlns:a="http://schemas.openxmlformats.org/drawingml/2006/main">
              <a:ext uri="{FF2B5EF4-FFF2-40B4-BE49-F238E27FC236}">
                <a16:creationId xmlns:a16="http://schemas.microsoft.com/office/drawing/2014/main" id="{5B11284D-ABD4-4C27-93F5-7BF417DBBD5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7097D4D-3E8B-48E3-881F-F9FE88C0365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CB342B4A-BCD9-42F2-9E8A-A18D4F90488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A01, A02, A03</a:t>
            </a:r>
          </a:p>
        </p:txBody>
      </p:sp>
      <p:sp>
        <p:nvSpPr>
          <p:cNvPr id="8" name="">
            <a:extLst xmlns:a="http://schemas.openxmlformats.org/drawingml/2006/main">
              <a:ext uri="{FF2B5EF4-FFF2-40B4-BE49-F238E27FC236}">
                <a16:creationId xmlns:a16="http://schemas.microsoft.com/office/drawing/2014/main" id="{F6C961D2-7F93-4ACC-8726-4A8BE97DA0DF}"/>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A714C517-9D5D-4E9F-AD46-2B87E6A0192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2FF8A7EC-8479-4530-99F7-F6A321C8272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003837891"/>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947612-0DE8-435D-860B-1FA1290828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C6BFC19-9C2F-4660-8823-86DDAF7EC7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함수는 한 가지 일에 붙인 이름입니다</a:t>
            </a:r>
          </a:p>
        </p:txBody>
      </p:sp>
      <p:sp>
        <p:nvSpPr>
          <p:cNvPr id="3" name="">
            <a:extLst xmlns:a="http://schemas.openxmlformats.org/drawingml/2006/main">
              <a:ext uri="{FF2B5EF4-FFF2-40B4-BE49-F238E27FC236}">
                <a16:creationId xmlns:a16="http://schemas.microsoft.com/office/drawing/2014/main" id="{A44AE381-A696-471C-8E74-08E14E48729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한 가지 일</a:t>
            </a:r>
          </a:p>
        </p:txBody>
      </p:sp>
      <p:sp>
        <p:nvSpPr>
          <p:cNvPr id="4" name="">
            <a:extLst xmlns:a="http://schemas.openxmlformats.org/drawingml/2006/main">
              <a:ext uri="{FF2B5EF4-FFF2-40B4-BE49-F238E27FC236}">
                <a16:creationId xmlns:a16="http://schemas.microsoft.com/office/drawing/2014/main" id="{938B26EF-1FF8-4E06-94F6-2DB2F9B09B7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069412-44DB-4C17-A9E5-EB530E324EE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공통 처리와 달라지는 입력을 나눕니다.</a:t>
            </a:r>
          </a:p>
        </p:txBody>
      </p:sp>
      <p:sp>
        <p:nvSpPr>
          <p:cNvPr id="6" name="">
            <a:extLst xmlns:a="http://schemas.openxmlformats.org/drawingml/2006/main">
              <a:ext uri="{FF2B5EF4-FFF2-40B4-BE49-F238E27FC236}">
                <a16:creationId xmlns:a16="http://schemas.microsoft.com/office/drawing/2014/main" id="{2CC600CD-0BF8-477D-B60A-B71E1051586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받을 값과 돌려줄 결과를 먼저 정합니다.</a:t>
            </a:r>
          </a:p>
        </p:txBody>
      </p:sp>
      <p:sp>
        <p:nvSpPr>
          <p:cNvPr id="7" name="">
            <a:extLst xmlns:a="http://schemas.openxmlformats.org/drawingml/2006/main">
              <a:ext uri="{FF2B5EF4-FFF2-40B4-BE49-F238E27FC236}">
                <a16:creationId xmlns:a16="http://schemas.microsoft.com/office/drawing/2014/main" id="{02D4BD92-6070-49E6-A664-A25F0A02874D}"/>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 이름이 검사라고 해도 실제로 무엇을 검사하는지 읽어야 합니다.</a:t>
            </a:r>
          </a:p>
        </p:txBody>
      </p:sp>
      <p:sp>
        <p:nvSpPr>
          <p:cNvPr id="8" name="">
            <a:extLst xmlns:a="http://schemas.openxmlformats.org/drawingml/2006/main">
              <a:ext uri="{FF2B5EF4-FFF2-40B4-BE49-F238E27FC236}">
                <a16:creationId xmlns:a16="http://schemas.microsoft.com/office/drawing/2014/main" id="{2B309401-2841-499F-B3F7-0C3C788F96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333CE4-DD6C-4895-AA35-5427CAECFB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6C35D3C7-C2D5-4B11-B61D-21D5B09BD3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816240285"/>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5C86A68-979C-4E6D-BEBB-BD74836B90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60BCA0C-8738-4DC6-828B-9D0FE4EF451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정의와 호출</a:t>
            </a:r>
          </a:p>
        </p:txBody>
      </p:sp>
      <p:sp>
        <p:nvSpPr>
          <p:cNvPr id="3" name="">
            <a:extLst xmlns:a="http://schemas.openxmlformats.org/drawingml/2006/main">
              <a:ext uri="{FF2B5EF4-FFF2-40B4-BE49-F238E27FC236}">
                <a16:creationId xmlns:a16="http://schemas.microsoft.com/office/drawing/2014/main" id="{F2EB593F-D16F-4C55-885C-FF7DCB596B0C}"/>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059FA14-10D7-440A-A262-15F21FFB0C3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A433084-1B25-46DD-A869-5E2165DB143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show_notice():</a:t>
            </a:r>
          </a:p>
        </p:txBody>
      </p:sp>
      <p:sp>
        <p:nvSpPr>
          <p:cNvPr id="6" name="">
            <a:extLst xmlns:a="http://schemas.openxmlformats.org/drawingml/2006/main">
              <a:ext uri="{FF2B5EF4-FFF2-40B4-BE49-F238E27FC236}">
                <a16:creationId xmlns:a16="http://schemas.microsoft.com/office/drawing/2014/main" id="{B0241B54-66B5-4B94-8633-A9888D9867B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DDEBEF3-1FF5-4BF8-8BB4-2FCF541E5E5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"점검을 시작합니다"</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86387C23-FE97-427B-87C7-3D88E743F8E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1238D65-A92D-4EFD-8274-0DE86E6D689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"준비"</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9729BE1D-9751-431D-B2BE-A9FC6B174030}"/>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FC4A780-2483-4B30-BF5E-D78244DAE88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show_notice()</a:t>
            </a:r>
          </a:p>
        </p:txBody>
      </p:sp>
      <p:sp>
        <p:nvSpPr>
          <p:cNvPr id="12" name="">
            <a:extLst xmlns:a="http://schemas.openxmlformats.org/drawingml/2006/main">
              <a:ext uri="{FF2B5EF4-FFF2-40B4-BE49-F238E27FC236}">
                <a16:creationId xmlns:a16="http://schemas.microsoft.com/office/drawing/2014/main" id="{52068A6B-C4EE-4DFF-BFA7-3343052F5595}"/>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B307BD67-5D38-4001-950C-0621EDB2A16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"끝"</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0F66E1B8-1887-40A6-985A-5AB698CCB8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54407A1-D12B-4962-B8B4-79A0C9865DA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B18F67BB-4399-4652-9BB7-7B83602C99A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065348967"/>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5927DA-EC21-4C19-8825-DD3CC2C530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31BD8E9-68BF-4335-AC55-89B36D558C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정의한 함수는 언제 실행될까요?</a:t>
            </a:r>
          </a:p>
        </p:txBody>
      </p:sp>
      <p:sp>
        <p:nvSpPr>
          <p:cNvPr id="3" name="">
            <a:extLst xmlns:a="http://schemas.openxmlformats.org/drawingml/2006/main">
              <a:ext uri="{FF2B5EF4-FFF2-40B4-BE49-F238E27FC236}">
                <a16:creationId xmlns:a16="http://schemas.microsoft.com/office/drawing/2014/main" id="{FC1CC2C3-A69E-418C-8616-9E32AB356D72}"/>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51F2F7-B810-4CD1-8C21-94AA0C0DAEF1}"/>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def는 작업을 정의합니다.</a:t>
            </a:r>
          </a:p>
        </p:txBody>
      </p:sp>
      <p:sp>
        <p:nvSpPr>
          <p:cNvPr id="5" name="">
            <a:extLst xmlns:a="http://schemas.openxmlformats.org/drawingml/2006/main">
              <a:ext uri="{FF2B5EF4-FFF2-40B4-BE49-F238E27FC236}">
                <a16:creationId xmlns:a16="http://schemas.microsoft.com/office/drawing/2014/main" id="{F4CAC672-B85E-4E97-850F-82566D8B5DA4}"/>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들여쓴 줄은 호출할 때 실행됩니다.</a:t>
            </a:r>
          </a:p>
        </p:txBody>
      </p:sp>
      <p:sp>
        <p:nvSpPr>
          <p:cNvPr id="6" name="">
            <a:extLst xmlns:a="http://schemas.openxmlformats.org/drawingml/2006/main">
              <a:ext uri="{FF2B5EF4-FFF2-40B4-BE49-F238E27FC236}">
                <a16:creationId xmlns:a16="http://schemas.microsoft.com/office/drawing/2014/main" id="{AE390C5A-6891-41EA-BD4D-1E4E38FD8E39}"/>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9E8A231-ACC0-41CE-89A7-152181395F57}"/>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이름 뒤 ()로 작업을 요청합니다.</a:t>
            </a:r>
          </a:p>
        </p:txBody>
      </p:sp>
      <p:sp>
        <p:nvSpPr>
          <p:cNvPr id="8" name="">
            <a:extLst xmlns:a="http://schemas.openxmlformats.org/drawingml/2006/main">
              <a:ext uri="{FF2B5EF4-FFF2-40B4-BE49-F238E27FC236}">
                <a16:creationId xmlns:a16="http://schemas.microsoft.com/office/drawing/2014/main" id="{4B0FB1C8-A34E-4C10-B6EA-A148ABF9B1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30EA7F-82AE-45C7-B0EE-3053D623DB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2D43A3F6-309E-429F-B141-1FA99F578FC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67805719"/>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A49B52-691D-4126-A8D0-DE831ECBD19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5307726-D9A2-40A2-9115-D3F2695833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실행 시점</a:t>
            </a:r>
          </a:p>
        </p:txBody>
      </p:sp>
      <p:sp>
        <p:nvSpPr>
          <p:cNvPr id="3" name="">
            <a:extLst xmlns:a="http://schemas.openxmlformats.org/drawingml/2006/main">
              <a:ext uri="{FF2B5EF4-FFF2-40B4-BE49-F238E27FC236}">
                <a16:creationId xmlns:a16="http://schemas.microsoft.com/office/drawing/2014/main" id="{9D128C0C-8AB9-4A93-B1D8-0974F73F62A9}"/>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B72D5C-8C21-4AFA-81D4-1FF6FFADB67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971CFED6-6E17-40AF-A525-F2F550C2AFF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준비</a:t>
            </a:r>
          </a:p>
        </p:txBody>
      </p:sp>
      <p:sp>
        <p:nvSpPr>
          <p:cNvPr id="6" name="">
            <a:extLst xmlns:a="http://schemas.openxmlformats.org/drawingml/2006/main">
              <a:ext uri="{FF2B5EF4-FFF2-40B4-BE49-F238E27FC236}">
                <a16:creationId xmlns:a16="http://schemas.microsoft.com/office/drawing/2014/main" id="{4DADC41D-921D-4BD1-BF14-4AF1F789F49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E3BC0E81-5003-499C-8751-670390176B5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점검을 시작합니다</a:t>
            </a:r>
          </a:p>
        </p:txBody>
      </p:sp>
      <p:sp>
        <p:nvSpPr>
          <p:cNvPr id="8" name="">
            <a:extLst xmlns:a="http://schemas.openxmlformats.org/drawingml/2006/main">
              <a:ext uri="{FF2B5EF4-FFF2-40B4-BE49-F238E27FC236}">
                <a16:creationId xmlns:a16="http://schemas.microsoft.com/office/drawing/2014/main" id="{44B7B575-696B-4C41-BAE0-18A6AAE082E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D21DFB7D-C6B0-46BE-AED5-EAAF3AD46FE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끝</a:t>
            </a:r>
          </a:p>
        </p:txBody>
      </p:sp>
      <p:sp>
        <p:nvSpPr>
          <p:cNvPr id="10" name="">
            <a:extLst xmlns:a="http://schemas.openxmlformats.org/drawingml/2006/main">
              <a:ext uri="{FF2B5EF4-FFF2-40B4-BE49-F238E27FC236}">
                <a16:creationId xmlns:a16="http://schemas.microsoft.com/office/drawing/2014/main" id="{693DA5C6-4E0E-4047-BEF6-1B692B8B96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69EBB10-824D-4CA7-8800-1C8FD5D894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2" name="">
            <a:extLst xmlns:a="http://schemas.openxmlformats.org/drawingml/2006/main">
              <a:ext uri="{FF2B5EF4-FFF2-40B4-BE49-F238E27FC236}">
                <a16:creationId xmlns:a16="http://schemas.microsoft.com/office/drawing/2014/main" id="{44E5AEDB-0B23-4AA7-80B0-BF10D73B4A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003375616"/>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76EBA58-6265-4F06-9899-B165E09B410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B2B3512-01B0-4FEB-B0C5-E7F0B847D7E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번 정의하고 두 번 호출하면</a:t>
            </a:r>
          </a:p>
        </p:txBody>
      </p:sp>
      <p:sp>
        <p:nvSpPr>
          <p:cNvPr id="3" name="">
            <a:extLst xmlns:a="http://schemas.openxmlformats.org/drawingml/2006/main">
              <a:ext uri="{FF2B5EF4-FFF2-40B4-BE49-F238E27FC236}">
                <a16:creationId xmlns:a16="http://schemas.microsoft.com/office/drawing/2014/main" id="{10B27C48-3640-47FC-982D-7F3DD010E3F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B895A44-822D-4CC0-883F-C9BD2CA01F0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작업을 두 번 실행할 수 있습니다.</a:t>
            </a:r>
          </a:p>
        </p:txBody>
      </p:sp>
      <p:sp>
        <p:nvSpPr>
          <p:cNvPr id="5" name="">
            <a:extLst xmlns:a="http://schemas.openxmlformats.org/drawingml/2006/main">
              <a:ext uri="{FF2B5EF4-FFF2-40B4-BE49-F238E27FC236}">
                <a16:creationId xmlns:a16="http://schemas.microsoft.com/office/drawing/2014/main" id="{800DD869-EE15-4EB5-8C11-0F18CF3081A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D40F89-6A8C-4F13-8C74-C023FEAF923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0B6454E-048A-45B7-82FB-891B88FD7DA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호출마다 본문으로 </a:t>
            </a:r>
            <a:r>
              <a:rPr b="1">
                <a:solidFill>
                  <a:srgbClr val="002FA7"/>
                </a:solidFill>
              </a:rPr>
              <a:t>들어갔다 돌아옵니다</a:t>
            </a:r>
            <a:r>
              <a:t>.</a:t>
            </a:r>
          </a:p>
        </p:txBody>
      </p:sp>
      <p:sp>
        <p:nvSpPr>
          <p:cNvPr id="8" name="">
            <a:extLst xmlns:a="http://schemas.openxmlformats.org/drawingml/2006/main">
              <a:ext uri="{FF2B5EF4-FFF2-40B4-BE49-F238E27FC236}">
                <a16:creationId xmlns:a16="http://schemas.microsoft.com/office/drawing/2014/main" id="{26CC0B5B-E142-4864-A3EC-6C7201D95EF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9856E9B-D975-419D-A764-79A88725E692}"/>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6E3A338-729E-417B-9755-EC9A9A3AE2A5}"/>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본문의 줄 위치와 출력 시점은 다릅니다.</a:t>
            </a:r>
          </a:p>
        </p:txBody>
      </p:sp>
      <p:sp>
        <p:nvSpPr>
          <p:cNvPr id="11" name="">
            <a:extLst xmlns:a="http://schemas.openxmlformats.org/drawingml/2006/main">
              <a:ext uri="{FF2B5EF4-FFF2-40B4-BE49-F238E27FC236}">
                <a16:creationId xmlns:a16="http://schemas.microsoft.com/office/drawing/2014/main" id="{E7CECC50-F831-49C8-A8B3-D892B41EED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1E19A6B-588C-4499-A26E-7496611F74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C4DF988D-895A-4A15-81DF-71FB57077E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733005352"/>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A37354D-8233-419D-906D-9CE1F7433FB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15E1855-C5FE-407D-B4B0-4AB3664F2E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입력 두 개 받기</a:t>
            </a:r>
          </a:p>
        </p:txBody>
      </p:sp>
      <p:sp>
        <p:nvSpPr>
          <p:cNvPr id="3" name="">
            <a:extLst xmlns:a="http://schemas.openxmlformats.org/drawingml/2006/main">
              <a:ext uri="{FF2B5EF4-FFF2-40B4-BE49-F238E27FC236}">
                <a16:creationId xmlns:a16="http://schemas.microsoft.com/office/drawing/2014/main" id="{E95F064F-061D-4B1E-90E9-C4384E59CB95}"/>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71ACA34-A1A9-4313-ABC0-CE12351F89A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6CD0E1E-82D3-4362-A30E-C6B5116D806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show_temperature(sensor_id, value):</a:t>
            </a:r>
          </a:p>
        </p:txBody>
      </p:sp>
      <p:sp>
        <p:nvSpPr>
          <p:cNvPr id="6" name="">
            <a:extLst xmlns:a="http://schemas.openxmlformats.org/drawingml/2006/main">
              <a:ext uri="{FF2B5EF4-FFF2-40B4-BE49-F238E27FC236}">
                <a16:creationId xmlns:a16="http://schemas.microsoft.com/office/drawing/2014/main" id="{606BA82E-E791-4CBD-8DC7-B51E6C838C1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CC1C766E-B6CE-4C09-8FC7-0F3D827061A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print(sensor_id, value)</a:t>
            </a:r>
          </a:p>
        </p:txBody>
      </p:sp>
      <p:sp>
        <p:nvSpPr>
          <p:cNvPr id="8" name="">
            <a:extLst xmlns:a="http://schemas.openxmlformats.org/drawingml/2006/main">
              <a:ext uri="{FF2B5EF4-FFF2-40B4-BE49-F238E27FC236}">
                <a16:creationId xmlns:a16="http://schemas.microsoft.com/office/drawing/2014/main" id="{CFF89E66-72E1-49F8-B554-BB657D9ACC2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84F2DE31-DAA0-4453-B1C2-CD131907B09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show_temperature(</a:t>
            </a:r>
            <a:r>
              <a:rPr>
                <a:solidFill>
                  <a:srgbClr val="BACBFA"/>
                </a:solidFill>
              </a:rPr>
              <a:t>"S01"</a:t>
            </a:r>
            <a:r>
              <a:rPr>
                <a:solidFill>
                  <a:srgbClr val="FFFFFF"/>
                </a:solidFill>
              </a:rPr>
              <a:t>, 22.5)</a:t>
            </a:r>
          </a:p>
        </p:txBody>
      </p:sp>
      <p:sp>
        <p:nvSpPr>
          <p:cNvPr id="10" name="">
            <a:extLst xmlns:a="http://schemas.openxmlformats.org/drawingml/2006/main">
              <a:ext uri="{FF2B5EF4-FFF2-40B4-BE49-F238E27FC236}">
                <a16:creationId xmlns:a16="http://schemas.microsoft.com/office/drawing/2014/main" id="{D05B5388-EE24-45EC-AC8B-EA392295576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1BFBF38-738F-4F79-B7FD-CC59D69039C3}"/>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show_temperature(</a:t>
            </a:r>
            <a:r>
              <a:rPr>
                <a:solidFill>
                  <a:srgbClr val="BACBFA"/>
                </a:solidFill>
              </a:rPr>
              <a:t>"S02"</a:t>
            </a:r>
            <a:r>
              <a:rPr>
                <a:solidFill>
                  <a:srgbClr val="FFFFFF"/>
                </a:solidFill>
              </a:rPr>
              <a:t>, 25.0)</a:t>
            </a:r>
          </a:p>
        </p:txBody>
      </p:sp>
      <p:sp>
        <p:nvSpPr>
          <p:cNvPr id="12" name="">
            <a:extLst xmlns:a="http://schemas.openxmlformats.org/drawingml/2006/main">
              <a:ext uri="{FF2B5EF4-FFF2-40B4-BE49-F238E27FC236}">
                <a16:creationId xmlns:a16="http://schemas.microsoft.com/office/drawing/2014/main" id="{CA376D59-378A-4808-8423-4C4356ED19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6729AD5-09A3-4C5A-9B26-CF1FE184EF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4" name="">
            <a:extLst xmlns:a="http://schemas.openxmlformats.org/drawingml/2006/main">
              <a:ext uri="{FF2B5EF4-FFF2-40B4-BE49-F238E27FC236}">
                <a16:creationId xmlns:a16="http://schemas.microsoft.com/office/drawing/2014/main" id="{AE1C5D82-109D-4470-BA93-452F9C7D26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902909121"/>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632C98-2C1F-46CE-9DCF-D9235AF5BE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399A784-9D10-4299-8E82-4172AD556C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받는 자리와 실제 값</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135086"/>
                <a:gridCol w="4702629"/>
                <a:gridCol w="3135086"/>
              </a:tblGrid>
              <a:tr h="733425">
                <a:tc>
                  <a:txBody>
                    <a:bodyPr wrap="square"/>
                    <a:lstStyle/>
                    <a:p>
                      <a:pPr>
                        <a:lnSpc>
                          <a:spcPct val="94000"/>
                        </a:lnSpc>
                        <a:buNone/>
                      </a:pPr>
                      <a:r>
                        <a:rPr sz="2100" b="1">
                          <a:solidFill>
                            <a:srgbClr val="FFFFFF"/>
                          </a:solidFill>
                          <a:latin typeface="Noto Sans KR"/>
                          <a:ea typeface="Noto Sans KR"/>
                          <a:cs typeface="Noto Sans KR"/>
                        </a:rPr>
                        <a:t>호출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sensor_id</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value</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첫 호출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S01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둘째 호출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S02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8607283-01CD-4C30-A305-1EA09A08C4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0F0672-588D-4696-9E5D-BC10C8ACE9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20D46DF0-E15D-46EF-B26D-F3ADA6A4764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640577653"/>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328EA2-A7BE-485E-A5D7-78B77FC027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51A2F56-F999-4E13-AF90-11626FD084D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 개수와 순서를 확인합니다</a:t>
            </a:r>
          </a:p>
        </p:txBody>
      </p:sp>
      <p:sp>
        <p:nvSpPr>
          <p:cNvPr id="3" name="">
            <a:extLst xmlns:a="http://schemas.openxmlformats.org/drawingml/2006/main">
              <a:ext uri="{FF2B5EF4-FFF2-40B4-BE49-F238E27FC236}">
                <a16:creationId xmlns:a16="http://schemas.microsoft.com/office/drawing/2014/main" id="{4FA85F19-2885-4765-916C-2AED5E4F456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매개변수</a:t>
            </a:r>
          </a:p>
        </p:txBody>
      </p:sp>
      <p:sp>
        <p:nvSpPr>
          <p:cNvPr id="4" name="">
            <a:extLst xmlns:a="http://schemas.openxmlformats.org/drawingml/2006/main">
              <a:ext uri="{FF2B5EF4-FFF2-40B4-BE49-F238E27FC236}">
                <a16:creationId xmlns:a16="http://schemas.microsoft.com/office/drawing/2014/main" id="{1F900AEE-C213-4E34-8929-0707C95D887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FD2DA5-3333-4447-A937-F9D6FE99F30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매개변수</a:t>
            </a:r>
            <a:r>
              <a:t>는 받을 자리의 이름입니다.</a:t>
            </a:r>
          </a:p>
        </p:txBody>
      </p:sp>
      <p:sp>
        <p:nvSpPr>
          <p:cNvPr id="6" name="">
            <a:extLst xmlns:a="http://schemas.openxmlformats.org/drawingml/2006/main">
              <a:ext uri="{FF2B5EF4-FFF2-40B4-BE49-F238E27FC236}">
                <a16:creationId xmlns:a16="http://schemas.microsoft.com/office/drawing/2014/main" id="{704C4DB1-F01A-4E3A-BCF4-4792E691CC1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인자는 호출에서 건네는 실제 값입니다.</a:t>
            </a:r>
          </a:p>
        </p:txBody>
      </p:sp>
      <p:sp>
        <p:nvSpPr>
          <p:cNvPr id="7" name="">
            <a:extLst xmlns:a="http://schemas.openxmlformats.org/drawingml/2006/main">
              <a:ext uri="{FF2B5EF4-FFF2-40B4-BE49-F238E27FC236}">
                <a16:creationId xmlns:a16="http://schemas.microsoft.com/office/drawing/2014/main" id="{8AB97CEE-D129-4B0A-8A35-58236424992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부족한 입력이나 잘못된 순서를 확인합니다.</a:t>
            </a:r>
          </a:p>
        </p:txBody>
      </p:sp>
      <p:sp>
        <p:nvSpPr>
          <p:cNvPr id="8" name="">
            <a:extLst xmlns:a="http://schemas.openxmlformats.org/drawingml/2006/main">
              <a:ext uri="{FF2B5EF4-FFF2-40B4-BE49-F238E27FC236}">
                <a16:creationId xmlns:a16="http://schemas.microsoft.com/office/drawing/2014/main" id="{75DE31F5-73DC-48F1-B716-5A2ECE3EB4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00F47B-BA2B-4E5F-A990-47D4A44B6E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6D59B402-513F-437E-BD7D-3B3BB640E31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218664763"/>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FFEA0E-AF57-4EFB-84B8-0E6780E47F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7DB02B9-37DF-4C3F-AAAA-0E4679E8585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방문자 이름으로 환영 문장</a:t>
            </a:r>
          </a:p>
        </p:txBody>
      </p:sp>
      <p:sp>
        <p:nvSpPr>
          <p:cNvPr id="3" name="">
            <a:extLst xmlns:a="http://schemas.openxmlformats.org/drawingml/2006/main">
              <a:ext uri="{FF2B5EF4-FFF2-40B4-BE49-F238E27FC236}">
                <a16:creationId xmlns:a16="http://schemas.microsoft.com/office/drawing/2014/main" id="{128F2FE9-A329-43B4-A86F-BBCC24CB1D1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방문자 이름</a:t>
            </a:r>
            <a:r>
              <a:t>을 받아 환영 문장을 만듭니다.</a:t>
            </a:r>
          </a:p>
        </p:txBody>
      </p:sp>
      <p:sp>
        <p:nvSpPr>
          <p:cNvPr id="4" name="">
            <a:extLst xmlns:a="http://schemas.openxmlformats.org/drawingml/2006/main">
              <a:ext uri="{FF2B5EF4-FFF2-40B4-BE49-F238E27FC236}">
                <a16:creationId xmlns:a16="http://schemas.microsoft.com/office/drawing/2014/main" id="{A3F74D03-49AC-4959-BB20-CB5C41856E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579FCF-BC7D-493A-97E8-49CB1100E6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64084FA-BDE5-43ED-9C8B-65BA8B366D4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138455901"/>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102B03-2CA6-42A9-B133-219AA108241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7CD8923-7045-4FDC-A3E2-97A113CA70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받은 이름을 넣어 문장 만들기</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389120"/>
                <a:gridCol w="6583680"/>
              </a:tblGrid>
              <a:tr h="733425">
                <a:tc>
                  <a:txBody>
                    <a:bodyPr wrap="square"/>
                    <a:lstStyle/>
                    <a:p>
                      <a:pPr>
                        <a:lnSpc>
                          <a:spcPct val="94000"/>
                        </a:lnSpc>
                        <a:buNone/>
                      </a:pPr>
                      <a:r>
                        <a:rPr sz="2100" b="1">
                          <a:solidFill>
                            <a:srgbClr val="FFFFFF"/>
                          </a:solidFill>
                          <a:latin typeface="Noto Sans KR"/>
                          <a:ea typeface="Noto Sans KR"/>
                          <a:cs typeface="Noto Sans KR"/>
                        </a:rPr>
                        <a:t>호출 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반환할 문장</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민수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안녕하세요, 민수</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지아</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안녕하세요, 지아</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2CC75C51-71D3-4ABC-B398-899E2F77F3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76FA70-F891-4650-A541-9653D0F360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6E2AD755-BFC4-4575-8920-10E1AF93F4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1486462009"/>
      </p:ext>
    </p:extLst>
  </p:cSld>
</p:sld>
</file>

<file path=ppt/slides/slide1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A09905-711D-4A30-B256-F5625F95E3E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C0CEF68F-817F-4158-81D9-5C10061744A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9279773F-D339-4634-AF8F-33B717723FC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상품명과 보관함을 받습니다.</a:t>
            </a:r>
          </a:p>
        </p:txBody>
      </p:sp>
      <p:sp>
        <p:nvSpPr>
          <p:cNvPr id="4" name="">
            <a:extLst xmlns:a="http://schemas.openxmlformats.org/drawingml/2006/main">
              <a:ext uri="{FF2B5EF4-FFF2-40B4-BE49-F238E27FC236}">
                <a16:creationId xmlns:a16="http://schemas.microsoft.com/office/drawing/2014/main" id="{34C8D498-7170-47B0-AA18-2C0A7B365EA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장갑/B02, 마스크/A01의 라벨을 만드세요.</a:t>
            </a:r>
          </a:p>
        </p:txBody>
      </p:sp>
      <p:sp>
        <p:nvSpPr>
          <p:cNvPr id="5" name="">
            <a:extLst xmlns:a="http://schemas.openxmlformats.org/drawingml/2006/main">
              <a:ext uri="{FF2B5EF4-FFF2-40B4-BE49-F238E27FC236}">
                <a16:creationId xmlns:a16="http://schemas.microsoft.com/office/drawing/2014/main" id="{4F325C21-2260-4DC2-8C08-D49A8347209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입력 순서를 바꾼 결과도 설명하세요.</a:t>
            </a:r>
          </a:p>
        </p:txBody>
      </p:sp>
      <p:sp>
        <p:nvSpPr>
          <p:cNvPr id="6" name="">
            <a:extLst xmlns:a="http://schemas.openxmlformats.org/drawingml/2006/main">
              <a:ext uri="{FF2B5EF4-FFF2-40B4-BE49-F238E27FC236}">
                <a16:creationId xmlns:a16="http://schemas.microsoft.com/office/drawing/2014/main" id="{83EEAB87-C9ED-482E-AF8E-F735F8E932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53C24E5-104A-4942-B1BA-BF04A728E33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9C32840A-982C-4A1D-A869-E6F39B510A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017</a:t>
            </a:r>
          </a:p>
        </p:txBody>
      </p:sp>
    </p:spTree>
    <p:extLst>
      <p:ext uri="{BB962C8B-B14F-4D97-AF65-F5344CB8AC3E}">
        <p14:creationId xmlns:p14="http://schemas.microsoft.com/office/powerpoint/2010/main" val="1167499826"/>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AAD1CF8-8E13-47B8-ABB9-57725A5D8B4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35B88E8-4E13-4F97-8205-AABC8079A3E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 순서를 바꾸면?</a:t>
            </a:r>
          </a:p>
        </p:txBody>
      </p:sp>
      <p:sp>
        <p:nvSpPr>
          <p:cNvPr id="3" name="">
            <a:extLst xmlns:a="http://schemas.openxmlformats.org/drawingml/2006/main">
              <a:ext uri="{FF2B5EF4-FFF2-40B4-BE49-F238E27FC236}">
                <a16:creationId xmlns:a16="http://schemas.microsoft.com/office/drawing/2014/main" id="{A3CC1A09-9ABA-450B-9F33-D805B4D59FD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B02 / 장갑</a:t>
            </a:r>
          </a:p>
        </p:txBody>
      </p:sp>
      <p:sp>
        <p:nvSpPr>
          <p:cNvPr id="4" name="">
            <a:extLst xmlns:a="http://schemas.openxmlformats.org/drawingml/2006/main">
              <a:ext uri="{FF2B5EF4-FFF2-40B4-BE49-F238E27FC236}">
                <a16:creationId xmlns:a16="http://schemas.microsoft.com/office/drawing/2014/main" id="{9291722E-3C49-4AB7-9018-FE4EEE1B182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1F4D2A-8CDF-453F-90CA-FE9886A179C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장갑 / B02, 마스크 / A01로 만듭니다.</a:t>
            </a:r>
          </a:p>
        </p:txBody>
      </p:sp>
      <p:sp>
        <p:nvSpPr>
          <p:cNvPr id="6" name="">
            <a:extLst xmlns:a="http://schemas.openxmlformats.org/drawingml/2006/main">
              <a:ext uri="{FF2B5EF4-FFF2-40B4-BE49-F238E27FC236}">
                <a16:creationId xmlns:a16="http://schemas.microsoft.com/office/drawing/2014/main" id="{B7563E26-5558-405A-8665-2D0A8AD7DC9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순서를 바꾸면 </a:t>
            </a:r>
            <a:r>
              <a:rPr b="1">
                <a:solidFill>
                  <a:srgbClr val="002FA7"/>
                </a:solidFill>
              </a:rPr>
              <a:t>B02 / 장갑</a:t>
            </a:r>
            <a:r>
              <a:t>처럼 양식이 달라집니다.</a:t>
            </a:r>
          </a:p>
        </p:txBody>
      </p:sp>
      <p:sp>
        <p:nvSpPr>
          <p:cNvPr id="7" name="">
            <a:extLst xmlns:a="http://schemas.openxmlformats.org/drawingml/2006/main">
              <a:ext uri="{FF2B5EF4-FFF2-40B4-BE49-F238E27FC236}">
                <a16:creationId xmlns:a16="http://schemas.microsoft.com/office/drawing/2014/main" id="{2DA2B616-7FB1-4343-B04A-87795B7F8F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FD6D422-D672-4CF0-9D6D-03A7274C84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9" name="">
            <a:extLst xmlns:a="http://schemas.openxmlformats.org/drawingml/2006/main">
              <a:ext uri="{FF2B5EF4-FFF2-40B4-BE49-F238E27FC236}">
                <a16:creationId xmlns:a16="http://schemas.microsoft.com/office/drawing/2014/main" id="{4EDC2E19-A08B-442E-B7CD-B482026795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1575582337"/>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EAB405-9D5B-4DD1-8D2E-E6470DCFAA3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0471766-6B5F-479B-8FE4-8408A0C78D1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정의와 입력</a:t>
            </a:r>
          </a:p>
        </p:txBody>
      </p:sp>
      <p:sp>
        <p:nvSpPr>
          <p:cNvPr id="3" name="">
            <a:extLst xmlns:a="http://schemas.openxmlformats.org/drawingml/2006/main">
              <a:ext uri="{FF2B5EF4-FFF2-40B4-BE49-F238E27FC236}">
                <a16:creationId xmlns:a16="http://schemas.microsoft.com/office/drawing/2014/main" id="{0C7E1F37-A254-43F2-BAB6-249A5CAC229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A02 출력 순서를 먼저 예상합니다.</a:t>
            </a:r>
          </a:p>
        </p:txBody>
      </p:sp>
      <p:sp>
        <p:nvSpPr>
          <p:cNvPr id="4" name="">
            <a:extLst xmlns:a="http://schemas.openxmlformats.org/drawingml/2006/main">
              <a:ext uri="{FF2B5EF4-FFF2-40B4-BE49-F238E27FC236}">
                <a16:creationId xmlns:a16="http://schemas.microsoft.com/office/drawing/2014/main" id="{5A3FD4F5-A9C5-4229-9840-4FA3B223C9C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A03 두 호출의 입력과 출력을 연결합니다.</a:t>
            </a:r>
          </a:p>
        </p:txBody>
      </p:sp>
      <p:sp>
        <p:nvSpPr>
          <p:cNvPr id="5" name="">
            <a:extLst xmlns:a="http://schemas.openxmlformats.org/drawingml/2006/main">
              <a:ext uri="{FF2B5EF4-FFF2-40B4-BE49-F238E27FC236}">
                <a16:creationId xmlns:a16="http://schemas.microsoft.com/office/drawing/2014/main" id="{0E6709AD-0406-4C59-AEE7-74FA267D7F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BB9E57-332C-4976-8E4C-B3F05E89573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4324E62E-B1DE-4622-B2BF-07589BFECD2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896755033"/>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9B5DE0-AEF8-4B09-BAE6-D8C72715C67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9B9A5F5-EAC8-4219-8D58-554ABD16C79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1교시 확인</a:t>
            </a:r>
          </a:p>
        </p:txBody>
      </p:sp>
      <p:sp>
        <p:nvSpPr>
          <p:cNvPr id="3" name="">
            <a:extLst xmlns:a="http://schemas.openxmlformats.org/drawingml/2006/main">
              <a:ext uri="{FF2B5EF4-FFF2-40B4-BE49-F238E27FC236}">
                <a16:creationId xmlns:a16="http://schemas.microsoft.com/office/drawing/2014/main" id="{B60AB5E2-DEBD-4E69-B0D5-EBE963FD9D2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정의만으로</a:t>
            </a:r>
          </a:p>
        </p:txBody>
      </p:sp>
      <p:sp>
        <p:nvSpPr>
          <p:cNvPr id="4" name="">
            <a:extLst xmlns:a="http://schemas.openxmlformats.org/drawingml/2006/main">
              <a:ext uri="{FF2B5EF4-FFF2-40B4-BE49-F238E27FC236}">
                <a16:creationId xmlns:a16="http://schemas.microsoft.com/office/drawing/2014/main" id="{DFB3D10D-E7D1-4CCD-AF58-26853506FBA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779F3E-C300-4F8D-AE33-12B2866390F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정의만으로</a:t>
            </a:r>
            <a:r>
              <a:t> 본문은 실행되지 않습니다.</a:t>
            </a:r>
          </a:p>
        </p:txBody>
      </p:sp>
      <p:sp>
        <p:nvSpPr>
          <p:cNvPr id="6" name="">
            <a:extLst xmlns:a="http://schemas.openxmlformats.org/drawingml/2006/main">
              <a:ext uri="{FF2B5EF4-FFF2-40B4-BE49-F238E27FC236}">
                <a16:creationId xmlns:a16="http://schemas.microsoft.com/office/drawing/2014/main" id="{DB1E5CA9-1766-4716-BFC8-CF4EC908881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자리와 실제 전달값을 구별합니다.</a:t>
            </a:r>
          </a:p>
        </p:txBody>
      </p:sp>
      <p:sp>
        <p:nvSpPr>
          <p:cNvPr id="7" name="">
            <a:extLst xmlns:a="http://schemas.openxmlformats.org/drawingml/2006/main">
              <a:ext uri="{FF2B5EF4-FFF2-40B4-BE49-F238E27FC236}">
                <a16:creationId xmlns:a16="http://schemas.microsoft.com/office/drawing/2014/main" id="{F66F8380-438D-4170-87C7-507E879B173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함수가 어떤 값을 받는지 문장으로 적습니다.</a:t>
            </a:r>
          </a:p>
        </p:txBody>
      </p:sp>
      <p:sp>
        <p:nvSpPr>
          <p:cNvPr id="8" name="">
            <a:extLst xmlns:a="http://schemas.openxmlformats.org/drawingml/2006/main">
              <a:ext uri="{FF2B5EF4-FFF2-40B4-BE49-F238E27FC236}">
                <a16:creationId xmlns:a16="http://schemas.microsoft.com/office/drawing/2014/main" id="{18774C76-A35C-44EC-A947-5BB3E686B1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0B08E94-F65A-4E23-AB1F-AD15F3F0E5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90BC12F0-8742-41F5-B6B0-BD86A650B8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840265737"/>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DD7B55-BAFF-4EAB-80D4-16EBE400C5B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04D22C-1805-459C-855B-AE2F9C02EEF4}"/>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D962C442-E186-4B65-AD0F-81A77B0DC5A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730FBE1-A81F-47D5-8EB9-9A5ADB7ED27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함수 입력과 반환</a:t>
            </a:r>
          </a:p>
        </p:txBody>
      </p:sp>
      <p:sp>
        <p:nvSpPr>
          <p:cNvPr id="5" name="">
            <a:extLst xmlns:a="http://schemas.openxmlformats.org/drawingml/2006/main">
              <a:ext uri="{FF2B5EF4-FFF2-40B4-BE49-F238E27FC236}">
                <a16:creationId xmlns:a16="http://schemas.microsoft.com/office/drawing/2014/main" id="{2E148934-ABE5-4668-A88A-ECED5F8406C1}"/>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9E46D3-F397-46B8-B098-F30EA6FA5192}"/>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C02D2E7B-A2DA-44A7-9ADE-7F85E6E3ECA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A04, A05, A06</a:t>
            </a:r>
          </a:p>
        </p:txBody>
      </p:sp>
      <p:sp>
        <p:nvSpPr>
          <p:cNvPr id="8" name="">
            <a:extLst xmlns:a="http://schemas.openxmlformats.org/drawingml/2006/main">
              <a:ext uri="{FF2B5EF4-FFF2-40B4-BE49-F238E27FC236}">
                <a16:creationId xmlns:a16="http://schemas.microsoft.com/office/drawing/2014/main" id="{D150D631-1CD1-4A8F-9899-6434C839AA5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91C9F421-1FAD-466A-8B19-164C34D8AA1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25990BF0-12F8-49C1-A19C-EE6D86F530B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384695964"/>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5DDFD51-CBA2-4433-999F-548563424C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8E4B9C2-DB39-4DA1-A137-52A7A8BB1D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값을 돌려주기</a:t>
            </a:r>
          </a:p>
        </p:txBody>
      </p:sp>
      <p:sp>
        <p:nvSpPr>
          <p:cNvPr id="3" name="">
            <a:extLst xmlns:a="http://schemas.openxmlformats.org/drawingml/2006/main">
              <a:ext uri="{FF2B5EF4-FFF2-40B4-BE49-F238E27FC236}">
                <a16:creationId xmlns:a16="http://schemas.microsoft.com/office/drawing/2014/main" id="{2BBF1D0C-1CD7-412B-B217-02DE5DBF5FEA}"/>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09BF7E-CA6E-47E4-8638-533BBB2BDD9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63200E6-8CC8-40EA-9254-208E924B906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add_offset(value, offset):</a:t>
            </a:r>
          </a:p>
        </p:txBody>
      </p:sp>
      <p:sp>
        <p:nvSpPr>
          <p:cNvPr id="6" name="">
            <a:extLst xmlns:a="http://schemas.openxmlformats.org/drawingml/2006/main">
              <a:ext uri="{FF2B5EF4-FFF2-40B4-BE49-F238E27FC236}">
                <a16:creationId xmlns:a16="http://schemas.microsoft.com/office/drawing/2014/main" id="{597049D1-BA70-4320-A2C2-EAF114C32C2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844424EE-CF5A-491F-B013-F0C37F5A7DD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value + offset</a:t>
            </a:r>
          </a:p>
        </p:txBody>
      </p:sp>
      <p:sp>
        <p:nvSpPr>
          <p:cNvPr id="8" name="">
            <a:extLst xmlns:a="http://schemas.openxmlformats.org/drawingml/2006/main">
              <a:ext uri="{FF2B5EF4-FFF2-40B4-BE49-F238E27FC236}">
                <a16:creationId xmlns:a16="http://schemas.microsoft.com/office/drawing/2014/main" id="{5CE387A1-8DCD-4A9C-BF37-773C4F8DD88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B6E6E907-B4FB-411F-A791-01932E65886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result = add_offset(22.5, 1.0)</a:t>
            </a:r>
          </a:p>
        </p:txBody>
      </p:sp>
      <p:sp>
        <p:nvSpPr>
          <p:cNvPr id="10" name="">
            <a:extLst xmlns:a="http://schemas.openxmlformats.org/drawingml/2006/main">
              <a:ext uri="{FF2B5EF4-FFF2-40B4-BE49-F238E27FC236}">
                <a16:creationId xmlns:a16="http://schemas.microsoft.com/office/drawing/2014/main" id="{1B264AB3-9EC5-4D8B-8F06-7D9F808BA6E3}"/>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D21A3BC3-66C1-4518-9BB1-50C93878699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print(result)</a:t>
            </a:r>
          </a:p>
        </p:txBody>
      </p:sp>
      <p:sp>
        <p:nvSpPr>
          <p:cNvPr id="12" name="">
            <a:extLst xmlns:a="http://schemas.openxmlformats.org/drawingml/2006/main">
              <a:ext uri="{FF2B5EF4-FFF2-40B4-BE49-F238E27FC236}">
                <a16:creationId xmlns:a16="http://schemas.microsoft.com/office/drawing/2014/main" id="{2FAD317B-C180-4F53-91EC-F632E86A6027}"/>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4F553F24-5279-4563-8997-2D03DEA7C712}"/>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print(result + 1)</a:t>
            </a:r>
          </a:p>
        </p:txBody>
      </p:sp>
      <p:sp>
        <p:nvSpPr>
          <p:cNvPr id="14" name="">
            <a:extLst xmlns:a="http://schemas.openxmlformats.org/drawingml/2006/main">
              <a:ext uri="{FF2B5EF4-FFF2-40B4-BE49-F238E27FC236}">
                <a16:creationId xmlns:a16="http://schemas.microsoft.com/office/drawing/2014/main" id="{9E6E85AE-531E-4129-B316-774F66DA85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E936774-A3EB-403B-8127-BEFDD55B15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13BBFE85-7DF6-4DA1-AD4C-7156D53E68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912455066"/>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C041D3-BDC7-4D33-A922-74588E851A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326F851-446E-453A-B89D-55E1BABBB5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return과 print의 차이</a:t>
            </a:r>
          </a:p>
        </p:txBody>
      </p:sp>
      <p:sp>
        <p:nvSpPr>
          <p:cNvPr id="3" name="">
            <a:extLst xmlns:a="http://schemas.openxmlformats.org/drawingml/2006/main">
              <a:ext uri="{FF2B5EF4-FFF2-40B4-BE49-F238E27FC236}">
                <a16:creationId xmlns:a16="http://schemas.microsoft.com/office/drawing/2014/main" id="{8343F1C5-EC62-41D0-8AC8-DAC6AC41B65D}"/>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8B5627-1DC2-42FE-BEA5-B36AE88A1874}"/>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return은 호출한 곳으로 값을 보냅니다.</a:t>
            </a:r>
          </a:p>
        </p:txBody>
      </p:sp>
      <p:sp>
        <p:nvSpPr>
          <p:cNvPr id="5" name="">
            <a:extLst xmlns:a="http://schemas.openxmlformats.org/drawingml/2006/main">
              <a:ext uri="{FF2B5EF4-FFF2-40B4-BE49-F238E27FC236}">
                <a16:creationId xmlns:a16="http://schemas.microsoft.com/office/drawing/2014/main" id="{9F04E0CF-50BC-4B82-AE09-951974F2D89D}"/>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print는 사람에게 화면을 보여 줍니다.</a:t>
            </a:r>
          </a:p>
        </p:txBody>
      </p:sp>
      <p:sp>
        <p:nvSpPr>
          <p:cNvPr id="6" name="">
            <a:extLst xmlns:a="http://schemas.openxmlformats.org/drawingml/2006/main">
              <a:ext uri="{FF2B5EF4-FFF2-40B4-BE49-F238E27FC236}">
                <a16:creationId xmlns:a16="http://schemas.microsoft.com/office/drawing/2014/main" id="{43548047-BCCA-43DE-9306-2582ED6983C0}"/>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D716148-1A58-4A73-B003-012D874E437E}"/>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화면에 출력한 값이 변수에 자동으로 저장되지는 않습니다.</a:t>
            </a:r>
          </a:p>
        </p:txBody>
      </p:sp>
      <p:sp>
        <p:nvSpPr>
          <p:cNvPr id="8" name="">
            <a:extLst xmlns:a="http://schemas.openxmlformats.org/drawingml/2006/main">
              <a:ext uri="{FF2B5EF4-FFF2-40B4-BE49-F238E27FC236}">
                <a16:creationId xmlns:a16="http://schemas.microsoft.com/office/drawing/2014/main" id="{80682C56-218E-40EA-BD9B-DA3CB9B3E8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CC7B3DD-9E4F-4052-A6CA-7AC21A0AC9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875299A8-1E36-4C03-A6F6-EBDF8A4D9D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359632354"/>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7ABF140-EBAE-4D7E-9807-5C43F4FD5B4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BC18D0A-FC96-407D-8FC6-0F5D9B18AA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반환 뒤 계산하기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247861"/>
                <a:gridCol w="5724939"/>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함수 입력</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22.5와 1.0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반환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23.5</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다음 계산 +1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24.5</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5CAFB86E-EDC7-4E30-B466-FFD96F86A4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80A34C-E343-4381-9A3D-E7990BF826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DADFF792-320A-423F-BE12-6AC97B02A0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581141361"/>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17C4559-51A7-4D2F-9EC6-14E3D705703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7EBD75F-9DBF-43BE-A499-E1A57BE51D6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 뒤 결과를 따라갑니다</a:t>
            </a:r>
          </a:p>
        </p:txBody>
      </p:sp>
      <p:sp>
        <p:nvSpPr>
          <p:cNvPr id="3" name="">
            <a:extLst xmlns:a="http://schemas.openxmlformats.org/drawingml/2006/main">
              <a:ext uri="{FF2B5EF4-FFF2-40B4-BE49-F238E27FC236}">
                <a16:creationId xmlns:a16="http://schemas.microsoft.com/office/drawing/2014/main" id="{E83B525A-1D54-4984-A19B-C2F733D67AC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32C536C-1644-4FBA-8EBE-E26D30E1547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offset을 2.0으로 바꾸면 </a:t>
            </a:r>
            <a:r>
              <a:rPr b="1">
                <a:solidFill>
                  <a:srgbClr val="002FA7"/>
                </a:solidFill>
              </a:rPr>
              <a:t>24.5를 반환</a:t>
            </a:r>
            <a:r>
              <a:t>합니다.</a:t>
            </a:r>
          </a:p>
        </p:txBody>
      </p:sp>
      <p:sp>
        <p:nvSpPr>
          <p:cNvPr id="5" name="">
            <a:extLst xmlns:a="http://schemas.openxmlformats.org/drawingml/2006/main">
              <a:ext uri="{FF2B5EF4-FFF2-40B4-BE49-F238E27FC236}">
                <a16:creationId xmlns:a16="http://schemas.microsoft.com/office/drawing/2014/main" id="{A4078D16-D555-4C05-B3C2-D0114F8D154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09A64A-542C-42DA-B0B8-741E431D718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E92FD83-9CD2-45B7-819A-441229A4D0D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다음 +1은 25.5가 됩니다.</a:t>
            </a:r>
          </a:p>
        </p:txBody>
      </p:sp>
      <p:sp>
        <p:nvSpPr>
          <p:cNvPr id="8" name="">
            <a:extLst xmlns:a="http://schemas.openxmlformats.org/drawingml/2006/main">
              <a:ext uri="{FF2B5EF4-FFF2-40B4-BE49-F238E27FC236}">
                <a16:creationId xmlns:a16="http://schemas.microsoft.com/office/drawing/2014/main" id="{F0DB225D-8C4D-4091-83DD-776897EBA74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CBBB8A-E952-443C-968B-82419189F46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80535CB-4ABF-4122-A10E-F1848B1E5F3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반환과 뒤 계산의 결과를 따로 적습니다.</a:t>
            </a:r>
          </a:p>
        </p:txBody>
      </p:sp>
      <p:sp>
        <p:nvSpPr>
          <p:cNvPr id="11" name="">
            <a:extLst xmlns:a="http://schemas.openxmlformats.org/drawingml/2006/main">
              <a:ext uri="{FF2B5EF4-FFF2-40B4-BE49-F238E27FC236}">
                <a16:creationId xmlns:a16="http://schemas.microsoft.com/office/drawing/2014/main" id="{FC93D2DC-3D2E-4368-83EE-B8977A4BD09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E3C0D00-38C7-447D-8CD8-4DE36D174FF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ED4CB110-DE1D-4558-B292-A02A2D852E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354597310"/>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3E97F7A-603A-4276-A69F-4A0263EF85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287E543-938B-4494-B145-3127A4AE28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상태를 반환하기</a:t>
            </a:r>
          </a:p>
        </p:txBody>
      </p:sp>
      <p:sp>
        <p:nvSpPr>
          <p:cNvPr id="3" name="">
            <a:extLst xmlns:a="http://schemas.openxmlformats.org/drawingml/2006/main">
              <a:ext uri="{FF2B5EF4-FFF2-40B4-BE49-F238E27FC236}">
                <a16:creationId xmlns:a16="http://schemas.microsoft.com/office/drawing/2014/main" id="{500C2AFE-0C7D-4CEB-96B1-BE5F0938C2D3}"/>
              </a:ext>
            </a:extLst>
          </p:cNvPr>
          <p:cNvSpPr>
            <a:spLocks xmlns:a="http://schemas.openxmlformats.org/drawingml/2006/main" noGrp="1"/>
          </p:cNvSpPr>
          <p:nvPr/>
        </p:nvSpPr>
        <p:spPr>
          <a:xfrm xmlns:a="http://schemas.openxmlformats.org/drawingml/2006/main">
            <a:off x="609600" y="2714625"/>
            <a:ext cx="10972800" cy="3076575"/>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B3C89C-5876-4F30-B509-52C2D1AD8268}"/>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202BE2A3-8A62-4D45-829D-5F92E210D30C}"/>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def</a:t>
            </a:r>
            <a:r>
              <a:rPr>
                <a:solidFill>
                  <a:srgbClr val="FFFFFF"/>
                </a:solidFill>
              </a:rPr>
              <a:t> temperature_status(value):</a:t>
            </a:r>
          </a:p>
        </p:txBody>
      </p:sp>
      <p:sp>
        <p:nvSpPr>
          <p:cNvPr id="6" name="">
            <a:extLst xmlns:a="http://schemas.openxmlformats.org/drawingml/2006/main">
              <a:ext uri="{FF2B5EF4-FFF2-40B4-BE49-F238E27FC236}">
                <a16:creationId xmlns:a16="http://schemas.microsoft.com/office/drawing/2014/main" id="{4CECE2B5-2164-4D15-9B9B-6161B12A6901}"/>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0B31196D-45A7-44B6-A912-91FA43714828}"/>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BE345E40-88DC-478B-9C0A-9234CA41FE4D}"/>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466F795-A8F5-4499-948C-4D5F53731AB1}"/>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"미측정"</a:t>
            </a:r>
          </a:p>
        </p:txBody>
      </p:sp>
      <p:sp>
        <p:nvSpPr>
          <p:cNvPr id="10" name="">
            <a:extLst xmlns:a="http://schemas.openxmlformats.org/drawingml/2006/main">
              <a:ext uri="{FF2B5EF4-FFF2-40B4-BE49-F238E27FC236}">
                <a16:creationId xmlns:a16="http://schemas.microsoft.com/office/drawing/2014/main" id="{75E0F165-DD81-4CCF-A0A6-3E18DFF5FB6D}"/>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37D37BA-D9F5-433C-89C6-157D4C09F86E}"/>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24.0:</a:t>
            </a:r>
          </a:p>
        </p:txBody>
      </p:sp>
      <p:sp>
        <p:nvSpPr>
          <p:cNvPr id="12" name="">
            <a:extLst xmlns:a="http://schemas.openxmlformats.org/drawingml/2006/main">
              <a:ext uri="{FF2B5EF4-FFF2-40B4-BE49-F238E27FC236}">
                <a16:creationId xmlns:a16="http://schemas.microsoft.com/office/drawing/2014/main" id="{F3654B02-6274-4CD8-AFC2-EC1C2BD0D817}"/>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6793EFB7-0828-46EB-BC7D-4A63327DA2F9}"/>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"확인"</a:t>
            </a:r>
          </a:p>
        </p:txBody>
      </p:sp>
      <p:sp>
        <p:nvSpPr>
          <p:cNvPr id="14" name="">
            <a:extLst xmlns:a="http://schemas.openxmlformats.org/drawingml/2006/main">
              <a:ext uri="{FF2B5EF4-FFF2-40B4-BE49-F238E27FC236}">
                <a16:creationId xmlns:a16="http://schemas.microsoft.com/office/drawing/2014/main" id="{72602AEE-6E36-49AA-9B52-26D382EFDB41}"/>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8F9D6B6B-3A0C-4021-8E88-89CEF70A98F1}"/>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"정상"</a:t>
            </a:r>
          </a:p>
        </p:txBody>
      </p:sp>
      <p:sp>
        <p:nvSpPr>
          <p:cNvPr id="16" name="">
            <a:extLst xmlns:a="http://schemas.openxmlformats.org/drawingml/2006/main">
              <a:ext uri="{FF2B5EF4-FFF2-40B4-BE49-F238E27FC236}">
                <a16:creationId xmlns:a16="http://schemas.microsoft.com/office/drawing/2014/main" id="{E8DF0DF3-5530-49F1-AC6F-4933C9F2F163}"/>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B12E6F82-3E31-4F4E-85A0-270539C33816}"/>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print(temperature_status(22.5))</a:t>
            </a:r>
          </a:p>
        </p:txBody>
      </p:sp>
      <p:sp>
        <p:nvSpPr>
          <p:cNvPr id="18" name="">
            <a:extLst xmlns:a="http://schemas.openxmlformats.org/drawingml/2006/main">
              <a:ext uri="{FF2B5EF4-FFF2-40B4-BE49-F238E27FC236}">
                <a16:creationId xmlns:a16="http://schemas.microsoft.com/office/drawing/2014/main" id="{EB53E0A9-4DC9-4E4F-82B5-AC724B6E07B0}"/>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5E2BFF04-941E-492E-A76B-13A3F00A67E8}"/>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a:t>
            </a:r>
            <a:r>
              <a:rPr b="1">
                <a:solidFill>
                  <a:srgbClr val="FFFFFF"/>
                </a:solidFill>
              </a:rPr>
              <a:t>None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B6745A43-1BA8-4E24-9408-1757D36F58E9}"/>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5EC73FD2-9F0F-4F11-B580-1762113D44EA}"/>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print(temperature_status(25.0))</a:t>
            </a:r>
          </a:p>
        </p:txBody>
      </p:sp>
      <p:sp>
        <p:nvSpPr>
          <p:cNvPr id="22" name="">
            <a:extLst xmlns:a="http://schemas.openxmlformats.org/drawingml/2006/main">
              <a:ext uri="{FF2B5EF4-FFF2-40B4-BE49-F238E27FC236}">
                <a16:creationId xmlns:a16="http://schemas.microsoft.com/office/drawing/2014/main" id="{98616E54-2337-47EB-976D-4C1C20CBCC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31A3122-D10F-4689-9D29-01B17DFEEEA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4" name="">
            <a:extLst xmlns:a="http://schemas.openxmlformats.org/drawingml/2006/main">
              <a:ext uri="{FF2B5EF4-FFF2-40B4-BE49-F238E27FC236}">
                <a16:creationId xmlns:a16="http://schemas.microsoft.com/office/drawing/2014/main" id="{3450F866-45D3-45D2-9A2D-08D586C9DA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939758585"/>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1B8B97-0DD8-4814-83D7-64E164F74C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DB85F08-6EE0-45AC-985B-E175249B3C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return을 만나면 그 호출은 끝납니다</a:t>
            </a:r>
          </a:p>
        </p:txBody>
      </p:sp>
      <p:sp>
        <p:nvSpPr>
          <p:cNvPr id="3" name="">
            <a:extLst xmlns:a="http://schemas.openxmlformats.org/drawingml/2006/main">
              <a:ext uri="{FF2B5EF4-FFF2-40B4-BE49-F238E27FC236}">
                <a16:creationId xmlns:a16="http://schemas.microsoft.com/office/drawing/2014/main" id="{63C8F8D8-BF25-4217-91FC-381536E3FC3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7649AC6-E689-4BD0-98EC-B9F1C94DD57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None이면 미측정을 반환합니다.</a:t>
            </a:r>
          </a:p>
        </p:txBody>
      </p:sp>
      <p:sp>
        <p:nvSpPr>
          <p:cNvPr id="5" name="">
            <a:extLst xmlns:a="http://schemas.openxmlformats.org/drawingml/2006/main">
              <a:ext uri="{FF2B5EF4-FFF2-40B4-BE49-F238E27FC236}">
                <a16:creationId xmlns:a16="http://schemas.microsoft.com/office/drawing/2014/main" id="{E756D0C8-8E78-4FE5-9C8B-DAAD730212A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EF1096-132D-4658-BF1B-E5C6CEC52E3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08D6484-7382-4A30-949D-87424E75367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24.0 초과이면 확인을 반환합니다.</a:t>
            </a:r>
          </a:p>
        </p:txBody>
      </p:sp>
      <p:sp>
        <p:nvSpPr>
          <p:cNvPr id="8" name="">
            <a:extLst xmlns:a="http://schemas.openxmlformats.org/drawingml/2006/main">
              <a:ext uri="{FF2B5EF4-FFF2-40B4-BE49-F238E27FC236}">
                <a16:creationId xmlns:a16="http://schemas.microsoft.com/office/drawing/2014/main" id="{5572D2F6-39D6-4F9F-A3AC-4ED357E4B14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B199D0-C6D7-4490-83D3-B6D2B1C6282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AA5BBBD-28A6-49F1-A6FB-B9063453F02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외 숫자는 정상을 반환합니다.</a:t>
            </a:r>
          </a:p>
        </p:txBody>
      </p:sp>
      <p:sp>
        <p:nvSpPr>
          <p:cNvPr id="11" name="">
            <a:extLst xmlns:a="http://schemas.openxmlformats.org/drawingml/2006/main">
              <a:ext uri="{FF2B5EF4-FFF2-40B4-BE49-F238E27FC236}">
                <a16:creationId xmlns:a16="http://schemas.microsoft.com/office/drawing/2014/main" id="{E799A547-63C0-4E5A-80D2-3C8DED00D5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DEEBB4E-2CB4-4C84-9FAA-657ECC4859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288F7781-E8E6-4EB2-85AA-8C3AF251A08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2099584187"/>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89E134-7AF4-4F48-94B6-A1B32085A5E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7EE2F52-0448-4114-86FC-BC25B3DDBBD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경계값과 None의 반환값</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908431"/>
                <a:gridCol w="5064369"/>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반환값</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221EE38C-6B31-4AE0-80D6-429E443888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FABE75-6304-44E4-9807-12B12849E8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6C9193F7-64ED-48A4-8CE4-B3AEB3C6FD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471767473"/>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F6911F8-5691-43F7-A353-A3F0FB99273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01E96F6-C0A5-4271-9E52-91BBC2D37BB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 전에 예상 결과를 적습니다</a:t>
            </a:r>
          </a:p>
        </p:txBody>
      </p:sp>
      <p:sp>
        <p:nvSpPr>
          <p:cNvPr id="3" name="">
            <a:extLst xmlns:a="http://schemas.openxmlformats.org/drawingml/2006/main">
              <a:ext uri="{FF2B5EF4-FFF2-40B4-BE49-F238E27FC236}">
                <a16:creationId xmlns:a16="http://schemas.microsoft.com/office/drawing/2014/main" id="{276B648E-11AC-4B8A-884C-D9453DA57039}"/>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F35F5F-12A5-43CF-9546-9536990B813A}"/>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t>입력값마다 나와야 할 결과를 먼저 적습니다.</a:t>
            </a:r>
          </a:p>
        </p:txBody>
      </p:sp>
      <p:sp>
        <p:nvSpPr>
          <p:cNvPr id="5" name="">
            <a:extLst xmlns:a="http://schemas.openxmlformats.org/drawingml/2006/main">
              <a:ext uri="{FF2B5EF4-FFF2-40B4-BE49-F238E27FC236}">
                <a16:creationId xmlns:a16="http://schemas.microsoft.com/office/drawing/2014/main" id="{3AA4FC32-7335-4386-8450-5A50B4CAB7F5}"/>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경계 아래·같음·위를 포함합니다.</a:t>
            </a:r>
          </a:p>
        </p:txBody>
      </p:sp>
      <p:sp>
        <p:nvSpPr>
          <p:cNvPr id="6" name="">
            <a:extLst xmlns:a="http://schemas.openxmlformats.org/drawingml/2006/main">
              <a:ext uri="{FF2B5EF4-FFF2-40B4-BE49-F238E27FC236}">
                <a16:creationId xmlns:a16="http://schemas.microsoft.com/office/drawing/2014/main" id="{6D4EE4B9-48A8-4473-916E-4571B9FE7DAF}"/>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실제 출력과 기대를 대조합니다.</a:t>
            </a:r>
          </a:p>
        </p:txBody>
      </p:sp>
      <p:sp>
        <p:nvSpPr>
          <p:cNvPr id="7" name="">
            <a:extLst xmlns:a="http://schemas.openxmlformats.org/drawingml/2006/main">
              <a:ext uri="{FF2B5EF4-FFF2-40B4-BE49-F238E27FC236}">
                <a16:creationId xmlns:a16="http://schemas.microsoft.com/office/drawing/2014/main" id="{50938DA6-FABF-4EC3-99C3-481F817878C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74FABD-0472-44FF-BF68-CC1C779050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9" name="">
            <a:extLst xmlns:a="http://schemas.openxmlformats.org/drawingml/2006/main">
              <a:ext uri="{FF2B5EF4-FFF2-40B4-BE49-F238E27FC236}">
                <a16:creationId xmlns:a16="http://schemas.microsoft.com/office/drawing/2014/main" id="{510FCAEE-4B5D-4737-9965-02B268E8A2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618486677"/>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2865BBC-724F-4B6D-B3FB-BA56AE1AC83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16AAB01-D216-4AFB-9B31-D33457EB1AA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상품 금액에 배송비 더하기</a:t>
            </a:r>
          </a:p>
        </p:txBody>
      </p:sp>
      <p:sp>
        <p:nvSpPr>
          <p:cNvPr id="3" name="">
            <a:extLst xmlns:a="http://schemas.openxmlformats.org/drawingml/2006/main">
              <a:ext uri="{FF2B5EF4-FFF2-40B4-BE49-F238E27FC236}">
                <a16:creationId xmlns:a16="http://schemas.microsoft.com/office/drawing/2014/main" id="{05768AB7-5F94-4644-90C4-8C37A344CBE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332848B-B049-4266-83EB-879141CE8EA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상품 금액을 계산한 뒤 </a:t>
            </a:r>
            <a:r>
              <a:rPr b="1">
                <a:solidFill>
                  <a:srgbClr val="002FA7"/>
                </a:solidFill>
              </a:rPr>
              <a:t>배송비를 더합니다</a:t>
            </a:r>
            <a:r>
              <a:t>.</a:t>
            </a:r>
          </a:p>
        </p:txBody>
      </p:sp>
      <p:sp>
        <p:nvSpPr>
          <p:cNvPr id="5" name="">
            <a:extLst xmlns:a="http://schemas.openxmlformats.org/drawingml/2006/main">
              <a:ext uri="{FF2B5EF4-FFF2-40B4-BE49-F238E27FC236}">
                <a16:creationId xmlns:a16="http://schemas.microsoft.com/office/drawing/2014/main" id="{70DF640B-E4A6-4AD6-AD80-BFBCEC5C49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C3BE95-5192-432C-8B75-A7D518F7A9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26AB9A4D-803C-41CC-AF86-DE9A021A8C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438958787"/>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46D0A8-80C4-4669-8CC0-F122FC28A50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0195954-0AC3-4019-9622-D0A1138702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계산·반환·배송비 순서</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930189"/>
                <a:gridCol w="4042611"/>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1200×3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3600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함수 반환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3600</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배송비 +2000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5600</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C5B9F763-7007-4004-A1A8-A97B8569ED9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72B56C-A1F1-4FA7-8B49-B0AA1DCBCE5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EF7A0163-2618-420E-ABF8-8BA992920C7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3063018"/>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00D0D7-D624-4896-B011-CFE2D3D02A3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9F7AB182-315E-4B46-B841-9FE23E390FF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4F4BA409-3800-4444-A7F6-CD573A11A4B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함수는 포장비 500을 </a:t>
            </a:r>
            <a:r>
              <a:rPr b="1">
                <a:solidFill>
                  <a:srgbClr val="BACBFA"/>
                </a:solidFill>
              </a:rPr>
              <a:t>출력만</a:t>
            </a:r>
            <a:r>
              <a:t> 합니다.</a:t>
            </a:r>
          </a:p>
        </p:txBody>
      </p:sp>
      <p:sp>
        <p:nvSpPr>
          <p:cNvPr id="4" name="">
            <a:extLst xmlns:a="http://schemas.openxmlformats.org/drawingml/2006/main">
              <a:ext uri="{FF2B5EF4-FFF2-40B4-BE49-F238E27FC236}">
                <a16:creationId xmlns:a16="http://schemas.microsoft.com/office/drawing/2014/main" id="{C5193E59-1FF5-4F32-8BD7-C64DD5E46D2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반환값을 총액 3000에 더하면 어떻게 될까요?</a:t>
            </a:r>
          </a:p>
        </p:txBody>
      </p:sp>
      <p:sp>
        <p:nvSpPr>
          <p:cNvPr id="5" name="">
            <a:extLst xmlns:a="http://schemas.openxmlformats.org/drawingml/2006/main">
              <a:ext uri="{FF2B5EF4-FFF2-40B4-BE49-F238E27FC236}">
                <a16:creationId xmlns:a16="http://schemas.microsoft.com/office/drawing/2014/main" id="{AF1DB926-5BBF-4783-839D-80A2CDF765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94EE23-A729-488A-8EF7-8A32823928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F02A9B4D-6C86-4023-8B79-72AAF3DBC2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1676070253"/>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C838B5-0857-4216-A614-C960A563F8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50C5D1A-28A0-4EBD-ACF4-4E8B9517BB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출력만 하면 None을 받습니다</a:t>
            </a:r>
          </a:p>
        </p:txBody>
      </p:sp>
      <p:sp>
        <p:nvSpPr>
          <p:cNvPr id="3" name="">
            <a:extLst xmlns:a="http://schemas.openxmlformats.org/drawingml/2006/main">
              <a:ext uri="{FF2B5EF4-FFF2-40B4-BE49-F238E27FC236}">
                <a16:creationId xmlns:a16="http://schemas.microsoft.com/office/drawing/2014/main" id="{E1AECDA4-F388-4FFD-B547-49BDC720D09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0EF3E7C-74AC-4F2B-9D22-E13D6D9DFC8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return이 없으면 </a:t>
            </a:r>
            <a:r>
              <a:rPr b="1">
                <a:solidFill>
                  <a:srgbClr val="002FA7"/>
                </a:solidFill>
              </a:rPr>
              <a:t>받은 값은 None</a:t>
            </a:r>
            <a:r>
              <a:t>입니다.</a:t>
            </a:r>
          </a:p>
        </p:txBody>
      </p:sp>
      <p:sp>
        <p:nvSpPr>
          <p:cNvPr id="5" name="">
            <a:extLst xmlns:a="http://schemas.openxmlformats.org/drawingml/2006/main">
              <a:ext uri="{FF2B5EF4-FFF2-40B4-BE49-F238E27FC236}">
                <a16:creationId xmlns:a16="http://schemas.microsoft.com/office/drawing/2014/main" id="{FDE59535-6192-404F-9F56-67A2A2AB02D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함수가 500을 반환하고 호출자가 더하도록 고칩니다.</a:t>
            </a:r>
          </a:p>
        </p:txBody>
      </p:sp>
      <p:sp>
        <p:nvSpPr>
          <p:cNvPr id="6" name="">
            <a:extLst xmlns:a="http://schemas.openxmlformats.org/drawingml/2006/main">
              <a:ext uri="{FF2B5EF4-FFF2-40B4-BE49-F238E27FC236}">
                <a16:creationId xmlns:a16="http://schemas.microsoft.com/office/drawing/2014/main" id="{12648ABB-3BC5-4CF6-821D-48A7042B4C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520F60-9AFC-43F9-AA4A-D43EB42C21C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BDD0AEA7-D046-4C2C-A187-7B69AC4DA2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1232907604"/>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6F6E34-95DD-466E-8AE6-B37D2C81640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35F5E6DE-8D18-4C7F-8A8F-FC3985C1D64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반환과 검사</a:t>
            </a:r>
          </a:p>
        </p:txBody>
      </p:sp>
      <p:sp>
        <p:nvSpPr>
          <p:cNvPr id="3" name="">
            <a:extLst xmlns:a="http://schemas.openxmlformats.org/drawingml/2006/main">
              <a:ext uri="{FF2B5EF4-FFF2-40B4-BE49-F238E27FC236}">
                <a16:creationId xmlns:a16="http://schemas.microsoft.com/office/drawing/2014/main" id="{81C3082E-8839-4DDA-93DB-C3AA87D0251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A04 받은 값을 다음 계산에 사용합니다.</a:t>
            </a:r>
          </a:p>
        </p:txBody>
      </p:sp>
      <p:sp>
        <p:nvSpPr>
          <p:cNvPr id="4" name="">
            <a:extLst xmlns:a="http://schemas.openxmlformats.org/drawingml/2006/main">
              <a:ext uri="{FF2B5EF4-FFF2-40B4-BE49-F238E27FC236}">
                <a16:creationId xmlns:a16="http://schemas.microsoft.com/office/drawing/2014/main" id="{AEF98D3F-9F05-4016-AF5E-85D1C9AE9BB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A06에서 정상·경계·미측정을 대조합니다.</a:t>
            </a:r>
          </a:p>
        </p:txBody>
      </p:sp>
      <p:sp>
        <p:nvSpPr>
          <p:cNvPr id="5" name="">
            <a:extLst xmlns:a="http://schemas.openxmlformats.org/drawingml/2006/main">
              <a:ext uri="{FF2B5EF4-FFF2-40B4-BE49-F238E27FC236}">
                <a16:creationId xmlns:a16="http://schemas.microsoft.com/office/drawing/2014/main" id="{4987E669-657C-4275-B6F4-D69943E310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44D291E-0B9C-4B18-AA8F-06FFA6B3D4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B48489FD-2D11-4ED7-8978-3F71FC53AE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1120717776"/>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1E07F2-8BAC-4318-B2B3-1668013DCA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7935080-B0A1-4BD2-B9D6-D07EFA05D2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2교시 확인</a:t>
            </a:r>
          </a:p>
        </p:txBody>
      </p:sp>
      <p:sp>
        <p:nvSpPr>
          <p:cNvPr id="3" name="">
            <a:extLst xmlns:a="http://schemas.openxmlformats.org/drawingml/2006/main">
              <a:ext uri="{FF2B5EF4-FFF2-40B4-BE49-F238E27FC236}">
                <a16:creationId xmlns:a16="http://schemas.microsoft.com/office/drawing/2014/main" id="{A2A46159-7BDB-47D0-83C2-22E39F5EEBA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표시값과 반환값</a:t>
            </a:r>
          </a:p>
        </p:txBody>
      </p:sp>
      <p:sp>
        <p:nvSpPr>
          <p:cNvPr id="4" name="">
            <a:extLst xmlns:a="http://schemas.openxmlformats.org/drawingml/2006/main">
              <a:ext uri="{FF2B5EF4-FFF2-40B4-BE49-F238E27FC236}">
                <a16:creationId xmlns:a16="http://schemas.microsoft.com/office/drawing/2014/main" id="{8C032BFE-50CF-4DF3-A700-32A154C859E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7E0B23-1243-4C0F-870A-EB4EDC06EB5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표시값과 반환값</a:t>
            </a:r>
            <a:r>
              <a:t>은 다를 수 있습니다.</a:t>
            </a:r>
          </a:p>
        </p:txBody>
      </p:sp>
      <p:sp>
        <p:nvSpPr>
          <p:cNvPr id="6" name="">
            <a:extLst xmlns:a="http://schemas.openxmlformats.org/drawingml/2006/main">
              <a:ext uri="{FF2B5EF4-FFF2-40B4-BE49-F238E27FC236}">
                <a16:creationId xmlns:a16="http://schemas.microsoft.com/office/drawing/2014/main" id="{A70BF374-2EB4-41F8-A1E9-426433B1C43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return을 실행하면 그 함수 호출은 끝납니다.</a:t>
            </a:r>
          </a:p>
        </p:txBody>
      </p:sp>
      <p:sp>
        <p:nvSpPr>
          <p:cNvPr id="7" name="">
            <a:extLst xmlns:a="http://schemas.openxmlformats.org/drawingml/2006/main">
              <a:ext uri="{FF2B5EF4-FFF2-40B4-BE49-F238E27FC236}">
                <a16:creationId xmlns:a16="http://schemas.microsoft.com/office/drawing/2014/main" id="{6D3A36CD-75DA-4339-BCAF-4B3AF3AB09D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시험한 입력과 시험하지 않은 입력을 구별해 알립니다.</a:t>
            </a:r>
          </a:p>
        </p:txBody>
      </p:sp>
      <p:sp>
        <p:nvSpPr>
          <p:cNvPr id="8" name="">
            <a:extLst xmlns:a="http://schemas.openxmlformats.org/drawingml/2006/main">
              <a:ext uri="{FF2B5EF4-FFF2-40B4-BE49-F238E27FC236}">
                <a16:creationId xmlns:a16="http://schemas.microsoft.com/office/drawing/2014/main" id="{F4981789-504C-4DCC-9900-3FBD1FA962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48BCA34-C875-4723-93CF-F0D431D3C42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AF9FDFF5-10E6-4327-B60F-F848EE2FE1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885339518"/>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A54626-8D61-46F7-80FE-7933DD2691A9}"/>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016151-55B8-4D04-B969-1C2F4E05BA11}"/>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1B0DB998-F5D5-4869-B58F-A5DAE1B397D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469668C-437B-46B3-89BF-6DC54507333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파일을 읽고 결과 저장</a:t>
            </a:r>
          </a:p>
        </p:txBody>
      </p:sp>
      <p:sp>
        <p:nvSpPr>
          <p:cNvPr id="5" name="">
            <a:extLst xmlns:a="http://schemas.openxmlformats.org/drawingml/2006/main">
              <a:ext uri="{FF2B5EF4-FFF2-40B4-BE49-F238E27FC236}">
                <a16:creationId xmlns:a16="http://schemas.microsoft.com/office/drawing/2014/main" id="{E84720AB-57B4-451E-B21A-DF1E3CC9618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A3E3E1-2E09-4C64-A0B2-5303063D223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9E423E57-B3CB-429C-97E5-AA9CB28AF85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A07, A08, A09</a:t>
            </a:r>
          </a:p>
        </p:txBody>
      </p:sp>
      <p:sp>
        <p:nvSpPr>
          <p:cNvPr id="8" name="">
            <a:extLst xmlns:a="http://schemas.openxmlformats.org/drawingml/2006/main">
              <a:ext uri="{FF2B5EF4-FFF2-40B4-BE49-F238E27FC236}">
                <a16:creationId xmlns:a16="http://schemas.microsoft.com/office/drawing/2014/main" id="{F41BBCF1-E2B9-4E8D-9768-16A2E3DF6C5F}"/>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6BB8906E-1A8E-43D2-B738-F7B257E9FC5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1E474902-3DCE-4BE0-9C4C-852459C0474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1120338537"/>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E8B0B2B-1EA3-4343-8A52-38FBE805B90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D866E57-10E6-4EC6-8426-ADEE986A639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텍스트 파일 읽기</a:t>
            </a:r>
          </a:p>
        </p:txBody>
      </p:sp>
      <p:sp>
        <p:nvSpPr>
          <p:cNvPr id="3" name="">
            <a:extLst xmlns:a="http://schemas.openxmlformats.org/drawingml/2006/main">
              <a:ext uri="{FF2B5EF4-FFF2-40B4-BE49-F238E27FC236}">
                <a16:creationId xmlns:a16="http://schemas.microsoft.com/office/drawing/2014/main" id="{30993A80-68FD-4C74-9A72-C1BC405D8E30}"/>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E9B6F51-2E53-46AE-AC59-D450404B598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CDDC4E8-3B01-41C5-8B24-2AC6AA4B933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from</a:t>
            </a:r>
            <a:r>
              <a:rPr>
                <a:solidFill>
                  <a:srgbClr val="FFFFFF"/>
                </a:solidFill>
              </a:rPr>
              <a:t> pathlib </a:t>
            </a:r>
            <a:r>
              <a:rPr b="1">
                <a:solidFill>
                  <a:srgbClr val="FFFFFF"/>
                </a:solidFill>
              </a:rPr>
              <a:t>import</a:t>
            </a:r>
            <a:r>
              <a:rPr>
                <a:solidFill>
                  <a:srgbClr val="FFFFFF"/>
                </a:solidFill>
              </a:rPr>
              <a:t> Path</a:t>
            </a:r>
          </a:p>
        </p:txBody>
      </p:sp>
      <p:sp>
        <p:nvSpPr>
          <p:cNvPr id="6" name="">
            <a:extLst xmlns:a="http://schemas.openxmlformats.org/drawingml/2006/main">
              <a:ext uri="{FF2B5EF4-FFF2-40B4-BE49-F238E27FC236}">
                <a16:creationId xmlns:a16="http://schemas.microsoft.com/office/drawing/2014/main" id="{CF2D4BE9-7A17-4AAB-820A-36CFEFEAC46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E0B3939C-3DAF-4241-9B42-ACF397C197A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base = Path(__file__).resolve().parent.parent</a:t>
            </a:r>
          </a:p>
        </p:txBody>
      </p:sp>
      <p:sp>
        <p:nvSpPr>
          <p:cNvPr id="8" name="">
            <a:extLst xmlns:a="http://schemas.openxmlformats.org/drawingml/2006/main">
              <a:ext uri="{FF2B5EF4-FFF2-40B4-BE49-F238E27FC236}">
                <a16:creationId xmlns:a16="http://schemas.microsoft.com/office/drawing/2014/main" id="{6C101E23-DB27-476B-9710-F1E548D61F9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EC3C6DA1-B5FB-4905-8221-66D78B65FE9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source = base / </a:t>
            </a:r>
            <a:r>
              <a:rPr>
                <a:solidFill>
                  <a:srgbClr val="BACBFA"/>
                </a:solidFill>
              </a:rPr>
              <a:t>"data"</a:t>
            </a:r>
            <a:r>
              <a:rPr>
                <a:solidFill>
                  <a:srgbClr val="FFFFFF"/>
                </a:solidFill>
              </a:rPr>
              <a:t> / </a:t>
            </a:r>
            <a:r>
              <a:rPr>
                <a:solidFill>
                  <a:srgbClr val="BACBFA"/>
                </a:solidFill>
              </a:rPr>
              <a:t>"notice.txt"</a:t>
            </a:r>
          </a:p>
        </p:txBody>
      </p:sp>
      <p:sp>
        <p:nvSpPr>
          <p:cNvPr id="10" name="">
            <a:extLst xmlns:a="http://schemas.openxmlformats.org/drawingml/2006/main">
              <a:ext uri="{FF2B5EF4-FFF2-40B4-BE49-F238E27FC236}">
                <a16:creationId xmlns:a16="http://schemas.microsoft.com/office/drawing/2014/main" id="{6726C418-D6A1-4F26-A02E-288935010EC2}"/>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66357850-B304-4BD2-9EB0-2D28CBB2A0F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text = source.read_text(encoding=</a:t>
            </a:r>
            <a:r>
              <a:rPr>
                <a:solidFill>
                  <a:srgbClr val="BACBFA"/>
                </a:solidFill>
              </a:rPr>
              <a:t>"utf-8"</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69E2D537-CC24-43F5-B36D-6E4567B10409}"/>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05557BE7-7595-48F1-907F-EF584F24374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print(text.strip())</a:t>
            </a:r>
          </a:p>
        </p:txBody>
      </p:sp>
      <p:sp>
        <p:nvSpPr>
          <p:cNvPr id="14" name="">
            <a:extLst xmlns:a="http://schemas.openxmlformats.org/drawingml/2006/main">
              <a:ext uri="{FF2B5EF4-FFF2-40B4-BE49-F238E27FC236}">
                <a16:creationId xmlns:a16="http://schemas.microsoft.com/office/drawing/2014/main" id="{6174B196-F702-4CC2-8570-D9335D8BE1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A30A3E-5A34-4A37-8903-F212FA4BEA0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36FE0B88-C60C-47A3-9D8E-9317C3F2EA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977416710"/>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9D5071C-63C2-4C76-9DA2-89CAE8E700F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0DFE89B-9CD9-4D42-992A-AD11B74724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주소를 만드는 순서</a:t>
            </a:r>
          </a:p>
        </p:txBody>
      </p:sp>
      <p:sp>
        <p:nvSpPr>
          <p:cNvPr id="3" name="">
            <a:extLst xmlns:a="http://schemas.openxmlformats.org/drawingml/2006/main">
              <a:ext uri="{FF2B5EF4-FFF2-40B4-BE49-F238E27FC236}">
                <a16:creationId xmlns:a16="http://schemas.microsoft.com/office/drawing/2014/main" id="{D268F4E4-FEC0-45BF-A45E-2191A7F628E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3A07CF7-C9DA-4E6C-B9FE-822369F8599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코드의 위치를 찾습니다.</a:t>
            </a:r>
          </a:p>
        </p:txBody>
      </p:sp>
      <p:sp>
        <p:nvSpPr>
          <p:cNvPr id="5" name="">
            <a:extLst xmlns:a="http://schemas.openxmlformats.org/drawingml/2006/main">
              <a:ext uri="{FF2B5EF4-FFF2-40B4-BE49-F238E27FC236}">
                <a16:creationId xmlns:a16="http://schemas.microsoft.com/office/drawing/2014/main" id="{6CE65F94-BD52-4379-8EFA-820D0828A31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A5E667-79F8-42D0-BF89-08F76DD5B63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1095DEA-5245-49E6-8A75-1AABA301F5C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위의 </a:t>
            </a:r>
            <a:r>
              <a:rPr b="1">
                <a:solidFill>
                  <a:srgbClr val="002FA7"/>
                </a:solidFill>
              </a:rPr>
              <a:t>course 폴더</a:t>
            </a:r>
            <a:r>
              <a:t>를 기준으로 삼습니다.</a:t>
            </a:r>
          </a:p>
        </p:txBody>
      </p:sp>
      <p:sp>
        <p:nvSpPr>
          <p:cNvPr id="8" name="">
            <a:extLst xmlns:a="http://schemas.openxmlformats.org/drawingml/2006/main">
              <a:ext uri="{FF2B5EF4-FFF2-40B4-BE49-F238E27FC236}">
                <a16:creationId xmlns:a16="http://schemas.microsoft.com/office/drawing/2014/main" id="{835FE847-BD3F-4DB5-AF8C-BE4D3DB4A3D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790EB28-7C2E-4835-851E-D259C839125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BF0E7AE-018B-424C-89EA-90DA428F802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data/notice.txt를 UTF-8로 읽습니다.</a:t>
            </a:r>
          </a:p>
        </p:txBody>
      </p:sp>
      <p:sp>
        <p:nvSpPr>
          <p:cNvPr id="11" name="">
            <a:extLst xmlns:a="http://schemas.openxmlformats.org/drawingml/2006/main">
              <a:ext uri="{FF2B5EF4-FFF2-40B4-BE49-F238E27FC236}">
                <a16:creationId xmlns:a16="http://schemas.microsoft.com/office/drawing/2014/main" id="{D3849524-1AD4-48FF-93CC-43B833E04A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7462A93-1280-41AE-A5B3-B68121FD92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F1B564E2-839B-43CC-8168-13C045DA24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993882647"/>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474708-AC4B-4F0D-B196-905B698745E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A6CAEAD-0230-40CC-9928-82D62C192B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파일을 찾지 못하면</a:t>
            </a:r>
          </a:p>
        </p:txBody>
      </p:sp>
      <p:sp>
        <p:nvSpPr>
          <p:cNvPr id="3" name="">
            <a:extLst xmlns:a="http://schemas.openxmlformats.org/drawingml/2006/main">
              <a:ext uri="{FF2B5EF4-FFF2-40B4-BE49-F238E27FC236}">
                <a16:creationId xmlns:a16="http://schemas.microsoft.com/office/drawing/2014/main" id="{645F57BC-E85A-4D6F-AC21-FCBA5BAC8CF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주소부터 확인</a:t>
            </a:r>
          </a:p>
        </p:txBody>
      </p:sp>
      <p:sp>
        <p:nvSpPr>
          <p:cNvPr id="4" name="">
            <a:extLst xmlns:a="http://schemas.openxmlformats.org/drawingml/2006/main">
              <a:ext uri="{FF2B5EF4-FFF2-40B4-BE49-F238E27FC236}">
                <a16:creationId xmlns:a16="http://schemas.microsoft.com/office/drawing/2014/main" id="{DFB1CACB-A272-4720-9EDA-FEB18C63F6F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3FBB2F-1B38-4046-9F0F-21DF994D316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FileNotFoundError는 </a:t>
            </a:r>
            <a:r>
              <a:rPr b="1">
                <a:solidFill>
                  <a:srgbClr val="002FA7"/>
                </a:solidFill>
              </a:rPr>
              <a:t>주소부터 확인</a:t>
            </a:r>
            <a:r>
              <a:t>합니다.</a:t>
            </a:r>
          </a:p>
        </p:txBody>
      </p:sp>
      <p:sp>
        <p:nvSpPr>
          <p:cNvPr id="6" name="">
            <a:extLst xmlns:a="http://schemas.openxmlformats.org/drawingml/2006/main">
              <a:ext uri="{FF2B5EF4-FFF2-40B4-BE49-F238E27FC236}">
                <a16:creationId xmlns:a16="http://schemas.microsoft.com/office/drawing/2014/main" id="{AF1284B4-7A8F-4921-9382-B95AB8B1563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압축을 풀었는지와 확장자를 봅니다.</a:t>
            </a:r>
          </a:p>
        </p:txBody>
      </p:sp>
      <p:sp>
        <p:nvSpPr>
          <p:cNvPr id="7" name="">
            <a:extLst xmlns:a="http://schemas.openxmlformats.org/drawingml/2006/main">
              <a:ext uri="{FF2B5EF4-FFF2-40B4-BE49-F238E27FC236}">
                <a16:creationId xmlns:a16="http://schemas.microsoft.com/office/drawing/2014/main" id="{2FA371A2-D232-447A-A81C-087123A7799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없는 파일 문제를 숫자 변환으로 고치지 않습니다.</a:t>
            </a:r>
          </a:p>
        </p:txBody>
      </p:sp>
      <p:sp>
        <p:nvSpPr>
          <p:cNvPr id="8" name="">
            <a:extLst xmlns:a="http://schemas.openxmlformats.org/drawingml/2006/main">
              <a:ext uri="{FF2B5EF4-FFF2-40B4-BE49-F238E27FC236}">
                <a16:creationId xmlns:a16="http://schemas.microsoft.com/office/drawing/2014/main" id="{8B7EEADE-9241-49C2-A334-23D8D6CB28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698039-8FA8-4B20-A54D-17ED984B58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86C13FFD-D2E4-4783-A3AA-73CBDDCBF8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289298623"/>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02A9D8-713B-4D0D-885C-31978E05D1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3F5A70E-6606-463A-87EC-4EC691F388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CSV 행을 읽기</a:t>
            </a:r>
          </a:p>
        </p:txBody>
      </p:sp>
      <p:sp>
        <p:nvSpPr>
          <p:cNvPr id="3" name="">
            <a:extLst xmlns:a="http://schemas.openxmlformats.org/drawingml/2006/main">
              <a:ext uri="{FF2B5EF4-FFF2-40B4-BE49-F238E27FC236}">
                <a16:creationId xmlns:a16="http://schemas.microsoft.com/office/drawing/2014/main" id="{316436C4-28AA-4DD2-AD7C-7D750AFED91F}"/>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E03771-D02D-4C53-91F1-6616D4C1CD3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6433CC89-F7BA-4B05-A7C0-562EB4B0EF1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csv</a:t>
            </a:r>
          </a:p>
        </p:txBody>
      </p:sp>
      <p:sp>
        <p:nvSpPr>
          <p:cNvPr id="6" name="">
            <a:extLst xmlns:a="http://schemas.openxmlformats.org/drawingml/2006/main">
              <a:ext uri="{FF2B5EF4-FFF2-40B4-BE49-F238E27FC236}">
                <a16:creationId xmlns:a16="http://schemas.microsoft.com/office/drawing/2014/main" id="{209C2A0A-54BF-4CC5-9A7C-D7BE3B1FE860}"/>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3006577A-A95C-40F3-98CA-71F9C2DE3BF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open(</a:t>
            </a:r>
            <a:r>
              <a:rPr>
                <a:solidFill>
                  <a:srgbClr val="BACBFA"/>
                </a:solidFill>
              </a:rPr>
              <a:t>"data/readings.csv"</a:t>
            </a:r>
            <a:r>
              <a:rPr>
                <a:solidFill>
                  <a:srgbClr val="FFFFFF"/>
                </a:solidFill>
              </a:rPr>
              <a:t>, encoding=</a:t>
            </a:r>
            <a:r>
              <a:rPr>
                <a:solidFill>
                  <a:srgbClr val="BACBFA"/>
                </a:solidFill>
              </a:rPr>
              <a:t>"utf-8"</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46459258-733F-4485-93D1-3B10AACD03A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C7C0D2A8-01C8-401A-8ADB-56DADA143E8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newline=</a:t>
            </a:r>
            <a:r>
              <a:rPr>
                <a:solidFill>
                  <a:srgbClr val="BACBFA"/>
                </a:solidFill>
              </a:rPr>
              <a:t>""</a:t>
            </a:r>
            <a:r>
              <a:rPr>
                <a:solidFill>
                  <a:srgbClr val="FFFFFF"/>
                </a:solidFill>
              </a:rPr>
              <a:t>) </a:t>
            </a:r>
            <a:r>
              <a:rPr b="1">
                <a:solidFill>
                  <a:srgbClr val="FFFFFF"/>
                </a:solidFill>
              </a:rPr>
              <a:t>as</a:t>
            </a:r>
            <a:r>
              <a:rPr>
                <a:solidFill>
                  <a:srgbClr val="FFFFFF"/>
                </a:solidFill>
              </a:rPr>
              <a:t> file:</a:t>
            </a:r>
          </a:p>
        </p:txBody>
      </p:sp>
      <p:sp>
        <p:nvSpPr>
          <p:cNvPr id="10" name="">
            <a:extLst xmlns:a="http://schemas.openxmlformats.org/drawingml/2006/main">
              <a:ext uri="{FF2B5EF4-FFF2-40B4-BE49-F238E27FC236}">
                <a16:creationId xmlns:a16="http://schemas.microsoft.com/office/drawing/2014/main" id="{1990511D-3319-452D-9D18-8555F2B467F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A1AB0218-A58C-4013-BEF1-31CFA036264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rows = list(csv.DictReader(file))</a:t>
            </a:r>
          </a:p>
        </p:txBody>
      </p:sp>
      <p:sp>
        <p:nvSpPr>
          <p:cNvPr id="12" name="">
            <a:extLst xmlns:a="http://schemas.openxmlformats.org/drawingml/2006/main">
              <a:ext uri="{FF2B5EF4-FFF2-40B4-BE49-F238E27FC236}">
                <a16:creationId xmlns:a16="http://schemas.microsoft.com/office/drawing/2014/main" id="{B0CCA883-483F-4B44-9DB8-FF40EC449813}"/>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A86FC816-B58E-442E-8863-7539233FB74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print(len(rows))</a:t>
            </a:r>
          </a:p>
        </p:txBody>
      </p:sp>
      <p:sp>
        <p:nvSpPr>
          <p:cNvPr id="14" name="">
            <a:extLst xmlns:a="http://schemas.openxmlformats.org/drawingml/2006/main">
              <a:ext uri="{FF2B5EF4-FFF2-40B4-BE49-F238E27FC236}">
                <a16:creationId xmlns:a16="http://schemas.microsoft.com/office/drawing/2014/main" id="{3B2E8CC0-8A73-4F39-8AEC-6824F5A84BC7}"/>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C99998E3-DC62-4E7B-A1B9-E191EC8B3535}"/>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print(rows[0][</a:t>
            </a:r>
            <a:r>
              <a:rPr>
                <a:solidFill>
                  <a:srgbClr val="BACBFA"/>
                </a:solidFill>
              </a:rPr>
              <a:t>"sensor_id"</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AC11B87C-03F6-4A95-9940-125007418175}"/>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856951D8-A210-4434-89AE-DB4F55146097}"/>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print(rows[0][</a:t>
            </a:r>
            <a:r>
              <a:rPr>
                <a:solidFill>
                  <a:srgbClr val="BACBFA"/>
                </a:solidFill>
              </a:rPr>
              <a:t>"temperature_c"</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D77EA026-8B37-41CF-B035-2F9D4522DB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710C4FE-71E3-4E10-8E78-CAA0545BD4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28DE9A41-A62D-41F5-AB7D-96BC822992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686217733"/>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4BE0DA-6096-4B35-B0E8-B5B0F041C5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7F2D2E1-61CE-47CC-9511-DAE31720D55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CSV를 읽은 뒤의 값</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371303"/>
                <a:gridCol w="4601497"/>
              </a:tblGrid>
              <a:tr h="733425">
                <a:tc>
                  <a:txBody>
                    <a:bodyPr wrap="square"/>
                    <a:lstStyle/>
                    <a:p>
                      <a:pPr>
                        <a:lnSpc>
                          <a:spcPct val="94000"/>
                        </a:lnSpc>
                        <a:buNone/>
                      </a:pPr>
                      <a:r>
                        <a:rPr sz="2100" b="1">
                          <a:solidFill>
                            <a:srgbClr val="FFFFFF"/>
                          </a:solidFill>
                          <a:latin typeface="Noto Sans KR"/>
                          <a:ea typeface="Noto Sans KR"/>
                          <a:cs typeface="Noto Sans KR"/>
                        </a:rPr>
                        <a:t>확인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데이터 행 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첫 sensor_id</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S01</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첫 temperature_c</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 문자열</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D400AA89-E060-4B0C-8499-E855DE0BD5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1A29F-43E6-479B-B4BF-4631A149F4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D689A17C-EE43-4201-9FFC-3E07B3B875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85443941"/>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911180-144E-4004-876F-7FB88F14C0B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2981EC0-2CE4-4F62-8244-28CEB426708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헤더와 키를 맞춥니다</a:t>
            </a:r>
          </a:p>
        </p:txBody>
      </p:sp>
      <p:sp>
        <p:nvSpPr>
          <p:cNvPr id="3" name="">
            <a:extLst xmlns:a="http://schemas.openxmlformats.org/drawingml/2006/main">
              <a:ext uri="{FF2B5EF4-FFF2-40B4-BE49-F238E27FC236}">
                <a16:creationId xmlns:a16="http://schemas.microsoft.com/office/drawing/2014/main" id="{8E76E446-6039-42FC-A368-14CFDC7956C1}"/>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13F6CD-C6FA-4667-A164-21A70A546C7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temperature_c는 열 이름입니다.</a:t>
            </a:r>
          </a:p>
        </p:txBody>
      </p:sp>
      <p:sp>
        <p:nvSpPr>
          <p:cNvPr id="5" name="">
            <a:extLst xmlns:a="http://schemas.openxmlformats.org/drawingml/2006/main">
              <a:ext uri="{FF2B5EF4-FFF2-40B4-BE49-F238E27FC236}">
                <a16:creationId xmlns:a16="http://schemas.microsoft.com/office/drawing/2014/main" id="{2C00E68A-F4A0-470A-9D01-FD1348C683D4}"/>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temperature는 </a:t>
            </a:r>
            <a:r>
              <a:rPr b="1">
                <a:solidFill>
                  <a:srgbClr val="002FA7"/>
                </a:solidFill>
              </a:rPr>
              <a:t>다른 이름표</a:t>
            </a:r>
            <a:r>
              <a:t>입니다.</a:t>
            </a:r>
          </a:p>
        </p:txBody>
      </p:sp>
      <p:sp>
        <p:nvSpPr>
          <p:cNvPr id="6" name="">
            <a:extLst xmlns:a="http://schemas.openxmlformats.org/drawingml/2006/main">
              <a:ext uri="{FF2B5EF4-FFF2-40B4-BE49-F238E27FC236}">
                <a16:creationId xmlns:a16="http://schemas.microsoft.com/office/drawing/2014/main" id="{FD4DBA6C-85B7-473A-9D9C-62055D623735}"/>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0C5370-F860-44E4-84FB-4D85ABE49D2B}"/>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KeyError가 나면 실제 헤더를 비교합니다.</a:t>
            </a:r>
          </a:p>
        </p:txBody>
      </p:sp>
      <p:sp>
        <p:nvSpPr>
          <p:cNvPr id="8" name="">
            <a:extLst xmlns:a="http://schemas.openxmlformats.org/drawingml/2006/main">
              <a:ext uri="{FF2B5EF4-FFF2-40B4-BE49-F238E27FC236}">
                <a16:creationId xmlns:a16="http://schemas.microsoft.com/office/drawing/2014/main" id="{4F72D7FA-07AF-486E-8C5B-5D762523426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463B58-4C9F-49D6-9B49-178FA25377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A0FACFF-954E-4FE0-AA3E-B38CD44792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597172480"/>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3011ED2-6F84-4FBC-9A01-00FFB73BF3F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9F3091F-F92D-4509-8E70-F87DEE492E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요약 JSON 저장</a:t>
            </a:r>
          </a:p>
        </p:txBody>
      </p:sp>
      <p:sp>
        <p:nvSpPr>
          <p:cNvPr id="3" name="">
            <a:extLst xmlns:a="http://schemas.openxmlformats.org/drawingml/2006/main">
              <a:ext uri="{FF2B5EF4-FFF2-40B4-BE49-F238E27FC236}">
                <a16:creationId xmlns:a16="http://schemas.microsoft.com/office/drawing/2014/main" id="{5973E925-F02D-4652-A349-F2D950DDC7EA}"/>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9E74A2-9341-43F1-BA76-343432F5E02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48C329CF-5B47-4AF0-957E-E87FC53C206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json</a:t>
            </a:r>
          </a:p>
        </p:txBody>
      </p:sp>
      <p:sp>
        <p:nvSpPr>
          <p:cNvPr id="6" name="">
            <a:extLst xmlns:a="http://schemas.openxmlformats.org/drawingml/2006/main">
              <a:ext uri="{FF2B5EF4-FFF2-40B4-BE49-F238E27FC236}">
                <a16:creationId xmlns:a16="http://schemas.microsoft.com/office/drawing/2014/main" id="{A7FE8724-2FD8-4914-9788-5CABC8616B9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B7749FE0-ADB3-4EC5-884B-21FE6B0F344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summary = {</a:t>
            </a:r>
            <a:r>
              <a:rPr>
                <a:solidFill>
                  <a:srgbClr val="BACBFA"/>
                </a:solidFill>
              </a:rPr>
              <a:t>"건수"</a:t>
            </a:r>
            <a:r>
              <a:rPr>
                <a:solidFill>
                  <a:srgbClr val="FFFFFF"/>
                </a:solidFill>
              </a:rPr>
              <a:t>: 4, </a:t>
            </a:r>
            <a:r>
              <a:rPr>
                <a:solidFill>
                  <a:srgbClr val="BACBFA"/>
                </a:solidFill>
              </a:rPr>
              <a:t>"미측정"</a:t>
            </a:r>
            <a:r>
              <a:rPr>
                <a:solidFill>
                  <a:srgbClr val="FFFFFF"/>
                </a:solidFill>
              </a:rPr>
              <a:t>: 1}</a:t>
            </a:r>
          </a:p>
        </p:txBody>
      </p:sp>
      <p:sp>
        <p:nvSpPr>
          <p:cNvPr id="8" name="">
            <a:extLst xmlns:a="http://schemas.openxmlformats.org/drawingml/2006/main">
              <a:ext uri="{FF2B5EF4-FFF2-40B4-BE49-F238E27FC236}">
                <a16:creationId xmlns:a16="http://schemas.microsoft.com/office/drawing/2014/main" id="{3539E495-34E7-434B-A37B-FBF0AEB4C87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D557D2E-764A-4458-8AD0-2F49CF42E90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text = json.dumps(summary, ensure_ascii=</a:t>
            </a:r>
            <a:r>
              <a:rPr b="1">
                <a:solidFill>
                  <a:srgbClr val="FFFFFF"/>
                </a:solidFill>
              </a:rPr>
              <a:t>False</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3AF6A74F-DD38-46BE-B15C-5C9139A6BA1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D1685B6-D7BE-46D9-A8F1-F459FD58224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open(</a:t>
            </a:r>
            <a:r>
              <a:rPr>
                <a:solidFill>
                  <a:srgbClr val="BACBFA"/>
                </a:solidFill>
              </a:rPr>
              <a:t>"work/output_summary.json"</a:t>
            </a:r>
            <a:r>
              <a:rPr>
                <a:solidFill>
                  <a:srgbClr val="FFFFFF"/>
                </a:solidFill>
              </a:rPr>
              <a:t>, </a:t>
            </a:r>
            <a:r>
              <a:rPr>
                <a:solidFill>
                  <a:srgbClr val="BACBFA"/>
                </a:solidFill>
              </a:rPr>
              <a:t>"w"</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496DAF03-224D-4A38-AF54-E3506C6D1A8C}"/>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EEC633DA-4123-4713-929E-B1B81320986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encoding=</a:t>
            </a:r>
            <a:r>
              <a:rPr>
                <a:solidFill>
                  <a:srgbClr val="BACBFA"/>
                </a:solidFill>
              </a:rPr>
              <a:t>"utf-8"</a:t>
            </a:r>
            <a:r>
              <a:rPr>
                <a:solidFill>
                  <a:srgbClr val="FFFFFF"/>
                </a:solidFill>
              </a:rPr>
              <a:t>) </a:t>
            </a:r>
            <a:r>
              <a:rPr b="1">
                <a:solidFill>
                  <a:srgbClr val="FFFFFF"/>
                </a:solidFill>
              </a:rPr>
              <a:t>as</a:t>
            </a:r>
            <a:r>
              <a:rPr>
                <a:solidFill>
                  <a:srgbClr val="FFFFFF"/>
                </a:solidFill>
              </a:rPr>
              <a:t> file:</a:t>
            </a:r>
          </a:p>
        </p:txBody>
      </p:sp>
      <p:sp>
        <p:nvSpPr>
          <p:cNvPr id="14" name="">
            <a:extLst xmlns:a="http://schemas.openxmlformats.org/drawingml/2006/main">
              <a:ext uri="{FF2B5EF4-FFF2-40B4-BE49-F238E27FC236}">
                <a16:creationId xmlns:a16="http://schemas.microsoft.com/office/drawing/2014/main" id="{8AB7CE81-94A5-4231-95C6-BC46A787C3F5}"/>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69527757-5B75-4D61-9B7C-72CC316E3F8D}"/>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file.write(text)</a:t>
            </a:r>
          </a:p>
        </p:txBody>
      </p:sp>
      <p:sp>
        <p:nvSpPr>
          <p:cNvPr id="16" name="">
            <a:extLst xmlns:a="http://schemas.openxmlformats.org/drawingml/2006/main">
              <a:ext uri="{FF2B5EF4-FFF2-40B4-BE49-F238E27FC236}">
                <a16:creationId xmlns:a16="http://schemas.microsoft.com/office/drawing/2014/main" id="{028CA66B-3799-4E3E-BE7D-12EB805B8F36}"/>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8948361D-B565-4FBB-BA24-CB6AC82BA096}"/>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print(summary[</a:t>
            </a:r>
            <a:r>
              <a:rPr>
                <a:solidFill>
                  <a:srgbClr val="BACBFA"/>
                </a:solidFill>
              </a:rPr>
              <a:t>"건수"</a:t>
            </a:r>
            <a:r>
              <a:rPr>
                <a:solidFill>
                  <a:srgbClr val="FFFFFF"/>
                </a:solidFill>
              </a:rPr>
              <a:t>], summary[</a:t>
            </a:r>
            <a:r>
              <a:rPr>
                <a:solidFill>
                  <a:srgbClr val="BACBFA"/>
                </a:solidFill>
              </a:rPr>
              <a:t>"미측정"</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B379083B-D787-4C70-BAAF-FB2039F215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C113981-C90D-47B6-A232-83DDFCFC65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EE4B0A85-7429-48A0-989C-A3122920AD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275327601"/>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FA07A3-5CEC-47BE-9183-9793D6C9B5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D04C01F-C2EC-4E63-80AA-271AF4FF04D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저장한 파일을 다시 확인합니다</a:t>
            </a:r>
          </a:p>
        </p:txBody>
      </p:sp>
      <p:sp>
        <p:nvSpPr>
          <p:cNvPr id="3" name="">
            <a:extLst xmlns:a="http://schemas.openxmlformats.org/drawingml/2006/main">
              <a:ext uri="{FF2B5EF4-FFF2-40B4-BE49-F238E27FC236}">
                <a16:creationId xmlns:a16="http://schemas.microsoft.com/office/drawing/2014/main" id="{A5232D8D-1280-4B52-AFE6-C26ED188F8A3}"/>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5184E3-D45B-4AEE-ABB9-5AB86EB68912}"/>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화면의 4 1은 </a:t>
            </a:r>
            <a:r>
              <a:rPr b="1">
                <a:solidFill>
                  <a:srgbClr val="002FA7"/>
                </a:solidFill>
              </a:rPr>
              <a:t>출력입니다</a:t>
            </a:r>
            <a:r>
              <a:t>.</a:t>
            </a:r>
          </a:p>
        </p:txBody>
      </p:sp>
      <p:sp>
        <p:nvSpPr>
          <p:cNvPr id="5" name="">
            <a:extLst xmlns:a="http://schemas.openxmlformats.org/drawingml/2006/main">
              <a:ext uri="{FF2B5EF4-FFF2-40B4-BE49-F238E27FC236}">
                <a16:creationId xmlns:a16="http://schemas.microsoft.com/office/drawing/2014/main" id="{BC9B3B25-D7A6-479D-B5B7-5C9B7F1B9EA8}"/>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work/output_summary.json은 저장 결과입니다.</a:t>
            </a:r>
          </a:p>
        </p:txBody>
      </p:sp>
      <p:sp>
        <p:nvSpPr>
          <p:cNvPr id="6" name="">
            <a:extLst xmlns:a="http://schemas.openxmlformats.org/drawingml/2006/main">
              <a:ext uri="{FF2B5EF4-FFF2-40B4-BE49-F238E27FC236}">
                <a16:creationId xmlns:a16="http://schemas.microsoft.com/office/drawing/2014/main" id="{80CD52DA-C33C-40FE-883B-190B079B9C3A}"/>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0DCFA74-07FF-488C-BD87-D32935FDE955}"/>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다시 열어 숫자와 키가 기대와 같은지 봅니다.</a:t>
            </a:r>
          </a:p>
        </p:txBody>
      </p:sp>
      <p:sp>
        <p:nvSpPr>
          <p:cNvPr id="8" name="">
            <a:extLst xmlns:a="http://schemas.openxmlformats.org/drawingml/2006/main">
              <a:ext uri="{FF2B5EF4-FFF2-40B4-BE49-F238E27FC236}">
                <a16:creationId xmlns:a16="http://schemas.microsoft.com/office/drawing/2014/main" id="{C8CBDE0D-DCF8-4057-9AB5-2A11E7CB21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A587D6-286B-43F7-BB54-08246002C2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07610B73-5C6D-4112-835B-02866062FA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50348385"/>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1B370E-D358-48B3-929B-B50CF1AFF4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170E310-7010-4C32-9FC0-1422559F0A5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문자열을 JSON 수치로</a:t>
            </a:r>
          </a:p>
        </p:txBody>
      </p:sp>
      <p:sp>
        <p:nvSpPr>
          <p:cNvPr id="3" name="">
            <a:extLst xmlns:a="http://schemas.openxmlformats.org/drawingml/2006/main">
              <a:ext uri="{FF2B5EF4-FFF2-40B4-BE49-F238E27FC236}">
                <a16:creationId xmlns:a16="http://schemas.microsoft.com/office/drawing/2014/main" id="{5F8739FF-7E4C-44DA-8320-83576058B0E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9B0D435-F4FE-4D65-AB62-57D044EB194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원문 "20.5"를 읽어 </a:t>
            </a:r>
            <a:r>
              <a:rPr b="1">
                <a:solidFill>
                  <a:srgbClr val="002FA7"/>
                </a:solidFill>
              </a:rPr>
              <a:t>JSON 요약</a:t>
            </a:r>
            <a:r>
              <a:t>을 만듭니다.</a:t>
            </a:r>
          </a:p>
        </p:txBody>
      </p:sp>
      <p:sp>
        <p:nvSpPr>
          <p:cNvPr id="5" name="">
            <a:extLst xmlns:a="http://schemas.openxmlformats.org/drawingml/2006/main">
              <a:ext uri="{FF2B5EF4-FFF2-40B4-BE49-F238E27FC236}">
                <a16:creationId xmlns:a16="http://schemas.microsoft.com/office/drawing/2014/main" id="{22F7F92C-AB59-463C-A485-5136C5BEB5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6B95A7-269D-4AC2-AB42-2CA32A36C1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A042D4AE-A38B-4D5F-BB8A-05A153611E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24438823"/>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D5D11C-AC2A-46DD-8848-F29011EBFB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3317FE5-762A-412D-8D0D-5635A72508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읽기·변환·요약·저장</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92582"/>
                <a:gridCol w="7980218"/>
              </a:tblGrid>
              <a:tr h="685800">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값·뜻</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CSV 읽기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"20.5" 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 해석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20.5 실수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요약 표현</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count 1, average 20.5</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저장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입력과 다른 결과 주소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0F622A4-B1B6-425F-AF2D-55181C4AE9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D0EFD0-6A8C-47D5-A7F9-A87E06D545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921AFEC6-4211-4F48-8BED-B1C84F6C68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924423270"/>
      </p:ext>
    </p:extLst>
  </p:cSld>
</p:sld>
</file>

<file path=ppt/slides/slide4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55637B-DB29-4E2F-858C-377506646F9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1C813439-8FEC-4E6F-8320-4A7EF588DD2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A633C7B2-22B0-47D9-99FC-A95E17136BE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헤더는 device_id,value입니다.</a:t>
            </a:r>
          </a:p>
        </p:txBody>
      </p:sp>
      <p:sp>
        <p:nvSpPr>
          <p:cNvPr id="4" name="">
            <a:extLst xmlns:a="http://schemas.openxmlformats.org/drawingml/2006/main">
              <a:ext uri="{FF2B5EF4-FFF2-40B4-BE49-F238E27FC236}">
                <a16:creationId xmlns:a16="http://schemas.microsoft.com/office/drawing/2014/main" id="{948509BA-0073-4A94-AEC5-4CF048971B8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temperature_c를 찾다가 실패했습니다.</a:t>
            </a:r>
          </a:p>
        </p:txBody>
      </p:sp>
      <p:sp>
        <p:nvSpPr>
          <p:cNvPr id="5" name="">
            <a:extLst xmlns:a="http://schemas.openxmlformats.org/drawingml/2006/main">
              <a:ext uri="{FF2B5EF4-FFF2-40B4-BE49-F238E27FC236}">
                <a16:creationId xmlns:a16="http://schemas.microsoft.com/office/drawing/2014/main" id="{ECFC8BB1-5496-4EA5-8FEC-4A3DDBB007D6}"/>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단계인지와 </a:t>
            </a:r>
            <a:r>
              <a:rPr b="1">
                <a:solidFill>
                  <a:srgbClr val="BACBFA"/>
                </a:solidFill>
              </a:rPr>
              <a:t>수정 계획</a:t>
            </a:r>
            <a:r>
              <a:t>을 적으세요.</a:t>
            </a:r>
          </a:p>
        </p:txBody>
      </p:sp>
      <p:sp>
        <p:nvSpPr>
          <p:cNvPr id="6" name="">
            <a:extLst xmlns:a="http://schemas.openxmlformats.org/drawingml/2006/main">
              <a:ext uri="{FF2B5EF4-FFF2-40B4-BE49-F238E27FC236}">
                <a16:creationId xmlns:a16="http://schemas.microsoft.com/office/drawing/2014/main" id="{B62B47E3-D98A-42BB-8854-EF5D55EB03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8A778C-83C2-4518-A363-6B8752959E5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5695FC0F-D6F6-439B-A477-F25992E78B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047</a:t>
            </a:r>
          </a:p>
        </p:txBody>
      </p:sp>
    </p:spTree>
    <p:extLst>
      <p:ext uri="{BB962C8B-B14F-4D97-AF65-F5344CB8AC3E}">
        <p14:creationId xmlns:p14="http://schemas.microsoft.com/office/powerpoint/2010/main" val="1343315136"/>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3B59989-488E-43DA-920A-8F5209314CC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5569EF4-40B6-4F8B-A987-BABE08995F3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위치보다 열 이름 확인</a:t>
            </a:r>
          </a:p>
        </p:txBody>
      </p:sp>
      <p:sp>
        <p:nvSpPr>
          <p:cNvPr id="3" name="">
            <a:extLst xmlns:a="http://schemas.openxmlformats.org/drawingml/2006/main">
              <a:ext uri="{FF2B5EF4-FFF2-40B4-BE49-F238E27FC236}">
                <a16:creationId xmlns:a16="http://schemas.microsoft.com/office/drawing/2014/main" id="{540EFFBF-1A38-4FC9-96AB-581C44A6568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헤더를 찾는 단계</a:t>
            </a:r>
          </a:p>
        </p:txBody>
      </p:sp>
      <p:sp>
        <p:nvSpPr>
          <p:cNvPr id="4" name="">
            <a:extLst xmlns:a="http://schemas.openxmlformats.org/drawingml/2006/main">
              <a:ext uri="{FF2B5EF4-FFF2-40B4-BE49-F238E27FC236}">
                <a16:creationId xmlns:a16="http://schemas.microsoft.com/office/drawing/2014/main" id="{57BAC5EF-4534-4FDE-8A3F-9C121D84558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961AD1-8C11-4FBA-B183-50AF2A22D6C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헤더를 찾는 단계</a:t>
            </a:r>
            <a:r>
              <a:t>의 문제입니다.</a:t>
            </a:r>
          </a:p>
        </p:txBody>
      </p:sp>
      <p:sp>
        <p:nvSpPr>
          <p:cNvPr id="6" name="">
            <a:extLst xmlns:a="http://schemas.openxmlformats.org/drawingml/2006/main">
              <a:ext uri="{FF2B5EF4-FFF2-40B4-BE49-F238E27FC236}">
                <a16:creationId xmlns:a16="http://schemas.microsoft.com/office/drawing/2014/main" id="{15F63DD5-319A-4701-AC4A-B6B4944A212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정해 둔 열 이름과 실제 헤더를 확인하고 코드의 키를 맞춥니다.</a:t>
            </a:r>
          </a:p>
        </p:txBody>
      </p:sp>
      <p:sp>
        <p:nvSpPr>
          <p:cNvPr id="7" name="">
            <a:extLst xmlns:a="http://schemas.openxmlformats.org/drawingml/2006/main">
              <a:ext uri="{FF2B5EF4-FFF2-40B4-BE49-F238E27FC236}">
                <a16:creationId xmlns:a16="http://schemas.microsoft.com/office/drawing/2014/main" id="{A534B577-6F2C-419C-B2F2-2C246DD3CB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4887680-24BB-4E80-8D29-716B1D208E1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9" name="">
            <a:extLst xmlns:a="http://schemas.openxmlformats.org/drawingml/2006/main">
              <a:ext uri="{FF2B5EF4-FFF2-40B4-BE49-F238E27FC236}">
                <a16:creationId xmlns:a16="http://schemas.microsoft.com/office/drawing/2014/main" id="{39782FAF-6E74-4C56-83E3-E457A0CE9F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733993625"/>
      </p:ext>
    </p:extLst>
  </p:cSld>
</p:sld>
</file>

<file path=ppt/slides/slide4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763AF0-EF00-45B7-8FA9-8507B8687CD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821EF653-CBD4-45FF-AB8A-A061D923C8C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입력과 결과 파일</a:t>
            </a:r>
          </a:p>
        </p:txBody>
      </p:sp>
      <p:sp>
        <p:nvSpPr>
          <p:cNvPr id="3" name="">
            <a:extLst xmlns:a="http://schemas.openxmlformats.org/drawingml/2006/main">
              <a:ext uri="{FF2B5EF4-FFF2-40B4-BE49-F238E27FC236}">
                <a16:creationId xmlns:a16="http://schemas.microsoft.com/office/drawing/2014/main" id="{EAD542A0-91F2-40D0-97B7-9849E00EFBD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A07 원자료 주소를 확인합니다.</a:t>
            </a:r>
          </a:p>
        </p:txBody>
      </p:sp>
      <p:sp>
        <p:nvSpPr>
          <p:cNvPr id="4" name="">
            <a:extLst xmlns:a="http://schemas.openxmlformats.org/drawingml/2006/main">
              <a:ext uri="{FF2B5EF4-FFF2-40B4-BE49-F238E27FC236}">
                <a16:creationId xmlns:a16="http://schemas.microsoft.com/office/drawing/2014/main" id="{F6E2EF1F-8AFE-4E9E-A22A-CBED0263B76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A08 값의 저장 종류를 읽습니다.</a:t>
            </a:r>
          </a:p>
        </p:txBody>
      </p:sp>
      <p:sp>
        <p:nvSpPr>
          <p:cNvPr id="5" name="">
            <a:extLst xmlns:a="http://schemas.openxmlformats.org/drawingml/2006/main">
              <a:ext uri="{FF2B5EF4-FFF2-40B4-BE49-F238E27FC236}">
                <a16:creationId xmlns:a16="http://schemas.microsoft.com/office/drawing/2014/main" id="{E3611CB6-3D09-4BE9-9C28-2103C6D2BD65}"/>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A09 저장 결과를 다시 확인합니다.</a:t>
            </a:r>
          </a:p>
        </p:txBody>
      </p:sp>
      <p:sp>
        <p:nvSpPr>
          <p:cNvPr id="6" name="">
            <a:extLst xmlns:a="http://schemas.openxmlformats.org/drawingml/2006/main">
              <a:ext uri="{FF2B5EF4-FFF2-40B4-BE49-F238E27FC236}">
                <a16:creationId xmlns:a16="http://schemas.microsoft.com/office/drawing/2014/main" id="{FE28EC8D-BE9C-4D95-987C-980A2BC55F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02A7EB-9E04-4979-AC53-649110AF47A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A184DCF4-3EF3-499D-94D6-DFD42DD25D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049</a:t>
            </a:r>
          </a:p>
        </p:txBody>
      </p:sp>
    </p:spTree>
    <p:extLst>
      <p:ext uri="{BB962C8B-B14F-4D97-AF65-F5344CB8AC3E}">
        <p14:creationId xmlns:p14="http://schemas.microsoft.com/office/powerpoint/2010/main" val="428276164"/>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67AC90-ADE8-4FDD-8CB0-3EC36A82C9A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93AC93C-EBAC-4E67-ACD3-809BFFC433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3교시 확인</a:t>
            </a:r>
          </a:p>
        </p:txBody>
      </p:sp>
      <p:sp>
        <p:nvSpPr>
          <p:cNvPr id="3" name="">
            <a:extLst xmlns:a="http://schemas.openxmlformats.org/drawingml/2006/main">
              <a:ext uri="{FF2B5EF4-FFF2-40B4-BE49-F238E27FC236}">
                <a16:creationId xmlns:a16="http://schemas.microsoft.com/office/drawing/2014/main" id="{71381064-E469-40BA-AFC5-35665B531EE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파일 위치</a:t>
            </a:r>
          </a:p>
        </p:txBody>
      </p:sp>
      <p:sp>
        <p:nvSpPr>
          <p:cNvPr id="4" name="">
            <a:extLst xmlns:a="http://schemas.openxmlformats.org/drawingml/2006/main">
              <a:ext uri="{FF2B5EF4-FFF2-40B4-BE49-F238E27FC236}">
                <a16:creationId xmlns:a16="http://schemas.microsoft.com/office/drawing/2014/main" id="{34A247A4-8AB9-400D-A42D-BCB2FA6E8AE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DFE3AA-5E79-495B-8C27-F1CB94D17EC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위치</a:t>
            </a:r>
            <a:r>
              <a:t>, 열 이름, 입력값 중 어디에 문제가 있는지 확인합니다.</a:t>
            </a:r>
          </a:p>
        </p:txBody>
      </p:sp>
      <p:sp>
        <p:nvSpPr>
          <p:cNvPr id="6" name="">
            <a:extLst xmlns:a="http://schemas.openxmlformats.org/drawingml/2006/main">
              <a:ext uri="{FF2B5EF4-FFF2-40B4-BE49-F238E27FC236}">
                <a16:creationId xmlns:a16="http://schemas.microsoft.com/office/drawing/2014/main" id="{3D793DA1-E522-4468-8384-AA11A550696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CSV 읽기에서는 각 칸의 값을 문자열로 가져옵니다.</a:t>
            </a:r>
          </a:p>
        </p:txBody>
      </p:sp>
      <p:sp>
        <p:nvSpPr>
          <p:cNvPr id="7" name="">
            <a:extLst xmlns:a="http://schemas.openxmlformats.org/drawingml/2006/main">
              <a:ext uri="{FF2B5EF4-FFF2-40B4-BE49-F238E27FC236}">
                <a16:creationId xmlns:a16="http://schemas.microsoft.com/office/drawing/2014/main" id="{F2257CDE-1E5A-4A4A-9C1C-A64E7EA3BA5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출력과 파일 저장을 구별합니다.</a:t>
            </a:r>
          </a:p>
        </p:txBody>
      </p:sp>
      <p:sp>
        <p:nvSpPr>
          <p:cNvPr id="8" name="">
            <a:extLst xmlns:a="http://schemas.openxmlformats.org/drawingml/2006/main">
              <a:ext uri="{FF2B5EF4-FFF2-40B4-BE49-F238E27FC236}">
                <a16:creationId xmlns:a16="http://schemas.microsoft.com/office/drawing/2014/main" id="{61C18830-4075-4A8B-9F3F-B0BB944D68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BEEA33-9FB8-4D9D-8B11-AA0F90CBAB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64B1ABA5-38E4-499F-A79C-D4D272AF89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40433504"/>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D5F89-6183-43A4-BCBE-ECDA47733BF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994D88-263E-409E-840E-117679F59EE3}"/>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3112FB26-7A69-4A4C-BCAB-FFE3B0209CD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CC42A9DE-9F68-4304-BDC5-1E6EBAAC868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오류를 단서로 읽기</a:t>
            </a:r>
          </a:p>
        </p:txBody>
      </p:sp>
      <p:sp>
        <p:nvSpPr>
          <p:cNvPr id="5" name="">
            <a:extLst xmlns:a="http://schemas.openxmlformats.org/drawingml/2006/main">
              <a:ext uri="{FF2B5EF4-FFF2-40B4-BE49-F238E27FC236}">
                <a16:creationId xmlns:a16="http://schemas.microsoft.com/office/drawing/2014/main" id="{65471508-DBAE-4534-A2B5-8FCD68F4AE0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A1A6E06-A52B-48D6-9F9F-8F3AFA33D38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C7C27886-904C-4899-A1D4-FE394C7BD79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A10, A11, A12</a:t>
            </a:r>
          </a:p>
        </p:txBody>
      </p:sp>
      <p:sp>
        <p:nvSpPr>
          <p:cNvPr id="8" name="">
            <a:extLst xmlns:a="http://schemas.openxmlformats.org/drawingml/2006/main">
              <a:ext uri="{FF2B5EF4-FFF2-40B4-BE49-F238E27FC236}">
                <a16:creationId xmlns:a16="http://schemas.microsoft.com/office/drawing/2014/main" id="{732C53FB-0D34-4E6A-87DE-790945499F7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7604AF31-0B4D-44FD-AFE9-BFE9A396606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B833CC2E-B9E3-4D8B-BB29-236AB0E5A33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450209282"/>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4540684-7FFD-4BBC-942C-C7763279F86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3A88D12-5227-4E48-8B5B-4E2923E8873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빈값과 숫자</a:t>
            </a:r>
          </a:p>
        </p:txBody>
      </p:sp>
      <p:sp>
        <p:nvSpPr>
          <p:cNvPr id="3" name="">
            <a:extLst xmlns:a="http://schemas.openxmlformats.org/drawingml/2006/main">
              <a:ext uri="{FF2B5EF4-FFF2-40B4-BE49-F238E27FC236}">
                <a16:creationId xmlns:a16="http://schemas.microsoft.com/office/drawing/2014/main" id="{285D123C-7D37-42F8-9A1F-D1D86DE01452}"/>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884B0EA-3DAE-4EA7-99FB-0310517AFD5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F033288F-A21E-4958-BA3A-4AEDF04C385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parse_temperature(raw):</a:t>
            </a:r>
          </a:p>
        </p:txBody>
      </p:sp>
      <p:sp>
        <p:nvSpPr>
          <p:cNvPr id="6" name="">
            <a:extLst xmlns:a="http://schemas.openxmlformats.org/drawingml/2006/main">
              <a:ext uri="{FF2B5EF4-FFF2-40B4-BE49-F238E27FC236}">
                <a16:creationId xmlns:a16="http://schemas.microsoft.com/office/drawing/2014/main" id="{D63F5142-FE06-4CFC-B07C-E2F7EF7FA3FC}"/>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BB9247FB-EBEA-4F09-9A3D-579B035583E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raw == </a:t>
            </a:r>
            <a:r>
              <a:rPr>
                <a:solidFill>
                  <a:srgbClr val="BACBFA"/>
                </a:solidFill>
              </a:rPr>
              <a:t>""</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1ECD8F87-B299-4AF6-9159-A517E1C0A80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D89782DA-E102-415D-80A0-F1F0B62DD10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b="1">
                <a:solidFill>
                  <a:srgbClr val="FFFFFF"/>
                </a:solidFill>
              </a:rPr>
              <a:t>None</a:t>
            </a:r>
          </a:p>
        </p:txBody>
      </p:sp>
      <p:sp>
        <p:nvSpPr>
          <p:cNvPr id="10" name="">
            <a:extLst xmlns:a="http://schemas.openxmlformats.org/drawingml/2006/main">
              <a:ext uri="{FF2B5EF4-FFF2-40B4-BE49-F238E27FC236}">
                <a16:creationId xmlns:a16="http://schemas.microsoft.com/office/drawing/2014/main" id="{8B7932A4-FBA4-4145-AE04-2CF7FEFC027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DED36BE7-3AE2-4535-8003-26E7444FC81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float(raw)</a:t>
            </a:r>
          </a:p>
        </p:txBody>
      </p:sp>
      <p:sp>
        <p:nvSpPr>
          <p:cNvPr id="12" name="">
            <a:extLst xmlns:a="http://schemas.openxmlformats.org/drawingml/2006/main">
              <a:ext uri="{FF2B5EF4-FFF2-40B4-BE49-F238E27FC236}">
                <a16:creationId xmlns:a16="http://schemas.microsoft.com/office/drawing/2014/main" id="{963BD5B6-5477-4487-BBE6-BE528EC7D134}"/>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ACB2D35C-7B49-4929-9981-B327C217C3F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"22.5"</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D558B45F-9A0B-4715-8811-4B9319B93762}"/>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B2813A17-2DE9-4986-B864-EB4E2343B8BC}"/>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E79B8980-6AC5-4F5A-8B5D-1D362395B8E9}"/>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C6A4F1B5-E15D-4DB6-B0D5-A6E188445F98}"/>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"0.0"</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C3088B3B-B199-4EFB-B0B9-9C90863DC5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327F335-90B7-487A-9CAE-6140E09365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E05ADB74-E36A-47AD-A262-F649C6ECCA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19942975"/>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3EC969-2471-41BC-B4F3-C8F27471A63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DCBEB23-5232-4CE5-81F4-DBBCE8A71F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빈값·숫자·잘못된 글자 구별하기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180114"/>
                <a:gridCol w="6792686"/>
              </a:tblGrid>
              <a:tr h="733425">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해석</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빈 문자열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 미측정</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"0.0"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0.0: 실제 수치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"뜨거움"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숫자 해석 오류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FE8759E-FCA1-42A3-9C11-C28E18CD3E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1900C6-CA1F-4DA6-82A6-AC6B7DA95D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7992AF4B-B116-4FE8-99F8-0D6984C31D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63119908"/>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CF077FE-2E5E-43DF-AE8D-E3CD89D11A2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0561147-653B-41BC-A4F8-F6A4A6A5D0C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 함수의 순서를 읽습니다</a:t>
            </a:r>
          </a:p>
        </p:txBody>
      </p:sp>
      <p:sp>
        <p:nvSpPr>
          <p:cNvPr id="3" name="">
            <a:extLst xmlns:a="http://schemas.openxmlformats.org/drawingml/2006/main">
              <a:ext uri="{FF2B5EF4-FFF2-40B4-BE49-F238E27FC236}">
                <a16:creationId xmlns:a16="http://schemas.microsoft.com/office/drawing/2014/main" id="{675C4077-DC55-4369-94B8-200D53B2FFE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D200B16-BA15-44B3-8676-7D5198245EB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먼저 </a:t>
            </a:r>
            <a:r>
              <a:rPr b="1">
                <a:solidFill>
                  <a:srgbClr val="002FA7"/>
                </a:solidFill>
              </a:rPr>
              <a:t>정확한 빈 문자열</a:t>
            </a:r>
            <a:r>
              <a:t>인지 확인합니다.</a:t>
            </a:r>
          </a:p>
        </p:txBody>
      </p:sp>
      <p:sp>
        <p:nvSpPr>
          <p:cNvPr id="5" name="">
            <a:extLst xmlns:a="http://schemas.openxmlformats.org/drawingml/2006/main">
              <a:ext uri="{FF2B5EF4-FFF2-40B4-BE49-F238E27FC236}">
                <a16:creationId xmlns:a16="http://schemas.microsoft.com/office/drawing/2014/main" id="{ACFB7FF2-759C-47E7-8CF9-5E73C55214D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3C7AB32-81E5-4F1B-8CE0-3E7A728D4B0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5621D8A-D0DF-4980-B00B-0490920C24A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 문자열이 아니면 숫자로 변환합니다.</a:t>
            </a:r>
          </a:p>
        </p:txBody>
      </p:sp>
      <p:sp>
        <p:nvSpPr>
          <p:cNvPr id="8" name="">
            <a:extLst xmlns:a="http://schemas.openxmlformats.org/drawingml/2006/main">
              <a:ext uri="{FF2B5EF4-FFF2-40B4-BE49-F238E27FC236}">
                <a16:creationId xmlns:a16="http://schemas.microsoft.com/office/drawing/2014/main" id="{F5964DE3-356A-4D03-BFB6-DA36B9DC9FA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7289DF1-C531-4805-99B5-A4817B28E20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6683FB9-A76B-4ED0-95EE-3EFB9B51F87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0은 정상 수치로 보존합니다.</a:t>
            </a:r>
          </a:p>
        </p:txBody>
      </p:sp>
      <p:sp>
        <p:nvSpPr>
          <p:cNvPr id="11" name="">
            <a:extLst xmlns:a="http://schemas.openxmlformats.org/drawingml/2006/main">
              <a:ext uri="{FF2B5EF4-FFF2-40B4-BE49-F238E27FC236}">
                <a16:creationId xmlns:a16="http://schemas.microsoft.com/office/drawing/2014/main" id="{04DDAD74-35D3-4098-817D-04A38A021A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0F6BC59-AA05-4037-9671-0B67053EC3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57EBA4D8-9891-42B8-B7AC-EC115C1C3B1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381785404"/>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14ACDFC-A0FC-4364-A693-50C37D7745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32CF034-6BA2-4802-AAE3-1528CF4900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기록의 단서를 남깁니다</a:t>
            </a:r>
          </a:p>
        </p:txBody>
      </p:sp>
      <p:sp>
        <p:nvSpPr>
          <p:cNvPr id="3" name="">
            <a:extLst xmlns:a="http://schemas.openxmlformats.org/drawingml/2006/main">
              <a:ext uri="{FF2B5EF4-FFF2-40B4-BE49-F238E27FC236}">
                <a16:creationId xmlns:a16="http://schemas.microsoft.com/office/drawing/2014/main" id="{1F49F0D8-91FC-4D04-9898-8516A7110BF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0C42674-F5F0-401B-A502-F4F65140AE2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실행한 파일과 명령을 적습니다.</a:t>
            </a:r>
          </a:p>
        </p:txBody>
      </p:sp>
      <p:sp>
        <p:nvSpPr>
          <p:cNvPr id="5" name="">
            <a:extLst xmlns:a="http://schemas.openxmlformats.org/drawingml/2006/main">
              <a:ext uri="{FF2B5EF4-FFF2-40B4-BE49-F238E27FC236}">
                <a16:creationId xmlns:a16="http://schemas.microsoft.com/office/drawing/2014/main" id="{B95DF62A-A42E-471C-849A-2A93D945201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3145EB-8D2F-4D84-8FD4-31DC9437C3F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FE47BAE-F986-4C2D-87B5-F389A522FF1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관련 줄과 오류 종류를 적습니다.</a:t>
            </a:r>
          </a:p>
        </p:txBody>
      </p:sp>
      <p:sp>
        <p:nvSpPr>
          <p:cNvPr id="8" name="">
            <a:extLst xmlns:a="http://schemas.openxmlformats.org/drawingml/2006/main">
              <a:ext uri="{FF2B5EF4-FFF2-40B4-BE49-F238E27FC236}">
                <a16:creationId xmlns:a16="http://schemas.microsoft.com/office/drawing/2014/main" id="{811CD149-B8FB-48F6-BEB9-94A7EC5D7E1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B2A03B-B1F6-48E8-98C7-0FDBF67D072D}"/>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A8AF1A4-D0F7-4BFA-9A14-9A3BC1A4D84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문제가 된 </a:t>
            </a:r>
            <a:r>
              <a:rPr b="1">
                <a:solidFill>
                  <a:srgbClr val="002FA7"/>
                </a:solidFill>
              </a:rPr>
              <a:t>원문도 그대로</a:t>
            </a:r>
            <a:r>
              <a:t> 남깁니다.</a:t>
            </a:r>
          </a:p>
        </p:txBody>
      </p:sp>
      <p:sp>
        <p:nvSpPr>
          <p:cNvPr id="11" name="">
            <a:extLst xmlns:a="http://schemas.openxmlformats.org/drawingml/2006/main">
              <a:ext uri="{FF2B5EF4-FFF2-40B4-BE49-F238E27FC236}">
                <a16:creationId xmlns:a16="http://schemas.microsoft.com/office/drawing/2014/main" id="{5BBB6F61-2685-499B-81E3-EF92A091BB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CB3B96B-0A0C-4FC7-A043-0E4F119A9AA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62F724FB-10F9-4280-B7FB-E901932A7A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467442693"/>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2A40A5-C357-4157-B4A5-582E38D5D4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1C04763-2B42-401D-A72A-98A8FFCDEE0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다른 오류, 다른 확인</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079226"/>
                <a:gridCol w="3893574"/>
              </a:tblGrid>
              <a:tr h="733425">
                <a:tc>
                  <a:txBody>
                    <a:bodyPr wrap="square"/>
                    <a:lstStyle/>
                    <a:p>
                      <a:pPr>
                        <a:lnSpc>
                          <a:spcPct val="94000"/>
                        </a:lnSpc>
                        <a:buNone/>
                      </a:pPr>
                      <a:r>
                        <a:rPr sz="2100" b="1">
                          <a:solidFill>
                            <a:srgbClr val="FFFFFF"/>
                          </a:solidFill>
                          <a:latin typeface="Noto Sans KR"/>
                          <a:ea typeface="Noto Sans KR"/>
                          <a:cs typeface="Noto Sans KR"/>
                        </a:rPr>
                        <a:t>종류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먼저 확인할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FileNotFoundError</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경로·파일 이름</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KeyError</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헤더·키</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ValueError</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원문·해석 규칙</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86154E93-DC7E-451A-9BE3-F95D460C9E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366BDC-1F15-464E-AB48-3BEDA9E341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758B14A4-091D-41AC-8CA9-5AA57DD842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121020831"/>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F0E47E6-862D-4815-830A-8822E1DEF54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C18AB81-B238-43C3-B427-1EA825DAE5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예상 오류 기록</a:t>
            </a:r>
          </a:p>
        </p:txBody>
      </p:sp>
      <p:sp>
        <p:nvSpPr>
          <p:cNvPr id="3" name="">
            <a:extLst xmlns:a="http://schemas.openxmlformats.org/drawingml/2006/main">
              <a:ext uri="{FF2B5EF4-FFF2-40B4-BE49-F238E27FC236}">
                <a16:creationId xmlns:a16="http://schemas.microsoft.com/office/drawing/2014/main" id="{2E5EF9BE-8224-412A-B2F8-45E37AB2FB6B}"/>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897CDD-3514-433E-97E6-7D01FCBD181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8404D6A-CBA6-40FA-B96D-D8E1DD710A7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raw = </a:t>
            </a:r>
            <a:r>
              <a:rPr>
                <a:solidFill>
                  <a:srgbClr val="BACBFA"/>
                </a:solidFill>
              </a:rPr>
              <a:t>"뜨거움"</a:t>
            </a:r>
          </a:p>
        </p:txBody>
      </p:sp>
      <p:sp>
        <p:nvSpPr>
          <p:cNvPr id="6" name="">
            <a:extLst xmlns:a="http://schemas.openxmlformats.org/drawingml/2006/main">
              <a:ext uri="{FF2B5EF4-FFF2-40B4-BE49-F238E27FC236}">
                <a16:creationId xmlns:a16="http://schemas.microsoft.com/office/drawing/2014/main" id="{A021618C-5600-4966-913B-7BD8D7BF464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8D11C52C-A233-42E6-A3F4-D33193FCB1C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try</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CD783891-D2AD-4579-B6A4-0BDEB8E76EE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A7EB9495-8AE5-4791-8204-EAE25C8702A9}"/>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 = float(raw)</a:t>
            </a:r>
          </a:p>
        </p:txBody>
      </p:sp>
      <p:sp>
        <p:nvSpPr>
          <p:cNvPr id="10" name="">
            <a:extLst xmlns:a="http://schemas.openxmlformats.org/drawingml/2006/main">
              <a:ext uri="{FF2B5EF4-FFF2-40B4-BE49-F238E27FC236}">
                <a16:creationId xmlns:a16="http://schemas.microsoft.com/office/drawing/2014/main" id="{4DA80B95-FA86-48F9-B82B-52DED4ACB630}"/>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B18E8834-3E38-4D14-A045-434687CD4C7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print(value)</a:t>
            </a:r>
          </a:p>
        </p:txBody>
      </p:sp>
      <p:sp>
        <p:nvSpPr>
          <p:cNvPr id="12" name="">
            <a:extLst xmlns:a="http://schemas.openxmlformats.org/drawingml/2006/main">
              <a:ext uri="{FF2B5EF4-FFF2-40B4-BE49-F238E27FC236}">
                <a16:creationId xmlns:a16="http://schemas.microsoft.com/office/drawing/2014/main" id="{61B7F54B-A450-4C21-A4A1-B9976654B658}"/>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114A056-1FB5-4F38-9762-1326059AC09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except</a:t>
            </a:r>
            <a:r>
              <a:rPr>
                <a:solidFill>
                  <a:srgbClr val="FFFFFF"/>
                </a:solidFill>
              </a:rPr>
              <a:t> ValueError:</a:t>
            </a:r>
          </a:p>
        </p:txBody>
      </p:sp>
      <p:sp>
        <p:nvSpPr>
          <p:cNvPr id="14" name="">
            <a:extLst xmlns:a="http://schemas.openxmlformats.org/drawingml/2006/main">
              <a:ext uri="{FF2B5EF4-FFF2-40B4-BE49-F238E27FC236}">
                <a16:creationId xmlns:a16="http://schemas.microsoft.com/office/drawing/2014/main" id="{9CD33CF8-563D-4222-BA91-D31623B63214}"/>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B8F4714A-3BB2-47E8-8C7B-ADE575EF71E5}"/>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"숫자 확인 필요:"</a:t>
            </a:r>
            <a:r>
              <a:rPr>
                <a:solidFill>
                  <a:srgbClr val="FFFFFF"/>
                </a:solidFill>
              </a:rPr>
              <a:t>, raw)</a:t>
            </a:r>
          </a:p>
        </p:txBody>
      </p:sp>
      <p:sp>
        <p:nvSpPr>
          <p:cNvPr id="16" name="">
            <a:extLst xmlns:a="http://schemas.openxmlformats.org/drawingml/2006/main">
              <a:ext uri="{FF2B5EF4-FFF2-40B4-BE49-F238E27FC236}">
                <a16:creationId xmlns:a16="http://schemas.microsoft.com/office/drawing/2014/main" id="{63BEBF92-F72B-411D-96D1-921DE2A8E0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CE4005-D00C-423A-821E-896EA5F3566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8" name="">
            <a:extLst xmlns:a="http://schemas.openxmlformats.org/drawingml/2006/main">
              <a:ext uri="{FF2B5EF4-FFF2-40B4-BE49-F238E27FC236}">
                <a16:creationId xmlns:a16="http://schemas.microsoft.com/office/drawing/2014/main" id="{3124749C-B9B7-4D43-9EDA-17973EB870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852750551"/>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154DBC-BF22-4413-AB21-86392A31FE1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D1A28AB-4D5D-4772-8C1D-D1E18AA4191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try와 except의 역할</a:t>
            </a:r>
          </a:p>
        </p:txBody>
      </p:sp>
      <p:sp>
        <p:nvSpPr>
          <p:cNvPr id="3" name="">
            <a:extLst xmlns:a="http://schemas.openxmlformats.org/drawingml/2006/main">
              <a:ext uri="{FF2B5EF4-FFF2-40B4-BE49-F238E27FC236}">
                <a16:creationId xmlns:a16="http://schemas.microsoft.com/office/drawing/2014/main" id="{C14C8014-3562-446D-9B94-92DF4CDBA0D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문제를 기록</a:t>
            </a:r>
          </a:p>
        </p:txBody>
      </p:sp>
      <p:sp>
        <p:nvSpPr>
          <p:cNvPr id="4" name="">
            <a:extLst xmlns:a="http://schemas.openxmlformats.org/drawingml/2006/main">
              <a:ext uri="{FF2B5EF4-FFF2-40B4-BE49-F238E27FC236}">
                <a16:creationId xmlns:a16="http://schemas.microsoft.com/office/drawing/2014/main" id="{FA50FC17-35CF-4E8B-BFDF-967F20B00F5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0552EB-EC45-4634-9F52-66A42713936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try에서 실패할 수 있는 작업을 합니다.</a:t>
            </a:r>
          </a:p>
        </p:txBody>
      </p:sp>
      <p:sp>
        <p:nvSpPr>
          <p:cNvPr id="6" name="">
            <a:extLst xmlns:a="http://schemas.openxmlformats.org/drawingml/2006/main">
              <a:ext uri="{FF2B5EF4-FFF2-40B4-BE49-F238E27FC236}">
                <a16:creationId xmlns:a16="http://schemas.microsoft.com/office/drawing/2014/main" id="{521DA8ED-C51E-4852-83DF-DA007A21DC8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except ValueError는 ValueError가 났을 때 실행됩니다.</a:t>
            </a:r>
          </a:p>
        </p:txBody>
      </p:sp>
      <p:sp>
        <p:nvSpPr>
          <p:cNvPr id="7" name="">
            <a:extLst xmlns:a="http://schemas.openxmlformats.org/drawingml/2006/main">
              <a:ext uri="{FF2B5EF4-FFF2-40B4-BE49-F238E27FC236}">
                <a16:creationId xmlns:a16="http://schemas.microsoft.com/office/drawing/2014/main" id="{2F52AF71-B7E3-486D-ABD7-36212ED802C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온도를 알아낸 것이 아니라 </a:t>
            </a:r>
            <a:r>
              <a:rPr b="1">
                <a:solidFill>
                  <a:srgbClr val="002FA7"/>
                </a:solidFill>
              </a:rPr>
              <a:t>문제를 기록</a:t>
            </a:r>
            <a:r>
              <a:t>합니다.</a:t>
            </a:r>
          </a:p>
        </p:txBody>
      </p:sp>
      <p:sp>
        <p:nvSpPr>
          <p:cNvPr id="8" name="">
            <a:extLst xmlns:a="http://schemas.openxmlformats.org/drawingml/2006/main">
              <a:ext uri="{FF2B5EF4-FFF2-40B4-BE49-F238E27FC236}">
                <a16:creationId xmlns:a16="http://schemas.microsoft.com/office/drawing/2014/main" id="{099F3EC3-E650-41B3-A745-D4ABAF0FA0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0F54A28-0A36-4356-A14D-1D1F69B89F3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9DBEC43D-50EE-44E1-B7F5-E0C096925B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488784858"/>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EEE342-E8AC-4809-A690-63088DCCF74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A96FB23-57E6-472C-840D-28D56C65359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원문 보존</a:t>
            </a:r>
          </a:p>
        </p:txBody>
      </p:sp>
      <p:sp>
        <p:nvSpPr>
          <p:cNvPr id="3" name="">
            <a:extLst xmlns:a="http://schemas.openxmlformats.org/drawingml/2006/main">
              <a:ext uri="{FF2B5EF4-FFF2-40B4-BE49-F238E27FC236}">
                <a16:creationId xmlns:a16="http://schemas.microsoft.com/office/drawing/2014/main" id="{E9E30F5D-5E2E-4183-A30B-F73FDD981398}"/>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9DB718-B973-4186-8D80-E0EDEA072BF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2344B1D-7CA9-4E32-872C-DF87F28969D4}"/>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숫자 확인 필요: 뜨거움</a:t>
            </a:r>
          </a:p>
        </p:txBody>
      </p:sp>
      <p:sp>
        <p:nvSpPr>
          <p:cNvPr id="6" name="">
            <a:extLst xmlns:a="http://schemas.openxmlformats.org/drawingml/2006/main">
              <a:ext uri="{FF2B5EF4-FFF2-40B4-BE49-F238E27FC236}">
                <a16:creationId xmlns:a16="http://schemas.microsoft.com/office/drawing/2014/main" id="{61E436A6-E95E-4D07-A6AB-C5A7A68F30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D4F9DB3-8A12-40D1-B54E-F07774FBC3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A1AC945B-5233-4B4C-80C5-2BA8A8B676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96779092"/>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6E178C-66DA-4C74-B2DD-D8B45ECBBF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202B686-B749-4F64-8962-502CC0AB15F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빈값·0·추움은 다릅니다</a:t>
            </a:r>
          </a:p>
        </p:txBody>
      </p:sp>
      <p:sp>
        <p:nvSpPr>
          <p:cNvPr id="3" name="">
            <a:extLst xmlns:a="http://schemas.openxmlformats.org/drawingml/2006/main">
              <a:ext uri="{FF2B5EF4-FFF2-40B4-BE49-F238E27FC236}">
                <a16:creationId xmlns:a16="http://schemas.microsoft.com/office/drawing/2014/main" id="{841E6495-90B6-4D56-A93F-12E1FB7CFC37}"/>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빈 글자, "0", "추움"</a:t>
            </a:r>
            <a:r>
              <a:t>은 다른 입력입니다.</a:t>
            </a:r>
          </a:p>
        </p:txBody>
      </p:sp>
      <p:sp>
        <p:nvSpPr>
          <p:cNvPr id="4" name="">
            <a:extLst xmlns:a="http://schemas.openxmlformats.org/drawingml/2006/main">
              <a:ext uri="{FF2B5EF4-FFF2-40B4-BE49-F238E27FC236}">
                <a16:creationId xmlns:a16="http://schemas.microsoft.com/office/drawing/2014/main" id="{A33244E6-54FE-4A31-B29B-FBDBF3A1BA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F582A1-B940-4250-B513-7EF27E7105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82A4B5FE-BB57-4FB1-97C4-ECF5AE3D3C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264804774"/>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EC566E-2D74-49BA-8B56-295F3A047A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94112AC-D0A2-4A2E-8877-B7D0189F04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네 입력을 어떻게 처리할까요?</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114800"/>
                <a:gridCol w="6858000"/>
              </a:tblGrid>
              <a:tr h="685800">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분류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빈 문자열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수치 0.0</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"추움"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공백 한 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현재 계약의 해석 이슈</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D5F0066A-1EF9-4B22-8072-B0D4FB34AE5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3122E4-D6D8-4537-929D-A4B6BF6AEF6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3504F5BF-BA72-4D7F-AD28-96D9FEF939E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463812521"/>
      </p:ext>
    </p:extLst>
  </p:cSld>
</p:sld>
</file>

<file path=ppt/slides/slide6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8E121B-AEB5-4030-92D6-4C0CD7C107D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0940998-C449-467D-80C1-C7A0DA57AFA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44B31D13-FC19-4125-AB99-D0BE9662923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수량 원문은 빈 글자·"0"·"여섯"·공백</a:t>
            </a:r>
          </a:p>
        </p:txBody>
      </p:sp>
      <p:sp>
        <p:nvSpPr>
          <p:cNvPr id="4" name="">
            <a:extLst xmlns:a="http://schemas.openxmlformats.org/drawingml/2006/main">
              <a:ext uri="{FF2B5EF4-FFF2-40B4-BE49-F238E27FC236}">
                <a16:creationId xmlns:a16="http://schemas.microsoft.com/office/drawing/2014/main" id="{7EB925C5-A5A3-445E-A0DD-EECE9594EAA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 문제에서는 </a:t>
            </a:r>
            <a:r>
              <a:rPr b="1">
                <a:solidFill>
                  <a:srgbClr val="BACBFA"/>
                </a:solidFill>
              </a:rPr>
              <a:t>정확한 빈 문자열</a:t>
            </a:r>
            <a:r>
              <a:t>만 미확인으로 처리합니다.</a:t>
            </a:r>
          </a:p>
        </p:txBody>
      </p:sp>
      <p:sp>
        <p:nvSpPr>
          <p:cNvPr id="5" name="">
            <a:extLst xmlns:a="http://schemas.openxmlformats.org/drawingml/2006/main">
              <a:ext uri="{FF2B5EF4-FFF2-40B4-BE49-F238E27FC236}">
                <a16:creationId xmlns:a16="http://schemas.microsoft.com/office/drawing/2014/main" id="{629AC4C0-B33E-4BDC-8FF2-470BC896B692}"/>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네 갈래와 이슈 원문을 적으세요.</a:t>
            </a:r>
          </a:p>
        </p:txBody>
      </p:sp>
      <p:sp>
        <p:nvSpPr>
          <p:cNvPr id="6" name="">
            <a:extLst xmlns:a="http://schemas.openxmlformats.org/drawingml/2006/main">
              <a:ext uri="{FF2B5EF4-FFF2-40B4-BE49-F238E27FC236}">
                <a16:creationId xmlns:a16="http://schemas.microsoft.com/office/drawing/2014/main" id="{A98BBCF9-39B0-452A-A98F-B1F53CDE48B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5F24EDD-3B00-4328-B9C5-1FBFA8C418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4FDA22EF-8BBB-4726-A451-AFA79CF999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062</a:t>
            </a:r>
          </a:p>
        </p:txBody>
      </p:sp>
    </p:spTree>
    <p:extLst>
      <p:ext uri="{BB962C8B-B14F-4D97-AF65-F5344CB8AC3E}">
        <p14:creationId xmlns:p14="http://schemas.microsoft.com/office/powerpoint/2010/main" val="612777960"/>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A9D4D9-CCB6-4DE9-BCFC-7CBE5757505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E851922-A5A6-4F6C-AA6C-BF4CCD631F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빈 문자열과 공백도 다릅니다</a:t>
            </a:r>
          </a:p>
        </p:txBody>
      </p:sp>
      <p:sp>
        <p:nvSpPr>
          <p:cNvPr id="3" name="">
            <a:extLst xmlns:a="http://schemas.openxmlformats.org/drawingml/2006/main">
              <a:ext uri="{FF2B5EF4-FFF2-40B4-BE49-F238E27FC236}">
                <a16:creationId xmlns:a16="http://schemas.microsoft.com/office/drawing/2014/main" id="{7AF4409A-DA9B-402A-8EE3-062E1FD6B29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674A662-C226-4663-BBC2-32F0B9C58D7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빈 글자만 미확인</a:t>
            </a:r>
            <a:r>
              <a:t>이고 "0"은 수치입니다.</a:t>
            </a:r>
          </a:p>
        </p:txBody>
      </p:sp>
      <p:sp>
        <p:nvSpPr>
          <p:cNvPr id="5" name="">
            <a:extLst xmlns:a="http://schemas.openxmlformats.org/drawingml/2006/main">
              <a:ext uri="{FF2B5EF4-FFF2-40B4-BE49-F238E27FC236}">
                <a16:creationId xmlns:a16="http://schemas.microsoft.com/office/drawing/2014/main" id="{87F4B894-2AED-4A91-9066-0C2FDF3F639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"여섯"과 공백은 이슈로 원문을 남깁니다.</a:t>
            </a:r>
          </a:p>
        </p:txBody>
      </p:sp>
      <p:sp>
        <p:nvSpPr>
          <p:cNvPr id="6" name="">
            <a:extLst xmlns:a="http://schemas.openxmlformats.org/drawingml/2006/main">
              <a:ext uri="{FF2B5EF4-FFF2-40B4-BE49-F238E27FC236}">
                <a16:creationId xmlns:a16="http://schemas.microsoft.com/office/drawing/2014/main" id="{8F48F3FA-266A-4CB8-8E37-FE3DA357EC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72E30D-A6BB-4DCA-A9E3-D2AC49ABBDC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614BCB3B-6854-4835-BF57-3AD32616E0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627010868"/>
      </p:ext>
    </p:extLst>
  </p:cSld>
</p:sld>
</file>

<file path=ppt/slides/slide6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C57B8B-15AD-4E8F-A664-86984B96CB0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7D8F0085-F3A7-4939-8D25-AE19E5091A3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오류와 미측정</a:t>
            </a:r>
          </a:p>
        </p:txBody>
      </p:sp>
      <p:sp>
        <p:nvSpPr>
          <p:cNvPr id="3" name="">
            <a:extLst xmlns:a="http://schemas.openxmlformats.org/drawingml/2006/main">
              <a:ext uri="{FF2B5EF4-FFF2-40B4-BE49-F238E27FC236}">
                <a16:creationId xmlns:a16="http://schemas.microsoft.com/office/drawing/2014/main" id="{6352537B-18B3-4E99-9583-7E8F229A877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A10에서 0과 None을 구별합니다.</a:t>
            </a:r>
          </a:p>
        </p:txBody>
      </p:sp>
      <p:sp>
        <p:nvSpPr>
          <p:cNvPr id="4" name="">
            <a:extLst xmlns:a="http://schemas.openxmlformats.org/drawingml/2006/main">
              <a:ext uri="{FF2B5EF4-FFF2-40B4-BE49-F238E27FC236}">
                <a16:creationId xmlns:a16="http://schemas.microsoft.com/office/drawing/2014/main" id="{6E327019-C768-4267-B254-7BCDA002DFE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A11에 오류 단서를 기록합니다.</a:t>
            </a:r>
          </a:p>
        </p:txBody>
      </p:sp>
      <p:sp>
        <p:nvSpPr>
          <p:cNvPr id="5" name="">
            <a:extLst xmlns:a="http://schemas.openxmlformats.org/drawingml/2006/main">
              <a:ext uri="{FF2B5EF4-FFF2-40B4-BE49-F238E27FC236}">
                <a16:creationId xmlns:a16="http://schemas.microsoft.com/office/drawing/2014/main" id="{ABD8FAF2-656A-4212-A3AA-5B32589BDD1C}"/>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A12에서 특정 오류의 처리만 봅니다.</a:t>
            </a:r>
          </a:p>
        </p:txBody>
      </p:sp>
      <p:sp>
        <p:nvSpPr>
          <p:cNvPr id="6" name="">
            <a:extLst xmlns:a="http://schemas.openxmlformats.org/drawingml/2006/main">
              <a:ext uri="{FF2B5EF4-FFF2-40B4-BE49-F238E27FC236}">
                <a16:creationId xmlns:a16="http://schemas.microsoft.com/office/drawing/2014/main" id="{E612BF41-B49E-4778-8610-E4B54B079E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831337-50B9-4FF0-9083-560B517B1B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1EEA5738-9E60-4D31-84BC-9E63F23B8B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064</a:t>
            </a:r>
          </a:p>
        </p:txBody>
      </p:sp>
    </p:spTree>
    <p:extLst>
      <p:ext uri="{BB962C8B-B14F-4D97-AF65-F5344CB8AC3E}">
        <p14:creationId xmlns:p14="http://schemas.microsoft.com/office/powerpoint/2010/main" val="1237600399"/>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540919-37C0-4204-A6B5-C9C4894D2E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930877D-6359-417A-92E9-62F6AA3ABB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4교시 확인</a:t>
            </a:r>
          </a:p>
        </p:txBody>
      </p:sp>
      <p:sp>
        <p:nvSpPr>
          <p:cNvPr id="3" name="">
            <a:extLst xmlns:a="http://schemas.openxmlformats.org/drawingml/2006/main">
              <a:ext uri="{FF2B5EF4-FFF2-40B4-BE49-F238E27FC236}">
                <a16:creationId xmlns:a16="http://schemas.microsoft.com/office/drawing/2014/main" id="{731027EC-C9D6-4AEC-A299-1DBD0EB8331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공백 정리</a:t>
            </a:r>
          </a:p>
        </p:txBody>
      </p:sp>
      <p:sp>
        <p:nvSpPr>
          <p:cNvPr id="4" name="">
            <a:extLst xmlns:a="http://schemas.openxmlformats.org/drawingml/2006/main">
              <a:ext uri="{FF2B5EF4-FFF2-40B4-BE49-F238E27FC236}">
                <a16:creationId xmlns:a16="http://schemas.microsoft.com/office/drawing/2014/main" id="{A0955C56-C8CC-4E33-93AF-ED2BE7D9E3E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407465-56AD-4173-BA97-56B35802D30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미측정과 잘못된 입력을 합치지 않습니다.</a:t>
            </a:r>
          </a:p>
        </p:txBody>
      </p:sp>
      <p:sp>
        <p:nvSpPr>
          <p:cNvPr id="6" name="">
            <a:extLst xmlns:a="http://schemas.openxmlformats.org/drawingml/2006/main">
              <a:ext uri="{FF2B5EF4-FFF2-40B4-BE49-F238E27FC236}">
                <a16:creationId xmlns:a16="http://schemas.microsoft.com/office/drawing/2014/main" id="{62BFDC1B-B801-4707-B9ED-9AD0CB166FD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예외 처리가 실제값을 복구하지는 않습니다.</a:t>
            </a:r>
          </a:p>
        </p:txBody>
      </p:sp>
      <p:sp>
        <p:nvSpPr>
          <p:cNvPr id="7" name="">
            <a:extLst xmlns:a="http://schemas.openxmlformats.org/drawingml/2006/main">
              <a:ext uri="{FF2B5EF4-FFF2-40B4-BE49-F238E27FC236}">
                <a16:creationId xmlns:a16="http://schemas.microsoft.com/office/drawing/2014/main" id="{78B9D1E3-8E1C-40BD-9FBF-33085FF8DB2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공백 정리</a:t>
            </a:r>
            <a:r>
              <a:t>는 별도 규칙으로 정해야 합니다.</a:t>
            </a:r>
          </a:p>
        </p:txBody>
      </p:sp>
      <p:sp>
        <p:nvSpPr>
          <p:cNvPr id="8" name="">
            <a:extLst xmlns:a="http://schemas.openxmlformats.org/drawingml/2006/main">
              <a:ext uri="{FF2B5EF4-FFF2-40B4-BE49-F238E27FC236}">
                <a16:creationId xmlns:a16="http://schemas.microsoft.com/office/drawing/2014/main" id="{048B34EA-F381-4E54-BE44-DD562EB807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F8662F-8358-4A37-978A-BD733F8FEC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83CA6F03-DFAC-4C0F-8102-D3F1DC85DE0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559610464"/>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34B7C0-6F9A-4B93-A672-CA0D60453E5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08BD00-531C-40FD-AA99-C0FA46859AD1}"/>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7304D864-E2D6-47B0-BA35-B46FD0F71EB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4A4EC26-31EA-46CD-83BD-B421AA74B31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검사 규칙과 재확인</a:t>
            </a:r>
          </a:p>
        </p:txBody>
      </p:sp>
      <p:sp>
        <p:nvSpPr>
          <p:cNvPr id="5" name="">
            <a:extLst xmlns:a="http://schemas.openxmlformats.org/drawingml/2006/main">
              <a:ext uri="{FF2B5EF4-FFF2-40B4-BE49-F238E27FC236}">
                <a16:creationId xmlns:a16="http://schemas.microsoft.com/office/drawing/2014/main" id="{BF847AB4-BAB1-40C2-80CD-7953C1C3EB7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EBC9ED-AA87-41A4-91CC-9A4BC9CE876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09A9A88D-4516-4E6C-8088-A060779B4B9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A13, A14, A15</a:t>
            </a:r>
          </a:p>
        </p:txBody>
      </p:sp>
      <p:sp>
        <p:nvSpPr>
          <p:cNvPr id="8" name="">
            <a:extLst xmlns:a="http://schemas.openxmlformats.org/drawingml/2006/main">
              <a:ext uri="{FF2B5EF4-FFF2-40B4-BE49-F238E27FC236}">
                <a16:creationId xmlns:a16="http://schemas.microsoft.com/office/drawing/2014/main" id="{4F9A395F-EEB7-427C-9F53-183F2F621AE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47569935-BBBA-4504-96F7-CF72EAF4FA9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13E9614D-6061-4E64-BCC6-561292CC477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380087302"/>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C65DCF4-B8C4-45B8-9496-0C147ABD98C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389F2F2-C2D1-4442-813C-601CA8D0649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허용 범위 검사</a:t>
            </a:r>
          </a:p>
        </p:txBody>
      </p:sp>
      <p:sp>
        <p:nvSpPr>
          <p:cNvPr id="3" name="">
            <a:extLst xmlns:a="http://schemas.openxmlformats.org/drawingml/2006/main">
              <a:ext uri="{FF2B5EF4-FFF2-40B4-BE49-F238E27FC236}">
                <a16:creationId xmlns:a16="http://schemas.microsoft.com/office/drawing/2014/main" id="{9B334302-0452-4B10-9D4B-BA66A3574387}"/>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86CF6E-0E15-4092-99A3-D78204A4E5F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AC190CC-A86B-4CC7-B644-F22E0ED78D1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checked_temperature(raw):</a:t>
            </a:r>
          </a:p>
        </p:txBody>
      </p:sp>
      <p:sp>
        <p:nvSpPr>
          <p:cNvPr id="6" name="">
            <a:extLst xmlns:a="http://schemas.openxmlformats.org/drawingml/2006/main">
              <a:ext uri="{FF2B5EF4-FFF2-40B4-BE49-F238E27FC236}">
                <a16:creationId xmlns:a16="http://schemas.microsoft.com/office/drawing/2014/main" id="{C1F543C0-8514-4A99-A2BC-FBF38043620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ADB841B-B216-4B21-8626-7BB6BA48F4A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 = float(raw)</a:t>
            </a:r>
          </a:p>
        </p:txBody>
      </p:sp>
      <p:sp>
        <p:nvSpPr>
          <p:cNvPr id="8" name="">
            <a:extLst xmlns:a="http://schemas.openxmlformats.org/drawingml/2006/main">
              <a:ext uri="{FF2B5EF4-FFF2-40B4-BE49-F238E27FC236}">
                <a16:creationId xmlns:a16="http://schemas.microsoft.com/office/drawing/2014/main" id="{F8B07AB5-21B5-48F0-AD65-94925BD19DB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81ACA88-4FAA-41FA-BAE4-348CC219066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&lt; 0 or value &gt; 50:</a:t>
            </a:r>
          </a:p>
        </p:txBody>
      </p:sp>
      <p:sp>
        <p:nvSpPr>
          <p:cNvPr id="10" name="">
            <a:extLst xmlns:a="http://schemas.openxmlformats.org/drawingml/2006/main">
              <a:ext uri="{FF2B5EF4-FFF2-40B4-BE49-F238E27FC236}">
                <a16:creationId xmlns:a16="http://schemas.microsoft.com/office/drawing/2014/main" id="{FA8372EF-D583-48B8-903D-0DE30CF448A8}"/>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10E01E04-7CFE-4FBD-8012-BF0F46D98D1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"범위 확인 필요"</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3EB5E899-D21B-48D7-9ADE-CFE1F9A98D11}"/>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0E525562-7C1E-48BE-8E29-648D77854A4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value</a:t>
            </a:r>
          </a:p>
        </p:txBody>
      </p:sp>
      <p:sp>
        <p:nvSpPr>
          <p:cNvPr id="14" name="">
            <a:extLst xmlns:a="http://schemas.openxmlformats.org/drawingml/2006/main">
              <a:ext uri="{FF2B5EF4-FFF2-40B4-BE49-F238E27FC236}">
                <a16:creationId xmlns:a16="http://schemas.microsoft.com/office/drawing/2014/main" id="{EEFBBE6F-493F-4715-9674-8E492C48E1AA}"/>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579AF00F-3C1B-4861-BC2F-08DFA077490F}"/>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print(checked_temperature(</a:t>
            </a:r>
            <a:r>
              <a:rPr>
                <a:solidFill>
                  <a:srgbClr val="BACBFA"/>
                </a:solidFill>
              </a:rPr>
              <a:t>"23.5"</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B7CF3A62-E50B-44D2-BF2B-222117F319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E59B398-B737-4313-95C2-632B36E899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8" name="">
            <a:extLst xmlns:a="http://schemas.openxmlformats.org/drawingml/2006/main">
              <a:ext uri="{FF2B5EF4-FFF2-40B4-BE49-F238E27FC236}">
                <a16:creationId xmlns:a16="http://schemas.microsoft.com/office/drawing/2014/main" id="{582C2B34-F9D3-4557-87E3-2CFFB8C625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832600055"/>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851E8E-7ADE-4D75-9731-460DDC3884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1995676-6EB4-4CEB-93A7-D2E7A17852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숫자 변환 뒤에 범위를 확인합니다</a:t>
            </a:r>
          </a:p>
        </p:txBody>
      </p:sp>
      <p:sp>
        <p:nvSpPr>
          <p:cNvPr id="3" name="">
            <a:extLst xmlns:a="http://schemas.openxmlformats.org/drawingml/2006/main">
              <a:ext uri="{FF2B5EF4-FFF2-40B4-BE49-F238E27FC236}">
                <a16:creationId xmlns:a16="http://schemas.microsoft.com/office/drawing/2014/main" id="{79ACCEC2-6F49-4857-99B3-4575E9778FFF}"/>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F6B588-2B71-4EC7-BA16-3F92E1F8E9A9}"/>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"51.0"은 숫자로 읽을 수 있습니다.</a:t>
            </a:r>
          </a:p>
        </p:txBody>
      </p:sp>
      <p:sp>
        <p:nvSpPr>
          <p:cNvPr id="5" name="">
            <a:extLst xmlns:a="http://schemas.openxmlformats.org/drawingml/2006/main">
              <a:ext uri="{FF2B5EF4-FFF2-40B4-BE49-F238E27FC236}">
                <a16:creationId xmlns:a16="http://schemas.microsoft.com/office/drawing/2014/main" id="{8BD635BC-D884-4686-8FD2-DDE83ADEDCB5}"/>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하지만 0~50 범위를 벗어납니다.</a:t>
            </a:r>
          </a:p>
        </p:txBody>
      </p:sp>
      <p:sp>
        <p:nvSpPr>
          <p:cNvPr id="6" name="">
            <a:extLst xmlns:a="http://schemas.openxmlformats.org/drawingml/2006/main">
              <a:ext uri="{FF2B5EF4-FFF2-40B4-BE49-F238E27FC236}">
                <a16:creationId xmlns:a16="http://schemas.microsoft.com/office/drawing/2014/main" id="{9E8F2306-C790-4D9C-93CC-399BC243D6D9}"/>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B06523-4C96-418B-BF4F-8E0368C5BC7A}"/>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범위 밖 숫자를 </a:t>
            </a:r>
            <a:r>
              <a:rPr b="1">
                <a:solidFill>
                  <a:srgbClr val="002FA7"/>
                </a:solidFill>
              </a:rPr>
              <a:t>허용 범위</a:t>
            </a:r>
            <a:r>
              <a:t>에 맞춰 임의로 고치지 않습니다.</a:t>
            </a:r>
          </a:p>
        </p:txBody>
      </p:sp>
      <p:sp>
        <p:nvSpPr>
          <p:cNvPr id="8" name="">
            <a:extLst xmlns:a="http://schemas.openxmlformats.org/drawingml/2006/main">
              <a:ext uri="{FF2B5EF4-FFF2-40B4-BE49-F238E27FC236}">
                <a16:creationId xmlns:a16="http://schemas.microsoft.com/office/drawing/2014/main" id="{38B3CCF7-5397-4C4F-8353-42F8409717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147A52-8305-4802-8585-6350AA0799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2CD72BA-8BCE-4720-9F01-7DDFBCADCD2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829521811"/>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947DD2-F37A-412A-BD83-6D988D857A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D6C51E4-BCF2-405D-BD72-A41F72FE82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범위의 안과 밖</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657600"/>
                <a:gridCol w="73152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0~50 계약</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50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51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DA0FD43C-507E-43A8-B7DC-1056EE9FCB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63F146-5FB8-4031-9E9D-DECAF36B43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8E1C8FAE-A501-4AB3-8731-4F6EDE57AD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777767397"/>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8ACE6B-B80E-4793-A3D4-C6FCF9554E5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143F406-C697-4DF7-AC22-CDD16A385F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바깥쪽은 또는로 연결합니다</a:t>
            </a:r>
          </a:p>
        </p:txBody>
      </p:sp>
      <p:sp>
        <p:nvSpPr>
          <p:cNvPr id="3" name="">
            <a:extLst xmlns:a="http://schemas.openxmlformats.org/drawingml/2006/main">
              <a:ext uri="{FF2B5EF4-FFF2-40B4-BE49-F238E27FC236}">
                <a16:creationId xmlns:a16="http://schemas.microsoft.com/office/drawing/2014/main" id="{41380A5C-2AA0-4221-B365-6B4F2273C409}"/>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7D7A1B-867B-434F-B209-1208F14EF0F5}"/>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or는</a:t>
            </a:r>
            <a:r>
              <a:t> 둘 중 하나가 참이면 참입니다.</a:t>
            </a:r>
          </a:p>
        </p:txBody>
      </p:sp>
      <p:sp>
        <p:nvSpPr>
          <p:cNvPr id="5" name="">
            <a:extLst xmlns:a="http://schemas.openxmlformats.org/drawingml/2006/main">
              <a:ext uri="{FF2B5EF4-FFF2-40B4-BE49-F238E27FC236}">
                <a16:creationId xmlns:a16="http://schemas.microsoft.com/office/drawing/2014/main" id="{280F6256-F992-43DE-AF90-B20165496E85}"/>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and는 두 조건이 모두 참이어야 합니다.</a:t>
            </a:r>
          </a:p>
        </p:txBody>
      </p:sp>
      <p:sp>
        <p:nvSpPr>
          <p:cNvPr id="6" name="">
            <a:extLst xmlns:a="http://schemas.openxmlformats.org/drawingml/2006/main">
              <a:ext uri="{FF2B5EF4-FFF2-40B4-BE49-F238E27FC236}">
                <a16:creationId xmlns:a16="http://schemas.microsoft.com/office/drawing/2014/main" id="{EE3750DE-9A6F-4A24-9848-5419BCF15164}"/>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5D73954-045F-4263-92C4-41097D1DC50B}"/>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0보다 작거나 50보다 크면 범위 밖입니다.</a:t>
            </a:r>
          </a:p>
        </p:txBody>
      </p:sp>
      <p:sp>
        <p:nvSpPr>
          <p:cNvPr id="8" name="">
            <a:extLst xmlns:a="http://schemas.openxmlformats.org/drawingml/2006/main">
              <a:ext uri="{FF2B5EF4-FFF2-40B4-BE49-F238E27FC236}">
                <a16:creationId xmlns:a16="http://schemas.microsoft.com/office/drawing/2014/main" id="{AB88D482-2037-4A84-974F-0A300D2D1B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C546C1-DED8-4622-BA8C-B75E9D1E5BD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0C561FFA-55D9-4CE9-96A6-1A20042A8DF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302068898"/>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1832D6-904D-4FE6-AE65-9ECF6CC0C98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D817755-6B42-4FA9-AACA-30DA134E7C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확인한 값으로만 고칩니다</a:t>
            </a:r>
          </a:p>
        </p:txBody>
      </p:sp>
      <p:sp>
        <p:nvSpPr>
          <p:cNvPr id="3" name="">
            <a:extLst xmlns:a="http://schemas.openxmlformats.org/drawingml/2006/main">
              <a:ext uri="{FF2B5EF4-FFF2-40B4-BE49-F238E27FC236}">
                <a16:creationId xmlns:a16="http://schemas.microsoft.com/office/drawing/2014/main" id="{0D60E228-C653-419D-8CE5-B82889A520B3}"/>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63524C-7403-4949-A40A-2DC57EE38E54}"/>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확인된 S05는 23.5로 고칩니다.</a:t>
            </a:r>
          </a:p>
        </p:txBody>
      </p:sp>
      <p:sp>
        <p:nvSpPr>
          <p:cNvPr id="5" name="">
            <a:extLst xmlns:a="http://schemas.openxmlformats.org/drawingml/2006/main">
              <a:ext uri="{FF2B5EF4-FFF2-40B4-BE49-F238E27FC236}">
                <a16:creationId xmlns:a16="http://schemas.microsoft.com/office/drawing/2014/main" id="{2B77211F-B703-471C-8B27-A062892AEF12}"/>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미확인 S06</a:t>
            </a:r>
            <a:r>
              <a:t>은 원문과 이유를 남깁니다.</a:t>
            </a:r>
          </a:p>
        </p:txBody>
      </p:sp>
      <p:sp>
        <p:nvSpPr>
          <p:cNvPr id="6" name="">
            <a:extLst xmlns:a="http://schemas.openxmlformats.org/drawingml/2006/main">
              <a:ext uri="{FF2B5EF4-FFF2-40B4-BE49-F238E27FC236}">
                <a16:creationId xmlns:a16="http://schemas.microsoft.com/office/drawing/2014/main" id="{B3E27369-78D3-4CE2-A296-66546ABB3D5C}"/>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75FA3D-63AF-4CE3-A8CC-1A26DE2BABD0}"/>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이슈를 줄이려고 행을 삭제하지 않습니다.</a:t>
            </a:r>
          </a:p>
        </p:txBody>
      </p:sp>
      <p:sp>
        <p:nvSpPr>
          <p:cNvPr id="8" name="">
            <a:extLst xmlns:a="http://schemas.openxmlformats.org/drawingml/2006/main">
              <a:ext uri="{FF2B5EF4-FFF2-40B4-BE49-F238E27FC236}">
                <a16:creationId xmlns:a16="http://schemas.microsoft.com/office/drawing/2014/main" id="{533B6928-744E-43C9-8044-4DFE4F996D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A8372D-965B-4EDE-8A19-82DAA6D90A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C098CA8C-2042-444C-A03F-6A5C204854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265095405"/>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A02B9E1-7B83-4347-BC9E-E8DD2836DB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068FA9B-3BE7-48C3-9A04-679B3E4174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사례를 다시 확인합니다</a:t>
            </a:r>
          </a:p>
        </p:txBody>
      </p:sp>
      <p:sp>
        <p:nvSpPr>
          <p:cNvPr id="3" name="">
            <a:extLst xmlns:a="http://schemas.openxmlformats.org/drawingml/2006/main">
              <a:ext uri="{FF2B5EF4-FFF2-40B4-BE49-F238E27FC236}">
                <a16:creationId xmlns:a16="http://schemas.microsoft.com/office/drawing/2014/main" id="{A5E5187C-3836-46A9-B67F-E5D4E75488E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E4631D2-466D-4D43-B8F3-0803AEBAB23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실패했던 입력을 다시 봅니다.</a:t>
            </a:r>
          </a:p>
        </p:txBody>
      </p:sp>
      <p:sp>
        <p:nvSpPr>
          <p:cNvPr id="5" name="">
            <a:extLst xmlns:a="http://schemas.openxmlformats.org/drawingml/2006/main">
              <a:ext uri="{FF2B5EF4-FFF2-40B4-BE49-F238E27FC236}">
                <a16:creationId xmlns:a16="http://schemas.microsoft.com/office/drawing/2014/main" id="{453FA6DF-2510-4190-819D-7915C39F209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6FB0260-A400-426E-A000-FE491111341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C55C06E-7A54-4592-B54E-BEF60270ABF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원래 맞던 경계</a:t>
            </a:r>
            <a:r>
              <a:t>와 미측정도 봅니다.</a:t>
            </a:r>
          </a:p>
        </p:txBody>
      </p:sp>
      <p:sp>
        <p:nvSpPr>
          <p:cNvPr id="8" name="">
            <a:extLst xmlns:a="http://schemas.openxmlformats.org/drawingml/2006/main">
              <a:ext uri="{FF2B5EF4-FFF2-40B4-BE49-F238E27FC236}">
                <a16:creationId xmlns:a16="http://schemas.microsoft.com/office/drawing/2014/main" id="{FB566513-D586-44BD-AF4B-8442B7FE7B3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8E3735-03BA-4AB9-89F4-73DE24E7F3F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303F229-5C19-452C-8067-729351CF647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보고 고쳤고 결과가 어떻게 달라졌는지 적습니다.</a:t>
            </a:r>
          </a:p>
        </p:txBody>
      </p:sp>
      <p:sp>
        <p:nvSpPr>
          <p:cNvPr id="11" name="">
            <a:extLst xmlns:a="http://schemas.openxmlformats.org/drawingml/2006/main">
              <a:ext uri="{FF2B5EF4-FFF2-40B4-BE49-F238E27FC236}">
                <a16:creationId xmlns:a16="http://schemas.microsoft.com/office/drawing/2014/main" id="{FF6ABE7C-66AF-4380-BC87-D65315B762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7067EA7-7D5C-4DE3-94A0-A34F5F4AC9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F9DAD810-AF91-4FAE-BFFA-4A2C648397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1436593944"/>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ED1A0B-3D91-4560-9524-5F8495E23A3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7547B4B-5F6C-46DB-8BA2-4D8FED6F86A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전체 건수와 분류한 건수</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702629"/>
                <a:gridCol w="6270171"/>
              </a:tblGrid>
              <a:tr h="685800">
                <a:tc>
                  <a:txBody>
                    <a:bodyPr wrap="square"/>
                    <a:lstStyle/>
                    <a:p>
                      <a:pPr>
                        <a:lnSpc>
                          <a:spcPct val="94000"/>
                        </a:lnSpc>
                        <a:buNone/>
                      </a:pPr>
                      <a:r>
                        <a:rPr sz="2100" b="1">
                          <a:solidFill>
                            <a:srgbClr val="FFFFFF"/>
                          </a:solidFill>
                          <a:latin typeface="Noto Sans KR"/>
                          <a:ea typeface="Noto Sans KR"/>
                          <a:cs typeface="Noto Sans KR"/>
                        </a:rPr>
                        <a:t>분류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예시 건수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ACCB1FF-125D-47DE-A7D4-EF16DF164B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D4017E-1B13-4D1D-8838-87807C08DE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2E3F8641-DC34-4E93-BD6D-FEA5794DC2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824390495"/>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D7B350-9D72-4124-A1F7-AD8EFDD2CE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B6106F2-25EB-45D3-B9F7-E13D239CB0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처리한 건수와 평균에 쓴 건수</a:t>
            </a:r>
          </a:p>
        </p:txBody>
      </p:sp>
      <p:sp>
        <p:nvSpPr>
          <p:cNvPr id="3" name="">
            <a:extLst xmlns:a="http://schemas.openxmlformats.org/drawingml/2006/main">
              <a:ext uri="{FF2B5EF4-FFF2-40B4-BE49-F238E27FC236}">
                <a16:creationId xmlns:a16="http://schemas.microsoft.com/office/drawing/2014/main" id="{CD2FF73B-BA16-44D3-BA43-EB3C29F07552}"/>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3F42B78-E491-470F-A985-08751FEFD144}"/>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수락은 수치와 미측정의 합입니다.</a:t>
            </a:r>
          </a:p>
        </p:txBody>
      </p:sp>
      <p:sp>
        <p:nvSpPr>
          <p:cNvPr id="5" name="">
            <a:extLst xmlns:a="http://schemas.openxmlformats.org/drawingml/2006/main">
              <a:ext uri="{FF2B5EF4-FFF2-40B4-BE49-F238E27FC236}">
                <a16:creationId xmlns:a16="http://schemas.microsoft.com/office/drawing/2014/main" id="{A078F9DE-003E-45D8-BD71-7F6FF29E7C5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평균은 실제 수치만 대상으로 합니다.</a:t>
            </a:r>
          </a:p>
        </p:txBody>
      </p:sp>
      <p:sp>
        <p:nvSpPr>
          <p:cNvPr id="6" name="">
            <a:extLst xmlns:a="http://schemas.openxmlformats.org/drawingml/2006/main">
              <a:ext uri="{FF2B5EF4-FFF2-40B4-BE49-F238E27FC236}">
                <a16:creationId xmlns:a16="http://schemas.microsoft.com/office/drawing/2014/main" id="{71552624-F6C4-4990-A2D8-D514F45A0559}"/>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A9DF3D7-766F-4393-83A8-C51CFEE1536B}"/>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종료 코드 0이어도 모든 입력값이 맞다는 뜻은 아닙니다.</a:t>
            </a:r>
          </a:p>
        </p:txBody>
      </p:sp>
      <p:sp>
        <p:nvSpPr>
          <p:cNvPr id="8" name="">
            <a:extLst xmlns:a="http://schemas.openxmlformats.org/drawingml/2006/main">
              <a:ext uri="{FF2B5EF4-FFF2-40B4-BE49-F238E27FC236}">
                <a16:creationId xmlns:a16="http://schemas.microsoft.com/office/drawing/2014/main" id="{8276010E-4D14-4962-9213-1D9885B138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F66197-14D9-45DA-AEFF-F284E9F3833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9C459EF5-459B-40FC-900C-36C9270F51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988212924"/>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C22271-01FB-450B-84EB-2846141EC7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C4D9428-6969-491D-9B17-0F5CC7DB1A6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수량 0~20개를 받는 접수창구</a:t>
            </a:r>
          </a:p>
        </p:txBody>
      </p:sp>
      <p:sp>
        <p:nvSpPr>
          <p:cNvPr id="3" name="">
            <a:extLst xmlns:a="http://schemas.openxmlformats.org/drawingml/2006/main">
              <a:ext uri="{FF2B5EF4-FFF2-40B4-BE49-F238E27FC236}">
                <a16:creationId xmlns:a16="http://schemas.microsoft.com/office/drawing/2014/main" id="{857CAFBB-360A-4704-935E-08D2A546060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수량은 </a:t>
            </a:r>
            <a:r>
              <a:rPr b="1">
                <a:solidFill>
                  <a:srgbClr val="002FA7"/>
                </a:solidFill>
              </a:rPr>
              <a:t>0~20개</a:t>
            </a:r>
            <a:r>
              <a:t>로 정하고 숫자인지, 범위에 맞는지 확인합니다.</a:t>
            </a:r>
          </a:p>
        </p:txBody>
      </p:sp>
      <p:sp>
        <p:nvSpPr>
          <p:cNvPr id="4" name="">
            <a:extLst xmlns:a="http://schemas.openxmlformats.org/drawingml/2006/main">
              <a:ext uri="{FF2B5EF4-FFF2-40B4-BE49-F238E27FC236}">
                <a16:creationId xmlns:a16="http://schemas.microsoft.com/office/drawing/2014/main" id="{03A50405-AD76-412C-9C69-2754AAB153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301E6E-595F-4D1F-AF40-CDB1CCBD41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5049F1D-EEA7-4E0B-8FCD-D246E4303FC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967460708"/>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39DE65-E3A5-4352-8799-D2F472FD57B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5B6D92F-9216-436D-9EB2-9E056AC8004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 0과 20도 허용합니다</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486400"/>
                <a:gridCol w="54864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BD887007-AA35-4A6C-9919-C26BB77E2AC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43C636-F081-45F2-9BD9-B8F3B485BC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1C9D16B9-33BD-4028-870A-44F7F3E9D67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641385290"/>
      </p:ext>
    </p:extLst>
  </p:cSld>
</p:sld>
</file>

<file path=ppt/slides/slide7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318D5D-A5D1-440D-8AD0-EC88E48F5EF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820FC0C-9514-41B6-B960-3838C8DA627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97B196CF-B8EA-4D7A-9501-C5AF3657443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충전율은 0~100%입니다.</a:t>
            </a:r>
          </a:p>
        </p:txBody>
      </p:sp>
      <p:sp>
        <p:nvSpPr>
          <p:cNvPr id="4" name="">
            <a:extLst xmlns:a="http://schemas.openxmlformats.org/drawingml/2006/main">
              <a:ext uri="{FF2B5EF4-FFF2-40B4-BE49-F238E27FC236}">
                <a16:creationId xmlns:a16="http://schemas.microsoft.com/office/drawing/2014/main" id="{4432973A-B7FE-4CAF-A9C7-4718E6C00F6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-0.1·0·50·100·100.1을 판정하세요.</a:t>
            </a:r>
          </a:p>
        </p:txBody>
      </p:sp>
      <p:sp>
        <p:nvSpPr>
          <p:cNvPr id="5" name="">
            <a:extLst xmlns:a="http://schemas.openxmlformats.org/drawingml/2006/main">
              <a:ext uri="{FF2B5EF4-FFF2-40B4-BE49-F238E27FC236}">
                <a16:creationId xmlns:a16="http://schemas.microsoft.com/office/drawing/2014/main" id="{4B5496C5-5547-4A04-8D84-8768EA1C3E13}"/>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바깥을 찾는 논리 문장을 쓰세요.</a:t>
            </a:r>
          </a:p>
        </p:txBody>
      </p:sp>
      <p:sp>
        <p:nvSpPr>
          <p:cNvPr id="6" name="">
            <a:extLst xmlns:a="http://schemas.openxmlformats.org/drawingml/2006/main">
              <a:ext uri="{FF2B5EF4-FFF2-40B4-BE49-F238E27FC236}">
                <a16:creationId xmlns:a16="http://schemas.microsoft.com/office/drawing/2014/main" id="{81FB6BF0-46C0-4BF8-8FF5-963435BB66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FEFF99-A54F-4E3E-AFBA-E6C3C2CE4F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36768AFE-FB83-4F58-B1A9-791D7833B9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077</a:t>
            </a:r>
          </a:p>
        </p:txBody>
      </p:sp>
    </p:spTree>
    <p:extLst>
      <p:ext uri="{BB962C8B-B14F-4D97-AF65-F5344CB8AC3E}">
        <p14:creationId xmlns:p14="http://schemas.microsoft.com/office/powerpoint/2010/main" val="191913001"/>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57BB59-AE79-45EF-83F7-6D063D96C77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BC51E3F-161D-4CCC-8892-777EB7BAB5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충전율의 허용 범위</a:t>
            </a:r>
          </a:p>
        </p:txBody>
      </p:sp>
      <p:sp>
        <p:nvSpPr>
          <p:cNvPr id="3" name="">
            <a:extLst xmlns:a="http://schemas.openxmlformats.org/drawingml/2006/main">
              <a:ext uri="{FF2B5EF4-FFF2-40B4-BE49-F238E27FC236}">
                <a16:creationId xmlns:a16="http://schemas.microsoft.com/office/drawing/2014/main" id="{3BD28F55-3651-4CA6-8158-41A421A53F3E}"/>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0·50·100은 허용, 두 바깥값은 거부입니다.</a:t>
            </a:r>
          </a:p>
        </p:txBody>
      </p:sp>
      <p:sp>
        <p:nvSpPr>
          <p:cNvPr id="4" name="">
            <a:extLst xmlns:a="http://schemas.openxmlformats.org/drawingml/2006/main">
              <a:ext uri="{FF2B5EF4-FFF2-40B4-BE49-F238E27FC236}">
                <a16:creationId xmlns:a16="http://schemas.microsoft.com/office/drawing/2014/main" id="{4492261B-2B28-4001-9548-35D07586821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 미만 또는 100 초과</a:t>
            </a:r>
            <a:r>
              <a:t>로 검사합니다.</a:t>
            </a:r>
          </a:p>
        </p:txBody>
      </p:sp>
      <p:sp>
        <p:nvSpPr>
          <p:cNvPr id="5" name="">
            <a:extLst xmlns:a="http://schemas.openxmlformats.org/drawingml/2006/main">
              <a:ext uri="{FF2B5EF4-FFF2-40B4-BE49-F238E27FC236}">
                <a16:creationId xmlns:a16="http://schemas.microsoft.com/office/drawing/2014/main" id="{09DF2360-DAA5-4E73-A056-2B5BD63392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77310F-CE37-4581-A333-26B268FB91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7FF113FC-CDAE-4CC5-B11F-14B90FE9D6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698869135"/>
      </p:ext>
    </p:extLst>
  </p:cSld>
</p:sld>
</file>

<file path=ppt/slides/slide7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8DB524-50FE-49A5-8AC1-306F18FF2F8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4A77F40D-74E2-4A4D-A5FF-E4C8D396B78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수정 후 다시 검사</a:t>
            </a:r>
          </a:p>
        </p:txBody>
      </p:sp>
      <p:sp>
        <p:nvSpPr>
          <p:cNvPr id="3" name="">
            <a:extLst xmlns:a="http://schemas.openxmlformats.org/drawingml/2006/main">
              <a:ext uri="{FF2B5EF4-FFF2-40B4-BE49-F238E27FC236}">
                <a16:creationId xmlns:a16="http://schemas.microsoft.com/office/drawing/2014/main" id="{34BF3F94-F99B-415E-844F-CC3BA4959D8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A13 양 끝 경계를 포함해 확인합니다.</a:t>
            </a:r>
          </a:p>
        </p:txBody>
      </p:sp>
      <p:sp>
        <p:nvSpPr>
          <p:cNvPr id="4" name="">
            <a:extLst xmlns:a="http://schemas.openxmlformats.org/drawingml/2006/main">
              <a:ext uri="{FF2B5EF4-FFF2-40B4-BE49-F238E27FC236}">
                <a16:creationId xmlns:a16="http://schemas.microsoft.com/office/drawing/2014/main" id="{B73A14E3-3DBF-4DA3-A3B7-4055E2E29C6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A14에서 무엇을 확인하고 고쳤는지 적습니다.</a:t>
            </a:r>
          </a:p>
        </p:txBody>
      </p:sp>
      <p:sp>
        <p:nvSpPr>
          <p:cNvPr id="5" name="">
            <a:extLst xmlns:a="http://schemas.openxmlformats.org/drawingml/2006/main">
              <a:ext uri="{FF2B5EF4-FFF2-40B4-BE49-F238E27FC236}">
                <a16:creationId xmlns:a16="http://schemas.microsoft.com/office/drawing/2014/main" id="{63DE3589-DF67-4729-8010-EB32E4549140}"/>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A15 입력·출력의 뜻을 설명합니다.</a:t>
            </a:r>
          </a:p>
        </p:txBody>
      </p:sp>
      <p:sp>
        <p:nvSpPr>
          <p:cNvPr id="6" name="">
            <a:extLst xmlns:a="http://schemas.openxmlformats.org/drawingml/2006/main">
              <a:ext uri="{FF2B5EF4-FFF2-40B4-BE49-F238E27FC236}">
                <a16:creationId xmlns:a16="http://schemas.microsoft.com/office/drawing/2014/main" id="{F16560CB-BEBD-4F75-A8B0-F54C7B1C2D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F5381F-AA39-40B2-989A-6E944DF4D2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35B80C2B-0B92-4793-A661-710841C3DC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079</a:t>
            </a:r>
          </a:p>
        </p:txBody>
      </p:sp>
    </p:spTree>
    <p:extLst>
      <p:ext uri="{BB962C8B-B14F-4D97-AF65-F5344CB8AC3E}">
        <p14:creationId xmlns:p14="http://schemas.microsoft.com/office/powerpoint/2010/main" val="1055829665"/>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B232E2-2823-4081-9C6B-DCDD1712BC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7D4934C-2F89-4E83-B7C2-4996367465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5교시 확인</a:t>
            </a:r>
          </a:p>
        </p:txBody>
      </p:sp>
      <p:sp>
        <p:nvSpPr>
          <p:cNvPr id="3" name="">
            <a:extLst xmlns:a="http://schemas.openxmlformats.org/drawingml/2006/main">
              <a:ext uri="{FF2B5EF4-FFF2-40B4-BE49-F238E27FC236}">
                <a16:creationId xmlns:a16="http://schemas.microsoft.com/office/drawing/2014/main" id="{53443F76-81D9-48B5-B0E2-2BEE9A6AB3D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전체=수락+이슈</a:t>
            </a:r>
          </a:p>
        </p:txBody>
      </p:sp>
      <p:sp>
        <p:nvSpPr>
          <p:cNvPr id="4" name="">
            <a:extLst xmlns:a="http://schemas.openxmlformats.org/drawingml/2006/main">
              <a:ext uri="{FF2B5EF4-FFF2-40B4-BE49-F238E27FC236}">
                <a16:creationId xmlns:a16="http://schemas.microsoft.com/office/drawing/2014/main" id="{2751E1C6-55AE-4756-BD36-0D7F2565E3B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C3A144-7DC4-4C50-B691-2EED89880F3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숫자로 변환되어도 허용 범위 밖일 수 있습니다.</a:t>
            </a:r>
          </a:p>
        </p:txBody>
      </p:sp>
      <p:sp>
        <p:nvSpPr>
          <p:cNvPr id="6" name="">
            <a:extLst xmlns:a="http://schemas.openxmlformats.org/drawingml/2006/main">
              <a:ext uri="{FF2B5EF4-FFF2-40B4-BE49-F238E27FC236}">
                <a16:creationId xmlns:a16="http://schemas.microsoft.com/office/drawing/2014/main" id="{A05E34D5-86B8-4F4B-B851-96B7904CD05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범위 통과가 실제 센서 정확성을 뜻하지 않습니다.</a:t>
            </a:r>
          </a:p>
        </p:txBody>
      </p:sp>
      <p:sp>
        <p:nvSpPr>
          <p:cNvPr id="7" name="">
            <a:extLst xmlns:a="http://schemas.openxmlformats.org/drawingml/2006/main">
              <a:ext uri="{FF2B5EF4-FFF2-40B4-BE49-F238E27FC236}">
                <a16:creationId xmlns:a16="http://schemas.microsoft.com/office/drawing/2014/main" id="{CAC4EF9F-06F8-4E7F-A4F3-44B8784B5F3D}"/>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전체=수락+이슈</a:t>
            </a:r>
            <a:r>
              <a:t> 관계로 검산합니다.</a:t>
            </a:r>
          </a:p>
        </p:txBody>
      </p:sp>
      <p:sp>
        <p:nvSpPr>
          <p:cNvPr id="8" name="">
            <a:extLst xmlns:a="http://schemas.openxmlformats.org/drawingml/2006/main">
              <a:ext uri="{FF2B5EF4-FFF2-40B4-BE49-F238E27FC236}">
                <a16:creationId xmlns:a16="http://schemas.microsoft.com/office/drawing/2014/main" id="{334D4166-CC3B-4659-9618-A4C9F4E498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9850B3-82E4-4C09-A687-1EBB896E2A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86693BEF-78E3-4269-BC1C-9A0554E17C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591801218"/>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95340B-75A8-428D-9C18-7FC54214DC6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1B2ABE-AB8E-44B4-A57A-FE39D8A7BC2A}"/>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99C88C73-56E9-4923-AB59-5EB17378BF8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CAFBFB6-8AEC-4C8A-ADF1-DAB58EED6A2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로그 검사기와 사용 안내</a:t>
            </a:r>
          </a:p>
        </p:txBody>
      </p:sp>
      <p:sp>
        <p:nvSpPr>
          <p:cNvPr id="5" name="">
            <a:extLst xmlns:a="http://schemas.openxmlformats.org/drawingml/2006/main">
              <a:ext uri="{FF2B5EF4-FFF2-40B4-BE49-F238E27FC236}">
                <a16:creationId xmlns:a16="http://schemas.microsoft.com/office/drawing/2014/main" id="{C7CAAC60-5770-4B81-8289-D7674D0E0F6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A9D33F-4ADE-4E46-9817-B32F93DDEC6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C1A85117-880E-4C03-BA17-0FF45C2FAF1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A16, A17, A18</a:t>
            </a:r>
          </a:p>
        </p:txBody>
      </p:sp>
      <p:sp>
        <p:nvSpPr>
          <p:cNvPr id="8" name="">
            <a:extLst xmlns:a="http://schemas.openxmlformats.org/drawingml/2006/main">
              <a:ext uri="{FF2B5EF4-FFF2-40B4-BE49-F238E27FC236}">
                <a16:creationId xmlns:a16="http://schemas.microsoft.com/office/drawing/2014/main" id="{74A6FE0F-4983-407D-9947-C16A86FD213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FCDDAE34-69B7-434B-9FDE-88B556425B9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045D1E0E-2B83-4B41-BFC0-4C6E271796C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949409030"/>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6D69A9B-09B4-4D60-B498-7E79DC8D1A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12CAA9F-BAB3-41C7-ABE3-36CB747516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검사기 전체 흐름</a:t>
            </a:r>
          </a:p>
        </p:txBody>
      </p:sp>
      <p:sp>
        <p:nvSpPr>
          <p:cNvPr id="3" name="">
            <a:extLst xmlns:a="http://schemas.openxmlformats.org/drawingml/2006/main">
              <a:ext uri="{FF2B5EF4-FFF2-40B4-BE49-F238E27FC236}">
                <a16:creationId xmlns:a16="http://schemas.microsoft.com/office/drawing/2014/main" id="{FD73BB80-74B0-4015-A19D-9E4B5FCDF00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1448B6-2799-465F-A3C0-2E2F89DEFC54}"/>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CSV를 한 행씩 읽습니다.</a:t>
            </a:r>
          </a:p>
        </p:txBody>
      </p:sp>
      <p:sp>
        <p:nvSpPr>
          <p:cNvPr id="5" name="">
            <a:extLst xmlns:a="http://schemas.openxmlformats.org/drawingml/2006/main">
              <a:ext uri="{FF2B5EF4-FFF2-40B4-BE49-F238E27FC236}">
                <a16:creationId xmlns:a16="http://schemas.microsoft.com/office/drawing/2014/main" id="{07B48322-CF6A-43EA-AA3A-7B339BB33F2F}"/>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0DB51D-A976-4193-B55E-139A999826B2}"/>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002DE28-5E30-41BE-A482-CF53504360F1}"/>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온도를 수치·미측정·이슈로 나눕니다.</a:t>
            </a:r>
          </a:p>
        </p:txBody>
      </p:sp>
      <p:sp>
        <p:nvSpPr>
          <p:cNvPr id="8" name="">
            <a:extLst xmlns:a="http://schemas.openxmlformats.org/drawingml/2006/main">
              <a:ext uri="{FF2B5EF4-FFF2-40B4-BE49-F238E27FC236}">
                <a16:creationId xmlns:a16="http://schemas.microsoft.com/office/drawing/2014/main" id="{CED5A540-00EB-4AC1-B3CC-7C0F35F0DF58}"/>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7A5017C-43D5-4770-B904-CCA09A232CF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6FF56A0-8E06-4C39-BC0C-98E06820189B}"/>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 평균과 건수를 계산합니다.</a:t>
            </a:r>
          </a:p>
        </p:txBody>
      </p:sp>
      <p:sp>
        <p:nvSpPr>
          <p:cNvPr id="11" name="">
            <a:extLst xmlns:a="http://schemas.openxmlformats.org/drawingml/2006/main">
              <a:ext uri="{FF2B5EF4-FFF2-40B4-BE49-F238E27FC236}">
                <a16:creationId xmlns:a16="http://schemas.microsoft.com/office/drawing/2014/main" id="{7353B7BC-BF7B-4226-949A-4213B7570F5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DE26246-6026-48CC-9642-8ADEFABEEBB5}"/>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38BA3393-3AF7-4607-BA2D-4E4B4108A5A5}"/>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요약과 이슈를 JSON 파일로 저장합니다.</a:t>
            </a:r>
          </a:p>
        </p:txBody>
      </p:sp>
      <p:sp>
        <p:nvSpPr>
          <p:cNvPr id="14" name="">
            <a:extLst xmlns:a="http://schemas.openxmlformats.org/drawingml/2006/main">
              <a:ext uri="{FF2B5EF4-FFF2-40B4-BE49-F238E27FC236}">
                <a16:creationId xmlns:a16="http://schemas.microsoft.com/office/drawing/2014/main" id="{CE3BBE6A-B2A6-489F-B74C-1D5FE17DF7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E781514-ED3A-4EE2-BFF1-C1E8C1BE4F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A2BE6C1D-272A-4E9E-AF31-FB7CBEC95B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497899547"/>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E10D4A-4595-4757-B888-FB5CE43E32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E7EF781-6F93-4579-820A-2A7FAA3CFB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행은 어떻게 처리될까요?</a:t>
            </a:r>
          </a:p>
        </p:txBody>
      </p:sp>
      <p:sp>
        <p:nvSpPr>
          <p:cNvPr id="3" name="">
            <a:extLst xmlns:a="http://schemas.openxmlformats.org/drawingml/2006/main">
              <a:ext uri="{FF2B5EF4-FFF2-40B4-BE49-F238E27FC236}">
                <a16:creationId xmlns:a16="http://schemas.microsoft.com/office/drawing/2014/main" id="{C4A4CF75-6E6C-494A-BB5E-25FD4FAD545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A4E282D-B65C-4D67-AC8C-17F83E6979D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원문을 해석 함수에 전달합니다.</a:t>
            </a:r>
          </a:p>
        </p:txBody>
      </p:sp>
      <p:sp>
        <p:nvSpPr>
          <p:cNvPr id="5" name="">
            <a:extLst xmlns:a="http://schemas.openxmlformats.org/drawingml/2006/main">
              <a:ext uri="{FF2B5EF4-FFF2-40B4-BE49-F238E27FC236}">
                <a16:creationId xmlns:a16="http://schemas.microsoft.com/office/drawing/2014/main" id="{E173C0FF-B31A-4609-B08A-50CCEF951CD0}"/>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BE1D34-C491-4427-AEA7-A8D9C057CB83}"/>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A841433-4585-401E-B69E-3E950554DF29}"/>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잘못된 원문은 이슈에 남깁니다.</a:t>
            </a:r>
          </a:p>
        </p:txBody>
      </p:sp>
      <p:sp>
        <p:nvSpPr>
          <p:cNvPr id="8" name="">
            <a:extLst xmlns:a="http://schemas.openxmlformats.org/drawingml/2006/main">
              <a:ext uri="{FF2B5EF4-FFF2-40B4-BE49-F238E27FC236}">
                <a16:creationId xmlns:a16="http://schemas.microsoft.com/office/drawing/2014/main" id="{383A59B2-D7E9-48FD-B83C-D2203BCF49B5}"/>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4AE4C9-1819-4A88-B6B9-6BF86F2F7941}"/>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B511C75-1D21-4A51-93D8-58283AC1CD83}"/>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미측정이면 missing 건수를 늘립니다.</a:t>
            </a:r>
          </a:p>
        </p:txBody>
      </p:sp>
      <p:sp>
        <p:nvSpPr>
          <p:cNvPr id="11" name="">
            <a:extLst xmlns:a="http://schemas.openxmlformats.org/drawingml/2006/main">
              <a:ext uri="{FF2B5EF4-FFF2-40B4-BE49-F238E27FC236}">
                <a16:creationId xmlns:a16="http://schemas.microsoft.com/office/drawing/2014/main" id="{5E4732B1-EDE2-4643-B41C-1FA54628F70B}"/>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FBB2E1C-103D-4171-AAE9-9B6E304E9419}"/>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9DA2C9F9-98E2-4D6A-AF26-F3C7695BA42E}"/>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숫자는 numbers에 넣습니다.</a:t>
            </a:r>
          </a:p>
        </p:txBody>
      </p:sp>
      <p:sp>
        <p:nvSpPr>
          <p:cNvPr id="14" name="">
            <a:extLst xmlns:a="http://schemas.openxmlformats.org/drawingml/2006/main">
              <a:ext uri="{FF2B5EF4-FFF2-40B4-BE49-F238E27FC236}">
                <a16:creationId xmlns:a16="http://schemas.microsoft.com/office/drawing/2014/main" id="{1A526544-DB10-4097-877E-BCD1D1B1FF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FEE9E36-81AF-41D7-A04E-D9C83726B6D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91AA917F-20D6-4711-B628-6C9A96ECF5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254094030"/>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87A048D-A0F8-49D4-8DFE-1C005A10D54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E6DCC68-7947-43E8-BA96-4FD3F7971A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continue는 다음 행으로 이동합니다</a:t>
            </a:r>
          </a:p>
        </p:txBody>
      </p:sp>
      <p:sp>
        <p:nvSpPr>
          <p:cNvPr id="3" name="">
            <a:extLst xmlns:a="http://schemas.openxmlformats.org/drawingml/2006/main">
              <a:ext uri="{FF2B5EF4-FFF2-40B4-BE49-F238E27FC236}">
                <a16:creationId xmlns:a16="http://schemas.microsoft.com/office/drawing/2014/main" id="{56D6C2BA-3304-4522-B257-BBA54FB5864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3FF65F9-293B-49C8-BCC3-B030EF272CF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문제 행을 이슈에 남깁니다.</a:t>
            </a:r>
          </a:p>
        </p:txBody>
      </p:sp>
      <p:sp>
        <p:nvSpPr>
          <p:cNvPr id="5" name="">
            <a:extLst xmlns:a="http://schemas.openxmlformats.org/drawingml/2006/main">
              <a:ext uri="{FF2B5EF4-FFF2-40B4-BE49-F238E27FC236}">
                <a16:creationId xmlns:a16="http://schemas.microsoft.com/office/drawing/2014/main" id="{1D513702-D307-4DBC-AE01-88A707FDB23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E15926-BA1C-4771-9AAE-F341AC11357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1FC9DF9-C3B1-46FD-804E-92D0E2FC528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행의 값은 수치 목록에 넣지 않습니다.</a:t>
            </a:r>
          </a:p>
        </p:txBody>
      </p:sp>
      <p:sp>
        <p:nvSpPr>
          <p:cNvPr id="8" name="">
            <a:extLst xmlns:a="http://schemas.openxmlformats.org/drawingml/2006/main">
              <a:ext uri="{FF2B5EF4-FFF2-40B4-BE49-F238E27FC236}">
                <a16:creationId xmlns:a16="http://schemas.microsoft.com/office/drawing/2014/main" id="{3C4917A0-482A-4B54-AE4D-B50988FE8E6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CF4191-4843-4272-874F-0B175DC7426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476DF14-7573-4756-B696-400F89C1F18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행의 원문을 읽습니다.</a:t>
            </a:r>
          </a:p>
        </p:txBody>
      </p:sp>
      <p:sp>
        <p:nvSpPr>
          <p:cNvPr id="11" name="">
            <a:extLst xmlns:a="http://schemas.openxmlformats.org/drawingml/2006/main">
              <a:ext uri="{FF2B5EF4-FFF2-40B4-BE49-F238E27FC236}">
                <a16:creationId xmlns:a16="http://schemas.microsoft.com/office/drawing/2014/main" id="{28710572-027C-4B43-8B05-FDC772A34D0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1F7742-235A-4EA0-BAF9-8D886274CF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8051BF75-41AF-4228-A937-87DABEBE8D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881274190"/>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F81AB8-8F83-4F88-AC44-89DB3B8485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2A01AC3-0220-465F-A80D-3B84694B2C1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제공 파일의 분류 결과</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92582"/>
                <a:gridCol w="3990109"/>
                <a:gridCol w="3990109"/>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오류 포함</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정상 파일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B2BCC9F3-7141-4008-8D48-7341ACD6EF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640011-A259-4838-95B5-A2EEB10631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8BD9B840-C785-41BD-9BFC-D53160C927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613851195"/>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C33857-1422-42F4-A6E1-4495F2D288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EFC9D80-FD90-4536-9BCF-700C699AD7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평균을 계산할 대상</a:t>
            </a:r>
          </a:p>
        </p:txBody>
      </p:sp>
      <p:sp>
        <p:nvSpPr>
          <p:cNvPr id="3" name="">
            <a:extLst xmlns:a="http://schemas.openxmlformats.org/drawingml/2006/main">
              <a:ext uri="{FF2B5EF4-FFF2-40B4-BE49-F238E27FC236}">
                <a16:creationId xmlns:a16="http://schemas.microsoft.com/office/drawing/2014/main" id="{CE2A2229-AC7E-4ACA-8C75-1B0B3CD26FC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수치 건수</a:t>
            </a:r>
          </a:p>
        </p:txBody>
      </p:sp>
      <p:sp>
        <p:nvSpPr>
          <p:cNvPr id="4" name="">
            <a:extLst xmlns:a="http://schemas.openxmlformats.org/drawingml/2006/main">
              <a:ext uri="{FF2B5EF4-FFF2-40B4-BE49-F238E27FC236}">
                <a16:creationId xmlns:a16="http://schemas.microsoft.com/office/drawing/2014/main" id="{1A9802E9-5D0A-4736-B48E-0A494581A29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D90EDD-4ACB-41EB-98F8-0199A286B62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 합을 </a:t>
            </a:r>
            <a:r>
              <a:rPr b="1">
                <a:solidFill>
                  <a:srgbClr val="002FA7"/>
                </a:solidFill>
              </a:rPr>
              <a:t>수치 건수</a:t>
            </a:r>
            <a:r>
              <a:t>로 나눕니다.</a:t>
            </a:r>
          </a:p>
        </p:txBody>
      </p:sp>
      <p:sp>
        <p:nvSpPr>
          <p:cNvPr id="6" name="">
            <a:extLst xmlns:a="http://schemas.openxmlformats.org/drawingml/2006/main">
              <a:ext uri="{FF2B5EF4-FFF2-40B4-BE49-F238E27FC236}">
                <a16:creationId xmlns:a16="http://schemas.microsoft.com/office/drawing/2014/main" id="{6A8989B6-1EAC-4E74-A145-AA9A8B260EA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0은 수치에 포함합니다.</a:t>
            </a:r>
          </a:p>
        </p:txBody>
      </p:sp>
      <p:sp>
        <p:nvSpPr>
          <p:cNvPr id="7" name="">
            <a:extLst xmlns:a="http://schemas.openxmlformats.org/drawingml/2006/main">
              <a:ext uri="{FF2B5EF4-FFF2-40B4-BE49-F238E27FC236}">
                <a16:creationId xmlns:a16="http://schemas.microsoft.com/office/drawing/2014/main" id="{16604A5F-DD73-49D9-A7D6-8882B8D0E3B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수치가 없으면 평균은 None입니다.</a:t>
            </a:r>
          </a:p>
        </p:txBody>
      </p:sp>
      <p:sp>
        <p:nvSpPr>
          <p:cNvPr id="8" name="">
            <a:extLst xmlns:a="http://schemas.openxmlformats.org/drawingml/2006/main">
              <a:ext uri="{FF2B5EF4-FFF2-40B4-BE49-F238E27FC236}">
                <a16:creationId xmlns:a16="http://schemas.microsoft.com/office/drawing/2014/main" id="{58BD4AB2-88C8-486A-B303-679636EFEC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9A46D2-5D26-44AB-9633-3160A19B9C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3D24EC9C-3F2D-4DD6-B54D-B6EFDD56DB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984347355"/>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050CD4-EFC9-4C63-8AC8-4BF0AF36F7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B2044C0-8F66-4DC0-B816-5DBDE962C6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입력이 비었을 때</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389120"/>
                <a:gridCol w="1828800"/>
                <a:gridCol w="2194560"/>
                <a:gridCol w="2560320"/>
              </a:tblGrid>
              <a:tr h="733425">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전체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미측정</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평균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헤더만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두 행 모두 빈값</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26D76D3-6BC6-4C46-B00B-11098E808B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EEC450-6D47-488A-A3C0-C9DF0F9F39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482AC783-2753-4EB2-9948-C8388B6F0B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2103152718"/>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808D60-F9FF-4726-B75F-3791B5F5F1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FCFCB0F-67C7-4E62-8A19-380033096D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None, 다른 원문입니다</a:t>
            </a:r>
          </a:p>
        </p:txBody>
      </p:sp>
      <p:sp>
        <p:nvSpPr>
          <p:cNvPr id="3" name="">
            <a:extLst xmlns:a="http://schemas.openxmlformats.org/drawingml/2006/main">
              <a:ext uri="{FF2B5EF4-FFF2-40B4-BE49-F238E27FC236}">
                <a16:creationId xmlns:a16="http://schemas.microsoft.com/office/drawing/2014/main" id="{B285F33B-4C76-4045-8816-22ED74B6095A}"/>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998C1A-780E-473F-9EFE-986157B067C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헤더만 있으면 기록이 0건입니다.</a:t>
            </a:r>
          </a:p>
        </p:txBody>
      </p:sp>
      <p:sp>
        <p:nvSpPr>
          <p:cNvPr id="5" name="">
            <a:extLst xmlns:a="http://schemas.openxmlformats.org/drawingml/2006/main">
              <a:ext uri="{FF2B5EF4-FFF2-40B4-BE49-F238E27FC236}">
                <a16:creationId xmlns:a16="http://schemas.microsoft.com/office/drawing/2014/main" id="{208F878A-123A-43E0-9805-C1F23379C1DE}"/>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전부 미측정이면 기록은 존재합니다.</a:t>
            </a:r>
          </a:p>
        </p:txBody>
      </p:sp>
      <p:sp>
        <p:nvSpPr>
          <p:cNvPr id="6" name="">
            <a:extLst xmlns:a="http://schemas.openxmlformats.org/drawingml/2006/main">
              <a:ext uri="{FF2B5EF4-FFF2-40B4-BE49-F238E27FC236}">
                <a16:creationId xmlns:a16="http://schemas.microsoft.com/office/drawing/2014/main" id="{E14B644E-3CBC-4A0F-9819-84F2D36CAFF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C2CE16-E9D2-487A-9C20-7FCBB09E516F}"/>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평균이 없다는 결과만으로 둘을 합치지 않습니다.</a:t>
            </a:r>
          </a:p>
        </p:txBody>
      </p:sp>
      <p:sp>
        <p:nvSpPr>
          <p:cNvPr id="8" name="">
            <a:extLst xmlns:a="http://schemas.openxmlformats.org/drawingml/2006/main">
              <a:ext uri="{FF2B5EF4-FFF2-40B4-BE49-F238E27FC236}">
                <a16:creationId xmlns:a16="http://schemas.microsoft.com/office/drawing/2014/main" id="{4195D646-5124-46EB-938E-3866A22CF7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394A3D-8F55-4335-BF2C-CD6BF0EE11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9450775D-764B-41BD-9333-1E9FF2387A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616778318"/>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DC004F0-B93E-4FAE-A7D0-30B59D2E54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34B85E6-FC8D-4699-BB1D-07BCFD4FEF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사용 안내에 꼭 남길 것</a:t>
            </a:r>
          </a:p>
        </p:txBody>
      </p:sp>
      <p:sp>
        <p:nvSpPr>
          <p:cNvPr id="3" name="">
            <a:extLst xmlns:a="http://schemas.openxmlformats.org/drawingml/2006/main">
              <a:ext uri="{FF2B5EF4-FFF2-40B4-BE49-F238E27FC236}">
                <a16:creationId xmlns:a16="http://schemas.microsoft.com/office/drawing/2014/main" id="{7D305F31-E197-4663-A860-9095566D1F2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140B959-2048-43A9-A544-7434742C956A}"/>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파일과 결과 파일의 주소</a:t>
            </a:r>
          </a:p>
        </p:txBody>
      </p:sp>
      <p:sp>
        <p:nvSpPr>
          <p:cNvPr id="5" name="">
            <a:extLst xmlns:a="http://schemas.openxmlformats.org/drawingml/2006/main">
              <a:ext uri="{FF2B5EF4-FFF2-40B4-BE49-F238E27FC236}">
                <a16:creationId xmlns:a16="http://schemas.microsoft.com/office/drawing/2014/main" id="{9661D640-8026-4CEB-9548-A5A3B1581D28}"/>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1D9D3A-2895-41B7-925C-BFBFDE16F399}"/>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8479CDA-2904-483D-A25A-BF2AA89CDA33}"/>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명령과 실제 결과</a:t>
            </a:r>
          </a:p>
        </p:txBody>
      </p:sp>
      <p:sp>
        <p:nvSpPr>
          <p:cNvPr id="8" name="">
            <a:extLst xmlns:a="http://schemas.openxmlformats.org/drawingml/2006/main">
              <a:ext uri="{FF2B5EF4-FFF2-40B4-BE49-F238E27FC236}">
                <a16:creationId xmlns:a16="http://schemas.microsoft.com/office/drawing/2014/main" id="{2C23D989-246F-4669-B733-14A434699166}"/>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9CA824-7636-4605-81FF-6C6390F5AAA0}"/>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CC003AC-40B6-4707-8D83-5FC70FE2807F}"/>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이슈의 뜻과 </a:t>
            </a:r>
            <a:r>
              <a:rPr b="1">
                <a:solidFill>
                  <a:srgbClr val="002FA7"/>
                </a:solidFill>
              </a:rPr>
              <a:t>확인하지 않은 범위</a:t>
            </a:r>
          </a:p>
        </p:txBody>
      </p:sp>
      <p:sp>
        <p:nvSpPr>
          <p:cNvPr id="11" name="">
            <a:extLst xmlns:a="http://schemas.openxmlformats.org/drawingml/2006/main">
              <a:ext uri="{FF2B5EF4-FFF2-40B4-BE49-F238E27FC236}">
                <a16:creationId xmlns:a16="http://schemas.microsoft.com/office/drawing/2014/main" id="{3703FB21-E0FB-4056-998F-9C245F9EBD8B}"/>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BE72A6-FFE4-42EB-9305-71900F5D654C}"/>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558709BE-8A41-4C33-A1A7-4F5DD50281E7}"/>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 수정의 근거</a:t>
            </a:r>
          </a:p>
        </p:txBody>
      </p:sp>
      <p:sp>
        <p:nvSpPr>
          <p:cNvPr id="14" name="">
            <a:extLst xmlns:a="http://schemas.openxmlformats.org/drawingml/2006/main">
              <a:ext uri="{FF2B5EF4-FFF2-40B4-BE49-F238E27FC236}">
                <a16:creationId xmlns:a16="http://schemas.microsoft.com/office/drawing/2014/main" id="{14BF5DAF-9A10-49D1-84A9-A6E73CF877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5731E09-3443-4892-9596-217786B713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B7837188-3C6B-4FC4-99AC-97844AB0A4B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1050123846"/>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72B057-5FC5-447E-8ACC-6172D7C4AE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B2DD0EB-50E4-4E9A-9293-569D9A1EB8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미측정·오류가 섞인 다섯 건</a:t>
            </a:r>
          </a:p>
        </p:txBody>
      </p:sp>
      <p:sp>
        <p:nvSpPr>
          <p:cNvPr id="3" name="">
            <a:extLst xmlns:a="http://schemas.openxmlformats.org/drawingml/2006/main">
              <a:ext uri="{FF2B5EF4-FFF2-40B4-BE49-F238E27FC236}">
                <a16:creationId xmlns:a16="http://schemas.microsoft.com/office/drawing/2014/main" id="{0B419B2D-A4A0-4220-BB58-FCB816786C4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원문 "10"·</a:t>
            </a:r>
            <a:r>
              <a:rPr b="1">
                <a:solidFill>
                  <a:srgbClr val="002FA7"/>
                </a:solidFill>
              </a:rPr>
              <a:t>빈값</a:t>
            </a:r>
            <a:r>
              <a:t>·"20"·"오류"·"0"를 봅니다.</a:t>
            </a:r>
          </a:p>
        </p:txBody>
      </p:sp>
      <p:sp>
        <p:nvSpPr>
          <p:cNvPr id="4" name="">
            <a:extLst xmlns:a="http://schemas.openxmlformats.org/drawingml/2006/main">
              <a:ext uri="{FF2B5EF4-FFF2-40B4-BE49-F238E27FC236}">
                <a16:creationId xmlns:a16="http://schemas.microsoft.com/office/drawing/2014/main" id="{F3ABB554-204B-4A84-90C4-12C605F13D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846E96-06CF-4F77-8B71-75A745204A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567C76B9-0B9E-461D-AE49-3990E4938F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429617038"/>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994E03-816F-4EA4-BB83-6E2182D22A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76B7B83-527D-41A1-957E-485CCAD1FA3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건수와 평균 계산하기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985164"/>
                <a:gridCol w="4987636"/>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5</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수치·미측정·이슈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3·1·1</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수락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평균</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30÷3=10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777A8617-CDD1-4A2E-AB94-FE562D1885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6EB03A-E122-4E0A-A8C7-22E863A755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9C819F6A-6E2C-4A17-A585-D76BBA27F4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369752556"/>
      </p:ext>
    </p:extLst>
  </p:cSld>
</p:sld>
</file>

<file path=ppt/slides/slide9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948054-7B04-4ED3-97B2-59C77132297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244E0AE9-A01E-4989-BCFA-A9ABF80605E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2FAA2317-E614-41AB-87F8-BFA91FF5EA4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"5"·"15"·빈값·"뜨거움"·빈값·"0"</a:t>
            </a:r>
          </a:p>
        </p:txBody>
      </p:sp>
      <p:sp>
        <p:nvSpPr>
          <p:cNvPr id="4" name="">
            <a:extLst xmlns:a="http://schemas.openxmlformats.org/drawingml/2006/main">
              <a:ext uri="{FF2B5EF4-FFF2-40B4-BE49-F238E27FC236}">
                <a16:creationId xmlns:a16="http://schemas.microsoft.com/office/drawing/2014/main" id="{F13E32B3-4FC5-46EF-840E-A88FE1FD742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분류 건수와 평균, </a:t>
            </a:r>
            <a:r>
              <a:rPr b="1">
                <a:solidFill>
                  <a:srgbClr val="BACBFA"/>
                </a:solidFill>
              </a:rPr>
              <a:t>두 검산식</a:t>
            </a:r>
            <a:r>
              <a:t>을 적으세요.</a:t>
            </a:r>
          </a:p>
        </p:txBody>
      </p:sp>
      <p:sp>
        <p:nvSpPr>
          <p:cNvPr id="5" name="">
            <a:extLst xmlns:a="http://schemas.openxmlformats.org/drawingml/2006/main">
              <a:ext uri="{FF2B5EF4-FFF2-40B4-BE49-F238E27FC236}">
                <a16:creationId xmlns:a16="http://schemas.microsoft.com/office/drawing/2014/main" id="{21959606-E935-40E3-A3AE-581C65C37F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A922C8-06C0-47CA-B201-8818B75A463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55C21610-2889-4EBA-BDFB-09D3D26A93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092</a:t>
            </a:r>
          </a:p>
        </p:txBody>
      </p:sp>
    </p:spTree>
    <p:extLst>
      <p:ext uri="{BB962C8B-B14F-4D97-AF65-F5344CB8AC3E}">
        <p14:creationId xmlns:p14="http://schemas.microsoft.com/office/powerpoint/2010/main" val="1835696457"/>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668DB6-0907-46B4-906C-2688FD2435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B4D9203-9BFA-45F6-B9EF-206F8BB21A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전체·수락·이슈 검산</a:t>
            </a:r>
          </a:p>
        </p:txBody>
      </p:sp>
      <p:sp>
        <p:nvSpPr>
          <p:cNvPr id="3" name="">
            <a:extLst xmlns:a="http://schemas.openxmlformats.org/drawingml/2006/main">
              <a:ext uri="{FF2B5EF4-FFF2-40B4-BE49-F238E27FC236}">
                <a16:creationId xmlns:a16="http://schemas.microsoft.com/office/drawing/2014/main" id="{D75AE9CF-4E64-4F6B-B42A-D8B4E1390C98}"/>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전체6, 수치3, 미측정2, 이슈1, 수락5입니다.</a:t>
            </a:r>
          </a:p>
        </p:txBody>
      </p:sp>
      <p:sp>
        <p:nvSpPr>
          <p:cNvPr id="4" name="">
            <a:extLst xmlns:a="http://schemas.openxmlformats.org/drawingml/2006/main">
              <a:ext uri="{FF2B5EF4-FFF2-40B4-BE49-F238E27FC236}">
                <a16:creationId xmlns:a16="http://schemas.microsoft.com/office/drawing/2014/main" id="{0EA3BC19-72B1-4084-A163-AC627760B016}"/>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평균6.67, </a:t>
            </a:r>
            <a:r>
              <a:rPr b="1">
                <a:solidFill>
                  <a:srgbClr val="002FA7"/>
                </a:solidFill>
              </a:rPr>
              <a:t>6=5+1, 5=3+2</a:t>
            </a:r>
            <a:r>
              <a:t>입니다.</a:t>
            </a:r>
          </a:p>
        </p:txBody>
      </p:sp>
      <p:sp>
        <p:nvSpPr>
          <p:cNvPr id="5" name="">
            <a:extLst xmlns:a="http://schemas.openxmlformats.org/drawingml/2006/main">
              <a:ext uri="{FF2B5EF4-FFF2-40B4-BE49-F238E27FC236}">
                <a16:creationId xmlns:a16="http://schemas.microsoft.com/office/drawing/2014/main" id="{18D6216F-6489-4D0A-B993-AE9B48B959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79E090-BC40-4AC2-82B0-0E91E2FECF5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95E4F54E-DC0B-4355-9CAA-CB49E6A49E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2003456662"/>
      </p:ext>
    </p:extLst>
  </p:cSld>
</p:sld>
</file>

<file path=ppt/slides/slide9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75E557-19D8-4A24-B88D-3434F414E06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AD78EF7D-D195-43A9-BAAB-1A7E1101D26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파일별 비교</a:t>
            </a:r>
          </a:p>
        </p:txBody>
      </p:sp>
      <p:sp>
        <p:nvSpPr>
          <p:cNvPr id="3" name="">
            <a:extLst xmlns:a="http://schemas.openxmlformats.org/drawingml/2006/main">
              <a:ext uri="{FF2B5EF4-FFF2-40B4-BE49-F238E27FC236}">
                <a16:creationId xmlns:a16="http://schemas.microsoft.com/office/drawing/2014/main" id="{1DEFCF5E-80D6-488A-9D71-3A5F2BB0FDF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A17에서 정상·오류·빈 입력을 비교합니다.</a:t>
            </a:r>
          </a:p>
        </p:txBody>
      </p:sp>
      <p:sp>
        <p:nvSpPr>
          <p:cNvPr id="4" name="">
            <a:extLst xmlns:a="http://schemas.openxmlformats.org/drawingml/2006/main">
              <a:ext uri="{FF2B5EF4-FFF2-40B4-BE49-F238E27FC236}">
                <a16:creationId xmlns:a16="http://schemas.microsoft.com/office/drawing/2014/main" id="{80997462-70F6-49F3-B436-B20EEA5AAF2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A18에 재현 가능한 사용 안내를 씁니다.</a:t>
            </a:r>
          </a:p>
        </p:txBody>
      </p:sp>
      <p:sp>
        <p:nvSpPr>
          <p:cNvPr id="5" name="">
            <a:extLst xmlns:a="http://schemas.openxmlformats.org/drawingml/2006/main">
              <a:ext uri="{FF2B5EF4-FFF2-40B4-BE49-F238E27FC236}">
                <a16:creationId xmlns:a16="http://schemas.microsoft.com/office/drawing/2014/main" id="{ACE64A12-7B67-4199-A7D7-D428DE2469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B1F2B3-2F7B-4AD4-AF26-2E0158B2C2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F1FC7B66-4D25-48B6-9FDF-1B180AB1BD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094</a:t>
            </a:r>
          </a:p>
        </p:txBody>
      </p:sp>
    </p:spTree>
    <p:extLst>
      <p:ext uri="{BB962C8B-B14F-4D97-AF65-F5344CB8AC3E}">
        <p14:creationId xmlns:p14="http://schemas.microsoft.com/office/powerpoint/2010/main" val="1857733608"/>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2BC79D-8139-4B89-8998-6CDB5DEF6C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661741D-20C9-4BB8-9E0A-1BB483A506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6교시 확인</a:t>
            </a:r>
          </a:p>
        </p:txBody>
      </p:sp>
      <p:sp>
        <p:nvSpPr>
          <p:cNvPr id="3" name="">
            <a:extLst xmlns:a="http://schemas.openxmlformats.org/drawingml/2006/main">
              <a:ext uri="{FF2B5EF4-FFF2-40B4-BE49-F238E27FC236}">
                <a16:creationId xmlns:a16="http://schemas.microsoft.com/office/drawing/2014/main" id="{848B4859-5B4F-4A7E-AB50-E5075F34541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평균 없음과 실제 평균 0</a:t>
            </a:r>
          </a:p>
        </p:txBody>
      </p:sp>
      <p:sp>
        <p:nvSpPr>
          <p:cNvPr id="4" name="">
            <a:extLst xmlns:a="http://schemas.openxmlformats.org/drawingml/2006/main">
              <a:ext uri="{FF2B5EF4-FFF2-40B4-BE49-F238E27FC236}">
                <a16:creationId xmlns:a16="http://schemas.microsoft.com/office/drawing/2014/main" id="{DDB6F3C7-6C79-4817-86B9-AD46957BD20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A07E34-5627-42BA-95AA-39B4B0EDBFD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수락 건수는 숫자 건수와 다릅니다.</a:t>
            </a:r>
          </a:p>
        </p:txBody>
      </p:sp>
      <p:sp>
        <p:nvSpPr>
          <p:cNvPr id="6" name="">
            <a:extLst xmlns:a="http://schemas.openxmlformats.org/drawingml/2006/main">
              <a:ext uri="{FF2B5EF4-FFF2-40B4-BE49-F238E27FC236}">
                <a16:creationId xmlns:a16="http://schemas.microsoft.com/office/drawing/2014/main" id="{A1BF6EC3-BF75-41C0-BCB7-A16A92F814C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평균 없음과 실제 평균 0</a:t>
            </a:r>
            <a:r>
              <a:t>을 구별합니다.</a:t>
            </a:r>
          </a:p>
        </p:txBody>
      </p:sp>
      <p:sp>
        <p:nvSpPr>
          <p:cNvPr id="7" name="">
            <a:extLst xmlns:a="http://schemas.openxmlformats.org/drawingml/2006/main">
              <a:ext uri="{FF2B5EF4-FFF2-40B4-BE49-F238E27FC236}">
                <a16:creationId xmlns:a16="http://schemas.microsoft.com/office/drawing/2014/main" id="{8056562A-D0B0-4ED6-9215-1E702F6B9DF3}"/>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파일명과 실행 범위를 함께 보고합니다.</a:t>
            </a:r>
          </a:p>
        </p:txBody>
      </p:sp>
      <p:sp>
        <p:nvSpPr>
          <p:cNvPr id="8" name="">
            <a:extLst xmlns:a="http://schemas.openxmlformats.org/drawingml/2006/main">
              <a:ext uri="{FF2B5EF4-FFF2-40B4-BE49-F238E27FC236}">
                <a16:creationId xmlns:a16="http://schemas.microsoft.com/office/drawing/2014/main" id="{F2F686CB-7EAB-4497-8921-DF8AECF5C45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ED1EFA-B06D-4686-86A1-CE9ED8119D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DCAE8789-4D3A-467D-92AB-24FCDFC3BE4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1758549473"/>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9761911-F403-434B-B2F3-1F1E13AA8C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44BB31E5-5AE9-4F63-A155-A31C91FEA50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한 일을 설명해 봅시다</a:t>
            </a:r>
          </a:p>
        </p:txBody>
      </p:sp>
      <p:sp>
        <p:nvSpPr>
          <p:cNvPr id="3" name="">
            <a:extLst xmlns:a="http://schemas.openxmlformats.org/drawingml/2006/main">
              <a:ext uri="{FF2B5EF4-FFF2-40B4-BE49-F238E27FC236}">
                <a16:creationId xmlns:a16="http://schemas.microsoft.com/office/drawing/2014/main" id="{94C2EE8D-E304-40A0-9CE1-564D3D253A1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2C82651-DA90-4B78-8D18-CD0AA735ABB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사용한 입력값부터 설명해 보세요.</a:t>
            </a:r>
          </a:p>
        </p:txBody>
      </p:sp>
      <p:sp>
        <p:nvSpPr>
          <p:cNvPr id="5" name="">
            <a:extLst xmlns:a="http://schemas.openxmlformats.org/drawingml/2006/main">
              <a:ext uri="{FF2B5EF4-FFF2-40B4-BE49-F238E27FC236}">
                <a16:creationId xmlns:a16="http://schemas.microsoft.com/office/drawing/2014/main" id="{91C2C1FA-380A-4520-86A6-E0573BF97AD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A941E1B-9C3C-417B-BF07-488CD7C5401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93CF9FE-A20A-4D84-851A-3CE226CB149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값에 적용한 규칙을 설명해 보세요.</a:t>
            </a:r>
          </a:p>
        </p:txBody>
      </p:sp>
      <p:sp>
        <p:nvSpPr>
          <p:cNvPr id="8" name="">
            <a:extLst xmlns:a="http://schemas.openxmlformats.org/drawingml/2006/main">
              <a:ext uri="{FF2B5EF4-FFF2-40B4-BE49-F238E27FC236}">
                <a16:creationId xmlns:a16="http://schemas.microsoft.com/office/drawing/2014/main" id="{48756F24-292F-4E58-B516-4CF63F5E61C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936C12-6181-4971-8BA0-B03E53A71F2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BEC59DB-B91D-4D36-87F7-F6FB5D6239C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확인한 결과</a:t>
            </a:r>
            <a:r>
              <a:t>와 더 알아봐야 할 내용을 따로 말해 보세요.</a:t>
            </a:r>
          </a:p>
        </p:txBody>
      </p:sp>
      <p:sp>
        <p:nvSpPr>
          <p:cNvPr id="11" name="">
            <a:extLst xmlns:a="http://schemas.openxmlformats.org/drawingml/2006/main">
              <a:ext uri="{FF2B5EF4-FFF2-40B4-BE49-F238E27FC236}">
                <a16:creationId xmlns:a16="http://schemas.microsoft.com/office/drawing/2014/main" id="{F882B7DC-8868-4B03-B817-144313EA9D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E5A6021-B913-4D24-97F6-02EE4D29DA3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4BDEF4DB-61BD-4685-B36C-F1B5FBF286C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2019337211"/>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C00E11-36AE-434A-A30B-C2A0082220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C91AB8BF-45FC-423A-9D6A-8C11993FA35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저장하고 다음 사람에게 넘기기</a:t>
            </a:r>
          </a:p>
        </p:txBody>
      </p:sp>
      <p:sp>
        <p:nvSpPr>
          <p:cNvPr id="3" name="">
            <a:extLst xmlns:a="http://schemas.openxmlformats.org/drawingml/2006/main">
              <a:ext uri="{FF2B5EF4-FFF2-40B4-BE49-F238E27FC236}">
                <a16:creationId xmlns:a16="http://schemas.microsoft.com/office/drawing/2014/main" id="{3BB74280-377D-49FE-8229-C518C78F85D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F1F3761-8D17-4203-BFD7-1F705276F29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파일의 이름과 </a:t>
            </a:r>
            <a:r>
              <a:rPr b="1">
                <a:solidFill>
                  <a:srgbClr val="002FA7"/>
                </a:solidFill>
              </a:rPr>
              <a:t>저장 폴더</a:t>
            </a:r>
            <a:r>
              <a:t>를 적으세요.</a:t>
            </a:r>
          </a:p>
        </p:txBody>
      </p:sp>
      <p:sp>
        <p:nvSpPr>
          <p:cNvPr id="5" name="">
            <a:extLst xmlns:a="http://schemas.openxmlformats.org/drawingml/2006/main">
              <a:ext uri="{FF2B5EF4-FFF2-40B4-BE49-F238E27FC236}">
                <a16:creationId xmlns:a16="http://schemas.microsoft.com/office/drawing/2014/main" id="{9C0705A1-E277-4157-8F0F-3A6A39D728D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553549-CC1A-4E25-BC7B-69D8058AFC1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BB5FA39-95EE-4F46-BE55-EA473440C27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왜 고쳤고 결과가 어땠는지 적으세요.</a:t>
            </a:r>
          </a:p>
        </p:txBody>
      </p:sp>
      <p:sp>
        <p:nvSpPr>
          <p:cNvPr id="8" name="">
            <a:extLst xmlns:a="http://schemas.openxmlformats.org/drawingml/2006/main">
              <a:ext uri="{FF2B5EF4-FFF2-40B4-BE49-F238E27FC236}">
                <a16:creationId xmlns:a16="http://schemas.microsoft.com/office/drawing/2014/main" id="{99E74502-C638-4DBA-836F-2CA42F3FE32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115F8D-B02B-46D9-AF46-5E8031BE84F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32BFE45-F111-4043-B950-484A9745177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아직 모르는 값은 추측해서 넣지 마세요.</a:t>
            </a:r>
          </a:p>
        </p:txBody>
      </p:sp>
      <p:sp>
        <p:nvSpPr>
          <p:cNvPr id="11" name="">
            <a:extLst xmlns:a="http://schemas.openxmlformats.org/drawingml/2006/main">
              <a:ext uri="{FF2B5EF4-FFF2-40B4-BE49-F238E27FC236}">
                <a16:creationId xmlns:a16="http://schemas.microsoft.com/office/drawing/2014/main" id="{25149CA0-283B-49EF-9400-A4BBDD02D9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5C007FD-65C9-464D-B19E-0A4C887591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2EE4A8F7-A0DF-4BD2-8A01-AFF8E92BDE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1202762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2026-10-05T04:02:02.3700000Z</dcterms:created>
  <dcterms:modified xsi:type="dcterms:W3CDTF">2026-10-05T04:02:02.3700000Z</dcterms:modified>
</coreProperties>
</file>