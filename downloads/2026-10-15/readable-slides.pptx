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fbd40d1bc48411d" /><ns0:Relationship Type="http://schemas.openxmlformats.org/officeDocument/2006/relationships/extended-properties" Target="/docProps/app.xml" Id="Reb3aba745b864fc6" /><ns0:Relationship Type="http://schemas.openxmlformats.org/officeDocument/2006/relationships/officeDocument" Target="/ppt/presentation.xml" Id="R7faf2c881cbd4ca1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6c6d3179238f4006"/>
  </ns0:sldMasterIdLst>
  <ns0:sldIdLst>
    <ns0:sldId id="256" ns1:id="R28659233d86740ea"/>
    <ns0:sldId id="257" ns1:id="Reac90e025df54039"/>
    <ns0:sldId id="258" ns1:id="Rfe0a9742557f45dd"/>
    <ns0:sldId id="259" ns1:id="Rc42bc5af56bd474f"/>
    <ns0:sldId id="260" ns1:id="R7f540cef04824ef5"/>
    <ns0:sldId id="261" ns1:id="R7ef09eb0d0484101"/>
    <ns0:sldId id="262" ns1:id="R93bd9d97af044f11"/>
    <ns0:sldId id="263" ns1:id="R1d3c6131dc7a4364"/>
    <ns0:sldId id="264" ns1:id="R17df006c10384ec2"/>
    <ns0:sldId id="265" ns1:id="Ra55b7c96f67244c9"/>
    <ns0:sldId id="266" ns1:id="R8c949e148f3540c2"/>
    <ns0:sldId id="267" ns1:id="Rfa883d0eb64a4271"/>
    <ns0:sldId id="268" ns1:id="Rd9023e5145f441b8"/>
    <ns0:sldId id="269" ns1:id="Rafb6dfe93b9b4d14"/>
    <ns0:sldId id="270" ns1:id="Rd4f2d9b06cf54f26"/>
    <ns0:sldId id="271" ns1:id="R435d61a5cd124cbf"/>
    <ns0:sldId id="272" ns1:id="Rd4e137d916cf4bb4"/>
    <ns0:sldId id="273" ns1:id="Rc9416827d3ba409f"/>
    <ns0:sldId id="274" ns1:id="R1e184f1b5ad84cb2"/>
    <ns0:sldId id="275" ns1:id="R2f1f19e3ce1848b3"/>
    <ns0:sldId id="276" ns1:id="R830785ecb4ed4cc0"/>
    <ns0:sldId id="277" ns1:id="Rce8b30817b6048aa"/>
    <ns0:sldId id="278" ns1:id="R166921f4ab734daf"/>
    <ns0:sldId id="279" ns1:id="Rf3134b86984e4446"/>
    <ns0:sldId id="280" ns1:id="R938af21f8ce84f07"/>
    <ns0:sldId id="281" ns1:id="R830fc7e9f0f24314"/>
    <ns0:sldId id="282" ns1:id="Rf496c9d4b8064fc1"/>
    <ns0:sldId id="283" ns1:id="Rd3d939d7569c4511"/>
    <ns0:sldId id="284" ns1:id="R12eb59230e8e4f28"/>
    <ns0:sldId id="285" ns1:id="R92e2580addaf4f8e"/>
    <ns0:sldId id="286" ns1:id="R8f1596719ddb46cd"/>
    <ns0:sldId id="287" ns1:id="Re4a54771ce06424a"/>
    <ns0:sldId id="288" ns1:id="R8ab31e03170444f9"/>
    <ns0:sldId id="289" ns1:id="R6cc1d1bc702c4dcf"/>
    <ns0:sldId id="290" ns1:id="R0229c6bdc52a4684"/>
    <ns0:sldId id="291" ns1:id="R2beb84c68e7a4a4e"/>
    <ns0:sldId id="292" ns1:id="Ra9ee10767d204b42"/>
    <ns0:sldId id="293" ns1:id="R2d0b018713d9495a"/>
    <ns0:sldId id="294" ns1:id="R60ea08a6443f41eb"/>
    <ns0:sldId id="295" ns1:id="R0a400f30534344a7"/>
    <ns0:sldId id="296" ns1:id="R428a9829bacb49a1"/>
    <ns0:sldId id="297" ns1:id="R9d9a3f7081b249e7"/>
    <ns0:sldId id="298" ns1:id="Ra2e757d354aa483d"/>
    <ns0:sldId id="299" ns1:id="R5ed4e651c1c842c1"/>
    <ns0:sldId id="300" ns1:id="R201c981a8d25434a"/>
    <ns0:sldId id="301" ns1:id="Rd18b0b522e8b4212"/>
    <ns0:sldId id="302" ns1:id="R2074f5a6bcc646df"/>
    <ns0:sldId id="303" ns1:id="R94591c12938846af"/>
    <ns0:sldId id="304" ns1:id="R2f24dc6cae7b4a71"/>
    <ns0:sldId id="305" ns1:id="R8ab08cf399fc4841"/>
    <ns0:sldId id="306" ns1:id="R66581537540143a5"/>
    <ns0:sldId id="307" ns1:id="R30b2d5f280434f1c"/>
    <ns0:sldId id="308" ns1:id="R82dd157965f944af"/>
    <ns0:sldId id="309" ns1:id="R091524bb6ad243ed"/>
    <ns0:sldId id="310" ns1:id="R01f24a918715457c"/>
    <ns0:sldId id="311" ns1:id="Rf444919ecfab48db"/>
    <ns0:sldId id="312" ns1:id="Rae10c3c73628471a"/>
    <ns0:sldId id="313" ns1:id="R0558f03bf32445c0"/>
    <ns0:sldId id="314" ns1:id="R1527aec51146424f"/>
    <ns0:sldId id="315" ns1:id="Rd717443ac8fd4601"/>
    <ns0:sldId id="316" ns1:id="R91b8e20aa8e44810"/>
    <ns0:sldId id="317" ns1:id="R44c9cb3719bb4ef4"/>
    <ns0:sldId id="318" ns1:id="R614bd65ca9454a95"/>
    <ns0:sldId id="319" ns1:id="R20563a0a48eb435b"/>
    <ns0:sldId id="320" ns1:id="R09cab74399c440b4"/>
    <ns0:sldId id="321" ns1:id="R2f5e8173df134826"/>
    <ns0:sldId id="322" ns1:id="R8a20c55a59f04624"/>
    <ns0:sldId id="323" ns1:id="R582dd4b7d3fe4d94"/>
    <ns0:sldId id="324" ns1:id="R7e2df48f2bc74a22"/>
    <ns0:sldId id="325" ns1:id="Rcda2ec4070634da2"/>
    <ns0:sldId id="326" ns1:id="R82568337cda042ce"/>
    <ns0:sldId id="327" ns1:id="R0eacb58776f14361"/>
    <ns0:sldId id="328" ns1:id="R216d54ba8f064b1f"/>
    <ns0:sldId id="329" ns1:id="R413b1b8dd147432b"/>
    <ns0:sldId id="330" ns1:id="R69e9769721da42b1"/>
    <ns0:sldId id="331" ns1:id="R64d16c04f4884efc"/>
    <ns0:sldId id="332" ns1:id="R2c3d72d55ddf491e"/>
    <ns0:sldId id="333" ns1:id="R64da6007e2844048"/>
    <ns0:sldId id="334" ns1:id="Rb95099190e184dc4"/>
    <ns0:sldId id="335" ns1:id="Rd914198d05b84f13"/>
    <ns0:sldId id="336" ns1:id="R94d2ae9f589e4a7a"/>
    <ns0:sldId id="337" ns1:id="R46c0d476b3a647dc"/>
    <ns0:sldId id="338" ns1:id="Rd82d9c27192a4869"/>
    <ns0:sldId id="339" ns1:id="Re8e5d04d26f848d3"/>
    <ns0:sldId id="340" ns1:id="Rc5dfaf0c81bf4acd"/>
    <ns0:sldId id="341" ns1:id="R7f7b136c13cf402a"/>
    <ns0:sldId id="342" ns1:id="R6ef82953d65c4eb7"/>
    <ns0:sldId id="343" ns1:id="R1a7ed1f57b724998"/>
    <ns0:sldId id="344" ns1:id="Rfffaf47a33c54856"/>
    <ns0:sldId id="345" ns1:id="R92439bd7d4bc4190"/>
    <ns0:sldId id="346" ns1:id="R350d9e3ec2ab4a1d"/>
    <ns0:sldId id="347" ns1:id="Re9f9222854734514"/>
    <ns0:sldId id="348" ns1:id="Rab26fcaecd99487d"/>
    <ns0:sldId id="349" ns1:id="Rbc6ff27ffab9476f"/>
    <ns0:sldId id="350" ns1:id="Ra6daea3802044b66"/>
    <ns0:sldId id="351" ns1:id="Rbe750c4ba3c94771"/>
    <ns0:sldId id="352" ns1:id="R942edea1b04345a8"/>
    <ns0:sldId id="353" ns1:id="R502fa4e8489542b0"/>
    <ns0:sldId id="354" ns1:id="Rbda027655b5e4597"/>
    <ns0:sldId id="355" ns1:id="Rde0eacecaa494d80"/>
    <ns0:sldId id="356" ns1:id="Rc157ec2cfbcf4ef7"/>
    <ns0:sldId id="357" ns1:id="R4845896e892f4a02"/>
    <ns0:sldId id="358" ns1:id="R5cb70ff2da5f4293"/>
    <ns0:sldId id="359" ns1:id="Re39c2f321e1c48fc"/>
    <ns0:sldId id="360" ns1:id="Rb783dc0aa6ee4c2e"/>
    <ns0:sldId id="361" ns1:id="Rdf1e2696754742b3"/>
    <ns0:sldId id="362" ns1:id="Rbdb5863c9d3e4064"/>
    <ns0:sldId id="363" ns1:id="R32b6234ae6614752"/>
    <ns0:sldId id="364" ns1:id="R1b895bd39a16426f"/>
    <ns0:sldId id="365" ns1:id="R1c0ef753e35a4150"/>
    <ns0:sldId id="366" ns1:id="Re99f9c12584c4b9c"/>
    <ns0:sldId id="367" ns1:id="Rd4d4322445c0474d"/>
    <ns0:sldId id="368" ns1:id="R0f524244131945e0"/>
    <ns0:sldId id="369" ns1:id="Rfbc772a448c64ec6"/>
    <ns0:sldId id="370" ns1:id="R3f20c7e8a3be480c"/>
    <ns0:sldId id="371" ns1:id="R82038d919b4f4f6a"/>
    <ns0:sldId id="372" ns1:id="R25b941728bbb4b43"/>
    <ns0:sldId id="373" ns1:id="R1846fc277994451f"/>
    <ns0:sldId id="374" ns1:id="R2c664e277ff945f0"/>
    <ns0:sldId id="375" ns1:id="R4f84642bd8b9498c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84f742d9d8db4d14" /><ns0:Relationship Type="http://schemas.openxmlformats.org/officeDocument/2006/relationships/slideMaster" Target="/ppt/slideMasters/slideMaster1.xml" Id="R6c6d3179238f4006" /><ns0:Relationship Type="http://schemas.openxmlformats.org/officeDocument/2006/relationships/presProps" Target="/ppt/presProps.xml" Id="Rdeeb65120c0d4e8d" /><ns0:Relationship Type="http://schemas.openxmlformats.org/officeDocument/2006/relationships/tableStyles" Target="/ppt/tableStyles.xml" Id="Rb4938e96cf46460e" /><ns0:Relationship Type="http://schemas.openxmlformats.org/officeDocument/2006/relationships/slide" Target="/ppt/slides/slide1.xml" Id="R28659233d86740ea" /><ns0:Relationship Type="http://schemas.openxmlformats.org/officeDocument/2006/relationships/slide" Target="/ppt/slides/slide2.xml" Id="Reac90e025df54039" /><ns0:Relationship Type="http://schemas.openxmlformats.org/officeDocument/2006/relationships/slide" Target="/ppt/slides/slide3.xml" Id="Rfe0a9742557f45dd" /><ns0:Relationship Type="http://schemas.openxmlformats.org/officeDocument/2006/relationships/slide" Target="/ppt/slides/slide4.xml" Id="Rc42bc5af56bd474f" /><ns0:Relationship Type="http://schemas.openxmlformats.org/officeDocument/2006/relationships/slide" Target="/ppt/slides/slide5.xml" Id="R7f540cef04824ef5" /><ns0:Relationship Type="http://schemas.openxmlformats.org/officeDocument/2006/relationships/slide" Target="/ppt/slides/slide6.xml" Id="R7ef09eb0d0484101" /><ns0:Relationship Type="http://schemas.openxmlformats.org/officeDocument/2006/relationships/slide" Target="/ppt/slides/slide7.xml" Id="R93bd9d97af044f11" /><ns0:Relationship Type="http://schemas.openxmlformats.org/officeDocument/2006/relationships/slide" Target="/ppt/slides/slide8.xml" Id="R1d3c6131dc7a4364" /><ns0:Relationship Type="http://schemas.openxmlformats.org/officeDocument/2006/relationships/slide" Target="/ppt/slides/slide9.xml" Id="R17df006c10384ec2" /><ns0:Relationship Type="http://schemas.openxmlformats.org/officeDocument/2006/relationships/slide" Target="/ppt/slides/slide10.xml" Id="Ra55b7c96f67244c9" /><ns0:Relationship Type="http://schemas.openxmlformats.org/officeDocument/2006/relationships/slide" Target="/ppt/slides/slide11.xml" Id="R8c949e148f3540c2" /><ns0:Relationship Type="http://schemas.openxmlformats.org/officeDocument/2006/relationships/slide" Target="/ppt/slides/slide12.xml" Id="Rfa883d0eb64a4271" /><ns0:Relationship Type="http://schemas.openxmlformats.org/officeDocument/2006/relationships/slide" Target="/ppt/slides/slide13.xml" Id="Rd9023e5145f441b8" /><ns0:Relationship Type="http://schemas.openxmlformats.org/officeDocument/2006/relationships/slide" Target="/ppt/slides/slide14.xml" Id="Rafb6dfe93b9b4d14" /><ns0:Relationship Type="http://schemas.openxmlformats.org/officeDocument/2006/relationships/slide" Target="/ppt/slides/slide15.xml" Id="Rd4f2d9b06cf54f26" /><ns0:Relationship Type="http://schemas.openxmlformats.org/officeDocument/2006/relationships/slide" Target="/ppt/slides/slide16.xml" Id="R435d61a5cd124cbf" /><ns0:Relationship Type="http://schemas.openxmlformats.org/officeDocument/2006/relationships/slide" Target="/ppt/slides/slide17.xml" Id="Rd4e137d916cf4bb4" /><ns0:Relationship Type="http://schemas.openxmlformats.org/officeDocument/2006/relationships/slide" Target="/ppt/slides/slide18.xml" Id="Rc9416827d3ba409f" /><ns0:Relationship Type="http://schemas.openxmlformats.org/officeDocument/2006/relationships/slide" Target="/ppt/slides/slide19.xml" Id="R1e184f1b5ad84cb2" /><ns0:Relationship Type="http://schemas.openxmlformats.org/officeDocument/2006/relationships/slide" Target="/ppt/slides/slide20.xml" Id="R2f1f19e3ce1848b3" /><ns0:Relationship Type="http://schemas.openxmlformats.org/officeDocument/2006/relationships/slide" Target="/ppt/slides/slide21.xml" Id="R830785ecb4ed4cc0" /><ns0:Relationship Type="http://schemas.openxmlformats.org/officeDocument/2006/relationships/slide" Target="/ppt/slides/slide22.xml" Id="Rce8b30817b6048aa" /><ns0:Relationship Type="http://schemas.openxmlformats.org/officeDocument/2006/relationships/slide" Target="/ppt/slides/slide23.xml" Id="R166921f4ab734daf" /><ns0:Relationship Type="http://schemas.openxmlformats.org/officeDocument/2006/relationships/slide" Target="/ppt/slides/slide24.xml" Id="Rf3134b86984e4446" /><ns0:Relationship Type="http://schemas.openxmlformats.org/officeDocument/2006/relationships/slide" Target="/ppt/slides/slide25.xml" Id="R938af21f8ce84f07" /><ns0:Relationship Type="http://schemas.openxmlformats.org/officeDocument/2006/relationships/slide" Target="/ppt/slides/slide26.xml" Id="R830fc7e9f0f24314" /><ns0:Relationship Type="http://schemas.openxmlformats.org/officeDocument/2006/relationships/slide" Target="/ppt/slides/slide27.xml" Id="Rf496c9d4b8064fc1" /><ns0:Relationship Type="http://schemas.openxmlformats.org/officeDocument/2006/relationships/slide" Target="/ppt/slides/slide28.xml" Id="Rd3d939d7569c4511" /><ns0:Relationship Type="http://schemas.openxmlformats.org/officeDocument/2006/relationships/slide" Target="/ppt/slides/slide29.xml" Id="R12eb59230e8e4f28" /><ns0:Relationship Type="http://schemas.openxmlformats.org/officeDocument/2006/relationships/slide" Target="/ppt/slides/slide30.xml" Id="R92e2580addaf4f8e" /><ns0:Relationship Type="http://schemas.openxmlformats.org/officeDocument/2006/relationships/slide" Target="/ppt/slides/slide31.xml" Id="R8f1596719ddb46cd" /><ns0:Relationship Type="http://schemas.openxmlformats.org/officeDocument/2006/relationships/slide" Target="/ppt/slides/slide32.xml" Id="Re4a54771ce06424a" /><ns0:Relationship Type="http://schemas.openxmlformats.org/officeDocument/2006/relationships/slide" Target="/ppt/slides/slide33.xml" Id="R8ab31e03170444f9" /><ns0:Relationship Type="http://schemas.openxmlformats.org/officeDocument/2006/relationships/slide" Target="/ppt/slides/slide34.xml" Id="R6cc1d1bc702c4dcf" /><ns0:Relationship Type="http://schemas.openxmlformats.org/officeDocument/2006/relationships/slide" Target="/ppt/slides/slide35.xml" Id="R0229c6bdc52a4684" /><ns0:Relationship Type="http://schemas.openxmlformats.org/officeDocument/2006/relationships/slide" Target="/ppt/slides/slide36.xml" Id="R2beb84c68e7a4a4e" /><ns0:Relationship Type="http://schemas.openxmlformats.org/officeDocument/2006/relationships/slide" Target="/ppt/slides/slide37.xml" Id="Ra9ee10767d204b42" /><ns0:Relationship Type="http://schemas.openxmlformats.org/officeDocument/2006/relationships/slide" Target="/ppt/slides/slide38.xml" Id="R2d0b018713d9495a" /><ns0:Relationship Type="http://schemas.openxmlformats.org/officeDocument/2006/relationships/slide" Target="/ppt/slides/slide39.xml" Id="R60ea08a6443f41eb" /><ns0:Relationship Type="http://schemas.openxmlformats.org/officeDocument/2006/relationships/slide" Target="/ppt/slides/slide40.xml" Id="R0a400f30534344a7" /><ns0:Relationship Type="http://schemas.openxmlformats.org/officeDocument/2006/relationships/slide" Target="/ppt/slides/slide41.xml" Id="R428a9829bacb49a1" /><ns0:Relationship Type="http://schemas.openxmlformats.org/officeDocument/2006/relationships/slide" Target="/ppt/slides/slide42.xml" Id="R9d9a3f7081b249e7" /><ns0:Relationship Type="http://schemas.openxmlformats.org/officeDocument/2006/relationships/slide" Target="/ppt/slides/slide43.xml" Id="Ra2e757d354aa483d" /><ns0:Relationship Type="http://schemas.openxmlformats.org/officeDocument/2006/relationships/slide" Target="/ppt/slides/slide44.xml" Id="R5ed4e651c1c842c1" /><ns0:Relationship Type="http://schemas.openxmlformats.org/officeDocument/2006/relationships/slide" Target="/ppt/slides/slide45.xml" Id="R201c981a8d25434a" /><ns0:Relationship Type="http://schemas.openxmlformats.org/officeDocument/2006/relationships/slide" Target="/ppt/slides/slide46.xml" Id="Rd18b0b522e8b4212" /><ns0:Relationship Type="http://schemas.openxmlformats.org/officeDocument/2006/relationships/slide" Target="/ppt/slides/slide47.xml" Id="R2074f5a6bcc646df" /><ns0:Relationship Type="http://schemas.openxmlformats.org/officeDocument/2006/relationships/slide" Target="/ppt/slides/slide48.xml" Id="R94591c12938846af" /><ns0:Relationship Type="http://schemas.openxmlformats.org/officeDocument/2006/relationships/slide" Target="/ppt/slides/slide49.xml" Id="R2f24dc6cae7b4a71" /><ns0:Relationship Type="http://schemas.openxmlformats.org/officeDocument/2006/relationships/slide" Target="/ppt/slides/slide50.xml" Id="R8ab08cf399fc4841" /><ns0:Relationship Type="http://schemas.openxmlformats.org/officeDocument/2006/relationships/slide" Target="/ppt/slides/slide51.xml" Id="R66581537540143a5" /><ns0:Relationship Type="http://schemas.openxmlformats.org/officeDocument/2006/relationships/slide" Target="/ppt/slides/slide52.xml" Id="R30b2d5f280434f1c" /><ns0:Relationship Type="http://schemas.openxmlformats.org/officeDocument/2006/relationships/slide" Target="/ppt/slides/slide53.xml" Id="R82dd157965f944af" /><ns0:Relationship Type="http://schemas.openxmlformats.org/officeDocument/2006/relationships/slide" Target="/ppt/slides/slide54.xml" Id="R091524bb6ad243ed" /><ns0:Relationship Type="http://schemas.openxmlformats.org/officeDocument/2006/relationships/slide" Target="/ppt/slides/slide55.xml" Id="R01f24a918715457c" /><ns0:Relationship Type="http://schemas.openxmlformats.org/officeDocument/2006/relationships/slide" Target="/ppt/slides/slide56.xml" Id="Rf444919ecfab48db" /><ns0:Relationship Type="http://schemas.openxmlformats.org/officeDocument/2006/relationships/slide" Target="/ppt/slides/slide57.xml" Id="Rae10c3c73628471a" /><ns0:Relationship Type="http://schemas.openxmlformats.org/officeDocument/2006/relationships/slide" Target="/ppt/slides/slide58.xml" Id="R0558f03bf32445c0" /><ns0:Relationship Type="http://schemas.openxmlformats.org/officeDocument/2006/relationships/slide" Target="/ppt/slides/slide59.xml" Id="R1527aec51146424f" /><ns0:Relationship Type="http://schemas.openxmlformats.org/officeDocument/2006/relationships/slide" Target="/ppt/slides/slide60.xml" Id="Rd717443ac8fd4601" /><ns0:Relationship Type="http://schemas.openxmlformats.org/officeDocument/2006/relationships/slide" Target="/ppt/slides/slide61.xml" Id="R91b8e20aa8e44810" /><ns0:Relationship Type="http://schemas.openxmlformats.org/officeDocument/2006/relationships/slide" Target="/ppt/slides/slide62.xml" Id="R44c9cb3719bb4ef4" /><ns0:Relationship Type="http://schemas.openxmlformats.org/officeDocument/2006/relationships/slide" Target="/ppt/slides/slide63.xml" Id="R614bd65ca9454a95" /><ns0:Relationship Type="http://schemas.openxmlformats.org/officeDocument/2006/relationships/slide" Target="/ppt/slides/slide64.xml" Id="R20563a0a48eb435b" /><ns0:Relationship Type="http://schemas.openxmlformats.org/officeDocument/2006/relationships/slide" Target="/ppt/slides/slide65.xml" Id="R09cab74399c440b4" /><ns0:Relationship Type="http://schemas.openxmlformats.org/officeDocument/2006/relationships/slide" Target="/ppt/slides/slide66.xml" Id="R2f5e8173df134826" /><ns0:Relationship Type="http://schemas.openxmlformats.org/officeDocument/2006/relationships/slide" Target="/ppt/slides/slide67.xml" Id="R8a20c55a59f04624" /><ns0:Relationship Type="http://schemas.openxmlformats.org/officeDocument/2006/relationships/slide" Target="/ppt/slides/slide68.xml" Id="R582dd4b7d3fe4d94" /><ns0:Relationship Type="http://schemas.openxmlformats.org/officeDocument/2006/relationships/slide" Target="/ppt/slides/slide69.xml" Id="R7e2df48f2bc74a22" /><ns0:Relationship Type="http://schemas.openxmlformats.org/officeDocument/2006/relationships/slide" Target="/ppt/slides/slide70.xml" Id="Rcda2ec4070634da2" /><ns0:Relationship Type="http://schemas.openxmlformats.org/officeDocument/2006/relationships/slide" Target="/ppt/slides/slide71.xml" Id="R82568337cda042ce" /><ns0:Relationship Type="http://schemas.openxmlformats.org/officeDocument/2006/relationships/slide" Target="/ppt/slides/slide72.xml" Id="R0eacb58776f14361" /><ns0:Relationship Type="http://schemas.openxmlformats.org/officeDocument/2006/relationships/slide" Target="/ppt/slides/slide73.xml" Id="R216d54ba8f064b1f" /><ns0:Relationship Type="http://schemas.openxmlformats.org/officeDocument/2006/relationships/slide" Target="/ppt/slides/slide74.xml" Id="R413b1b8dd147432b" /><ns0:Relationship Type="http://schemas.openxmlformats.org/officeDocument/2006/relationships/slide" Target="/ppt/slides/slide75.xml" Id="R69e9769721da42b1" /><ns0:Relationship Type="http://schemas.openxmlformats.org/officeDocument/2006/relationships/slide" Target="/ppt/slides/slide76.xml" Id="R64d16c04f4884efc" /><ns0:Relationship Type="http://schemas.openxmlformats.org/officeDocument/2006/relationships/slide" Target="/ppt/slides/slide77.xml" Id="R2c3d72d55ddf491e" /><ns0:Relationship Type="http://schemas.openxmlformats.org/officeDocument/2006/relationships/slide" Target="/ppt/slides/slide78.xml" Id="R64da6007e2844048" /><ns0:Relationship Type="http://schemas.openxmlformats.org/officeDocument/2006/relationships/slide" Target="/ppt/slides/slide79.xml" Id="Rb95099190e184dc4" /><ns0:Relationship Type="http://schemas.openxmlformats.org/officeDocument/2006/relationships/slide" Target="/ppt/slides/slide80.xml" Id="Rd914198d05b84f13" /><ns0:Relationship Type="http://schemas.openxmlformats.org/officeDocument/2006/relationships/slide" Target="/ppt/slides/slide81.xml" Id="R94d2ae9f589e4a7a" /><ns0:Relationship Type="http://schemas.openxmlformats.org/officeDocument/2006/relationships/slide" Target="/ppt/slides/slide82.xml" Id="R46c0d476b3a647dc" /><ns0:Relationship Type="http://schemas.openxmlformats.org/officeDocument/2006/relationships/slide" Target="/ppt/slides/slide83.xml" Id="Rd82d9c27192a4869" /><ns0:Relationship Type="http://schemas.openxmlformats.org/officeDocument/2006/relationships/slide" Target="/ppt/slides/slide84.xml" Id="Re8e5d04d26f848d3" /><ns0:Relationship Type="http://schemas.openxmlformats.org/officeDocument/2006/relationships/slide" Target="/ppt/slides/slide85.xml" Id="Rc5dfaf0c81bf4acd" /><ns0:Relationship Type="http://schemas.openxmlformats.org/officeDocument/2006/relationships/slide" Target="/ppt/slides/slide86.xml" Id="R7f7b136c13cf402a" /><ns0:Relationship Type="http://schemas.openxmlformats.org/officeDocument/2006/relationships/slide" Target="/ppt/slides/slide87.xml" Id="R6ef82953d65c4eb7" /><ns0:Relationship Type="http://schemas.openxmlformats.org/officeDocument/2006/relationships/slide" Target="/ppt/slides/slide88.xml" Id="R1a7ed1f57b724998" /><ns0:Relationship Type="http://schemas.openxmlformats.org/officeDocument/2006/relationships/slide" Target="/ppt/slides/slide89.xml" Id="Rfffaf47a33c54856" /><ns0:Relationship Type="http://schemas.openxmlformats.org/officeDocument/2006/relationships/slide" Target="/ppt/slides/slide90.xml" Id="R92439bd7d4bc4190" /><ns0:Relationship Type="http://schemas.openxmlformats.org/officeDocument/2006/relationships/slide" Target="/ppt/slides/slide91.xml" Id="R350d9e3ec2ab4a1d" /><ns0:Relationship Type="http://schemas.openxmlformats.org/officeDocument/2006/relationships/slide" Target="/ppt/slides/slide92.xml" Id="Re9f9222854734514" /><ns0:Relationship Type="http://schemas.openxmlformats.org/officeDocument/2006/relationships/slide" Target="/ppt/slides/slide93.xml" Id="Rab26fcaecd99487d" /><ns0:Relationship Type="http://schemas.openxmlformats.org/officeDocument/2006/relationships/slide" Target="/ppt/slides/slide94.xml" Id="Rbc6ff27ffab9476f" /><ns0:Relationship Type="http://schemas.openxmlformats.org/officeDocument/2006/relationships/slide" Target="/ppt/slides/slide95.xml" Id="Ra6daea3802044b66" /><ns0:Relationship Type="http://schemas.openxmlformats.org/officeDocument/2006/relationships/slide" Target="/ppt/slides/slide96.xml" Id="Rbe750c4ba3c94771" /><ns0:Relationship Type="http://schemas.openxmlformats.org/officeDocument/2006/relationships/slide" Target="/ppt/slides/slide97.xml" Id="R942edea1b04345a8" /><ns0:Relationship Type="http://schemas.openxmlformats.org/officeDocument/2006/relationships/slide" Target="/ppt/slides/slide98.xml" Id="R502fa4e8489542b0" /><ns0:Relationship Type="http://schemas.openxmlformats.org/officeDocument/2006/relationships/slide" Target="/ppt/slides/slide99.xml" Id="Rbda027655b5e4597" /><ns0:Relationship Type="http://schemas.openxmlformats.org/officeDocument/2006/relationships/slide" Target="/ppt/slides/slide100.xml" Id="Rde0eacecaa494d80" /><ns0:Relationship Type="http://schemas.openxmlformats.org/officeDocument/2006/relationships/slide" Target="/ppt/slides/slide101.xml" Id="Rc157ec2cfbcf4ef7" /><ns0:Relationship Type="http://schemas.openxmlformats.org/officeDocument/2006/relationships/slide" Target="/ppt/slides/slide102.xml" Id="R4845896e892f4a02" /><ns0:Relationship Type="http://schemas.openxmlformats.org/officeDocument/2006/relationships/slide" Target="/ppt/slides/slide103.xml" Id="R5cb70ff2da5f4293" /><ns0:Relationship Type="http://schemas.openxmlformats.org/officeDocument/2006/relationships/slide" Target="/ppt/slides/slide104.xml" Id="Re39c2f321e1c48fc" /><ns0:Relationship Type="http://schemas.openxmlformats.org/officeDocument/2006/relationships/slide" Target="/ppt/slides/slide105.xml" Id="Rb783dc0aa6ee4c2e" /><ns0:Relationship Type="http://schemas.openxmlformats.org/officeDocument/2006/relationships/slide" Target="/ppt/slides/slide106.xml" Id="Rdf1e2696754742b3" /><ns0:Relationship Type="http://schemas.openxmlformats.org/officeDocument/2006/relationships/slide" Target="/ppt/slides/slide107.xml" Id="Rbdb5863c9d3e4064" /><ns0:Relationship Type="http://schemas.openxmlformats.org/officeDocument/2006/relationships/slide" Target="/ppt/slides/slide108.xml" Id="R32b6234ae6614752" /><ns0:Relationship Type="http://schemas.openxmlformats.org/officeDocument/2006/relationships/slide" Target="/ppt/slides/slide109.xml" Id="R1b895bd39a16426f" /><ns0:Relationship Type="http://schemas.openxmlformats.org/officeDocument/2006/relationships/slide" Target="/ppt/slides/slide110.xml" Id="R1c0ef753e35a4150" /><ns0:Relationship Type="http://schemas.openxmlformats.org/officeDocument/2006/relationships/slide" Target="/ppt/slides/slide111.xml" Id="Re99f9c12584c4b9c" /><ns0:Relationship Type="http://schemas.openxmlformats.org/officeDocument/2006/relationships/slide" Target="/ppt/slides/slide112.xml" Id="Rd4d4322445c0474d" /><ns0:Relationship Type="http://schemas.openxmlformats.org/officeDocument/2006/relationships/slide" Target="/ppt/slides/slide113.xml" Id="R0f524244131945e0" /><ns0:Relationship Type="http://schemas.openxmlformats.org/officeDocument/2006/relationships/slide" Target="/ppt/slides/slide114.xml" Id="Rfbc772a448c64ec6" /><ns0:Relationship Type="http://schemas.openxmlformats.org/officeDocument/2006/relationships/slide" Target="/ppt/slides/slide115.xml" Id="R3f20c7e8a3be480c" /><ns0:Relationship Type="http://schemas.openxmlformats.org/officeDocument/2006/relationships/slide" Target="/ppt/slides/slide116.xml" Id="R82038d919b4f4f6a" /><ns0:Relationship Type="http://schemas.openxmlformats.org/officeDocument/2006/relationships/slide" Target="/ppt/slides/slide117.xml" Id="R25b941728bbb4b43" /><ns0:Relationship Type="http://schemas.openxmlformats.org/officeDocument/2006/relationships/slide" Target="/ppt/slides/slide118.xml" Id="R1846fc277994451f" /><ns0:Relationship Type="http://schemas.openxmlformats.org/officeDocument/2006/relationships/slide" Target="/ppt/slides/slide119.xml" Id="R2c664e277ff945f0" /><ns0:Relationship Type="http://schemas.openxmlformats.org/officeDocument/2006/relationships/slide" Target="/ppt/slides/slide120.xml" Id="R4f84642bd8b9498c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1b87061ecc542f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1f6e6ffc2e29455b" /><ns0:Relationship Type="http://schemas.openxmlformats.org/officeDocument/2006/relationships/slideLayout" Target="/ppt/slideLayouts/slideLayout1.xml" Id="R0d83249cf90845de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83249cf90845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fd69dc16a3439a" /><ns0:Relationship Type="http://schemas.openxmlformats.org/officeDocument/2006/relationships/image" Target="/ppt/media/image.png" Id="R50da5414c75c412f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6f5934bad349e2" /><ns0:Relationship Type="http://schemas.openxmlformats.org/officeDocument/2006/relationships/image" Target="/ppt/media/image2.png" Id="R3fef41b9eae24af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08ca3f368346fc" /><ns0:Relationship Type="http://schemas.openxmlformats.org/officeDocument/2006/relationships/image" Target="../media/image2.png" Id="R24b566d5517e4818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74a2c3a6aa4f96" /><ns0:Relationship Type="http://schemas.openxmlformats.org/officeDocument/2006/relationships/image" Target="../media/image2.png" Id="R2683b111d6d84239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267fbb4e184af6" /><ns0:Relationship Type="http://schemas.openxmlformats.org/officeDocument/2006/relationships/image" Target="../media/image2.png" Id="Rd14b9766e726465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b291385b344de2" /><ns0:Relationship Type="http://schemas.openxmlformats.org/officeDocument/2006/relationships/image" Target="../media/image2.png" Id="R85092ca67bcc403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7da91915ac48e1" /><ns0:Relationship Type="http://schemas.openxmlformats.org/officeDocument/2006/relationships/image" Target="../media/image2.png" Id="Rfc0102afa6d04e39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e238ce4e20419f" /><ns0:Relationship Type="http://schemas.openxmlformats.org/officeDocument/2006/relationships/image" Target="../media/image.png" Id="R7808f88130064c88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87aebf5544977" /><ns0:Relationship Type="http://schemas.openxmlformats.org/officeDocument/2006/relationships/image" Target="../media/image2.png" Id="R473fbff656a1407c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125cc090a445d4" /><ns0:Relationship Type="http://schemas.openxmlformats.org/officeDocument/2006/relationships/image" Target="../media/image2.png" Id="R969a5605b9294f8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abcf0fd64141e3" /><ns0:Relationship Type="http://schemas.openxmlformats.org/officeDocument/2006/relationships/image" Target="../media/image2.png" Id="R78c5db452e5247fc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1be602bdfe40ca" /><ns0:Relationship Type="http://schemas.openxmlformats.org/officeDocument/2006/relationships/image" Target="../media/image2.png" Id="R5738215c5f9349d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c8a5bce2734b06" /><ns0:Relationship Type="http://schemas.openxmlformats.org/officeDocument/2006/relationships/image" Target="../media/image2.png" Id="R6722f1fa037b4fd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8621b0bc464e42" /><ns0:Relationship Type="http://schemas.openxmlformats.org/officeDocument/2006/relationships/image" Target="../media/image2.png" Id="Re103f1452eb74173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40611837fa4ad0" /><ns0:Relationship Type="http://schemas.openxmlformats.org/officeDocument/2006/relationships/image" Target="../media/image2.png" Id="R6ecee2e97cbc4968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6bc81fbe834621" /><ns0:Relationship Type="http://schemas.openxmlformats.org/officeDocument/2006/relationships/image" Target="../media/image2.png" Id="R21f23e6c52b1414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4ee6e661794409" /><ns0:Relationship Type="http://schemas.openxmlformats.org/officeDocument/2006/relationships/image" Target="../media/image2.png" Id="R86184644c6a943e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c58ed233a34976" /><ns0:Relationship Type="http://schemas.openxmlformats.org/officeDocument/2006/relationships/image" Target="../media/image.png" Id="Rddb684e8a792410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5b14016b834ea6" /><ns0:Relationship Type="http://schemas.openxmlformats.org/officeDocument/2006/relationships/image" Target="../media/image2.png" Id="Rc40de164baff4b0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dcd086de2148b8" /><ns0:Relationship Type="http://schemas.openxmlformats.org/officeDocument/2006/relationships/image" Target="../media/image2.png" Id="Rdd47ed8427bb47e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80ae0e5da940f7" /><ns0:Relationship Type="http://schemas.openxmlformats.org/officeDocument/2006/relationships/image" Target="../media/image2.png" Id="R3ca7c09d271d4a99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ec42d5a1d4274" /><ns0:Relationship Type="http://schemas.openxmlformats.org/officeDocument/2006/relationships/image" Target="../media/image.png" Id="Rc3017dcab7c54d2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7976a634ca454a" /><ns0:Relationship Type="http://schemas.openxmlformats.org/officeDocument/2006/relationships/image" Target="../media/image2.png" Id="R94da1865db36432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1f1579f3df040e4" /><ns0:Relationship Type="http://schemas.openxmlformats.org/officeDocument/2006/relationships/image" Target="../media/image.png" Id="Rc4d78a242da7415d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106da1465b44ec" /><ns0:Relationship Type="http://schemas.openxmlformats.org/officeDocument/2006/relationships/image" Target="../media/image2.png" Id="R1fea708434a54b62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ab41ab47c74e28" /><ns0:Relationship Type="http://schemas.openxmlformats.org/officeDocument/2006/relationships/image" Target="../media/image2.png" Id="Rc4d8363f58be48db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09e6db91b84097" /><ns0:Relationship Type="http://schemas.openxmlformats.org/officeDocument/2006/relationships/image" Target="../media/image2.png" Id="R3967fdc60e4046f0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2bd8bf56134e8d" /><ns0:Relationship Type="http://schemas.openxmlformats.org/officeDocument/2006/relationships/image" Target="../media/image2.png" Id="Rf76afa2dc7684443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3bbed6188c49a1" /><ns0:Relationship Type="http://schemas.openxmlformats.org/officeDocument/2006/relationships/image" Target="../media/image2.png" Id="Rc76c2c2c558a4e4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af73eb640e4ae4" /><ns0:Relationship Type="http://schemas.openxmlformats.org/officeDocument/2006/relationships/image" Target="../media/image2.png" Id="R22a022a8b0c24b92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7afef70b614010" /><ns0:Relationship Type="http://schemas.openxmlformats.org/officeDocument/2006/relationships/image" Target="../media/image2.png" Id="Rf8ad15f44a32456c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82923f2c1748a7" /><ns0:Relationship Type="http://schemas.openxmlformats.org/officeDocument/2006/relationships/image" Target="../media/image2.png" Id="R2d532a3aed964ca9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260f6451d848e3" /><ns0:Relationship Type="http://schemas.openxmlformats.org/officeDocument/2006/relationships/image" Target="../media/image2.png" Id="Rec5850e323654f8c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79f979fda14b10" /><ns0:Relationship Type="http://schemas.openxmlformats.org/officeDocument/2006/relationships/image" Target="../media/image2.png" Id="Rbce62776ebd7435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27a68bac954e05" /><ns0:Relationship Type="http://schemas.openxmlformats.org/officeDocument/2006/relationships/image" Target="../media/image.png" Id="R08bcfee990254f82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861ade8161448c" /><ns0:Relationship Type="http://schemas.openxmlformats.org/officeDocument/2006/relationships/image" Target="../media/image2.png" Id="Rfcf731aa738841e2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a2cb2074c64ae6" /><ns0:Relationship Type="http://schemas.openxmlformats.org/officeDocument/2006/relationships/image" Target="../media/image2.png" Id="R823af1d4571a4802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ccdb61a5b7482c" /><ns0:Relationship Type="http://schemas.openxmlformats.org/officeDocument/2006/relationships/image" Target="../media/image2.png" Id="R54720ce92b7147f4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6fe7555a434dca" /><ns0:Relationship Type="http://schemas.openxmlformats.org/officeDocument/2006/relationships/image" Target="../media/image.png" Id="R6e8f3126febe4991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ff9d0ef86f4950" /><ns0:Relationship Type="http://schemas.openxmlformats.org/officeDocument/2006/relationships/image" Target="../media/image2.png" Id="R6f361cdbc91a40f8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0ef5c9782a452f" /><ns0:Relationship Type="http://schemas.openxmlformats.org/officeDocument/2006/relationships/image" Target="../media/image.png" Id="R042e043ba9b54804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498b87079c46d1" /><ns0:Relationship Type="http://schemas.openxmlformats.org/officeDocument/2006/relationships/image" Target="../media/image2.png" Id="R0e427b4c9cd24cc1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74b577675e4c8c" /><ns0:Relationship Type="http://schemas.openxmlformats.org/officeDocument/2006/relationships/image" Target="../media/image2.png" Id="Rffb21ffd3451486f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14b852ad99474d" /><ns0:Relationship Type="http://schemas.openxmlformats.org/officeDocument/2006/relationships/image" Target="../media/image2.png" Id="R309b9409ecfd4c4f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43e15375c1483a" /><ns0:Relationship Type="http://schemas.openxmlformats.org/officeDocument/2006/relationships/image" Target="../media/image2.png" Id="R7a9a6c442e2a4a83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fa603b57df4a64" /><ns0:Relationship Type="http://schemas.openxmlformats.org/officeDocument/2006/relationships/image" Target="../media/image2.png" Id="R4d501815cea74583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b852c47168456a" /><ns0:Relationship Type="http://schemas.openxmlformats.org/officeDocument/2006/relationships/image" Target="../media/image2.png" Id="R7c22e4d290504f81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6ff46206204676" /><ns0:Relationship Type="http://schemas.openxmlformats.org/officeDocument/2006/relationships/image" Target="../media/image2.png" Id="R9659f0eec20e4ded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bf23fb303cd4992" /><ns0:Relationship Type="http://schemas.openxmlformats.org/officeDocument/2006/relationships/image" Target="../media/image2.png" Id="Rce1dd24924dc4b8b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fc928a102141ea" /><ns0:Relationship Type="http://schemas.openxmlformats.org/officeDocument/2006/relationships/image" Target="../media/image2.png" Id="Rc76b0c92fa504981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aed21dbdff49da" /><ns0:Relationship Type="http://schemas.openxmlformats.org/officeDocument/2006/relationships/image" Target="../media/image2.png" Id="Rc62c9316d4ab4f2c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702c4b10604224" /><ns0:Relationship Type="http://schemas.openxmlformats.org/officeDocument/2006/relationships/image" Target="../media/image.png" Id="Rbe3975dcbedb4803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1c6a286e924f4e" /><ns0:Relationship Type="http://schemas.openxmlformats.org/officeDocument/2006/relationships/image" Target="../media/image2.png" Id="Rc02a4f4c983b4f71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a2f3b5d2014e05" /><ns0:Relationship Type="http://schemas.openxmlformats.org/officeDocument/2006/relationships/image" Target="../media/image2.png" Id="R0c6483e0e66e4a83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f4435c74a245a1" /><ns0:Relationship Type="http://schemas.openxmlformats.org/officeDocument/2006/relationships/image" Target="../media/image2.png" Id="R8696e438996f47aa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c409de5dd34112" /><ns0:Relationship Type="http://schemas.openxmlformats.org/officeDocument/2006/relationships/image" Target="../media/image2.png" Id="R4fd2b9ff95534013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7c1e279af04010" /><ns0:Relationship Type="http://schemas.openxmlformats.org/officeDocument/2006/relationships/image" Target="../media/image2.png" Id="Rf80bc54b99d74fdd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e87354191cf454e" /><ns0:Relationship Type="http://schemas.openxmlformats.org/officeDocument/2006/relationships/image" Target="../media/image2.png" Id="Rfe07da53da1e4c27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d6fce84ff940ab" /><ns0:Relationship Type="http://schemas.openxmlformats.org/officeDocument/2006/relationships/image" Target="../media/image.png" Id="Re86d4f00c2774b51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7b33fcd098b409a" /><ns0:Relationship Type="http://schemas.openxmlformats.org/officeDocument/2006/relationships/image" Target="../media/image2.png" Id="R81820d9083eb4c27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b2d2afeadb4f19" /><ns0:Relationship Type="http://schemas.openxmlformats.org/officeDocument/2006/relationships/image" Target="../media/image.png" Id="R0e1a9bd50748419c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0a86d19585a436d" /><ns0:Relationship Type="http://schemas.openxmlformats.org/officeDocument/2006/relationships/image" Target="../media/image2.png" Id="R54ee97f49ea74d9a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1f5f86fa474aed" /><ns0:Relationship Type="http://schemas.openxmlformats.org/officeDocument/2006/relationships/image" Target="../media/image2.png" Id="Rcd50a00196084cd6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e69d17ee3f4b85" /><ns0:Relationship Type="http://schemas.openxmlformats.org/officeDocument/2006/relationships/image" Target="../media/image2.png" Id="Rf021949c6df04899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02fa972c164031" /><ns0:Relationship Type="http://schemas.openxmlformats.org/officeDocument/2006/relationships/image" Target="../media/image2.png" Id="R3f649f4d216f4a55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f48d9306944981" /><ns0:Relationship Type="http://schemas.openxmlformats.org/officeDocument/2006/relationships/image" Target="../media/image2.png" Id="Rf6e0495095bf42df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0ebc186344420d" /><ns0:Relationship Type="http://schemas.openxmlformats.org/officeDocument/2006/relationships/image" Target="../media/image2.png" Id="R34a5c64d402445e7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db0f8e44d44500" /><ns0:Relationship Type="http://schemas.openxmlformats.org/officeDocument/2006/relationships/image" Target="../media/image2.png" Id="R5eea93bdb7574cc6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ab08bf157e4e44" /><ns0:Relationship Type="http://schemas.openxmlformats.org/officeDocument/2006/relationships/image" Target="../media/image2.png" Id="R444f24745a724c26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544d755dbd4c02" /><ns0:Relationship Type="http://schemas.openxmlformats.org/officeDocument/2006/relationships/image" Target="../media/image2.png" Id="R68482bca673a4da0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43303197c24fec" /><ns0:Relationship Type="http://schemas.openxmlformats.org/officeDocument/2006/relationships/image" Target="../media/image2.png" Id="R53c3b456a44b4419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7868d2dc294781" /><ns0:Relationship Type="http://schemas.openxmlformats.org/officeDocument/2006/relationships/image" Target="../media/image.png" Id="R8e42c001b41e4fa5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8d65a983e14e3c" /><ns0:Relationship Type="http://schemas.openxmlformats.org/officeDocument/2006/relationships/image" Target="../media/image2.png" Id="R4784f7036d2341f7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eb4b9dbe0947bd" /><ns0:Relationship Type="http://schemas.openxmlformats.org/officeDocument/2006/relationships/image" Target="../media/image2.png" Id="R90781484bb8f42b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f787565be14aaa" /><ns0:Relationship Type="http://schemas.openxmlformats.org/officeDocument/2006/relationships/image" Target="../media/image2.png" Id="Rabe4e849d8794606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8eafdff95a4b40" /><ns0:Relationship Type="http://schemas.openxmlformats.org/officeDocument/2006/relationships/image" Target="../media/image.png" Id="Rf323d9faece64095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8aa1c2842b49c7" /><ns0:Relationship Type="http://schemas.openxmlformats.org/officeDocument/2006/relationships/image" Target="../media/image2.png" Id="R6d545d11bbbb4aaf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e8117c763480c" /><ns0:Relationship Type="http://schemas.openxmlformats.org/officeDocument/2006/relationships/image" Target="../media/image.png" Id="Ra26ba9bd81824ff3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0dd4d282324b85" /><ns0:Relationship Type="http://schemas.openxmlformats.org/officeDocument/2006/relationships/image" Target="../media/image2.png" Id="R45f525531b874598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a3d4d259a9408d" /><ns0:Relationship Type="http://schemas.openxmlformats.org/officeDocument/2006/relationships/image" Target="../media/image2.png" Id="R6865edfce26145a8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a033568d394c29" /><ns0:Relationship Type="http://schemas.openxmlformats.org/officeDocument/2006/relationships/image" Target="../media/image2.png" Id="R5b117d6c487f44e6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c182bb072cf4674" /><ns0:Relationship Type="http://schemas.openxmlformats.org/officeDocument/2006/relationships/image" Target="../media/image2.png" Id="Rb9334faf0d634f3d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4625a99b2a4d48" /><ns0:Relationship Type="http://schemas.openxmlformats.org/officeDocument/2006/relationships/image" Target="../media/image.png" Id="R850f94e1898444b4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4f6a050fd74657" /><ns0:Relationship Type="http://schemas.openxmlformats.org/officeDocument/2006/relationships/image" Target="../media/image2.png" Id="Rdc34904165f14f09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590e6e18674f05" /><ns0:Relationship Type="http://schemas.openxmlformats.org/officeDocument/2006/relationships/image" Target="../media/image2.png" Id="R5482eb39a97e445c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9ea5fc8efe4da6" /><ns0:Relationship Type="http://schemas.openxmlformats.org/officeDocument/2006/relationships/image" Target="../media/image2.png" Id="Re3161bda1aec4a3c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6fb3fe5a04f7c" /><ns0:Relationship Type="http://schemas.openxmlformats.org/officeDocument/2006/relationships/image" Target="../media/image2.png" Id="Reb4d2023ab734bfc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0d9ae5f0b3247c9" /><ns0:Relationship Type="http://schemas.openxmlformats.org/officeDocument/2006/relationships/image" Target="../media/image2.png" Id="R7c2c3ad1921d4cee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4a7b0ab7d54e32" /><ns0:Relationship Type="http://schemas.openxmlformats.org/officeDocument/2006/relationships/image" Target="../media/image2.png" Id="Rdfe63d1120f746e8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c926bc09e44b1c" /><ns0:Relationship Type="http://schemas.openxmlformats.org/officeDocument/2006/relationships/image" Target="../media/image2.png" Id="R4826100c15984827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7ce8d62e154bbe" /><ns0:Relationship Type="http://schemas.openxmlformats.org/officeDocument/2006/relationships/image" Target="../media/image.png" Id="R3195aeede27c4089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4e55aeb8724c90" /><ns0:Relationship Type="http://schemas.openxmlformats.org/officeDocument/2006/relationships/image" Target="../media/image2.png" Id="Rac52011dfcc64d43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326817cda446c5" /><ns0:Relationship Type="http://schemas.openxmlformats.org/officeDocument/2006/relationships/image" Target="../media/image.png" Id="Re075b6fae24a43bc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90bbb192e649ad" /><ns0:Relationship Type="http://schemas.openxmlformats.org/officeDocument/2006/relationships/image" Target="../media/image2.png" Id="Re0fadbbaa2e0441e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4dc5bbd9d44bd5" /><ns0:Relationship Type="http://schemas.openxmlformats.org/officeDocument/2006/relationships/image" Target="../media/image2.png" Id="R08ee1952d26d4523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bd575015b14f8e" /><ns0:Relationship Type="http://schemas.openxmlformats.org/officeDocument/2006/relationships/image" Target="../media/image2.png" Id="Rc83bfdc8e7554167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368730d00f4f19" /><ns0:Relationship Type="http://schemas.openxmlformats.org/officeDocument/2006/relationships/image" Target="../media/image2.png" Id="R6830345efd5e4890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2e3a1a5335453c" /><ns0:Relationship Type="http://schemas.openxmlformats.org/officeDocument/2006/relationships/image" Target="../media/image2.png" Id="R8aadfdb910ac46ba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8c57441b7b4c16" /><ns0:Relationship Type="http://schemas.openxmlformats.org/officeDocument/2006/relationships/image" Target="../media/image2.png" Id="R23bccc07abc545d6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037da7316948af" /><ns0:Relationship Type="http://schemas.openxmlformats.org/officeDocument/2006/relationships/image" Target="../media/image2.png" Id="R947c3b3889fe4c68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52e464e6874906" /><ns0:Relationship Type="http://schemas.openxmlformats.org/officeDocument/2006/relationships/image" Target="../media/image2.png" Id="Rf1a9f1ff95664189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cac7c2ab4744e7" /><ns0:Relationship Type="http://schemas.openxmlformats.org/officeDocument/2006/relationships/image" Target="../media/image2.png" Id="R169632ee2f2a4d00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696ce9f45b4fc9" /><ns0:Relationship Type="http://schemas.openxmlformats.org/officeDocument/2006/relationships/image" Target="../media/image2.png" Id="Rc87a82ca1fc84747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ccb1577da34d23" /><ns0:Relationship Type="http://schemas.openxmlformats.org/officeDocument/2006/relationships/image" Target="../media/image2.png" Id="Re39df25482ea4a88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46d63f491c46f7" /><ns0:Relationship Type="http://schemas.openxmlformats.org/officeDocument/2006/relationships/image" Target="../media/image2.png" Id="R04c2baa7d52549d6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d031f69caa4dd6" /><ns0:Relationship Type="http://schemas.openxmlformats.org/officeDocument/2006/relationships/image" Target="../media/image2.png" Id="R6a7d4c69272f4114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9e019ecc4f4f39" /><ns0:Relationship Type="http://schemas.openxmlformats.org/officeDocument/2006/relationships/image" Target="../media/image2.png" Id="Rfd22c1f788bb4408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8dc1b5bf704efe" /><ns0:Relationship Type="http://schemas.openxmlformats.org/officeDocument/2006/relationships/image" Target="../media/image2.png" Id="Re91f2366b9ee42da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8ea5bf8cca4674" /><ns0:Relationship Type="http://schemas.openxmlformats.org/officeDocument/2006/relationships/image" Target="../media/image.png" Id="Ra99149825a68464b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e91b9863974680" /><ns0:Relationship Type="http://schemas.openxmlformats.org/officeDocument/2006/relationships/image" Target="../media/image2.png" Id="R176e4d57febb4d92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43138aafd54f86" /><ns0:Relationship Type="http://schemas.openxmlformats.org/officeDocument/2006/relationships/image" Target="../media/image2.png" Id="R3b195371a7954640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359f2fe2ae41cb" /><ns0:Relationship Type="http://schemas.openxmlformats.org/officeDocument/2006/relationships/image" Target="../media/image2.png" Id="Rece8b4a162944d6c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b4bcc2eb5f4a53" /><ns0:Relationship Type="http://schemas.openxmlformats.org/officeDocument/2006/relationships/image" Target="../media/image2.png" Id="R74efcfe835574a1e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09735a7ec14dc8" /><ns0:Relationship Type="http://schemas.openxmlformats.org/officeDocument/2006/relationships/image" Target="../media/image2.png" Id="Rcd5008eec454462c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d6c56a50144d0c" /><ns0:Relationship Type="http://schemas.openxmlformats.org/officeDocument/2006/relationships/image" Target="../media/image.png" Id="Ree2fa7c084b14681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de43ceea93414e" /><ns0:Relationship Type="http://schemas.openxmlformats.org/officeDocument/2006/relationships/image" Target="../media/image2.png" Id="Ra57aba7447f14773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17e68da6954a44" /><ns0:Relationship Type="http://schemas.openxmlformats.org/officeDocument/2006/relationships/image" Target="../media/image2.png" Id="R847cd4805bfe4582" /><ns0:Relationship Id="rIdLink1" Type="http://schemas.openxmlformats.org/officeDocument/2006/relationships/hyperlink" Target="https://docs.python.org/3/tutorial/introduction.html" TargetMode="External" /><ns0:Relationship Id="rIdLink2" Type="http://schemas.openxmlformats.org/officeDocument/2006/relationships/hyperlink" Target="https://docs.python.org/3/tutorial/introduction.html" TargetMode="External" /></ns0:Relationships>
</file>

<file path=ppt/slides/_rels/slide1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0ecda3141e40fd" /><ns0:Relationship Type="http://schemas.openxmlformats.org/officeDocument/2006/relationships/image" Target="../media/image2.png" Id="R46786f29e11b4637" /><ns0:Relationship Id="rIdLink1" Type="http://schemas.openxmlformats.org/officeDocument/2006/relationships/hyperlink" Target="https://docs.python.org/3/tutorial/controlflow.html" TargetMode="External" /><ns0:Relationship Id="rIdLink2" Type="http://schemas.openxmlformats.org/officeDocument/2006/relationships/hyperlink" Target="https://docs.python.org/3/tutorial/controlflow.html" TargetMode="External" /></ns0:Relationships>
</file>

<file path=ppt/slides/_rels/slide1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6e14532ee2424f" /><ns0:Relationship Type="http://schemas.openxmlformats.org/officeDocument/2006/relationships/image" Target="../media/image2.png" Id="Rba032c8c993340dd" /><ns0:Relationship Id="rIdLink1" Type="http://schemas.openxmlformats.org/officeDocument/2006/relationships/hyperlink" Target="https://docs.python.org/3/tutorial/errors.html" TargetMode="External" /><ns0:Relationship Id="rIdLink2" Type="http://schemas.openxmlformats.org/officeDocument/2006/relationships/hyperlink" Target="https://docs.python.org/3/tutorial/errors.html" TargetMode="External" /></ns0:Relationships>
</file>

<file path=ppt/slides/_rels/slide1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2e48be82d547ce" /><ns0:Relationship Type="http://schemas.openxmlformats.org/officeDocument/2006/relationships/image" Target="../media/image2.png" Id="Rfbadc1061e13499b" /><ns0:Relationship Id="rIdLink1" Type="http://schemas.openxmlformats.org/officeDocument/2006/relationships/hyperlink" Target="https://docs.python.org/3/tutorial/inputoutput.html" TargetMode="External" /><ns0:Relationship Id="rIdLink2" Type="http://schemas.openxmlformats.org/officeDocument/2006/relationships/hyperlink" Target="https://docs.python.org/3/tutorial/inputoutput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0da5414c75c412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8C5AB5-DBF2-49BF-903F-DF7AFC1CB01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D93FFB7D-EE73-4546-A4BB-050D6A733684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심화 · 함수로 값을 받고 파일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8BB89897-1971-490B-ADFC-B7843B24948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2026-10-15</a:t>
            </a:r>
          </a:p>
        </p:txBody>
      </p:sp>
      <p:sp>
        <p:nvSpPr>
          <p:cNvPr id="5" name="">
            <a:extLst>
              <a:ext uri="{FF2B5EF4-FFF2-40B4-BE49-F238E27FC236}">
                <ns3:creationId id="{AEBDF7B3-2E26-47EB-8DA5-DCF07F38ADE3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E1FD7DB2-3037-4714-A665-33A3FF6EEB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69AF4B6-2817-4451-8CE3-D8EE9F34D6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1049494169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fef41b9eae24a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0F2B5F-BDA8-4644-BE70-7E7B30608C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EC8AA99-AD50-4C5E-A4A9-84C446204E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사용할 파일과 실행 위치</a:t>
            </a:r>
          </a:p>
        </p:txBody>
      </p:sp>
      <p:sp>
        <p:nvSpPr>
          <p:cNvPr id="4" name="">
            <a:extLst>
              <a:ext uri="{FF2B5EF4-FFF2-40B4-BE49-F238E27FC236}">
                <ns3:creationId id="{0F0FE32D-CCD6-4473-9B34-83ED373A069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F04729F-20A3-41AC-AB83-5A8C6DDF647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ZIP을 풀고 course/data·code·work 폴더를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9C8CD59-6DE6-4EE1-8D3F-7CEBAA2F25A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code의 원본을 work로 복사하고 work 파일만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18A8F6-2FB5-4744-ACA7-11D305AF50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저장하며 파일 이름 끝이 .py.txt가 아닌지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4EE46F2-0518-4314-903A-F7797BB98BC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 현재 위치는 course입니다. python -X utf8 work/파일명.py로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C1DDBEF-549A-4262-94C1-D3FAFD0BB0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F61D301-D7FC-4037-9A1A-3D899608080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002571018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b566d5517e48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34E86B-A165-40C6-BDE2-C527A3F4F6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F7280A0-3EE4-43DB-8AD1-21E4D7ABEB0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어제 코드의 세 약속</a:t>
            </a:r>
          </a:p>
        </p:txBody>
      </p:sp>
      <p:sp>
        <p:nvSpPr>
          <p:cNvPr id="4" name="">
            <a:extLst>
              <a:ext uri="{FF2B5EF4-FFF2-40B4-BE49-F238E27FC236}">
                <ns3:creationId id="{8EA229A2-EBB1-4D41-9C87-0759F69E8B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02D233-1EA2-45C4-9326-617FC0E580B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값을 이름에 저장하고 ==는 값이 같은지 묻습니다.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BE3B323-4D5D-4ED2-BD10-51D9AFC6A60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if는 조건에 따라 선택하고 for는 목록의 항목마다 작업합니다.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DB431F-9B1F-4E51-88E4-22EC9EA086B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뒤 들여쓴 줄은 같은 묶음이며 밖의 줄과 실행 횟수가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01DA347-885E-478E-8654-BCDB8900F10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이 수업에서 미측정입니다. 숫자0과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7202F1A-534F-4D2A-9869-58FDF5D60A9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2A2908-2D79-4983-8903-201B78CACB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735614556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83b111d6d842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749085-C66C-4430-8C69-D0BCA4E4C3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17961F7-1D6D-454A-9C8F-0C89C1A615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 수업의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C0A006FB-7E05-4E89-AA4B-1420E7B8CF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CB19CD-3F60-4107-98DB-C79839BAF9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10:00~17:00 · 50분씩 6교시</a:t>
            </a:r>
          </a:p>
        </p:txBody>
      </p:sp>
      <p:sp>
        <p:nvSpPr>
          <p:cNvPr id="6" name="">
            <a:extLst>
              <a:ext uri="{FF2B5EF4-FFF2-40B4-BE49-F238E27FC236}">
                <ns3:creationId id="{285445D1-F4C2-4C9B-BEC1-2DB660BB914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중식 11:50~13:00 · 13:00 복귀</a:t>
            </a:r>
          </a:p>
        </p:txBody>
      </p:sp>
      <p:sp>
        <p:nvSpPr>
          <p:cNvPr id="7" name="">
            <a:extLst>
              <a:ext uri="{FF2B5EF4-FFF2-40B4-BE49-F238E27FC236}">
                <ns3:creationId id="{D22A96CB-58E5-4BB6-A289-B34AE8E6113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 10분 휴식</a:t>
            </a:r>
          </a:p>
        </p:txBody>
      </p:sp>
      <p:sp>
        <p:nvSpPr>
          <p:cNvPr id="8" name="">
            <a:extLst>
              <a:ext uri="{FF2B5EF4-FFF2-40B4-BE49-F238E27FC236}">
                <ns3:creationId id="{80E3278F-8BF2-4AE5-81ED-D459CADBAAF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10분은 저장 확인과 종료 준비입니다.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156D6D-177A-4608-915E-CE1714154D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ED862C2-35EA-41FE-8024-498B6DAC3B9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768211835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14b9766e72646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71C382-12BA-41BA-A513-9F6D1D721F4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C527FF3-B97A-4AB7-91BE-D2C6262B0F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1ACA601B-F0F5-415B-A9B3-13B7379313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FE93C2-E582-4C4F-B0ED-70CF69D692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문서나 코드 한 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4AF466-B17C-4AC4-8257-5F2C7E2A82D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둔 위치입니다.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716D3AA-F241-493E-BFA5-19ADBA5B6D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확장자는 이름 끝의 .csv, .json, .py입니다.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BDAB55-4CC4-47E7-829A-1E7C114783C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원본은 그대로 두고 복사한 파일을 수정합니다.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935FB00-8505-4014-9A96-205AAD72AE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96FA070F-77F8-4252-B6DB-92EE7162A4D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65673519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5092ca67bcc40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4F78D42-19BF-4A77-90BD-9215EDCAF6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86BE298-F7BB-4F6A-9165-55300F657F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될 때 수업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85FDEED3-D4FA-4D83-B191-6CDA2F88D7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35A1582-EBF5-44C6-A608-D0962F20079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안 된 것과 내용을 이해하지 못한 것은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6D5F3D-04DE-49F3-ACCE-21EEBFDF44C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되면 코드가 처리하는 순서를 종이에 적어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57C54BD-95BA-4814-9455-272640DE58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실행했는지, 강사의 시연을 보았는지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38B97D7-1CF0-4186-95B7-2B327F64EB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BF76E21-7629-4596-B5E4-92DE61AE93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451300308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c0102afa6d04e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2F6DF6-C014-46CB-A8B2-9608C8997F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BA07030-23C6-4C09-8EBA-1805277EB5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C3D18E47-7F65-496E-BD97-8352C2423A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8289DC-6406-450E-9CC4-5FB5E8A59AF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→ 반환값 → 파일 읽기와 저장</a:t>
            </a:r>
          </a:p>
        </p:txBody>
      </p:sp>
      <p:sp>
        <p:nvSpPr>
          <p:cNvPr id="6" name="">
            <a:extLst>
              <a:ext uri="{FF2B5EF4-FFF2-40B4-BE49-F238E27FC236}">
                <ns3:creationId id="{400F3724-88B8-4AA7-B02D-074562230E7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구별 → 규칙 검사 → 로그 검사기</a:t>
            </a:r>
          </a:p>
        </p:txBody>
      </p:sp>
      <p:sp>
        <p:nvSpPr>
          <p:cNvPr id="7" name="">
            <a:extLst>
              <a:ext uri="{FF2B5EF4-FFF2-40B4-BE49-F238E27FC236}">
                <ns3:creationId id="{640CC720-C8FC-4255-B26A-979BC1E42A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C426478-8A4C-44C3-860C-E96946CC523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539675704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808f88130064c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F1A2D1-C528-46AF-952C-D8B54D01519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6E6863C0-D007-4E2C-9E60-258D8437873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반복 업무를 함수로</a:t>
            </a:r>
          </a:p>
        </p:txBody>
      </p:sp>
      <p:sp>
        <p:nvSpPr>
          <p:cNvPr id="4" name="">
            <a:extLst>
              <a:ext uri="{FF2B5EF4-FFF2-40B4-BE49-F238E27FC236}">
                <ns3:creationId id="{1F4AF2DE-F44D-40D1-A28B-B11C0A12CD8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5CB59E37-0DAB-4E06-972E-F2D6D1940D2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AABD892-2769-4AE7-A800-F5958B19B8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B70587E5-4131-413C-A893-B8C70F1F4B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390742956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73fbff656a1407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5242D-F8A2-42FE-B486-DEEFF53B88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728F3A-52D4-4819-B5FD-94FC340FBBF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함수는 한 가지 일에 붙인 이름입니다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9F1072A-A768-43E9-8717-27815D13CD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EF83901-D95D-4E0D-B34E-8BE28FA7E5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공통 처리와 달라지는 입력을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832E3B-5D50-4D76-870E-B32639ED09D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받을 값과 돌려줄 결과를 먼저 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F2AB20-834C-4A2B-9EE6-7F62A42F625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이름이 검사라고 해도 실제로 무엇을 검사하는지 읽어야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20889B-BA28-4F70-AE0B-2D8E6ED85A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F338630C-150B-487A-9FA2-95332BE5B7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846219005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969a5605b9294f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CF7210-7088-4F46-AB1D-4981F313CD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7728CB6-EF67-4B2B-8AFB-120C3B84CA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정의와 호출</a:t>
            </a:r>
          </a:p>
        </p:txBody>
      </p:sp>
      <p:sp>
        <p:nvSpPr>
          <p:cNvPr id="4" name="">
            <a:extLst>
              <a:ext uri="{FF2B5EF4-FFF2-40B4-BE49-F238E27FC236}">
                <ns3:creationId id="{8AB6A5CC-DFED-4FD8-B0DD-3DC159152C6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6C9341-DD46-4F9C-B10E-6845FDC0B7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13D171B5-80CB-4B19-A1FD-799C81102A4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153688DA-37A1-4C40-8765-01443C748A4A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FDA177F-A8A6-42C2-B4C9-6621E24A4369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326F3608-1022-4A15-83F1-132E4863683A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show_notice():</a:t>
            </a:r>
          </a:p>
        </p:txBody>
      </p:sp>
      <p:sp>
        <p:nvSpPr>
          <p:cNvPr id="10" name="">
            <a:extLst>
              <a:ext uri="{FF2B5EF4-FFF2-40B4-BE49-F238E27FC236}">
                <ns3:creationId id="{25675747-E3A0-4629-B85D-5F93B66B0930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3DA4288D-EAA9-4217-AE18-9D82861B96D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print("점검을 시작합니다")</a:t>
            </a:r>
          </a:p>
        </p:txBody>
      </p:sp>
      <p:sp>
        <p:nvSpPr>
          <p:cNvPr id="12" name="">
            <a:extLst>
              <a:ext uri="{FF2B5EF4-FFF2-40B4-BE49-F238E27FC236}">
                <ns3:creationId id="{BD816780-79B5-43E9-85B7-3A96A5EFD8C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4EF377-3DB3-4EF7-8109-5EE83F8279DB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print("준비")</a:t>
            </a:r>
          </a:p>
        </p:txBody>
      </p:sp>
      <p:sp>
        <p:nvSpPr>
          <p:cNvPr id="14" name="">
            <a:extLst>
              <a:ext uri="{FF2B5EF4-FFF2-40B4-BE49-F238E27FC236}">
                <ns3:creationId id="{8EE293A5-9C7E-4BE1-B6E1-110418129911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AC62C7C-6110-406A-A81B-8594261AC30B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show_notice()</a:t>
            </a:r>
          </a:p>
        </p:txBody>
      </p:sp>
      <p:sp>
        <p:nvSpPr>
          <p:cNvPr id="16" name="">
            <a:extLst>
              <a:ext uri="{FF2B5EF4-FFF2-40B4-BE49-F238E27FC236}">
                <ns3:creationId id="{7D52F058-A6FB-46EB-97AF-0E86B29E958B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F3F3171-ABE5-4E15-B61E-8148C443A235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print("끝")</a:t>
            </a:r>
          </a:p>
        </p:txBody>
      </p:sp>
      <p:sp>
        <p:nvSpPr>
          <p:cNvPr id="18" name="">
            <a:extLst>
              <a:ext uri="{FF2B5EF4-FFF2-40B4-BE49-F238E27FC236}">
                <ns3:creationId id="{11A29407-3D20-4F31-AEBF-48EFAB70001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CACE3991-21A4-4EBE-992A-C9FFB2BE2C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272243421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8c5db452e5247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57AEC7-1F96-463C-B6FE-CA5A7C4A73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2A7DD72-7708-4F1F-B33A-F9FF857D6C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정의와 호출</a:t>
            </a:r>
          </a:p>
        </p:txBody>
      </p:sp>
      <p:sp>
        <p:nvSpPr>
          <p:cNvPr id="4" name="">
            <a:extLst>
              <a:ext uri="{FF2B5EF4-FFF2-40B4-BE49-F238E27FC236}">
                <ns3:creationId id="{5DC5560A-FDE0-46FA-A7E1-3F4BD4DB929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B93EB-B4ED-4648-9AF2-CBD9CBB88AA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함수 정의입니다. 이름 뒤 ()와 콜론을 쓰고 본문을 들여씁니다.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FF1367-EDB7-4396-874E-BA26D83A7D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정의할 때는 본문 print가 실행되지 않습니다. 이름()으로 호출할 때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E25DB58-9A4C-4FE1-870C-0598BD3E75A2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준비 출력 → 호출 → 본문 출력 → 호출 다음 줄의 끝 출력 순서입니다.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E3840E-EFA9-4115-89CD-5527714E9807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본문의 위치와 실행 시점은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15676304-3132-4973-9864-0032D9B39E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CA912D4-1456-41FD-B107-492737036F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28218634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738215c5f9349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E0F6A7-FF03-4333-B72D-93D508E332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34B3C5C-ED09-44E1-8A25-87A2304907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함수는 언제 실행될까요?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9E9FDE8D-7F5E-45CF-B951-9313E6759C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270AFE-DBFA-436C-B081-90A8E98458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작업을 정의합니다.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F09E7A-3320-4335-9E43-289A3913647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줄은 호출할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85CE34-A41F-47F5-BDF5-B4C04E193D3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 뒤 ()로 작업을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256D1CA-18EF-4089-B880-20C305BDE40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85E46F91-F2CB-4DE3-83E8-79111EF42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468494136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6722f1fa037b4f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D3117B-228A-4D4B-B7C1-7159AEAF004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D81AEFA-603A-42CD-9D04-28E3C3E8CB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실행 시점</a:t>
            </a:r>
          </a:p>
        </p:txBody>
      </p:sp>
      <p:sp>
        <p:nvSpPr>
          <p:cNvPr id="4" name="">
            <a:extLst>
              <a:ext uri="{FF2B5EF4-FFF2-40B4-BE49-F238E27FC236}">
                <ns3:creationId id="{59C2F53D-EED9-41AB-8915-870699F08D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00860BF-75D6-4780-B0AD-6D9757F191B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1994AEE-7F6A-4F9E-A6FD-9F67CECF658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77AA0B1-7039-4CFF-9F1A-1AAF051ED01B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준비</a:t>
            </a:r>
          </a:p>
        </p:txBody>
      </p:sp>
      <p:sp>
        <p:nvSpPr>
          <p:cNvPr id="8" name="">
            <a:extLst>
              <a:ext uri="{FF2B5EF4-FFF2-40B4-BE49-F238E27FC236}">
                <ns3:creationId id="{35FEEF6B-4F93-482A-B5A4-F73E11F2EC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9679DE5-6680-4A92-AE62-742ABE678B33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점검을 시작합니다</a:t>
            </a:r>
          </a:p>
        </p:txBody>
      </p:sp>
      <p:sp>
        <p:nvSpPr>
          <p:cNvPr id="10" name="">
            <a:extLst>
              <a:ext uri="{FF2B5EF4-FFF2-40B4-BE49-F238E27FC236}">
                <ns3:creationId id="{93ABD613-AD92-4286-B386-6EAC273465D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879AA09-64A4-45F6-9E66-C914564D7C89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끝</a:t>
            </a:r>
          </a:p>
        </p:txBody>
      </p:sp>
      <p:sp>
        <p:nvSpPr>
          <p:cNvPr id="12" name="">
            <a:extLst>
              <a:ext uri="{FF2B5EF4-FFF2-40B4-BE49-F238E27FC236}">
                <ns3:creationId id="{996B152F-2705-4F66-B2F2-49C8EB7ED4E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D9CD868C-F7A8-4575-888C-F5C1419F72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852574154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103f1452eb741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75D020-FBAE-4E9F-B586-87CB7D4748C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64D9C8D-6A5B-4D1B-A682-FFB91DCA23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번 정의하고 두 번 호출하면</a:t>
            </a:r>
          </a:p>
        </p:txBody>
      </p:sp>
      <p:sp>
        <p:nvSpPr>
          <p:cNvPr id="4" name="">
            <a:extLst>
              <a:ext uri="{FF2B5EF4-FFF2-40B4-BE49-F238E27FC236}">
                <ns3:creationId id="{29E5424C-B90C-4DA7-B9A3-4C47FFA389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5274AA-AAF4-4C21-9499-2FD0EB01D7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작업을 두 번 실행할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A77AD30-F0BA-4D22-B2C2-98C709280B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호출마다 본문으로 들어갔다 돌아옵니다.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BF6100-59C8-4498-87A0-3751F3975BF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본문의 줄 위치와 출력 시점은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9C1487-9C94-4391-9599-36BA912DD5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284A477-D77B-4B00-AFAC-1E539FA366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707958425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6ecee2e97cbc49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D76640-4B39-4E9D-A46F-B621E24F7A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D49723D-21B3-4C20-9ED4-B1ECF744DD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입력 두 개 받기</a:t>
            </a:r>
          </a:p>
        </p:txBody>
      </p:sp>
      <p:sp>
        <p:nvSpPr>
          <p:cNvPr id="4" name="">
            <a:extLst>
              <a:ext uri="{FF2B5EF4-FFF2-40B4-BE49-F238E27FC236}">
                <ns3:creationId id="{1DD65EF4-8CF1-4591-9DBC-561404769A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C89571-DA9A-49E1-B2CE-BD13CACEF71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1FEC131B-F882-4CF9-8C54-77B43E60621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706DADCC-4DA0-4656-B912-CD6A5452132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19D784A-227C-4E06-81BA-FFCAAED5BB1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22C5D6E6-595B-441A-B7BC-9497128E5757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show_temperature(sensor_id, value):</a:t>
            </a:r>
          </a:p>
        </p:txBody>
      </p:sp>
      <p:sp>
        <p:nvSpPr>
          <p:cNvPr id="10" name="">
            <a:extLst>
              <a:ext uri="{FF2B5EF4-FFF2-40B4-BE49-F238E27FC236}">
                <ns3:creationId id="{F8072E74-6237-4B16-964F-E4DCEDFE1FC3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FD8A548-73F7-43CC-B0CD-14EECB408D0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print(sensor_id, value)</a:t>
            </a:r>
          </a:p>
        </p:txBody>
      </p:sp>
      <p:sp>
        <p:nvSpPr>
          <p:cNvPr id="12" name="">
            <a:extLst>
              <a:ext uri="{FF2B5EF4-FFF2-40B4-BE49-F238E27FC236}">
                <ns3:creationId id="{37AF5F67-0C3E-4705-95D4-A6AB304CD33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1096824-E6C3-4F36-A09F-0F1B14F5021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show_temperature("S01", 22.5)</a:t>
            </a:r>
          </a:p>
        </p:txBody>
      </p:sp>
      <p:sp>
        <p:nvSpPr>
          <p:cNvPr id="14" name="">
            <a:extLst>
              <a:ext uri="{FF2B5EF4-FFF2-40B4-BE49-F238E27FC236}">
                <ns3:creationId id="{A113C905-CD6F-4AD8-8859-4A0944080D1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21A9EFD-5946-496D-B8B5-6DA0B8655751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show_temperature("S02", 25.0)</a:t>
            </a:r>
          </a:p>
        </p:txBody>
      </p:sp>
      <p:sp>
        <p:nvSpPr>
          <p:cNvPr id="16" name="">
            <a:extLst>
              <a:ext uri="{FF2B5EF4-FFF2-40B4-BE49-F238E27FC236}">
                <ns3:creationId id="{02F3218D-9A3E-4885-85EC-5CB3DEC10DD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7" name="">
            <a:extLst>
              <a:ext uri="{FF2B5EF4-FFF2-40B4-BE49-F238E27FC236}">
                <ns3:creationId id="{B0D22EA9-3252-4188-A283-B1EAA259A5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856563826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f23e6c52b1414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3C8FC3-0B11-4721-96A0-2264A02EC5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F16EB84-F0AB-46BC-8EEB-92FD00E572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입력 두 개 받기</a:t>
            </a:r>
          </a:p>
        </p:txBody>
      </p:sp>
      <p:sp>
        <p:nvSpPr>
          <p:cNvPr id="4" name="">
            <a:extLst>
              <a:ext uri="{FF2B5EF4-FFF2-40B4-BE49-F238E27FC236}">
                <ns3:creationId id="{CB3B38B1-830B-45EC-B255-0F0DF5935FE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572B59-6C6A-4B1C-A018-59CAF484FDF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sensor_id·value는 함수가 값을 받을 자리인 매개변수입니다.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2E8BC1-7071-419F-B728-D1C2609A0B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"S01"·22.5는 이번 호출에 실제로 전달하는 인수입니다.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E198885-60D5-4266-BBDD-A9074E52E7E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위치 순서대로 S01→sensor_id,22.5→value가 대응합니다.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E5CE61-7050-4AFE-B754-D6E46297622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호출마다 값이 새로 전달됩니다. 받을 자리 두 개에 인수 한 개면 TypeError입니다.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8F38A805-B35C-4C1B-9E0F-98B743157C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7ACF7EFD-3830-4360-8BA1-4F092082CA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643270156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6184644c6a943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A927C2B-3F77-401D-8408-BE24DF2115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32EA3CD-9C97-48A1-89BE-E0BFA69961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받는 자리와 실제 값</a:t>
            </a:r>
          </a:p>
        </p:txBody>
      </p:sp>
      <p:sp>
        <p:nvSpPr>
          <p:cNvPr id="4" name="">
            <a:extLst>
              <a:ext uri="{FF2B5EF4-FFF2-40B4-BE49-F238E27FC236}">
                <ns3:creationId id="{A2489067-B6E7-411D-B8DD-73268D9429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783038"/>
                <a:gridCol w="4038279"/>
                <a:gridCol w="299908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sensor_id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value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호출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둘째 호출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00B0390-6780-47D3-908E-2F51110C1F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6B50E0A-1BF7-4DEE-80B1-2806466700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313407859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ddb684e8a79241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F7EC9E-9BDA-46B9-AD18-738EC27DCA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0DFEA6A-AE20-4623-B749-1092D9D248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2CDB062-E234-45FD-BB83-E91FE5D841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인수 바꾸고 호출 비교</a:t>
            </a:r>
          </a:p>
        </p:txBody>
      </p:sp>
      <p:sp>
        <p:nvSpPr>
          <p:cNvPr id="5" name="">
            <a:extLst>
              <a:ext uri="{FF2B5EF4-FFF2-40B4-BE49-F238E27FC236}">
                <ns3:creationId id="{1D5DC7C2-6294-4A3F-A6F5-86E3FA2D95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08FC42D-21BF-4B67-B6B9-7B15F54D24E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ED2BEABC-3349-454A-98D8-7B027CA401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work/A03_example.py의 두 번째 호출을 S03·0.0으로 고치세요.</a:t>
            </a:r>
          </a:p>
        </p:txBody>
      </p:sp>
      <p:sp>
        <p:nvSpPr>
          <p:cNvPr id="8" name="">
            <a:extLst>
              <a:ext uri="{FF2B5EF4-FFF2-40B4-BE49-F238E27FC236}">
                <ns3:creationId id="{FEBF9A39-0F68-4A35-9B1D-06A594CA34F4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ED37D43-AC53-4C25-8BEE-6A02B476B02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본문을 바꾸지 않고 출력이 달라지는 이유를 설명하세요.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A6FC6B1-7FA3-4D1A-92E1-BF98D15FCD0B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E57E94-D108-4242-9A38-E998ADC13309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show_temperature("S03")처럼 인수 하나만 보내면 어떻게 될까요?</a:t>
            </a:r>
          </a:p>
        </p:txBody>
      </p:sp>
      <p:sp>
        <p:nvSpPr>
          <p:cNvPr id="12" name="">
            <a:extLst>
              <a:ext uri="{FF2B5EF4-FFF2-40B4-BE49-F238E27FC236}">
                <ns3:creationId id="{7E8CE371-D67F-483A-8A55-CC7C0823AB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74E500D-2E84-4A76-AC0D-AC61CE1527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2014654872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40de164baff4b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332ED-27D8-4518-B769-AC0ED087AC0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0AA61B9-3307-4EA7-A438-CC0B2DEF2E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인수 바꾸고 호출 비교</a:t>
            </a:r>
          </a:p>
        </p:txBody>
      </p:sp>
      <p:sp>
        <p:nvSpPr>
          <p:cNvPr id="4" name="">
            <a:extLst>
              <a:ext uri="{FF2B5EF4-FFF2-40B4-BE49-F238E27FC236}">
                <ns3:creationId id="{1B0E298D-CC92-42FA-85AA-67BB6FDCEA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5BAD4C1-7ABB-40A7-B5FD-C8F30A5FAF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출력은 S03 0.0입니다. sensor_id·value가 각각 새 인수를 받습니다.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A44AB2-5E0A-43D7-B944-A13BDBD8D3D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받을 자리 두 개에 인수 하나면 TypeError입니다. 0.0을 두 번째 인수로 복구합니다.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1349F8A-CE29-4230-8C2A-69EB40E0639B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def를 두 번 쓰지 않아도 같은 함수에 서로 다른 입력을 보낼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A3D9FD-9D8D-49FA-A895-265D8B10E4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80B1A6EF-5176-4832-A1E3-156CF293AC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212940829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d47ed8427bb47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52ECBC-4A44-4F83-9AE1-709605DF30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26D30A8-4B5A-486C-A06D-DC726B0326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개수와 순서를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14BF0B6F-B685-415C-9AFA-E5D220ED251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52A320-9385-4CA8-8FFC-A62C100B73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매개변수는 받을 자리의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7D9608-BB60-4AF4-A2A1-AC3EEAA5055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인자는 호출에서 건네는 실제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21C2197-F5E6-40BE-BA09-6D842B33B1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부족한 입력이나 잘못된 순서를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9F441E-1869-4577-B276-280A9ED8913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2B3A3465-B591-4448-B00D-6F7F12263D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997337466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a7c09d271d4a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714F57-6249-4E82-8296-3620274567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263F76-F9FE-4FC7-9E29-9C9F9F76AF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이름을 넣어 문장 만들기</a:t>
            </a:r>
          </a:p>
        </p:txBody>
      </p:sp>
      <p:sp>
        <p:nvSpPr>
          <p:cNvPr id="4" name="">
            <a:extLst>
              <a:ext uri="{FF2B5EF4-FFF2-40B4-BE49-F238E27FC236}">
                <ns3:creationId id="{C178C5EF-9D27-4C02-BC6C-995D1178A8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4513031"/>
                <a:gridCol w="630736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호출 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반환할 문장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민수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안녕하세요, 민수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안녕하세요, 지아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5A9E637-195E-4393-AFDD-EA205822D02C}"/>
              </a:ext>
            </a:extLst>
          </p:cNvPr>
          <p:cNvSpPr>
            <a:spLocks noGrp="1"/>
          </p:cNvSpPr>
          <p:nvPr/>
        </p:nvSpPr>
        <p:spPr>
          <a:xfrm>
            <a:off x="685800" y="3720275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방문자 이름을 받아 환영 문장을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CFCB85-E128-4FE1-BD10-77AA353618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72704891-E17B-4600-9C31-9D8C7E588C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077452042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3017dcab7c54d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68D403-83BF-47AC-A5DB-460C26AF6C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C3FF7CF-758A-4FE9-90A0-4D6EE88A2C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5839B29-9A1D-4314-B2D0-286977236F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5A27198-D6B5-4EDB-802B-E83A029764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5AE7C1C-2B58-4929-9643-107AF698DFD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9BC890A-3D07-40C4-B2A8-78663F23FB6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상품명과 보관함을 받습니다.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8AB342-DFB7-446B-B389-EEED74BD458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BD46911-3FAB-4CF4-B928-E9591472BCE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장갑/B02, 마스크/A01의 라벨을 만드세요.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C82490F-9452-4E90-A674-EFE290DE8B68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D195B785-8594-4F2A-9BB7-A5302B077177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순서를 바꾼 결과도 설명하세요.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0C01539B-8A2E-4B99-9A73-15C2D3E9F7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88C1515D-0321-432F-8E1D-E7339E5B82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937434127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4da1865db3643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3B366C-7080-4981-B651-5B7A13B130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95E4C7C-AE50-421C-9D63-38E8CA426E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순서를 바꾸면?</a:t>
            </a:r>
          </a:p>
        </p:txBody>
      </p:sp>
      <p:sp>
        <p:nvSpPr>
          <p:cNvPr id="4" name="">
            <a:extLst>
              <a:ext uri="{FF2B5EF4-FFF2-40B4-BE49-F238E27FC236}">
                <ns3:creationId id="{CE3B4235-EFBB-4B9B-ABBB-ED4041C70A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B9282B-CC51-42C0-BB51-34DF2E7CEDD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장갑 / B02, 마스크 / A01로 만듭니다.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6121F8-89C8-48C1-AE02-74331488182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순서를 바꾸면 B02 / 장갑처럼 양식이 달라집니다.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561A95-3B83-41CA-A7DF-3CA3458522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0494CAA-5AE3-4A93-8DD9-5E69B6C8AF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2135490455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4d78a242da741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1DFFD8-1C58-490B-A1E5-0A03E10A873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82E04411-72DA-405D-9548-ADCB9189F732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입력과 반환</a:t>
            </a:r>
          </a:p>
        </p:txBody>
      </p:sp>
      <p:sp>
        <p:nvSpPr>
          <p:cNvPr id="4" name="">
            <a:extLst>
              <a:ext uri="{FF2B5EF4-FFF2-40B4-BE49-F238E27FC236}">
                <ns3:creationId id="{32C4AD5F-0B94-443A-B111-42B693CAC74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7912020-E69E-44C1-9721-2E8BA4B8677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0A618E9-55E1-4D70-807D-34B7951E24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1A55221-37B5-4278-ABF3-C16D78D5D54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305647931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1fea708434a54b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8B7714-3F26-4E06-8E8E-2AD87F9A75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0FFEA2A-4EB1-49A3-A6DF-F4841366C3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값을 돌려주기</a:t>
            </a:r>
          </a:p>
        </p:txBody>
      </p:sp>
      <p:sp>
        <p:nvSpPr>
          <p:cNvPr id="4" name="">
            <a:extLst>
              <a:ext uri="{FF2B5EF4-FFF2-40B4-BE49-F238E27FC236}">
                <ns3:creationId id="{3C7227CC-774B-453D-9C8D-FB560A49EC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4EF1C4F-4552-44B7-B6F7-868E87376FB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502B3BE-B771-460A-B13B-54DC490ED8E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9ACCD5CF-A9D2-4A47-99A7-F2A31880B34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F9A15DEC-224E-4182-ABA1-14D2982A7E3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BFF2581-657A-4F28-BF8A-89C26409485E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add_offset(value, offset):</a:t>
            </a:r>
          </a:p>
        </p:txBody>
      </p:sp>
      <p:sp>
        <p:nvSpPr>
          <p:cNvPr id="10" name="">
            <a:extLst>
              <a:ext uri="{FF2B5EF4-FFF2-40B4-BE49-F238E27FC236}">
                <ns3:creationId id="{D092C53A-D52E-4E5B-9353-76398B4F521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9E46DC6-3049-42AD-BF68-5FE2C9A407D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 + offset</a:t>
            </a:r>
          </a:p>
        </p:txBody>
      </p:sp>
      <p:sp>
        <p:nvSpPr>
          <p:cNvPr id="12" name="">
            <a:extLst>
              <a:ext uri="{FF2B5EF4-FFF2-40B4-BE49-F238E27FC236}">
                <ns3:creationId id="{4B4F9AC9-E847-492C-92A9-A01626CC7872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833D78E7-57BD-4D3C-9266-7C206E89A60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result = add_offset(22.5, 1.0)</a:t>
            </a:r>
          </a:p>
        </p:txBody>
      </p:sp>
      <p:sp>
        <p:nvSpPr>
          <p:cNvPr id="14" name="">
            <a:extLst>
              <a:ext uri="{FF2B5EF4-FFF2-40B4-BE49-F238E27FC236}">
                <ns3:creationId id="{56632B7A-F416-465B-835C-835FD32A6C6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4FE1D8BA-DA52-4CE7-BB45-BC63460FD4E9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print(result)</a:t>
            </a:r>
          </a:p>
        </p:txBody>
      </p:sp>
      <p:sp>
        <p:nvSpPr>
          <p:cNvPr id="16" name="">
            <a:extLst>
              <a:ext uri="{FF2B5EF4-FFF2-40B4-BE49-F238E27FC236}">
                <ns3:creationId id="{87C87F9A-6E9C-4E0F-87DD-DD4071CDE03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04E92851-7FD7-44E0-8FDA-1A79B78C435F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print(result + 1)</a:t>
            </a:r>
          </a:p>
        </p:txBody>
      </p:sp>
      <p:sp>
        <p:nvSpPr>
          <p:cNvPr id="18" name="">
            <a:extLst>
              <a:ext uri="{FF2B5EF4-FFF2-40B4-BE49-F238E27FC236}">
                <ns3:creationId id="{088FCF13-CEFA-4E85-ACA8-A9BA3731B0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91D3960C-3792-45DA-B7D8-6C42D0C87D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424094834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4d8363f58be48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5F219C-E55C-4231-8840-90C731A9F6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4159145-0232-4420-8FA6-C4C09CB00E6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값을 돌려주기</a:t>
            </a:r>
          </a:p>
        </p:txBody>
      </p:sp>
      <p:sp>
        <p:nvSpPr>
          <p:cNvPr id="4" name="">
            <a:extLst>
              <a:ext uri="{FF2B5EF4-FFF2-40B4-BE49-F238E27FC236}">
                <ns3:creationId id="{8249166F-0135-445C-BD23-54A1DBC9545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A72987-FD5F-449D-BF2D-7A821C8FA5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계산한 값을 호출한 곳에 돌려주고 이번 호출을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E662785-CCE6-46D6-8F9B-BD2224BA2D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호출의 지역값 value=22.5,offset=1.0이므로23.5를 반환합니다.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5DA466-D5BE-49B5-A158-87B87E6926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result가23.5를 받고,그 뒤 result+1은24.5입니다.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D3C0A8B-81CB-466A-AD2D-99FB6137F8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 매개변수는 그 호출에서 사용하는 지역 이름입니다. 바깥에 자동 생성되지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E217F49-2932-4B9E-BEA5-A5A03D7258F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8D03A63-E448-44F2-BA42-74BF7E2EFF7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2007488097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967fdc60e4046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02A702-01B5-4D53-B212-B1725E4123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59D09FA-0429-40FD-9F0F-43D4345052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return과 print의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5C5AE70C-CCCC-4ACD-A1C7-F6C0F118ED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E2655E-780E-4D39-8B63-1D1B650863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호출한 곳으로 값을 보냅니다.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6D7B97-EA89-422D-A12F-C00F9B19C88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사람에게 화면을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253821E2-2682-436F-8B3E-EF1BD92EAB5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 출력한 값이 변수에 자동으로 저장되지는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360A90-3180-401E-9ADB-CEB4A87578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9FF5EE8-A57A-4689-8DB1-D4E24B4EE7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760722070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76afa2dc76844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87B461-47E4-408E-9E8F-F179E7A8AD8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EE449C-6D2F-452A-9B67-B563D74B96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 안의 지역값</a:t>
            </a:r>
          </a:p>
        </p:txBody>
      </p:sp>
      <p:sp>
        <p:nvSpPr>
          <p:cNvPr id="4" name="">
            <a:extLst>
              <a:ext uri="{FF2B5EF4-FFF2-40B4-BE49-F238E27FC236}">
                <ns3:creationId id="{789D596A-B658-4870-8D1E-CED3A357E29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13EEC2-639C-4E69-8D5D-AFDC9407F3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add_offset(22.5,1.0)의 value와 offset은 그 호출에서 쓰는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9E6234-1350-4909-9FAC-AE288BB0F14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밖에서 print(offset)을 하면 바깥에 정의하지 않은 경우 NameError입니다.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137EB16-F5C8-44C3-ACE6-87747C7245C4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계산에 필요한 값은 return으로 받고 result 같은 이름에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4CF6FE-C7D8-4E84-A54E-89AF60D1C99C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 숫자가 보이는 것과 그 숫자를 반환받는 것은 다릅니다.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4B9EE7-AEC5-40FA-B621-8B5F1F171B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856CF5C-E1F6-4FB0-B14D-B7413017596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84378288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76c2c2c558a4e4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B21CAF-331F-4921-8413-77D438248A5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04CE13A-8373-4850-A98C-F07649807BA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반환 뒤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E2B5AD2D-80EC-49F7-834E-B6350DBD5B8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699875"/>
                <a:gridCol w="51205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입력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22.5와 1.0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계산 +1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B61021CD-A1F9-40C5-8BD4-6B2F5C3B14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6EAB468-6AA7-47F7-9DD3-A8359B521E1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566006345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2a022a8b0c24b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0A06DF4-BAF2-4A16-A980-054AD662F1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7F484DD-F72A-436F-81DD-CBF2D566131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결과를 따라갑니다</a:t>
            </a:r>
          </a:p>
        </p:txBody>
      </p:sp>
      <p:sp>
        <p:nvSpPr>
          <p:cNvPr id="4" name="">
            <a:extLst>
              <a:ext uri="{FF2B5EF4-FFF2-40B4-BE49-F238E27FC236}">
                <ns3:creationId id="{68A77545-E8E4-401B-936F-35A731317E0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3E2EDA5-D762-402E-BD3A-99AD5DB762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offset을 2.0으로 바꾸면 24.5를 반환합니다.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58604F-C54B-41D8-A192-BA2AA48C39C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다음 +1은 25.5가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D5405AC-0BF3-4BDC-9975-CB71E5CEBB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반환과 뒤 계산의 결과를 따로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D327D2-DAC7-4519-936F-E0B1C935EF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1DCF53B-5B37-4D18-BB81-1C5AE3A236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930957813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f8ad15f44a3245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ADB1D7-88E2-4E42-8B38-58F0EE4E42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39785E4-86DE-47B9-B288-E2FB5E011A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상태를 반환하기</a:t>
            </a:r>
          </a:p>
        </p:txBody>
      </p:sp>
      <p:sp>
        <p:nvSpPr>
          <p:cNvPr id="4" name="">
            <a:extLst>
              <a:ext uri="{FF2B5EF4-FFF2-40B4-BE49-F238E27FC236}">
                <ns3:creationId id="{F676E678-B965-458B-A997-10D76E6B02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254749D-485B-40E6-B1B8-A6892DDF434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880404BD-BDC6-4C4B-985C-4CCF870C920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2F97E735-FE56-41D3-893A-5C36492913C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4CD46B6-84D7-4C0C-A567-5EE14AEC5CE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ACC8F3B-B03B-48EA-9B0E-74A71B8EAACB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temperature_status(value):</a:t>
            </a:r>
          </a:p>
        </p:txBody>
      </p:sp>
      <p:sp>
        <p:nvSpPr>
          <p:cNvPr id="10" name="">
            <a:extLst>
              <a:ext uri="{FF2B5EF4-FFF2-40B4-BE49-F238E27FC236}">
                <ns3:creationId id="{D29805CF-87BF-448B-B1A6-A76EA2D90E4A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0E819BEA-D5E0-441C-8B5E-ADA55C30014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2" name="">
            <a:extLst>
              <a:ext uri="{FF2B5EF4-FFF2-40B4-BE49-F238E27FC236}">
                <ns3:creationId id="{E1574059-955D-411A-9510-6CB5D327049E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E27C5EF-174F-42ED-83F9-21873E8C29D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"미측정"</a:t>
            </a:r>
          </a:p>
        </p:txBody>
      </p:sp>
      <p:sp>
        <p:nvSpPr>
          <p:cNvPr id="14" name="">
            <a:extLst>
              <a:ext uri="{FF2B5EF4-FFF2-40B4-BE49-F238E27FC236}">
                <ns3:creationId id="{D822CD45-C4C6-407D-8F7A-C9ED6D15F67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F5476B0-6755-4A9E-8721-5C9157E09F12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CAD76D9D-70AD-4BC0-9D12-892E070C49D9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8C7CB566-5646-472C-9653-20B49D6155C0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"확인"</a:t>
            </a:r>
          </a:p>
        </p:txBody>
      </p:sp>
      <p:sp>
        <p:nvSpPr>
          <p:cNvPr id="18" name="">
            <a:extLst>
              <a:ext uri="{FF2B5EF4-FFF2-40B4-BE49-F238E27FC236}">
                <ns3:creationId id="{1D9F6D5E-C57E-489B-8CB1-0101690AB60C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9EDDE79-E861-465E-A2AC-5007FEA0E6A1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F5F39A35-C49F-4003-B7CC-D87DF3417FA9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034FC13D-C94A-466B-9911-53CC803431C0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print(temperature_status(22.5))</a:t>
            </a:r>
          </a:p>
        </p:txBody>
      </p:sp>
      <p:sp>
        <p:nvSpPr>
          <p:cNvPr id="22" name="">
            <a:extLst>
              <a:ext uri="{FF2B5EF4-FFF2-40B4-BE49-F238E27FC236}">
                <ns3:creationId id="{858E2779-CD62-4139-9699-3E6F8EB65F9E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9B0D6A35-3128-4F87-A9B1-30091910F3FA}"/>
              </a:ext>
            </a:extLst>
          </p:cNvPr>
          <p:cNvSpPr>
            <a:spLocks noGrp="1"/>
          </p:cNvSpPr>
          <p:nvPr/>
        </p:nvSpPr>
        <p:spPr>
          <a:xfrm>
            <a:off x="1343025" y="525113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print(temperature_status(None))</a:t>
            </a:r>
          </a:p>
        </p:txBody>
      </p:sp>
      <p:sp>
        <p:nvSpPr>
          <p:cNvPr id="24" name="">
            <a:extLst>
              <a:ext uri="{FF2B5EF4-FFF2-40B4-BE49-F238E27FC236}">
                <ns3:creationId id="{7966580E-F48C-4E0A-B1E2-6F56721ECCF9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0F5EEF89-C33D-4775-A4AE-6C3A7615E8AB}"/>
              </a:ext>
            </a:extLst>
          </p:cNvPr>
          <p:cNvSpPr>
            <a:spLocks noGrp="1"/>
          </p:cNvSpPr>
          <p:nvPr/>
        </p:nvSpPr>
        <p:spPr>
          <a:xfrm>
            <a:off x="1343025" y="55606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print(temperature_status(25.0))</a:t>
            </a:r>
          </a:p>
        </p:txBody>
      </p:sp>
      <p:sp>
        <p:nvSpPr>
          <p:cNvPr id="26" name="">
            <a:extLst>
              <a:ext uri="{FF2B5EF4-FFF2-40B4-BE49-F238E27FC236}">
                <ns3:creationId id="{CCB2CB88-56B8-41CA-B49B-DF63D8A6414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CC63F679-BAAA-484B-B496-8B150018E3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32928222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d532a3aed964ca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D49CBC-1A79-473B-9894-A774C2788B3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88C1E3E-242F-400D-88BA-91F6C1612F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상태를 반환하기</a:t>
            </a:r>
          </a:p>
        </p:txBody>
      </p:sp>
      <p:sp>
        <p:nvSpPr>
          <p:cNvPr id="4" name="">
            <a:extLst>
              <a:ext uri="{FF2B5EF4-FFF2-40B4-BE49-F238E27FC236}">
                <ns3:creationId id="{267F5633-3A46-431B-9708-745329551A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B831822-FFA1-40F0-86B7-74684A7F4AC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반환하고 그 호출은 끝납니다.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B8E0877-092F-4957-A4AD-E35226D235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숫자25.0은24.0초과이므로 확인,22.5와24.0은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990075-C817-40EB-85F4-D7675324CBE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상태 문자열을 반환하므로 화면 출력·파일 저장에 같은 결과를 사용할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A292348-FD36-460F-B6B7-7926564618CD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안 입력값을 바꾸지 않고 새 상태값을 만들어 돌려줍니다.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C994E1-BD0E-42FF-ABBC-3E3F30402CF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D2DE0B-22A6-4487-8470-6EAAC01F28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747873961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c5850e323654f8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FBCC938-043F-49FA-855B-5DB5895EA7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C2471BD-69CA-42F2-9EE3-C73139490B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return을 만나면 그 호출은 끝납니다</a:t>
            </a:r>
          </a:p>
        </p:txBody>
      </p:sp>
      <p:sp>
        <p:nvSpPr>
          <p:cNvPr id="4" name="">
            <a:extLst>
              <a:ext uri="{FF2B5EF4-FFF2-40B4-BE49-F238E27FC236}">
                <ns3:creationId id="{66D1B47D-A324-41C0-BC44-8C3A127DBC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06CBD42-873C-4B41-952A-E1E84FD2137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반환합니다.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9EE3B9-0CC6-4EDF-B6DE-4C95752627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초과이면 확인을 반환합니다.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EDC4617-BF4B-4049-BA96-EC71A6C8C28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외 숫자는 정상을 반환합니다.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2C0513-AACC-412C-BF65-6594FC6F48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FD5264F-4C67-4C03-9885-1754584D3B6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282349030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ce62776ebd743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153CE4F-3BB5-4597-AA0C-AF70712137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D25696E-CCA4-420F-8F82-DF693CCD62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경계값과 None의 반환값</a:t>
            </a:r>
          </a:p>
        </p:txBody>
      </p:sp>
      <p:sp>
        <p:nvSpPr>
          <p:cNvPr id="4" name="">
            <a:extLst>
              <a:ext uri="{FF2B5EF4-FFF2-40B4-BE49-F238E27FC236}">
                <ns3:creationId id="{241DD716-E35E-46E2-8EB2-FEDD30BCD36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116876"/>
                <a:gridCol w="570352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반환값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A384C4C2-8C82-44FE-92C0-97B1663635C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B9ADCE4-0100-421E-8903-DA96DD160B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977628939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8bcfee990254f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6B7E31F-8F68-4388-9FCF-F9119826C6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7C27D47-ECC6-444C-AB20-A2EB10C7A2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5A737F-7BB8-458F-826A-7E38446F72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반환값을 계산에 쓰기</a:t>
            </a:r>
          </a:p>
        </p:txBody>
      </p:sp>
      <p:sp>
        <p:nvSpPr>
          <p:cNvPr id="5" name="">
            <a:extLst>
              <a:ext uri="{FF2B5EF4-FFF2-40B4-BE49-F238E27FC236}">
                <ns3:creationId id="{A4C733D4-5455-4C2B-88C2-39C33F6CD1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52C7AF-A3B7-4252-9AB5-FCD0CAE8D24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E0AD517-729B-4EA1-83B7-80188E61EEB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work/A04_example.py 호출의 offset을2.0으로 바꾸세요.</a:t>
            </a:r>
          </a:p>
        </p:txBody>
      </p:sp>
      <p:sp>
        <p:nvSpPr>
          <p:cNvPr id="8" name="">
            <a:extLst>
              <a:ext uri="{FF2B5EF4-FFF2-40B4-BE49-F238E27FC236}">
                <ns3:creationId id="{9B0D3A7D-63EC-4244-A58C-6663BFC6580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32A2049-DA7B-452F-B69B-8BDEDD84582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반환값과 다음 +1계산 결과를 각각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AD22969-DD4E-491F-AD27-4EB346F0E2A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BF1E1DC-541B-4F17-9A28-234834E12E1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A05의 마지막 호출을24.0으로 바꾸고 상태를 예상하세요.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FFFC5D6D-9BAB-4C95-AB02-D7BEA6387F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F62B03D0-25A0-4317-A619-E5F5682BEE7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826527031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cf731aa738841e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230EE9-D2CD-4D0D-B22D-F3C075D7CB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5E341683-E456-4E1F-9320-53814EF9AE2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반환값을 계산에 쓰기</a:t>
            </a:r>
          </a:p>
        </p:txBody>
      </p:sp>
      <p:sp>
        <p:nvSpPr>
          <p:cNvPr id="4" name="">
            <a:extLst>
              <a:ext uri="{FF2B5EF4-FFF2-40B4-BE49-F238E27FC236}">
                <ns3:creationId id="{ABEB2DB4-E164-4965-83DA-D46EE74DAC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D61BFB-C110-4886-9360-A9ED63489DB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add_offset는24.5를 반환하며 다음 계산은25.5입니다.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CE9BF3E-1FB2-4711-9FB8-8EBA177A0C73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A05출력은 정상·미측정·정상입니다.24.0은 초과가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8FA92D6F-DE62-47DE-BFA7-3E51C110A76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 뒤 줄은 같은 호출에서 계속 실행하지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D15597-19BC-4D1A-8F24-621C3979D2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2A59113-CBC6-4F1B-98C6-F97C856D65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1773507524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23af1d4571a48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606E3C-5805-4568-8FFE-E2F00B7787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29B1748-0F16-4AE6-84DD-4CCF5D5633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전에 예상 결과를 적습니다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56F25C0-3C44-4834-AB8D-0EC6315BEE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5D55F2-6B31-41FD-B3E2-E20B9735162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입력값마다 나와야 할 결과를 먼저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1278D0-4996-4603-90F0-F4AE45644E7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 아래·같음·위를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F94AB7-D413-4395-9031-BC22D80424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출력과 기대를 대조합니다.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B1A59F-F3DD-474C-BA27-DD583F6C3D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7F1C9FA0-4B76-4B89-A9DC-EEFB819CB1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718719715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4720ce92b7147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4B4D66-FA17-4608-927D-F9596BDAD3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A7E18C5-EF87-4E8C-823A-8C8C26D56C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계산·반환·배송비 순서</a:t>
            </a:r>
          </a:p>
        </p:txBody>
      </p:sp>
      <p:sp>
        <p:nvSpPr>
          <p:cNvPr id="4" name="">
            <a:extLst>
              <a:ext uri="{FF2B5EF4-FFF2-40B4-BE49-F238E27FC236}">
                <ns3:creationId id="{AEA21684-0675-4F1D-A452-F2A0CEDEB5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684544"/>
                <a:gridCol w="413585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1200×3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반환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3600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배송비 +2000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CB824E7-F3BC-4231-8CD9-6D7D13F97615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상품 금액을 계산한 뒤 배송비를 더합니다.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2D12C6-901E-4241-B215-A9C8294B35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8DA7C97B-BB85-43DA-B87B-9975DE2763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726303050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e8f3126febe499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238820-7ABB-4B5D-AE6C-A39361DF43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B387DF0-233A-4687-BED7-E0695C75666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0ED45FD-2D43-4479-8CBA-6748B6E797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FCBE9183-5EFC-40B4-9605-7E1980DD74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49A546A-0155-405A-A3D1-25AB1D2AEE9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9FD3CD6-0C25-4054-A4F7-32BCF8003D4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함수는 포장비 500을 출력만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F2263D8-7C69-4A7E-B84A-C05FC14DCC9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3DA1A80-BE57-4F57-A012-170C3CD6C6A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반환값을 총액 3000에 더하면 어떻게 될까요?</a:t>
            </a:r>
          </a:p>
        </p:txBody>
      </p:sp>
      <p:sp>
        <p:nvSpPr>
          <p:cNvPr id="10" name="">
            <a:extLst>
              <a:ext uri="{FF2B5EF4-FFF2-40B4-BE49-F238E27FC236}">
                <ns3:creationId id="{7257D87F-8900-46DE-AB31-618C5EE63E6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D322FECB-FAD9-4189-934A-A0BD115179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412667561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f361cdbc91a40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CD3C4F-9C1D-4772-9A98-0FF0396D589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EE2B3A1-F8B4-4A4B-B1EE-B8D9972CB3F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출력만 하면 None을 받습니다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F80E7E8F-DBBC-483B-AD06-AB06EDCF98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39359B-167D-42E2-9E7B-0888C31EEC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return이 없으면 받은 값은 None입니다.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0CD561-A525-41D7-BF60-4FE4B170A5B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함수가 500을 반환하고 호출자가 더하도록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E17544-E0A1-4529-847B-9F008CC98C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C450459-C967-45A3-B344-BAE9142A7DC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177333616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42e043ba9b5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4000AC-6623-415D-A870-90A68AB62F7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83CB6D6-1A7B-41F0-AF77-AA27B5D8741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파일을 읽고 결과 저장</a:t>
            </a:r>
          </a:p>
        </p:txBody>
      </p:sp>
      <p:sp>
        <p:nvSpPr>
          <p:cNvPr id="4" name="">
            <a:extLst>
              <a:ext uri="{FF2B5EF4-FFF2-40B4-BE49-F238E27FC236}">
                <ns3:creationId id="{E8FDADA9-4611-4A35-8CD7-925BC030D7B3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C466AFAD-6F3D-4D1D-897F-432C138FA75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C40BC80-0CD8-4EB9-A4F8-C8380BCFDD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A505A636-0164-4744-9EF5-698C9B5F89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2109211461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0e427b4c9cd24c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4AB2C0-2EFD-4EBE-ABB5-2931F0C446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4668537-9540-4636-99C6-BD2C3758F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E965510E-B45A-4531-AC3D-59FC6EF830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5983A1-C428-4DED-938A-E6EBC3C1364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course/work/A07_example.py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AFFF12D2-EF01-4EE7-9E58-0FABABD31D2A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work/A07_example.py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EA7E5ABB-A800-4684-BD72-39D123FCC80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6705E48-D532-4289-812D-4456890940D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3A3FAA98-D55B-4130-8C81-0F3534BC2D22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13557AED-442C-4A6C-A70E-36BDF8A906F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CFB3365-E784-49E8-9D22-327FD91AC10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0A160E86-BC08-48B1-86E6-EF6F30BFA98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4F97D24-3BF1-4FB4-A5DA-5D2F02A11B2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"notice.txt"</a:t>
            </a:r>
          </a:p>
        </p:txBody>
      </p:sp>
      <p:sp>
        <p:nvSpPr>
          <p:cNvPr id="14" name="">
            <a:extLst>
              <a:ext uri="{FF2B5EF4-FFF2-40B4-BE49-F238E27FC236}">
                <ns3:creationId id="{877CC704-4C59-4641-BFA4-2A07EB4D71B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AE1C3A8-90C1-44E5-9146-B48B31A40997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= source.read_text(encoding="utf-8")</a:t>
            </a:r>
          </a:p>
        </p:txBody>
      </p:sp>
      <p:sp>
        <p:nvSpPr>
          <p:cNvPr id="16" name="">
            <a:extLst>
              <a:ext uri="{FF2B5EF4-FFF2-40B4-BE49-F238E27FC236}">
                <ns3:creationId id="{7C2231B0-5D8D-454E-ABB3-E42D9A493716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DC359D0F-1068-4042-864C-FB90CE345FC6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print(text.strip())</a:t>
            </a:r>
          </a:p>
        </p:txBody>
      </p:sp>
      <p:sp>
        <p:nvSpPr>
          <p:cNvPr id="18" name="">
            <a:extLst>
              <a:ext uri="{FF2B5EF4-FFF2-40B4-BE49-F238E27FC236}">
                <ns3:creationId id="{2D6E4CDE-988F-4F8E-A807-968E24FF9E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0A5F88A2-DC3B-426A-B761-9D617C0503A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815452437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fb21ffd345148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4952C06-5301-42C4-BAA4-6F3DB54CECC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32C70C-4F20-4088-B0C3-F4A1F11FF2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DB5FED70-59A9-4019-B7FE-BE137A1712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C98E3A2-91D3-48C2-A177-4B12B13BE4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Path는 파일 주소를 다루는 표준 도구입니다. __file__은 실행 중인 코드 파일입니다.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45C2E12-4C19-49D4-BAE1-99C792D1D7C3}"/>
              </a:ext>
            </a:extLst>
          </p:cNvPr>
          <p:cNvSpPr>
            <a:spLocks noGrp="1"/>
          </p:cNvSpPr>
          <p:nvPr/>
        </p:nvSpPr>
        <p:spPr>
          <a:xfrm>
            <a:off x="685800" y="29413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resolve()로 주소를 찾고 parent.parent로 work 위 course를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C6D1E1B-0EE1-4F1D-A43F-5DF50CFD6B5F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/는 이 코드에서 폴더·파일 이름을 이어 주소를 만드는 기호입니다.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1DB837-827C-4707-9AD7-81ED5D8622E3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read_text는 UTF-8글자를 읽고 strip은 앞뒤 공백·줄바꿈을 정리합니다.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EE046E4C-2BF3-4765-83F7-3BEF415207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30744C27-2816-4B98-9EA6-06F8FD5AE2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8231448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9b9409ecfd4c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F45E51-07B2-45BF-9439-734C3A6C14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F6117BC-59BE-45D2-89FA-4790B048A42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텍스트 파일 읽기</a:t>
            </a:r>
          </a:p>
        </p:txBody>
      </p:sp>
      <p:sp>
        <p:nvSpPr>
          <p:cNvPr id="4" name="">
            <a:extLst>
              <a:ext uri="{FF2B5EF4-FFF2-40B4-BE49-F238E27FC236}">
                <ns3:creationId id="{6D59A3FC-9738-4D53-88F3-6B1F07FEF12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5A5E70-008C-4371-80EA-77D22BF4E72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BF30091-C420-4176-ABB4-F605E355115D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C28FB73-D369-4399-A929-DBCB9C15966D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AC1DCCFB-E529-47B7-A780-0988FC741734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센서 점검 예제입니다.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6F06264-59CC-429D-B9A0-5B49A71DC1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4232590-8DC4-412C-A438-87FFD25066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173400040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a9a6c442e2a4a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F7486B-9660-46AF-BF67-57FFE0A41AF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7F27165-FB82-47C8-96FA-4434A4C2997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주소를 만드는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F7FA1A2A-CDD0-4809-B736-A870513033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6AA547E-0C94-4D63-9E9E-1846C21D9D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코드의 위치를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07F2408-66AF-420F-9077-4F15E02B0C1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위의 course 폴더를 기준으로 삼습니다.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B735357-500F-4A3D-AAF2-A005DC9E2B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data/notice.txt를 UTF-8로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202C956-D48F-4608-9814-D95768243E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48CACFD-E2FE-4F2A-837F-2090FAAD75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145574517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d501815cea745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458736A-78A6-42F5-A8CB-27D60AF7E7B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9962E73-FA2C-4C5B-9E59-6BD4CD86491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찾지 못하면</a:t>
            </a:r>
          </a:p>
        </p:txBody>
      </p:sp>
      <p:sp>
        <p:nvSpPr>
          <p:cNvPr id="4" name="">
            <a:extLst>
              <a:ext uri="{FF2B5EF4-FFF2-40B4-BE49-F238E27FC236}">
                <ns3:creationId id="{EC8D4E10-9854-4BF8-8A61-A98349437E8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55BF5F8-F477-47C6-82EB-E2AD1F38305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FileNotFoundError는 주소부터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0C873C-17F7-4327-A0E3-84F077D6B2C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압축을 풀었는지와 확장자를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7653B5-173C-4EAA-8BE3-8459859EF1B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없는 파일 문제를 숫자 변환으로 고치지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122B43-F0BB-452C-9365-9A206F7218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3E04424-D814-45DB-813A-F1CBFAF4875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209462234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7c22e4d290504f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568B82-B7C8-4EDD-9EF5-993AC9082E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1442768-8126-426E-9C45-FD1F47F783A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CSV 행을 읽기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8B61EEC2-A561-467C-A7F2-265BC21E5F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F7346E-13EC-497F-B2C5-1FCDB77330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course/work/A08_example.py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82A6FC4-1730-4878-858F-3ADA6BFD286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work/A08_example.py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4A63C968-84BA-4336-AC01-2C86C6B507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E0CE6F1-312B-4918-A033-31A5003D41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230488212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659f0eec20e4d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AE7E87-8E5A-4151-B907-219A1B97C6D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C7C7831-47C7-4EBF-83CE-1E807DF4255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CSV 행을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80A2D70C-A936-4798-9302-73B29DF745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5F7ECE6-2107-4CF2-AE1D-7923854B8F1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9842BCC-8769-467E-9314-16142A6AE2E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688890D-A22A-4775-88A3-75A026CDAB3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csv</a:t>
            </a:r>
          </a:p>
        </p:txBody>
      </p:sp>
      <p:sp>
        <p:nvSpPr>
          <p:cNvPr id="8" name="">
            <a:extLst>
              <a:ext uri="{FF2B5EF4-FFF2-40B4-BE49-F238E27FC236}">
                <ns3:creationId id="{71CC7EE2-B3EF-4551-A6AA-54A36091C5E8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2A51E14-C828-4554-A8A7-DEA912C5E241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0" name="">
            <a:extLst>
              <a:ext uri="{FF2B5EF4-FFF2-40B4-BE49-F238E27FC236}">
                <ns3:creationId id="{D370262A-4BD9-410E-99AC-4D1E9722402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2FB4F18-7B1D-4721-988A-5048897DD0A3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2" name="">
            <a:extLst>
              <a:ext uri="{FF2B5EF4-FFF2-40B4-BE49-F238E27FC236}">
                <ns3:creationId id="{F5B1BAED-7153-432B-9BB7-AC4853E2992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FCE479D-67ED-430C-A985-10CCF940069F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"readings.csv"</a:t>
            </a:r>
          </a:p>
        </p:txBody>
      </p:sp>
      <p:sp>
        <p:nvSpPr>
          <p:cNvPr id="14" name="">
            <a:extLst>
              <a:ext uri="{FF2B5EF4-FFF2-40B4-BE49-F238E27FC236}">
                <ns3:creationId id="{E6F103F5-F747-4F78-8203-2CAB8AC01CA5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D7DBDD33-C7CB-4910-B629-BE0A99790521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with source.open(encoding="utf-8", newline="") as file:</a:t>
            </a:r>
          </a:p>
        </p:txBody>
      </p:sp>
      <p:sp>
        <p:nvSpPr>
          <p:cNvPr id="16" name="">
            <a:extLst>
              <a:ext uri="{FF2B5EF4-FFF2-40B4-BE49-F238E27FC236}">
                <ns3:creationId id="{9725E013-359B-478C-86DE-4C80EB31E466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48FBB79E-AF65-4894-9F90-22C749C19CAD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rows = list(csv.DictReader(file))</a:t>
            </a:r>
          </a:p>
        </p:txBody>
      </p:sp>
      <p:sp>
        <p:nvSpPr>
          <p:cNvPr id="18" name="">
            <a:extLst>
              <a:ext uri="{FF2B5EF4-FFF2-40B4-BE49-F238E27FC236}">
                <ns3:creationId id="{92CEB854-0040-4303-B697-2A6323119AC8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82A4C19B-682E-4E09-8D2C-93AA34D96C8D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print(len(rows))</a:t>
            </a:r>
          </a:p>
        </p:txBody>
      </p:sp>
      <p:sp>
        <p:nvSpPr>
          <p:cNvPr id="20" name="">
            <a:extLst>
              <a:ext uri="{FF2B5EF4-FFF2-40B4-BE49-F238E27FC236}">
                <ns3:creationId id="{02D8DAB6-E9D4-43F4-86EB-2D404D15E5F3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A17A894-F723-4B6C-900F-0249CEA15843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print(rows[0]["sensor_id"])</a:t>
            </a:r>
          </a:p>
        </p:txBody>
      </p:sp>
      <p:sp>
        <p:nvSpPr>
          <p:cNvPr id="22" name="">
            <a:extLst>
              <a:ext uri="{FF2B5EF4-FFF2-40B4-BE49-F238E27FC236}">
                <ns3:creationId id="{B0431724-1062-4589-8DC1-EBDB798B42D6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DFA46584-EDB1-4327-B973-05EB59640912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print(rows[0]["temperature_c"],</a:t>
            </a:r>
          </a:p>
        </p:txBody>
      </p:sp>
      <p:sp>
        <p:nvSpPr>
          <p:cNvPr id="24" name="">
            <a:extLst>
              <a:ext uri="{FF2B5EF4-FFF2-40B4-BE49-F238E27FC236}">
                <ns3:creationId id="{DD11B224-D863-4056-97AA-E093305A1F1D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245CE2C-A3F3-4EB8-B74A-3ABF9AC737FA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type(rows[0]["temperature_c"]).__name__)</a:t>
            </a:r>
          </a:p>
        </p:txBody>
      </p:sp>
      <p:sp>
        <p:nvSpPr>
          <p:cNvPr id="26" name="">
            <a:extLst>
              <a:ext uri="{FF2B5EF4-FFF2-40B4-BE49-F238E27FC236}">
                <ns3:creationId id="{AEDD440D-FF99-4E42-A07C-E9781FBD846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10C44A4E-6DDB-4337-9EFC-403F0706AE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07840103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e1dd24924dc4b8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ADC5E0-D427-4327-A79C-F9A73E75CB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07BCAD-0D9B-483D-94DF-320C7B3ACB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CSV 행을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D20CB12F-A23F-4DB5-8452-5BE7D79B49C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AE24DE-0AA9-4D7A-B4C7-25EE13B62FC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import csv로 CSV읽기 도구를 가져옵니다.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36C910-265F-46E9-812D-3535E4550B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with는 파일을 여는 동안 안쪽 묶음을 실행하고 끝나면 닫습니다.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EA46E3B-B68D-47E5-8E02-F0C9AD9EDD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DictReader는 첫 줄 헤더를 키로 삼아 각 행을 이름표 묶음으로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4E8C22-39E4-4DBE-89FC-A10D9632100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rows[0]은 첫 기록입니다.온도칸은 "22.5" 문자열이며 아직 실수로 변환하지 않았습니다.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CE2307B-6FFA-4198-AE4E-E35C3310076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CC95F0C-5EEA-423F-BCD9-9006EC6D15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188836744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76b0c92fa5049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70F9CE-CF3A-4E20-9EA0-742079B1997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7BF5211-ED06-466F-AE9B-F89B68243AB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읽은 뒤의 값</a:t>
            </a:r>
          </a:p>
        </p:txBody>
      </p:sp>
      <p:sp>
        <p:nvSpPr>
          <p:cNvPr id="4" name="">
            <a:extLst>
              <a:ext uri="{FF2B5EF4-FFF2-40B4-BE49-F238E27FC236}">
                <ns3:creationId id="{A78BB3C3-440A-4901-A8B5-F013F9A3E2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938138"/>
                <a:gridCol w="488226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행 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sensor_id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temperature_c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"22.5"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95BB490-108A-44E9-B728-9836DDBE61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0CF1CDC-A773-42BF-B33E-AE0F68B75B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55985833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c62c9316d4ab4f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B1341D-7AC6-40AD-9FE3-2EFCAD468F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4E99DD8-C5CD-4FB9-B0F3-077078E15C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CSV 읽기 출력</a:t>
            </a:r>
          </a:p>
        </p:txBody>
      </p:sp>
      <p:sp>
        <p:nvSpPr>
          <p:cNvPr id="4" name="">
            <a:extLst>
              <a:ext uri="{FF2B5EF4-FFF2-40B4-BE49-F238E27FC236}">
                <ns3:creationId id="{AB083C18-36A4-4CE8-88D6-BA6930BAFC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307234-D701-43A3-A16D-3AE9218C1EC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A08_example.py는 자료형 이름까지 출력합니다. 원문 값과 저장 종류를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610AFD-A958-4AA0-A166-DA84260FEFD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06E3027-154A-458E-9C44-F53C243587C9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F572B99-4B76-451C-85D6-8A0AC6B721BB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9" name="">
            <a:extLst>
              <a:ext uri="{FF2B5EF4-FFF2-40B4-BE49-F238E27FC236}">
                <ns3:creationId id="{2BF9A21C-D34C-4BFF-A700-471319FAC9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9F56042D-C290-4183-A701-F53F2F169981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</a:t>
            </a:r>
          </a:p>
        </p:txBody>
      </p:sp>
      <p:sp>
        <p:nvSpPr>
          <p:cNvPr id="11" name="">
            <a:extLst>
              <a:ext uri="{FF2B5EF4-FFF2-40B4-BE49-F238E27FC236}">
                <ns3:creationId id="{D4466EB2-DC11-4B59-8EBC-8232CA3B023E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6C5310B-40F7-4F3F-8CB4-8D4681303F84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str</a:t>
            </a:r>
          </a:p>
        </p:txBody>
      </p:sp>
      <p:sp>
        <p:nvSpPr>
          <p:cNvPr id="13" name="">
            <a:extLst>
              <a:ext uri="{FF2B5EF4-FFF2-40B4-BE49-F238E27FC236}">
                <ns3:creationId id="{E36BFDA5-5CD4-40C9-B3B9-47DD39AD41B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4" name="">
            <a:extLst>
              <a:ext uri="{FF2B5EF4-FFF2-40B4-BE49-F238E27FC236}">
                <ns3:creationId id="{774412BE-5DF9-4F35-8837-E42B962D5B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923557961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be3975dcbedb48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AE0F6C-0C34-49E3-B75B-19D49F7D98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4746D48-7E55-4761-BCA7-3CDA539836F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3394A25-0C50-46C7-A3E2-783B0B74B2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헤더가 달라졌다면</a:t>
            </a:r>
          </a:p>
        </p:txBody>
      </p:sp>
      <p:sp>
        <p:nvSpPr>
          <p:cNvPr id="5" name="">
            <a:extLst>
              <a:ext uri="{FF2B5EF4-FFF2-40B4-BE49-F238E27FC236}">
                <ns3:creationId id="{EC4CD469-0810-413D-BD0A-48E8F4EA33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25960BE-228E-429A-9C40-1DE2AEC4B62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45E09F3-C75B-4383-A339-243E3D657AC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CSV헤더가 device_id,value인데 코드에서 temperature_c를 찾았습니다.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797DEE-0815-4822-8EC4-3504868D4788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E961137-D4E7-4AB1-9CEB-456C148BC869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위치 문제인지,열 이름 문제인지 먼저 구별하세요.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DD3B943-F8CD-4A89-81E2-E3796D8109A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C9FB0DB-0E89-4A92-8558-525C7ECDE175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헤더에 맞춰 키를 바꾸기 전에 value의 단위·뜻을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AFF5ABCE-F71D-4947-9077-69491C4C92B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9BAD2E6C-6260-4CF8-975E-5C30FEACDC7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306825080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2a4f4c983b4f7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266E46-93D3-4D51-B171-B60B09BA16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3334882-F3BB-478F-9DF9-345DD897F7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KeyError 복구</a:t>
            </a:r>
          </a:p>
        </p:txBody>
      </p:sp>
      <p:sp>
        <p:nvSpPr>
          <p:cNvPr id="4" name="">
            <a:extLst>
              <a:ext uri="{FF2B5EF4-FFF2-40B4-BE49-F238E27FC236}">
                <ns3:creationId id="{F607B295-6EAF-42BA-85D0-4FAD5A3EB07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2774663-F929-4733-B9C8-8064515A05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DictReader가 만든 키는 실제 헤더의 글자와 같습니다.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96AC69-3664-4C2D-A08D-132CF10F668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temperature_c와 value는 다른 키입니다. 철자·빈칸도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6818A7E-CEE0-410F-815E-71AF317D51D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value의 뜻을 확인한 뒤 row["value"]로 읽거나 원문 담당자에게 헤더를 요청합니다.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A74F974-4489-489E-A8C3-37ADF73134CF}"/>
              </a:ext>
            </a:extLst>
          </p:cNvPr>
          <p:cNvSpPr>
            <a:spLocks noGrp="1"/>
          </p:cNvSpPr>
          <p:nvPr/>
        </p:nvSpPr>
        <p:spPr>
          <a:xfrm>
            <a:off x="685800" y="393192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FileNotFoundError는 파일 주소,ValueError는 숫자 해석을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9E77B77-CA2E-4F09-8153-E34F999354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14DDAA5-55CC-4379-908F-91215131FC4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23671753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c6483e0e66e4a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A47D91D-9E92-415F-A9B5-DEE3E493D7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F13237-4BC1-420C-805E-8A09270B74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헤더와 키를 맞춥니다</a:t>
            </a:r>
          </a:p>
        </p:txBody>
      </p:sp>
      <p:sp>
        <p:nvSpPr>
          <p:cNvPr id="4" name="">
            <a:extLst>
              <a:ext uri="{FF2B5EF4-FFF2-40B4-BE49-F238E27FC236}">
                <ns3:creationId id="{45913D14-7CA0-42BF-B5EC-8F912D60B3C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DB1ABF-ECD3-46BF-A020-892C8C7BE44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열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B84B66-7B6A-41A0-8D29-72372A0C80C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temperature는 다른 이름표입니다.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36FBE49-4872-4E1F-AC03-93331EE064E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KeyError가 나면 실제 헤더를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999C97-FF2C-4F2F-A2FB-899940C810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D59E025-C252-447D-99C6-BF73A1C913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230465827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8696e438996f47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6543B7-B2A8-4ECB-A7AE-565A22C422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C49F6D2-87C9-4560-B7EB-BB419E703F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요약 JSON 저장</a:t>
            </a:r>
          </a:p>
        </p:txBody>
      </p:sp>
      <p:sp>
        <p:nvSpPr>
          <p:cNvPr id="4" name="">
            <a:extLst>
              <a:ext uri="{FF2B5EF4-FFF2-40B4-BE49-F238E27FC236}">
                <ns3:creationId id="{AE3CC7E7-6B8B-4E48-8757-05579DB7F6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894A0B-DD35-46EC-B835-434308B2194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course/work/A09_example.py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B2E57FE-A05B-4255-B7C1-381EC9F4704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work/A09_example.py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B540C39D-8EC2-4DBB-A57B-994CE35DCB66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30718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AA4452B-2378-4674-B7F4-AB1153A2588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1A47C2B-C537-445D-BDC4-379E36224C82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json</a:t>
            </a:r>
          </a:p>
        </p:txBody>
      </p:sp>
      <p:sp>
        <p:nvSpPr>
          <p:cNvPr id="10" name="">
            <a:extLst>
              <a:ext uri="{FF2B5EF4-FFF2-40B4-BE49-F238E27FC236}">
                <ns3:creationId id="{27DFFEC2-79F4-4863-AEC2-37B10A0F0D8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F3BBB8E-D811-405F-A2B8-28BBA8F641FB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2" name="">
            <a:extLst>
              <a:ext uri="{FF2B5EF4-FFF2-40B4-BE49-F238E27FC236}">
                <ns3:creationId id="{D1609C58-F2ED-4EAB-B02C-10CFA72D761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8606625D-D191-4A33-8EF9-E69E9F876FFC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4" name="">
            <a:extLst>
              <a:ext uri="{FF2B5EF4-FFF2-40B4-BE49-F238E27FC236}">
                <ns3:creationId id="{7A06D95B-ED91-44FD-A5B4-63AE5B05E7E0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7F3CADA-429A-4746-807E-5F8E12CDF79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summary = {"건수": 4, "미측정": 1}</a:t>
            </a:r>
          </a:p>
        </p:txBody>
      </p:sp>
      <p:sp>
        <p:nvSpPr>
          <p:cNvPr id="16" name="">
            <a:extLst>
              <a:ext uri="{FF2B5EF4-FFF2-40B4-BE49-F238E27FC236}">
                <ns3:creationId id="{1EF880E6-1407-4EC4-907C-BFB4DE6B4360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DE8D280-34A2-41AA-9D43-EBFB60B3F0A1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= json.dumps(summary, ensure_ascii=False, indent=2)</a:t>
            </a:r>
          </a:p>
        </p:txBody>
      </p:sp>
      <p:sp>
        <p:nvSpPr>
          <p:cNvPr id="18" name="">
            <a:extLst>
              <a:ext uri="{FF2B5EF4-FFF2-40B4-BE49-F238E27FC236}">
                <ns3:creationId id="{412B4301-FA79-491D-BAEA-C8D099EBF00C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FE411E32-DB20-4E52-9D4E-9F95281C1146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target = base / "work" / "output_summary.json"</a:t>
            </a:r>
          </a:p>
        </p:txBody>
      </p:sp>
      <p:sp>
        <p:nvSpPr>
          <p:cNvPr id="20" name="">
            <a:extLst>
              <a:ext uri="{FF2B5EF4-FFF2-40B4-BE49-F238E27FC236}">
                <ns3:creationId id="{08E9066C-72FB-4CBB-B53A-E1B25579F3D4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9F34BFBB-2088-4628-BCAC-DD0121D9AD89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target.write_text(text, encoding="utf-8")</a:t>
            </a:r>
          </a:p>
        </p:txBody>
      </p:sp>
      <p:sp>
        <p:nvSpPr>
          <p:cNvPr id="22" name="">
            <a:extLst>
              <a:ext uri="{FF2B5EF4-FFF2-40B4-BE49-F238E27FC236}">
                <ns3:creationId id="{A890A900-03E0-4F42-9CAF-2A9AAB7BB82F}"/>
              </a:ext>
            </a:extLst>
          </p:cNvPr>
          <p:cNvSpPr>
            <a:spLocks noGrp="1"/>
          </p:cNvSpPr>
          <p:nvPr/>
        </p:nvSpPr>
        <p:spPr>
          <a:xfrm>
            <a:off x="838200" y="527970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3" name="">
            <a:extLst>
              <a:ext uri="{FF2B5EF4-FFF2-40B4-BE49-F238E27FC236}">
                <ns3:creationId id="{D8DA65F9-8757-4881-9E71-F9C038F655B3}"/>
              </a:ext>
            </a:extLst>
          </p:cNvPr>
          <p:cNvSpPr>
            <a:spLocks noGrp="1"/>
          </p:cNvSpPr>
          <p:nvPr/>
        </p:nvSpPr>
        <p:spPr>
          <a:xfrm>
            <a:off x="1343025" y="525113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loaded = json.loads(target.read_text(encoding="utf-8"))</a:t>
            </a:r>
          </a:p>
        </p:txBody>
      </p:sp>
      <p:sp>
        <p:nvSpPr>
          <p:cNvPr id="24" name="">
            <a:extLst>
              <a:ext uri="{FF2B5EF4-FFF2-40B4-BE49-F238E27FC236}">
                <ns3:creationId id="{AF83F9EB-8F2B-46A1-8960-27E6CEE8AC06}"/>
              </a:ext>
            </a:extLst>
          </p:cNvPr>
          <p:cNvSpPr>
            <a:spLocks noGrp="1"/>
          </p:cNvSpPr>
          <p:nvPr/>
        </p:nvSpPr>
        <p:spPr>
          <a:xfrm>
            <a:off x="838200" y="55892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5" name="">
            <a:extLst>
              <a:ext uri="{FF2B5EF4-FFF2-40B4-BE49-F238E27FC236}">
                <ns3:creationId id="{E518C2EE-2BA2-4634-BE4D-8C0B7BE83AEA}"/>
              </a:ext>
            </a:extLst>
          </p:cNvPr>
          <p:cNvSpPr>
            <a:spLocks noGrp="1"/>
          </p:cNvSpPr>
          <p:nvPr/>
        </p:nvSpPr>
        <p:spPr>
          <a:xfrm>
            <a:off x="1343025" y="55606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print(loaded["건수"], loaded["미측정"])</a:t>
            </a:r>
          </a:p>
        </p:txBody>
      </p:sp>
      <p:sp>
        <p:nvSpPr>
          <p:cNvPr id="26" name="">
            <a:extLst>
              <a:ext uri="{FF2B5EF4-FFF2-40B4-BE49-F238E27FC236}">
                <ns3:creationId id="{51329676-3A99-4953-8055-290B3DDD25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563880AA-578C-4D65-978F-E4C252AB4E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1073360760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d2b9ff955340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30D1F8-5343-4915-8182-95318C3B6C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53E08BD-6DD7-4F84-85B4-576B9CDCBB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요약 JSON 저장</a:t>
            </a:r>
          </a:p>
        </p:txBody>
      </p:sp>
      <p:sp>
        <p:nvSpPr>
          <p:cNvPr id="4" name="">
            <a:extLst>
              <a:ext uri="{FF2B5EF4-FFF2-40B4-BE49-F238E27FC236}">
                <ns3:creationId id="{B596673B-153A-4C3F-BEB0-C9E6101667A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9798469-C512-4548-A6FF-1853124E29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summary는 건수4·미측정1의 딕셔너리입니다.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F7ACD25-7866-4343-A9FC-97BC0DFF08D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json.dumps는 딕셔너리를 JSON글자로,ensure_ascii=False는 한글로 표현합니다.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924A5B-EC6B-4E16-9CB4-DA80E863C7AC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write_text는 work/output_summary.json에 UTF-8글자를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AFC32EC-2372-478E-845D-7AD45F04611F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읽고 json.loads로 값을 복원합니다. 화면의4 1과 저장 파일은 별개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EB08A85-CED1-4390-97DA-AB8B2038ED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8462D8A-19CB-4B91-B7D6-D92EAAFFF7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2031667349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0bc54b99d74f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B68322-0AB6-4F9F-AAFB-8E5C8ABC133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D938DD0-89E6-4A93-9DC8-1BCA2D0064D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저장한 파일을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4871D405-3624-4BB8-ACC6-DAED2CD161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5F4AD1-D5B8-44EB-8FE8-15CD2363E57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4 1은 출력입니다.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CBACE4-0BDF-4BAF-AD35-F8C096A7DC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work/output_summary.json은 저장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A09597-33C1-4311-AF50-455D022F98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다시 열어 숫자와 키가 기대와 같은지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D6DF9FE-C055-4669-AD8E-2A9388F00F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9F71BC-7C0B-443A-B6CA-9F3F162F50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892419691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e07da53da1e4c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5358F5-0414-4ED3-A591-90A1D7D47F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CCC6719-FADB-4B24-AA20-377327C97EC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읽기·변환·요약·저장</a:t>
            </a:r>
          </a:p>
        </p:txBody>
      </p:sp>
      <p:sp>
        <p:nvSpPr>
          <p:cNvPr id="4" name="">
            <a:extLst>
              <a:ext uri="{FF2B5EF4-FFF2-40B4-BE49-F238E27FC236}">
                <ns3:creationId id="{9D2AAD0A-0FE3-4375-93C4-523A17FD0A4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918382"/>
                <a:gridCol w="690201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값·뜻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CSV 읽기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"20.5"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20.5 실수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표현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count 1, average 20.5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입력과 다른 결과 주소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7879D970-4FFE-408D-AA02-EF4C25DAE94B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CSV 원문 "20.5"를 읽어 JSON 요약을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94BFCBB2-D357-4389-957A-48E4D5142D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6CB4CB0-62B5-4277-9837-29DF0365E5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423777568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e86d4f00c2774b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71CE91-9F4C-4207-B1BD-8AE254AD90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B8ECA5A-F68E-4234-9D3F-C6801BE041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93350A2-BD82-4F68-964F-1029036957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1518317-A671-4172-B800-43FFCAE08B2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E7DF28-FBBB-4E31-9E93-1C0478DAD83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DC5B0AD-0A43-4562-BB03-86C3437BD52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헤더는 device_id,value입니다.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F6A96A2-1228-4CC5-9F6D-11F986F17A1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9CC6BD0-CBDF-4441-A991-D4984E39850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temperature_c를 찾다가 실패했습니다.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141699F-723B-4E1E-906E-147494CD2BB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D41AE06-DF38-4030-ACFA-82AD96FF6B9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어느 단계인지와 수정 계획을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79395979-906B-4615-B9DA-905DE7A6AD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06EADE5-3029-418E-A3E2-F35A0946696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528317933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1820d9083eb4c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480B48-995C-44F4-944D-CBFF31C133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79D69150-7A52-4DB3-BFA4-2473B41661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위치보다 열 이름 확인</a:t>
            </a:r>
          </a:p>
        </p:txBody>
      </p:sp>
      <p:sp>
        <p:nvSpPr>
          <p:cNvPr id="4" name="">
            <a:extLst>
              <a:ext uri="{FF2B5EF4-FFF2-40B4-BE49-F238E27FC236}">
                <ns3:creationId id="{57228F51-F185-4F98-A161-B144C412CA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E4C278-3AA2-422B-A58A-85E0F9BF0E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헤더를 찾는 단계의 문제입니다.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79DA08D-B2CD-4A60-8A9C-D111E2EAB4A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정해 둔 열 이름과 실제 헤더를 확인하고 코드의 키를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92D1499C-1346-4DC7-9F1D-E3DA85C98B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F9D85DB8-C76C-4117-B2CE-3A5C639CD55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7769805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e1a9bd5074841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630762-87ED-4A62-8ADB-BEA5D1AA55F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4B7C999-7176-49B5-807F-5E136604E8E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오류를 단서로 읽기</a:t>
            </a:r>
          </a:p>
        </p:txBody>
      </p:sp>
      <p:sp>
        <p:nvSpPr>
          <p:cNvPr id="4" name="">
            <a:extLst>
              <a:ext uri="{FF2B5EF4-FFF2-40B4-BE49-F238E27FC236}">
                <ns3:creationId id="{0F6E6216-8288-4038-9984-590EFCCBD1A1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E638E046-7F97-4A24-A438-80F288520993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E63FA1-51D4-42D9-A088-38C2C3D60D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6E7C87B1-3E89-4B18-96CB-E8402A18B8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884200150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54ee97f49ea74d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3CDD92-6206-482A-BA78-04CEB3178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120B048-1528-4B2B-AB0E-F7EE5ABDA4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C2068E02-3A34-497C-B913-5D3890247A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8F4D68-E929-4FFD-ACB8-3177841FFE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course/work/A10_example.py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F72C528-C83A-41C7-A756-46761457879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work/A10_example.py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06A4D08F-0177-4CED-A74C-E3F25DC40AF7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8DBCB28-1A0F-4C35-BDE0-07CD5357689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17C2981-D7DD-4F6F-A1ED-6D2FD4865D0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parse_temperature(raw):</a:t>
            </a:r>
          </a:p>
        </p:txBody>
      </p:sp>
      <p:sp>
        <p:nvSpPr>
          <p:cNvPr id="10" name="">
            <a:extLst>
              <a:ext uri="{FF2B5EF4-FFF2-40B4-BE49-F238E27FC236}">
                <ns3:creationId id="{1B9374FA-5B13-427A-9ACE-3A74EA40352D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EFF130F6-F681-44DD-A3DD-22475A0524A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raw == "":</a:t>
            </a:r>
          </a:p>
        </p:txBody>
      </p:sp>
      <p:sp>
        <p:nvSpPr>
          <p:cNvPr id="12" name="">
            <a:extLst>
              <a:ext uri="{FF2B5EF4-FFF2-40B4-BE49-F238E27FC236}">
                <ns3:creationId id="{91474D55-2418-47F9-AE22-72230E7997FD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D91529F-18D2-4562-AF50-60A0D832108D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None</a:t>
            </a:r>
          </a:p>
        </p:txBody>
      </p:sp>
      <p:sp>
        <p:nvSpPr>
          <p:cNvPr id="14" name="">
            <a:extLst>
              <a:ext uri="{FF2B5EF4-FFF2-40B4-BE49-F238E27FC236}">
                <ns3:creationId id="{DFC6EA13-E364-48D8-A906-66CB90B6E7A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B75EE56-99D5-4D83-B5D2-58C189DCAD2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float(raw)</a:t>
            </a:r>
          </a:p>
        </p:txBody>
      </p:sp>
      <p:sp>
        <p:nvSpPr>
          <p:cNvPr id="16" name="">
            <a:extLst>
              <a:ext uri="{FF2B5EF4-FFF2-40B4-BE49-F238E27FC236}">
                <ns3:creationId id="{7AA56018-3909-42CD-997C-6C602485717B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1F91D81-DED6-4DBF-8733-DC74142590F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print(parse_temperature("22.5"))</a:t>
            </a:r>
          </a:p>
        </p:txBody>
      </p:sp>
      <p:sp>
        <p:nvSpPr>
          <p:cNvPr id="18" name="">
            <a:extLst>
              <a:ext uri="{FF2B5EF4-FFF2-40B4-BE49-F238E27FC236}">
                <ns3:creationId id="{ECF7C948-9088-49FD-9E12-722DF7932944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743C114B-C6DF-49E7-98C6-2D2F1CF03A92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print(parse_temperature(""))</a:t>
            </a:r>
          </a:p>
        </p:txBody>
      </p:sp>
      <p:sp>
        <p:nvSpPr>
          <p:cNvPr id="20" name="">
            <a:extLst>
              <a:ext uri="{FF2B5EF4-FFF2-40B4-BE49-F238E27FC236}">
                <ns3:creationId id="{96A4ADFA-396A-49AD-A343-5086E657F0AD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2F75D311-727D-4CF0-85E6-E44890A69FAE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print(parse_temperature("0.0"))</a:t>
            </a:r>
          </a:p>
        </p:txBody>
      </p:sp>
      <p:sp>
        <p:nvSpPr>
          <p:cNvPr id="22" name="">
            <a:extLst>
              <a:ext uri="{FF2B5EF4-FFF2-40B4-BE49-F238E27FC236}">
                <ns3:creationId id="{D36D6DE3-792A-41DC-B6BC-F1DD9D825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3D36EE81-7EE4-4AA8-A113-1F1AD10C1B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1471604806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50a00196084c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371287-BA2A-42F1-A3C0-5E8B06C9A71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B2C1B26-9685-457A-847F-6FEE17454D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AE5F1F96-7D46-4A81-AFE2-C5B96902DB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A95986D-3A7E-4146-8D7C-024D47C8025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raw==""는 글자 수0인 정확한 빈 문자열인지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D1F833-9AE8-4663-8C19-8345366BE4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온도는 None으로 반환하고 다른 값은 float로 숫자 해석합니다.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0BDC83F-16D1-47D5-B1B6-F98D6950AA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"0.0"은 실제0.0이고 미측정이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BFE1E78C-8BF9-407A-A972-C027585CAF2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"뜨거움"이나 공백만 있는 문자열은 여기서 ValueError입니다.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431D529-AA8B-4645-AC89-4C524E300E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A27690C-62F1-4A4B-9426-F205142578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22881869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f021949c6df048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46396F-A721-4D95-8F83-566B7A4EC8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E4B7ACC-1F2C-4F0E-A07A-5D97BE917B6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빈값과 숫자</a:t>
            </a:r>
          </a:p>
        </p:txBody>
      </p:sp>
      <p:sp>
        <p:nvSpPr>
          <p:cNvPr id="4" name="">
            <a:extLst>
              <a:ext uri="{FF2B5EF4-FFF2-40B4-BE49-F238E27FC236}">
                <ns3:creationId id="{8F1F7CFB-3BA6-4E9F-8E18-55DE802D39F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45E5EF-8316-4852-BCA9-7AE5254ACB9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BA9B8B-38E2-455E-95A0-C28787388449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E475F724-96B3-402B-94C7-915813C6265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4FF0696-909D-43E2-AF35-8729C561BACA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9" name="">
            <a:extLst>
              <a:ext uri="{FF2B5EF4-FFF2-40B4-BE49-F238E27FC236}">
                <ns3:creationId id="{DBA1FA19-7399-4BBF-9EE5-D82AC02AE0C1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91EC1A2-7BA1-4167-B485-D192E0E982E4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None</a:t>
            </a:r>
          </a:p>
        </p:txBody>
      </p:sp>
      <p:sp>
        <p:nvSpPr>
          <p:cNvPr id="11" name="">
            <a:extLst>
              <a:ext uri="{FF2B5EF4-FFF2-40B4-BE49-F238E27FC236}">
                <ns3:creationId id="{4CA51988-233F-4A33-8065-6EA226724CB1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4E0F9D9-39DE-4842-B793-CE390B5EDD2B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0.0</a:t>
            </a:r>
          </a:p>
        </p:txBody>
      </p:sp>
      <p:sp>
        <p:nvSpPr>
          <p:cNvPr id="13" name="">
            <a:extLst>
              <a:ext uri="{FF2B5EF4-FFF2-40B4-BE49-F238E27FC236}">
                <ns3:creationId id="{C515BFF9-A1CE-47CF-BE45-135DAE5411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4" name="">
            <a:extLst>
              <a:ext uri="{FF2B5EF4-FFF2-40B4-BE49-F238E27FC236}">
                <ns3:creationId id="{3F04278C-84A6-458C-A571-D2E0ABB75B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597198314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f649f4d216f4a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EA254D-546F-447E-8B36-D212FF09A3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5FF8D7E-A0A1-43D8-970F-0A7731A05D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빈값·숫자·잘못된 글자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BCBC3E98-DDE1-425C-9B2A-52B61B44382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751816"/>
                <a:gridCol w="606858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해석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None: 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"0.0"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0.0: 실제 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"뜨거움"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숫자 해석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679F72B-8839-4829-BF92-D8023F1FBD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E97F808-E21A-4DF2-99D7-D5E4AF923E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2015244468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6e0495095bf42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9CE0D9F-E7C7-4A03-B0BA-EA29B780B23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FA5D31-00C6-4C92-97B1-3CFF6C4CDB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함수의 순서를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9333B11-390D-4E6B-B9EE-F3BA071550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2F4EAA-E4D8-49FA-AA74-3ABA1351D04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정확한 빈 문자열인지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A63F447-5B88-43B5-A810-CCAE0E53E8A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문자열이 아니면 숫자로 변환합니다.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6A6A6B-F81C-4EB0-8145-C0CA76DEC2E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0은 정상 수치로 보존합니다.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8E70FF-8229-4B0B-A6C8-7DB813946EC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0F587E0-00D8-40BE-BC5D-90D6B153BD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61859353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4a5c64d402445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DDE273-20AA-4291-9E40-E99E4D048B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B25DB1-70E0-4D21-A220-C0BDA010E2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기록의 단서를 남깁니다</a:t>
            </a:r>
          </a:p>
        </p:txBody>
      </p:sp>
      <p:sp>
        <p:nvSpPr>
          <p:cNvPr id="4" name="">
            <a:extLst>
              <a:ext uri="{FF2B5EF4-FFF2-40B4-BE49-F238E27FC236}">
                <ns3:creationId id="{DBFF4FBE-5535-4C62-A53A-FCADD273785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A45F527-3C65-4C14-8ACC-C316E5CFA03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실행한 파일과 명령을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1BCD44-90B7-4FBD-8C41-0A5D4AA1D69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관련 줄과 오류 종류를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E487EE5-446C-4AE6-A157-05F2F2B577A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문제가 된 원문도 그대로 남깁니다.</a:t>
            </a:r>
          </a:p>
        </p:txBody>
      </p:sp>
      <p:sp>
        <p:nvSpPr>
          <p:cNvPr id="8" name="">
            <a:extLst>
              <a:ext uri="{FF2B5EF4-FFF2-40B4-BE49-F238E27FC236}">
                <ns3:creationId id="{779AC5C4-C152-43D5-BAEA-9CCBA01C93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D2AFAC0B-68BA-4518-AAE9-EC5911467B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214280488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eea93bdb7574c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72016A-66B5-49A6-BEB1-4CD4AF3CA82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AE9B902-B268-4ACF-9BC6-2CC091520B7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오류, 다른 확인</a:t>
            </a:r>
          </a:p>
        </p:txBody>
      </p:sp>
      <p:sp>
        <p:nvSpPr>
          <p:cNvPr id="4" name="">
            <a:extLst>
              <a:ext uri="{FF2B5EF4-FFF2-40B4-BE49-F238E27FC236}">
                <ns3:creationId id="{5659D4E6-8BC3-4EFA-AF80-227DA1519B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923741"/>
                <a:gridCol w="489665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먼저 확인할 것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FileNotFoundError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경로·파일 이름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KeyError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헤더·키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ValueError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원문·해석 규칙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4A948A1-1EA8-4307-93E4-FD1E0B4564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1D5183D-675B-4EB9-8F4A-B61966DD0B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2114061348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44f24745a724c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7ADE21F-E1E3-4536-95BE-C2C7BDA22AC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BB025D1-9EF8-4099-8DD4-C3AB1CA343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예상 오류 기록</a:t>
            </a:r>
          </a:p>
        </p:txBody>
      </p:sp>
      <p:sp>
        <p:nvSpPr>
          <p:cNvPr id="4" name="">
            <a:extLst>
              <a:ext uri="{FF2B5EF4-FFF2-40B4-BE49-F238E27FC236}">
                <ns3:creationId id="{CED2A9FB-E31A-4943-B2B4-16ACFB422E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4C59D4B-99D8-4024-8C15-227DE009B02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B39C6B4-D1B1-4055-9ED6-B187D2FE7E7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AB917413-A67B-45DF-A8AF-DE2B6E2A3A6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90ECC06B-E1A9-4BB2-9978-1E656E80684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775F30D-D86A-4631-B96D-7EAA824F797A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"뜨거움"</a:t>
            </a:r>
          </a:p>
        </p:txBody>
      </p:sp>
      <p:sp>
        <p:nvSpPr>
          <p:cNvPr id="10" name="">
            <a:extLst>
              <a:ext uri="{FF2B5EF4-FFF2-40B4-BE49-F238E27FC236}">
                <ns3:creationId id="{FD67CF56-C6E0-470C-91FD-75C0076F2498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57C49BA0-DDC6-4CAA-AA35-17BBAE0A13E4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try:</a:t>
            </a:r>
          </a:p>
        </p:txBody>
      </p:sp>
      <p:sp>
        <p:nvSpPr>
          <p:cNvPr id="12" name="">
            <a:extLst>
              <a:ext uri="{FF2B5EF4-FFF2-40B4-BE49-F238E27FC236}">
                <ns3:creationId id="{102C9708-7FA3-4026-B11D-522CE70781EB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BB7166D-C6EB-4509-99AA-50668A8B228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14" name="">
            <a:extLst>
              <a:ext uri="{FF2B5EF4-FFF2-40B4-BE49-F238E27FC236}">
                <ns3:creationId id="{EF11CB5E-CAAD-495E-8417-30967B43C3BE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B1C952C-E7B3-4BBC-8B09-444CB0277124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print(value)</a:t>
            </a:r>
          </a:p>
        </p:txBody>
      </p:sp>
      <p:sp>
        <p:nvSpPr>
          <p:cNvPr id="16" name="">
            <a:extLst>
              <a:ext uri="{FF2B5EF4-FFF2-40B4-BE49-F238E27FC236}">
                <ns3:creationId id="{663B3F0D-8E00-4CAE-81A1-ED9FABE1667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582927B2-0F56-4158-A836-BEFAAF3FA7F0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except ValueError:</a:t>
            </a:r>
          </a:p>
        </p:txBody>
      </p:sp>
      <p:sp>
        <p:nvSpPr>
          <p:cNvPr id="18" name="">
            <a:extLst>
              <a:ext uri="{FF2B5EF4-FFF2-40B4-BE49-F238E27FC236}">
                <ns3:creationId id="{0F43262A-58F2-4A5A-8666-1A5E6DC119F2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1B376D5-4CB7-4779-A298-6238E62AC5EA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print("숫자 확인 필요:", raw)</a:t>
            </a:r>
          </a:p>
        </p:txBody>
      </p:sp>
      <p:sp>
        <p:nvSpPr>
          <p:cNvPr id="20" name="">
            <a:extLst>
              <a:ext uri="{FF2B5EF4-FFF2-40B4-BE49-F238E27FC236}">
                <ns3:creationId id="{2C1A391B-78AA-41FF-A570-8F0DED7D993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1" name="">
            <a:extLst>
              <a:ext uri="{FF2B5EF4-FFF2-40B4-BE49-F238E27FC236}">
                <ns3:creationId id="{7A4D3AD7-2383-4AFD-8E3E-CED8205871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858971824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482bca673a4d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73AA74A-CC46-49EB-BF33-CECEA79ED0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61120B9-5DFE-44F2-9F90-1A8C6CE2540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예상 오류 기록</a:t>
            </a:r>
          </a:p>
        </p:txBody>
      </p:sp>
      <p:sp>
        <p:nvSpPr>
          <p:cNvPr id="4" name="">
            <a:extLst>
              <a:ext uri="{FF2B5EF4-FFF2-40B4-BE49-F238E27FC236}">
                <ns3:creationId id="{79EB0357-D604-4FDA-A19A-B23668A352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81F54D-D93D-4D29-8EF1-18D8F4DAECE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 안에서 float로 숫자 해석을 시도합니다.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B3EDDF1-B47F-4C59-B551-D36101DB39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ValueError가 나면 정상 출력 줄을 건너뛰고 except 묶음을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2CAFDA8-C4CC-45C6-A85C-53A9A7AAD8B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 원문 뜨거움을 남길 뿐 실제 온도를 복구한 것은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A76F8B-902F-4181-A3A1-BCB228D4E47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예외를 잡는다고 파일 위치·키 오류까지 자동으로 해결되지는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0F6D1C99-6A2C-43FB-A173-2FBB8C9450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8D4A3CFD-8E15-4399-8B07-7F0F111432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89652653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3c3b456a44b44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FCAF886-F92E-466D-A9FF-A25C8AA5B80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336725-FA6E-40E0-ABBD-08F115E406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try와 except의 역할</a:t>
            </a:r>
          </a:p>
        </p:txBody>
      </p:sp>
      <p:sp>
        <p:nvSpPr>
          <p:cNvPr id="4" name="">
            <a:extLst>
              <a:ext uri="{FF2B5EF4-FFF2-40B4-BE49-F238E27FC236}">
                <ns3:creationId id="{2628D8E5-4550-446A-A298-186DD08027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8A2118-5DDD-40B3-A602-6A108D2F110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try에서 실패할 수 있는 작업을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BDA2813-E3D3-438F-B7DB-49FF644A967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except ValueError는 ValueError가 났을 때 실행됩니다.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343290-7A45-463D-B5B1-0F4E1DB574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온도를 알아낸 것이 아니라 문제를 기록합니다.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3B79DD6-7D8A-4DF7-8EC9-9818395DCB4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DFDE10B-2B40-46C4-BE9F-356BCB50C6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80810281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e42c001b41e4f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1B7908-1953-456A-9E76-0B2752C745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823AC0B-B4B6-4BF7-ABEB-774BA93EFC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2DAB7DB-BF3A-48AE-A7DC-C0D272AC071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빈값·0·오류 나누기</a:t>
            </a:r>
          </a:p>
        </p:txBody>
      </p:sp>
      <p:sp>
        <p:nvSpPr>
          <p:cNvPr id="5" name="">
            <a:extLst>
              <a:ext uri="{FF2B5EF4-FFF2-40B4-BE49-F238E27FC236}">
                <ns3:creationId id="{BD18BA2D-8F3B-4345-B1D3-9DA7F6631A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503923A-6289-43D2-992D-5615876B965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07BD9C4-BBC5-4532-8E64-F66F993CD8F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원문은 빈 문자열,"0","추움",공백 한 칸입니다.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DFDB2B6-963F-4373-96FB-2974F18770D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890B837-9966-4E3A-9F2E-5310E5A01D6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정확한 빈 문자열만 미측정으로 처리하는 규칙을 적용하세요.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62F3B01-B9BB-4685-A2EA-E4CC1824789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EB31FB5-5A22-4B23-9F43-F926E6E4ED7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반환값 또는 오류와 보존할 원문을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94ECF72-4942-45A1-B44A-A7F88FA47B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242EC8EA-E972-4652-BF95-DD046A1C79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962457988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784f7036d2341f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7F9D0F-33A0-4EA6-93CE-CA6F0BEAF87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6B73072-187C-4B36-A30F-44DE8715666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빈값·0·오류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2B4A36C6-FC59-4801-A251-D2137D236B0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D4C0009-747D-41BB-B910-9F5D336B24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문자열→None,"0"→0.0,"추움"·공백 한 칸→ValueError입니다.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69E7035-2056-4DB1-8702-5D9520B8B52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글자는 원문을 남기고 확인 요청합니다. 실제값을 임의로 채우지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27703C-56BF-407C-A59B-58F6401EAB5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strip을 먼저 적용한다면 공백 처리 규칙이 바뀌므로 먼저 합의해야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40A5319-A2B6-434E-869D-F2341C1897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AEC6AEB-8BDD-436D-8317-022389DC80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360322125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0781484bb8f42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7470C-9E44-443C-A3B0-82DC78AF15F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C8B02E2-AE0C-4112-AD87-D50753E8921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원문 보존</a:t>
            </a:r>
          </a:p>
        </p:txBody>
      </p:sp>
      <p:sp>
        <p:nvSpPr>
          <p:cNvPr id="4" name="">
            <a:extLst>
              <a:ext uri="{FF2B5EF4-FFF2-40B4-BE49-F238E27FC236}">
                <ns3:creationId id="{D3CF06D1-42D0-49F7-BE61-19D7E329EE7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937C6A-4F60-4025-8D9A-31773371CF2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6F65B92-7D0C-4A3D-93DF-A5D74B7B41C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80A8805-336F-4AC6-88F6-9AD4621BFBB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숫자 확인 필요: 뜨거움</a:t>
            </a:r>
          </a:p>
        </p:txBody>
      </p:sp>
      <p:sp>
        <p:nvSpPr>
          <p:cNvPr id="8" name="">
            <a:extLst>
              <a:ext uri="{FF2B5EF4-FFF2-40B4-BE49-F238E27FC236}">
                <ns3:creationId id="{B3626EE6-3D20-4290-A76D-04F31F6E81E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A128C989-4F6A-42CC-AE53-D61A51C38C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463185007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be4e849d87946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25C03A-97DC-4AFD-9D84-881F6386B5F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4586965-E056-46DF-847F-CB6C9D3653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네 입력을 어떻게 처리할까요?</a:t>
            </a:r>
          </a:p>
        </p:txBody>
      </p:sp>
      <p:sp>
        <p:nvSpPr>
          <p:cNvPr id="4" name="">
            <a:extLst>
              <a:ext uri="{FF2B5EF4-FFF2-40B4-BE49-F238E27FC236}">
                <ns3:creationId id="{B154DE9F-9682-470D-B99E-846972D7A0D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135797"/>
                <a:gridCol w="668460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빈 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"0"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0.0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"추움"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공백 한 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계약의 해석 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FDBA5EA-C2CE-4C87-8F4A-D81276BF7956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빈 글자, "0", "추움"은 다른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1D4E9D9-5C43-484B-A135-97315C00C3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B885318-C480-424A-ABE3-B136975798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984149864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323d9faece6409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1A2B736-BE78-4707-8C60-019AD61DCA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CD3013A-4131-416F-894F-DB7DFDD982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D1B278D-69E2-41B4-96E9-D67D55F5BA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57763372-BC20-4363-995B-CA12AD5F45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C7AC5AB-27E7-48C2-8180-C08994885F1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736CAE8-3347-4068-93E9-EB47EAD2C5A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수량 원문은 빈 글자·"0"·"여섯"·공백</a:t>
            </a:r>
          </a:p>
        </p:txBody>
      </p:sp>
      <p:sp>
        <p:nvSpPr>
          <p:cNvPr id="8" name="">
            <a:extLst>
              <a:ext uri="{FF2B5EF4-FFF2-40B4-BE49-F238E27FC236}">
                <ns3:creationId id="{656CFA4F-CA52-45AA-8DBF-1B66E6D80277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8A7B8A0-4876-45C3-8BD6-74424BC55E8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 문제에서는 정확한 빈 문자열만 미확인으로 처리합니다.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791EA22-69A8-4A59-A070-C4C952B8ECD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B3EED3-FEA7-4A16-B369-CB616DFE37F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네 갈래와 이슈 원문을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D95DDAA6-13A2-4DA0-B805-2B02E0A04E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94FBF002-6211-4765-9435-AC45246CFC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155845579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d545d11bbbb4a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EF292F-B5FC-4F54-BBE0-49FB3ACCD5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417E731-400D-40F9-8354-FD2908F99DE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문자열과 공백도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04FE454A-4E53-41E9-81CE-6B832DF03F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28BA14B-1806-4A6B-91B3-4EEA74F397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글자만 미확인이고 "0"은 수치입니다.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747D11-C103-4ABF-88D4-CFD021268B2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"여섯"과 공백은 이슈로 원문을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2BB48FF1-7C37-43D2-BE57-FB2564B968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9D3C91C-2B65-4BA9-B7ED-4334DD9E69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511305031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26ba9bd81824ff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B160A8-7934-4001-870F-CFE6FFCB386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A302D12-F7F8-415F-8B39-2A786689A0D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규칙과 재확인</a:t>
            </a:r>
          </a:p>
        </p:txBody>
      </p:sp>
      <p:sp>
        <p:nvSpPr>
          <p:cNvPr id="4" name="">
            <a:extLst>
              <a:ext uri="{FF2B5EF4-FFF2-40B4-BE49-F238E27FC236}">
                <ns3:creationId id="{2224843D-3001-43F0-BA3C-25D56301050D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D4914256-0D90-4BA1-A872-8C5558AC076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16636B-1AF7-45FB-A750-C1571A5B49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E7E46FC-3AED-4A6C-8F04-FD0C74F0EA1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793312743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5f525531b8745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769E9D-40F0-4A0A-8475-3FAB18C183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91F8A74-FDA4-4E13-AB53-FEF773EB38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허용 범위 검사</a:t>
            </a:r>
          </a:p>
        </p:txBody>
      </p:sp>
      <p:sp>
        <p:nvSpPr>
          <p:cNvPr id="4" name="">
            <a:extLst>
              <a:ext uri="{FF2B5EF4-FFF2-40B4-BE49-F238E27FC236}">
                <ns3:creationId id="{9476BD80-A593-42AC-AA70-375FACA77BD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7313273-CAE3-44B5-8F28-277518545B2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7D591E2-57A1-476D-B54A-10739BA2E4C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course의 터미널: python -X utf8 work/A13_example.py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91CE9151-323E-4EAC-97C9-25750C75CD67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B8AD3A2-387C-43D4-B910-A4D84D175FC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C17BE26C-88B2-4FF1-9D5E-4FA45A01A849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checked_temperature(raw):</a:t>
            </a:r>
          </a:p>
        </p:txBody>
      </p:sp>
      <p:sp>
        <p:nvSpPr>
          <p:cNvPr id="10" name="">
            <a:extLst>
              <a:ext uri="{FF2B5EF4-FFF2-40B4-BE49-F238E27FC236}">
                <ns3:creationId id="{AB1DDC79-4D98-4412-A435-91AFE7F540DF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1333A09-DD42-49EC-9799-3C9A2BF83E37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CCE33EB9-7FAA-4804-ABE4-60E609ED43EC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1928804B-A05C-44C6-A42A-9CC4F9AFC9BD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&lt; 0 or value &gt; 50:</a:t>
            </a:r>
          </a:p>
        </p:txBody>
      </p:sp>
      <p:sp>
        <p:nvSpPr>
          <p:cNvPr id="14" name="">
            <a:extLst>
              <a:ext uri="{FF2B5EF4-FFF2-40B4-BE49-F238E27FC236}">
                <ns3:creationId id="{2139E98D-8763-401D-8DE3-D232A194E01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C9C2FCF7-677F-47B5-8454-EFB03B566592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ValueError("범위 확인 필요")</a:t>
            </a:r>
          </a:p>
        </p:txBody>
      </p:sp>
      <p:sp>
        <p:nvSpPr>
          <p:cNvPr id="16" name="">
            <a:extLst>
              <a:ext uri="{FF2B5EF4-FFF2-40B4-BE49-F238E27FC236}">
                <ns3:creationId id="{0BD2D492-C8E5-493B-A47C-ADCDF6E8727C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56DCDD4-8BDD-4A39-8884-769D9915A0E7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</a:t>
            </a:r>
          </a:p>
        </p:txBody>
      </p:sp>
      <p:sp>
        <p:nvSpPr>
          <p:cNvPr id="18" name="">
            <a:extLst>
              <a:ext uri="{FF2B5EF4-FFF2-40B4-BE49-F238E27FC236}">
                <ns3:creationId id="{A007D841-19D9-46B9-868B-D3994BFD8D02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402B00A6-3CA6-444E-BD45-524B3DA73DD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print(checked_temperature("23.5"))</a:t>
            </a:r>
          </a:p>
        </p:txBody>
      </p:sp>
      <p:sp>
        <p:nvSpPr>
          <p:cNvPr id="20" name="">
            <a:extLst>
              <a:ext uri="{FF2B5EF4-FFF2-40B4-BE49-F238E27FC236}">
                <ns3:creationId id="{1B242CC9-4C36-4D62-8C4D-2213ACF5B2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1" name="">
            <a:extLst>
              <a:ext uri="{FF2B5EF4-FFF2-40B4-BE49-F238E27FC236}">
                <ns3:creationId id="{8C584E3C-EDB2-4F9E-962F-193C8924DC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894948991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865edfce26145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F8A40E9-1621-47C9-ACA8-43BA02E3D7F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0CBC0F8-C03A-4A96-AAF7-77AC0EE2B2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허용 범위 검사</a:t>
            </a:r>
          </a:p>
        </p:txBody>
      </p:sp>
      <p:sp>
        <p:nvSpPr>
          <p:cNvPr id="4" name="">
            <a:extLst>
              <a:ext uri="{FF2B5EF4-FFF2-40B4-BE49-F238E27FC236}">
                <ns3:creationId id="{8A922E11-20F8-419B-9EEC-3EC1F0BA8E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C4AB23B-98F4-4C36-BF09-F6F695D8EBA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float로 숫자 표현인지 확인한 뒤0~50허용 범위를 검사합니다.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D6F365A-C916-449E-AD69-40C402EC609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아래0미만 또는 위50초과 중 하나라도 참이면 ValueError를 일으킵니다.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97CAA42-AF60-4B38-B657-15A8BA0C9F9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raise는 이 호출을 멈추고 오류 이유를 호출한 곳에 알립니다.</a:t>
            </a:r>
          </a:p>
        </p:txBody>
      </p:sp>
      <p:sp>
        <p:nvSpPr>
          <p:cNvPr id="8" name="">
            <a:extLst>
              <a:ext uri="{FF2B5EF4-FFF2-40B4-BE49-F238E27FC236}">
                <ns3:creationId id="{F1EC9DB9-92E3-4D1C-8146-6041DEE574E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0과50은 허용합니다. 이 범위는 수업용 입력 규칙이며 실제 장비 안전 기준이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3A3CF167-8888-48C2-8A94-DBEAE4C90D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98C9F1D-EE0D-48C5-B7E4-E4C907CE74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464380961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b117d6c487f44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AE4250-E5EB-4310-ABD5-DB180C2A90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03608ED-64FA-46EF-8322-E38972C21F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변환 뒤에 범위를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0D712643-FE7B-4DC2-95B2-F937C04BA4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C100E8-F9A2-4036-82F4-20C82A8A089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"51.0"은 숫자로 읽을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9D0259-90F3-4839-BA9C-9BEB71562A3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하지만 0~50 범위를 벗어납니다.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BB4C4A9-96EE-4A06-BA5F-9F53481092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 밖 숫자를 허용 범위에 맞춰 임의로 고치지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E21880E-6B96-40F6-9AC8-E69A94714F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6DE3CBD-7F57-4EDC-A836-070924B5A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204601394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9334faf0d634f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561D5A-3B56-46F9-AE5D-FE702A0D96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CD0ACDE-B867-43BA-B22A-C512F7CDC7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범위의 안과 밖</a:t>
            </a:r>
          </a:p>
        </p:txBody>
      </p:sp>
      <p:sp>
        <p:nvSpPr>
          <p:cNvPr id="4" name="">
            <a:extLst>
              <a:ext uri="{FF2B5EF4-FFF2-40B4-BE49-F238E27FC236}">
                <ns3:creationId id="{8DF0B883-D411-4872-B675-8ABA29BD08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452840"/>
                <a:gridCol w="636756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0~50 계약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735E3114-2F9B-47C0-817E-A389E99F1D3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E1E694E-486E-4426-8DA2-30D58A1B13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471821308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50f94e1898444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D0CDAF-1ADE-4633-8DCD-13F0475CE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B09F52D-2110-4D0F-95C4-46060EA7BB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FE6FDDA-49FE-43B4-B6FF-41DA8DAB7DB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정상·경계·바깥 검사</a:t>
            </a:r>
          </a:p>
        </p:txBody>
      </p:sp>
      <p:sp>
        <p:nvSpPr>
          <p:cNvPr id="5" name="">
            <a:extLst>
              <a:ext uri="{FF2B5EF4-FFF2-40B4-BE49-F238E27FC236}">
                <ns3:creationId id="{8A691C67-2681-4263-AE7B-F93B36A1D1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88B3FFA-51D7-4551-BD26-2CC1D95A3EAE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118819E-1FA3-4778-9AB8-47B3F8480E9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work/A13_example.py의 호출값을0,50,51로 각각 바꿔 저장·실행하세요.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4D9A7135-820F-49D8-9729-93CC3C727A92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75B55D0-4349-40BC-8DE9-67D2BF176203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숫자로 바뀌는지와 범위에 맞는지를 각각 표시하세요.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A5F9F82-F96E-4C45-8AA9-10C07046A73A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554D86B-8CA2-4E47-8A07-F70252B6EB6A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or를 and로 바꾸면 범위 밖을 찾을 수 있을까요?</a:t>
            </a:r>
          </a:p>
        </p:txBody>
      </p:sp>
      <p:sp>
        <p:nvSpPr>
          <p:cNvPr id="12" name="">
            <a:extLst>
              <a:ext uri="{FF2B5EF4-FFF2-40B4-BE49-F238E27FC236}">
                <ns3:creationId id="{680F0BC4-3E0C-46C8-8DA5-9BAF7269A35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1DFA980D-3693-4B2D-BAB6-9224BADEBC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060415157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c34904165f14f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776C24-0834-46F9-859C-9D82F5A666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A38FFC0-64E3-4420-8B52-B7A8EDB08C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정상·경계·바깥 검사</a:t>
            </a:r>
          </a:p>
        </p:txBody>
      </p:sp>
      <p:sp>
        <p:nvSpPr>
          <p:cNvPr id="4" name="">
            <a:extLst>
              <a:ext uri="{FF2B5EF4-FFF2-40B4-BE49-F238E27FC236}">
                <ns3:creationId id="{B5625FFB-1400-4202-906B-86C98C418B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DE7ED3-2C04-440C-982B-11EF90D36D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0→0.0,50→50.0은 반환됩니다.51은 숫자 해석 뒤 범위 ValueError입니다.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DACD1F0-6351-4BAE-8249-AC259062599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값이0미만이면서 동시에50초과일 수 없어 and는 범위 밖을 놓칩니다.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178B38-723B-4132-8A4E-AA8B22AFAE8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고친 뒤 정상23.5·양쪽경계·양쪽바깥을 다시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13FDAD2-356A-478D-934A-6D7A97797A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B2E4B6B-756D-4F4F-AC01-3B88C6D2B1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773731220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482eb39a97e445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5F2F7B8-3BE7-44F1-8BF7-F518DD9EA7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58775C1-8A73-4CA1-9206-33A92D177F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바깥쪽은 또는로 연결합니다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E50B708D-BDF2-414E-9436-BB9CA0EED8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099765-BA5E-4042-8D6E-75CA741AB2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0보다 작거나 50보다 크면 범위 밖입니다.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AE96A50-B7C9-4652-BBEE-5F4CB63090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or는 둘 중 하나가 참이면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254F08-8BCA-47CB-9A9F-502978D0AD9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and는 두 조건이 모두 참이어야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A0CAC40-5817-4C04-95B4-104650A40E7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649DC0A-65BA-4251-993C-A504005DE8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673759228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3161bda1aec4a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08D08A-3C90-4751-AE52-314D44FD46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D1DAC6D-919B-4A5C-B58C-20B92E5ED8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값으로만 고칩니다</a:t>
            </a:r>
          </a:p>
        </p:txBody>
      </p:sp>
      <p:sp>
        <p:nvSpPr>
          <p:cNvPr id="4" name="">
            <a:extLst>
              <a:ext uri="{FF2B5EF4-FFF2-40B4-BE49-F238E27FC236}">
                <ns3:creationId id="{718654B0-9189-457F-A915-682647CA21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D8E99B4-A649-4E41-B765-EA8B102F5D2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확인된 S05는 23.5로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E9DB655-C3EC-444F-8386-8F63B113DB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 S06은 원문과 이유를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128027-2A0E-449F-80EB-5A45CFA79DF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이슈를 줄이려고 행을 삭제하지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3FC252C-1597-4463-9B1D-F4E918250F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DE0AFDE-A6F4-417E-957A-9BD53FD995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109733638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b4d2023ab734b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D751C1-7E05-4F68-A116-8A7F3A6EAB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6295416-4579-45DD-AF35-566FE855C89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사례를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A33AD9BE-072D-4A25-BD72-238CF7055D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A16D54-3211-4333-82FD-22E5A2EFAF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실패했던 입력을 다시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DA56BA-3641-4062-8AB1-7BE7F499C7E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원래 맞던 경계와 미측정도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B17EF1-B31D-410A-8A80-248CD678FD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무엇을 보고 고쳤고 결과가 어떻게 달라졌는지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676FE30-3FA4-4D4B-B983-75082A5AC7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00DB62B8-70B6-4382-BCCD-FE3E417592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350960381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c2c3ad1921d4ce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E977217-3BA4-4E8C-AC64-0961C3C202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F549425-8A62-4308-9586-EA171016E8B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건수와 분류한 건수</a:t>
            </a:r>
          </a:p>
        </p:txBody>
      </p:sp>
      <p:sp>
        <p:nvSpPr>
          <p:cNvPr id="4" name="">
            <a:extLst>
              <a:ext uri="{FF2B5EF4-FFF2-40B4-BE49-F238E27FC236}">
                <ns3:creationId id="{751078B7-838A-44BE-B5C6-8B84746D0C5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950510"/>
                <a:gridCol w="586989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건수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1F1F3EB-F628-4F4C-B5D7-2028E2462A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70DE581-88FD-4324-88BB-17B83F565B5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2058539864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fe63d1120f746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9162E0-B9B0-4D3E-99A2-AADEF42EE1D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B183271-52D8-4AD7-A339-20D5FE9F19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처리한 건수와 평균에 쓴 건수</a:t>
            </a:r>
          </a:p>
        </p:txBody>
      </p:sp>
      <p:sp>
        <p:nvSpPr>
          <p:cNvPr id="4" name="">
            <a:extLst>
              <a:ext uri="{FF2B5EF4-FFF2-40B4-BE49-F238E27FC236}">
                <ns3:creationId id="{DD40F074-57C5-494E-B38F-640F559B6A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246C82E-7AE3-4B53-8BFF-29DC645DE1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수락은 수치와 미측정의 합입니다.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D85EB61-8C8C-439B-A15B-42BD485DDDF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평균은 실제 수치만 대상으로 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5672AF-2166-4457-9527-84FAE5DD729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 코드 0이어도 모든 입력값이 맞다는 뜻은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EF7FC9-DC97-4B8B-8F3A-E3347C88A5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38FB905-73A2-4C34-9E16-98544EC675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37602609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826100c159848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39AE22A-A49E-4D60-AC16-6A8952D437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D7B647B3-728A-4F05-B283-6A271D1087A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 0과 20도 허용합니다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0E5CFEC6-7DDA-4934-8241-85FA1EB0DF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5410200"/>
                <a:gridCol w="541020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61CB2A4-C526-45C7-904F-57AED730E05F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수량은 0~20개로 정하고 숫자인지, 범위에 맞는지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A1947C9-7D92-4B69-BC01-7DB77085E0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24B0F830-293B-4D90-8605-135A6F8343C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967058482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195aeede27c40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431646-5E0E-4D2A-BF0F-D3D50301F3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08A044-27B2-4365-B660-3BA862734B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FACD906-F7CE-4542-91BF-8758617D49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C306B7D-1E0D-432C-B493-D5EC0D7359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56B412E-FB20-4CC9-8CAE-223E91C3575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56410E-1301-4AE3-8690-5428DEB547C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충전율은 0~100%입니다.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07DFF1-0286-4CCE-83EC-C10D6590C934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C02ACA9-30A3-4AAA-B9A3-29A6EDFF6A2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-0.1·0·50·100·100.1을 판정하세요.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4CC55021-85D3-49A1-A3F3-229C2B92BB8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C1B38E2E-C3F0-410D-B4E5-A447AF7BDD3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바깥을 찾는 논리 문장을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3B38A4F2-A65F-46E0-9EDE-A00B747367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6916CD6-CE8A-46B5-B5F2-670808FCA5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522391411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c52011dfcc64d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434836-54E8-4C6F-9E68-8DA8D3D0BD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874E1F3-4BE3-43B3-BA36-2AB285DBE7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충전율의 허용 범위</a:t>
            </a:r>
          </a:p>
        </p:txBody>
      </p:sp>
      <p:sp>
        <p:nvSpPr>
          <p:cNvPr id="4" name="">
            <a:extLst>
              <a:ext uri="{FF2B5EF4-FFF2-40B4-BE49-F238E27FC236}">
                <ns3:creationId id="{A3354BA6-62A5-4BB5-81E8-72A20150B7F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D7FCA-7D86-41E1-B894-B26E4DE1AF2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0·50·100은 허용, 두 바깥값은 거부입니다.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67523B-EA3F-4EDA-85A1-93C258E6F3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 미만 또는 100 초과로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95A602-B335-42A4-9895-31BEB1B250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613224E4-9DCA-4C8A-9417-9D8E2B7C210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1844982660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075b6fae24a43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A51B61-683E-475B-B6DA-20F9D66D3EF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F97F23C-3D24-4CA6-ADEC-1E397A6FC27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검사기와 사용 안내</a:t>
            </a:r>
          </a:p>
        </p:txBody>
      </p:sp>
      <p:sp>
        <p:nvSpPr>
          <p:cNvPr id="4" name="">
            <a:extLst>
              <a:ext uri="{FF2B5EF4-FFF2-40B4-BE49-F238E27FC236}">
                <ns3:creationId id="{D24D1407-7172-41D7-B537-9327516FF0E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F9B3C2AA-0315-46AB-8EAD-DAFC8300182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D298B2C-88D5-4EE0-902C-5AEC5CCF57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0E826D4-0C64-4754-93C8-3683576B66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984733825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0fadbbaa2e044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DDE7FAE-35FE-48C9-ACC8-D3DD4BFA0E7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4C4F01E-0855-40D1-8535-5599200DB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검사기 전체 흐름</a:t>
            </a:r>
          </a:p>
        </p:txBody>
      </p:sp>
      <p:sp>
        <p:nvSpPr>
          <p:cNvPr id="4" name="">
            <a:extLst>
              <a:ext uri="{FF2B5EF4-FFF2-40B4-BE49-F238E27FC236}">
                <ns3:creationId id="{10C2EF60-6B68-40BC-B82F-351FF4994C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016D2F-1A03-4798-B025-D0F204FB82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CSV를 한 행씩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B8EEA7-93EC-45E0-B6EB-5E9A384A50D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온도를 수치·미측정·이슈로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62361424-7FE5-4237-9775-FAD0F4BD663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 평균과 건수를 계산합니다.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AA29D7B-90A1-439A-B292-02F379A5389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요약과 이슈를 JSON 파일로 저장합니다.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E1730A6-1ADA-4273-BA9A-E87BA28B59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22BB384-BDE7-4E84-9DE0-7F5C53CE77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461395968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08ee1952d26d45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FE54A8-A5C4-4821-830D-A6112D36FC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E5EE32-57C4-4B41-8EFE-BAE30A347E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1/5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1DDBD3D-B875-4FE8-9740-63DED3934D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649EED7-C73C-4922-BA67-D32DDD071F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A9EDF9-AE7C-48A4-8835-8C094EAF905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6777CD8-F021-4689-A106-B91B619B6EC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9D47BB3-C06D-49B0-A5AD-7BDE1D59539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98986192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0" name=""/>
          <p:cNvPicPr>
            <a:picLocks noChangeAspect="1"/>
          </p:cNvPicPr>
          <p:nvPr/>
        </p:nvPicPr>
        <p:blipFill>
          <a:blip r:embed="Rc83bfdc8e75541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3FE105-E259-4A32-AAD1-0FBE94C54C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B48CF4B-51BF-4E01-B595-FFEBDB7543B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1/5</a:t>
            </a:r>
          </a:p>
        </p:txBody>
      </p:sp>
      <p:sp>
        <p:nvSpPr>
          <p:cNvPr id="4" name="">
            <a:extLst>
              <a:ext uri="{FF2B5EF4-FFF2-40B4-BE49-F238E27FC236}">
                <ns3:creationId id="{1468EF2B-8CC4-4E7F-89A9-0317B513A1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ABF4988-9DC1-457E-8A23-307F9A10C54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6909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E8BEE11-731E-462A-A742-C33B2FC9005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50A77A8-E75D-49D5-9851-5DB769097150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csv</a:t>
            </a:r>
          </a:p>
        </p:txBody>
      </p:sp>
      <p:sp>
        <p:nvSpPr>
          <p:cNvPr id="8" name="">
            <a:extLst>
              <a:ext uri="{FF2B5EF4-FFF2-40B4-BE49-F238E27FC236}">
                <ns3:creationId id="{E67368B3-8E96-4A48-9336-3F54EF7D2BD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1C4EAC0-597A-4F77-A37D-C3F1688A1A2B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import json</a:t>
            </a:r>
          </a:p>
        </p:txBody>
      </p:sp>
      <p:sp>
        <p:nvSpPr>
          <p:cNvPr id="10" name="">
            <a:extLst>
              <a:ext uri="{FF2B5EF4-FFF2-40B4-BE49-F238E27FC236}">
                <ns3:creationId id="{C731CA4E-3D14-46C4-95DD-9C768FAC125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41B86F1-35A1-477D-87D4-267B25FE8657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pathlib import Path</a:t>
            </a:r>
          </a:p>
        </p:txBody>
      </p:sp>
      <p:sp>
        <p:nvSpPr>
          <p:cNvPr id="12" name="">
            <a:extLst>
              <a:ext uri="{FF2B5EF4-FFF2-40B4-BE49-F238E27FC236}">
                <ns3:creationId id="{2FB2578D-A766-4734-90EB-7C47A23E955A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8AE5C7A-C50D-4E87-9E07-46576122A89B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/>
            </a:r>
          </a:p>
        </p:txBody>
      </p:sp>
      <p:sp>
        <p:nvSpPr>
          <p:cNvPr id="14" name="">
            <a:extLst>
              <a:ext uri="{FF2B5EF4-FFF2-40B4-BE49-F238E27FC236}">
                <ns3:creationId id="{471B8669-ACDF-4618-B60E-FEEAE7E31B92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ED647F64-6B80-4C24-ABE4-474908D2FB46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parse_temperature(raw):</a:t>
            </a:r>
          </a:p>
        </p:txBody>
      </p:sp>
      <p:sp>
        <p:nvSpPr>
          <p:cNvPr id="16" name="">
            <a:extLst>
              <a:ext uri="{FF2B5EF4-FFF2-40B4-BE49-F238E27FC236}">
                <ns3:creationId id="{516498DA-E9A4-4262-85EA-F5065115615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ACA51548-0871-462A-B348-AA84B7761716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raw == "":</a:t>
            </a:r>
          </a:p>
        </p:txBody>
      </p:sp>
      <p:sp>
        <p:nvSpPr>
          <p:cNvPr id="18" name="">
            <a:extLst>
              <a:ext uri="{FF2B5EF4-FFF2-40B4-BE49-F238E27FC236}">
                <ns3:creationId id="{22C2C361-44A1-47DB-AA9B-B3AB6508C9C5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FF8C4045-42E9-42DF-B3F2-6B6F7C41B69D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None</a:t>
            </a:r>
          </a:p>
        </p:txBody>
      </p:sp>
      <p:sp>
        <p:nvSpPr>
          <p:cNvPr id="20" name="">
            <a:extLst>
              <a:ext uri="{FF2B5EF4-FFF2-40B4-BE49-F238E27FC236}">
                <ns3:creationId id="{90FB42C6-2E2D-4303-AC09-E4D95255205A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2F136E2F-B14C-4FAF-B0CD-A1249922CD2C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value = float(raw)</a:t>
            </a:r>
          </a:p>
        </p:txBody>
      </p:sp>
      <p:sp>
        <p:nvSpPr>
          <p:cNvPr id="22" name="">
            <a:extLst>
              <a:ext uri="{FF2B5EF4-FFF2-40B4-BE49-F238E27FC236}">
                <ns3:creationId id="{6FB7BFB6-DB1B-4154-95FB-D1F583D913D3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0157C2E0-7EEF-4C96-8446-FBA485E7B675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&lt; 0 or value &gt; 50:</a:t>
            </a:r>
          </a:p>
        </p:txBody>
      </p:sp>
      <p:sp>
        <p:nvSpPr>
          <p:cNvPr id="24" name="">
            <a:extLst>
              <a:ext uri="{FF2B5EF4-FFF2-40B4-BE49-F238E27FC236}">
                <ns3:creationId id="{CACD2E4E-2BDB-4269-AE37-85EF70E52B38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534EE211-E89D-4201-8A19-0279AE850E4B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raise ValueError("범위 확인 필요")</a:t>
            </a:r>
          </a:p>
        </p:txBody>
      </p:sp>
      <p:sp>
        <p:nvSpPr>
          <p:cNvPr id="26" name="">
            <a:extLst>
              <a:ext uri="{FF2B5EF4-FFF2-40B4-BE49-F238E27FC236}">
                <ns3:creationId id="{A460A837-C0F3-42A9-8440-3DB5191B7CC5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C1A1B79F-E710-499A-B806-DCDD546C3E6F}"/>
              </a:ext>
            </a:extLst>
          </p:cNvPr>
          <p:cNvSpPr>
            <a:spLocks noGrp="1"/>
          </p:cNvSpPr>
          <p:nvPr/>
        </p:nvSpPr>
        <p:spPr>
          <a:xfrm>
            <a:off x="1343025" y="51435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value</a:t>
            </a:r>
          </a:p>
        </p:txBody>
      </p:sp>
      <p:sp>
        <p:nvSpPr>
          <p:cNvPr id="28" name="">
            <a:extLst>
              <a:ext uri="{FF2B5EF4-FFF2-40B4-BE49-F238E27FC236}">
                <ns3:creationId id="{C4AE662D-7852-40ED-AC85-E571CC52A4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9" name="">
            <a:extLst>
              <a:ext uri="{FF2B5EF4-FFF2-40B4-BE49-F238E27FC236}">
                <ns3:creationId id="{FC3C8ABC-1D18-4EEA-AFE9-B47D2CE4C0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283593244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6830345efd5e48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1D58834-8596-4717-91B3-AF7C29A968A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C184384-77E7-4A7E-A4E0-F449EA1EEF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2/5</a:t>
            </a:r>
          </a:p>
        </p:txBody>
      </p:sp>
      <p:sp>
        <p:nvSpPr>
          <p:cNvPr id="4" name="">
            <a:extLst>
              <a:ext uri="{FF2B5EF4-FFF2-40B4-BE49-F238E27FC236}">
                <ns3:creationId id="{792A22EA-CF11-4B0D-8EB3-B754C60F4F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7349A0-56A0-4571-BB2F-B882DC0D79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F09626-CC51-4A96-841D-7F721944BC7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377111-3633-4CFF-BC01-252FFBF7D58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7BC5FE0-671E-4081-8115-0F2A0F1A4C5D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BB673C9-B4C7-46FD-9756-199BD5404BF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base = Path(__file__).resolve().parent.parent</a:t>
            </a:r>
          </a:p>
        </p:txBody>
      </p:sp>
      <p:sp>
        <p:nvSpPr>
          <p:cNvPr id="10" name="">
            <a:extLst>
              <a:ext uri="{FF2B5EF4-FFF2-40B4-BE49-F238E27FC236}">
                <ns3:creationId id="{242F8D2B-919F-4D57-92C4-5BE1EC15AC5B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F51737EF-C862-48C0-86E1-0069F791CE62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source = base / "data" / "bad_readings.csv"</a:t>
            </a:r>
          </a:p>
        </p:txBody>
      </p:sp>
      <p:sp>
        <p:nvSpPr>
          <p:cNvPr id="12" name="">
            <a:extLst>
              <a:ext uri="{FF2B5EF4-FFF2-40B4-BE49-F238E27FC236}">
                <ns3:creationId id="{A4ED6A7E-8549-47A9-B44C-E8BCCAF9B21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19DE1E6-57F5-4F2F-BE7E-84DE228205D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with source.open(encoding="utf-8", newline="") as file:</a:t>
            </a:r>
          </a:p>
        </p:txBody>
      </p:sp>
      <p:sp>
        <p:nvSpPr>
          <p:cNvPr id="14" name="">
            <a:extLst>
              <a:ext uri="{FF2B5EF4-FFF2-40B4-BE49-F238E27FC236}">
                <ns3:creationId id="{F131DFF2-DD60-4E64-9B3A-1ECB73E6090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293A356-0BF6-4F87-A4B6-DED3932982C3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rows = list(csv.DictReader(file))</a:t>
            </a:r>
          </a:p>
        </p:txBody>
      </p:sp>
      <p:sp>
        <p:nvSpPr>
          <p:cNvPr id="16" name="">
            <a:extLst>
              <a:ext uri="{FF2B5EF4-FFF2-40B4-BE49-F238E27FC236}">
                <ns3:creationId id="{E5721A00-4BF0-4832-9C50-E6D34674A1D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635E401B-22CB-4174-9471-E16B0215F955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numbers = []</a:t>
            </a:r>
          </a:p>
        </p:txBody>
      </p:sp>
      <p:sp>
        <p:nvSpPr>
          <p:cNvPr id="18" name="">
            <a:extLst>
              <a:ext uri="{FF2B5EF4-FFF2-40B4-BE49-F238E27FC236}">
                <ns3:creationId id="{983BDB78-5C5B-4203-83CC-54E2359B7AB9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D28BB710-02C0-45E8-9144-DB06FDBA1B03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issues = []</a:t>
            </a:r>
          </a:p>
        </p:txBody>
      </p:sp>
      <p:sp>
        <p:nvSpPr>
          <p:cNvPr id="20" name="">
            <a:extLst>
              <a:ext uri="{FF2B5EF4-FFF2-40B4-BE49-F238E27FC236}">
                <ns3:creationId id="{020A09FB-12C0-48BA-8EA4-9B42702C279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4C2BA929-B5CA-4C93-98F1-58203A1A2BA4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= 0</a:t>
            </a:r>
          </a:p>
        </p:txBody>
      </p:sp>
      <p:sp>
        <p:nvSpPr>
          <p:cNvPr id="22" name="">
            <a:extLst>
              <a:ext uri="{FF2B5EF4-FFF2-40B4-BE49-F238E27FC236}">
                <ns3:creationId id="{77B01129-D8A4-420B-B35D-5CF93DB648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84B54444-92F3-4848-9DAF-489E237B82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61391161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aadfdb910ac46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420BAB-1CDE-4532-8C5D-1DBD552482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F66C5C7-1DA8-456D-AFF2-F03CA0CCE5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3/5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8A4AF23-FFB6-426E-818E-E983985DEA7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E59F71C-5C06-48D7-AD65-637AF573C9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5007EAB-278B-4424-80C6-9999E832CA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FE51305-4054-4C9F-A2FD-780B6DDA8C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AD4D1939-43F4-44D6-8D52-6934511B69F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702087159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32" name=""/>
          <p:cNvPicPr>
            <a:picLocks noChangeAspect="1"/>
          </p:cNvPicPr>
          <p:nvPr/>
        </p:nvPicPr>
        <p:blipFill>
          <a:blip r:embed="R23bccc07abc545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37A1676-C2CC-4C6B-B203-06CEB951DA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BC37B70-B9E1-4121-A793-25B797B0F4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3/5</a:t>
            </a:r>
          </a:p>
        </p:txBody>
      </p:sp>
      <p:sp>
        <p:nvSpPr>
          <p:cNvPr id="4" name="">
            <a:extLst>
              <a:ext uri="{FF2B5EF4-FFF2-40B4-BE49-F238E27FC236}">
                <ns3:creationId id="{2BDC9581-6117-40A6-973C-110F324ADE9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C3D977-2004-4DE9-A60F-80B215EC88B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40005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1B67D33-DBF5-4CD8-8E89-6FC3B24D297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AE164D5-195A-4C05-8063-744A63FFCA3E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row in rows:</a:t>
            </a:r>
          </a:p>
        </p:txBody>
      </p:sp>
      <p:sp>
        <p:nvSpPr>
          <p:cNvPr id="8" name="">
            <a:extLst>
              <a:ext uri="{FF2B5EF4-FFF2-40B4-BE49-F238E27FC236}">
                <ns3:creationId id="{408D6E5F-5A23-4BD9-9D38-14CFEE3DD6B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6202C02-20C3-4D50-9605-887E7B5ACFE9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try:</a:t>
            </a:r>
          </a:p>
        </p:txBody>
      </p:sp>
      <p:sp>
        <p:nvSpPr>
          <p:cNvPr id="10" name="">
            <a:extLst>
              <a:ext uri="{FF2B5EF4-FFF2-40B4-BE49-F238E27FC236}">
                <ns3:creationId id="{4713614A-1358-4B71-AD4D-D2DC03067002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9809292-8367-4A29-B12C-F849D3DBACCD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value = parse_temperature(row["temperature_c"])</a:t>
            </a:r>
          </a:p>
        </p:txBody>
      </p:sp>
      <p:sp>
        <p:nvSpPr>
          <p:cNvPr id="12" name="">
            <a:extLst>
              <a:ext uri="{FF2B5EF4-FFF2-40B4-BE49-F238E27FC236}">
                <ns3:creationId id="{BC364607-EA3B-4CBD-B402-D135B58A6DDD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AF61725-1D0B-427B-959D-B08F2780F336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except ValueError:</a:t>
            </a:r>
          </a:p>
        </p:txBody>
      </p:sp>
      <p:sp>
        <p:nvSpPr>
          <p:cNvPr id="14" name="">
            <a:extLst>
              <a:ext uri="{FF2B5EF4-FFF2-40B4-BE49-F238E27FC236}">
                <ns3:creationId id="{D639E18B-376B-43C7-808D-CCA548067711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C2FEDCF0-41CC-45D8-B9E4-AEAA345676DB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issues.append({</a:t>
            </a:r>
          </a:p>
        </p:txBody>
      </p:sp>
      <p:sp>
        <p:nvSpPr>
          <p:cNvPr id="16" name="">
            <a:extLst>
              <a:ext uri="{FF2B5EF4-FFF2-40B4-BE49-F238E27FC236}">
                <ns3:creationId id="{5B1F57B2-E460-4C3C-875D-FF2F7678CE1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B506C05-2E8D-4745-99BA-A0512D16F634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 "sensor_id": row["sensor_id"],</a:t>
            </a:r>
          </a:p>
        </p:txBody>
      </p:sp>
      <p:sp>
        <p:nvSpPr>
          <p:cNvPr id="18" name="">
            <a:extLst>
              <a:ext uri="{FF2B5EF4-FFF2-40B4-BE49-F238E27FC236}">
                <ns3:creationId id="{18CA543C-F946-45A1-8FEA-A42895964A6B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3C2AFA1-205C-4AE0-BE43-BEC62F447C14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 "raw": row["temperature_c"]})</a:t>
            </a:r>
          </a:p>
        </p:txBody>
      </p:sp>
      <p:sp>
        <p:nvSpPr>
          <p:cNvPr id="20" name="">
            <a:extLst>
              <a:ext uri="{FF2B5EF4-FFF2-40B4-BE49-F238E27FC236}">
                <ns3:creationId id="{FE806855-35A5-4826-84BA-04AF004F8167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5ECB43E0-15EA-4CEB-AD8D-F614169A127D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continue</a:t>
            </a:r>
          </a:p>
        </p:txBody>
      </p:sp>
      <p:sp>
        <p:nvSpPr>
          <p:cNvPr id="22" name="">
            <a:extLst>
              <a:ext uri="{FF2B5EF4-FFF2-40B4-BE49-F238E27FC236}">
                <ns3:creationId id="{BA256217-F338-4D95-A312-BE75E460B328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284B4946-93C2-44C4-8C5C-1C000E1836A2}"/>
              </a:ext>
            </a:extLst>
          </p:cNvPr>
          <p:cNvSpPr>
            <a:spLocks noGrp="1"/>
          </p:cNvSpPr>
          <p:nvPr/>
        </p:nvSpPr>
        <p:spPr>
          <a:xfrm>
            <a:off x="1343025" y="45243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24" name="">
            <a:extLst>
              <a:ext uri="{FF2B5EF4-FFF2-40B4-BE49-F238E27FC236}">
                <ns3:creationId id="{19419B5E-DEAA-4035-A0ED-F8E36ABC291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0C10AE5E-BE6E-4908-B33D-129B566A1552}"/>
              </a:ext>
            </a:extLst>
          </p:cNvPr>
          <p:cNvSpPr>
            <a:spLocks noGrp="1"/>
          </p:cNvSpPr>
          <p:nvPr/>
        </p:nvSpPr>
        <p:spPr>
          <a:xfrm>
            <a:off x="1343025" y="48339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missing = missing + 1</a:t>
            </a:r>
          </a:p>
        </p:txBody>
      </p:sp>
      <p:sp>
        <p:nvSpPr>
          <p:cNvPr id="26" name="">
            <a:extLst>
              <a:ext uri="{FF2B5EF4-FFF2-40B4-BE49-F238E27FC236}">
                <ns3:creationId id="{646934EF-CE81-4552-BCCF-1008B8A0B230}"/>
              </a:ext>
            </a:extLst>
          </p:cNvPr>
          <p:cNvSpPr>
            <a:spLocks noGrp="1"/>
          </p:cNvSpPr>
          <p:nvPr/>
        </p:nvSpPr>
        <p:spPr>
          <a:xfrm>
            <a:off x="838200" y="51720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11</a:t>
            </a:r>
          </a:p>
        </p:txBody>
      </p:sp>
      <p:sp>
        <p:nvSpPr>
          <p:cNvPr id="27" name="">
            <a:extLst>
              <a:ext uri="{FF2B5EF4-FFF2-40B4-BE49-F238E27FC236}">
                <ns3:creationId id="{9574A543-3D8D-45B8-8CBE-AF8684A78D28}"/>
              </a:ext>
            </a:extLst>
          </p:cNvPr>
          <p:cNvSpPr>
            <a:spLocks noGrp="1"/>
          </p:cNvSpPr>
          <p:nvPr/>
        </p:nvSpPr>
        <p:spPr>
          <a:xfrm>
            <a:off x="1343025" y="51435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28" name="">
            <a:extLst>
              <a:ext uri="{FF2B5EF4-FFF2-40B4-BE49-F238E27FC236}">
                <ns3:creationId id="{2F7309BD-0190-4AB1-947A-E4667B180220}"/>
              </a:ext>
            </a:extLst>
          </p:cNvPr>
          <p:cNvSpPr>
            <a:spLocks noGrp="1"/>
          </p:cNvSpPr>
          <p:nvPr/>
        </p:nvSpPr>
        <p:spPr>
          <a:xfrm>
            <a:off x="838200" y="54816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12</a:t>
            </a:r>
          </a:p>
        </p:txBody>
      </p:sp>
      <p:sp>
        <p:nvSpPr>
          <p:cNvPr id="29" name="">
            <a:extLst>
              <a:ext uri="{FF2B5EF4-FFF2-40B4-BE49-F238E27FC236}">
                <ns3:creationId id="{65992BDC-AE26-4693-BEC4-93FA7406136C}"/>
              </a:ext>
            </a:extLst>
          </p:cNvPr>
          <p:cNvSpPr>
            <a:spLocks noGrp="1"/>
          </p:cNvSpPr>
          <p:nvPr/>
        </p:nvSpPr>
        <p:spPr>
          <a:xfrm>
            <a:off x="1343025" y="54530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numbers.append(value)</a:t>
            </a:r>
          </a:p>
        </p:txBody>
      </p:sp>
      <p:sp>
        <p:nvSpPr>
          <p:cNvPr id="30" name="">
            <a:extLst>
              <a:ext uri="{FF2B5EF4-FFF2-40B4-BE49-F238E27FC236}">
                <ns3:creationId id="{301EC910-1722-4581-85D2-8CAA629D87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31" name="">
            <a:extLst>
              <a:ext uri="{FF2B5EF4-FFF2-40B4-BE49-F238E27FC236}">
                <ns3:creationId id="{5117D5D5-4978-4C76-A8A3-8F816C78CD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980844085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947c3b3889fe4c6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459BC8E-DEB7-44F2-AE02-EF3BF20449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741CD65-D284-4027-BD25-CCC0B20F92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4/5</a:t>
            </a:r>
          </a:p>
        </p:txBody>
      </p:sp>
      <p:sp>
        <p:nvSpPr>
          <p:cNvPr id="4" name="">
            <a:extLst>
              <a:ext uri="{FF2B5EF4-FFF2-40B4-BE49-F238E27FC236}">
                <ns3:creationId id="{27454773-AD92-4780-A9F2-9F98D24364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B70A50-8995-4FDF-AEF8-221FA8C6B35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17079B-929A-44F1-8CD4-ECEAC8FFD12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같은 파일의 이어지는 코드입니다. 들여쓰기를 그대로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651312-3F6F-4F64-9B0A-8BDB34B94D0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7145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BE3C1F1-B6D0-4956-9B80-BC54E84BD949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1D905C67-B6D3-427C-85A2-5A804D8AFDC4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average = None</a:t>
            </a:r>
          </a:p>
        </p:txBody>
      </p:sp>
      <p:sp>
        <p:nvSpPr>
          <p:cNvPr id="10" name="">
            <a:extLst>
              <a:ext uri="{FF2B5EF4-FFF2-40B4-BE49-F238E27FC236}">
                <ns3:creationId id="{90DACACF-C3BB-42C6-8414-5E5287F6CE54}"/>
              </a:ext>
            </a:extLst>
          </p:cNvPr>
          <p:cNvSpPr>
            <a:spLocks noGrp="1"/>
          </p:cNvSpPr>
          <p:nvPr/>
        </p:nvSpPr>
        <p:spPr>
          <a:xfrm>
            <a:off x="838200" y="339852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19F0B3A-64A7-4197-9B2D-60603553399D}"/>
              </a:ext>
            </a:extLst>
          </p:cNvPr>
          <p:cNvSpPr>
            <a:spLocks noGrp="1"/>
          </p:cNvSpPr>
          <p:nvPr/>
        </p:nvSpPr>
        <p:spPr>
          <a:xfrm>
            <a:off x="1343025" y="336994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len(numbers) &gt; 0:</a:t>
            </a:r>
          </a:p>
        </p:txBody>
      </p:sp>
      <p:sp>
        <p:nvSpPr>
          <p:cNvPr id="12" name="">
            <a:extLst>
              <a:ext uri="{FF2B5EF4-FFF2-40B4-BE49-F238E27FC236}">
                <ns3:creationId id="{19F3BF95-BAA2-46B5-ABAE-9594309BDEFC}"/>
              </a:ext>
            </a:extLst>
          </p:cNvPr>
          <p:cNvSpPr>
            <a:spLocks noGrp="1"/>
          </p:cNvSpPr>
          <p:nvPr/>
        </p:nvSpPr>
        <p:spPr>
          <a:xfrm>
            <a:off x="838200" y="36842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00FF183-F854-45B4-BE0B-49384C715088}"/>
              </a:ext>
            </a:extLst>
          </p:cNvPr>
          <p:cNvSpPr>
            <a:spLocks noGrp="1"/>
          </p:cNvSpPr>
          <p:nvPr/>
        </p:nvSpPr>
        <p:spPr>
          <a:xfrm>
            <a:off x="1343025" y="36556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average = round(sum(numbers) / len(numbers), 2)</a:t>
            </a:r>
          </a:p>
        </p:txBody>
      </p:sp>
      <p:sp>
        <p:nvSpPr>
          <p:cNvPr id="14" name="">
            <a:extLst>
              <a:ext uri="{FF2B5EF4-FFF2-40B4-BE49-F238E27FC236}">
                <ns3:creationId id="{D0067629-D774-4526-9AAB-62B4CA8DF253}"/>
              </a:ext>
            </a:extLst>
          </p:cNvPr>
          <p:cNvSpPr>
            <a:spLocks noGrp="1"/>
          </p:cNvSpPr>
          <p:nvPr/>
        </p:nvSpPr>
        <p:spPr>
          <a:xfrm>
            <a:off x="838200" y="397002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5DA117E-4FCE-4AC9-B6D6-A2BC0EF8A961}"/>
              </a:ext>
            </a:extLst>
          </p:cNvPr>
          <p:cNvSpPr>
            <a:spLocks noGrp="1"/>
          </p:cNvSpPr>
          <p:nvPr/>
        </p:nvSpPr>
        <p:spPr>
          <a:xfrm>
            <a:off x="1343025" y="394144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summary = {"input": len(rows), "accepted": len(numbers) + missing,</a:t>
            </a:r>
          </a:p>
        </p:txBody>
      </p:sp>
      <p:sp>
        <p:nvSpPr>
          <p:cNvPr id="16" name="">
            <a:extLst>
              <a:ext uri="{FF2B5EF4-FFF2-40B4-BE49-F238E27FC236}">
                <ns3:creationId id="{E983119C-792A-4AAE-A406-9458E47F685F}"/>
              </a:ext>
            </a:extLst>
          </p:cNvPr>
          <p:cNvSpPr>
            <a:spLocks noGrp="1"/>
          </p:cNvSpPr>
          <p:nvPr/>
        </p:nvSpPr>
        <p:spPr>
          <a:xfrm>
            <a:off x="838200" y="425577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DC66A1E-7D3E-4EF2-9E91-7D1F9C5185B7}"/>
              </a:ext>
            </a:extLst>
          </p:cNvPr>
          <p:cNvSpPr>
            <a:spLocks noGrp="1"/>
          </p:cNvSpPr>
          <p:nvPr/>
        </p:nvSpPr>
        <p:spPr>
          <a:xfrm>
            <a:off x="1343025" y="422719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   "missing": missing, "issues": len(issues), "average": average}</a:t>
            </a:r>
          </a:p>
        </p:txBody>
      </p:sp>
      <p:sp>
        <p:nvSpPr>
          <p:cNvPr id="18" name="">
            <a:extLst>
              <a:ext uri="{FF2B5EF4-FFF2-40B4-BE49-F238E27FC236}">
                <ns3:creationId id="{463593E6-67FB-4A5C-90D5-9CE46A3130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94B57431-38E7-4780-AE2B-88731BB277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2045239764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3" name=""/>
          <p:cNvPicPr>
            <a:picLocks noChangeAspect="1"/>
          </p:cNvPicPr>
          <p:nvPr/>
        </p:nvPicPr>
        <p:blipFill>
          <a:blip r:embed="Rf1a9f1ff9566418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365E2F8-2D8A-47C7-9B70-79559FAA88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353705B-B80F-4E13-B795-5D1B6BA2DE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 전체 코드 · 5/5</a:t>
            </a:r>
          </a:p>
        </p:txBody>
      </p:sp>
      <p:sp>
        <p:nvSpPr>
          <p:cNvPr id="4" name="">
            <a:extLst>
              <a:ext uri="{FF2B5EF4-FFF2-40B4-BE49-F238E27FC236}">
                <ns3:creationId id="{702BDB1A-9FFB-4A45-9409-57FD54ADF9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783967-2967-4226-BA71-0F172DCDDA5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course/work/A16_log_checker.py에 다섯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824E77E-1DEC-40C2-8DC9-75639786DEBC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286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7A208E2-18DB-49DD-B32E-DABD1030E1FC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8857F0A0-DC36-4C9F-93E5-C2370DE031DC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(base / "work" / "check_summary.json").write_text(</a:t>
            </a:r>
          </a:p>
        </p:txBody>
      </p:sp>
      <p:sp>
        <p:nvSpPr>
          <p:cNvPr id="9" name="">
            <a:extLst>
              <a:ext uri="{FF2B5EF4-FFF2-40B4-BE49-F238E27FC236}">
                <ns3:creationId id="{BCCECD4A-DDB1-43F6-8EE1-6AB86924765A}"/>
              </a:ext>
            </a:extLst>
          </p:cNvPr>
          <p:cNvSpPr>
            <a:spLocks noGrp="1"/>
          </p:cNvSpPr>
          <p:nvPr/>
        </p:nvSpPr>
        <p:spPr>
          <a:xfrm>
            <a:off x="838200" y="29375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CC1568BC-993F-44F7-9FCE-AF3A171FD4C7}"/>
              </a:ext>
            </a:extLst>
          </p:cNvPr>
          <p:cNvSpPr>
            <a:spLocks noGrp="1"/>
          </p:cNvSpPr>
          <p:nvPr/>
        </p:nvSpPr>
        <p:spPr>
          <a:xfrm>
            <a:off x="1343025" y="29089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json.dumps(summary, ensure_ascii=False, indent=2), encoding="utf-8")</a:t>
            </a:r>
          </a:p>
        </p:txBody>
      </p:sp>
      <p:sp>
        <p:nvSpPr>
          <p:cNvPr id="11" name="">
            <a:extLst>
              <a:ext uri="{FF2B5EF4-FFF2-40B4-BE49-F238E27FC236}">
                <ns3:creationId id="{3AF6E1CB-B136-45C5-A992-15D7930966D6}"/>
              </a:ext>
            </a:extLst>
          </p:cNvPr>
          <p:cNvSpPr>
            <a:spLocks noGrp="1"/>
          </p:cNvSpPr>
          <p:nvPr/>
        </p:nvSpPr>
        <p:spPr>
          <a:xfrm>
            <a:off x="838200" y="32232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6E31268F-C2A0-4723-A909-FD6B0A005C8C}"/>
              </a:ext>
            </a:extLst>
          </p:cNvPr>
          <p:cNvSpPr>
            <a:spLocks noGrp="1"/>
          </p:cNvSpPr>
          <p:nvPr/>
        </p:nvSpPr>
        <p:spPr>
          <a:xfrm>
            <a:off x="1343025" y="31946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(base / "work" / "check_issues.json").write_text(</a:t>
            </a:r>
          </a:p>
        </p:txBody>
      </p:sp>
      <p:sp>
        <p:nvSpPr>
          <p:cNvPr id="13" name="">
            <a:extLst>
              <a:ext uri="{FF2B5EF4-FFF2-40B4-BE49-F238E27FC236}">
                <ns3:creationId id="{CB498077-EE29-47B4-851D-10ED36C1A609}"/>
              </a:ext>
            </a:extLst>
          </p:cNvPr>
          <p:cNvSpPr>
            <a:spLocks noGrp="1"/>
          </p:cNvSpPr>
          <p:nvPr/>
        </p:nvSpPr>
        <p:spPr>
          <a:xfrm>
            <a:off x="838200" y="35090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CF07F705-8EC1-439A-B90D-10BA1E1B9995}"/>
              </a:ext>
            </a:extLst>
          </p:cNvPr>
          <p:cNvSpPr>
            <a:spLocks noGrp="1"/>
          </p:cNvSpPr>
          <p:nvPr/>
        </p:nvSpPr>
        <p:spPr>
          <a:xfrm>
            <a:off x="1343025" y="34804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json.dumps(issues, ensure_ascii=False, indent=2), encoding="utf-8")</a:t>
            </a:r>
          </a:p>
        </p:txBody>
      </p:sp>
      <p:sp>
        <p:nvSpPr>
          <p:cNvPr id="15" name="">
            <a:extLst>
              <a:ext uri="{FF2B5EF4-FFF2-40B4-BE49-F238E27FC236}">
                <ns3:creationId id="{EC6DC072-11DA-4531-9454-855394D85D61}"/>
              </a:ext>
            </a:extLst>
          </p:cNvPr>
          <p:cNvSpPr>
            <a:spLocks noGrp="1"/>
          </p:cNvSpPr>
          <p:nvPr/>
        </p:nvSpPr>
        <p:spPr>
          <a:xfrm>
            <a:off x="838200" y="37947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E44C3908-A8C1-45D8-944E-494FF03A7C81}"/>
              </a:ext>
            </a:extLst>
          </p:cNvPr>
          <p:cNvSpPr>
            <a:spLocks noGrp="1"/>
          </p:cNvSpPr>
          <p:nvPr/>
        </p:nvSpPr>
        <p:spPr>
          <a:xfrm>
            <a:off x="1343025" y="37661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print(summary["input"], summary["accepted"],</a:t>
            </a:r>
          </a:p>
        </p:txBody>
      </p:sp>
      <p:sp>
        <p:nvSpPr>
          <p:cNvPr id="17" name="">
            <a:extLst>
              <a:ext uri="{FF2B5EF4-FFF2-40B4-BE49-F238E27FC236}">
                <ns3:creationId id="{92FC18E2-8D47-4FCA-BEE1-07183FF165C8}"/>
              </a:ext>
            </a:extLst>
          </p:cNvPr>
          <p:cNvSpPr>
            <a:spLocks noGrp="1"/>
          </p:cNvSpPr>
          <p:nvPr/>
        </p:nvSpPr>
        <p:spPr>
          <a:xfrm>
            <a:off x="838200" y="408051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0F1850E7-7771-4C15-A33B-EBB27FCA9ED6}"/>
              </a:ext>
            </a:extLst>
          </p:cNvPr>
          <p:cNvSpPr>
            <a:spLocks noGrp="1"/>
          </p:cNvSpPr>
          <p:nvPr/>
        </p:nvSpPr>
        <p:spPr>
          <a:xfrm>
            <a:off x="1343025" y="405193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summary["missing"], summary["issues"])</a:t>
            </a:r>
          </a:p>
        </p:txBody>
      </p:sp>
      <p:sp>
        <p:nvSpPr>
          <p:cNvPr id="19" name="">
            <a:extLst>
              <a:ext uri="{FF2B5EF4-FFF2-40B4-BE49-F238E27FC236}">
                <ns3:creationId id="{48A16290-56E3-4F64-8E8D-BE33CACDDFE0}"/>
              </a:ext>
            </a:extLst>
          </p:cNvPr>
          <p:cNvSpPr>
            <a:spLocks noGrp="1"/>
          </p:cNvSpPr>
          <p:nvPr/>
        </p:nvSpPr>
        <p:spPr>
          <a:xfrm>
            <a:off x="838200" y="4366260"/>
            <a:ext cx="342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1A66D74D-B1F6-422B-B089-0964EE173C9B}"/>
              </a:ext>
            </a:extLst>
          </p:cNvPr>
          <p:cNvSpPr>
            <a:spLocks noGrp="1"/>
          </p:cNvSpPr>
          <p:nvPr/>
        </p:nvSpPr>
        <p:spPr>
          <a:xfrm>
            <a:off x="1343025" y="4337685"/>
            <a:ext cx="1000125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8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print(summary["average"])</a:t>
            </a:r>
          </a:p>
        </p:txBody>
      </p:sp>
      <p:sp>
        <p:nvSpPr>
          <p:cNvPr id="21" name="">
            <a:extLst>
              <a:ext uri="{FF2B5EF4-FFF2-40B4-BE49-F238E27FC236}">
                <ns3:creationId id="{0D5BEB26-391D-4406-9698-5578AE0DC1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22" name="">
            <a:extLst>
              <a:ext uri="{FF2B5EF4-FFF2-40B4-BE49-F238E27FC236}">
                <ns3:creationId id="{FD482C60-F647-40BD-991B-A6F1E56492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011584871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69632ee2f2a4d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768C1E0-59C6-4AC1-A042-B4C0955EBE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A9892D8-6CF0-4710-9EA0-1E86C25069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한 행은 어떻게 처리될까요?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F6B25A42-0498-4F15-9DD2-9F2273219D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EB0C08-C8CC-4B1E-9FBF-41FB8DDA618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원문을 해석 함수에 전달합니다.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BCA8302-DC3C-4A5B-99A6-4A449044B5B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원문은 이슈에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5078C511-644B-414E-91CA-08078946D93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미측정이면 missing 건수를 늘립니다.</a:t>
            </a:r>
          </a:p>
        </p:txBody>
      </p:sp>
      <p:sp>
        <p:nvSpPr>
          <p:cNvPr id="8" name="">
            <a:extLst>
              <a:ext uri="{FF2B5EF4-FFF2-40B4-BE49-F238E27FC236}">
                <ns3:creationId id="{D1FAB762-EB9A-4EB5-9E48-CC38F33952C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숫자는 numbers에 넣습니다.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571EA1-0A11-4222-B215-266591AAC1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4C66C59C-788E-4B7C-8FF9-24DE71997D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95514496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87a82ca1fc847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9BA8B43-80CE-42BC-9AE7-269B07B4B4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2A9C89F-8A27-4BE4-8C55-732EE1F49B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continue는 다음 행으로 이동합니다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CABFE8E7-583E-4524-BA97-575AFDFDA1D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7D5A796-E4D1-4E99-8224-702BAF0997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문제 행을 이슈에 남깁니다.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E2BFA18D-79E9-43ED-ADFA-EF23D458B08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행의 값은 수치 목록에 넣지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DD96756-249F-4732-B805-A59581642D5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행의 원문을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D71A0DE-C2BB-459F-A00E-329484760E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D9B42F8-98B0-45FC-A011-D303FCCF3C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660302773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39df25482ea4a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15F9C9-269A-4328-A7D7-158514E5FA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A018B3A-8BDE-4881-811D-A1D77108E6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파일의 분류 결과</a:t>
            </a:r>
          </a:p>
        </p:txBody>
      </p:sp>
      <p:sp>
        <p:nvSpPr>
          <p:cNvPr id="4" name="">
            <a:extLst>
              <a:ext uri="{FF2B5EF4-FFF2-40B4-BE49-F238E27FC236}">
                <ns3:creationId id="{5894609C-4CFE-4E83-A425-F5B5F6029D8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209441"/>
                <a:gridCol w="3805480"/>
                <a:gridCol w="38054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포함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파일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EE52B4D-C849-4ECC-888C-33680A7E4DC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68F0D13F-B7F7-4194-A010-5606F45263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2096801334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04c2baa7d52549d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D658BFD-C715-4EE1-909F-2BB4CD74E2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59B60BA-1DF7-4F33-B435-480EB89835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로그 검사기의 실행과 출력</a:t>
            </a:r>
          </a:p>
        </p:txBody>
      </p:sp>
      <p:sp>
        <p:nvSpPr>
          <p:cNvPr id="4" name="">
            <a:extLst>
              <a:ext uri="{FF2B5EF4-FFF2-40B4-BE49-F238E27FC236}">
                <ns3:creationId id="{8B9EFB5E-238A-49FB-B131-3E499D2CA86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586F452-E106-4E54-AD52-D20EFA9BD2B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 현재 위치: course. 입력은 data/bad_readings.csv입니다.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D408C7C-A3E3-4BC3-8BF7-0CBA4857E48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출력 첫 줄: 6 4 1 2 / 둘째 줄: 15.83</a:t>
            </a:r>
          </a:p>
        </p:txBody>
      </p:sp>
      <p:sp>
        <p:nvSpPr>
          <p:cNvPr id="7" name="">
            <a:extLst>
              <a:ext uri="{FF2B5EF4-FFF2-40B4-BE49-F238E27FC236}">
                <ns3:creationId id="{E183F8C8-FAEC-4718-A20B-25EA6356C9C2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work/check_summary.json과 work/check_issues.json 두 결과 파일을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05AC79-FF65-4D8C-B43D-DA1DF9EF4AC4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0ECE5F36-7D3F-42FD-9F2A-5DE4AE981923}"/>
              </a:ext>
            </a:extLst>
          </p:cNvPr>
          <p:cNvSpPr>
            <a:spLocks noGrp="1"/>
          </p:cNvSpPr>
          <p:nvPr/>
        </p:nvSpPr>
        <p:spPr>
          <a:xfrm>
            <a:off x="838200" y="357378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EAD59D76-0244-4D84-9651-ED9AEF1BC704}"/>
              </a:ext>
            </a:extLst>
          </p:cNvPr>
          <p:cNvSpPr>
            <a:spLocks noGrp="1"/>
          </p:cNvSpPr>
          <p:nvPr/>
        </p:nvSpPr>
        <p:spPr>
          <a:xfrm>
            <a:off x="1343025" y="354520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work/A16_log_checker.py</a:t>
            </a:r>
          </a:p>
        </p:txBody>
      </p:sp>
      <p:sp>
        <p:nvSpPr>
          <p:cNvPr id="11" name="">
            <a:extLst>
              <a:ext uri="{FF2B5EF4-FFF2-40B4-BE49-F238E27FC236}">
                <ns3:creationId id="{453AE310-2BF0-4ADE-AD92-3C4AE2F97C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2" name="">
            <a:extLst>
              <a:ext uri="{FF2B5EF4-FFF2-40B4-BE49-F238E27FC236}">
                <ns3:creationId id="{C6F10CED-F45D-4790-AADA-0B2F572C633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950143052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a7d4c69272f41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D511D3-C269-4D5B-A8F8-F3ADE7647A9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574026-8309-4FC7-BF0A-B8D4198978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수치·미측정·이슈를 따로 누적</a:t>
            </a:r>
          </a:p>
        </p:txBody>
      </p:sp>
      <p:sp>
        <p:nvSpPr>
          <p:cNvPr id="4" name="">
            <a:extLst>
              <a:ext uri="{FF2B5EF4-FFF2-40B4-BE49-F238E27FC236}">
                <ns3:creationId id="{05CA2A31-402F-4061-82BD-09DE547D1C7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520DA4-0C8F-4DFF-90B5-8362BF5D0DC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수치는22.5·25.0·0.0으로 합47.5,숫자 건수3,평균15.83입니다.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246B737-EF60-4593-BB6E-15E3E4990DC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온도1건은 미측정,뜨거움·51.0두 건은 원문 이슈에 남습니다.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22CA7F42-5A89-42C2-AC11-2994E6BE9C7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수락4=숫자3+미측정1,전체6=수락4+이슈2입니다.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53C5A1-5B7C-42F4-BD39-A0806ECF542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 분모는 숫자3입니다. 수락4로 나누면 미측정이 평균에 섞입니다.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0B44B413-2115-48DE-A612-BDFEED8A8A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1571CD1-AA94-4A28-B1F8-B28EBF546A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378164780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d22c1f788bb44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A7DF21-3BA8-4632-9E7C-6A69418ACB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97141DF-0D1F-4E99-8392-A9F45B696C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평균을 계산할 대상</a:t>
            </a:r>
          </a:p>
        </p:txBody>
      </p:sp>
      <p:sp>
        <p:nvSpPr>
          <p:cNvPr id="4" name="">
            <a:extLst>
              <a:ext uri="{FF2B5EF4-FFF2-40B4-BE49-F238E27FC236}">
                <ns3:creationId id="{F6D49A05-6DBF-4308-95E5-60105AE1B3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3907E2-372C-4D71-B0BD-22FCD8E6649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 합을 수치 건수로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76BC06-AEC9-4992-A15C-556F661D42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0은 수치에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C99347-AD58-4F8B-AC6E-F870CD669B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수치가 없으면 평균은 None입니다.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7F26305-8BEF-4EAA-B2AA-AF68552D8B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D8AC4CCD-EB48-43FF-B100-450835ABA6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2010278969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1f2366b9ee42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7C3EA3-3FD3-4D22-96A5-88AA9D65A6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8C0C0CA-64A2-4E40-A5F2-694A55EE89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입력이 비었을 때</a:t>
            </a:r>
          </a:p>
        </p:txBody>
      </p:sp>
      <p:sp>
        <p:nvSpPr>
          <p:cNvPr id="4" name="">
            <a:extLst>
              <a:ext uri="{FF2B5EF4-FFF2-40B4-BE49-F238E27FC236}">
                <ns3:creationId id="{8FF9FDA4-7FB2-4633-9609-216CF7FCE4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907964"/>
                <a:gridCol w="2151173"/>
                <a:gridCol w="2509702"/>
                <a:gridCol w="2251561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헤더만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행 모두 빈값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F88B0C9-13BF-4644-B7D8-4FD315F4937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33F8BEFB-CE97-4E6B-ABCC-86CC04E275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592441869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99149825a6846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72C704-5881-42DE-9EF4-EF3610F31E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32FB138-3C05-494A-B9A0-87338EBE98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4D39E7B-EFB4-4CA3-9F12-643FFD9F083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새 입력의 검사 결과</a:t>
            </a:r>
          </a:p>
        </p:txBody>
      </p:sp>
      <p:sp>
        <p:nvSpPr>
          <p:cNvPr id="5" name="">
            <a:extLst>
              <a:ext uri="{FF2B5EF4-FFF2-40B4-BE49-F238E27FC236}">
                <ns3:creationId id="{42382EF9-9383-4FBD-AB6F-218B7E4EAA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7F1FB04-A9A3-4CC2-BADB-A8CF2838626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D5E470D-4833-4B97-97C5-6447BEBD1B9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원문 "5","15",빈값,"뜨거움",빈값,"0"을 한 행씩 분류하세요.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EECF83D6-CEE2-42E0-93CA-4316932BE2B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A8B01AE-2232-42EE-94B1-A65D7D36A9B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전체·숫자·미측정·이슈·수락 건수와 평균을 계산하세요.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B775172-D2DD-460B-AD03-E7E9FACFB654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830A24F-CC72-49E1-8B50-2F11F67D484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전체=수락+이슈,수락=숫자+미측정 두 식으로 검산하세요.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E5F3141-0F59-4888-89D3-D12099FFD0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4E1C0594-65AC-43CC-8168-B8369EB6EA0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240405429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76e4d57febb4d9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210CCA1-0D19-477E-BD06-D47DA69926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A3C288D-7501-4C49-8F46-86D90A94814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새 입력의 검사 결과</a:t>
            </a:r>
          </a:p>
        </p:txBody>
      </p:sp>
      <p:sp>
        <p:nvSpPr>
          <p:cNvPr id="4" name="">
            <a:extLst>
              <a:ext uri="{FF2B5EF4-FFF2-40B4-BE49-F238E27FC236}">
                <ns3:creationId id="{F083BC6F-CBCB-45EF-8146-6E1A0385F8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1872827-4574-4607-BDD9-81618129411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전체6,숫자3,미측정2,이슈1,수락5입니다.6=5+1,5=3+2입니다.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69040E6-FD20-410C-9F00-4351E10ED4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평균=(5+15+0)÷3=6.67입니다. 수락5로 나누면4라는 오답이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D2567B-7D24-48C9-96DE-AA25187FCEC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숫자가 없으면 평균None입니다. 실제 평균0과 다른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C3AE2F17-88C9-46DC-801B-8F555C50AC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A96D4626-AF21-4E20-99A8-347880E278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166686416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b195371a795464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84C8B90-152E-4937-BA8D-759E0C2C67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5EFB09F-6DA5-49F1-B56E-B030572C94A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None, 다른 원문입니다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58C4D7AD-44C5-4D3A-B01F-874A3D08AB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3A6B6D-B7E6-4BD8-B104-F40E2D3E75A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헤더만 있으면 기록이 0건입니다.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DB2F05-7B7D-4D71-B8AE-322ED5D8F88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전부 미측정이면 기록은 존재합니다.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685731-FE71-4891-A276-7AC5B9DB2CA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평균이 없다는 결과만으로 둘을 합치지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03A6A21-D110-4E47-8D4B-8AAFDF27B46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427442D8-83CF-44B4-87D4-DF65E6436A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165221660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e8b4a162944d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902A1B5-CBA5-4E94-9B2D-E3EA1F0547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5815384-A4D5-409F-876D-1D43FF5440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 안내에 꼭 남길 것</a:t>
            </a:r>
          </a:p>
        </p:txBody>
      </p:sp>
      <p:sp>
        <p:nvSpPr>
          <p:cNvPr id="4" name="">
            <a:extLst>
              <a:ext uri="{FF2B5EF4-FFF2-40B4-BE49-F238E27FC236}">
                <ns3:creationId id="{698A6FC2-4458-4402-AE41-0D0D88A67C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528141-CD66-4EC1-8666-68E88AB5525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파일과 결과 파일의 주소</a:t>
            </a:r>
          </a:p>
        </p:txBody>
      </p:sp>
      <p:sp>
        <p:nvSpPr>
          <p:cNvPr id="6" name="">
            <a:extLst>
              <a:ext uri="{FF2B5EF4-FFF2-40B4-BE49-F238E27FC236}">
                <ns3:creationId id="{E567A6B6-8A7E-49EA-81CF-BA975888E3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명령과 실제 결과</a:t>
            </a:r>
          </a:p>
        </p:txBody>
      </p:sp>
      <p:sp>
        <p:nvSpPr>
          <p:cNvPr id="7" name="">
            <a:extLst>
              <a:ext uri="{FF2B5EF4-FFF2-40B4-BE49-F238E27FC236}">
                <ns3:creationId id="{91DDCCB2-8C6F-48E5-BDDA-CAC44336DF8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이슈의 뜻과 확인하지 않은 범위</a:t>
            </a:r>
          </a:p>
        </p:txBody>
      </p:sp>
      <p:sp>
        <p:nvSpPr>
          <p:cNvPr id="8" name="">
            <a:extLst>
              <a:ext uri="{FF2B5EF4-FFF2-40B4-BE49-F238E27FC236}">
                <ns3:creationId id="{F40F02F8-E905-40EB-B9EB-EA7DBF16EB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 수정의 근거</a:t>
            </a:r>
          </a:p>
        </p:txBody>
      </p:sp>
      <p:sp>
        <p:nvSpPr>
          <p:cNvPr id="9" name="">
            <a:extLst>
              <a:ext uri="{FF2B5EF4-FFF2-40B4-BE49-F238E27FC236}">
                <ns3:creationId id="{A1A3805B-875C-4AEC-A479-E2EFF9503B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D087532-7C7B-426F-B3DF-908613BBC7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724838999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74efcfe835574a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57FD6A-AF3C-4342-BAA6-6CD1D4E8F58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EC101F3-405C-4C3F-AE16-70FF4F7019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 결과가 없을 때 복구</a:t>
            </a:r>
          </a:p>
        </p:txBody>
      </p:sp>
      <p:sp>
        <p:nvSpPr>
          <p:cNvPr id="4" name="">
            <a:extLst>
              <a:ext uri="{FF2B5EF4-FFF2-40B4-BE49-F238E27FC236}">
                <ns3:creationId id="{4630979A-F731-4646-95B1-B3533B0F43F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D1692A7-B928-4B34-BC9D-274562EF346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오류의 마지막 줄에서 종류와 관련 파일·줄을 먼저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906C5A-CB3D-4A2F-95F6-547DAE48A5B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FileNotFoundError면 course/data와 파일명을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974733-5BD0-4584-938A-95B631E2D4D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KeyError면 실제CSV헤더,ValueError면 원문과허용범위를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926580A-50BF-4085-89F1-ECA1101104F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오류를 고친 뒤 저장·재실행하고 work의 두JSON을 다시 열어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0E8E676-CC3C-4874-89B8-E26BCDAC241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D561F83-4A3B-457B-8194-28D9083E38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1068047267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d5008eec454462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219019-04DB-4DC8-9BB9-F8B6AA4E05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7D78600-396E-497E-92A5-2A80B5F3597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건수와 평균 계산하기</a:t>
            </a:r>
          </a:p>
        </p:txBody>
      </p:sp>
      <p:sp>
        <p:nvSpPr>
          <p:cNvPr id="4" name="">
            <a:extLst>
              <a:ext uri="{FF2B5EF4-FFF2-40B4-BE49-F238E27FC236}">
                <ns3:creationId id="{0712E98A-6859-430B-B6E7-F1517CF380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6525567"/>
                <a:gridCol w="42948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수치·미측정·이슈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3·1·1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30÷3=10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D49673A-6B86-47A9-A8B0-8F286CC59515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원문 "10"·빈값·"20"·"오류"·"0"를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43191BB-9E71-496D-AAD0-C05043033C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AC10FA5A-D0F8-4FB1-9350-85B3137B2B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227907514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e2fa7c084b1468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195175-D0B7-478F-B264-4B4A7AB28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CB7B8CA-4D8A-462A-BEF6-B6D7E57E4D5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EA8B9D8-1DF6-4861-9DD6-CC8FAA7F65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4F93D84-9AE2-4B6E-BBED-0460EE60105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217B5CB-A9F7-4523-8147-B4E7083BD5B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EB9DBDD-3EB4-432C-ADC7-D18303C4C0C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"5"·"15"·빈값·"뜨거움"·빈값·"0"</a:t>
            </a:r>
          </a:p>
        </p:txBody>
      </p:sp>
      <p:sp>
        <p:nvSpPr>
          <p:cNvPr id="8" name="">
            <a:extLst>
              <a:ext uri="{FF2B5EF4-FFF2-40B4-BE49-F238E27FC236}">
                <ns3:creationId id="{68253946-0DA8-483B-B59E-958278C20D9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096789C-C349-4893-8E82-165BE99AD26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분류 건수와 평균, 두 검산식을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690C76C-1690-4DB2-8B3C-FC2879FCE7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B594E8CB-7028-4021-AE58-5F3CE84A780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1682161444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57aba7447f147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12596C8-C9A4-4D4D-ABAE-CB07686EFE2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AF913CDF-AE29-43CF-B083-10FB37C322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전체·수락·이슈 검산</a:t>
            </a:r>
          </a:p>
        </p:txBody>
      </p:sp>
      <p:sp>
        <p:nvSpPr>
          <p:cNvPr id="4" name="">
            <a:extLst>
              <a:ext uri="{FF2B5EF4-FFF2-40B4-BE49-F238E27FC236}">
                <ns3:creationId id="{FD2387BB-E26C-4470-A714-F0262FF37A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28638B-D9B5-47B2-A1B3-4E2239A0435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전체6, 수치3, 미측정2, 이슈1, 수락5입니다.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FEB224-C53E-4803-9945-9EBFA4CC8B7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평균6.67, 6=5+1, 5=3+2입니다.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83DE107-0BC4-4794-AEC3-33C3F8DB24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9BEB10F0-B5CF-49B5-B220-98257F5533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898167857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47cd4805bfe45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0C1721F-4C96-47DC-B80B-21637892821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ECC888B-34C7-45F8-994A-7CB6D3881D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Python 문법의 기본</a:t>
            </a:r>
          </a:p>
        </p:txBody>
      </p:sp>
      <p:sp>
        <p:nvSpPr>
          <p:cNvPr id="4" name="">
            <a:extLst>
              <a:ext uri="{FF2B5EF4-FFF2-40B4-BE49-F238E27FC236}">
                <ns3:creationId id="{E7084236-7135-4535-ABDE-C6FF117CA0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8C21A30-11B3-435E-96A1-559EAD7174D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8B070A8-49C0-406D-9246-ED290FCF0E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7" name="">
            <a:extLst>
              <a:ext uri="{FF2B5EF4-FFF2-40B4-BE49-F238E27FC236}">
                <ns3:creationId id="{88C302BB-D57A-49D3-B4B0-B05757EA7C65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DBC63020-26B7-428A-90F6-8C90FF6B5C88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9" name="">
            <a:extLst>
              <a:ext uri="{FF2B5EF4-FFF2-40B4-BE49-F238E27FC236}">
                <ns3:creationId id="{C4A1D562-78FC-47A6-98C2-53D2B6B247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B9DD0C1-A862-4F44-8CA0-7BF30BB570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1217200177"/>
      </p:ext>
    </p:extLst>
  </p:cSld>
</p:sld>
</file>

<file path=ppt/slides/slide1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6786f29e11b46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2A83E1-E221-4A36-959E-1864B70E3E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0D66CC8-CF9B-4CA9-BA86-97B2781CD6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조건·반복·함수</a:t>
            </a:r>
          </a:p>
        </p:txBody>
      </p:sp>
      <p:sp>
        <p:nvSpPr>
          <p:cNvPr id="4" name="">
            <a:extLst>
              <a:ext uri="{FF2B5EF4-FFF2-40B4-BE49-F238E27FC236}">
                <ns3:creationId id="{486FB656-9CCA-463A-8640-804E9B1C94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4FAFA6-B2A0-4649-B1B2-4B75AE02E34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9A96D9-146C-457D-B9BE-5729B75B7A0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7" name="">
            <a:extLst>
              <a:ext uri="{FF2B5EF4-FFF2-40B4-BE49-F238E27FC236}">
                <ns3:creationId id="{A5CCCF5D-DFAD-4179-AF8E-E14F70508085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E8ED7331-499C-4380-9ED6-8F0F1E05BA7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9" name="">
            <a:extLst>
              <a:ext uri="{FF2B5EF4-FFF2-40B4-BE49-F238E27FC236}">
                <ns3:creationId id="{B4154FAA-A902-465E-B505-A9327D3118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48C6FDC-6AEE-426C-B973-2568D87D77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118</a:t>
            </a:r>
          </a:p>
        </p:txBody>
      </p:sp>
    </p:spTree>
    <p:extLst>
      <p:ext uri="{BB962C8B-B14F-4D97-AF65-F5344CB8AC3E}">
        <ns4:creationId val="547172794"/>
      </p:ext>
    </p:extLst>
  </p:cSld>
</p:sld>
</file>

<file path=ppt/slides/slide1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a032c8c993340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FD8DE6-3A15-4E1A-AD6B-B09A0EA7A2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F96BA7-498B-47F1-9201-8624EF7B3BE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오류와 예외</a:t>
            </a:r>
          </a:p>
        </p:txBody>
      </p:sp>
      <p:sp>
        <p:nvSpPr>
          <p:cNvPr id="4" name="">
            <a:extLst>
              <a:ext uri="{FF2B5EF4-FFF2-40B4-BE49-F238E27FC236}">
                <ns3:creationId id="{78A984C9-25BD-40A5-82EF-D10D23EC05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19408BA-3CFF-4E9A-B4DB-4C89984BC25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0BA69F5-2E1E-46E3-9D1B-B14D473CC64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7" name="">
            <a:extLst>
              <a:ext uri="{FF2B5EF4-FFF2-40B4-BE49-F238E27FC236}">
                <ns3:creationId id="{2F464B99-F90C-4302-A582-376E4995C42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9562A8CF-47AD-4713-AC7D-6E5CA4F19741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9" name="">
            <a:extLst>
              <a:ext uri="{FF2B5EF4-FFF2-40B4-BE49-F238E27FC236}">
                <ns3:creationId id="{1189B0B5-FBA7-45A4-94DF-3C1D6A8B483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461E8A3-A3F2-498F-8712-DCE1113BB64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119</a:t>
            </a:r>
          </a:p>
        </p:txBody>
      </p:sp>
    </p:spTree>
    <p:extLst>
      <p:ext uri="{BB962C8B-B14F-4D97-AF65-F5344CB8AC3E}">
        <ns4:creationId val="1999673661"/>
      </p:ext>
    </p:extLst>
  </p:cSld>
</p:sld>
</file>

<file path=ppt/slides/slide1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badc1061e1349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516FDE-E348-4653-8200-7626DEA1D8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9E5F840-0D9C-4B11-93FD-D0F8A12807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파일 읽기와 저장</a:t>
            </a:r>
          </a:p>
        </p:txBody>
      </p:sp>
      <p:sp>
        <p:nvSpPr>
          <p:cNvPr id="4" name="">
            <a:extLst>
              <a:ext uri="{FF2B5EF4-FFF2-40B4-BE49-F238E27FC236}">
                <ns3:creationId id="{42F60A41-433D-4985-8706-F693DF858E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2D8BBBB-C5BD-480A-BA7B-8BDC3B657F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EC39FD-0ABF-493E-88E5-580D6EB47AE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https://docs.python.org/3/tutorial/inputoutput.html</a:t>
            </a:r>
          </a:p>
        </p:txBody>
      </p:sp>
      <p:sp>
        <p:nvSpPr>
          <p:cNvPr id="7" name="">
            <a:extLst>
              <a:ext uri="{FF2B5EF4-FFF2-40B4-BE49-F238E27FC236}">
                <ns3:creationId id="{64C562E7-1FFC-4728-83F4-5C91B5005FE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07A52CEC-CD47-4F56-8127-01DB86400C7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https://docs.python.org/3/tutorial/inputoutput.html</a:t>
            </a:r>
          </a:p>
        </p:txBody>
      </p:sp>
      <p:sp>
        <p:nvSpPr>
          <p:cNvPr id="9" name="">
            <a:extLst>
              <a:ext uri="{FF2B5EF4-FFF2-40B4-BE49-F238E27FC236}">
                <ns3:creationId id="{6A4E1B0C-1D26-449A-954E-2E769A7056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10/15   Python 심화 · 함수로 값을 받고 파일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CB47415-DD0B-45E1-828D-9C996A6BC9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120</a:t>
            </a:r>
          </a:p>
        </p:txBody>
      </p:sp>
    </p:spTree>
    <p:extLst>
      <p:ext uri="{BB962C8B-B14F-4D97-AF65-F5344CB8AC3E}">
        <ns4:creationId val="16685804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2026-10-05T07:56:39.9260000Z</dcterms:created>
  <dcterms:modified xsi:type="dcterms:W3CDTF">2026-10-05T07:56:39.9260000Z</dcterms:modified>
</cp:coreProperties>
</file>