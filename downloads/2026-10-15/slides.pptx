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cd20b89b84145" /><Relationship Type="http://schemas.openxmlformats.org/officeDocument/2006/relationships/extended-properties" Target="/docProps/app.xml" Id="R674baf23fdde4eef" /><Relationship Type="http://schemas.openxmlformats.org/officeDocument/2006/relationships/officeDocument" Target="/ppt/presentation.xml" Id="Rc7f13f033172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b22c24baca4995"/>
  </p:sldMasterIdLst>
  <p:notesMasterIdLst>
    <p:notesMasterId xmlns:r="http://schemas.openxmlformats.org/officeDocument/2006/relationships" r:id="R890c5c40b55c4236"/>
  </p:notesMasterIdLst>
  <p:sldIdLst>
    <p:sldId xmlns:r="http://schemas.openxmlformats.org/officeDocument/2006/relationships" id="256" r:id="R9ffd6b6310ef44be"/>
    <p:sldId xmlns:r="http://schemas.openxmlformats.org/officeDocument/2006/relationships" id="257" r:id="R7affcbd26b004739"/>
    <p:sldId xmlns:r="http://schemas.openxmlformats.org/officeDocument/2006/relationships" id="258" r:id="R585a826af1e341b6"/>
    <p:sldId xmlns:r="http://schemas.openxmlformats.org/officeDocument/2006/relationships" id="259" r:id="R53e29cc296834fed"/>
    <p:sldId xmlns:r="http://schemas.openxmlformats.org/officeDocument/2006/relationships" id="260" r:id="R004fad554bbf47c5"/>
    <p:sldId xmlns:r="http://schemas.openxmlformats.org/officeDocument/2006/relationships" id="261" r:id="Rcf68e1dc50344aa9"/>
    <p:sldId xmlns:r="http://schemas.openxmlformats.org/officeDocument/2006/relationships" id="262" r:id="R5677f98447fb40f1"/>
    <p:sldId xmlns:r="http://schemas.openxmlformats.org/officeDocument/2006/relationships" id="263" r:id="Rb3a17d8bd85149a5"/>
    <p:sldId xmlns:r="http://schemas.openxmlformats.org/officeDocument/2006/relationships" id="264" r:id="R087f8692b3ef41c0"/>
    <p:sldId xmlns:r="http://schemas.openxmlformats.org/officeDocument/2006/relationships" id="265" r:id="R7275d68b095b44de"/>
    <p:sldId xmlns:r="http://schemas.openxmlformats.org/officeDocument/2006/relationships" id="266" r:id="Re13cf427e2304d5b"/>
    <p:sldId xmlns:r="http://schemas.openxmlformats.org/officeDocument/2006/relationships" id="267" r:id="R04c94103f7334ef2"/>
    <p:sldId xmlns:r="http://schemas.openxmlformats.org/officeDocument/2006/relationships" id="268" r:id="R0b5f74cdd1fd41bb"/>
    <p:sldId xmlns:r="http://schemas.openxmlformats.org/officeDocument/2006/relationships" id="269" r:id="R67762dec3d34413c"/>
    <p:sldId xmlns:r="http://schemas.openxmlformats.org/officeDocument/2006/relationships" id="270" r:id="R2aec76c61074452e"/>
    <p:sldId xmlns:r="http://schemas.openxmlformats.org/officeDocument/2006/relationships" id="271" r:id="R2b39119050894bdc"/>
    <p:sldId xmlns:r="http://schemas.openxmlformats.org/officeDocument/2006/relationships" id="272" r:id="Rdef8fe4f58f24a45"/>
    <p:sldId xmlns:r="http://schemas.openxmlformats.org/officeDocument/2006/relationships" id="273" r:id="R97a5d3f9a3d74ecc"/>
    <p:sldId xmlns:r="http://schemas.openxmlformats.org/officeDocument/2006/relationships" id="274" r:id="R6a5e902781164b8d"/>
    <p:sldId xmlns:r="http://schemas.openxmlformats.org/officeDocument/2006/relationships" id="275" r:id="R7a23e4087e3d4a60"/>
    <p:sldId xmlns:r="http://schemas.openxmlformats.org/officeDocument/2006/relationships" id="276" r:id="Rd4fd53d762b24a40"/>
    <p:sldId xmlns:r="http://schemas.openxmlformats.org/officeDocument/2006/relationships" id="277" r:id="R722716f836f04606"/>
    <p:sldId xmlns:r="http://schemas.openxmlformats.org/officeDocument/2006/relationships" id="278" r:id="Rf795ae9f4d7d4252"/>
    <p:sldId xmlns:r="http://schemas.openxmlformats.org/officeDocument/2006/relationships" id="279" r:id="R2fa2064277ab4bdc"/>
    <p:sldId xmlns:r="http://schemas.openxmlformats.org/officeDocument/2006/relationships" id="280" r:id="Rb83000147e1e43ad"/>
    <p:sldId xmlns:r="http://schemas.openxmlformats.org/officeDocument/2006/relationships" id="281" r:id="Rdf8c4a8722924fa4"/>
    <p:sldId xmlns:r="http://schemas.openxmlformats.org/officeDocument/2006/relationships" id="282" r:id="Rc7a813447cb24f7b"/>
    <p:sldId xmlns:r="http://schemas.openxmlformats.org/officeDocument/2006/relationships" id="283" r:id="Rb14fbb2735aa447d"/>
    <p:sldId xmlns:r="http://schemas.openxmlformats.org/officeDocument/2006/relationships" id="284" r:id="Rf5746140783e4e20"/>
    <p:sldId xmlns:r="http://schemas.openxmlformats.org/officeDocument/2006/relationships" id="285" r:id="Rb1164d3ed0cb4964"/>
    <p:sldId xmlns:r="http://schemas.openxmlformats.org/officeDocument/2006/relationships" id="286" r:id="Rc498775827e04c7b"/>
    <p:sldId xmlns:r="http://schemas.openxmlformats.org/officeDocument/2006/relationships" id="287" r:id="R96eb1a26038446ab"/>
    <p:sldId xmlns:r="http://schemas.openxmlformats.org/officeDocument/2006/relationships" id="288" r:id="Rd54bb7fbe83243e2"/>
    <p:sldId xmlns:r="http://schemas.openxmlformats.org/officeDocument/2006/relationships" id="289" r:id="R792236a5f40445cb"/>
    <p:sldId xmlns:r="http://schemas.openxmlformats.org/officeDocument/2006/relationships" id="290" r:id="Rd184df6c5eb74cb8"/>
    <p:sldId xmlns:r="http://schemas.openxmlformats.org/officeDocument/2006/relationships" id="291" r:id="Re5ed117bb7f74734"/>
    <p:sldId xmlns:r="http://schemas.openxmlformats.org/officeDocument/2006/relationships" id="292" r:id="R9dd81b1302874959"/>
    <p:sldId xmlns:r="http://schemas.openxmlformats.org/officeDocument/2006/relationships" id="293" r:id="R350d345512a143cb"/>
    <p:sldId xmlns:r="http://schemas.openxmlformats.org/officeDocument/2006/relationships" id="294" r:id="R967f6217d57647db"/>
    <p:sldId xmlns:r="http://schemas.openxmlformats.org/officeDocument/2006/relationships" id="295" r:id="Rcbfbb19376bb4523"/>
    <p:sldId xmlns:r="http://schemas.openxmlformats.org/officeDocument/2006/relationships" id="296" r:id="Re185aa89e0e84ebe"/>
    <p:sldId xmlns:r="http://schemas.openxmlformats.org/officeDocument/2006/relationships" id="297" r:id="R3a345e6b735a4efd"/>
    <p:sldId xmlns:r="http://schemas.openxmlformats.org/officeDocument/2006/relationships" id="298" r:id="R73be9dee7c0949f4"/>
    <p:sldId xmlns:r="http://schemas.openxmlformats.org/officeDocument/2006/relationships" id="299" r:id="Rc614a54b8bdc4482"/>
    <p:sldId xmlns:r="http://schemas.openxmlformats.org/officeDocument/2006/relationships" id="300" r:id="R4eca274bfd9c4c11"/>
    <p:sldId xmlns:r="http://schemas.openxmlformats.org/officeDocument/2006/relationships" id="301" r:id="R9affcf4040ff4f43"/>
    <p:sldId xmlns:r="http://schemas.openxmlformats.org/officeDocument/2006/relationships" id="302" r:id="Rd364cd3581cc4328"/>
    <p:sldId xmlns:r="http://schemas.openxmlformats.org/officeDocument/2006/relationships" id="303" r:id="R9000d7101b424ded"/>
    <p:sldId xmlns:r="http://schemas.openxmlformats.org/officeDocument/2006/relationships" id="304" r:id="Rba0a05e9b5b340b3"/>
    <p:sldId xmlns:r="http://schemas.openxmlformats.org/officeDocument/2006/relationships" id="305" r:id="Rab17c8be61ba4de5"/>
    <p:sldId xmlns:r="http://schemas.openxmlformats.org/officeDocument/2006/relationships" id="306" r:id="Ra5784e7969c24f46"/>
    <p:sldId xmlns:r="http://schemas.openxmlformats.org/officeDocument/2006/relationships" id="307" r:id="Re5f777a1bcd64131"/>
    <p:sldId xmlns:r="http://schemas.openxmlformats.org/officeDocument/2006/relationships" id="308" r:id="R633221cf0e464beb"/>
    <p:sldId xmlns:r="http://schemas.openxmlformats.org/officeDocument/2006/relationships" id="309" r:id="R54bd8c506d5c4857"/>
    <p:sldId xmlns:r="http://schemas.openxmlformats.org/officeDocument/2006/relationships" id="310" r:id="Rbcab8cec7eb74528"/>
    <p:sldId xmlns:r="http://schemas.openxmlformats.org/officeDocument/2006/relationships" id="311" r:id="R28adbdc4128b4b81"/>
    <p:sldId xmlns:r="http://schemas.openxmlformats.org/officeDocument/2006/relationships" id="312" r:id="Rd681c7db23e64090"/>
    <p:sldId xmlns:r="http://schemas.openxmlformats.org/officeDocument/2006/relationships" id="313" r:id="R1cc89d8fdf7143a6"/>
    <p:sldId xmlns:r="http://schemas.openxmlformats.org/officeDocument/2006/relationships" id="314" r:id="R2a83b3e0e0b94715"/>
    <p:sldId xmlns:r="http://schemas.openxmlformats.org/officeDocument/2006/relationships" id="315" r:id="R056dae419da04d5d"/>
    <p:sldId xmlns:r="http://schemas.openxmlformats.org/officeDocument/2006/relationships" id="316" r:id="Ra5ffca44f4a34907"/>
    <p:sldId xmlns:r="http://schemas.openxmlformats.org/officeDocument/2006/relationships" id="317" r:id="R28c3337097e244ca"/>
    <p:sldId xmlns:r="http://schemas.openxmlformats.org/officeDocument/2006/relationships" id="318" r:id="Rb52b798f7ca947d2"/>
    <p:sldId xmlns:r="http://schemas.openxmlformats.org/officeDocument/2006/relationships" id="319" r:id="Rb14ebf7ab2f14441"/>
    <p:sldId xmlns:r="http://schemas.openxmlformats.org/officeDocument/2006/relationships" id="320" r:id="R0f78c956fcdc4300"/>
    <p:sldId xmlns:r="http://schemas.openxmlformats.org/officeDocument/2006/relationships" id="321" r:id="R6c853a42ab2843a7"/>
    <p:sldId xmlns:r="http://schemas.openxmlformats.org/officeDocument/2006/relationships" id="322" r:id="Rbbb1c51ca293458d"/>
    <p:sldId xmlns:r="http://schemas.openxmlformats.org/officeDocument/2006/relationships" id="323" r:id="Rb08fc608e6294ce7"/>
    <p:sldId xmlns:r="http://schemas.openxmlformats.org/officeDocument/2006/relationships" id="324" r:id="R6436b91c7b9146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efc7ae2308463c" /><Relationship Type="http://schemas.openxmlformats.org/officeDocument/2006/relationships/slideMaster" Target="/ppt/slideMasters/slideMaster1.xml" Id="Rd2b22c24baca4995" /><Relationship Type="http://schemas.openxmlformats.org/officeDocument/2006/relationships/notesMaster" Target="/ppt/notesMasters/notesMaster1.xml" Id="R890c5c40b55c4236" /><Relationship Type="http://schemas.openxmlformats.org/officeDocument/2006/relationships/presProps" Target="/ppt/presProps.xml" Id="Rcdd09a8b7ca849bb" /><Relationship Type="http://schemas.openxmlformats.org/officeDocument/2006/relationships/tableStyles" Target="/ppt/tableStyles.xml" Id="R4ded3a66e95d44f5" /><Relationship Type="http://schemas.openxmlformats.org/officeDocument/2006/relationships/slide" Target="/ppt/slides/slide1.xml" Id="R9ffd6b6310ef44be" /><Relationship Type="http://schemas.openxmlformats.org/officeDocument/2006/relationships/slide" Target="/ppt/slides/slide2.xml" Id="R7affcbd26b004739" /><Relationship Type="http://schemas.openxmlformats.org/officeDocument/2006/relationships/slide" Target="/ppt/slides/slide3.xml" Id="R585a826af1e341b6" /><Relationship Type="http://schemas.openxmlformats.org/officeDocument/2006/relationships/slide" Target="/ppt/slides/slide4.xml" Id="R53e29cc296834fed" /><Relationship Type="http://schemas.openxmlformats.org/officeDocument/2006/relationships/slide" Target="/ppt/slides/slide5.xml" Id="R004fad554bbf47c5" /><Relationship Type="http://schemas.openxmlformats.org/officeDocument/2006/relationships/slide" Target="/ppt/slides/slide6.xml" Id="Rcf68e1dc50344aa9" /><Relationship Type="http://schemas.openxmlformats.org/officeDocument/2006/relationships/slide" Target="/ppt/slides/slide7.xml" Id="R5677f98447fb40f1" /><Relationship Type="http://schemas.openxmlformats.org/officeDocument/2006/relationships/slide" Target="/ppt/slides/slide8.xml" Id="Rb3a17d8bd85149a5" /><Relationship Type="http://schemas.openxmlformats.org/officeDocument/2006/relationships/slide" Target="/ppt/slides/slide9.xml" Id="R087f8692b3ef41c0" /><Relationship Type="http://schemas.openxmlformats.org/officeDocument/2006/relationships/slide" Target="/ppt/slides/slide10.xml" Id="R7275d68b095b44de" /><Relationship Type="http://schemas.openxmlformats.org/officeDocument/2006/relationships/slide" Target="/ppt/slides/slide11.xml" Id="Re13cf427e2304d5b" /><Relationship Type="http://schemas.openxmlformats.org/officeDocument/2006/relationships/slide" Target="/ppt/slides/slide12.xml" Id="R04c94103f7334ef2" /><Relationship Type="http://schemas.openxmlformats.org/officeDocument/2006/relationships/slide" Target="/ppt/slides/slide13.xml" Id="R0b5f74cdd1fd41bb" /><Relationship Type="http://schemas.openxmlformats.org/officeDocument/2006/relationships/slide" Target="/ppt/slides/slide14.xml" Id="R67762dec3d34413c" /><Relationship Type="http://schemas.openxmlformats.org/officeDocument/2006/relationships/slide" Target="/ppt/slides/slide15.xml" Id="R2aec76c61074452e" /><Relationship Type="http://schemas.openxmlformats.org/officeDocument/2006/relationships/slide" Target="/ppt/slides/slide16.xml" Id="R2b39119050894bdc" /><Relationship Type="http://schemas.openxmlformats.org/officeDocument/2006/relationships/slide" Target="/ppt/slides/slide17.xml" Id="Rdef8fe4f58f24a45" /><Relationship Type="http://schemas.openxmlformats.org/officeDocument/2006/relationships/slide" Target="/ppt/slides/slide18.xml" Id="R97a5d3f9a3d74ecc" /><Relationship Type="http://schemas.openxmlformats.org/officeDocument/2006/relationships/slide" Target="/ppt/slides/slide19.xml" Id="R6a5e902781164b8d" /><Relationship Type="http://schemas.openxmlformats.org/officeDocument/2006/relationships/slide" Target="/ppt/slides/slide20.xml" Id="R7a23e4087e3d4a60" /><Relationship Type="http://schemas.openxmlformats.org/officeDocument/2006/relationships/slide" Target="/ppt/slides/slide21.xml" Id="Rd4fd53d762b24a40" /><Relationship Type="http://schemas.openxmlformats.org/officeDocument/2006/relationships/slide" Target="/ppt/slides/slide22.xml" Id="R722716f836f04606" /><Relationship Type="http://schemas.openxmlformats.org/officeDocument/2006/relationships/slide" Target="/ppt/slides/slide23.xml" Id="Rf795ae9f4d7d4252" /><Relationship Type="http://schemas.openxmlformats.org/officeDocument/2006/relationships/slide" Target="/ppt/slides/slide24.xml" Id="R2fa2064277ab4bdc" /><Relationship Type="http://schemas.openxmlformats.org/officeDocument/2006/relationships/slide" Target="/ppt/slides/slide25.xml" Id="Rb83000147e1e43ad" /><Relationship Type="http://schemas.openxmlformats.org/officeDocument/2006/relationships/slide" Target="/ppt/slides/slide26.xml" Id="Rdf8c4a8722924fa4" /><Relationship Type="http://schemas.openxmlformats.org/officeDocument/2006/relationships/slide" Target="/ppt/slides/slide27.xml" Id="Rc7a813447cb24f7b" /><Relationship Type="http://schemas.openxmlformats.org/officeDocument/2006/relationships/slide" Target="/ppt/slides/slide28.xml" Id="Rb14fbb2735aa447d" /><Relationship Type="http://schemas.openxmlformats.org/officeDocument/2006/relationships/slide" Target="/ppt/slides/slide29.xml" Id="Rf5746140783e4e20" /><Relationship Type="http://schemas.openxmlformats.org/officeDocument/2006/relationships/slide" Target="/ppt/slides/slide30.xml" Id="Rb1164d3ed0cb4964" /><Relationship Type="http://schemas.openxmlformats.org/officeDocument/2006/relationships/slide" Target="/ppt/slides/slide31.xml" Id="Rc498775827e04c7b" /><Relationship Type="http://schemas.openxmlformats.org/officeDocument/2006/relationships/slide" Target="/ppt/slides/slide32.xml" Id="R96eb1a26038446ab" /><Relationship Type="http://schemas.openxmlformats.org/officeDocument/2006/relationships/slide" Target="/ppt/slides/slide33.xml" Id="Rd54bb7fbe83243e2" /><Relationship Type="http://schemas.openxmlformats.org/officeDocument/2006/relationships/slide" Target="/ppt/slides/slide34.xml" Id="R792236a5f40445cb" /><Relationship Type="http://schemas.openxmlformats.org/officeDocument/2006/relationships/slide" Target="/ppt/slides/slide35.xml" Id="Rd184df6c5eb74cb8" /><Relationship Type="http://schemas.openxmlformats.org/officeDocument/2006/relationships/slide" Target="/ppt/slides/slide36.xml" Id="Re5ed117bb7f74734" /><Relationship Type="http://schemas.openxmlformats.org/officeDocument/2006/relationships/slide" Target="/ppt/slides/slide37.xml" Id="R9dd81b1302874959" /><Relationship Type="http://schemas.openxmlformats.org/officeDocument/2006/relationships/slide" Target="/ppt/slides/slide38.xml" Id="R350d345512a143cb" /><Relationship Type="http://schemas.openxmlformats.org/officeDocument/2006/relationships/slide" Target="/ppt/slides/slide39.xml" Id="R967f6217d57647db" /><Relationship Type="http://schemas.openxmlformats.org/officeDocument/2006/relationships/slide" Target="/ppt/slides/slide40.xml" Id="Rcbfbb19376bb4523" /><Relationship Type="http://schemas.openxmlformats.org/officeDocument/2006/relationships/slide" Target="/ppt/slides/slide41.xml" Id="Re185aa89e0e84ebe" /><Relationship Type="http://schemas.openxmlformats.org/officeDocument/2006/relationships/slide" Target="/ppt/slides/slide42.xml" Id="R3a345e6b735a4efd" /><Relationship Type="http://schemas.openxmlformats.org/officeDocument/2006/relationships/slide" Target="/ppt/slides/slide43.xml" Id="R73be9dee7c0949f4" /><Relationship Type="http://schemas.openxmlformats.org/officeDocument/2006/relationships/slide" Target="/ppt/slides/slide44.xml" Id="Rc614a54b8bdc4482" /><Relationship Type="http://schemas.openxmlformats.org/officeDocument/2006/relationships/slide" Target="/ppt/slides/slide45.xml" Id="R4eca274bfd9c4c11" /><Relationship Type="http://schemas.openxmlformats.org/officeDocument/2006/relationships/slide" Target="/ppt/slides/slide46.xml" Id="R9affcf4040ff4f43" /><Relationship Type="http://schemas.openxmlformats.org/officeDocument/2006/relationships/slide" Target="/ppt/slides/slide47.xml" Id="Rd364cd3581cc4328" /><Relationship Type="http://schemas.openxmlformats.org/officeDocument/2006/relationships/slide" Target="/ppt/slides/slide48.xml" Id="R9000d7101b424ded" /><Relationship Type="http://schemas.openxmlformats.org/officeDocument/2006/relationships/slide" Target="/ppt/slides/slide49.xml" Id="Rba0a05e9b5b340b3" /><Relationship Type="http://schemas.openxmlformats.org/officeDocument/2006/relationships/slide" Target="/ppt/slides/slide50.xml" Id="Rab17c8be61ba4de5" /><Relationship Type="http://schemas.openxmlformats.org/officeDocument/2006/relationships/slide" Target="/ppt/slides/slide51.xml" Id="Ra5784e7969c24f46" /><Relationship Type="http://schemas.openxmlformats.org/officeDocument/2006/relationships/slide" Target="/ppt/slides/slide52.xml" Id="Re5f777a1bcd64131" /><Relationship Type="http://schemas.openxmlformats.org/officeDocument/2006/relationships/slide" Target="/ppt/slides/slide53.xml" Id="R633221cf0e464beb" /><Relationship Type="http://schemas.openxmlformats.org/officeDocument/2006/relationships/slide" Target="/ppt/slides/slide54.xml" Id="R54bd8c506d5c4857" /><Relationship Type="http://schemas.openxmlformats.org/officeDocument/2006/relationships/slide" Target="/ppt/slides/slide55.xml" Id="Rbcab8cec7eb74528" /><Relationship Type="http://schemas.openxmlformats.org/officeDocument/2006/relationships/slide" Target="/ppt/slides/slide56.xml" Id="R28adbdc4128b4b81" /><Relationship Type="http://schemas.openxmlformats.org/officeDocument/2006/relationships/slide" Target="/ppt/slides/slide57.xml" Id="Rd681c7db23e64090" /><Relationship Type="http://schemas.openxmlformats.org/officeDocument/2006/relationships/slide" Target="/ppt/slides/slide58.xml" Id="R1cc89d8fdf7143a6" /><Relationship Type="http://schemas.openxmlformats.org/officeDocument/2006/relationships/slide" Target="/ppt/slides/slide59.xml" Id="R2a83b3e0e0b94715" /><Relationship Type="http://schemas.openxmlformats.org/officeDocument/2006/relationships/slide" Target="/ppt/slides/slide60.xml" Id="R056dae419da04d5d" /><Relationship Type="http://schemas.openxmlformats.org/officeDocument/2006/relationships/slide" Target="/ppt/slides/slide61.xml" Id="Ra5ffca44f4a34907" /><Relationship Type="http://schemas.openxmlformats.org/officeDocument/2006/relationships/slide" Target="/ppt/slides/slide62.xml" Id="R28c3337097e244ca" /><Relationship Type="http://schemas.openxmlformats.org/officeDocument/2006/relationships/slide" Target="/ppt/slides/slide63.xml" Id="Rb52b798f7ca947d2" /><Relationship Type="http://schemas.openxmlformats.org/officeDocument/2006/relationships/slide" Target="/ppt/slides/slide64.xml" Id="Rb14ebf7ab2f14441" /><Relationship Type="http://schemas.openxmlformats.org/officeDocument/2006/relationships/slide" Target="/ppt/slides/slide65.xml" Id="R0f78c956fcdc4300" /><Relationship Type="http://schemas.openxmlformats.org/officeDocument/2006/relationships/slide" Target="/ppt/slides/slide66.xml" Id="R6c853a42ab2843a7" /><Relationship Type="http://schemas.openxmlformats.org/officeDocument/2006/relationships/slide" Target="/ppt/slides/slide67.xml" Id="Rbbb1c51ca293458d" /><Relationship Type="http://schemas.openxmlformats.org/officeDocument/2006/relationships/slide" Target="/ppt/slides/slide68.xml" Id="Rb08fc608e6294ce7" /><Relationship Type="http://schemas.openxmlformats.org/officeDocument/2006/relationships/slide" Target="/ppt/slides/slide69.xml" Id="R6436b91c7b9146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22b77ccbe42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1142cc7030404a" /><Relationship Type="http://schemas.openxmlformats.org/officeDocument/2006/relationships/notesMaster" Target="/ppt/notesMasters/notesMaster1.xml" Id="Rc5fb921a83fe4e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a74a793b94849" /><Relationship Type="http://schemas.openxmlformats.org/officeDocument/2006/relationships/notesMaster" Target="/ppt/notesMasters/notesMaster1.xml" Id="R96c49e7bf4c942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a717d08a0243cd" /><Relationship Type="http://schemas.openxmlformats.org/officeDocument/2006/relationships/notesMaster" Target="/ppt/notesMasters/notesMaster1.xml" Id="Ra572de83cf54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557a0209f14992" /><Relationship Type="http://schemas.openxmlformats.org/officeDocument/2006/relationships/notesMaster" Target="/ppt/notesMasters/notesMaster1.xml" Id="R364f797ac33149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ae16ad8587476e" /><Relationship Type="http://schemas.openxmlformats.org/officeDocument/2006/relationships/notesMaster" Target="/ppt/notesMasters/notesMaster1.xml" Id="R106454cd13f845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129c5c98b147a1" /><Relationship Type="http://schemas.openxmlformats.org/officeDocument/2006/relationships/notesMaster" Target="/ppt/notesMasters/notesMaster1.xml" Id="R3af58d3ddaee4d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d5d142623c4e08" /><Relationship Type="http://schemas.openxmlformats.org/officeDocument/2006/relationships/notesMaster" Target="/ppt/notesMasters/notesMaster1.xml" Id="Rabc3dfd301d14c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5c45f7e2544a77" /><Relationship Type="http://schemas.openxmlformats.org/officeDocument/2006/relationships/notesMaster" Target="/ppt/notesMasters/notesMaster1.xml" Id="R1e6e0d0694d84c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cea87566534bd8" /><Relationship Type="http://schemas.openxmlformats.org/officeDocument/2006/relationships/notesMaster" Target="/ppt/notesMasters/notesMaster1.xml" Id="Rcd37f9fcb0d04d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97ec0c7dac4099" /><Relationship Type="http://schemas.openxmlformats.org/officeDocument/2006/relationships/notesMaster" Target="/ppt/notesMasters/notesMaster1.xml" Id="Rdb973c32417047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196f6043fd44bb" /><Relationship Type="http://schemas.openxmlformats.org/officeDocument/2006/relationships/notesMaster" Target="/ppt/notesMasters/notesMaster1.xml" Id="R4689938101804e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44db809839443f" /><Relationship Type="http://schemas.openxmlformats.org/officeDocument/2006/relationships/notesMaster" Target="/ppt/notesMasters/notesMaster1.xml" Id="Rf5fbfd4f3cdf4a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432c9ef1334b7e" /><Relationship Type="http://schemas.openxmlformats.org/officeDocument/2006/relationships/notesMaster" Target="/ppt/notesMasters/notesMaster1.xml" Id="R9f0e11f385b647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c328de3b144109" /><Relationship Type="http://schemas.openxmlformats.org/officeDocument/2006/relationships/notesMaster" Target="/ppt/notesMasters/notesMaster1.xml" Id="R5529f0ec099e4c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2a6d5f77a94764" /><Relationship Type="http://schemas.openxmlformats.org/officeDocument/2006/relationships/notesMaster" Target="/ppt/notesMasters/notesMaster1.xml" Id="R7f689f9deef846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4f8340247845dd" /><Relationship Type="http://schemas.openxmlformats.org/officeDocument/2006/relationships/notesMaster" Target="/ppt/notesMasters/notesMaster1.xml" Id="R1f505641386540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0f531d50714723" /><Relationship Type="http://schemas.openxmlformats.org/officeDocument/2006/relationships/notesMaster" Target="/ppt/notesMasters/notesMaster1.xml" Id="Rb03703944e3b4d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f0c2ab10f44cef" /><Relationship Type="http://schemas.openxmlformats.org/officeDocument/2006/relationships/notesMaster" Target="/ppt/notesMasters/notesMaster1.xml" Id="R0a7adb21dbf34d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386c5cfef64858" /><Relationship Type="http://schemas.openxmlformats.org/officeDocument/2006/relationships/notesMaster" Target="/ppt/notesMasters/notesMaster1.xml" Id="R209ba2435e5b4f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dba97ec22a467d" /><Relationship Type="http://schemas.openxmlformats.org/officeDocument/2006/relationships/notesMaster" Target="/ppt/notesMasters/notesMaster1.xml" Id="R2354868814474f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33a380202e42fb" /><Relationship Type="http://schemas.openxmlformats.org/officeDocument/2006/relationships/notesMaster" Target="/ppt/notesMasters/notesMaster1.xml" Id="Ra8ded423065744d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9f9a9a322947b1" /><Relationship Type="http://schemas.openxmlformats.org/officeDocument/2006/relationships/notesMaster" Target="/ppt/notesMasters/notesMaster1.xml" Id="R258ef0e07a0049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311311d2df4312" /><Relationship Type="http://schemas.openxmlformats.org/officeDocument/2006/relationships/notesMaster" Target="/ppt/notesMasters/notesMaster1.xml" Id="R56f4e68a819a43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68d867925d438b" /><Relationship Type="http://schemas.openxmlformats.org/officeDocument/2006/relationships/notesMaster" Target="/ppt/notesMasters/notesMaster1.xml" Id="R3f2add7d450942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3948a765048417c" /><Relationship Type="http://schemas.openxmlformats.org/officeDocument/2006/relationships/notesMaster" Target="/ppt/notesMasters/notesMaster1.xml" Id="R855336def8a44a6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c74adcb1e04bbe" /><Relationship Type="http://schemas.openxmlformats.org/officeDocument/2006/relationships/notesMaster" Target="/ppt/notesMasters/notesMaster1.xml" Id="Rdcfb051a2eee4d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f85e8264a04b9e" /><Relationship Type="http://schemas.openxmlformats.org/officeDocument/2006/relationships/notesMaster" Target="/ppt/notesMasters/notesMaster1.xml" Id="R4bd7e5fc5a334d0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64b3d5ba1c74d18" /><Relationship Type="http://schemas.openxmlformats.org/officeDocument/2006/relationships/notesMaster" Target="/ppt/notesMasters/notesMaster1.xml" Id="R9ad6f21943954e2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34f3cbc1d1242cc" /><Relationship Type="http://schemas.openxmlformats.org/officeDocument/2006/relationships/notesMaster" Target="/ppt/notesMasters/notesMaster1.xml" Id="R64432b0278b443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9ca4fa19c3d4313" /><Relationship Type="http://schemas.openxmlformats.org/officeDocument/2006/relationships/notesMaster" Target="/ppt/notesMasters/notesMaster1.xml" Id="R309cac61e17545b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68c2e797e6d445f" /><Relationship Type="http://schemas.openxmlformats.org/officeDocument/2006/relationships/notesMaster" Target="/ppt/notesMasters/notesMaster1.xml" Id="R368f101b876e46d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94f3f7fe5d48e7" /><Relationship Type="http://schemas.openxmlformats.org/officeDocument/2006/relationships/notesMaster" Target="/ppt/notesMasters/notesMaster1.xml" Id="Refb2ee8cece7424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10e7a8cafa946b6" /><Relationship Type="http://schemas.openxmlformats.org/officeDocument/2006/relationships/notesMaster" Target="/ppt/notesMasters/notesMaster1.xml" Id="Reac22236dc9a469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ed6a0e0056c466a" /><Relationship Type="http://schemas.openxmlformats.org/officeDocument/2006/relationships/notesMaster" Target="/ppt/notesMasters/notesMaster1.xml" Id="R67078b14c160434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38b8d341174559" /><Relationship Type="http://schemas.openxmlformats.org/officeDocument/2006/relationships/notesMaster" Target="/ppt/notesMasters/notesMaster1.xml" Id="Raebe769a67e244e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13c70e0a5884c8c" /><Relationship Type="http://schemas.openxmlformats.org/officeDocument/2006/relationships/notesMaster" Target="/ppt/notesMasters/notesMaster1.xml" Id="Raa8fb7adb22740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50287aeb1e24cff" /><Relationship Type="http://schemas.openxmlformats.org/officeDocument/2006/relationships/notesMaster" Target="/ppt/notesMasters/notesMaster1.xml" Id="Rd035b1054bc24f8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f31d22af2aa4a6c" /><Relationship Type="http://schemas.openxmlformats.org/officeDocument/2006/relationships/notesMaster" Target="/ppt/notesMasters/notesMaster1.xml" Id="Reebb5ec8c2c4499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3439aa88f834f63" /><Relationship Type="http://schemas.openxmlformats.org/officeDocument/2006/relationships/notesMaster" Target="/ppt/notesMasters/notesMaster1.xml" Id="Rab8db9459ac1490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6bba2a7f96e477a" /><Relationship Type="http://schemas.openxmlformats.org/officeDocument/2006/relationships/notesMaster" Target="/ppt/notesMasters/notesMaster1.xml" Id="R17db411c247b43c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00c1471bf2e4ba7" /><Relationship Type="http://schemas.openxmlformats.org/officeDocument/2006/relationships/notesMaster" Target="/ppt/notesMasters/notesMaster1.xml" Id="R82acfac26d7a493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4b4acb718994910" /><Relationship Type="http://schemas.openxmlformats.org/officeDocument/2006/relationships/notesMaster" Target="/ppt/notesMasters/notesMaster1.xml" Id="R7024d94476ea4e6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50e3274fc9640ff" /><Relationship Type="http://schemas.openxmlformats.org/officeDocument/2006/relationships/notesMaster" Target="/ppt/notesMasters/notesMaster1.xml" Id="Re53f9d4f26fa43d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add2679725c40ae" /><Relationship Type="http://schemas.openxmlformats.org/officeDocument/2006/relationships/notesMaster" Target="/ppt/notesMasters/notesMaster1.xml" Id="Rda255061fe9c4a4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6c2db9a160b4149" /><Relationship Type="http://schemas.openxmlformats.org/officeDocument/2006/relationships/notesMaster" Target="/ppt/notesMasters/notesMaster1.xml" Id="R55134a8367f6439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0e085c86c0947e0" /><Relationship Type="http://schemas.openxmlformats.org/officeDocument/2006/relationships/notesMaster" Target="/ppt/notesMasters/notesMaster1.xml" Id="R50c7f1b344da448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769d5a2235a4ad0" /><Relationship Type="http://schemas.openxmlformats.org/officeDocument/2006/relationships/notesMaster" Target="/ppt/notesMasters/notesMaster1.xml" Id="R8c73f3d5f06b4e5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4ae60b99101406b" /><Relationship Type="http://schemas.openxmlformats.org/officeDocument/2006/relationships/notesMaster" Target="/ppt/notesMasters/notesMaster1.xml" Id="Rcf3e74d14c2748d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d39b09358a34daf" /><Relationship Type="http://schemas.openxmlformats.org/officeDocument/2006/relationships/notesMaster" Target="/ppt/notesMasters/notesMaster1.xml" Id="R233257c7a0aa4d0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615325e0c554cad" /><Relationship Type="http://schemas.openxmlformats.org/officeDocument/2006/relationships/notesMaster" Target="/ppt/notesMasters/notesMaster1.xml" Id="R6427dee3e64443c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e0415a67a5c4108" /><Relationship Type="http://schemas.openxmlformats.org/officeDocument/2006/relationships/notesMaster" Target="/ppt/notesMasters/notesMaster1.xml" Id="Rb37f6428917b4fa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ece3c23bcbc4f9c" /><Relationship Type="http://schemas.openxmlformats.org/officeDocument/2006/relationships/notesMaster" Target="/ppt/notesMasters/notesMaster1.xml" Id="Rb24c9273556b4c7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ad1068b659f46cf" /><Relationship Type="http://schemas.openxmlformats.org/officeDocument/2006/relationships/notesMaster" Target="/ppt/notesMasters/notesMaster1.xml" Id="Radee234d40774d2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6c6f089b5e64b43" /><Relationship Type="http://schemas.openxmlformats.org/officeDocument/2006/relationships/notesMaster" Target="/ppt/notesMasters/notesMaster1.xml" Id="R3fb9e5fea04a4be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d1f0e6d020941e9" /><Relationship Type="http://schemas.openxmlformats.org/officeDocument/2006/relationships/notesMaster" Target="/ppt/notesMasters/notesMaster1.xml" Id="Rb949deafd6294cc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13a5e247dd742a5" /><Relationship Type="http://schemas.openxmlformats.org/officeDocument/2006/relationships/notesMaster" Target="/ppt/notesMasters/notesMaster1.xml" Id="R6aab080cccd64bc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e6ebd77689d459c" /><Relationship Type="http://schemas.openxmlformats.org/officeDocument/2006/relationships/notesMaster" Target="/ppt/notesMasters/notesMaster1.xml" Id="Re2c87a73f662412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121546446134775" /><Relationship Type="http://schemas.openxmlformats.org/officeDocument/2006/relationships/notesMaster" Target="/ppt/notesMasters/notesMaster1.xml" Id="R34562ebe2126490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18d9ea829154c41" /><Relationship Type="http://schemas.openxmlformats.org/officeDocument/2006/relationships/notesMaster" Target="/ppt/notesMasters/notesMaster1.xml" Id="R28ed87210aa546e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5bc704d360544f3" /><Relationship Type="http://schemas.openxmlformats.org/officeDocument/2006/relationships/notesMaster" Target="/ppt/notesMasters/notesMaster1.xml" Id="Rd1979234910044a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b224078a2064c1f" /><Relationship Type="http://schemas.openxmlformats.org/officeDocument/2006/relationships/notesMaster" Target="/ppt/notesMasters/notesMaster1.xml" Id="R34ba3b1acb184dc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c087990ff5f45ac" /><Relationship Type="http://schemas.openxmlformats.org/officeDocument/2006/relationships/notesMaster" Target="/ppt/notesMasters/notesMaster1.xml" Id="R81b158ba55f74f2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caad0e958d14649" /><Relationship Type="http://schemas.openxmlformats.org/officeDocument/2006/relationships/notesMaster" Target="/ppt/notesMasters/notesMaster1.xml" Id="R30a190a71d974f6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07b275884b64d1c" /><Relationship Type="http://schemas.openxmlformats.org/officeDocument/2006/relationships/notesMaster" Target="/ppt/notesMasters/notesMaster1.xml" Id="R327da10d2d0a4e3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6e75eecc33341b4" /><Relationship Type="http://schemas.openxmlformats.org/officeDocument/2006/relationships/notesMaster" Target="/ppt/notesMasters/notesMaster1.xml" Id="R1cfd0b8c0aae4db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9be8d7cb71644ec" /><Relationship Type="http://schemas.openxmlformats.org/officeDocument/2006/relationships/notesMaster" Target="/ppt/notesMasters/notesMaster1.xml" Id="Rc52a5df37b7e4b3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a60eddc4d9d4dc3" /><Relationship Type="http://schemas.openxmlformats.org/officeDocument/2006/relationships/notesMaster" Target="/ppt/notesMasters/notesMaster1.xml" Id="Rc52c47bc54fa4f9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09253c75acf4c55" /><Relationship Type="http://schemas.openxmlformats.org/officeDocument/2006/relationships/notesMaster" Target="/ppt/notesMasters/notesMaster1.xml" Id="R472af4599e9f4d4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909d825294a4a97" /><Relationship Type="http://schemas.openxmlformats.org/officeDocument/2006/relationships/notesMaster" Target="/ppt/notesMasters/notesMaster1.xml" Id="R559a8411d0a3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함수는 한 가지 일을 이름 붙여 묶은 코드입니다. 매번 같은 안내 절차를 읽는 대신 ‘온도 상태 확인’이라는 작업을 정해 두고 필요한 값으로 부를 수 있습니다. 무엇을 입력하고 무엇을 결과로 돌려줄지 먼저 정합니다.</a:t>
            </a:r>
          </a:p>
          <a:p xmlns:a="http://schemas.openxmlformats.org/drawingml/2006/main">
            <a:r>
              <a:t>필요성: 같은 조건식을 여러 곳에 복사하면 한 곳만 수정하고 다른 곳을 놓칠 수 있습니다. 반복되는 규칙을 모으면 변경 위치를 찾기 쉽습니다. 첫 코드부터 모든 줄을 함수로 만들 필요는 없습니다.</a:t>
            </a:r>
          </a:p>
          <a:p xmlns:a="http://schemas.openxmlformats.org/drawingml/2006/main">
            <a:r>
              <a:t>예: 온도 22.5·25.0·24.0을 각각 24.0과 비교합니다. 공통 작업은 비교하여 상태를 정하는 과정이며 달라지는 것은 입력 온도입니다. 같은 업무 이름에 다른 입력을 줄 수 있습니다.</a:t>
            </a:r>
          </a:p>
          <a:p xmlns:a="http://schemas.openxmlformats.org/drawingml/2006/main">
            <a:r>
              <a:t>반례: 이름이 check라고 해서 검증을 모두 수행하는 것은 아닙니다. 본문이 실제로 어떤 조건을 보는지 읽어야 합니다. 함수 이름은 약속을 설명하지만 정확성을 보장하지 않습니다.</a:t>
            </a:r>
          </a:p>
          <a:p xmlns:a="http://schemas.openxmlformats.org/drawingml/2006/main">
            <a:r>
              <a:t>질문: 줄 수가 짧으면 함수가 필요 없다고 단정할 수 있나요?</a:t>
            </a:r>
          </a:p>
          <a:p xmlns:a="http://schemas.openxmlformats.org/drawingml/2006/main">
            <a:r>
              <a:t>풀이: 업무의 의미와 재사용·변경 관리에 도움이 되는지 판단합니다.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함수는 한 가지 일을 이름 붙여 묶은 코드입니다. 매번 같은 안내 절차를 읽는 대신 ‘온도 상태 확인’이라는 작업을 정해 두고 필요한 값으로 부를 수 있습니다. 무엇을 입력하고 무엇을 결과로 돌려줄지 먼저 정합니다.</a:t>
            </a:r>
          </a:p>
          <a:p xmlns:a="http://schemas.openxmlformats.org/drawingml/2006/main">
            <a:r>
              <a:t>필요성: 같은 조건식을 여러 곳에 복사하면 한 곳만 수정하고 다른 곳을 놓칠 수 있습니다. 반복되는 규칙을 모으면 변경 위치를 찾기 쉽습니다. 첫 코드부터 모든 줄을 함수로 만들 필요는 없습니다.</a:t>
            </a:r>
          </a:p>
          <a:p xmlns:a="http://schemas.openxmlformats.org/drawingml/2006/main">
            <a:r>
              <a:t>예: 온도 22.5·25.0·24.0을 각각 24.0과 비교합니다. 공통 작업은 비교하여 상태를 정하는 과정이며 달라지는 것은 입력 온도입니다. 같은 업무 이름에 다른 입력을 줄 수 있습니다.</a:t>
            </a:r>
          </a:p>
          <a:p xmlns:a="http://schemas.openxmlformats.org/drawingml/2006/main">
            <a:r>
              <a:t>반례: 이름이 check라고 해서 검증을 모두 수행하는 것은 아닙니다. 본문이 실제로 어떤 조건을 보는지 읽어야 합니다. 함수 이름은 약속을 설명하지만 정확성을 보장하지 않습니다.</a:t>
            </a:r>
          </a:p>
          <a:p xmlns:a="http://schemas.openxmlformats.org/drawingml/2006/main">
            <a:r>
              <a:t>질문: 줄 수가 짧으면 함수가 필요 없다고 단정할 수 있나요?</a:t>
            </a:r>
          </a:p>
          <a:p xmlns:a="http://schemas.openxmlformats.org/drawingml/2006/main">
            <a:r>
              <a:t>풀이: 업무의 의미와 재사용·변경 관리에 도움이 되는지 판단합니다.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함수는 한 가지 일을 이름 붙여 묶은 코드입니다. 매번 같은 안내 절차를 읽는 대신 ‘온도 상태 확인’이라는 작업을 정해 두고 필요한 값으로 부를 수 있습니다. 무엇을 입력하고 무엇을 결과로 돌려줄지 먼저 정합니다.</a:t>
            </a:r>
          </a:p>
          <a:p xmlns:a="http://schemas.openxmlformats.org/drawingml/2006/main">
            <a:r>
              <a:t>필요성: 같은 조건식을 여러 곳에 복사하면 한 곳만 수정하고 다른 곳을 놓칠 수 있습니다. 반복되는 규칙을 모으면 변경 위치를 찾기 쉽습니다. 첫 코드부터 모든 줄을 함수로 만들 필요는 없습니다.</a:t>
            </a:r>
          </a:p>
          <a:p xmlns:a="http://schemas.openxmlformats.org/drawingml/2006/main">
            <a:r>
              <a:t>예: 온도 22.5·25.0·24.0을 각각 24.0과 비교합니다. 공통 작업은 비교하여 상태를 정하는 과정이며 달라지는 것은 입력 온도입니다. 같은 업무 이름에 다른 입력을 줄 수 있습니다.</a:t>
            </a:r>
          </a:p>
          <a:p xmlns:a="http://schemas.openxmlformats.org/drawingml/2006/main">
            <a:r>
              <a:t>반례: 이름이 check라고 해서 검증을 모두 수행하는 것은 아닙니다. 본문이 실제로 어떤 조건을 보는지 읽어야 합니다. 함수 이름은 약속을 설명하지만 정확성을 보장하지 않습니다.</a:t>
            </a:r>
          </a:p>
          <a:p xmlns:a="http://schemas.openxmlformats.org/drawingml/2006/main">
            <a:r>
              <a:t>질문: 줄 수가 짧으면 함수가 필요 없다고 단정할 수 있나요?</a:t>
            </a:r>
          </a:p>
          <a:p xmlns:a="http://schemas.openxmlformats.org/drawingml/2006/main">
            <a:r>
              <a:t>풀이: 업무의 의미와 재사용·변경 관리에 도움이 되는지 판단합니다.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def는 함수를 정의하는 문장입니다. 이름 뒤 괄호와 콜론을 쓰고 들여쓴 줄을 함수 본문으로 묶습니다. 정의만 하면 본문은 아직 실행되지 않으며 이름을 괄호와 함께 불러야 합니다.</a:t>
            </a:r>
          </a:p>
          <a:p xmlns:a="http://schemas.openxmlformats.org/drawingml/2006/main">
            <a:r>
              <a:t>필요성: 위에서 아래로 읽는 원리는 유지하지만 함수 본문은 호출할 때 실행됩니다. 정의 위치와 실제 실행 시점을 나누어 보면 출력 순서가 이해됩니다.</a:t>
            </a:r>
          </a:p>
          <a:p xmlns:a="http://schemas.openxmlformats.org/drawingml/2006/main">
            <a:r>
              <a:t>예: show_notice를 정의한 뒤 준비를 출력합니다. 함수 호출 때 안내가 나오고 호출에서 돌아온 뒤 끝이 나옵니다. 함수 본문의 줄 번호가 위에 있다고 가장 먼저 출력되는 것은 아닙니다.</a:t>
            </a:r>
          </a:p>
          <a:p xmlns:a="http://schemas.openxmlformats.org/drawingml/2006/main">
            <a:r>
              <a:t>반례: show_notice라고 이름만 적는 것과 show_notice()로 호출하는 것은 다릅니다. 괄호는 실제 작업을 요청하는 표기입니다.</a:t>
            </a:r>
          </a:p>
          <a:p xmlns:a="http://schemas.openxmlformats.org/drawingml/2006/main">
            <a:r>
              <a:t>질문: 정의만 하고 호출하지 않으면 본문 출력은 나오나요?</a:t>
            </a:r>
          </a:p>
          <a:p xmlns:a="http://schemas.openxmlformats.org/drawingml/2006/main">
            <a:r>
              <a:t>풀이: 나오지 않습니다. 정의와 호출은 별도입니다.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def는 함수를 정의하는 문장입니다. 이름 뒤 괄호와 콜론을 쓰고 들여쓴 줄을 함수 본문으로 묶습니다. 정의만 하면 본문은 아직 실행되지 않으며 이름을 괄호와 함께 불러야 합니다.</a:t>
            </a:r>
          </a:p>
          <a:p xmlns:a="http://schemas.openxmlformats.org/drawingml/2006/main">
            <a:r>
              <a:t>필요성: 위에서 아래로 읽는 원리는 유지하지만 함수 본문은 호출할 때 실행됩니다. 정의 위치와 실제 실행 시점을 나누어 보면 출력 순서가 이해됩니다.</a:t>
            </a:r>
          </a:p>
          <a:p xmlns:a="http://schemas.openxmlformats.org/drawingml/2006/main">
            <a:r>
              <a:t>예: show_notice를 정의한 뒤 준비를 출력합니다. 함수 호출 때 안내가 나오고 호출에서 돌아온 뒤 끝이 나옵니다. 함수 본문의 줄 번호가 위에 있다고 가장 먼저 출력되는 것은 아닙니다.</a:t>
            </a:r>
          </a:p>
          <a:p xmlns:a="http://schemas.openxmlformats.org/drawingml/2006/main">
            <a:r>
              <a:t>반례: show_notice라고 이름만 적는 것과 show_notice()로 호출하는 것은 다릅니다. 괄호는 실제 작업을 요청하는 표기입니다.</a:t>
            </a:r>
          </a:p>
          <a:p xmlns:a="http://schemas.openxmlformats.org/drawingml/2006/main">
            <a:r>
              <a:t>질문: 정의만 하고 호출하지 않으면 본문 출력은 나오나요?</a:t>
            </a:r>
          </a:p>
          <a:p xmlns:a="http://schemas.openxmlformats.org/drawingml/2006/main">
            <a:r>
              <a:t>풀이: 나오지 않습니다. 정의와 호출은 별도입니다.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def는 함수를 정의하는 문장입니다. 이름 뒤 괄호와 콜론을 쓰고 들여쓴 줄을 함수 본문으로 묶습니다. 정의만 하면 본문은 아직 실행되지 않으며 이름을 괄호와 함께 불러야 합니다.</a:t>
            </a:r>
          </a:p>
          <a:p xmlns:a="http://schemas.openxmlformats.org/drawingml/2006/main">
            <a:r>
              <a:t>필요성: 위에서 아래로 읽는 원리는 유지하지만 함수 본문은 호출할 때 실행됩니다. 정의 위치와 실제 실행 시점을 나누어 보면 출력 순서가 이해됩니다.</a:t>
            </a:r>
          </a:p>
          <a:p xmlns:a="http://schemas.openxmlformats.org/drawingml/2006/main">
            <a:r>
              <a:t>예: show_notice를 정의한 뒤 준비를 출력합니다. 함수 호출 때 안내가 나오고 호출에서 돌아온 뒤 끝이 나옵니다. 함수 본문의 줄 번호가 위에 있다고 가장 먼저 출력되는 것은 아닙니다.</a:t>
            </a:r>
          </a:p>
          <a:p xmlns:a="http://schemas.openxmlformats.org/drawingml/2006/main">
            <a:r>
              <a:t>반례: show_notice라고 이름만 적는 것과 show_notice()로 호출하는 것은 다릅니다. 괄호는 실제 작업을 요청하는 표기입니다.</a:t>
            </a:r>
          </a:p>
          <a:p xmlns:a="http://schemas.openxmlformats.org/drawingml/2006/main">
            <a:r>
              <a:t>질문: 정의만 하고 호출하지 않으면 본문 출력은 나오나요?</a:t>
            </a:r>
          </a:p>
          <a:p xmlns:a="http://schemas.openxmlformats.org/drawingml/2006/main">
            <a:r>
              <a:t>풀이: 나오지 않습니다. 정의와 호출은 별도입니다.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def는 함수를 정의하는 문장입니다. 이름 뒤 괄호와 콜론을 쓰고 들여쓴 줄을 함수 본문으로 묶습니다. 정의만 하면 본문은 아직 실행되지 않으며 이름을 괄호와 함께 불러야 합니다.</a:t>
            </a:r>
          </a:p>
          <a:p xmlns:a="http://schemas.openxmlformats.org/drawingml/2006/main">
            <a:r>
              <a:t>필요성: 위에서 아래로 읽는 원리는 유지하지만 함수 본문은 호출할 때 실행됩니다. 정의 위치와 실제 실행 시점을 나누어 보면 출력 순서가 이해됩니다.</a:t>
            </a:r>
          </a:p>
          <a:p xmlns:a="http://schemas.openxmlformats.org/drawingml/2006/main">
            <a:r>
              <a:t>예: show_notice를 정의한 뒤 준비를 출력합니다. 함수 호출 때 안내가 나오고 호출에서 돌아온 뒤 끝이 나옵니다. 함수 본문의 줄 번호가 위에 있다고 가장 먼저 출력되는 것은 아닙니다.</a:t>
            </a:r>
          </a:p>
          <a:p xmlns:a="http://schemas.openxmlformats.org/drawingml/2006/main">
            <a:r>
              <a:t>반례: show_notice라고 이름만 적는 것과 show_notice()로 호출하는 것은 다릅니다. 괄호는 실제 작업을 요청하는 표기입니다.</a:t>
            </a:r>
          </a:p>
          <a:p xmlns:a="http://schemas.openxmlformats.org/drawingml/2006/main">
            <a:r>
              <a:t>질문: 정의만 하고 호출하지 않으면 본문 출력은 나오나요?</a:t>
            </a:r>
          </a:p>
          <a:p xmlns:a="http://schemas.openxmlformats.org/drawingml/2006/main">
            <a:r>
              <a:t>풀이: 나오지 않습니다. 정의와 호출은 별도입니다.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매개변수는 받을 값의 이름이고 인자는 호출할 때 실제로 주는 값입니다. 양식의 ‘장소’ 칸과 거기에 넣는 ‘입구’라는 내용의 관계에 비유할 수 있습니다.</a:t>
            </a:r>
          </a:p>
          <a:p xmlns:a="http://schemas.openxmlformats.org/drawingml/2006/main">
            <a:r>
              <a:t>필요성: 고정 값을 함수 안에서 매번 바꾸는 대신 호출값을 달리해 같은 작업을 사용합니다. 함수 안 이름이 어디서 값을 받는지 알아야 전달한 값을 추적할 수 있습니다.</a:t>
            </a:r>
          </a:p>
          <a:p xmlns:a="http://schemas.openxmlformats.org/drawingml/2006/main">
            <a:r>
              <a:t>예: sensor_id와 value는 받을 이름입니다. 첫 호출에서 S01·22.5가 연결되고 다음 호출에서는 S02·25.0이 연결됩니다. 각 호출은 서로 다른 값으로 같은 본문을 사용합니다.</a:t>
            </a:r>
          </a:p>
          <a:p xmlns:a="http://schemas.openxmlformats.org/drawingml/2006/main">
            <a:r>
              <a:t>반례: 인자의 순서를 바꾸어도 컴퓨터가 업무 의미를 추측해 바로잡지 않습니다. 센서명 위치에 숫자를 주면 잘못된 위치의 값이 출력될 수 있습니다.</a:t>
            </a:r>
          </a:p>
          <a:p xmlns:a="http://schemas.openxmlformats.org/drawingml/2006/main">
            <a:r>
              <a:t>질문: value는 모든 호출에서 같은 값을 뜻하나요?</a:t>
            </a:r>
          </a:p>
          <a:p xmlns:a="http://schemas.openxmlformats.org/drawingml/2006/main">
            <a:r>
              <a:t>풀이: 각 호출에서 현재 전달받은 값입니다.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매개변수는 받을 값의 이름이고 인자는 호출할 때 실제로 주는 값입니다. 양식의 ‘장소’ 칸과 거기에 넣는 ‘입구’라는 내용의 관계에 비유할 수 있습니다.</a:t>
            </a:r>
          </a:p>
          <a:p xmlns:a="http://schemas.openxmlformats.org/drawingml/2006/main">
            <a:r>
              <a:t>필요성: 고정 값을 함수 안에서 매번 바꾸는 대신 호출값을 달리해 같은 작업을 사용합니다. 함수 안 이름이 어디서 값을 받는지 알아야 전달한 값을 추적할 수 있습니다.</a:t>
            </a:r>
          </a:p>
          <a:p xmlns:a="http://schemas.openxmlformats.org/drawingml/2006/main">
            <a:r>
              <a:t>예: sensor_id와 value는 받을 이름입니다. 첫 호출에서 S01·22.5가 연결되고 다음 호출에서는 S02·25.0이 연결됩니다. 각 호출은 서로 다른 값으로 같은 본문을 사용합니다.</a:t>
            </a:r>
          </a:p>
          <a:p xmlns:a="http://schemas.openxmlformats.org/drawingml/2006/main">
            <a:r>
              <a:t>반례: 인자의 순서를 바꾸어도 컴퓨터가 업무 의미를 추측해 바로잡지 않습니다. 센서명 위치에 숫자를 주면 잘못된 위치의 값이 출력될 수 있습니다.</a:t>
            </a:r>
          </a:p>
          <a:p xmlns:a="http://schemas.openxmlformats.org/drawingml/2006/main">
            <a:r>
              <a:t>질문: value는 모든 호출에서 같은 값을 뜻하나요?</a:t>
            </a:r>
          </a:p>
          <a:p xmlns:a="http://schemas.openxmlformats.org/drawingml/2006/main">
            <a:r>
              <a:t>풀이: 각 호출에서 현재 전달받은 값입니다.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매개변수는 받을 값의 이름이고 인자는 호출할 때 실제로 주는 값입니다. 양식의 ‘장소’ 칸과 거기에 넣는 ‘입구’라는 내용의 관계에 비유할 수 있습니다.</a:t>
            </a:r>
          </a:p>
          <a:p xmlns:a="http://schemas.openxmlformats.org/drawingml/2006/main">
            <a:r>
              <a:t>필요성: 고정 값을 함수 안에서 매번 바꾸는 대신 호출값을 달리해 같은 작업을 사용합니다. 함수 안 이름이 어디서 값을 받는지 알아야 전달한 값을 추적할 수 있습니다.</a:t>
            </a:r>
          </a:p>
          <a:p xmlns:a="http://schemas.openxmlformats.org/drawingml/2006/main">
            <a:r>
              <a:t>예: sensor_id와 value는 받을 이름입니다. 첫 호출에서 S01·22.5가 연결되고 다음 호출에서는 S02·25.0이 연결됩니다. 각 호출은 서로 다른 값으로 같은 본문을 사용합니다.</a:t>
            </a:r>
          </a:p>
          <a:p xmlns:a="http://schemas.openxmlformats.org/drawingml/2006/main">
            <a:r>
              <a:t>반례: 인자의 순서를 바꾸어도 컴퓨터가 업무 의미를 추측해 바로잡지 않습니다. 센서명 위치에 숫자를 주면 잘못된 위치의 값이 출력될 수 있습니다.</a:t>
            </a:r>
          </a:p>
          <a:p xmlns:a="http://schemas.openxmlformats.org/drawingml/2006/main">
            <a:r>
              <a:t>질문: value는 모든 호출에서 같은 값을 뜻하나요?</a:t>
            </a:r>
          </a:p>
          <a:p xmlns:a="http://schemas.openxmlformats.org/drawingml/2006/main">
            <a:r>
              <a:t>풀이: 각 호출에서 현재 전달받은 값입니다.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매개변수는 받을 값의 이름이고 인자는 호출할 때 실제로 주는 값입니다. 양식의 ‘장소’ 칸과 거기에 넣는 ‘입구’라는 내용의 관계에 비유할 수 있습니다.</a:t>
            </a:r>
          </a:p>
          <a:p xmlns:a="http://schemas.openxmlformats.org/drawingml/2006/main">
            <a:r>
              <a:t>필요성: 고정 값을 함수 안에서 매번 바꾸는 대신 호출값을 달리해 같은 작업을 사용합니다. 함수 안 이름이 어디서 값을 받는지 알아야 전달한 값을 추적할 수 있습니다.</a:t>
            </a:r>
          </a:p>
          <a:p xmlns:a="http://schemas.openxmlformats.org/drawingml/2006/main">
            <a:r>
              <a:t>예: sensor_id와 value는 받을 이름입니다. 첫 호출에서 S01·22.5가 연결되고 다음 호출에서는 S02·25.0이 연결됩니다. 각 호출은 서로 다른 값으로 같은 본문을 사용합니다.</a:t>
            </a:r>
          </a:p>
          <a:p xmlns:a="http://schemas.openxmlformats.org/drawingml/2006/main">
            <a:r>
              <a:t>반례: 인자의 순서를 바꾸어도 컴퓨터가 업무 의미를 추측해 바로잡지 않습니다. 센서명 위치에 숫자를 주면 잘못된 위치의 값이 출력될 수 있습니다.</a:t>
            </a:r>
          </a:p>
          <a:p xmlns:a="http://schemas.openxmlformats.org/drawingml/2006/main">
            <a:r>
              <a:t>질문: value는 모든 호출에서 같은 값을 뜻하나요?</a:t>
            </a:r>
          </a:p>
          <a:p xmlns:a="http://schemas.openxmlformats.org/drawingml/2006/main">
            <a:r>
              <a:t>풀이: 각 호출에서 현재 전달받은 값입니다.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print는 값을 화면에 보여 주고 return은 함수를 부른 위치로 값을 돌려줍니다. 화면에 결과가 보였다는 사실과 다음 계산에 사용할 결과를 받았다는 사실은 다릅니다.</a:t>
            </a:r>
          </a:p>
          <a:p xmlns:a="http://schemas.openxmlformats.org/drawingml/2006/main">
            <a:r>
              <a:t>필요성: 결과를 JSON에 저장하거나 집계하려면 함수가 값을 돌려줘야 합니다. 화면 글자를 다른 코드가 저절로 변수에 담지는 않습니다.</a:t>
            </a:r>
          </a:p>
          <a:p xmlns:a="http://schemas.openxmlformats.org/drawingml/2006/main">
            <a:r>
              <a:t>예: add_offset은 받은 두 수를 더해 반환합니다. result가 23.5를 받고 다음 계산에서 사용합니다. 더하는 값은 수업 계산 예이며 실제 장비 교정값으로 사용하지 않습니다.</a:t>
            </a:r>
          </a:p>
          <a:p xmlns:a="http://schemas.openxmlformats.org/drawingml/2006/main">
            <a:r>
              <a:t>반례: return 없이 print만 하는 함수의 반환값은 None입니다. 그 값을 숫자처럼 더하려고 하면 오류가 날 수 있습니다. 화면만 보지 말고 return의 역할을 확인합니다.</a:t>
            </a:r>
          </a:p>
          <a:p xmlns:a="http://schemas.openxmlformats.org/drawingml/2006/main">
            <a:r>
              <a:t>질문: 화면에 보인 값은 언제나 같은 함수의 반환값인가요?</a:t>
            </a:r>
          </a:p>
          <a:p xmlns:a="http://schemas.openxmlformats.org/drawingml/2006/main">
            <a:r>
              <a:t>풀이: 아닙니다. print와 return은 별도이며 코드에서 반환을 확인합니다.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print는 값을 화면에 보여 주고 return은 함수를 부른 위치로 값을 돌려줍니다. 화면에 결과가 보였다는 사실과 다음 계산에 사용할 결과를 받았다는 사실은 다릅니다.</a:t>
            </a:r>
          </a:p>
          <a:p xmlns:a="http://schemas.openxmlformats.org/drawingml/2006/main">
            <a:r>
              <a:t>필요성: 결과를 JSON에 저장하거나 집계하려면 함수가 값을 돌려줘야 합니다. 화면 글자를 다른 코드가 저절로 변수에 담지는 않습니다.</a:t>
            </a:r>
          </a:p>
          <a:p xmlns:a="http://schemas.openxmlformats.org/drawingml/2006/main">
            <a:r>
              <a:t>예: add_offset은 받은 두 수를 더해 반환합니다. result가 23.5를 받고 다음 계산에서 사용합니다. 더하는 값은 수업 계산 예이며 실제 장비 교정값으로 사용하지 않습니다.</a:t>
            </a:r>
          </a:p>
          <a:p xmlns:a="http://schemas.openxmlformats.org/drawingml/2006/main">
            <a:r>
              <a:t>반례: return 없이 print만 하는 함수의 반환값은 None입니다. 그 값을 숫자처럼 더하려고 하면 오류가 날 수 있습니다. 화면만 보지 말고 return의 역할을 확인합니다.</a:t>
            </a:r>
          </a:p>
          <a:p xmlns:a="http://schemas.openxmlformats.org/drawingml/2006/main">
            <a:r>
              <a:t>질문: 화면에 보인 값은 언제나 같은 함수의 반환값인가요?</a:t>
            </a:r>
          </a:p>
          <a:p xmlns:a="http://schemas.openxmlformats.org/drawingml/2006/main">
            <a:r>
              <a:t>풀이: 아닙니다. print와 return은 별도이며 코드에서 반환을 확인합니다.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print는 값을 화면에 보여 주고 return은 함수를 부른 위치로 값을 돌려줍니다. 화면에 결과가 보였다는 사실과 다음 계산에 사용할 결과를 받았다는 사실은 다릅니다.</a:t>
            </a:r>
          </a:p>
          <a:p xmlns:a="http://schemas.openxmlformats.org/drawingml/2006/main">
            <a:r>
              <a:t>필요성: 결과를 JSON에 저장하거나 집계하려면 함수가 값을 돌려줘야 합니다. 화면 글자를 다른 코드가 저절로 변수에 담지는 않습니다.</a:t>
            </a:r>
          </a:p>
          <a:p xmlns:a="http://schemas.openxmlformats.org/drawingml/2006/main">
            <a:r>
              <a:t>예: add_offset은 받은 두 수를 더해 반환합니다. result가 23.5를 받고 다음 계산에서 사용합니다. 더하는 값은 수업 계산 예이며 실제 장비 교정값으로 사용하지 않습니다.</a:t>
            </a:r>
          </a:p>
          <a:p xmlns:a="http://schemas.openxmlformats.org/drawingml/2006/main">
            <a:r>
              <a:t>반례: return 없이 print만 하는 함수의 반환값은 None입니다. 그 값을 숫자처럼 더하려고 하면 오류가 날 수 있습니다. 화면만 보지 말고 return의 역할을 확인합니다.</a:t>
            </a:r>
          </a:p>
          <a:p xmlns:a="http://schemas.openxmlformats.org/drawingml/2006/main">
            <a:r>
              <a:t>질문: 화면에 보인 값은 언제나 같은 함수의 반환값인가요?</a:t>
            </a:r>
          </a:p>
          <a:p xmlns:a="http://schemas.openxmlformats.org/drawingml/2006/main">
            <a:r>
              <a:t>풀이: 아닙니다. print와 return은 별도이며 코드에서 반환을 확인합니다.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print는 값을 화면에 보여 주고 return은 함수를 부른 위치로 값을 돌려줍니다. 화면에 결과가 보였다는 사실과 다음 계산에 사용할 결과를 받았다는 사실은 다릅니다.</a:t>
            </a:r>
          </a:p>
          <a:p xmlns:a="http://schemas.openxmlformats.org/drawingml/2006/main">
            <a:r>
              <a:t>필요성: 결과를 JSON에 저장하거나 집계하려면 함수가 값을 돌려줘야 합니다. 화면 글자를 다른 코드가 저절로 변수에 담지는 않습니다.</a:t>
            </a:r>
          </a:p>
          <a:p xmlns:a="http://schemas.openxmlformats.org/drawingml/2006/main">
            <a:r>
              <a:t>예: add_offset은 받은 두 수를 더해 반환합니다. result가 23.5를 받고 다음 계산에서 사용합니다. 더하는 값은 수업 계산 예이며 실제 장비 교정값으로 사용하지 않습니다.</a:t>
            </a:r>
          </a:p>
          <a:p xmlns:a="http://schemas.openxmlformats.org/drawingml/2006/main">
            <a:r>
              <a:t>반례: return 없이 print만 하는 함수의 반환값은 None입니다. 그 값을 숫자처럼 더하려고 하면 오류가 날 수 있습니다. 화면만 보지 말고 return의 역할을 확인합니다.</a:t>
            </a:r>
          </a:p>
          <a:p xmlns:a="http://schemas.openxmlformats.org/drawingml/2006/main">
            <a:r>
              <a:t>질문: 화면에 보인 값은 언제나 같은 함수의 반환값인가요?</a:t>
            </a:r>
          </a:p>
          <a:p xmlns:a="http://schemas.openxmlformats.org/drawingml/2006/main">
            <a:r>
              <a:t>풀이: 아닙니다. print와 return은 별도이며 코드에서 반환을 확인합니다.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함수 안에서도 if를 사용할 수 있습니다. 입력을 받아 조건에 맞는 상태 문자열을 돌려주는 규칙을 만듭니다. return을 만나면 그 호출은 결과를 돌려주고 끝납니다.</a:t>
            </a:r>
          </a:p>
          <a:p xmlns:a="http://schemas.openxmlformats.org/drawingml/2006/main">
            <a:r>
              <a:t>필요성: 상태 규칙과 출력 위치를 나누면 같은 결과를 화면이나 파일에 사용할 수 있습니다. 함수가 입력 자체를 수정하는지 결과만 만드는지도 계약으로 구별합니다.</a:t>
            </a:r>
          </a:p>
          <a:p xmlns:a="http://schemas.openxmlformats.org/drawingml/2006/main">
            <a:r>
              <a:t>예: None이면 미측정,24.0 초과면 확인,나머지는 정상입니다. 앞의 return을 실행한 호출은 아래 비교로 다시 내려가지 않습니다.</a:t>
            </a:r>
          </a:p>
          <a:p xmlns:a="http://schemas.openxmlformats.org/drawingml/2006/main">
            <a:r>
              <a:t>반례: 함수로 묶었다고 자료형 규칙이 없어지는 것은 아닙니다. None을 먼저 숫자와 비교하면 TypeError가 나므로 값 없음의 처리를 앞에 둡니다.</a:t>
            </a:r>
          </a:p>
          <a:p xmlns:a="http://schemas.openxmlformats.org/drawingml/2006/main">
            <a:r>
              <a:t>질문: return 뒤의 코드를 같은 호출이 모두 실행하나요?</a:t>
            </a:r>
          </a:p>
          <a:p xmlns:a="http://schemas.openxmlformats.org/drawingml/2006/main">
            <a:r>
              <a:t>풀이: return으로 그 호출이 끝나므로 계속 내려가지 않습니다.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함수 안에서도 if를 사용할 수 있습니다. 입력을 받아 조건에 맞는 상태 문자열을 돌려주는 규칙을 만듭니다. return을 만나면 그 호출은 결과를 돌려주고 끝납니다.</a:t>
            </a:r>
          </a:p>
          <a:p xmlns:a="http://schemas.openxmlformats.org/drawingml/2006/main">
            <a:r>
              <a:t>필요성: 상태 규칙과 출력 위치를 나누면 같은 결과를 화면이나 파일에 사용할 수 있습니다. 함수가 입력 자체를 수정하는지 결과만 만드는지도 계약으로 구별합니다.</a:t>
            </a:r>
          </a:p>
          <a:p xmlns:a="http://schemas.openxmlformats.org/drawingml/2006/main">
            <a:r>
              <a:t>예: None이면 미측정,24.0 초과면 확인,나머지는 정상입니다. 앞의 return을 실행한 호출은 아래 비교로 다시 내려가지 않습니다.</a:t>
            </a:r>
          </a:p>
          <a:p xmlns:a="http://schemas.openxmlformats.org/drawingml/2006/main">
            <a:r>
              <a:t>반례: 함수로 묶었다고 자료형 규칙이 없어지는 것은 아닙니다. None을 먼저 숫자와 비교하면 TypeError가 나므로 값 없음의 처리를 앞에 둡니다.</a:t>
            </a:r>
          </a:p>
          <a:p xmlns:a="http://schemas.openxmlformats.org/drawingml/2006/main">
            <a:r>
              <a:t>질문: return 뒤의 코드를 같은 호출이 모두 실행하나요?</a:t>
            </a:r>
          </a:p>
          <a:p xmlns:a="http://schemas.openxmlformats.org/drawingml/2006/main">
            <a:r>
              <a:t>풀이: return으로 그 호출이 끝나므로 계속 내려가지 않습니다.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함수 안에서도 if를 사용할 수 있습니다. 입력을 받아 조건에 맞는 상태 문자열을 돌려주는 규칙을 만듭니다. return을 만나면 그 호출은 결과를 돌려주고 끝납니다.</a:t>
            </a:r>
          </a:p>
          <a:p xmlns:a="http://schemas.openxmlformats.org/drawingml/2006/main">
            <a:r>
              <a:t>필요성: 상태 규칙과 출력 위치를 나누면 같은 결과를 화면이나 파일에 사용할 수 있습니다. 함수가 입력 자체를 수정하는지 결과만 만드는지도 계약으로 구별합니다.</a:t>
            </a:r>
          </a:p>
          <a:p xmlns:a="http://schemas.openxmlformats.org/drawingml/2006/main">
            <a:r>
              <a:t>예: None이면 미측정,24.0 초과면 확인,나머지는 정상입니다. 앞의 return을 실행한 호출은 아래 비교로 다시 내려가지 않습니다.</a:t>
            </a:r>
          </a:p>
          <a:p xmlns:a="http://schemas.openxmlformats.org/drawingml/2006/main">
            <a:r>
              <a:t>반례: 함수로 묶었다고 자료형 규칙이 없어지는 것은 아닙니다. None을 먼저 숫자와 비교하면 TypeError가 나므로 값 없음의 처리를 앞에 둡니다.</a:t>
            </a:r>
          </a:p>
          <a:p xmlns:a="http://schemas.openxmlformats.org/drawingml/2006/main">
            <a:r>
              <a:t>질문: return 뒤의 코드를 같은 호출이 모두 실행하나요?</a:t>
            </a:r>
          </a:p>
          <a:p xmlns:a="http://schemas.openxmlformats.org/drawingml/2006/main">
            <a:r>
              <a:t>풀이: return으로 그 호출이 끝나므로 계속 내려가지 않습니다.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함수 안에서도 if를 사용할 수 있습니다. 입력을 받아 조건에 맞는 상태 문자열을 돌려주는 규칙을 만듭니다. return을 만나면 그 호출은 결과를 돌려주고 끝납니다.</a:t>
            </a:r>
          </a:p>
          <a:p xmlns:a="http://schemas.openxmlformats.org/drawingml/2006/main">
            <a:r>
              <a:t>필요성: 상태 규칙과 출력 위치를 나누면 같은 결과를 화면이나 파일에 사용할 수 있습니다. 함수가 입력 자체를 수정하는지 결과만 만드는지도 계약으로 구별합니다.</a:t>
            </a:r>
          </a:p>
          <a:p xmlns:a="http://schemas.openxmlformats.org/drawingml/2006/main">
            <a:r>
              <a:t>예: None이면 미측정,24.0 초과면 확인,나머지는 정상입니다. 앞의 return을 실행한 호출은 아래 비교로 다시 내려가지 않습니다.</a:t>
            </a:r>
          </a:p>
          <a:p xmlns:a="http://schemas.openxmlformats.org/drawingml/2006/main">
            <a:r>
              <a:t>반례: 함수로 묶었다고 자료형 규칙이 없어지는 것은 아닙니다. None을 먼저 숫자와 비교하면 TypeError가 나므로 값 없음의 처리를 앞에 둡니다.</a:t>
            </a:r>
          </a:p>
          <a:p xmlns:a="http://schemas.openxmlformats.org/drawingml/2006/main">
            <a:r>
              <a:t>질문: return 뒤의 코드를 같은 호출이 모두 실행하나요?</a:t>
            </a:r>
          </a:p>
          <a:p xmlns:a="http://schemas.openxmlformats.org/drawingml/2006/main">
            <a:r>
              <a:t>풀이: return으로 그 호출이 끝나므로 계속 내려가지 않습니다.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검증 사례는 입력과 기대 결과를 미리 적어 실제 결과와 비교하는 한 경우입니다. 정상값뿐 아니라 경계와 값 없음의 사례도 포함합니다.</a:t>
            </a:r>
          </a:p>
          <a:p xmlns:a="http://schemas.openxmlformats.org/drawingml/2006/main">
            <a:r>
              <a:t>필요성: 프로그램이 보여 준 결과를 그대로 정답으로 적으면 잘못된 코드도 통과합니다. 실행 전에 업무 규칙에서 기대값을 정해야 합니다.</a:t>
            </a:r>
          </a:p>
          <a:p xmlns:a="http://schemas.openxmlformats.org/drawingml/2006/main">
            <a:r>
              <a:t>예: 23.9·24.0·24.1은 정상·정상·확인입니다. None은 미측정이고 0.0은 실제 숫자입니다. 다섯 사례는 서로 다른 실수를 확인합니다.</a:t>
            </a:r>
          </a:p>
          <a:p xmlns:a="http://schemas.openxmlformats.org/drawingml/2006/main">
            <a:r>
              <a:t>반례: 다섯 사례를 통과했다고 모든 입력을 확인한 것은 아닙니다. 글자와 범위 밖 숫자는 아직 검사하지 않았다는 한계를 남깁니다.</a:t>
            </a:r>
          </a:p>
          <a:p xmlns:a="http://schemas.openxmlformats.org/drawingml/2006/main">
            <a:r>
              <a:t>질문: 20과 30만 확인하면 놓칠 수 있는 실수는 무엇인가요?</a:t>
            </a:r>
          </a:p>
          <a:p xmlns:a="http://schemas.openxmlformats.org/drawingml/2006/main">
            <a:r>
              <a:t>풀이: &gt;와&gt;= 차이를 놓칠 수 있으므로 같은 값 24.0을 확인합니다.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검증 사례는 입력과 기대 결과를 미리 적어 실제 결과와 비교하는 한 경우입니다. 정상값뿐 아니라 경계와 값 없음의 사례도 포함합니다.</a:t>
            </a:r>
          </a:p>
          <a:p xmlns:a="http://schemas.openxmlformats.org/drawingml/2006/main">
            <a:r>
              <a:t>필요성: 프로그램이 보여 준 결과를 그대로 정답으로 적으면 잘못된 코드도 통과합니다. 실행 전에 업무 규칙에서 기대값을 정해야 합니다.</a:t>
            </a:r>
          </a:p>
          <a:p xmlns:a="http://schemas.openxmlformats.org/drawingml/2006/main">
            <a:r>
              <a:t>예: 23.9·24.0·24.1은 정상·정상·확인입니다. None은 미측정이고 0.0은 실제 숫자입니다. 다섯 사례는 서로 다른 실수를 확인합니다.</a:t>
            </a:r>
          </a:p>
          <a:p xmlns:a="http://schemas.openxmlformats.org/drawingml/2006/main">
            <a:r>
              <a:t>반례: 다섯 사례를 통과했다고 모든 입력을 확인한 것은 아닙니다. 글자와 범위 밖 숫자는 아직 검사하지 않았다는 한계를 남깁니다.</a:t>
            </a:r>
          </a:p>
          <a:p xmlns:a="http://schemas.openxmlformats.org/drawingml/2006/main">
            <a:r>
              <a:t>질문: 20과 30만 확인하면 놓칠 수 있는 실수는 무엇인가요?</a:t>
            </a:r>
          </a:p>
          <a:p xmlns:a="http://schemas.openxmlformats.org/drawingml/2006/main">
            <a:r>
              <a:t>풀이: &gt;와&gt;= 차이를 놓칠 수 있으므로 같은 값 24.0을 확인합니다.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검증 사례는 입력과 기대 결과를 미리 적어 실제 결과와 비교하는 한 경우입니다. 정상값뿐 아니라 경계와 값 없음의 사례도 포함합니다.</a:t>
            </a:r>
          </a:p>
          <a:p xmlns:a="http://schemas.openxmlformats.org/drawingml/2006/main">
            <a:r>
              <a:t>필요성: 프로그램이 보여 준 결과를 그대로 정답으로 적으면 잘못된 코드도 통과합니다. 실행 전에 업무 규칙에서 기대값을 정해야 합니다.</a:t>
            </a:r>
          </a:p>
          <a:p xmlns:a="http://schemas.openxmlformats.org/drawingml/2006/main">
            <a:r>
              <a:t>예: 23.9·24.0·24.1은 정상·정상·확인입니다. None은 미측정이고 0.0은 실제 숫자입니다. 다섯 사례는 서로 다른 실수를 확인합니다.</a:t>
            </a:r>
          </a:p>
          <a:p xmlns:a="http://schemas.openxmlformats.org/drawingml/2006/main">
            <a:r>
              <a:t>반례: 다섯 사례를 통과했다고 모든 입력을 확인한 것은 아닙니다. 글자와 범위 밖 숫자는 아직 검사하지 않았다는 한계를 남깁니다.</a:t>
            </a:r>
          </a:p>
          <a:p xmlns:a="http://schemas.openxmlformats.org/drawingml/2006/main">
            <a:r>
              <a:t>질문: 20과 30만 확인하면 놓칠 수 있는 실수는 무엇인가요?</a:t>
            </a:r>
          </a:p>
          <a:p xmlns:a="http://schemas.openxmlformats.org/drawingml/2006/main">
            <a:r>
              <a:t>풀이: &gt;와&gt;= 차이를 놓칠 수 있으므로 같은 값 24.0을 확인합니다.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경로는 파일의 저장 주소입니다. 현재 터미널 폴더와 코드 폴더는 다를 수 있습니다. Path(__file__)로 코드 위치를 찾으면 그 위치를 기준으로 자료 주소를 만들 수 있습니다.</a:t>
            </a:r>
          </a:p>
          <a:p xmlns:a="http://schemas.openxmlformats.org/drawingml/2006/main">
            <a:r>
              <a:t>필요성: 터미널을 다른 곳에서 열어도 같은 자료를 읽도록 준비합니다. 긴 준비 줄을 외우기보다 code·work·data의 상대 배치를 이해하는 것이 목적입니다.</a:t>
            </a:r>
          </a:p>
          <a:p xmlns:a="http://schemas.openxmlformats.org/drawingml/2006/main">
            <a:r>
              <a:t>예: course/code 또는 course/work의 코드에서 parent.parent는 course입니다. 그 아래 data/notice.txt를 읽습니다. UTF-8은 한글을 글자로 해석하는 인코딩 약속입니다.</a:t>
            </a:r>
          </a:p>
          <a:p xmlns:a="http://schemas.openxmlformats.org/drawingml/2006/main">
            <a:r>
              <a:t>반례: FileNotFoundError는 주소와 이름의 문제를 먼저 확인해야 합니다. 아직 파일을 읽지 못했는데 숫자 변환을 수정해도 원인을 해결하지 못합니다.</a:t>
            </a:r>
          </a:p>
          <a:p xmlns:a="http://schemas.openxmlformats.org/drawingml/2006/main">
            <a:r>
              <a:t>질문: data만 다른 곳으로 옮겨도 자동으로 찾나요?</a:t>
            </a:r>
          </a:p>
          <a:p xmlns:a="http://schemas.openxmlformats.org/drawingml/2006/main">
            <a:r>
              <a:t>풀이: 정해진 상대 배치가 달라져 주소를 다시 확인해야 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경로는 파일의 저장 주소입니다. 현재 터미널 폴더와 코드 폴더는 다를 수 있습니다. Path(__file__)로 코드 위치를 찾으면 그 위치를 기준으로 자료 주소를 만들 수 있습니다.</a:t>
            </a:r>
          </a:p>
          <a:p xmlns:a="http://schemas.openxmlformats.org/drawingml/2006/main">
            <a:r>
              <a:t>필요성: 터미널을 다른 곳에서 열어도 같은 자료를 읽도록 준비합니다. 긴 준비 줄을 외우기보다 code·work·data의 상대 배치를 이해하는 것이 목적입니다.</a:t>
            </a:r>
          </a:p>
          <a:p xmlns:a="http://schemas.openxmlformats.org/drawingml/2006/main">
            <a:r>
              <a:t>예: course/code 또는 course/work의 코드에서 parent.parent는 course입니다. 그 아래 data/notice.txt를 읽습니다. UTF-8은 한글을 글자로 해석하는 인코딩 약속입니다.</a:t>
            </a:r>
          </a:p>
          <a:p xmlns:a="http://schemas.openxmlformats.org/drawingml/2006/main">
            <a:r>
              <a:t>반례: FileNotFoundError는 주소와 이름의 문제를 먼저 확인해야 합니다. 아직 파일을 읽지 못했는데 숫자 변환을 수정해도 원인을 해결하지 못합니다.</a:t>
            </a:r>
          </a:p>
          <a:p xmlns:a="http://schemas.openxmlformats.org/drawingml/2006/main">
            <a:r>
              <a:t>질문: data만 다른 곳으로 옮겨도 자동으로 찾나요?</a:t>
            </a:r>
          </a:p>
          <a:p xmlns:a="http://schemas.openxmlformats.org/drawingml/2006/main">
            <a:r>
              <a:t>풀이: 정해진 상대 배치가 달라져 주소를 다시 확인해야 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경로는 파일의 저장 주소입니다. 현재 터미널 폴더와 코드 폴더는 다를 수 있습니다. Path(__file__)로 코드 위치를 찾으면 그 위치를 기준으로 자료 주소를 만들 수 있습니다.</a:t>
            </a:r>
          </a:p>
          <a:p xmlns:a="http://schemas.openxmlformats.org/drawingml/2006/main">
            <a:r>
              <a:t>필요성: 터미널을 다른 곳에서 열어도 같은 자료를 읽도록 준비합니다. 긴 준비 줄을 외우기보다 code·work·data의 상대 배치를 이해하는 것이 목적입니다.</a:t>
            </a:r>
          </a:p>
          <a:p xmlns:a="http://schemas.openxmlformats.org/drawingml/2006/main">
            <a:r>
              <a:t>예: course/code 또는 course/work의 코드에서 parent.parent는 course입니다. 그 아래 data/notice.txt를 읽습니다. UTF-8은 한글을 글자로 해석하는 인코딩 약속입니다.</a:t>
            </a:r>
          </a:p>
          <a:p xmlns:a="http://schemas.openxmlformats.org/drawingml/2006/main">
            <a:r>
              <a:t>반례: FileNotFoundError는 주소와 이름의 문제를 먼저 확인해야 합니다. 아직 파일을 읽지 못했는데 숫자 변환을 수정해도 원인을 해결하지 못합니다.</a:t>
            </a:r>
          </a:p>
          <a:p xmlns:a="http://schemas.openxmlformats.org/drawingml/2006/main">
            <a:r>
              <a:t>질문: data만 다른 곳으로 옮겨도 자동으로 찾나요?</a:t>
            </a:r>
          </a:p>
          <a:p xmlns:a="http://schemas.openxmlformats.org/drawingml/2006/main">
            <a:r>
              <a:t>풀이: 정해진 상대 배치가 달라져 주소를 다시 확인해야 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경로는 파일의 저장 주소입니다. 현재 터미널 폴더와 코드 폴더는 다를 수 있습니다. Path(__file__)로 코드 위치를 찾으면 그 위치를 기준으로 자료 주소를 만들 수 있습니다.</a:t>
            </a:r>
          </a:p>
          <a:p xmlns:a="http://schemas.openxmlformats.org/drawingml/2006/main">
            <a:r>
              <a:t>필요성: 터미널을 다른 곳에서 열어도 같은 자료를 읽도록 준비합니다. 긴 준비 줄을 외우기보다 code·work·data의 상대 배치를 이해하는 것이 목적입니다.</a:t>
            </a:r>
          </a:p>
          <a:p xmlns:a="http://schemas.openxmlformats.org/drawingml/2006/main">
            <a:r>
              <a:t>예: course/code 또는 course/work의 코드에서 parent.parent는 course입니다. 그 아래 data/notice.txt를 읽습니다. UTF-8은 한글을 글자로 해석하는 인코딩 약속입니다.</a:t>
            </a:r>
          </a:p>
          <a:p xmlns:a="http://schemas.openxmlformats.org/drawingml/2006/main">
            <a:r>
              <a:t>반례: FileNotFoundError는 주소와 이름의 문제를 먼저 확인해야 합니다. 아직 파일을 읽지 못했는데 숫자 변환을 수정해도 원인을 해결하지 못합니다.</a:t>
            </a:r>
          </a:p>
          <a:p xmlns:a="http://schemas.openxmlformats.org/drawingml/2006/main">
            <a:r>
              <a:t>질문: data만 다른 곳으로 옮겨도 자동으로 찾나요?</a:t>
            </a:r>
          </a:p>
          <a:p xmlns:a="http://schemas.openxmlformats.org/drawingml/2006/main">
            <a:r>
              <a:t>풀이: 정해진 상대 배치가 달라져 주소를 다시 확인해야 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csv.DictReader는 헤더를 키로 삼아 각 데이터 행을 딕셔너리로 읽습니다. 기본 셀값은 문자열이므로 온도 계산 전에 의미에 맞는 해석이 필요합니다.</a:t>
            </a:r>
          </a:p>
          <a:p xmlns:a="http://schemas.openxmlformats.org/drawingml/2006/main">
            <a:r>
              <a:t>필요성: 열 번호를 외우기보다 temperature_c라는 이름으로 읽으면 처리할 항목이 드러납니다. 실제 헤더가 약속과 맞아야 같은 이름으로 읽을 수 있습니다.</a:t>
            </a:r>
          </a:p>
          <a:p xmlns:a="http://schemas.openxmlformats.org/drawingml/2006/main">
            <a:r>
              <a:t>예: 입력은 S01의 22.5,S02의 25.0,S03의 빈 온도,S04의 0.0 네 건입니다. 첫 온도의 화면 모양은 숫자 같지만 type은 str입니다.</a:t>
            </a:r>
          </a:p>
          <a:p xmlns:a="http://schemas.openxmlformats.org/drawingml/2006/main">
            <a:r>
              <a:t>반례: 헤더를 temperature로 바꾸면 temperature_c라는 키가 저절로 생기지 않습니다. DictReader가 업무상 비슷한 단어를 연결하지 않습니다.</a:t>
            </a:r>
          </a:p>
          <a:p xmlns:a="http://schemas.openxmlformats.org/drawingml/2006/main">
            <a:r>
              <a:t>질문: 빈 셀은 자동으로 None이 되나요?</a:t>
            </a:r>
          </a:p>
          <a:p xmlns:a="http://schemas.openxmlformats.org/drawingml/2006/main">
            <a:r>
              <a:t>풀이: 기본 읽기는 빈 문자열입니다. 사전의 규칙으로 별도 해석합니다.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csv.DictReader는 헤더를 키로 삼아 각 데이터 행을 딕셔너리로 읽습니다. 기본 셀값은 문자열이므로 온도 계산 전에 의미에 맞는 해석이 필요합니다.</a:t>
            </a:r>
          </a:p>
          <a:p xmlns:a="http://schemas.openxmlformats.org/drawingml/2006/main">
            <a:r>
              <a:t>필요성: 열 번호를 외우기보다 temperature_c라는 이름으로 읽으면 처리할 항목이 드러납니다. 실제 헤더가 약속과 맞아야 같은 이름으로 읽을 수 있습니다.</a:t>
            </a:r>
          </a:p>
          <a:p xmlns:a="http://schemas.openxmlformats.org/drawingml/2006/main">
            <a:r>
              <a:t>예: 입력은 S01의 22.5,S02의 25.0,S03의 빈 온도,S04의 0.0 네 건입니다. 첫 온도의 화면 모양은 숫자 같지만 type은 str입니다.</a:t>
            </a:r>
          </a:p>
          <a:p xmlns:a="http://schemas.openxmlformats.org/drawingml/2006/main">
            <a:r>
              <a:t>반례: 헤더를 temperature로 바꾸면 temperature_c라는 키가 저절로 생기지 않습니다. DictReader가 업무상 비슷한 단어를 연결하지 않습니다.</a:t>
            </a:r>
          </a:p>
          <a:p xmlns:a="http://schemas.openxmlformats.org/drawingml/2006/main">
            <a:r>
              <a:t>질문: 빈 셀은 자동으로 None이 되나요?</a:t>
            </a:r>
          </a:p>
          <a:p xmlns:a="http://schemas.openxmlformats.org/drawingml/2006/main">
            <a:r>
              <a:t>풀이: 기본 읽기는 빈 문자열입니다. 사전의 규칙으로 별도 해석합니다.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csv.DictReader는 헤더를 키로 삼아 각 데이터 행을 딕셔너리로 읽습니다. 기본 셀값은 문자열이므로 온도 계산 전에 의미에 맞는 해석이 필요합니다.</a:t>
            </a:r>
          </a:p>
          <a:p xmlns:a="http://schemas.openxmlformats.org/drawingml/2006/main">
            <a:r>
              <a:t>필요성: 열 번호를 외우기보다 temperature_c라는 이름으로 읽으면 처리할 항목이 드러납니다. 실제 헤더가 약속과 맞아야 같은 이름으로 읽을 수 있습니다.</a:t>
            </a:r>
          </a:p>
          <a:p xmlns:a="http://schemas.openxmlformats.org/drawingml/2006/main">
            <a:r>
              <a:t>예: 입력은 S01의 22.5,S02의 25.0,S03의 빈 온도,S04의 0.0 네 건입니다. 첫 온도의 화면 모양은 숫자 같지만 type은 str입니다.</a:t>
            </a:r>
          </a:p>
          <a:p xmlns:a="http://schemas.openxmlformats.org/drawingml/2006/main">
            <a:r>
              <a:t>반례: 헤더를 temperature로 바꾸면 temperature_c라는 키가 저절로 생기지 않습니다. DictReader가 업무상 비슷한 단어를 연결하지 않습니다.</a:t>
            </a:r>
          </a:p>
          <a:p xmlns:a="http://schemas.openxmlformats.org/drawingml/2006/main">
            <a:r>
              <a:t>질문: 빈 셀은 자동으로 None이 되나요?</a:t>
            </a:r>
          </a:p>
          <a:p xmlns:a="http://schemas.openxmlformats.org/drawingml/2006/main">
            <a:r>
              <a:t>풀이: 기본 읽기는 빈 문자열입니다. 사전의 규칙으로 별도 해석합니다.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csv.DictReader는 헤더를 키로 삼아 각 데이터 행을 딕셔너리로 읽습니다. 기본 셀값은 문자열이므로 온도 계산 전에 의미에 맞는 해석이 필요합니다.</a:t>
            </a:r>
          </a:p>
          <a:p xmlns:a="http://schemas.openxmlformats.org/drawingml/2006/main">
            <a:r>
              <a:t>필요성: 열 번호를 외우기보다 temperature_c라는 이름으로 읽으면 처리할 항목이 드러납니다. 실제 헤더가 약속과 맞아야 같은 이름으로 읽을 수 있습니다.</a:t>
            </a:r>
          </a:p>
          <a:p xmlns:a="http://schemas.openxmlformats.org/drawingml/2006/main">
            <a:r>
              <a:t>예: 입력은 S01의 22.5,S02의 25.0,S03의 빈 온도,S04의 0.0 네 건입니다. 첫 온도의 화면 모양은 숫자 같지만 type은 str입니다.</a:t>
            </a:r>
          </a:p>
          <a:p xmlns:a="http://schemas.openxmlformats.org/drawingml/2006/main">
            <a:r>
              <a:t>반례: 헤더를 temperature로 바꾸면 temperature_c라는 키가 저절로 생기지 않습니다. DictReader가 업무상 비슷한 단어를 연결하지 않습니다.</a:t>
            </a:r>
          </a:p>
          <a:p xmlns:a="http://schemas.openxmlformats.org/drawingml/2006/main">
            <a:r>
              <a:t>질문: 빈 셀은 자동으로 None이 되나요?</a:t>
            </a:r>
          </a:p>
          <a:p xmlns:a="http://schemas.openxmlformats.org/drawingml/2006/main">
            <a:r>
              <a:t>풀이: 기본 읽기는 빈 문자열입니다. 사전의 규칙으로 별도 해석합니다.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json.dumps는 프로그램 값을 JSON 텍스트로 표현합니다. 그 텍스트를 경로에 써야 결과 파일이 생깁니다. 입력 읽기와 결과 저장은 별도 작업입니다.</a:t>
            </a:r>
          </a:p>
          <a:p xmlns:a="http://schemas.openxmlformats.org/drawingml/2006/main">
            <a:r>
              <a:t>필요성: 화면 출력만 있으면 다음 사람이 결과를 재사용하기 어렵습니다. 입력 원자료를 덮어쓰지 않도록 work의 결과 경로를 명확히 정합니다.</a:t>
            </a:r>
          </a:p>
          <a:p xmlns:a="http://schemas.openxmlformats.org/drawingml/2006/main">
            <a:r>
              <a:t>예: 건수 4와 미측정 1을 JSON으로 저장합니다. ensure_ascii=False는 한글을 읽기 쉬운 모양으로 남기고 indent=2는 들여쓰기를 넣습니다. 저장한 파일을 다시 읽어 값이 같은지 봅니다.</a:t>
            </a:r>
          </a:p>
          <a:p xmlns:a="http://schemas.openxmlformats.org/drawingml/2006/main">
            <a:r>
              <a:t>반례: .json이라는 이름만으로 내용이 JSON이 되지는 않습니다. 딕셔너리 화면 문자열을 그대로 쓰기보다 JSON 변환 도구를 사용합니다.</a:t>
            </a:r>
          </a:p>
          <a:p xmlns:a="http://schemas.openxmlformats.org/drawingml/2006/main">
            <a:r>
              <a:t>질문: print와 write_text는 같은 행동인가요?</a:t>
            </a:r>
          </a:p>
          <a:p xmlns:a="http://schemas.openxmlformats.org/drawingml/2006/main">
            <a:r>
              <a:t>풀이: 화면 표시와 파일 저장으로 역할이 다릅니다.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json.dumps는 프로그램 값을 JSON 텍스트로 표현합니다. 그 텍스트를 경로에 써야 결과 파일이 생깁니다. 입력 읽기와 결과 저장은 별도 작업입니다.</a:t>
            </a:r>
          </a:p>
          <a:p xmlns:a="http://schemas.openxmlformats.org/drawingml/2006/main">
            <a:r>
              <a:t>필요성: 화면 출력만 있으면 다음 사람이 결과를 재사용하기 어렵습니다. 입력 원자료를 덮어쓰지 않도록 work의 결과 경로를 명확히 정합니다.</a:t>
            </a:r>
          </a:p>
          <a:p xmlns:a="http://schemas.openxmlformats.org/drawingml/2006/main">
            <a:r>
              <a:t>예: 건수 4와 미측정 1을 JSON으로 저장합니다. ensure_ascii=False는 한글을 읽기 쉬운 모양으로 남기고 indent=2는 들여쓰기를 넣습니다. 저장한 파일을 다시 읽어 값이 같은지 봅니다.</a:t>
            </a:r>
          </a:p>
          <a:p xmlns:a="http://schemas.openxmlformats.org/drawingml/2006/main">
            <a:r>
              <a:t>반례: .json이라는 이름만으로 내용이 JSON이 되지는 않습니다. 딕셔너리 화면 문자열을 그대로 쓰기보다 JSON 변환 도구를 사용합니다.</a:t>
            </a:r>
          </a:p>
          <a:p xmlns:a="http://schemas.openxmlformats.org/drawingml/2006/main">
            <a:r>
              <a:t>질문: print와 write_text는 같은 행동인가요?</a:t>
            </a:r>
          </a:p>
          <a:p xmlns:a="http://schemas.openxmlformats.org/drawingml/2006/main">
            <a:r>
              <a:t>풀이: 화면 표시와 파일 저장으로 역할이 다릅니다.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json.dumps는 프로그램 값을 JSON 텍스트로 표현합니다. 그 텍스트를 경로에 써야 결과 파일이 생깁니다. 입력 읽기와 결과 저장은 별도 작업입니다.</a:t>
            </a:r>
          </a:p>
          <a:p xmlns:a="http://schemas.openxmlformats.org/drawingml/2006/main">
            <a:r>
              <a:t>필요성: 화면 출력만 있으면 다음 사람이 결과를 재사용하기 어렵습니다. 입력 원자료를 덮어쓰지 않도록 work의 결과 경로를 명확히 정합니다.</a:t>
            </a:r>
          </a:p>
          <a:p xmlns:a="http://schemas.openxmlformats.org/drawingml/2006/main">
            <a:r>
              <a:t>예: 건수 4와 미측정 1을 JSON으로 저장합니다. ensure_ascii=False는 한글을 읽기 쉬운 모양으로 남기고 indent=2는 들여쓰기를 넣습니다. 저장한 파일을 다시 읽어 값이 같은지 봅니다.</a:t>
            </a:r>
          </a:p>
          <a:p xmlns:a="http://schemas.openxmlformats.org/drawingml/2006/main">
            <a:r>
              <a:t>반례: .json이라는 이름만으로 내용이 JSON이 되지는 않습니다. 딕셔너리 화면 문자열을 그대로 쓰기보다 JSON 변환 도구를 사용합니다.</a:t>
            </a:r>
          </a:p>
          <a:p xmlns:a="http://schemas.openxmlformats.org/drawingml/2006/main">
            <a:r>
              <a:t>질문: print와 write_text는 같은 행동인가요?</a:t>
            </a:r>
          </a:p>
          <a:p xmlns:a="http://schemas.openxmlformats.org/drawingml/2006/main">
            <a:r>
              <a:t>풀이: 화면 표시와 파일 저장으로 역할이 다릅니다.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json.dumps는 프로그램 값을 JSON 텍스트로 표현합니다. 그 텍스트를 경로에 써야 결과 파일이 생깁니다. 입력 읽기와 결과 저장은 별도 작업입니다.</a:t>
            </a:r>
          </a:p>
          <a:p xmlns:a="http://schemas.openxmlformats.org/drawingml/2006/main">
            <a:r>
              <a:t>필요성: 화면 출력만 있으면 다음 사람이 결과를 재사용하기 어렵습니다. 입력 원자료를 덮어쓰지 않도록 work의 결과 경로를 명확히 정합니다.</a:t>
            </a:r>
          </a:p>
          <a:p xmlns:a="http://schemas.openxmlformats.org/drawingml/2006/main">
            <a:r>
              <a:t>예: 건수 4와 미측정 1을 JSON으로 저장합니다. ensure_ascii=False는 한글을 읽기 쉬운 모양으로 남기고 indent=2는 들여쓰기를 넣습니다. 저장한 파일을 다시 읽어 값이 같은지 봅니다.</a:t>
            </a:r>
          </a:p>
          <a:p xmlns:a="http://schemas.openxmlformats.org/drawingml/2006/main">
            <a:r>
              <a:t>반례: .json이라는 이름만으로 내용이 JSON이 되지는 않습니다. 딕셔너리 화면 문자열을 그대로 쓰기보다 JSON 변환 도구를 사용합니다.</a:t>
            </a:r>
          </a:p>
          <a:p xmlns:a="http://schemas.openxmlformats.org/drawingml/2006/main">
            <a:r>
              <a:t>질문: print와 write_text는 같은 행동인가요?</a:t>
            </a:r>
          </a:p>
          <a:p xmlns:a="http://schemas.openxmlformats.org/drawingml/2006/main">
            <a:r>
              <a:t>풀이: 화면 표시와 파일 저장으로 역할이 다릅니다.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빈값 규칙과 숫자 변환은 다른 단계입니다. 이 자료의 빈 온도는 미측정이므로 None으로 보존하고 숫자가 아닌 글자는 잘못된 입력으로 알립니다.</a:t>
            </a:r>
          </a:p>
          <a:p xmlns:a="http://schemas.openxmlformats.org/drawingml/2006/main">
            <a:r>
              <a:t>필요성: 모든 변환 실패를 None으로 바꾸면 누락과 잘못된 기록을 구별하지 못합니다. 원문과 실패 이유를 남겨야 확인 요청을 할 수 있습니다.</a:t>
            </a:r>
          </a:p>
          <a:p xmlns:a="http://schemas.openxmlformats.org/drawingml/2006/main">
            <a:r>
              <a:t>예: 빈 문자열은 None, "0.0"은 숫자 0.0, "뜨거움"은 ValueError입니다. 먼저 빈 문자열인지 확인하고 나머지에 숫자 변환을 적용합니다.</a:t>
            </a:r>
          </a:p>
          <a:p xmlns:a="http://schemas.openxmlformats.org/drawingml/2006/main">
            <a:r>
              <a:t>반례: 빈 문자열을 0으로 대신 채우면 미측정을 실제 0℃로 바꿉니다. 계산을 편하게 하려고 확인되지 않은 값을 보충하지 않습니다.</a:t>
            </a:r>
          </a:p>
          <a:p xmlns:a="http://schemas.openxmlformats.org/drawingml/2006/main">
            <a:r>
              <a:t>질문: 잘못된 숫자를 미측정으로 바꾸면 무엇을 잃나요?</a:t>
            </a:r>
          </a:p>
          <a:p xmlns:a="http://schemas.openxmlformats.org/drawingml/2006/main">
            <a:r>
              <a:t>풀이: 잘못 적힌 원문과 오류가 있었다는 사실을 잃을 수 있습니다.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빈값 규칙과 숫자 변환은 다른 단계입니다. 이 자료의 빈 온도는 미측정이므로 None으로 보존하고 숫자가 아닌 글자는 잘못된 입력으로 알립니다.</a:t>
            </a:r>
          </a:p>
          <a:p xmlns:a="http://schemas.openxmlformats.org/drawingml/2006/main">
            <a:r>
              <a:t>필요성: 모든 변환 실패를 None으로 바꾸면 누락과 잘못된 기록을 구별하지 못합니다. 원문과 실패 이유를 남겨야 확인 요청을 할 수 있습니다.</a:t>
            </a:r>
          </a:p>
          <a:p xmlns:a="http://schemas.openxmlformats.org/drawingml/2006/main">
            <a:r>
              <a:t>예: 빈 문자열은 None, "0.0"은 숫자 0.0, "뜨거움"은 ValueError입니다. 먼저 빈 문자열인지 확인하고 나머지에 숫자 변환을 적용합니다.</a:t>
            </a:r>
          </a:p>
          <a:p xmlns:a="http://schemas.openxmlformats.org/drawingml/2006/main">
            <a:r>
              <a:t>반례: 빈 문자열을 0으로 대신 채우면 미측정을 실제 0℃로 바꿉니다. 계산을 편하게 하려고 확인되지 않은 값을 보충하지 않습니다.</a:t>
            </a:r>
          </a:p>
          <a:p xmlns:a="http://schemas.openxmlformats.org/drawingml/2006/main">
            <a:r>
              <a:t>질문: 잘못된 숫자를 미측정으로 바꾸면 무엇을 잃나요?</a:t>
            </a:r>
          </a:p>
          <a:p xmlns:a="http://schemas.openxmlformats.org/drawingml/2006/main">
            <a:r>
              <a:t>풀이: 잘못 적힌 원문과 오류가 있었다는 사실을 잃을 수 있습니다.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빈값 규칙과 숫자 변환은 다른 단계입니다. 이 자료의 빈 온도는 미측정이므로 None으로 보존하고 숫자가 아닌 글자는 잘못된 입력으로 알립니다.</a:t>
            </a:r>
          </a:p>
          <a:p xmlns:a="http://schemas.openxmlformats.org/drawingml/2006/main">
            <a:r>
              <a:t>필요성: 모든 변환 실패를 None으로 바꾸면 누락과 잘못된 기록을 구별하지 못합니다. 원문과 실패 이유를 남겨야 확인 요청을 할 수 있습니다.</a:t>
            </a:r>
          </a:p>
          <a:p xmlns:a="http://schemas.openxmlformats.org/drawingml/2006/main">
            <a:r>
              <a:t>예: 빈 문자열은 None, "0.0"은 숫자 0.0, "뜨거움"은 ValueError입니다. 먼저 빈 문자열인지 확인하고 나머지에 숫자 변환을 적용합니다.</a:t>
            </a:r>
          </a:p>
          <a:p xmlns:a="http://schemas.openxmlformats.org/drawingml/2006/main">
            <a:r>
              <a:t>반례: 빈 문자열을 0으로 대신 채우면 미측정을 실제 0℃로 바꿉니다. 계산을 편하게 하려고 확인되지 않은 값을 보충하지 않습니다.</a:t>
            </a:r>
          </a:p>
          <a:p xmlns:a="http://schemas.openxmlformats.org/drawingml/2006/main">
            <a:r>
              <a:t>질문: 잘못된 숫자를 미측정으로 바꾸면 무엇을 잃나요?</a:t>
            </a:r>
          </a:p>
          <a:p xmlns:a="http://schemas.openxmlformats.org/drawingml/2006/main">
            <a:r>
              <a:t>풀이: 잘못 적힌 원문과 오류가 있었다는 사실을 잃을 수 있습니다.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빈값 규칙과 숫자 변환은 다른 단계입니다. 이 자료의 빈 온도는 미측정이므로 None으로 보존하고 숫자가 아닌 글자는 잘못된 입력으로 알립니다.</a:t>
            </a:r>
          </a:p>
          <a:p xmlns:a="http://schemas.openxmlformats.org/drawingml/2006/main">
            <a:r>
              <a:t>필요성: 모든 변환 실패를 None으로 바꾸면 누락과 잘못된 기록을 구별하지 못합니다. 원문과 실패 이유를 남겨야 확인 요청을 할 수 있습니다.</a:t>
            </a:r>
          </a:p>
          <a:p xmlns:a="http://schemas.openxmlformats.org/drawingml/2006/main">
            <a:r>
              <a:t>예: 빈 문자열은 None, "0.0"은 숫자 0.0, "뜨거움"은 ValueError입니다. 먼저 빈 문자열인지 확인하고 나머지에 숫자 변환을 적용합니다.</a:t>
            </a:r>
          </a:p>
          <a:p xmlns:a="http://schemas.openxmlformats.org/drawingml/2006/main">
            <a:r>
              <a:t>반례: 빈 문자열을 0으로 대신 채우면 미측정을 실제 0℃로 바꿉니다. 계산을 편하게 하려고 확인되지 않은 값을 보충하지 않습니다.</a:t>
            </a:r>
          </a:p>
          <a:p xmlns:a="http://schemas.openxmlformats.org/drawingml/2006/main">
            <a:r>
              <a:t>질문: 잘못된 숫자를 미측정으로 바꾸면 무엇을 잃나요?</a:t>
            </a:r>
          </a:p>
          <a:p xmlns:a="http://schemas.openxmlformats.org/drawingml/2006/main">
            <a:r>
              <a:t>풀이: 잘못 적힌 원문과 오류가 있었다는 사실을 잃을 수 있습니다.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오류 기록은 실패한 파일과 줄, 오류 종류, 관련 값의 단서를 보여 줍니다. traceback은 호출 경로를 나타내며 마지막 줄에서 오류 종류와 설명을 찾습니다.</a:t>
            </a:r>
          </a:p>
          <a:p xmlns:a="http://schemas.openxmlformats.org/drawingml/2006/main">
            <a:r>
              <a:t>필요성: 파일 없음·키 없음·숫자 변환 실패는 다음 행동이 다릅니다. 이름만 암기하기보다 실패한 작업과 입력을 연결합니다.</a:t>
            </a:r>
          </a:p>
          <a:p xmlns:a="http://schemas.openxmlformats.org/drawingml/2006/main">
            <a:r>
              <a:t>예: FileNotFoundError는 주소, KeyError는 헤더와 키, ValueError는 숫자로 해석하려던 원문을 확인합니다. 근거를 보기 전에 전체 코드를 교체하지 않습니다.</a:t>
            </a:r>
          </a:p>
          <a:p xmlns:a="http://schemas.openxmlformats.org/drawingml/2006/main">
            <a:r>
              <a:t>반례: float(raw)에서 실패했다고 float 도구 자체가 잘못된 것은 아닐 수 있습니다. 숫자 자리에 ‘뜨거움’이 들어온 입력 문제를 확인해야 합니다.</a:t>
            </a:r>
          </a:p>
          <a:p xmlns:a="http://schemas.openxmlformats.org/drawingml/2006/main">
            <a:r>
              <a:t>질문: ValueError면 모두 같은 값으로 고쳐도 되나요?</a:t>
            </a:r>
          </a:p>
          <a:p xmlns:a="http://schemas.openxmlformats.org/drawingml/2006/main">
            <a:r>
              <a:t>풀이: 해석한 원문과 적용 규칙, 확정 근거가 달라서 같은 수정으로 해결할 수 없습니다.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오류 기록은 실패한 파일과 줄, 오류 종류, 관련 값의 단서를 보여 줍니다. traceback은 호출 경로를 나타내며 마지막 줄에서 오류 종류와 설명을 찾습니다.</a:t>
            </a:r>
          </a:p>
          <a:p xmlns:a="http://schemas.openxmlformats.org/drawingml/2006/main">
            <a:r>
              <a:t>필요성: 파일 없음·키 없음·숫자 변환 실패는 다음 행동이 다릅니다. 이름만 암기하기보다 실패한 작업과 입력을 연결합니다.</a:t>
            </a:r>
          </a:p>
          <a:p xmlns:a="http://schemas.openxmlformats.org/drawingml/2006/main">
            <a:r>
              <a:t>예: FileNotFoundError는 주소, KeyError는 헤더와 키, ValueError는 숫자로 해석하려던 원문을 확인합니다. 근거를 보기 전에 전체 코드를 교체하지 않습니다.</a:t>
            </a:r>
          </a:p>
          <a:p xmlns:a="http://schemas.openxmlformats.org/drawingml/2006/main">
            <a:r>
              <a:t>반례: float(raw)에서 실패했다고 float 도구 자체가 잘못된 것은 아닐 수 있습니다. 숫자 자리에 ‘뜨거움’이 들어온 입력 문제를 확인해야 합니다.</a:t>
            </a:r>
          </a:p>
          <a:p xmlns:a="http://schemas.openxmlformats.org/drawingml/2006/main">
            <a:r>
              <a:t>질문: ValueError면 모두 같은 값으로 고쳐도 되나요?</a:t>
            </a:r>
          </a:p>
          <a:p xmlns:a="http://schemas.openxmlformats.org/drawingml/2006/main">
            <a:r>
              <a:t>풀이: 해석한 원문과 적용 규칙, 확정 근거가 달라서 같은 수정으로 해결할 수 없습니다.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오류 기록은 실패한 파일과 줄, 오류 종류, 관련 값의 단서를 보여 줍니다. traceback은 호출 경로를 나타내며 마지막 줄에서 오류 종류와 설명을 찾습니다.</a:t>
            </a:r>
          </a:p>
          <a:p xmlns:a="http://schemas.openxmlformats.org/drawingml/2006/main">
            <a:r>
              <a:t>필요성: 파일 없음·키 없음·숫자 변환 실패는 다음 행동이 다릅니다. 이름만 암기하기보다 실패한 작업과 입력을 연결합니다.</a:t>
            </a:r>
          </a:p>
          <a:p xmlns:a="http://schemas.openxmlformats.org/drawingml/2006/main">
            <a:r>
              <a:t>예: FileNotFoundError는 주소, KeyError는 헤더와 키, ValueError는 숫자로 해석하려던 원문을 확인합니다. 근거를 보기 전에 전체 코드를 교체하지 않습니다.</a:t>
            </a:r>
          </a:p>
          <a:p xmlns:a="http://schemas.openxmlformats.org/drawingml/2006/main">
            <a:r>
              <a:t>반례: float(raw)에서 실패했다고 float 도구 자체가 잘못된 것은 아닐 수 있습니다. 숫자 자리에 ‘뜨거움’이 들어온 입력 문제를 확인해야 합니다.</a:t>
            </a:r>
          </a:p>
          <a:p xmlns:a="http://schemas.openxmlformats.org/drawingml/2006/main">
            <a:r>
              <a:t>질문: ValueError면 모두 같은 값으로 고쳐도 되나요?</a:t>
            </a:r>
          </a:p>
          <a:p xmlns:a="http://schemas.openxmlformats.org/drawingml/2006/main">
            <a:r>
              <a:t>풀이: 해석한 원문과 적용 규칙, 확정 근거가 달라서 같은 수정으로 해결할 수 없습니다.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try에는 실패할 수 있는 작업을 쓰고 except에는 특정 예외가 났을 때 할 일을 씁니다. 오류를 처리하는 일은 문제를 없던 일로 만드는 것이 아니라 기록과 다음 행동을 정하는 일입니다.</a:t>
            </a:r>
          </a:p>
          <a:p xmlns:a="http://schemas.openxmlformats.org/drawingml/2006/main">
            <a:r>
              <a:t>필요성: 한 값이 잘못되어도 원문과 이유를 남길 수 있습니다. 다룰 오류 종류를 좁히면 예상하지 못한 문제를 숨기지 않습니다.</a:t>
            </a:r>
          </a:p>
          <a:p xmlns:a="http://schemas.openxmlformats.org/drawingml/2006/main">
            <a:r>
              <a:t>예: ‘뜨거움’을 float로 읽으면 ValueError가 납니다. 그때 원문과 확인 필요 메시지를 출력합니다. 정상값 24.0을 주면 숫자를 출력합니다.</a:t>
            </a:r>
          </a:p>
          <a:p xmlns:a="http://schemas.openxmlformats.org/drawingml/2006/main">
            <a:r>
              <a:t>반례: except: pass로 모든 오류를 무시하면 어떤 기록이 사라졌는지 모릅니다. 이 코드는 ValueError만 다루며 모든 오류를 복구한다고 설명하지 않습니다.</a:t>
            </a:r>
          </a:p>
          <a:p xmlns:a="http://schemas.openxmlformats.org/drawingml/2006/main">
            <a:r>
              <a:t>질문: except를 실행하면 실제 온도를 알아낸 것인가요?</a:t>
            </a:r>
          </a:p>
          <a:p xmlns:a="http://schemas.openxmlformats.org/drawingml/2006/main">
            <a:r>
              <a:t>풀이: 문제가 있음을 기록한 것이며 실제 값은 추가 확인이 필요합니다.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try에는 실패할 수 있는 작업을 쓰고 except에는 특정 예외가 났을 때 할 일을 씁니다. 오류를 처리하는 일은 문제를 없던 일로 만드는 것이 아니라 기록과 다음 행동을 정하는 일입니다.</a:t>
            </a:r>
          </a:p>
          <a:p xmlns:a="http://schemas.openxmlformats.org/drawingml/2006/main">
            <a:r>
              <a:t>필요성: 한 값이 잘못되어도 원문과 이유를 남길 수 있습니다. 다룰 오류 종류를 좁히면 예상하지 못한 문제를 숨기지 않습니다.</a:t>
            </a:r>
          </a:p>
          <a:p xmlns:a="http://schemas.openxmlformats.org/drawingml/2006/main">
            <a:r>
              <a:t>예: ‘뜨거움’을 float로 읽으면 ValueError가 납니다. 그때 원문과 확인 필요 메시지를 출력합니다. 정상값 24.0을 주면 숫자를 출력합니다.</a:t>
            </a:r>
          </a:p>
          <a:p xmlns:a="http://schemas.openxmlformats.org/drawingml/2006/main">
            <a:r>
              <a:t>반례: except: pass로 모든 오류를 무시하면 어떤 기록이 사라졌는지 모릅니다. 이 코드는 ValueError만 다루며 모든 오류를 복구한다고 설명하지 않습니다.</a:t>
            </a:r>
          </a:p>
          <a:p xmlns:a="http://schemas.openxmlformats.org/drawingml/2006/main">
            <a:r>
              <a:t>질문: except를 실행하면 실제 온도를 알아낸 것인가요?</a:t>
            </a:r>
          </a:p>
          <a:p xmlns:a="http://schemas.openxmlformats.org/drawingml/2006/main">
            <a:r>
              <a:t>풀이: 문제가 있음을 기록한 것이며 실제 값은 추가 확인이 필요합니다.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try에는 실패할 수 있는 작업을 쓰고 except에는 특정 예외가 났을 때 할 일을 씁니다. 오류를 처리하는 일은 문제를 없던 일로 만드는 것이 아니라 기록과 다음 행동을 정하는 일입니다.</a:t>
            </a:r>
          </a:p>
          <a:p xmlns:a="http://schemas.openxmlformats.org/drawingml/2006/main">
            <a:r>
              <a:t>필요성: 한 값이 잘못되어도 원문과 이유를 남길 수 있습니다. 다룰 오류 종류를 좁히면 예상하지 못한 문제를 숨기지 않습니다.</a:t>
            </a:r>
          </a:p>
          <a:p xmlns:a="http://schemas.openxmlformats.org/drawingml/2006/main">
            <a:r>
              <a:t>예: ‘뜨거움’을 float로 읽으면 ValueError가 납니다. 그때 원문과 확인 필요 메시지를 출력합니다. 정상값 24.0을 주면 숫자를 출력합니다.</a:t>
            </a:r>
          </a:p>
          <a:p xmlns:a="http://schemas.openxmlformats.org/drawingml/2006/main">
            <a:r>
              <a:t>반례: except: pass로 모든 오류를 무시하면 어떤 기록이 사라졌는지 모릅니다. 이 코드는 ValueError만 다루며 모든 오류를 복구한다고 설명하지 않습니다.</a:t>
            </a:r>
          </a:p>
          <a:p xmlns:a="http://schemas.openxmlformats.org/drawingml/2006/main">
            <a:r>
              <a:t>질문: except를 실행하면 실제 온도를 알아낸 것인가요?</a:t>
            </a:r>
          </a:p>
          <a:p xmlns:a="http://schemas.openxmlformats.org/drawingml/2006/main">
            <a:r>
              <a:t>풀이: 문제가 있음을 기록한 것이며 실제 값은 추가 확인이 필요합니다.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try에는 실패할 수 있는 작업을 쓰고 except에는 특정 예외가 났을 때 할 일을 씁니다. 오류를 처리하는 일은 문제를 없던 일로 만드는 것이 아니라 기록과 다음 행동을 정하는 일입니다.</a:t>
            </a:r>
          </a:p>
          <a:p xmlns:a="http://schemas.openxmlformats.org/drawingml/2006/main">
            <a:r>
              <a:t>필요성: 한 값이 잘못되어도 원문과 이유를 남길 수 있습니다. 다룰 오류 종류를 좁히면 예상하지 못한 문제를 숨기지 않습니다.</a:t>
            </a:r>
          </a:p>
          <a:p xmlns:a="http://schemas.openxmlformats.org/drawingml/2006/main">
            <a:r>
              <a:t>예: ‘뜨거움’을 float로 읽으면 ValueError가 납니다. 그때 원문과 확인 필요 메시지를 출력합니다. 정상값 24.0을 주면 숫자를 출력합니다.</a:t>
            </a:r>
          </a:p>
          <a:p xmlns:a="http://schemas.openxmlformats.org/drawingml/2006/main">
            <a:r>
              <a:t>반례: except: pass로 모든 오류를 무시하면 어떤 기록이 사라졌는지 모릅니다. 이 코드는 ValueError만 다루며 모든 오류를 복구한다고 설명하지 않습니다.</a:t>
            </a:r>
          </a:p>
          <a:p xmlns:a="http://schemas.openxmlformats.org/drawingml/2006/main">
            <a:r>
              <a:t>질문: except를 실행하면 실제 온도를 알아낸 것인가요?</a:t>
            </a:r>
          </a:p>
          <a:p xmlns:a="http://schemas.openxmlformats.org/drawingml/2006/main">
            <a:r>
              <a:t>풀이: 문제가 있음을 기록한 것이며 실제 값은 추가 확인이 필요합니다.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숫자로 변환할 수 있다는 것과 허용 범위 안에 있다는 것은 다른 검사입니다. 값이 0~50인지 확인하고 벗어나면 이유를 예외로 알립니다.</a:t>
            </a:r>
          </a:p>
          <a:p xmlns:a="http://schemas.openxmlformats.org/drawingml/2006/main">
            <a:r>
              <a:t>필요성: 51.0은 숫자이므로 float는 성공하지만 실습 입력 규칙에는 맞지 않습니다. 변환과 규칙 검사를 분리하여 읽어야 합니다.</a:t>
            </a:r>
          </a:p>
          <a:p xmlns:a="http://schemas.openxmlformats.org/drawingml/2006/main">
            <a:r>
              <a:t>예: 23.5는 반환하고 51.0은 범위 확인 필요를 알립니다.0과 50은 허용 경계입니다. 이 범위는 실습의 입력 약속이며 실제 장비 안전 기준이 아닙니다.</a:t>
            </a:r>
          </a:p>
          <a:p xmlns:a="http://schemas.openxmlformats.org/drawingml/2006/main">
            <a:r>
              <a:t>반례: 51.0을 자동으로 50으로 자르면 원자료를 바꿉니다. 실제값을 모르면 원문을 보존하고 확인 요청을 남깁니다.</a:t>
            </a:r>
          </a:p>
          <a:p xmlns:a="http://schemas.openxmlformats.org/drawingml/2006/main">
            <a:r>
              <a:t>질문: 범위 통과가 실제 센서 정확도를 증명하나요?</a:t>
            </a:r>
          </a:p>
          <a:p xmlns:a="http://schemas.openxmlformats.org/drawingml/2006/main">
            <a:r>
              <a:t>풀이: 아닙니다. 입력 계약과 실제 측정 정확성은 별도입니다.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숫자로 변환할 수 있다는 것과 허용 범위 안에 있다는 것은 다른 검사입니다. 값이 0~50인지 확인하고 벗어나면 이유를 예외로 알립니다.</a:t>
            </a:r>
          </a:p>
          <a:p xmlns:a="http://schemas.openxmlformats.org/drawingml/2006/main">
            <a:r>
              <a:t>필요성: 51.0은 숫자이므로 float는 성공하지만 실습 입력 규칙에는 맞지 않습니다. 변환과 규칙 검사를 분리하여 읽어야 합니다.</a:t>
            </a:r>
          </a:p>
          <a:p xmlns:a="http://schemas.openxmlformats.org/drawingml/2006/main">
            <a:r>
              <a:t>예: 23.5는 반환하고 51.0은 범위 확인 필요를 알립니다.0과 50은 허용 경계입니다. 이 범위는 실습의 입력 약속이며 실제 장비 안전 기준이 아닙니다.</a:t>
            </a:r>
          </a:p>
          <a:p xmlns:a="http://schemas.openxmlformats.org/drawingml/2006/main">
            <a:r>
              <a:t>반례: 51.0을 자동으로 50으로 자르면 원자료를 바꿉니다. 실제값을 모르면 원문을 보존하고 확인 요청을 남깁니다.</a:t>
            </a:r>
          </a:p>
          <a:p xmlns:a="http://schemas.openxmlformats.org/drawingml/2006/main">
            <a:r>
              <a:t>질문: 범위 통과가 실제 센서 정확도를 증명하나요?</a:t>
            </a:r>
          </a:p>
          <a:p xmlns:a="http://schemas.openxmlformats.org/drawingml/2006/main">
            <a:r>
              <a:t>풀이: 아닙니다. 입력 계약과 실제 측정 정확성은 별도입니다.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숫자로 변환할 수 있다는 것과 허용 범위 안에 있다는 것은 다른 검사입니다. 값이 0~50인지 확인하고 벗어나면 이유를 예외로 알립니다.</a:t>
            </a:r>
          </a:p>
          <a:p xmlns:a="http://schemas.openxmlformats.org/drawingml/2006/main">
            <a:r>
              <a:t>필요성: 51.0은 숫자이므로 float는 성공하지만 실습 입력 규칙에는 맞지 않습니다. 변환과 규칙 검사를 분리하여 읽어야 합니다.</a:t>
            </a:r>
          </a:p>
          <a:p xmlns:a="http://schemas.openxmlformats.org/drawingml/2006/main">
            <a:r>
              <a:t>예: 23.5는 반환하고 51.0은 범위 확인 필요를 알립니다.0과 50은 허용 경계입니다. 이 범위는 실습의 입력 약속이며 실제 장비 안전 기준이 아닙니다.</a:t>
            </a:r>
          </a:p>
          <a:p xmlns:a="http://schemas.openxmlformats.org/drawingml/2006/main">
            <a:r>
              <a:t>반례: 51.0을 자동으로 50으로 자르면 원자료를 바꿉니다. 실제값을 모르면 원문을 보존하고 확인 요청을 남깁니다.</a:t>
            </a:r>
          </a:p>
          <a:p xmlns:a="http://schemas.openxmlformats.org/drawingml/2006/main">
            <a:r>
              <a:t>질문: 범위 통과가 실제 센서 정확도를 증명하나요?</a:t>
            </a:r>
          </a:p>
          <a:p xmlns:a="http://schemas.openxmlformats.org/drawingml/2006/main">
            <a:r>
              <a:t>풀이: 아닙니다. 입력 계약과 실제 측정 정확성은 별도입니다.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숫자로 변환할 수 있다는 것과 허용 범위 안에 있다는 것은 다른 검사입니다. 값이 0~50인지 확인하고 벗어나면 이유를 예외로 알립니다.</a:t>
            </a:r>
          </a:p>
          <a:p xmlns:a="http://schemas.openxmlformats.org/drawingml/2006/main">
            <a:r>
              <a:t>필요성: 51.0은 숫자이므로 float는 성공하지만 실습 입력 규칙에는 맞지 않습니다. 변환과 규칙 검사를 분리하여 읽어야 합니다.</a:t>
            </a:r>
          </a:p>
          <a:p xmlns:a="http://schemas.openxmlformats.org/drawingml/2006/main">
            <a:r>
              <a:t>예: 23.5는 반환하고 51.0은 범위 확인 필요를 알립니다.0과 50은 허용 경계입니다. 이 범위는 실습의 입력 약속이며 실제 장비 안전 기준이 아닙니다.</a:t>
            </a:r>
          </a:p>
          <a:p xmlns:a="http://schemas.openxmlformats.org/drawingml/2006/main">
            <a:r>
              <a:t>반례: 51.0을 자동으로 50으로 자르면 원자료를 바꿉니다. 실제값을 모르면 원문을 보존하고 확인 요청을 남깁니다.</a:t>
            </a:r>
          </a:p>
          <a:p xmlns:a="http://schemas.openxmlformats.org/drawingml/2006/main">
            <a:r>
              <a:t>질문: 범위 통과가 실제 센서 정확도를 증명하나요?</a:t>
            </a:r>
          </a:p>
          <a:p xmlns:a="http://schemas.openxmlformats.org/drawingml/2006/main">
            <a:r>
              <a:t>풀이: 아닙니다. 입력 계약과 실제 측정 정확성은 별도입니다.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수정 검증은 확인된 근거로 한 부분을 바꾸고 실패 사례와 기존 성공 사례를 다시 확인하는 일입니다. 오류가 사라졌는지뿐 아니라 원래 의미가 유지되는지 봅니다.</a:t>
            </a:r>
          </a:p>
          <a:p xmlns:a="http://schemas.openxmlformats.org/drawingml/2006/main">
            <a:r>
              <a:t>필요성: 한 문제를 고치며 미측정을 0으로 바꾸거나 경계를 바꿀 수 있습니다. 원문·지시·수정 위치·재확인을 함께 남겨야 이유가 전달됩니다.</a:t>
            </a:r>
          </a:p>
          <a:p xmlns:a="http://schemas.openxmlformats.org/drawingml/2006/main">
            <a:r>
              <a:t>예: 지시서에서 S05의 ‘뜨거움’은 23.5로 확정되었고 S06의 51.0은 미확인입니다. 전자는 근거로 수정하고 후자는 원문 이슈로 남깁니다.</a:t>
            </a:r>
          </a:p>
          <a:p xmlns:a="http://schemas.openxmlformats.org/drawingml/2006/main">
            <a:r>
              <a:t>반례: 문제가 두 건이라고 둘 다null로 바꾸면 잘못된 숫자와 미측정을 합칩니다. 확인된 수정과 미확인 보류를 구별합니다.</a:t>
            </a:r>
          </a:p>
          <a:p xmlns:a="http://schemas.openxmlformats.org/drawingml/2006/main">
            <a:r>
              <a:t>질문: 이슈 건수만 줄면 좋은 수정인가요?</a:t>
            </a:r>
          </a:p>
          <a:p xmlns:a="http://schemas.openxmlformats.org/drawingml/2006/main">
            <a:r>
              <a:t>풀이: 임의 삭제로도 줄어들 수 있으므로 의미와 근거를 확인해야 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수정 검증은 확인된 근거로 한 부분을 바꾸고 실패 사례와 기존 성공 사례를 다시 확인하는 일입니다. 오류가 사라졌는지뿐 아니라 원래 의미가 유지되는지 봅니다.</a:t>
            </a:r>
          </a:p>
          <a:p xmlns:a="http://schemas.openxmlformats.org/drawingml/2006/main">
            <a:r>
              <a:t>필요성: 한 문제를 고치며 미측정을 0으로 바꾸거나 경계를 바꿀 수 있습니다. 원문·지시·수정 위치·재확인을 함께 남겨야 이유가 전달됩니다.</a:t>
            </a:r>
          </a:p>
          <a:p xmlns:a="http://schemas.openxmlformats.org/drawingml/2006/main">
            <a:r>
              <a:t>예: 지시서에서 S05의 ‘뜨거움’은 23.5로 확정되었고 S06의 51.0은 미확인입니다. 전자는 근거로 수정하고 후자는 원문 이슈로 남깁니다.</a:t>
            </a:r>
          </a:p>
          <a:p xmlns:a="http://schemas.openxmlformats.org/drawingml/2006/main">
            <a:r>
              <a:t>반례: 문제가 두 건이라고 둘 다null로 바꾸면 잘못된 숫자와 미측정을 합칩니다. 확인된 수정과 미확인 보류를 구별합니다.</a:t>
            </a:r>
          </a:p>
          <a:p xmlns:a="http://schemas.openxmlformats.org/drawingml/2006/main">
            <a:r>
              <a:t>질문: 이슈 건수만 줄면 좋은 수정인가요?</a:t>
            </a:r>
          </a:p>
          <a:p xmlns:a="http://schemas.openxmlformats.org/drawingml/2006/main">
            <a:r>
              <a:t>풀이: 임의 삭제로도 줄어들 수 있으므로 의미와 근거를 확인해야 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수정 검증은 확인된 근거로 한 부분을 바꾸고 실패 사례와 기존 성공 사례를 다시 확인하는 일입니다. 오류가 사라졌는지뿐 아니라 원래 의미가 유지되는지 봅니다.</a:t>
            </a:r>
          </a:p>
          <a:p xmlns:a="http://schemas.openxmlformats.org/drawingml/2006/main">
            <a:r>
              <a:t>필요성: 한 문제를 고치며 미측정을 0으로 바꾸거나 경계를 바꿀 수 있습니다. 원문·지시·수정 위치·재확인을 함께 남겨야 이유가 전달됩니다.</a:t>
            </a:r>
          </a:p>
          <a:p xmlns:a="http://schemas.openxmlformats.org/drawingml/2006/main">
            <a:r>
              <a:t>예: 지시서에서 S05의 ‘뜨거움’은 23.5로 확정되었고 S06의 51.0은 미확인입니다. 전자는 근거로 수정하고 후자는 원문 이슈로 남깁니다.</a:t>
            </a:r>
          </a:p>
          <a:p xmlns:a="http://schemas.openxmlformats.org/drawingml/2006/main">
            <a:r>
              <a:t>반례: 문제가 두 건이라고 둘 다null로 바꾸면 잘못된 숫자와 미측정을 합칩니다. 확인된 수정과 미확인 보류를 구별합니다.</a:t>
            </a:r>
          </a:p>
          <a:p xmlns:a="http://schemas.openxmlformats.org/drawingml/2006/main">
            <a:r>
              <a:t>질문: 이슈 건수만 줄면 좋은 수정인가요?</a:t>
            </a:r>
          </a:p>
          <a:p xmlns:a="http://schemas.openxmlformats.org/drawingml/2006/main">
            <a:r>
              <a:t>풀이: 임의 삭제로도 줄어들 수 있으므로 의미와 근거를 확인해야 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실행 계약은 받을 입력 파일과 결과 파일의 위치·뜻을 정한 약속입니다. 함수의 입력·반환을 프로그램 전체의 파일 수준으로 확장합니다.</a:t>
            </a:r>
          </a:p>
          <a:p xmlns:a="http://schemas.openxmlformats.org/drawingml/2006/main">
            <a:r>
              <a:t>필요성: 원본과 수정 사본 중 무엇을 읽었는지 모르면 결과 대조가 틀릴 수 있습니다. 실행 완료와 데이터 이슈가 없다는 사실도 별도입니다.</a:t>
            </a:r>
          </a:p>
          <a:p xmlns:a="http://schemas.openxmlformats.org/drawingml/2006/main">
            <a:r>
              <a:t>예: 검사기는 data/bad_readings.csv를 읽고 work/check_summary.json과 check_issues.json을 만듭니다.6건 중 숫자·미측정 4건을 받아들이고 2건을 이슈로 남깁니다.</a:t>
            </a:r>
          </a:p>
          <a:p xmlns:a="http://schemas.openxmlformats.org/drawingml/2006/main">
            <a:r>
              <a:t>반례: 정상 종료해도 이슈는 있을 수 있습니다. 여기서 종료 코드 0은 실행 완료를 뜻하며 입력 전체가 정확하다는 증명은 아닙니다.</a:t>
            </a:r>
          </a:p>
          <a:p xmlns:a="http://schemas.openxmlformats.org/drawingml/2006/main">
            <a:r>
              <a:t>질문: 미측정도 분모에 넣어 4로 나누면 무엇이 바뀌나요?</a:t>
            </a:r>
          </a:p>
          <a:p xmlns:a="http://schemas.openxmlformats.org/drawingml/2006/main">
            <a:r>
              <a:t>풀이: 측정하지 않은 값을 0처럼 취급해 평균의 의미가 바뀝니다.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실행 계약은 받을 입력 파일과 결과 파일의 위치·뜻을 정한 약속입니다. 함수의 입력·반환을 프로그램 전체의 파일 수준으로 확장합니다.</a:t>
            </a:r>
          </a:p>
          <a:p xmlns:a="http://schemas.openxmlformats.org/drawingml/2006/main">
            <a:r>
              <a:t>필요성: 원본과 수정 사본 중 무엇을 읽었는지 모르면 결과 대조가 틀릴 수 있습니다. 실행 완료와 데이터 이슈가 없다는 사실도 별도입니다.</a:t>
            </a:r>
          </a:p>
          <a:p xmlns:a="http://schemas.openxmlformats.org/drawingml/2006/main">
            <a:r>
              <a:t>예: 검사기는 data/bad_readings.csv를 읽고 work/check_summary.json과 check_issues.json을 만듭니다.6건 중 숫자·미측정 4건을 받아들이고 2건을 이슈로 남깁니다.</a:t>
            </a:r>
          </a:p>
          <a:p xmlns:a="http://schemas.openxmlformats.org/drawingml/2006/main">
            <a:r>
              <a:t>반례: 정상 종료해도 이슈는 있을 수 있습니다. 여기서 종료 코드 0은 실행 완료를 뜻하며 입력 전체가 정확하다는 증명은 아닙니다.</a:t>
            </a:r>
          </a:p>
          <a:p xmlns:a="http://schemas.openxmlformats.org/drawingml/2006/main">
            <a:r>
              <a:t>질문: 미측정도 분모에 넣어 4로 나누면 무엇이 바뀌나요?</a:t>
            </a:r>
          </a:p>
          <a:p xmlns:a="http://schemas.openxmlformats.org/drawingml/2006/main">
            <a:r>
              <a:t>풀이: 측정하지 않은 값을 0처럼 취급해 평균의 의미가 바뀝니다.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실행 계약은 받을 입력 파일과 결과 파일의 위치·뜻을 정한 약속입니다. 함수의 입력·반환을 프로그램 전체의 파일 수준으로 확장합니다.</a:t>
            </a:r>
          </a:p>
          <a:p xmlns:a="http://schemas.openxmlformats.org/drawingml/2006/main">
            <a:r>
              <a:t>필요성: 원본과 수정 사본 중 무엇을 읽었는지 모르면 결과 대조가 틀릴 수 있습니다. 실행 완료와 데이터 이슈가 없다는 사실도 별도입니다.</a:t>
            </a:r>
          </a:p>
          <a:p xmlns:a="http://schemas.openxmlformats.org/drawingml/2006/main">
            <a:r>
              <a:t>예: 검사기는 data/bad_readings.csv를 읽고 work/check_summary.json과 check_issues.json을 만듭니다.6건 중 숫자·미측정 4건을 받아들이고 2건을 이슈로 남깁니다.</a:t>
            </a:r>
          </a:p>
          <a:p xmlns:a="http://schemas.openxmlformats.org/drawingml/2006/main">
            <a:r>
              <a:t>반례: 정상 종료해도 이슈는 있을 수 있습니다. 여기서 종료 코드 0은 실행 완료를 뜻하며 입력 전체가 정확하다는 증명은 아닙니다.</a:t>
            </a:r>
          </a:p>
          <a:p xmlns:a="http://schemas.openxmlformats.org/drawingml/2006/main">
            <a:r>
              <a:t>질문: 미측정도 분모에 넣어 4로 나누면 무엇이 바뀌나요?</a:t>
            </a:r>
          </a:p>
          <a:p xmlns:a="http://schemas.openxmlformats.org/drawingml/2006/main">
            <a:r>
              <a:t>풀이: 측정하지 않은 값을 0처럼 취급해 평균의 의미가 바뀝니다.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한 행씩 온도를 해석하여 정상 수치·미측정·이슈를 나눕니다. 함수는 한 값의 규칙을 담당하고 반복문은 여러 행에 같은 규칙을 적용합니다.</a:t>
            </a:r>
          </a:p>
          <a:p xmlns:a="http://schemas.openxmlformats.org/drawingml/2006/main">
            <a:r>
              <a:t>필요성: 함수·파일·예외를 하나의 업무에 연결합니다. 긴 코드는 준비·정의·행 처리·집계·저장으로 나눠 추적합니다. 전체를 암기하거나 빈 편집기에서 다시 작성하는 것이 목표는 아닙니다.</a:t>
            </a:r>
          </a:p>
          <a:p xmlns:a="http://schemas.openxmlformats.org/drawingml/2006/main">
            <a:r>
              <a:t>예: 실제 수치는 22.5·25.0·0.0으로 합 47.5,개수 3,평균 15.83입니다. 빈 온도 1건은 미측정,뜨거움과 51.0은 원문 이슈로 남깁니다.0도 실제 측정이므로 평균에 포함합니다.</a:t>
            </a:r>
          </a:p>
          <a:p xmlns:a="http://schemas.openxmlformats.org/drawingml/2006/main">
            <a:r>
              <a:t>반례: 평균이 낮아 보인다는 이유로 0을 빼지 않습니다. 원문과 계약을 봅니다. 이 프로그램은 온도 규칙에 집중하며 모든 필드와 실제 측정의 진위를 검사하지 않습니다.</a:t>
            </a:r>
          </a:p>
          <a:p xmlns:a="http://schemas.openxmlformats.org/drawingml/2006/main">
            <a:r>
              <a:t>질문: continue의 역할은 무엇인가요?</a:t>
            </a:r>
          </a:p>
          <a:p xmlns:a="http://schemas.openxmlformats.org/drawingml/2006/main">
            <a:r>
              <a:t>풀이: 문제 행을 이슈로 남긴 뒤 정상 처리로 보내지 않고 다음 행으로 넘어갑니다.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한 행씩 온도를 해석하여 정상 수치·미측정·이슈를 나눕니다. 함수는 한 값의 규칙을 담당하고 반복문은 여러 행에 같은 규칙을 적용합니다.</a:t>
            </a:r>
          </a:p>
          <a:p xmlns:a="http://schemas.openxmlformats.org/drawingml/2006/main">
            <a:r>
              <a:t>필요성: 함수·파일·예외를 하나의 업무에 연결합니다. 긴 코드는 준비·정의·행 처리·집계·저장으로 나눠 추적합니다. 전체를 암기하거나 빈 편집기에서 다시 작성하는 것이 목표는 아닙니다.</a:t>
            </a:r>
          </a:p>
          <a:p xmlns:a="http://schemas.openxmlformats.org/drawingml/2006/main">
            <a:r>
              <a:t>예: 실제 수치는 22.5·25.0·0.0으로 합 47.5,개수 3,평균 15.83입니다. 빈 온도 1건은 미측정,뜨거움과 51.0은 원문 이슈로 남깁니다.0도 실제 측정이므로 평균에 포함합니다.</a:t>
            </a:r>
          </a:p>
          <a:p xmlns:a="http://schemas.openxmlformats.org/drawingml/2006/main">
            <a:r>
              <a:t>반례: 평균이 낮아 보인다는 이유로 0을 빼지 않습니다. 원문과 계약을 봅니다. 이 프로그램은 온도 규칙에 집중하며 모든 필드와 실제 측정의 진위를 검사하지 않습니다.</a:t>
            </a:r>
          </a:p>
          <a:p xmlns:a="http://schemas.openxmlformats.org/drawingml/2006/main">
            <a:r>
              <a:t>질문: continue의 역할은 무엇인가요?</a:t>
            </a:r>
          </a:p>
          <a:p xmlns:a="http://schemas.openxmlformats.org/drawingml/2006/main">
            <a:r>
              <a:t>풀이: 문제 행을 이슈로 남긴 뒤 정상 처리로 보내지 않고 다음 행으로 넘어갑니다.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한 행씩 온도를 해석하여 정상 수치·미측정·이슈를 나눕니다. 함수는 한 값의 규칙을 담당하고 반복문은 여러 행에 같은 규칙을 적용합니다.</a:t>
            </a:r>
          </a:p>
          <a:p xmlns:a="http://schemas.openxmlformats.org/drawingml/2006/main">
            <a:r>
              <a:t>필요성: 함수·파일·예외를 하나의 업무에 연결합니다. 긴 코드는 준비·정의·행 처리·집계·저장으로 나눠 추적합니다. 전체를 암기하거나 빈 편집기에서 다시 작성하는 것이 목표는 아닙니다.</a:t>
            </a:r>
          </a:p>
          <a:p xmlns:a="http://schemas.openxmlformats.org/drawingml/2006/main">
            <a:r>
              <a:t>예: 실제 수치는 22.5·25.0·0.0으로 합 47.5,개수 3,평균 15.83입니다. 빈 온도 1건은 미측정,뜨거움과 51.0은 원문 이슈로 남깁니다.0도 실제 측정이므로 평균에 포함합니다.</a:t>
            </a:r>
          </a:p>
          <a:p xmlns:a="http://schemas.openxmlformats.org/drawingml/2006/main">
            <a:r>
              <a:t>반례: 평균이 낮아 보인다는 이유로 0을 빼지 않습니다. 원문과 계약을 봅니다. 이 프로그램은 온도 규칙에 집중하며 모든 필드와 실제 측정의 진위를 검사하지 않습니다.</a:t>
            </a:r>
          </a:p>
          <a:p xmlns:a="http://schemas.openxmlformats.org/drawingml/2006/main">
            <a:r>
              <a:t>질문: continue의 역할은 무엇인가요?</a:t>
            </a:r>
          </a:p>
          <a:p xmlns:a="http://schemas.openxmlformats.org/drawingml/2006/main">
            <a:r>
              <a:t>풀이: 문제 행을 이슈로 남긴 뒤 정상 처리로 보내지 않고 다음 행으로 넘어갑니다.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한 행씩 온도를 해석하여 정상 수치·미측정·이슈를 나눕니다. 함수는 한 값의 규칙을 담당하고 반복문은 여러 행에 같은 규칙을 적용합니다.</a:t>
            </a:r>
          </a:p>
          <a:p xmlns:a="http://schemas.openxmlformats.org/drawingml/2006/main">
            <a:r>
              <a:t>필요성: 함수·파일·예외를 하나의 업무에 연결합니다. 긴 코드는 준비·정의·행 처리·집계·저장으로 나눠 추적합니다. 전체를 암기하거나 빈 편집기에서 다시 작성하는 것이 목표는 아닙니다.</a:t>
            </a:r>
          </a:p>
          <a:p xmlns:a="http://schemas.openxmlformats.org/drawingml/2006/main">
            <a:r>
              <a:t>예: 실제 수치는 22.5·25.0·0.0으로 합 47.5,개수 3,평균 15.83입니다. 빈 온도 1건은 미측정,뜨거움과 51.0은 원문 이슈로 남깁니다.0도 실제 측정이므로 평균에 포함합니다.</a:t>
            </a:r>
          </a:p>
          <a:p xmlns:a="http://schemas.openxmlformats.org/drawingml/2006/main">
            <a:r>
              <a:t>반례: 평균이 낮아 보인다는 이유로 0을 빼지 않습니다. 원문과 계약을 봅니다. 이 프로그램은 온도 규칙에 집중하며 모든 필드와 실제 측정의 진위를 검사하지 않습니다.</a:t>
            </a:r>
          </a:p>
          <a:p xmlns:a="http://schemas.openxmlformats.org/drawingml/2006/main">
            <a:r>
              <a:t>질문: continue의 역할은 무엇인가요?</a:t>
            </a:r>
          </a:p>
          <a:p xmlns:a="http://schemas.openxmlformats.org/drawingml/2006/main">
            <a:r>
              <a:t>풀이: 문제 행을 이슈로 남긴 뒤 정상 처리로 보내지 않고 다음 행으로 넘어갑니다.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한 행씩 온도를 해석하여 정상 수치·미측정·이슈를 나눕니다. 함수는 한 값의 규칙을 담당하고 반복문은 여러 행에 같은 규칙을 적용합니다.</a:t>
            </a:r>
          </a:p>
          <a:p xmlns:a="http://schemas.openxmlformats.org/drawingml/2006/main">
            <a:r>
              <a:t>필요성: 함수·파일·예외를 하나의 업무에 연결합니다. 긴 코드는 준비·정의·행 처리·집계·저장으로 나눠 추적합니다. 전체를 암기하거나 빈 편집기에서 다시 작성하는 것이 목표는 아닙니다.</a:t>
            </a:r>
          </a:p>
          <a:p xmlns:a="http://schemas.openxmlformats.org/drawingml/2006/main">
            <a:r>
              <a:t>예: 실제 수치는 22.5·25.0·0.0으로 합 47.5,개수 3,평균 15.83입니다. 빈 온도 1건은 미측정,뜨거움과 51.0은 원문 이슈로 남깁니다.0도 실제 측정이므로 평균에 포함합니다.</a:t>
            </a:r>
          </a:p>
          <a:p xmlns:a="http://schemas.openxmlformats.org/drawingml/2006/main">
            <a:r>
              <a:t>반례: 평균이 낮아 보인다는 이유로 0을 빼지 않습니다. 원문과 계약을 봅니다. 이 프로그램은 온도 규칙에 집중하며 모든 필드와 실제 측정의 진위를 검사하지 않습니다.</a:t>
            </a:r>
          </a:p>
          <a:p xmlns:a="http://schemas.openxmlformats.org/drawingml/2006/main">
            <a:r>
              <a:t>질문: continue의 역할은 무엇인가요?</a:t>
            </a:r>
          </a:p>
          <a:p xmlns:a="http://schemas.openxmlformats.org/drawingml/2006/main">
            <a:r>
              <a:t>풀이: 문제 행을 이슈로 남긴 뒤 정상 처리로 보내지 않고 다음 행으로 넘어갑니다.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한 행씩 온도를 해석하여 정상 수치·미측정·이슈를 나눕니다. 함수는 한 값의 규칙을 담당하고 반복문은 여러 행에 같은 규칙을 적용합니다.</a:t>
            </a:r>
          </a:p>
          <a:p xmlns:a="http://schemas.openxmlformats.org/drawingml/2006/main">
            <a:r>
              <a:t>필요성: 함수·파일·예외를 하나의 업무에 연결합니다. 긴 코드는 준비·정의·행 처리·집계·저장으로 나눠 추적합니다. 전체를 암기하거나 빈 편집기에서 다시 작성하는 것이 목표는 아닙니다.</a:t>
            </a:r>
          </a:p>
          <a:p xmlns:a="http://schemas.openxmlformats.org/drawingml/2006/main">
            <a:r>
              <a:t>예: 실제 수치는 22.5·25.0·0.0으로 합 47.5,개수 3,평균 15.83입니다. 빈 온도 1건은 미측정,뜨거움과 51.0은 원문 이슈로 남깁니다.0도 실제 측정이므로 평균에 포함합니다.</a:t>
            </a:r>
          </a:p>
          <a:p xmlns:a="http://schemas.openxmlformats.org/drawingml/2006/main">
            <a:r>
              <a:t>반례: 평균이 낮아 보인다는 이유로 0을 빼지 않습니다. 원문과 계약을 봅니다. 이 프로그램은 온도 규칙에 집중하며 모든 필드와 실제 측정의 진위를 검사하지 않습니다.</a:t>
            </a:r>
          </a:p>
          <a:p xmlns:a="http://schemas.openxmlformats.org/drawingml/2006/main">
            <a:r>
              <a:t>질문: continue의 역할은 무엇인가요?</a:t>
            </a:r>
          </a:p>
          <a:p xmlns:a="http://schemas.openxmlformats.org/drawingml/2006/main">
            <a:r>
              <a:t>풀이: 문제 행을 이슈로 남긴 뒤 정상 처리로 보내지 않고 다음 행으로 넘어갑니다.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한 행씩 온도를 해석하여 정상 수치·미측정·이슈를 나눕니다. 함수는 한 값의 규칙을 담당하고 반복문은 여러 행에 같은 규칙을 적용합니다.</a:t>
            </a:r>
          </a:p>
          <a:p xmlns:a="http://schemas.openxmlformats.org/drawingml/2006/main">
            <a:r>
              <a:t>필요성: 함수·파일·예외를 하나의 업무에 연결합니다. 긴 코드는 준비·정의·행 처리·집계·저장으로 나눠 추적합니다. 전체를 암기하거나 빈 편집기에서 다시 작성하는 것이 목표는 아닙니다.</a:t>
            </a:r>
          </a:p>
          <a:p xmlns:a="http://schemas.openxmlformats.org/drawingml/2006/main">
            <a:r>
              <a:t>예: 실제 수치는 22.5·25.0·0.0으로 합 47.5,개수 3,평균 15.83입니다. 빈 온도 1건은 미측정,뜨거움과 51.0은 원문 이슈로 남깁니다.0도 실제 측정이므로 평균에 포함합니다.</a:t>
            </a:r>
          </a:p>
          <a:p xmlns:a="http://schemas.openxmlformats.org/drawingml/2006/main">
            <a:r>
              <a:t>반례: 평균이 낮아 보인다는 이유로 0을 빼지 않습니다. 원문과 계약을 봅니다. 이 프로그램은 온도 규칙에 집중하며 모든 필드와 실제 측정의 진위를 검사하지 않습니다.</a:t>
            </a:r>
          </a:p>
          <a:p xmlns:a="http://schemas.openxmlformats.org/drawingml/2006/main">
            <a:r>
              <a:t>질문: continue의 역할은 무엇인가요?</a:t>
            </a:r>
          </a:p>
          <a:p xmlns:a="http://schemas.openxmlformats.org/drawingml/2006/main">
            <a:r>
              <a:t>풀이: 문제 행을 이슈로 남긴 뒤 정상 처리로 보내지 않고 다음 행으로 넘어갑니다.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서로 다른 입력 집합으로 확인합니다. 헤더만 있는 파일, 전부 미측정인 파일, 숫자 오류가 있는 파일은 다른 경계 상황입니다.</a:t>
            </a:r>
          </a:p>
          <a:p xmlns:a="http://schemas.openxmlformats.org/drawingml/2006/main">
            <a:r>
              <a:t>필요성: 수치가 하나도 없으면 평균 분모가 0입니다. 평균 None은 계산할 수치가 없다는 결과이며 실제 평균 0.0과 의미가 다릅니다.</a:t>
            </a:r>
          </a:p>
          <a:p xmlns:a="http://schemas.openxmlformats.org/drawingml/2006/main">
            <a:r>
              <a:t>예: empty_readings.csv는 데이터 0건, missing_readings.csv는 미측정 2건입니다. 둘 다 평균 None이지만 입력수와 미측정수는 다릅니다.</a:t>
            </a:r>
          </a:p>
          <a:p xmlns:a="http://schemas.openxmlformats.org/drawingml/2006/main">
            <a:r>
              <a:t>반례: None이면 모두 실패라고 판정하지 않습니다. 입력 조건에 따라 의도한 결과일 수 있습니다. 어떤 파일로 무엇을 확인했는지 기록합니다.</a:t>
            </a:r>
          </a:p>
          <a:p xmlns:a="http://schemas.openxmlformats.org/drawingml/2006/main">
            <a:r>
              <a:t>질문: 수치가 없을 때 평균 0을 쓰면 어떤 오해가 생기나요?</a:t>
            </a:r>
          </a:p>
          <a:p xmlns:a="http://schemas.openxmlformats.org/drawingml/2006/main">
            <a:r>
              <a:t>풀이: 실제 평균 0을 측정한 것처럼 보이므로 계산할 수 없음과 구별합니다.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서로 다른 입력 집합으로 확인합니다. 헤더만 있는 파일, 전부 미측정인 파일, 숫자 오류가 있는 파일은 다른 경계 상황입니다.</a:t>
            </a:r>
          </a:p>
          <a:p xmlns:a="http://schemas.openxmlformats.org/drawingml/2006/main">
            <a:r>
              <a:t>필요성: 수치가 하나도 없으면 평균 분모가 0입니다. 평균 None은 계산할 수치가 없다는 결과이며 실제 평균 0.0과 의미가 다릅니다.</a:t>
            </a:r>
          </a:p>
          <a:p xmlns:a="http://schemas.openxmlformats.org/drawingml/2006/main">
            <a:r>
              <a:t>예: empty_readings.csv는 데이터 0건, missing_readings.csv는 미측정 2건입니다. 둘 다 평균 None이지만 입력수와 미측정수는 다릅니다.</a:t>
            </a:r>
          </a:p>
          <a:p xmlns:a="http://schemas.openxmlformats.org/drawingml/2006/main">
            <a:r>
              <a:t>반례: None이면 모두 실패라고 판정하지 않습니다. 입력 조건에 따라 의도한 결과일 수 있습니다. 어떤 파일로 무엇을 확인했는지 기록합니다.</a:t>
            </a:r>
          </a:p>
          <a:p xmlns:a="http://schemas.openxmlformats.org/drawingml/2006/main">
            <a:r>
              <a:t>질문: 수치가 없을 때 평균 0을 쓰면 어떤 오해가 생기나요?</a:t>
            </a:r>
          </a:p>
          <a:p xmlns:a="http://schemas.openxmlformats.org/drawingml/2006/main">
            <a:r>
              <a:t>풀이: 실제 평균 0을 측정한 것처럼 보이므로 계산할 수 없음과 구별합니다.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검사기는 서로 다른 입력 집합으로 확인합니다. 헤더만 있는 파일, 전부 미측정인 파일, 숫자 오류가 있는 파일은 다른 경계 상황입니다.</a:t>
            </a:r>
          </a:p>
          <a:p xmlns:a="http://schemas.openxmlformats.org/drawingml/2006/main">
            <a:r>
              <a:t>필요성: 수치가 하나도 없으면 평균 분모가 0입니다. 평균 None은 계산할 수치가 없다는 결과이며 실제 평균 0.0과 의미가 다릅니다.</a:t>
            </a:r>
          </a:p>
          <a:p xmlns:a="http://schemas.openxmlformats.org/drawingml/2006/main">
            <a:r>
              <a:t>예: empty_readings.csv는 데이터 0건, missing_readings.csv는 미측정 2건입니다. 둘 다 평균 None이지만 입력수와 미측정수는 다릅니다.</a:t>
            </a:r>
          </a:p>
          <a:p xmlns:a="http://schemas.openxmlformats.org/drawingml/2006/main">
            <a:r>
              <a:t>반례: None이면 모두 실패라고 판정하지 않습니다. 입력 조건에 따라 의도한 결과일 수 있습니다. 어떤 파일로 무엇을 확인했는지 기록합니다.</a:t>
            </a:r>
          </a:p>
          <a:p xmlns:a="http://schemas.openxmlformats.org/drawingml/2006/main">
            <a:r>
              <a:t>질문: 수치가 없을 때 평균 0을 쓰면 어떤 오해가 생기나요?</a:t>
            </a:r>
          </a:p>
          <a:p xmlns:a="http://schemas.openxmlformats.org/drawingml/2006/main">
            <a:r>
              <a:t>풀이: 실제 평균 0을 측정한 것처럼 보이므로 계산할 수 없음과 구별합니다.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사용 안내는 다음 사람이 같은 입력으로 같은 결과를 확인할 수 있도록 쓰는 문서입니다. 파일·명령·기대 결과·이슈의 뜻·미확인 범위를 함께 전달합니다.</a:t>
            </a:r>
          </a:p>
          <a:p xmlns:a="http://schemas.openxmlformats.org/drawingml/2006/main">
            <a:r>
              <a:t>필요성: 작성자가 없어도 검사 범위를 오해하지 않게 해야 합니다. ‘검증 완료’보다 온도 변환·범위·미측정 구별을 검사했다고 구체적으로 씁니다.</a:t>
            </a:r>
          </a:p>
          <a:p xmlns:a="http://schemas.openxmlformats.org/drawingml/2006/main">
            <a:r>
              <a:t>예: 안내에는 course의 실행 명령, source가 읽는 입력명, work 결과 두 개, 이슈 원문을 확인하는 방법을 씁니다. 확정 근거가 있으면 작업 사본만 고치고 재확인합니다.</a:t>
            </a:r>
          </a:p>
          <a:p xmlns:a="http://schemas.openxmlformats.org/drawingml/2006/main">
            <a:r>
              <a:t>반례: 모든 필드를 검사하거나 실제 센서 정확도를 보장한다고 주장하지 않습니다. 오늘은 로컬 합성 파일의 처리이며 외부 서비스로 전송하지 않습니다.</a:t>
            </a:r>
          </a:p>
          <a:p xmlns:a="http://schemas.openxmlformats.org/drawingml/2006/main">
            <a:r>
              <a:t>질문: 이슈 0건이라는 결과만 남기면 무엇이 부족한가요?</a:t>
            </a:r>
          </a:p>
          <a:p xmlns:a="http://schemas.openxmlformats.org/drawingml/2006/main">
            <a:r>
              <a:t>풀이: 어떤 입력과 수정으로 그 결과를 얻었는지 알 수 없어 원문·변경·사례 기록이 필요합니다.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사용 안내는 다음 사람이 같은 입력으로 같은 결과를 확인할 수 있도록 쓰는 문서입니다. 파일·명령·기대 결과·이슈의 뜻·미확인 범위를 함께 전달합니다.</a:t>
            </a:r>
          </a:p>
          <a:p xmlns:a="http://schemas.openxmlformats.org/drawingml/2006/main">
            <a:r>
              <a:t>필요성: 작성자가 없어도 검사 범위를 오해하지 않게 해야 합니다. ‘검증 완료’보다 온도 변환·범위·미측정 구별을 검사했다고 구체적으로 씁니다.</a:t>
            </a:r>
          </a:p>
          <a:p xmlns:a="http://schemas.openxmlformats.org/drawingml/2006/main">
            <a:r>
              <a:t>예: 안내에는 course의 실행 명령, source가 읽는 입력명, work 결과 두 개, 이슈 원문을 확인하는 방법을 씁니다. 확정 근거가 있으면 작업 사본만 고치고 재확인합니다.</a:t>
            </a:r>
          </a:p>
          <a:p xmlns:a="http://schemas.openxmlformats.org/drawingml/2006/main">
            <a:r>
              <a:t>반례: 모든 필드를 검사하거나 실제 센서 정확도를 보장한다고 주장하지 않습니다. 오늘은 로컬 합성 파일의 처리이며 외부 서비스로 전송하지 않습니다.</a:t>
            </a:r>
          </a:p>
          <a:p xmlns:a="http://schemas.openxmlformats.org/drawingml/2006/main">
            <a:r>
              <a:t>질문: 이슈 0건이라는 결과만 남기면 무엇이 부족한가요?</a:t>
            </a:r>
          </a:p>
          <a:p xmlns:a="http://schemas.openxmlformats.org/drawingml/2006/main">
            <a:r>
              <a:t>풀이: 어떤 입력과 수정으로 그 결과를 얻었는지 알 수 없어 원문·변경·사례 기록이 필요합니다.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사용 안내는 다음 사람이 같은 입력으로 같은 결과를 확인할 수 있도록 쓰는 문서입니다. 파일·명령·기대 결과·이슈의 뜻·미확인 범위를 함께 전달합니다.</a:t>
            </a:r>
          </a:p>
          <a:p xmlns:a="http://schemas.openxmlformats.org/drawingml/2006/main">
            <a:r>
              <a:t>필요성: 작성자가 없어도 검사 범위를 오해하지 않게 해야 합니다. ‘검증 완료’보다 온도 변환·범위·미측정 구별을 검사했다고 구체적으로 씁니다.</a:t>
            </a:r>
          </a:p>
          <a:p xmlns:a="http://schemas.openxmlformats.org/drawingml/2006/main">
            <a:r>
              <a:t>예: 안내에는 course의 실행 명령, source가 읽는 입력명, work 결과 두 개, 이슈 원문을 확인하는 방법을 씁니다. 확정 근거가 있으면 작업 사본만 고치고 재확인합니다.</a:t>
            </a:r>
          </a:p>
          <a:p xmlns:a="http://schemas.openxmlformats.org/drawingml/2006/main">
            <a:r>
              <a:t>반례: 모든 필드를 검사하거나 실제 센서 정확도를 보장한다고 주장하지 않습니다. 오늘은 로컬 합성 파일의 처리이며 외부 서비스로 전송하지 않습니다.</a:t>
            </a:r>
          </a:p>
          <a:p xmlns:a="http://schemas.openxmlformats.org/drawingml/2006/main">
            <a:r>
              <a:t>질문: 이슈 0건이라는 결과만 남기면 무엇이 부족한가요?</a:t>
            </a:r>
          </a:p>
          <a:p xmlns:a="http://schemas.openxmlformats.org/drawingml/2006/main">
            <a:r>
              <a:t>풀이: 어떤 입력과 수정으로 그 결과를 얻었는지 알 수 없어 원문·변경·사례 기록이 필요합니다.</a:t>
            </a:r>
          </a:p>
          <a:p xmlns:a="http://schemas.openxmlformats.org/drawingml/2006/main">
            <a:r>
              <a:t>출처: https://docs.python.org/3/tutorial/controlflow.html; https://docs.python.org/3/tutorial/inputoutput.html; https://docs.python.org/3/tutorial/errors.html; https://docs.python.org/3/library/csv.html; https://docs.python.org/3/library/json.html; https://docs.python.org/3/library/pathlib.html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2c082703147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b13b90e55f4772" /><Relationship Type="http://schemas.openxmlformats.org/officeDocument/2006/relationships/slideLayout" Target="/ppt/slideLayouts/slideLayout1.xml" Id="R18c91bc043fc40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91bc043fc40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0df1669e0440d" /><Relationship Type="http://schemas.openxmlformats.org/officeDocument/2006/relationships/notesSlide" Target="/ppt/notesSlides/notesSlide1.xml" Id="Recee5f51a16240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7759089fd4b58" /><Relationship Type="http://schemas.openxmlformats.org/officeDocument/2006/relationships/notesSlide" Target="/ppt/notesSlides/notesSlide2.xml" Id="Rbba7bea212fc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61dbff3f74000" /><Relationship Type="http://schemas.openxmlformats.org/officeDocument/2006/relationships/notesSlide" Target="/ppt/notesSlides/notesSlide3.xml" Id="R7142d0cb861c41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c503503be46e2" /><Relationship Type="http://schemas.openxmlformats.org/officeDocument/2006/relationships/notesSlide" Target="/ppt/notesSlides/notesSlide4.xml" Id="R7bd1e03c8c9f4e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adbdb35694454" /><Relationship Type="http://schemas.openxmlformats.org/officeDocument/2006/relationships/notesSlide" Target="/ppt/notesSlides/notesSlide5.xml" Id="Rce7db6deb1ca48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150f7baa442b4" /><Relationship Type="http://schemas.openxmlformats.org/officeDocument/2006/relationships/notesSlide" Target="/ppt/notesSlides/notesSlide6.xml" Id="R690cdba9749447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0436cfeb0463b" /><Relationship Type="http://schemas.openxmlformats.org/officeDocument/2006/relationships/notesSlide" Target="/ppt/notesSlides/notesSlide7.xml" Id="Rb8ce10c2100a4b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9b08098f54f45" /><Relationship Type="http://schemas.openxmlformats.org/officeDocument/2006/relationships/notesSlide" Target="/ppt/notesSlides/notesSlide8.xml" Id="R9aac44f9663946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8ee5405174d0c" /><Relationship Type="http://schemas.openxmlformats.org/officeDocument/2006/relationships/notesSlide" Target="/ppt/notesSlides/notesSlide9.xml" Id="R2e1459acca4542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340e171f84b88" /><Relationship Type="http://schemas.openxmlformats.org/officeDocument/2006/relationships/notesSlide" Target="/ppt/notesSlides/notesSlide10.xml" Id="R6cdb539213be4c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d21215d034d2e" /><Relationship Type="http://schemas.openxmlformats.org/officeDocument/2006/relationships/notesSlide" Target="/ppt/notesSlides/notesSlide11.xml" Id="R4582fb43ec3b47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49627b2614bb4" /><Relationship Type="http://schemas.openxmlformats.org/officeDocument/2006/relationships/notesSlide" Target="/ppt/notesSlides/notesSlide12.xml" Id="R1b764797878744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f2d9cae1545b9" /><Relationship Type="http://schemas.openxmlformats.org/officeDocument/2006/relationships/notesSlide" Target="/ppt/notesSlides/notesSlide13.xml" Id="Ree91bef8047948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fdae6cf78413f" /><Relationship Type="http://schemas.openxmlformats.org/officeDocument/2006/relationships/notesSlide" Target="/ppt/notesSlides/notesSlide14.xml" Id="R68e81c96af1a40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7ce2d6e1842ad" /><Relationship Type="http://schemas.openxmlformats.org/officeDocument/2006/relationships/notesSlide" Target="/ppt/notesSlides/notesSlide15.xml" Id="Rbd97b78f61ad40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9b99fabb54822" /><Relationship Type="http://schemas.openxmlformats.org/officeDocument/2006/relationships/notesSlide" Target="/ppt/notesSlides/notesSlide16.xml" Id="Ra97587b4741d41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2d18068d14318" /><Relationship Type="http://schemas.openxmlformats.org/officeDocument/2006/relationships/notesSlide" Target="/ppt/notesSlides/notesSlide17.xml" Id="Rf67ed6765d8f46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30b12d4cd4d1b" /><Relationship Type="http://schemas.openxmlformats.org/officeDocument/2006/relationships/notesSlide" Target="/ppt/notesSlides/notesSlide18.xml" Id="Ra2dd16fdeda14d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38ca573b04d67" /><Relationship Type="http://schemas.openxmlformats.org/officeDocument/2006/relationships/notesSlide" Target="/ppt/notesSlides/notesSlide19.xml" Id="R3df6520536104a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046c0dd684884" /><Relationship Type="http://schemas.openxmlformats.org/officeDocument/2006/relationships/notesSlide" Target="/ppt/notesSlides/notesSlide20.xml" Id="Raa58ed6170a345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af93e1a2a4c59" /><Relationship Type="http://schemas.openxmlformats.org/officeDocument/2006/relationships/notesSlide" Target="/ppt/notesSlides/notesSlide21.xml" Id="R3fcffd98db7845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f6c3733634cbc" /><Relationship Type="http://schemas.openxmlformats.org/officeDocument/2006/relationships/notesSlide" Target="/ppt/notesSlides/notesSlide22.xml" Id="Rb5984542bef84f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67f6c4160460c" /><Relationship Type="http://schemas.openxmlformats.org/officeDocument/2006/relationships/notesSlide" Target="/ppt/notesSlides/notesSlide23.xml" Id="R52f7f8e9d60242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d8979b5fb4f78" /><Relationship Type="http://schemas.openxmlformats.org/officeDocument/2006/relationships/notesSlide" Target="/ppt/notesSlides/notesSlide24.xml" Id="R471fbcdbef8542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0179d1dd9473e" /><Relationship Type="http://schemas.openxmlformats.org/officeDocument/2006/relationships/notesSlide" Target="/ppt/notesSlides/notesSlide25.xml" Id="Rc27bf59445534e6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4d0f7326f4ad2" /><Relationship Type="http://schemas.openxmlformats.org/officeDocument/2006/relationships/notesSlide" Target="/ppt/notesSlides/notesSlide26.xml" Id="Rd20bdd0c3e704b6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e5ceee9d941a5" /><Relationship Type="http://schemas.openxmlformats.org/officeDocument/2006/relationships/notesSlide" Target="/ppt/notesSlides/notesSlide27.xml" Id="Rfc54a678350f47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1893bf28f4360" /><Relationship Type="http://schemas.openxmlformats.org/officeDocument/2006/relationships/notesSlide" Target="/ppt/notesSlides/notesSlide28.xml" Id="Ra29afab061174c1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00225bc044561" /><Relationship Type="http://schemas.openxmlformats.org/officeDocument/2006/relationships/notesSlide" Target="/ppt/notesSlides/notesSlide29.xml" Id="Rab9912c2201244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5e0231eb647fb" /><Relationship Type="http://schemas.openxmlformats.org/officeDocument/2006/relationships/notesSlide" Target="/ppt/notesSlides/notesSlide30.xml" Id="Rd2073ce378ed4ed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f565fa8574945" /><Relationship Type="http://schemas.openxmlformats.org/officeDocument/2006/relationships/notesSlide" Target="/ppt/notesSlides/notesSlide31.xml" Id="R6313cd67e08049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74cbffb144778" /><Relationship Type="http://schemas.openxmlformats.org/officeDocument/2006/relationships/notesSlide" Target="/ppt/notesSlides/notesSlide32.xml" Id="Re003646842f94aa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78203834545e8" /><Relationship Type="http://schemas.openxmlformats.org/officeDocument/2006/relationships/notesSlide" Target="/ppt/notesSlides/notesSlide33.xml" Id="Reca9a6428ef04d1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5a477b9064501" /><Relationship Type="http://schemas.openxmlformats.org/officeDocument/2006/relationships/notesSlide" Target="/ppt/notesSlides/notesSlide34.xml" Id="Rfe205339cfaf48b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5628c703047f4" /><Relationship Type="http://schemas.openxmlformats.org/officeDocument/2006/relationships/notesSlide" Target="/ppt/notesSlides/notesSlide35.xml" Id="Raa6e670904d148a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c690d1cb74e63" /><Relationship Type="http://schemas.openxmlformats.org/officeDocument/2006/relationships/notesSlide" Target="/ppt/notesSlides/notesSlide36.xml" Id="Rbddb0745fb094c4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05919b98e4264" /><Relationship Type="http://schemas.openxmlformats.org/officeDocument/2006/relationships/notesSlide" Target="/ppt/notesSlides/notesSlide37.xml" Id="Rf268db044c0b433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61439aaf346da" /><Relationship Type="http://schemas.openxmlformats.org/officeDocument/2006/relationships/notesSlide" Target="/ppt/notesSlides/notesSlide38.xml" Id="R3283962ab4164f9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ab1c69ffb4ac9" /><Relationship Type="http://schemas.openxmlformats.org/officeDocument/2006/relationships/notesSlide" Target="/ppt/notesSlides/notesSlide39.xml" Id="R3e94dbaa8fb0479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9b1c6508746fc" /><Relationship Type="http://schemas.openxmlformats.org/officeDocument/2006/relationships/notesSlide" Target="/ppt/notesSlides/notesSlide40.xml" Id="R5775b57051a0446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6f2eb40cd4758" /><Relationship Type="http://schemas.openxmlformats.org/officeDocument/2006/relationships/notesSlide" Target="/ppt/notesSlides/notesSlide41.xml" Id="R87d6ccd948b344e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b8475138843de" /><Relationship Type="http://schemas.openxmlformats.org/officeDocument/2006/relationships/notesSlide" Target="/ppt/notesSlides/notesSlide42.xml" Id="R7c2cb11e632a4cb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f16cd77c840e6" /><Relationship Type="http://schemas.openxmlformats.org/officeDocument/2006/relationships/notesSlide" Target="/ppt/notesSlides/notesSlide43.xml" Id="Rd7d1fea5219a431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7cc50cc0d47f9" /><Relationship Type="http://schemas.openxmlformats.org/officeDocument/2006/relationships/notesSlide" Target="/ppt/notesSlides/notesSlide44.xml" Id="Rf9850f1b6f37441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af9924fb84be5" /><Relationship Type="http://schemas.openxmlformats.org/officeDocument/2006/relationships/notesSlide" Target="/ppt/notesSlides/notesSlide45.xml" Id="R1d012d2efb4f4aa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c567af2b2482e" /><Relationship Type="http://schemas.openxmlformats.org/officeDocument/2006/relationships/notesSlide" Target="/ppt/notesSlides/notesSlide46.xml" Id="Rc777d8ed58d14be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a728a33704768" /><Relationship Type="http://schemas.openxmlformats.org/officeDocument/2006/relationships/notesSlide" Target="/ppt/notesSlides/notesSlide47.xml" Id="R5ccc5ca36b084fc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39090ddb246b2" /><Relationship Type="http://schemas.openxmlformats.org/officeDocument/2006/relationships/notesSlide" Target="/ppt/notesSlides/notesSlide48.xml" Id="R9677dad8f133439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5cc931329482b" /><Relationship Type="http://schemas.openxmlformats.org/officeDocument/2006/relationships/notesSlide" Target="/ppt/notesSlides/notesSlide49.xml" Id="R38228266c0fa419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d7344b98a4e3a" /><Relationship Type="http://schemas.openxmlformats.org/officeDocument/2006/relationships/notesSlide" Target="/ppt/notesSlides/notesSlide50.xml" Id="R5132609883234f9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9d6373ff24722" /><Relationship Type="http://schemas.openxmlformats.org/officeDocument/2006/relationships/notesSlide" Target="/ppt/notesSlides/notesSlide51.xml" Id="Rc752921d4dba4ba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e9f66f333486a" /><Relationship Type="http://schemas.openxmlformats.org/officeDocument/2006/relationships/notesSlide" Target="/ppt/notesSlides/notesSlide52.xml" Id="R1eda5dd6ed7a41d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f2067b9ad4f51" /><Relationship Type="http://schemas.openxmlformats.org/officeDocument/2006/relationships/notesSlide" Target="/ppt/notesSlides/notesSlide53.xml" Id="R2d1dc613a4c3494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c6dde7c324324" /><Relationship Type="http://schemas.openxmlformats.org/officeDocument/2006/relationships/notesSlide" Target="/ppt/notesSlides/notesSlide54.xml" Id="R65bd3655048548a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ea74b47124d5c" /><Relationship Type="http://schemas.openxmlformats.org/officeDocument/2006/relationships/notesSlide" Target="/ppt/notesSlides/notesSlide55.xml" Id="R173c6d909a76434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79831d0d846cf" /><Relationship Type="http://schemas.openxmlformats.org/officeDocument/2006/relationships/notesSlide" Target="/ppt/notesSlides/notesSlide56.xml" Id="R73273ab715654dd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305a48ac8484f" /><Relationship Type="http://schemas.openxmlformats.org/officeDocument/2006/relationships/notesSlide" Target="/ppt/notesSlides/notesSlide57.xml" Id="Rec17885043434a5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9001bd03b47c4" /><Relationship Type="http://schemas.openxmlformats.org/officeDocument/2006/relationships/notesSlide" Target="/ppt/notesSlides/notesSlide58.xml" Id="R23a0ad5168924a3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15cb29a634c80" /><Relationship Type="http://schemas.openxmlformats.org/officeDocument/2006/relationships/notesSlide" Target="/ppt/notesSlides/notesSlide59.xml" Id="Rbd88e3a15a0744b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c370d6f9c45b5" /><Relationship Type="http://schemas.openxmlformats.org/officeDocument/2006/relationships/notesSlide" Target="/ppt/notesSlides/notesSlide60.xml" Id="Rb74cf06eb74d4e2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15dcf5b13463d" /><Relationship Type="http://schemas.openxmlformats.org/officeDocument/2006/relationships/notesSlide" Target="/ppt/notesSlides/notesSlide61.xml" Id="Ra807d823335c428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6d50b289b4d8f" /><Relationship Type="http://schemas.openxmlformats.org/officeDocument/2006/relationships/notesSlide" Target="/ppt/notesSlides/notesSlide62.xml" Id="Re2d966b56ffe45a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777a66d814acc" /><Relationship Type="http://schemas.openxmlformats.org/officeDocument/2006/relationships/notesSlide" Target="/ppt/notesSlides/notesSlide63.xml" Id="Ra1c4fe840618482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048e295f4459f" /><Relationship Type="http://schemas.openxmlformats.org/officeDocument/2006/relationships/notesSlide" Target="/ppt/notesSlides/notesSlide64.xml" Id="R6cc36d866eb14fe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c6a3e163e4b95" /><Relationship Type="http://schemas.openxmlformats.org/officeDocument/2006/relationships/notesSlide" Target="/ppt/notesSlides/notesSlide65.xml" Id="R5d8bf8f3d2fa418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1cedf6f704830" /><Relationship Type="http://schemas.openxmlformats.org/officeDocument/2006/relationships/notesSlide" Target="/ppt/notesSlides/notesSlide66.xml" Id="R16d4263e1c97422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94776c21e424e" /><Relationship Type="http://schemas.openxmlformats.org/officeDocument/2006/relationships/notesSlide" Target="/ppt/notesSlides/notesSlide67.xml" Id="R52ffe3186672410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3189238e34bec" /><Relationship Type="http://schemas.openxmlformats.org/officeDocument/2006/relationships/notesSlide" Target="/ppt/notesSlides/notesSlide68.xml" Id="Re7685975c759467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0839f2c50466e" /><Relationship Type="http://schemas.openxmlformats.org/officeDocument/2006/relationships/notesSlide" Target="/ppt/notesSlides/notesSlide69.xml" Id="Rab79f07e310143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621EA-6E9F-4287-8362-30CAC483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2026-10-15  Python 심화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FED7B-ECE2-4731-8BB0-505E97C3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Python 심화 · 함수와 파일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0F66A-0C50-4348-8CBF-05505241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21E7C-8484-4A53-8716-9E92830F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4A58C-700E-421D-965F-8E8EC530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Python 심화 · 함수와 파일 검사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0556A-3346-4EBE-954A-22026DF8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개념을 이해하고 예제에서 직접 확인합니다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4DDA4-0160-45FF-A5D4-3B4ED646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2A317-BA9B-4C6F-94F2-310FD235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Python 심화</a:t>
            </a:r>
          </a:p>
        </p:txBody>
      </p:sp>
    </p:spTree>
    <p:extLst>
      <p:ext uri="{BB962C8B-B14F-4D97-AF65-F5344CB8AC3E}">
        <p14:creationId xmlns:p14="http://schemas.microsoft.com/office/powerpoint/2010/main" val="913941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CD647-2FB8-44DA-964E-BF9B3D41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AD629-5481-4619-AC86-ECEDD3BE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업무를 함수로 묶는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D6FCC-7149-44AB-8BF1-B712EE9B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0F3F-8F53-424F-930F-0EC00464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작업에 이름을 붙입니다.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달라지는 값은 입력으로 받습니다.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입력과 결과의 약속을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571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B538A-E905-4F27-AC11-22FB20E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EDFE2-7044-42DC-8DA2-3366FF77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A01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44C6F-503A-46A1-8367-3E003B7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9A2A4-7EB2-4247-A04C-A2C9E727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41896-BCAA-4328-8A10-660F706E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91C6C-3411-441A-84AF-8F81847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달라지는 값은 입력으로 받습니다.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7B7D4-A6D4-4DFB-BD01-21F6BCB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FEB6B-CCA6-402A-9A2C-011614E0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입력과 결과의 약속을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6113133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2F672-42FE-4D5B-9E80-B539AA1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5E356-65C4-43D9-A31E-29EE6A2F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A01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3E7C9-1DE0-4319-B4F4-77DB7110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0C0A1-19D5-4B9D-BD87-BABF6FD1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DEF78-A282-4D52-ADC0-5F95024C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같은 업무를 함수로 묶는 이유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28F11-60E5-482D-83D2-5AC9B4C8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같은 부분과 다른 값을 구별합니다.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AAFAA-B780-4AE2-A92A-59969BA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공통 작업에 temperature_status라는 이름을 붙입니다.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FAB8F-4BBB-4029-8A33-30854C04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받을 값과 결과의 뜻을 문장으로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8AB31-B8AD-4ECE-B51E-4147BFAF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기준 변경 때 수정할 위치를 비교합니다.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BC654-31BE-40D1-9ABE-B47B0594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A01_notes.md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6D6FB-FB93-4AC7-82FB-3CA90F7E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줄 수가 짧으면 함수가 필요 없다고 단정할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957998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0E395-018B-4CF0-8E1F-12332E3F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36637-90DD-4837-84CB-2305B733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def로 정의하고 이름으로 호출하기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0EDF7-D4B2-4D8B-AB5F-1BCD6A71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7FF39-5394-48A3-8180-4AB2A4E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def는 작업의 정의입니다.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호출할 때 본문을 실행합니다.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횟수와 실행 횟수는 다릅니다.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842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ADEC0-6E3E-4BCD-A62E-7EAC49A6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79F6A-049B-4F58-AD55-3A3DFB6F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BF711-0C7A-4302-B843-BCD3E2A6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71624-3F51-4CB8-9183-BB444223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0CA95-AB41-4396-93D6-66ADE044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A82CE-60D0-46F4-BF67-7AA8AF8F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show_notice():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print("점검을 시작합니다")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print("준비")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show_notice()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print("끝")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6645B-A5F9-4E92-9430-60F39DB2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code/A02_example.py</a:t>
            </a:r>
          </a:p>
        </p:txBody>
      </p:sp>
    </p:spTree>
    <p:extLst>
      <p:ext uri="{BB962C8B-B14F-4D97-AF65-F5344CB8AC3E}">
        <p14:creationId xmlns:p14="http://schemas.microsoft.com/office/powerpoint/2010/main" val="1102797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F7E01-510D-4B96-AFD3-237FF32F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C5E51-535A-458D-9F7B-A8602F5E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14007-43AE-4CAD-95A5-61DC3165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6E0A6-6A06-4161-B7C1-3A9A2DE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FBB60-D7F2-4573-8D73-3D518899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30350-C03E-4C0C-B0A1-AC05ED0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준비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점검을 시작합니다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E2EAE-FBBE-4287-A08B-8B8E30F2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정의 횟수와 실행 횟수는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645893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C0189-B704-4E18-B42B-87885948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6030C-57A3-4F38-A919-7010BA9D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AF632-6E16-476D-AB71-59C0864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C7BDF-3203-4819-ACDA-E35B922E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8ECF8-1CFD-4780-ACBC-A79AA8B1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def로 정의하고 이름으로 호출하기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1916B-AF97-4443-83D2-60E0BD73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정의와 호출을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5364A-435C-48E2-8C12-7ED44E76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실제 출력 순서를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AF85C-A661-44E6-B0F4-3AEF442C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호출을 한 번 더 넣어 예상합니다.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615D8-268E-4573-A03C-9579719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정의 횟수와 본문 실행 횟수를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C7673-0E9D-4E80-B804-15A4DA22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A02_notes.md, A02_example.py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118EE-C998-416F-8D88-3559A576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정의만 하고 호출하지 않으면 본문 출력은 나오나요?</a:t>
            </a:r>
          </a:p>
        </p:txBody>
      </p:sp>
    </p:spTree>
    <p:extLst>
      <p:ext uri="{BB962C8B-B14F-4D97-AF65-F5344CB8AC3E}">
        <p14:creationId xmlns:p14="http://schemas.microsoft.com/office/powerpoint/2010/main" val="1043147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639D0-85CB-4BE7-841F-48D4D6B3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87409-F47C-4256-8919-A3DEEF72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매개변수와 실제 인자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2F154-DAEF-4E60-B23A-1C410745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69749-7C00-4FFA-812C-D3BC233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매개변수는 받을 값의 이름입니다.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인자는 실제 전달한 값입니다.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개수와 순서를 맞춥니다.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911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651A5-E5E5-43CF-8E63-45385CC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C095B-F32E-41F9-AA62-DEEF5AB2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A03 코드 1–4행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88A5D-F55D-4C96-8983-69B2317A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1F0CC-99D5-4FEB-A7EA-9C054EA4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87495-28D9-4580-8C39-7128583C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14431-7DF9-4794-8B96-7CB6B209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show_temperature(sensor_id, value):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print(sensor_id, value)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show_temperature("S01", 22.5)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show_temperature("S02", 25.0)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F4AEF-A27D-43F6-A8D9-CB9BD42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code/A03_example.py</a:t>
            </a:r>
          </a:p>
        </p:txBody>
      </p:sp>
    </p:spTree>
    <p:extLst>
      <p:ext uri="{BB962C8B-B14F-4D97-AF65-F5344CB8AC3E}">
        <p14:creationId xmlns:p14="http://schemas.microsoft.com/office/powerpoint/2010/main" val="877790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A8E4C-A7EB-4030-97D6-F940042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E3085-A318-43D1-960F-3C9CA898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A03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25021-312D-4135-B738-45EE2A1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0284C-984B-4966-A03D-613D88D1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50035-551A-46A1-8B39-8586B7DE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5F22E-451C-4C0A-828F-18BF5A9A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S01 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S02 25.0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51F33-B199-417C-A3A9-1722AF6E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개수와 순서를 맞춥니다.</a:t>
            </a:r>
          </a:p>
        </p:txBody>
      </p:sp>
    </p:spTree>
    <p:extLst>
      <p:ext uri="{BB962C8B-B14F-4D97-AF65-F5344CB8AC3E}">
        <p14:creationId xmlns:p14="http://schemas.microsoft.com/office/powerpoint/2010/main" val="9566819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99395-3BF5-4C4E-B05B-AD1A38FF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A3066-87CB-48B0-811F-3FA4E8AD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A03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476F9-03E3-4058-A620-15600BB8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B6D8C-E1CD-4046-A87E-B5318B6D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00B66-6D07-4AE1-A21A-9C49DAE1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매개변수와 실제 인자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20EDA-934B-41E8-8894-82661859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전달값과 받을 이름을 짝짓습니다.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733F1-A06C-464E-867E-C9A66A2A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둘째 입력을 S03·0.0으로 바꿉니다.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C441F-76E7-41D5-A5A6-6B0B9763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값 하나가 부족한 호출과 정상 호출을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8B798-8C93-4A89-AC69-788FCC48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함수 내부를 고치지 않고 결과가 달라지는 이유를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B5802-894C-49A4-81C5-725B769A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A03_notes.md, A03_example.py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1ECB1-4818-4F08-A255-A637891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value는 모든 호출에서 같은 값을 뜻하나요?</a:t>
            </a:r>
          </a:p>
        </p:txBody>
      </p:sp>
    </p:spTree>
    <p:extLst>
      <p:ext uri="{BB962C8B-B14F-4D97-AF65-F5344CB8AC3E}">
        <p14:creationId xmlns:p14="http://schemas.microsoft.com/office/powerpoint/2010/main" val="621247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34EE9-3F0F-4AC5-81A6-6821A1F6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FD824-0849-451D-B8BF-968BFA36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print와 return의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CB9A6-C499-4AEF-861E-147ECCE5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45FA1-B7FD-48CD-AFF3-DCE0D60B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print는 화면 표시입니다.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return은 값 전달입니다.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반환값으로 다음 작업을 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4269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D0552-0CB5-4C70-898C-3BEB1718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B84F9-3F5E-4CEC-B99F-C6AE92D7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A04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36460-C7CF-4F9F-9AC4-570F70D1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C49F3-A0E0-4600-981F-83CD0EF3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35EEC-7EC0-4E4C-A164-AA96275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272A6-DB81-47A7-8955-04E87CAC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add_offset(value, offset):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return value + offset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result = add_offset(22.5, 1.0)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print(result)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print(result + 1)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43B4C-198C-483F-970C-50ED5CE9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code/A04_example.py</a:t>
            </a:r>
          </a:p>
        </p:txBody>
      </p:sp>
    </p:spTree>
    <p:extLst>
      <p:ext uri="{BB962C8B-B14F-4D97-AF65-F5344CB8AC3E}">
        <p14:creationId xmlns:p14="http://schemas.microsoft.com/office/powerpoint/2010/main" val="1362741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F6839-30BB-4A01-A3FC-D0DE3D03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D73A8-7150-47BE-8A46-E31BC061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A04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D17BB-1680-433C-A85D-1B90510C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F7A3E-0117-4D68-A91A-7A921A2E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CC7ED-44B4-449E-AB96-1E2E8004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E6FFF-5821-456E-A3FE-63B4F28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23.5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24.5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A1237-8C1F-4384-BF0D-D4D3BE05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반환값으로 다음 작업을 합니다.</a:t>
            </a:r>
          </a:p>
        </p:txBody>
      </p:sp>
    </p:spTree>
    <p:extLst>
      <p:ext uri="{BB962C8B-B14F-4D97-AF65-F5344CB8AC3E}">
        <p14:creationId xmlns:p14="http://schemas.microsoft.com/office/powerpoint/2010/main" val="21245267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91D95-FEFB-47B7-BF27-91380DA4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72B7D-F20A-4FFA-9835-69376AD8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A04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5DD05-55DA-4228-9F04-A7D1CFBD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19DA2-AE2A-4889-957A-8EBEF26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B6B30-7FDE-478B-9EA2-3BD84D75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print와 return의 차이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6968F-C08D-459C-BA07-C93CF556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출력과 반환의 경로를 구별합니다.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A26DB-9D88-47F7-84EB-42F1B05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result가 값을 받는 위치를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B585C-4DDD-4558-AE0C-B930A15E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offset을 2.0으로 바꿔 예상합니다.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A139A-2973-4873-8A63-6E709968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두 출력의 관계를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9CA07-23C4-4B8C-A947-C78E35E7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A04_notes.md, A04_example.py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9479D-4F7A-46F7-A4DD-1CBF2AF3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화면에 보인 값은 언제나 같은 함수의 반환값인가요?</a:t>
            </a:r>
          </a:p>
        </p:txBody>
      </p:sp>
    </p:spTree>
    <p:extLst>
      <p:ext uri="{BB962C8B-B14F-4D97-AF65-F5344CB8AC3E}">
        <p14:creationId xmlns:p14="http://schemas.microsoft.com/office/powerpoint/2010/main" val="6001101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6573F-67DD-4DF8-96E7-B02B416C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06EF7-9592-494F-945B-DF008F45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조건을 담은 상태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1F953-959C-4FF2-A554-A1237EF7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E8AFE-467B-421D-840A-27229AE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입력마다 결과를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return은 이번 호출을 끝냅니다.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자료형에 맞는 검사 순서를 지킵니다.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8835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7AFCC-8C36-4614-B82A-2B1AA34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B9CAF-2B32-4DAF-A876-09AE069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코드 1–9행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2C919-5527-44E9-9C2E-D6A0DB47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80BEC-8C1E-4B43-8768-03E93F03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5BAE1-5AD9-4D2D-A44A-A929CE28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4BACE-E885-4CAF-A2F3-6E98959C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temperature_status(value):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"미측정"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&gt; 24.0: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"확인"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return "정상"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print(temperature_status(22.5))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print(temperature_status(None))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print(temperature_status(25.0))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0FB1B-DE52-4B56-ACA3-4AB55A44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code/A05_example.py</a:t>
            </a:r>
          </a:p>
        </p:txBody>
      </p:sp>
    </p:spTree>
    <p:extLst>
      <p:ext uri="{BB962C8B-B14F-4D97-AF65-F5344CB8AC3E}">
        <p14:creationId xmlns:p14="http://schemas.microsoft.com/office/powerpoint/2010/main" val="2864175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E3A3D-FCAD-4875-9F8E-96986629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93A14-4496-4C40-85A6-C4436177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989F1-B681-44AF-A777-7EE9D500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DB21E-4A86-4C03-9362-7F783C73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2E379-531C-4732-96D7-856F7AA8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4B94A-408D-420A-866F-3C2EBC1B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95C3B-89D6-4241-8C5B-1CF9BA3C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자료형에 맞는 검사 순서를 지킵니다.</a:t>
            </a:r>
          </a:p>
        </p:txBody>
      </p:sp>
    </p:spTree>
    <p:extLst>
      <p:ext uri="{BB962C8B-B14F-4D97-AF65-F5344CB8AC3E}">
        <p14:creationId xmlns:p14="http://schemas.microsoft.com/office/powerpoint/2010/main" val="14723073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9D257-C864-4363-890F-7C227370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F55F1-3727-4B6C-ACFD-7FFBD3C9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B42B0-7B58-46A7-99B0-4D650BE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75816-8CA6-4AD3-B31B-6CF799F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F2774-388F-4D3E-B816-6D5487EA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조건을 담은 상태 함수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B4254-A870-46C3-B716-0F80C19E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입력별 도달하는 return을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C8647-7901-46BF-BFFD-A9A9695E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마지막 입력을 24.0으로 바꿉니다.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77591-2C93-4C4A-AFBF-C724A7A3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상태 문자열만 생기는지 입력이 바뀌는지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6BE21-97B2-4284-8FCE-CF68BA9A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None 확인을 먼저 하는 이유를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5CF60-86AD-4F02-80A4-9FA07BC0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A05_notes.md, A05_example.py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67865-7AA8-42B0-9DB2-C615ACE1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return 뒤의 코드를 같은 호출이 모두 실행하나요?</a:t>
            </a:r>
          </a:p>
        </p:txBody>
      </p:sp>
    </p:spTree>
    <p:extLst>
      <p:ext uri="{BB962C8B-B14F-4D97-AF65-F5344CB8AC3E}">
        <p14:creationId xmlns:p14="http://schemas.microsoft.com/office/powerpoint/2010/main" val="4507314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66AEE-EE1D-4D74-852D-9C5569E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EB57B-738E-47F8-A3E3-1CA328DB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예상 사례표로 함수 확인하기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9AF93-1297-42DA-85E2-F76A23F7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4BF5C-96CD-4DA2-B9A0-8B8A91EE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 결과를 먼저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경계와 값 없음을 확인합니다.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범위를 남깁니다.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0394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A8F7C-74C3-4D95-B865-CF6530B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ED1D6-B372-40F9-8E13-1D556081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A06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76F3E-4BCA-4E94-B365-5031E42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835A0-CE89-4180-A898-EC825077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80ABB-26E1-4240-A734-7D254B82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DB425-F216-4803-8964-67B746F6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경계와 값 없음을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1B631-B815-4638-8FD6-6AE1827C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F9DF7-B145-4C86-BF56-E23A4365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검증 범위를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3622558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91A22-761C-467B-9C07-7B33AD9D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1206F-B7DA-46EA-92B5-4C551349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A06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80FC0-A603-4EC2-A3EA-CAD825AA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13D4F-B369-4F05-BD14-D6FB5189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19B77-56FC-48B6-B733-A4F2B463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예상 사례표로 함수 확인하기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33A7D-4BF8-4C49-BD67-F8D00C98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24.0 초과 규칙을 문장으로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C4CE0-257B-4D98-8C4F-7D2A5045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다섯 기대값을 먼저 채웁니다.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3F74E-FA2A-4789-9117-42886519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A05 호출값을 바꾸어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29258-2578-46FC-B6D4-63A345C7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통과한 범위와 남은 입력 종류를 나눕니다.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35C30-6B63-44B0-BB48-40A24E6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A06_notes.md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B0072-19DE-4686-B22E-ED8DB1CD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20과 30만 확인하면 놓칠 수 있는 실수는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0054554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B62EB-6BD5-48C6-A0B2-2FBF867E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08485-D25A-440B-B3BB-C4ADB66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 경로와 텍스트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0762C-FD0F-4EEB-8FC4-54992737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99D13-E65F-4E5D-AE7F-88D03E8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경로는 저장 주소입니다.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위치와 코드 위치를 구별합니다.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한글 읽기에는 인코딩 약속이 필요합니다.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4103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23548-D2A5-4270-959A-5095AD96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B7A23-F8AC-4868-8B44-529D4561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B8CAE-D299-4FF8-A26E-17895EF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AA6CA-B02E-45E5-90B1-1106434A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0D718-8DA1-49B5-92C0-0B3C90BD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4B9D6-2C45-40C6-B8A5-2F4A7616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base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 = base / "data" / "notice.txt"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text = source.read_text(encoding="utf-8")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print(text.strip())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E96B0-960E-4A4F-AB62-C0145C42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code/A07_example.py</a:t>
            </a:r>
          </a:p>
        </p:txBody>
      </p:sp>
    </p:spTree>
    <p:extLst>
      <p:ext uri="{BB962C8B-B14F-4D97-AF65-F5344CB8AC3E}">
        <p14:creationId xmlns:p14="http://schemas.microsoft.com/office/powerpoint/2010/main" val="20376941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9CC00-22E0-4C85-8CA2-4AC4EF82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4A74-0E6C-4A6D-98A8-FCA54AAF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A8017-1047-4B7E-B3F6-9435D749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BEBB9-6936-40E4-8069-94A3A0F5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030AD-BD80-4CAD-BF64-B0FD4EB3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29DFD-5438-4FD9-8D2D-5ED82B59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점검 예제입니다.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734AA-83F7-4E10-932D-776DD161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한글 읽기에는 인코딩 약속이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8424740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CA439-9F57-402F-B3E1-49285AA0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2A431-59D9-4E36-80ED-AFDF24F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17DBE-5CB5-4DBF-9FEB-1FC4F920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274F9-E22C-4C19-AAED-84DBD6D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CF1EE-5E4F-4D8C-BD25-0B59142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파일 경로와 텍스트 읽기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A112E-3D7F-46AA-A897-12A7D2A4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code·work·data 배치를 그립니다.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42C43-5C2B-46C3-B424-7C209B09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실제 파일명을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F229F-4F7B-4680-9433-5566394B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같은 코드가 다른 현재 위치에서도 읽는지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C0477-31DF-42DC-B930-65C75DCF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없는 파일의 오류와 내용 오류를 구별합니다.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36DA1-1260-4504-8131-DCD07E15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A07_notes.md, A07_example.py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78734-CD8B-40EC-9CDA-F11BBDC9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data만 다른 곳으로 옮겨도 자동으로 찾나요?</a:t>
            </a:r>
          </a:p>
        </p:txBody>
      </p:sp>
    </p:spTree>
    <p:extLst>
      <p:ext uri="{BB962C8B-B14F-4D97-AF65-F5344CB8AC3E}">
        <p14:creationId xmlns:p14="http://schemas.microsoft.com/office/powerpoint/2010/main" val="5444058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18C81-E88A-44C3-B605-0AB284B2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A12AC-AA59-4485-8529-AE65FCE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CSV를 이름표가 있는 행으로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CC920-77A7-4973-A450-C104B71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51772-0C21-497A-8D81-03569AA0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헤더가 값의 이름표가 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셀값은 문자열입니다.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빈칸의 뜻은 사전에서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400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1708B-C851-4DF3-AECF-54173136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4B192-901F-4357-A3D4-C42D3740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코드 1–8행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06E14-B31B-43C9-B1C5-6A08AE4F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E253A-CCD0-4024-8677-9B50B20D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781BD-BD02-4079-AA87-894A3DC0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7AABA-359B-43F8-8DA5-7555D2F5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csv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 = Path(__file__).resolve().parent.parent / "data" / "readings.csv"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with source.open(encoding="utf-8", newline="") as file: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rows = list(csv.DictReader(file))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print(len(rows))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print(rows[0]["sensor_id"])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print(rows[0]["temperature_c"], type(rows[0]["temperature_c"]).__name__)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D39C5-9785-4F5F-A4D4-F57C8851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code/A08_example.py</a:t>
            </a:r>
          </a:p>
        </p:txBody>
      </p:sp>
    </p:spTree>
    <p:extLst>
      <p:ext uri="{BB962C8B-B14F-4D97-AF65-F5344CB8AC3E}">
        <p14:creationId xmlns:p14="http://schemas.microsoft.com/office/powerpoint/2010/main" val="12774287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3342B-44BA-4EEE-9EA3-F6FBE90D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4F0F-AF08-4356-9C06-6B7F717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6A786-EFC2-4F5C-8F56-DE864CFF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58178-149D-4B02-B838-D47E8697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5DEDB-EDFB-4782-9A31-406E78F2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B3735-E832-48E6-BB8F-B8351B37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S01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 str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6DE7C-8147-4423-8C51-9BAC14E0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빈칸의 뜻은 사전에서 정합니다.</a:t>
            </a:r>
          </a:p>
        </p:txBody>
      </p:sp>
    </p:spTree>
    <p:extLst>
      <p:ext uri="{BB962C8B-B14F-4D97-AF65-F5344CB8AC3E}">
        <p14:creationId xmlns:p14="http://schemas.microsoft.com/office/powerpoint/2010/main" val="7114267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B36F4-52CE-489C-A0E3-DCBA362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F0436-EF61-4431-9C96-2BED36A4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1C528-5637-430F-9479-C407BE56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7D80F-2163-42D9-B434-8677EAE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6FBE3-0887-4D50-8B1A-AE40AA07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CSV를 이름표가 있는 행으로 읽기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B8597-B4C8-400F-935C-9D706E8B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헤더와 키의 대응을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FEB3E-CF13-4B2C-8D27-0EA195FA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헤더를 제외한 네 건을 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9E6EB-3CC1-4043-9DD7-37250924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온도의 값 모양과 자료형을 나눠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2634F-2A99-4CDB-B564-5F6896A0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빈 온도가 어떤 문자열일지 예상합니다.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F1733-C0A9-4E63-8524-D101C414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A08_notes.md, A08_example.py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C5364-0482-4AA9-A0F0-792527B1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빈 셀은 자동으로 None이 되나요?</a:t>
            </a:r>
          </a:p>
        </p:txBody>
      </p:sp>
    </p:spTree>
    <p:extLst>
      <p:ext uri="{BB962C8B-B14F-4D97-AF65-F5344CB8AC3E}">
        <p14:creationId xmlns:p14="http://schemas.microsoft.com/office/powerpoint/2010/main" val="17056317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9BFF5-9AE2-40F7-9CB5-34A8D693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88D53-8DF0-47F2-8C2E-98288C48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 결과를 새 파일로 저장하기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8B6C6-4A3C-4228-A06D-865FF39C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B2059-7D88-4011-AD44-69DEAD7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표현 뒤 파일에 씁니다.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입력과 결과 경로를 나눕니다.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저장한 파일을 다시 읽습니다.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7104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88CD6-AACA-4F15-8750-4C0C08B3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D040-ED5D-4480-A6F6-8E037CDF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코드 1–9행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6C5F7-ED85-4E1E-8C0A-3CA693D0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07A99-ABCD-461A-8A71-E630B10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B4D6F-4E03-42F5-A437-08458E2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61522-D53A-4732-9ABF-107DFBCA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json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base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summary = {"건수": 4, "미측정": 1}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text = json.dumps(summary, ensure_ascii=False, indent=2)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target = base / "work" / "output_summary.json"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target.write_text(text, encoding="utf-8")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loaded = json.loads(target.read_text(encoding="utf-8"))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print(loaded["건수"], loaded["미측정"])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B1D28-2435-4FC6-B785-5C0FE59F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code/A09_example.py</a:t>
            </a:r>
          </a:p>
        </p:txBody>
      </p:sp>
    </p:spTree>
    <p:extLst>
      <p:ext uri="{BB962C8B-B14F-4D97-AF65-F5344CB8AC3E}">
        <p14:creationId xmlns:p14="http://schemas.microsoft.com/office/powerpoint/2010/main" val="13734592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2E62A-0E3F-4F9F-91AD-B7ED2986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B84B3-7F5A-4D7A-B569-78453794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9CD48-ABEA-4D19-900C-40A960B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F9443-67FE-41A3-AE72-4491A9C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21DDD-768A-47F0-A333-288FE993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788CA-EED2-46D1-A4DA-4A0073A0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6939A-F27B-4C0B-9895-10A8BB38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저장한 파일을 다시 읽습니다.</a:t>
            </a:r>
          </a:p>
        </p:txBody>
      </p:sp>
    </p:spTree>
    <p:extLst>
      <p:ext uri="{BB962C8B-B14F-4D97-AF65-F5344CB8AC3E}">
        <p14:creationId xmlns:p14="http://schemas.microsoft.com/office/powerpoint/2010/main" val="3201233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E2C8B-37DA-4400-A41A-CCC5177B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F262B-A794-4157-A7AD-102F8780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FB429-0DBF-4365-9135-7D03701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86BA6-97A0-4415-A825-1F86F6B5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09667-363B-4FE3-9611-5CA620A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JSON 결과를 새 파일로 저장하기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4A840-2900-437C-AE40-4D1F1B09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data와 work의 역할을 구별합니다.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AECFD-C7A7-4345-B0C6-ACF22B0B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실행 후 output_summary.json을 엽니다.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8DE90-2568-49E4-BF2B-74B37C42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건수만 5로 바꾸고 다시 실행합니다.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E330E-3C8B-43BF-A2B3-DCA6F332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파일 저장 줄과 화면 출력 줄을 표시합니다.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A3128-39CB-45A8-9370-DC4C3CA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A09_notes.md, A09_example.py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EACC7-037D-4A9C-B3EA-584912B7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print와 write_text는 같은 행동인가요?</a:t>
            </a:r>
          </a:p>
        </p:txBody>
      </p:sp>
    </p:spTree>
    <p:extLst>
      <p:ext uri="{BB962C8B-B14F-4D97-AF65-F5344CB8AC3E}">
        <p14:creationId xmlns:p14="http://schemas.microsoft.com/office/powerpoint/2010/main" val="12915254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F9A04-F6BE-47DB-9947-FED8F451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07149-44F2-4C46-994C-7D041C9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미측정과 잘못된 숫자의 구별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FDB2C-65E6-45C5-B53C-F7BC24B3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2E11B-3FB6-4194-9410-5E3E9404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빈칸은 계약으로 해석합니다.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0과 미측정은 다릅니다.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원문을 보존합니다.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1566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3CF16-73B8-496A-A0E2-DFB0F12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85AC8-DB5A-425F-9A76-78E46835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코드 1–7행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F6204-D477-4D09-8F9A-EB2620F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0AED9-5166-4D17-A925-A1E1279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E425C-3865-4679-9FD1-800C56BB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49B74-82A6-47BB-AD97-2D42625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parse_temperature(raw):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raw == "":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None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return float(raw)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print(parse_temperature("22.5"))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print(parse_temperature(""))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print(parse_temperature("0.0"))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7754E-4F26-426A-B857-E47021D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code/A10_example.py</a:t>
            </a:r>
          </a:p>
        </p:txBody>
      </p:sp>
    </p:spTree>
    <p:extLst>
      <p:ext uri="{BB962C8B-B14F-4D97-AF65-F5344CB8AC3E}">
        <p14:creationId xmlns:p14="http://schemas.microsoft.com/office/powerpoint/2010/main" val="9926156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E0F18-A5B0-43B3-8F6A-FD67D725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C13A9-1C9E-470A-B222-10CE8978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2DE97-5BB9-4779-9515-0F03A998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63E0B-4A31-496B-96AA-358C7D34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D8B90-FD2D-410A-832D-D0F5057E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54C02-421B-419A-8723-6E75D167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None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EBFD5-32D7-4C69-B376-94366958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잘못된 원문을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6064450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3567F-C6F6-43CD-949F-D2DBE473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44C7E-5CF5-4574-AEF2-B89A6EA8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F3CD4-45B1-4347-BEE3-9B0DCE9B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66B10-2F8B-454B-A939-0998AFBC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6EC32-DCED-4380-8DBF-B4F0FF1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미측정과 잘못된 숫자의 구별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44B03-DAC5-4C0A-A756-75E0EB99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원문·반환값·업무 의미를 표로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BD53B-7FD4-4639-80E8-2FA7F76A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뜨거움과 빈칸의 차이를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48065-58B9-4ACB-A294-704BBAFE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오류 원문과 종류를 기록합니다.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96E2D-6EC3-44F5-8D74-31C65766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실제값이 미확인일 때 남길 질문을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B38F6-BB8D-47A7-8AF2-56008CF1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A10_notes.md, A10_example.py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1A657-29F0-4CAD-8398-A808E861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잘못된 숫자를 미측정으로 바꾸면 무엇을 잃나요?</a:t>
            </a:r>
          </a:p>
        </p:txBody>
      </p:sp>
    </p:spTree>
    <p:extLst>
      <p:ext uri="{BB962C8B-B14F-4D97-AF65-F5344CB8AC3E}">
        <p14:creationId xmlns:p14="http://schemas.microsoft.com/office/powerpoint/2010/main" val="110938975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E4E89-FA89-415F-BACA-3083D903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6F71E-E5B6-4239-AC10-6AC23E74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오류의 위치·종류·원값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263A8-DA62-48ED-B418-9A344347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973C0-4043-40D2-844F-3D272E5D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작업을 먼저 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종류와 원값을 연결합니다.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행동을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5322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DA31D-27CA-40EF-93D1-4510497A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28685-C1F8-4CB8-818C-9A258705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A11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03543-1649-4619-A7EF-EA1218C8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523F-8EF0-4458-9179-8B47DE88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09386-B815-4A24-90B6-033C18A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6BCF6-401B-4BD7-90BE-A264F0D1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종류와 원값을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6EE4D-0A4C-4C6F-8DDE-AAE3FA60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60266-4287-408D-9097-A1DB2B6D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확인 행동을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91778865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5DBCC-A0DD-417E-B720-FBA132D9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2EF99-2461-4DD5-871A-AA5959B9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A11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8360B-4AA9-4892-A0FB-E97AF757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E49A0-FCA6-4699-BC4A-D19194C0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6C54-C087-4532-894F-691D70D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오류의 위치·종류·원값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C820A-8402-404E-95E8-09A11D58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실패 작업·종류·경로 또는 값을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4788E-E184-417F-8D68-5D8FDCEC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사실과 추정 원인을 나눕니다.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06989-8C62-496E-A58F-2CD20575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다음 확인 동작을 하나씩 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FA04A-3120-4940-84D1-E7A6CA09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오류 단서를 보존한 전달 기록을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E2D67-B4E1-4D1C-AAF5-F7061585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A11_notes.md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3369A-9B7F-454E-A625-3800694F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ValueError면 모두 같은 값으로 고쳐도 되나요?</a:t>
            </a:r>
          </a:p>
        </p:txBody>
      </p:sp>
    </p:spTree>
    <p:extLst>
      <p:ext uri="{BB962C8B-B14F-4D97-AF65-F5344CB8AC3E}">
        <p14:creationId xmlns:p14="http://schemas.microsoft.com/office/powerpoint/2010/main" val="190348224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62FD9-9627-43B0-A51C-BAE6D500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AFA12-CF6B-4537-8548-0BA18C82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try와 except로 예상 오류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AADEE-7F23-4CDF-A3FD-1C7B613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BE6DE-4927-4450-9C34-B522612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예상한 오류를 처리합니다.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원문과 문제를 기록합니다.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실제값 확정은 별도입니다.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68139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21E17-F3D0-4356-AFBE-4966C452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37302-68BF-42DA-AA3B-670A2EB0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15029-55D9-4CD6-9410-1C96B0C3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601C3-2F3C-4383-B0C7-7BA2B699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BA29A-0C3C-4958-962F-EE13D25F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CE42F-03E0-458F-BDFA-35E3A2D9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raw = "뜨거움"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try: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value = float(raw)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print(value)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except ValueError: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print("숫자 확인 필요:", raw)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1C7E8-5305-4C22-9413-1183C5E9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code/A12_example.py</a:t>
            </a:r>
          </a:p>
        </p:txBody>
      </p:sp>
    </p:spTree>
    <p:extLst>
      <p:ext uri="{BB962C8B-B14F-4D97-AF65-F5344CB8AC3E}">
        <p14:creationId xmlns:p14="http://schemas.microsoft.com/office/powerpoint/2010/main" val="44988971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CC914-EA42-46DB-8576-7907DB39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C7266-00C9-4C08-BA71-B30A849A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D90F9-ED51-4488-BECE-3BDD8B0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2889B-0B68-49FE-90AB-3744B06E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37D1D-8747-4AF7-9ECA-93C7C45F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B9BD9-1C1B-401C-9053-54EDCBA3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숫자 확인 필요: 뜨거움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51495-F982-43DE-BDC6-06875F3B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실제값 확정은 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123372822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58F85-CB0C-45EA-9F33-87B008FD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FFD9A-301C-44EE-AA48-F78E560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0FDAB-E123-41FE-9B53-5BCBB7F4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C9DF3-8256-4D56-B403-8AC10346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EA45D-F166-4C8F-B296-58FFDD1F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try와 except로 예상 오류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31283-796D-492E-908C-04F0B99D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성공과 오류의 실행 줄을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8E634-975C-49EB-B27B-6BB3EB5A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raw를 24.0으로 바꿔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528FA-2F85-4A12-9C68-E08C0882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오류 기록과 실제값 확정을 구별합니다.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60A9B-71FD-4152-B98D-33C6A9BC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원문을 메시지에 남긴 이유를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18292-B194-4A52-887B-801A6DAF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A12_notes.md, A12_example.py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3563B-B55E-410C-A04F-5F36B81E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except를 실행하면 실제 온도를 알아낸 것인가요?</a:t>
            </a:r>
          </a:p>
        </p:txBody>
      </p:sp>
    </p:spTree>
    <p:extLst>
      <p:ext uri="{BB962C8B-B14F-4D97-AF65-F5344CB8AC3E}">
        <p14:creationId xmlns:p14="http://schemas.microsoft.com/office/powerpoint/2010/main" val="82829971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879A5-1208-4E8F-9786-A7A8B275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81F52-7A56-47AD-8EA7-58313F6D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범위 규칙을 함수에서 확인하기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43BE0-52D8-42F7-BE5C-F8D41BF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9FAFA-5403-4CB4-BB24-E13BE148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변환과 범위 검사는 다릅니다.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 경계를 확인합니다.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모르는 값을 임의로 고치지 않습니다.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7015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C783B-D32E-4C53-BA98-F417ABD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92AAF-BBF4-4BB3-B82B-A2842C81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46392-2820-49A2-A476-30BE03C4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13E67-C3C6-433F-9F9B-59D5EDD5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B6707-99DC-4F9A-976B-C21FC21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7F5E7-4DA4-4722-B7E3-A94EBAA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checked_temperature(raw):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value = float(raw)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&lt; 0 or value &gt; 50: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raise ValueError("범위 확인 필요")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return value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print(checked_temperature("23.5"))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BAA38-738A-4571-A2A2-277E3B9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code/A13_example.py</a:t>
            </a:r>
          </a:p>
        </p:txBody>
      </p:sp>
    </p:spTree>
    <p:extLst>
      <p:ext uri="{BB962C8B-B14F-4D97-AF65-F5344CB8AC3E}">
        <p14:creationId xmlns:p14="http://schemas.microsoft.com/office/powerpoint/2010/main" val="7385023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6DA63-646F-452A-A3C4-771EAD6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958E8-AB88-4478-914E-AB503D28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1A6B7-62A0-4192-A8A9-0FC241CF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6A7C1-5C69-40D7-B547-72D26D19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1AF5C-459C-4EC1-8A8E-ABA0EAE8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3DB55-06D9-49B9-9BAA-58C8A54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23.5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F9AF6-F798-45FB-A3F8-82DF0A55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모르는 값을 임의로 고치지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378895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3AF95-9423-4956-B80E-86F4577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8C02C-51F8-49E8-804C-71ED0C2D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F1FDF-341F-4D82-96C0-BBEE2906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06865-F0C4-42B0-B070-364141E8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525E7-CA6B-4E28-9FEE-40CE7AF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범위 규칙을 함수에서 확인하기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4A94A-EB6E-4D41-B741-C50E7AF3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변환과 범위 검사를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3D698-D064-4298-AEF9-C84AD701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0·50·51.0의 기대 결과를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9E00B-25D6-4277-96BF-AD6A0010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경계와 오류 입력을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1B39-0EF6-489A-A19C-B2330AA8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원문과 확인 이유를 남깁니다.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1A69-95FC-45FD-B74F-774D99F3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A13_notes.md, A13_example.py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DA923-C2CA-4DCE-AF7E-F461C4C4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범위 통과가 실제 센서 정확도를 증명하나요?</a:t>
            </a:r>
          </a:p>
        </p:txBody>
      </p:sp>
    </p:spTree>
    <p:extLst>
      <p:ext uri="{BB962C8B-B14F-4D97-AF65-F5344CB8AC3E}">
        <p14:creationId xmlns:p14="http://schemas.microsoft.com/office/powerpoint/2010/main" val="7532363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77BEE-28C4-44FF-8402-54EE48F3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53CBB-C483-4A5B-BB0E-4B6714A7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값 수정 뒤 같은 사례 재확인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6B3CA-437F-4B7C-A541-11FA6CC8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05D16-4FF4-49C4-B7F3-884C2991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근거로 수정합니다.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성공 사례도 확인합니다.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이슈 수보다 의미를 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43617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D42CF-E32D-4E9E-BF46-07ABE1E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E9405-976E-4D7A-AF7C-EE2A28EA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A14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0F9C9-E025-402E-BEAA-43DB2F0A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9E6C1-3C77-4986-B06B-75F2690C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49D6D-1D07-4316-A23D-5C1ACA1A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E0D4D-E215-45B3-9D47-35108FA5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기존 성공 사례도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CE7EC-7292-42D2-85F8-A83E34F3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A664D-D7E8-4972-8602-878F82DF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이슈 수보다 의미를 봅니다.</a:t>
            </a:r>
          </a:p>
        </p:txBody>
      </p:sp>
    </p:spTree>
    <p:extLst>
      <p:ext uri="{BB962C8B-B14F-4D97-AF65-F5344CB8AC3E}">
        <p14:creationId xmlns:p14="http://schemas.microsoft.com/office/powerpoint/2010/main" val="30923549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048E3-96E1-49D2-A6FD-1D391027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33B41-1809-4952-B14D-08DAAB57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A14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E4AD0-0458-408A-A829-3FB318B2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E90B2-8075-4B74-9B43-5EBD31F6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F3174-8C05-4771-899D-355E93FA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한 값 수정 뒤 같은 사례 재확인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A9275-4797-46E8-B988-DCF92F2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확정과 미확정 지시를 나눕니다.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1029E-D668-4E8E-BC6F-A9A30ED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work/correction_notes.md에 전후값과 근거를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3D0B7-5E8D-442F-AB93-A377785A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work/bad_readings_work.csv에서 S05 한 값만 고칩니다.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28A68-200B-468A-AAEF-CDE5D3A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정상·미측정·0·범위의 재확인 표를 작성합니다.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3E4EB-006B-4399-AEBB-0568DC09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A14_notes.md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89C2B-3C26-4CA0-A9D2-8290ACD2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이슈 건수만 줄면 좋은 수정인가요?</a:t>
            </a:r>
          </a:p>
        </p:txBody>
      </p:sp>
    </p:spTree>
    <p:extLst>
      <p:ext uri="{BB962C8B-B14F-4D97-AF65-F5344CB8AC3E}">
        <p14:creationId xmlns:p14="http://schemas.microsoft.com/office/powerpoint/2010/main" val="35689940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2451D-A7B5-421A-914C-94D3F2F4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C678D-28CD-4A7E-868F-64FDF81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입력·처리·출력의 실행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27042-55E9-48B3-A277-DCE99B38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35D28-CDD0-4D98-A140-452A72D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입력과 결과 주소를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완료와 데이터 통과는 다릅니다.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기록의 처리 결과를 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6912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7838D-0D1A-47DC-969B-BDF359F5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59DDC-6E36-4B1C-AACE-3D702BF9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A15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12F7F-C516-41C8-8659-B77B383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6BF7A-144B-4CD3-90C4-606EEDE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6FF65-752D-44CD-873C-EEC9FD53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EA3E9-7D85-49CA-939F-D0F5F2A1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실행 완료와 데이터 통과는 다릅니다.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EAA53-AF72-4E44-971F-F5A9E5F6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DDA53-32F9-46A9-901B-922BC58F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기록의 처리 결과를 셉니다.</a:t>
            </a:r>
          </a:p>
        </p:txBody>
      </p:sp>
    </p:spTree>
    <p:extLst>
      <p:ext uri="{BB962C8B-B14F-4D97-AF65-F5344CB8AC3E}">
        <p14:creationId xmlns:p14="http://schemas.microsoft.com/office/powerpoint/2010/main" val="41034395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0E68F-1EF9-46DB-A3CA-2D44CC43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F8E40-2F14-4E47-9C1C-CD3BD661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A15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21464-58E9-4B41-982D-6B6BC7C5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4673E-9D21-45F9-B9B7-4B0ADD19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E0A0-198B-4849-9E91-53FEC2E6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입력·처리·출력의 실행 계약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487CE-DD5D-4FB2-BFA3-B60CA721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파일의 위치를 그립니다.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B30B8-B4EA-496C-A99F-8D66A2A8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미측정과 실제 0의 집계 차이를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E0134-64F5-4228-99DC-4EF3122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실행 완료와 이슈 0건을 구별합니다.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34A6C-2510-47E7-9B85-8D01D305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다음 활동의 예상 건수를 먼저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96A7F-3C13-44AE-A91B-C14FC37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A15_notes.md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B10FC-8E50-417C-BF6E-21476E08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미측정도 분모에 넣어 4로 나누면 무엇이 바뀌나요?</a:t>
            </a:r>
          </a:p>
        </p:txBody>
      </p:sp>
    </p:spTree>
    <p:extLst>
      <p:ext uri="{BB962C8B-B14F-4D97-AF65-F5344CB8AC3E}">
        <p14:creationId xmlns:p14="http://schemas.microsoft.com/office/powerpoint/2010/main" val="202889927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697C5-2226-4D4F-9C02-F26AD80D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5B054-76F7-4AD1-BB74-A4DA179A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로그 검사기 전체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041D4-7738-4D13-B5C5-DDC2FA6D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80342-8F43-483B-BB05-F0FBB92D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함수는 한 값의 규칙입니다.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반복은 행마다 규칙을 적용합니다.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미측정·숫자·이슈를 따로 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6971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9198D-619E-4180-B661-8F73B22F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DED9C-D9ED-488F-81CA-B8A0F4B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코드 1–10행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9CC3F-3AC4-449D-9ABF-F9F4EDAD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04E0C-BB78-4185-B26B-EB6E0128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4AF6E-9E0B-40DD-84FE-6686404F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4F48C-A86A-4576-B335-20B1A54C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csv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json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parse_temperature(raw):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raw == "":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None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value = float(raw)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&lt; 0 or value &gt; 50: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raise ValueError("범위 확인 필요")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36099-2BFC-42B0-8BAB-0EDB5D0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code/A16_log_checker.py</a:t>
            </a:r>
          </a:p>
        </p:txBody>
      </p:sp>
    </p:spTree>
    <p:extLst>
      <p:ext uri="{BB962C8B-B14F-4D97-AF65-F5344CB8AC3E}">
        <p14:creationId xmlns:p14="http://schemas.microsoft.com/office/powerpoint/2010/main" val="4926768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47A1D-229A-4E63-B763-35B78619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FE023-88CA-49C3-9D99-6CB25DB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코드 11–20행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CC50E-7E1B-4AD4-B460-D767CCD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EF8E4-358C-4634-B231-9856A937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4871B-38DB-40C5-BBE9-5974970E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C987B-8631-4F16-BDF8-E275D7E8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return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base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 = base / "data" / "bad_readings.csv"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with source.open(encoding="utf-8", newline="") as file: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rows = list(csv.DictReader(file))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numbers = []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issues = []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missing = 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row in rows: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D1448-3FF7-41D3-B6EB-031EBC10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code/A16_log_checker.py</a:t>
            </a:r>
          </a:p>
        </p:txBody>
      </p:sp>
    </p:spTree>
    <p:extLst>
      <p:ext uri="{BB962C8B-B14F-4D97-AF65-F5344CB8AC3E}">
        <p14:creationId xmlns:p14="http://schemas.microsoft.com/office/powerpoint/2010/main" val="136398609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FCB76-57A5-49CB-B298-038D9AC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A7791-FAB8-4187-8AA1-71BF458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코드 21–30행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9F194-CB99-43BF-980F-A5AE6797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3731A-4DE9-44C7-B4FC-86115C55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C7AB8-AD4D-4AB2-BB6F-EC3D874C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2A454-D721-4EB8-BBAB-309C86A8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try: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value = parse_temperature(row["temperature_c"])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except ValueError: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issues.append({"sensor_id": row["sensor_id"], "raw": row["temperature_c"]})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continue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missing = missing + 1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else: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numbers.append(value)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average = None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2AB60-91B0-450A-9A70-F1AF1787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code/A16_log_checker.py</a:t>
            </a:r>
          </a:p>
        </p:txBody>
      </p:sp>
    </p:spTree>
    <p:extLst>
      <p:ext uri="{BB962C8B-B14F-4D97-AF65-F5344CB8AC3E}">
        <p14:creationId xmlns:p14="http://schemas.microsoft.com/office/powerpoint/2010/main" val="49011958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8CEF0-5C44-4D17-AD3C-1AE64A41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F7E22-1949-43C3-A967-D5720E2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코드 31–40행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A8723-57D5-4C16-B3DD-0894A473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D2A5C-362E-4068-8582-7C24A1A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92124-8AE0-4AE5-B838-BA4AB120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52298-74F0-4F5E-A252-09F7B87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len(numbers) &gt; 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average = round(sum(numbers) / len(numbers), 2)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summary = {"input": len(rows), "accepted": len(numbers) + missing,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   "missing": missing, "issues": len(issues), "average": average}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(base / "work" / "check_summary.json").write_text(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json.dumps(summary, ensure_ascii=False, indent=2), encoding="utf-8")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(base / "work" / "check_issues.json").write_text(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json.dumps(issues, ensure_ascii=False, indent=2), encoding="utf-8")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print(summary["input"], summary["accepted"], summary["missing"], summary["issues"])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print(summary["average"])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63DF1-EF0F-4C6A-9D04-1FE0E89F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code/A16_log_checker.py</a:t>
            </a:r>
          </a:p>
        </p:txBody>
      </p:sp>
    </p:spTree>
    <p:extLst>
      <p:ext uri="{BB962C8B-B14F-4D97-AF65-F5344CB8AC3E}">
        <p14:creationId xmlns:p14="http://schemas.microsoft.com/office/powerpoint/2010/main" val="58609506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905D3-C633-44A9-B5FC-1A9CA405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B7BEF-3656-4543-BA6D-24870897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74D9C-60DA-4488-96B8-F6F74E9E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03EE4-11ED-4A73-B564-78501B3C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ED21C-9DD3-443E-B259-FC6BDE18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FDF98-FAF3-4A23-B2FC-020127C2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6 4 1 2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15.83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53917-5EFA-439C-831E-4472A5AF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미측정·숫자·이슈를 따로 셉니다.</a:t>
            </a:r>
          </a:p>
        </p:txBody>
      </p:sp>
    </p:spTree>
    <p:extLst>
      <p:ext uri="{BB962C8B-B14F-4D97-AF65-F5344CB8AC3E}">
        <p14:creationId xmlns:p14="http://schemas.microsoft.com/office/powerpoint/2010/main" val="53151136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BBC1B-33A3-4EF0-873A-04C9FF4B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460E6-7903-4004-8376-6391DE5A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F385F-DB15-4991-A017-559B1F85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DB5C5-98F7-40C2-B06D-DDA6A1D7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C4484-FF07-4B19-BC89-E503E93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로그 검사기 전체 흐름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258C5-08C0-458E-8F9C-26204AB2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전체 코드를 역할별 다섯 구간으로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B131F-C8D2-4E3B-ACFE-1B65B6F8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건수와 평균을 손으로 먼저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6A798-FF07-4CDD-89CD-5EA84CFF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실행 뒤 결과 JSON 두 개를 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19F59-29BE-4CB0-A0D8-CE7F6FD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입력 파일명만 readings.csv로 바꿔 비교합니다.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6D88F-45DA-4990-9F13-B020AC4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A16_notes.md, A16_log_checker.py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66F98-C7DF-4480-8806-FD4D29AD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continue의 역할은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72940945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E4AF4-F87C-4E8E-B890-4BAE75A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B9E1C-9DA5-4A1B-BBED-F31E01C6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정상·빈 입력·잘못된 입력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647CE-C57B-48CB-80B3-3BAC8167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B47A5-AE7D-4B70-A712-88C98515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입력과 미측정만 있는 입력은 다릅니다.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수치가 없으면 평균도 없습니다.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코드로 사례를 대조합니다.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1320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8ADFC-8A72-47B0-B592-1FE5DD56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66D4E-4410-49EB-B540-D42D3B7C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F60F0-5B9E-4D49-82B4-46D0EF9C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58C07-9C3B-4923-903C-94988405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3C7F0-FC51-4C57-AE07-3D6B0ED2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A191E-ADDF-4A8B-8F43-7D9619DC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수치가 없으면 평균도 없습니다.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57FD5-7F18-40F1-86D0-66B12B6E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74906-DB20-44B6-93D1-896DC22A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코드로 사례를 대조합니다.</a:t>
            </a:r>
          </a:p>
        </p:txBody>
      </p:sp>
    </p:spTree>
    <p:extLst>
      <p:ext uri="{BB962C8B-B14F-4D97-AF65-F5344CB8AC3E}">
        <p14:creationId xmlns:p14="http://schemas.microsoft.com/office/powerpoint/2010/main" val="134804922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D9EE7-48DD-4041-9052-4FC4C24D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9B043-7A37-4F0C-AF24-1E72A4E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0A965-A9CB-4047-A7E3-D14EAA57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61156-4986-404F-A35B-0DFC9BD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C7B0F-849D-4F8F-AB85-ED4DD17C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정상·빈 입력·잘못된 입력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CFE4A-C99C-4DA5-A738-2D5C6ACA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네 입력의 기대 집계표를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6B143-A376-415E-806D-48109C95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작업본의 파일명만 바꿔 같은 프로그램을 실행합니다.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9D2A7-8E02-4016-966F-C7FB68EF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평균None의 이유와 집계 관계를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3DED4-2712-49CD-98EA-3251573A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헤더·다른 필드·실제 진위는 미검증으로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A6AC4-083D-4EDD-B1ED-0E85C689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A17_notes.md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5AF15-2DD5-431A-810E-475BB91F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수치가 없을 때 평균 0을 쓰면 어떤 오해가 생기나요?</a:t>
            </a:r>
          </a:p>
        </p:txBody>
      </p:sp>
    </p:spTree>
    <p:extLst>
      <p:ext uri="{BB962C8B-B14F-4D97-AF65-F5344CB8AC3E}">
        <p14:creationId xmlns:p14="http://schemas.microsoft.com/office/powerpoint/2010/main" val="30250155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FC976-A05C-4B7A-9B95-54E169B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92947-A656-4F98-8165-47958098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검사기 사용 안내와 근거 전달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F42F8-C2B2-4123-B712-786CBB9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BEB59-67C3-4A27-8842-E7F337FF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목적과 실행 경로를 씁니다.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범위를 구체적으로 밝힙니다.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원문과 수정 근거를 남깁니다.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90121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915B0-06E6-4FD1-B5BA-711F3583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518AD-F5FA-462B-8B79-499B07EA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A18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14972-5A42-4C78-AFCB-8BBB985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2A523-5F69-42B2-8E64-5042516E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C21E7-AF1A-4928-8221-76262579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2E49F-0219-4CEC-842F-909F2424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검사 범위를 구체적으로 밝힙니다.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F200B-165B-441E-9648-575C0F7C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88926-61B8-4CDC-96C8-4D2733AE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원문과 수정 근거를 남깁니다.</a:t>
            </a:r>
          </a:p>
        </p:txBody>
      </p:sp>
    </p:spTree>
    <p:extLst>
      <p:ext uri="{BB962C8B-B14F-4D97-AF65-F5344CB8AC3E}">
        <p14:creationId xmlns:p14="http://schemas.microsoft.com/office/powerpoint/2010/main" val="205238977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CEEF5-414C-44B9-B98D-9580D9B6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94A84-832C-4FDB-B7F1-D690A267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A18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C8476-D726-4210-AB87-00DBAE83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2C306-FECD-4A12-8032-AE736D5A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3547F-0F96-46E2-B50F-7BD09647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검사기 사용 안내와 근거 전달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06930-DC39-4D2A-8DFD-84477E2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work/usage.md에 실행 안내를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05889-DCCA-4FD5-9751-C9295154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짝이 입력 하나의 결과를 설명하게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D193F-575C-4242-B902-AC59135F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빠진 경로와 계약을 보완합니다.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60289-FF8E-4BA8-B45D-F7DE8AE4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코드·입력·요약·이슈·사례표를 함께 제출합니다.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7E39E-1DC1-45C6-919F-FBF864FF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A18_notes.md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65690-420F-4CBE-A2C6-5A987E8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이슈 0건이라는 결과만 남기면 무엇이 부족한가요?</a:t>
            </a:r>
          </a:p>
        </p:txBody>
      </p:sp>
    </p:spTree>
    <p:extLst>
      <p:ext uri="{BB962C8B-B14F-4D97-AF65-F5344CB8AC3E}">
        <p14:creationId xmlns:p14="http://schemas.microsoft.com/office/powerpoint/2010/main" val="1794639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2026-09-25T16:30:34.4510000Z</dcterms:created>
  <dcterms:modified xsi:type="dcterms:W3CDTF">2026-09-25T16:30:34.4510000Z</dcterms:modified>
</coreProperties>
</file>