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ca6c10aff94fd9" /><Relationship Type="http://schemas.openxmlformats.org/officeDocument/2006/relationships/extended-properties" Target="/docProps/app.xml" Id="R70862ad081814981" /><Relationship Type="http://schemas.openxmlformats.org/officeDocument/2006/relationships/officeDocument" Target="/ppt/presentation.xml" Id="Rf9f7cecda7e440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0d834ad2464d05"/>
  </p:sldMasterIdLst>
  <p:notesMasterIdLst>
    <p:notesMasterId xmlns:r="http://schemas.openxmlformats.org/officeDocument/2006/relationships" r:id="R1da2d526833a44a4"/>
  </p:notesMasterIdLst>
  <p:sldIdLst>
    <p:sldId xmlns:r="http://schemas.openxmlformats.org/officeDocument/2006/relationships" id="256" r:id="R36cf029b8190410a"/>
    <p:sldId xmlns:r="http://schemas.openxmlformats.org/officeDocument/2006/relationships" id="257" r:id="Rebb428f89b2b47ae"/>
    <p:sldId xmlns:r="http://schemas.openxmlformats.org/officeDocument/2006/relationships" id="258" r:id="Rd45a440262344ddc"/>
    <p:sldId xmlns:r="http://schemas.openxmlformats.org/officeDocument/2006/relationships" id="259" r:id="Rd4419ebb00a84e4b"/>
    <p:sldId xmlns:r="http://schemas.openxmlformats.org/officeDocument/2006/relationships" id="260" r:id="R986f55d2c75a406a"/>
    <p:sldId xmlns:r="http://schemas.openxmlformats.org/officeDocument/2006/relationships" id="261" r:id="R63631f046c414060"/>
    <p:sldId xmlns:r="http://schemas.openxmlformats.org/officeDocument/2006/relationships" id="262" r:id="R2df1614d84154aec"/>
    <p:sldId xmlns:r="http://schemas.openxmlformats.org/officeDocument/2006/relationships" id="263" r:id="Rf2e7d52a7b4b4cf6"/>
    <p:sldId xmlns:r="http://schemas.openxmlformats.org/officeDocument/2006/relationships" id="264" r:id="Rc68e53f3483045ec"/>
    <p:sldId xmlns:r="http://schemas.openxmlformats.org/officeDocument/2006/relationships" id="265" r:id="R4aabdee8fe0a4b39"/>
    <p:sldId xmlns:r="http://schemas.openxmlformats.org/officeDocument/2006/relationships" id="266" r:id="Radd49135c4994319"/>
    <p:sldId xmlns:r="http://schemas.openxmlformats.org/officeDocument/2006/relationships" id="267" r:id="Rb6da82e2ff5e41a1"/>
    <p:sldId xmlns:r="http://schemas.openxmlformats.org/officeDocument/2006/relationships" id="268" r:id="R7b97687fff084bba"/>
    <p:sldId xmlns:r="http://schemas.openxmlformats.org/officeDocument/2006/relationships" id="269" r:id="R6cc2d51fd088422e"/>
    <p:sldId xmlns:r="http://schemas.openxmlformats.org/officeDocument/2006/relationships" id="270" r:id="R9d8b69cf328b4fc0"/>
    <p:sldId xmlns:r="http://schemas.openxmlformats.org/officeDocument/2006/relationships" id="271" r:id="Rd6861e24a4094b0f"/>
    <p:sldId xmlns:r="http://schemas.openxmlformats.org/officeDocument/2006/relationships" id="272" r:id="Rf82c0b99ef25424a"/>
    <p:sldId xmlns:r="http://schemas.openxmlformats.org/officeDocument/2006/relationships" id="273" r:id="R6f8b46802c3540c5"/>
    <p:sldId xmlns:r="http://schemas.openxmlformats.org/officeDocument/2006/relationships" id="274" r:id="Re50c9bc1dbc04cf2"/>
    <p:sldId xmlns:r="http://schemas.openxmlformats.org/officeDocument/2006/relationships" id="275" r:id="R5d3dca2e69194165"/>
    <p:sldId xmlns:r="http://schemas.openxmlformats.org/officeDocument/2006/relationships" id="276" r:id="Rda5a8b55a50e4392"/>
    <p:sldId xmlns:r="http://schemas.openxmlformats.org/officeDocument/2006/relationships" id="277" r:id="R4b295fbbdca44345"/>
    <p:sldId xmlns:r="http://schemas.openxmlformats.org/officeDocument/2006/relationships" id="278" r:id="R7a02a50912df4ef6"/>
    <p:sldId xmlns:r="http://schemas.openxmlformats.org/officeDocument/2006/relationships" id="279" r:id="R126a310af2294e72"/>
    <p:sldId xmlns:r="http://schemas.openxmlformats.org/officeDocument/2006/relationships" id="280" r:id="R5607a3fb7c8e4f5a"/>
    <p:sldId xmlns:r="http://schemas.openxmlformats.org/officeDocument/2006/relationships" id="281" r:id="R15cb67ae0acb44fd"/>
    <p:sldId xmlns:r="http://schemas.openxmlformats.org/officeDocument/2006/relationships" id="282" r:id="R7a4da4046a834899"/>
    <p:sldId xmlns:r="http://schemas.openxmlformats.org/officeDocument/2006/relationships" id="283" r:id="R4e2deb8870ce4086"/>
    <p:sldId xmlns:r="http://schemas.openxmlformats.org/officeDocument/2006/relationships" id="284" r:id="R3b83a563bdd7487e"/>
    <p:sldId xmlns:r="http://schemas.openxmlformats.org/officeDocument/2006/relationships" id="285" r:id="R483e7a9c267f45dc"/>
    <p:sldId xmlns:r="http://schemas.openxmlformats.org/officeDocument/2006/relationships" id="286" r:id="Rd4c79a138f344199"/>
    <p:sldId xmlns:r="http://schemas.openxmlformats.org/officeDocument/2006/relationships" id="287" r:id="R5dd8032c7a3f498a"/>
    <p:sldId xmlns:r="http://schemas.openxmlformats.org/officeDocument/2006/relationships" id="288" r:id="R58b2afc92774452c"/>
    <p:sldId xmlns:r="http://schemas.openxmlformats.org/officeDocument/2006/relationships" id="289" r:id="Re1114f3f7d83486e"/>
    <p:sldId xmlns:r="http://schemas.openxmlformats.org/officeDocument/2006/relationships" id="290" r:id="Rdcf80a7ba2fe4b7d"/>
    <p:sldId xmlns:r="http://schemas.openxmlformats.org/officeDocument/2006/relationships" id="291" r:id="R800033a000b44ef4"/>
    <p:sldId xmlns:r="http://schemas.openxmlformats.org/officeDocument/2006/relationships" id="292" r:id="R4cc1d81ec61146f9"/>
    <p:sldId xmlns:r="http://schemas.openxmlformats.org/officeDocument/2006/relationships" id="293" r:id="Raf0d4f957ecf4752"/>
    <p:sldId xmlns:r="http://schemas.openxmlformats.org/officeDocument/2006/relationships" id="294" r:id="R91c9d2a7689941ba"/>
    <p:sldId xmlns:r="http://schemas.openxmlformats.org/officeDocument/2006/relationships" id="295" r:id="R8b2337e24a264e04"/>
    <p:sldId xmlns:r="http://schemas.openxmlformats.org/officeDocument/2006/relationships" id="296" r:id="R14fe06c4aea64de5"/>
    <p:sldId xmlns:r="http://schemas.openxmlformats.org/officeDocument/2006/relationships" id="297" r:id="Rea05599c48d14545"/>
    <p:sldId xmlns:r="http://schemas.openxmlformats.org/officeDocument/2006/relationships" id="298" r:id="R9ea0c76f64764eb7"/>
    <p:sldId xmlns:r="http://schemas.openxmlformats.org/officeDocument/2006/relationships" id="299" r:id="Rc852a4dc20d94ff3"/>
    <p:sldId xmlns:r="http://schemas.openxmlformats.org/officeDocument/2006/relationships" id="300" r:id="Rb7e98dd6c7cc4a5e"/>
    <p:sldId xmlns:r="http://schemas.openxmlformats.org/officeDocument/2006/relationships" id="301" r:id="R4229db89dcab4026"/>
    <p:sldId xmlns:r="http://schemas.openxmlformats.org/officeDocument/2006/relationships" id="302" r:id="Rbf8bfb1f53004ab8"/>
    <p:sldId xmlns:r="http://schemas.openxmlformats.org/officeDocument/2006/relationships" id="303" r:id="R4e31675ea21a43db"/>
    <p:sldId xmlns:r="http://schemas.openxmlformats.org/officeDocument/2006/relationships" id="304" r:id="Rb9b2ba161030424c"/>
    <p:sldId xmlns:r="http://schemas.openxmlformats.org/officeDocument/2006/relationships" id="305" r:id="R6bdb1b14ce86439e"/>
    <p:sldId xmlns:r="http://schemas.openxmlformats.org/officeDocument/2006/relationships" id="306" r:id="Rdb2b01bcbc4e40f1"/>
    <p:sldId xmlns:r="http://schemas.openxmlformats.org/officeDocument/2006/relationships" id="307" r:id="R29887ed977194795"/>
    <p:sldId xmlns:r="http://schemas.openxmlformats.org/officeDocument/2006/relationships" id="308" r:id="R4fc0176bb2794a65"/>
    <p:sldId xmlns:r="http://schemas.openxmlformats.org/officeDocument/2006/relationships" id="309" r:id="Rabc65c0472b04591"/>
    <p:sldId xmlns:r="http://schemas.openxmlformats.org/officeDocument/2006/relationships" id="310" r:id="R836e9e15c0354c8e"/>
    <p:sldId xmlns:r="http://schemas.openxmlformats.org/officeDocument/2006/relationships" id="311" r:id="R9a66a54683e54847"/>
    <p:sldId xmlns:r="http://schemas.openxmlformats.org/officeDocument/2006/relationships" id="312" r:id="R6ac048edacc2401b"/>
    <p:sldId xmlns:r="http://schemas.openxmlformats.org/officeDocument/2006/relationships" id="313" r:id="Rf95909968f8a4d29"/>
    <p:sldId xmlns:r="http://schemas.openxmlformats.org/officeDocument/2006/relationships" id="314" r:id="Rfc8f8a51f87a4db6"/>
    <p:sldId xmlns:r="http://schemas.openxmlformats.org/officeDocument/2006/relationships" id="315" r:id="R006059395e2b44c4"/>
    <p:sldId xmlns:r="http://schemas.openxmlformats.org/officeDocument/2006/relationships" id="316" r:id="R422d5a9efe134ecc"/>
    <p:sldId xmlns:r="http://schemas.openxmlformats.org/officeDocument/2006/relationships" id="317" r:id="R2b19568163a44b5a"/>
    <p:sldId xmlns:r="http://schemas.openxmlformats.org/officeDocument/2006/relationships" id="318" r:id="R633fa9359ae145cf"/>
    <p:sldId xmlns:r="http://schemas.openxmlformats.org/officeDocument/2006/relationships" id="319" r:id="Ra0d18db3414444f2"/>
    <p:sldId xmlns:r="http://schemas.openxmlformats.org/officeDocument/2006/relationships" id="320" r:id="R30feb8756b8d43a8"/>
    <p:sldId xmlns:r="http://schemas.openxmlformats.org/officeDocument/2006/relationships" id="321" r:id="R4a24162c86154cb6"/>
    <p:sldId xmlns:r="http://schemas.openxmlformats.org/officeDocument/2006/relationships" id="322" r:id="R27d68f4ac59d4c5e"/>
    <p:sldId xmlns:r="http://schemas.openxmlformats.org/officeDocument/2006/relationships" id="323" r:id="R720f0b742a3c4974"/>
    <p:sldId xmlns:r="http://schemas.openxmlformats.org/officeDocument/2006/relationships" id="324" r:id="R9155863f2b9346fc"/>
    <p:sldId xmlns:r="http://schemas.openxmlformats.org/officeDocument/2006/relationships" id="325" r:id="R662e0a86c4744558"/>
    <p:sldId xmlns:r="http://schemas.openxmlformats.org/officeDocument/2006/relationships" id="326" r:id="R7c012fbec3bc491a"/>
    <p:sldId xmlns:r="http://schemas.openxmlformats.org/officeDocument/2006/relationships" id="327" r:id="Raeb50f1ab4c14552"/>
    <p:sldId xmlns:r="http://schemas.openxmlformats.org/officeDocument/2006/relationships" id="328" r:id="R26f52e79fd33418a"/>
    <p:sldId xmlns:r="http://schemas.openxmlformats.org/officeDocument/2006/relationships" id="329" r:id="Rb37fdc96d9734dd5"/>
    <p:sldId xmlns:r="http://schemas.openxmlformats.org/officeDocument/2006/relationships" id="330" r:id="R7b35bf408fbd4683"/>
    <p:sldId xmlns:r="http://schemas.openxmlformats.org/officeDocument/2006/relationships" id="331" r:id="Rb1e64ee09546434b"/>
    <p:sldId xmlns:r="http://schemas.openxmlformats.org/officeDocument/2006/relationships" id="332" r:id="Ra40792261f604f10"/>
    <p:sldId xmlns:r="http://schemas.openxmlformats.org/officeDocument/2006/relationships" id="333" r:id="R5ff8d2a6e0694df7"/>
    <p:sldId xmlns:r="http://schemas.openxmlformats.org/officeDocument/2006/relationships" id="334" r:id="R7a203f450e184c22"/>
    <p:sldId xmlns:r="http://schemas.openxmlformats.org/officeDocument/2006/relationships" id="335" r:id="Rc9de70cf0b074dd4"/>
    <p:sldId xmlns:r="http://schemas.openxmlformats.org/officeDocument/2006/relationships" id="336" r:id="R6ad565620f2849d3"/>
    <p:sldId xmlns:r="http://schemas.openxmlformats.org/officeDocument/2006/relationships" id="337" r:id="R64f7acc3d2b14caa"/>
    <p:sldId xmlns:r="http://schemas.openxmlformats.org/officeDocument/2006/relationships" id="338" r:id="R0f26e9380b934616"/>
    <p:sldId xmlns:r="http://schemas.openxmlformats.org/officeDocument/2006/relationships" id="339" r:id="Rb9fd4ed4e65f41d3"/>
    <p:sldId xmlns:r="http://schemas.openxmlformats.org/officeDocument/2006/relationships" id="340" r:id="R73f99758bc174388"/>
    <p:sldId xmlns:r="http://schemas.openxmlformats.org/officeDocument/2006/relationships" id="341" r:id="R3ff4ce3f792241e8"/>
    <p:sldId xmlns:r="http://schemas.openxmlformats.org/officeDocument/2006/relationships" id="342" r:id="R7914e52661184a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15fc6bd9e147f5" /><Relationship Type="http://schemas.openxmlformats.org/officeDocument/2006/relationships/slideMaster" Target="/ppt/slideMasters/slideMaster1.xml" Id="R680d834ad2464d05" /><Relationship Type="http://schemas.openxmlformats.org/officeDocument/2006/relationships/notesMaster" Target="/ppt/notesMasters/notesMaster1.xml" Id="R1da2d526833a44a4" /><Relationship Type="http://schemas.openxmlformats.org/officeDocument/2006/relationships/presProps" Target="/ppt/presProps.xml" Id="Rce98b078145e4437" /><Relationship Type="http://schemas.openxmlformats.org/officeDocument/2006/relationships/tableStyles" Target="/ppt/tableStyles.xml" Id="Rf1e8bc068b684baa" /><Relationship Type="http://schemas.openxmlformats.org/officeDocument/2006/relationships/slide" Target="/ppt/slides/slide1.xml" Id="R36cf029b8190410a" /><Relationship Type="http://schemas.openxmlformats.org/officeDocument/2006/relationships/slide" Target="/ppt/slides/slide2.xml" Id="Rebb428f89b2b47ae" /><Relationship Type="http://schemas.openxmlformats.org/officeDocument/2006/relationships/slide" Target="/ppt/slides/slide3.xml" Id="Rd45a440262344ddc" /><Relationship Type="http://schemas.openxmlformats.org/officeDocument/2006/relationships/slide" Target="/ppt/slides/slide4.xml" Id="Rd4419ebb00a84e4b" /><Relationship Type="http://schemas.openxmlformats.org/officeDocument/2006/relationships/slide" Target="/ppt/slides/slide5.xml" Id="R986f55d2c75a406a" /><Relationship Type="http://schemas.openxmlformats.org/officeDocument/2006/relationships/slide" Target="/ppt/slides/slide6.xml" Id="R63631f046c414060" /><Relationship Type="http://schemas.openxmlformats.org/officeDocument/2006/relationships/slide" Target="/ppt/slides/slide7.xml" Id="R2df1614d84154aec" /><Relationship Type="http://schemas.openxmlformats.org/officeDocument/2006/relationships/slide" Target="/ppt/slides/slide8.xml" Id="Rf2e7d52a7b4b4cf6" /><Relationship Type="http://schemas.openxmlformats.org/officeDocument/2006/relationships/slide" Target="/ppt/slides/slide9.xml" Id="Rc68e53f3483045ec" /><Relationship Type="http://schemas.openxmlformats.org/officeDocument/2006/relationships/slide" Target="/ppt/slides/slide10.xml" Id="R4aabdee8fe0a4b39" /><Relationship Type="http://schemas.openxmlformats.org/officeDocument/2006/relationships/slide" Target="/ppt/slides/slide11.xml" Id="Radd49135c4994319" /><Relationship Type="http://schemas.openxmlformats.org/officeDocument/2006/relationships/slide" Target="/ppt/slides/slide12.xml" Id="Rb6da82e2ff5e41a1" /><Relationship Type="http://schemas.openxmlformats.org/officeDocument/2006/relationships/slide" Target="/ppt/slides/slide13.xml" Id="R7b97687fff084bba" /><Relationship Type="http://schemas.openxmlformats.org/officeDocument/2006/relationships/slide" Target="/ppt/slides/slide14.xml" Id="R6cc2d51fd088422e" /><Relationship Type="http://schemas.openxmlformats.org/officeDocument/2006/relationships/slide" Target="/ppt/slides/slide15.xml" Id="R9d8b69cf328b4fc0" /><Relationship Type="http://schemas.openxmlformats.org/officeDocument/2006/relationships/slide" Target="/ppt/slides/slide16.xml" Id="Rd6861e24a4094b0f" /><Relationship Type="http://schemas.openxmlformats.org/officeDocument/2006/relationships/slide" Target="/ppt/slides/slide17.xml" Id="Rf82c0b99ef25424a" /><Relationship Type="http://schemas.openxmlformats.org/officeDocument/2006/relationships/slide" Target="/ppt/slides/slide18.xml" Id="R6f8b46802c3540c5" /><Relationship Type="http://schemas.openxmlformats.org/officeDocument/2006/relationships/slide" Target="/ppt/slides/slide19.xml" Id="Re50c9bc1dbc04cf2" /><Relationship Type="http://schemas.openxmlformats.org/officeDocument/2006/relationships/slide" Target="/ppt/slides/slide20.xml" Id="R5d3dca2e69194165" /><Relationship Type="http://schemas.openxmlformats.org/officeDocument/2006/relationships/slide" Target="/ppt/slides/slide21.xml" Id="Rda5a8b55a50e4392" /><Relationship Type="http://schemas.openxmlformats.org/officeDocument/2006/relationships/slide" Target="/ppt/slides/slide22.xml" Id="R4b295fbbdca44345" /><Relationship Type="http://schemas.openxmlformats.org/officeDocument/2006/relationships/slide" Target="/ppt/slides/slide23.xml" Id="R7a02a50912df4ef6" /><Relationship Type="http://schemas.openxmlformats.org/officeDocument/2006/relationships/slide" Target="/ppt/slides/slide24.xml" Id="R126a310af2294e72" /><Relationship Type="http://schemas.openxmlformats.org/officeDocument/2006/relationships/slide" Target="/ppt/slides/slide25.xml" Id="R5607a3fb7c8e4f5a" /><Relationship Type="http://schemas.openxmlformats.org/officeDocument/2006/relationships/slide" Target="/ppt/slides/slide26.xml" Id="R15cb67ae0acb44fd" /><Relationship Type="http://schemas.openxmlformats.org/officeDocument/2006/relationships/slide" Target="/ppt/slides/slide27.xml" Id="R7a4da4046a834899" /><Relationship Type="http://schemas.openxmlformats.org/officeDocument/2006/relationships/slide" Target="/ppt/slides/slide28.xml" Id="R4e2deb8870ce4086" /><Relationship Type="http://schemas.openxmlformats.org/officeDocument/2006/relationships/slide" Target="/ppt/slides/slide29.xml" Id="R3b83a563bdd7487e" /><Relationship Type="http://schemas.openxmlformats.org/officeDocument/2006/relationships/slide" Target="/ppt/slides/slide30.xml" Id="R483e7a9c267f45dc" /><Relationship Type="http://schemas.openxmlformats.org/officeDocument/2006/relationships/slide" Target="/ppt/slides/slide31.xml" Id="Rd4c79a138f344199" /><Relationship Type="http://schemas.openxmlformats.org/officeDocument/2006/relationships/slide" Target="/ppt/slides/slide32.xml" Id="R5dd8032c7a3f498a" /><Relationship Type="http://schemas.openxmlformats.org/officeDocument/2006/relationships/slide" Target="/ppt/slides/slide33.xml" Id="R58b2afc92774452c" /><Relationship Type="http://schemas.openxmlformats.org/officeDocument/2006/relationships/slide" Target="/ppt/slides/slide34.xml" Id="Re1114f3f7d83486e" /><Relationship Type="http://schemas.openxmlformats.org/officeDocument/2006/relationships/slide" Target="/ppt/slides/slide35.xml" Id="Rdcf80a7ba2fe4b7d" /><Relationship Type="http://schemas.openxmlformats.org/officeDocument/2006/relationships/slide" Target="/ppt/slides/slide36.xml" Id="R800033a000b44ef4" /><Relationship Type="http://schemas.openxmlformats.org/officeDocument/2006/relationships/slide" Target="/ppt/slides/slide37.xml" Id="R4cc1d81ec61146f9" /><Relationship Type="http://schemas.openxmlformats.org/officeDocument/2006/relationships/slide" Target="/ppt/slides/slide38.xml" Id="Raf0d4f957ecf4752" /><Relationship Type="http://schemas.openxmlformats.org/officeDocument/2006/relationships/slide" Target="/ppt/slides/slide39.xml" Id="R91c9d2a7689941ba" /><Relationship Type="http://schemas.openxmlformats.org/officeDocument/2006/relationships/slide" Target="/ppt/slides/slide40.xml" Id="R8b2337e24a264e04" /><Relationship Type="http://schemas.openxmlformats.org/officeDocument/2006/relationships/slide" Target="/ppt/slides/slide41.xml" Id="R14fe06c4aea64de5" /><Relationship Type="http://schemas.openxmlformats.org/officeDocument/2006/relationships/slide" Target="/ppt/slides/slide42.xml" Id="Rea05599c48d14545" /><Relationship Type="http://schemas.openxmlformats.org/officeDocument/2006/relationships/slide" Target="/ppt/slides/slide43.xml" Id="R9ea0c76f64764eb7" /><Relationship Type="http://schemas.openxmlformats.org/officeDocument/2006/relationships/slide" Target="/ppt/slides/slide44.xml" Id="Rc852a4dc20d94ff3" /><Relationship Type="http://schemas.openxmlformats.org/officeDocument/2006/relationships/slide" Target="/ppt/slides/slide45.xml" Id="Rb7e98dd6c7cc4a5e" /><Relationship Type="http://schemas.openxmlformats.org/officeDocument/2006/relationships/slide" Target="/ppt/slides/slide46.xml" Id="R4229db89dcab4026" /><Relationship Type="http://schemas.openxmlformats.org/officeDocument/2006/relationships/slide" Target="/ppt/slides/slide47.xml" Id="Rbf8bfb1f53004ab8" /><Relationship Type="http://schemas.openxmlformats.org/officeDocument/2006/relationships/slide" Target="/ppt/slides/slide48.xml" Id="R4e31675ea21a43db" /><Relationship Type="http://schemas.openxmlformats.org/officeDocument/2006/relationships/slide" Target="/ppt/slides/slide49.xml" Id="Rb9b2ba161030424c" /><Relationship Type="http://schemas.openxmlformats.org/officeDocument/2006/relationships/slide" Target="/ppt/slides/slide50.xml" Id="R6bdb1b14ce86439e" /><Relationship Type="http://schemas.openxmlformats.org/officeDocument/2006/relationships/slide" Target="/ppt/slides/slide51.xml" Id="Rdb2b01bcbc4e40f1" /><Relationship Type="http://schemas.openxmlformats.org/officeDocument/2006/relationships/slide" Target="/ppt/slides/slide52.xml" Id="R29887ed977194795" /><Relationship Type="http://schemas.openxmlformats.org/officeDocument/2006/relationships/slide" Target="/ppt/slides/slide53.xml" Id="R4fc0176bb2794a65" /><Relationship Type="http://schemas.openxmlformats.org/officeDocument/2006/relationships/slide" Target="/ppt/slides/slide54.xml" Id="Rabc65c0472b04591" /><Relationship Type="http://schemas.openxmlformats.org/officeDocument/2006/relationships/slide" Target="/ppt/slides/slide55.xml" Id="R836e9e15c0354c8e" /><Relationship Type="http://schemas.openxmlformats.org/officeDocument/2006/relationships/slide" Target="/ppt/slides/slide56.xml" Id="R9a66a54683e54847" /><Relationship Type="http://schemas.openxmlformats.org/officeDocument/2006/relationships/slide" Target="/ppt/slides/slide57.xml" Id="R6ac048edacc2401b" /><Relationship Type="http://schemas.openxmlformats.org/officeDocument/2006/relationships/slide" Target="/ppt/slides/slide58.xml" Id="Rf95909968f8a4d29" /><Relationship Type="http://schemas.openxmlformats.org/officeDocument/2006/relationships/slide" Target="/ppt/slides/slide59.xml" Id="Rfc8f8a51f87a4db6" /><Relationship Type="http://schemas.openxmlformats.org/officeDocument/2006/relationships/slide" Target="/ppt/slides/slide60.xml" Id="R006059395e2b44c4" /><Relationship Type="http://schemas.openxmlformats.org/officeDocument/2006/relationships/slide" Target="/ppt/slides/slide61.xml" Id="R422d5a9efe134ecc" /><Relationship Type="http://schemas.openxmlformats.org/officeDocument/2006/relationships/slide" Target="/ppt/slides/slide62.xml" Id="R2b19568163a44b5a" /><Relationship Type="http://schemas.openxmlformats.org/officeDocument/2006/relationships/slide" Target="/ppt/slides/slide63.xml" Id="R633fa9359ae145cf" /><Relationship Type="http://schemas.openxmlformats.org/officeDocument/2006/relationships/slide" Target="/ppt/slides/slide64.xml" Id="Ra0d18db3414444f2" /><Relationship Type="http://schemas.openxmlformats.org/officeDocument/2006/relationships/slide" Target="/ppt/slides/slide65.xml" Id="R30feb8756b8d43a8" /><Relationship Type="http://schemas.openxmlformats.org/officeDocument/2006/relationships/slide" Target="/ppt/slides/slide66.xml" Id="R4a24162c86154cb6" /><Relationship Type="http://schemas.openxmlformats.org/officeDocument/2006/relationships/slide" Target="/ppt/slides/slide67.xml" Id="R27d68f4ac59d4c5e" /><Relationship Type="http://schemas.openxmlformats.org/officeDocument/2006/relationships/slide" Target="/ppt/slides/slide68.xml" Id="R720f0b742a3c4974" /><Relationship Type="http://schemas.openxmlformats.org/officeDocument/2006/relationships/slide" Target="/ppt/slides/slide69.xml" Id="R9155863f2b9346fc" /><Relationship Type="http://schemas.openxmlformats.org/officeDocument/2006/relationships/slide" Target="/ppt/slides/slide70.xml" Id="R662e0a86c4744558" /><Relationship Type="http://schemas.openxmlformats.org/officeDocument/2006/relationships/slide" Target="/ppt/slides/slide71.xml" Id="R7c012fbec3bc491a" /><Relationship Type="http://schemas.openxmlformats.org/officeDocument/2006/relationships/slide" Target="/ppt/slides/slide72.xml" Id="Raeb50f1ab4c14552" /><Relationship Type="http://schemas.openxmlformats.org/officeDocument/2006/relationships/slide" Target="/ppt/slides/slide73.xml" Id="R26f52e79fd33418a" /><Relationship Type="http://schemas.openxmlformats.org/officeDocument/2006/relationships/slide" Target="/ppt/slides/slide74.xml" Id="Rb37fdc96d9734dd5" /><Relationship Type="http://schemas.openxmlformats.org/officeDocument/2006/relationships/slide" Target="/ppt/slides/slide75.xml" Id="R7b35bf408fbd4683" /><Relationship Type="http://schemas.openxmlformats.org/officeDocument/2006/relationships/slide" Target="/ppt/slides/slide76.xml" Id="Rb1e64ee09546434b" /><Relationship Type="http://schemas.openxmlformats.org/officeDocument/2006/relationships/slide" Target="/ppt/slides/slide77.xml" Id="Ra40792261f604f10" /><Relationship Type="http://schemas.openxmlformats.org/officeDocument/2006/relationships/slide" Target="/ppt/slides/slide78.xml" Id="R5ff8d2a6e0694df7" /><Relationship Type="http://schemas.openxmlformats.org/officeDocument/2006/relationships/slide" Target="/ppt/slides/slide79.xml" Id="R7a203f450e184c22" /><Relationship Type="http://schemas.openxmlformats.org/officeDocument/2006/relationships/slide" Target="/ppt/slides/slide80.xml" Id="Rc9de70cf0b074dd4" /><Relationship Type="http://schemas.openxmlformats.org/officeDocument/2006/relationships/slide" Target="/ppt/slides/slide81.xml" Id="R6ad565620f2849d3" /><Relationship Type="http://schemas.openxmlformats.org/officeDocument/2006/relationships/slide" Target="/ppt/slides/slide82.xml" Id="R64f7acc3d2b14caa" /><Relationship Type="http://schemas.openxmlformats.org/officeDocument/2006/relationships/slide" Target="/ppt/slides/slide83.xml" Id="R0f26e9380b934616" /><Relationship Type="http://schemas.openxmlformats.org/officeDocument/2006/relationships/slide" Target="/ppt/slides/slide84.xml" Id="Rb9fd4ed4e65f41d3" /><Relationship Type="http://schemas.openxmlformats.org/officeDocument/2006/relationships/slide" Target="/ppt/slides/slide85.xml" Id="R73f99758bc174388" /><Relationship Type="http://schemas.openxmlformats.org/officeDocument/2006/relationships/slide" Target="/ppt/slides/slide86.xml" Id="R3ff4ce3f792241e8" /><Relationship Type="http://schemas.openxmlformats.org/officeDocument/2006/relationships/slide" Target="/ppt/slides/slide87.xml" Id="R7914e52661184a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0d78f65e0047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95b95ce7504b55" /><Relationship Type="http://schemas.openxmlformats.org/officeDocument/2006/relationships/notesMaster" Target="/ppt/notesMasters/notesMaster1.xml" Id="R5475c56917794a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707b01dd5b493f" /><Relationship Type="http://schemas.openxmlformats.org/officeDocument/2006/relationships/notesMaster" Target="/ppt/notesMasters/notesMaster1.xml" Id="Raa2cf96573c840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f48ff3b7e845d6" /><Relationship Type="http://schemas.openxmlformats.org/officeDocument/2006/relationships/notesMaster" Target="/ppt/notesMasters/notesMaster1.xml" Id="Rdc2e937d012a46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ca90ae806f44e3" /><Relationship Type="http://schemas.openxmlformats.org/officeDocument/2006/relationships/notesMaster" Target="/ppt/notesMasters/notesMaster1.xml" Id="Rda35af5ee71545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f687ce41794870" /><Relationship Type="http://schemas.openxmlformats.org/officeDocument/2006/relationships/notesMaster" Target="/ppt/notesMasters/notesMaster1.xml" Id="R1393b78db20040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e5d81b884c45fd" /><Relationship Type="http://schemas.openxmlformats.org/officeDocument/2006/relationships/notesMaster" Target="/ppt/notesMasters/notesMaster1.xml" Id="R289999941e4c4d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78b472031e42c2" /><Relationship Type="http://schemas.openxmlformats.org/officeDocument/2006/relationships/notesMaster" Target="/ppt/notesMasters/notesMaster1.xml" Id="R7385050add514c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9561c4b46b4e06" /><Relationship Type="http://schemas.openxmlformats.org/officeDocument/2006/relationships/notesMaster" Target="/ppt/notesMasters/notesMaster1.xml" Id="R51da31087e2547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59f3b2e97b4a95" /><Relationship Type="http://schemas.openxmlformats.org/officeDocument/2006/relationships/notesMaster" Target="/ppt/notesMasters/notesMaster1.xml" Id="Ra813d75a5e024b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c024e8ce4740d3" /><Relationship Type="http://schemas.openxmlformats.org/officeDocument/2006/relationships/notesMaster" Target="/ppt/notesMasters/notesMaster1.xml" Id="R54cf0687bc3a4f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5b2dd828324405" /><Relationship Type="http://schemas.openxmlformats.org/officeDocument/2006/relationships/notesMaster" Target="/ppt/notesMasters/notesMaster1.xml" Id="R862635d1f56a49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52662bae894c0d" /><Relationship Type="http://schemas.openxmlformats.org/officeDocument/2006/relationships/notesMaster" Target="/ppt/notesMasters/notesMaster1.xml" Id="R41ec6f12bd634f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48da31ccfc4319" /><Relationship Type="http://schemas.openxmlformats.org/officeDocument/2006/relationships/notesMaster" Target="/ppt/notesMasters/notesMaster1.xml" Id="R15742cb915dd48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51ec5d176c49a5" /><Relationship Type="http://schemas.openxmlformats.org/officeDocument/2006/relationships/notesMaster" Target="/ppt/notesMasters/notesMaster1.xml" Id="R4f868547d53146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fb463300fc4cae" /><Relationship Type="http://schemas.openxmlformats.org/officeDocument/2006/relationships/notesMaster" Target="/ppt/notesMasters/notesMaster1.xml" Id="R3f7459cfe82b4d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99fe8f501a453d" /><Relationship Type="http://schemas.openxmlformats.org/officeDocument/2006/relationships/notesMaster" Target="/ppt/notesMasters/notesMaster1.xml" Id="Rfc7b69e2ca8242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c42d0165b34032" /><Relationship Type="http://schemas.openxmlformats.org/officeDocument/2006/relationships/notesMaster" Target="/ppt/notesMasters/notesMaster1.xml" Id="Refb3cfe47c9b41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abae80140b4127" /><Relationship Type="http://schemas.openxmlformats.org/officeDocument/2006/relationships/notesMaster" Target="/ppt/notesMasters/notesMaster1.xml" Id="R8160d7c250124e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92ec09f9a848a5" /><Relationship Type="http://schemas.openxmlformats.org/officeDocument/2006/relationships/notesMaster" Target="/ppt/notesMasters/notesMaster1.xml" Id="Rde05ea1ded63406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69574ed3954583" /><Relationship Type="http://schemas.openxmlformats.org/officeDocument/2006/relationships/notesMaster" Target="/ppt/notesMasters/notesMaster1.xml" Id="Rd3fd4d4c0b25467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190e07602c4185" /><Relationship Type="http://schemas.openxmlformats.org/officeDocument/2006/relationships/notesMaster" Target="/ppt/notesMasters/notesMaster1.xml" Id="Re6d16e78148f4d4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75cf91ff4fa437c" /><Relationship Type="http://schemas.openxmlformats.org/officeDocument/2006/relationships/notesMaster" Target="/ppt/notesMasters/notesMaster1.xml" Id="R600d7762253d4a6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2eeec16931a4413" /><Relationship Type="http://schemas.openxmlformats.org/officeDocument/2006/relationships/notesMaster" Target="/ppt/notesMasters/notesMaster1.xml" Id="R19e9dc69dfcd4c6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12dca634f3f4c57" /><Relationship Type="http://schemas.openxmlformats.org/officeDocument/2006/relationships/notesMaster" Target="/ppt/notesMasters/notesMaster1.xml" Id="R1691e2dce167420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1926d56c6bd4a34" /><Relationship Type="http://schemas.openxmlformats.org/officeDocument/2006/relationships/notesMaster" Target="/ppt/notesMasters/notesMaster1.xml" Id="R18cffa504226401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7a1f6b9b894e57" /><Relationship Type="http://schemas.openxmlformats.org/officeDocument/2006/relationships/notesMaster" Target="/ppt/notesMasters/notesMaster1.xml" Id="R3b213b70e1ca4d9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329166f6fd4502" /><Relationship Type="http://schemas.openxmlformats.org/officeDocument/2006/relationships/notesMaster" Target="/ppt/notesMasters/notesMaster1.xml" Id="R4a33d5169793473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db96706a8f7458e" /><Relationship Type="http://schemas.openxmlformats.org/officeDocument/2006/relationships/notesMaster" Target="/ppt/notesMasters/notesMaster1.xml" Id="Rfbb19521d27f441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e41571c5f9644a9" /><Relationship Type="http://schemas.openxmlformats.org/officeDocument/2006/relationships/notesMaster" Target="/ppt/notesMasters/notesMaster1.xml" Id="R29aebf468f0c435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f358f5ca4cb44a5" /><Relationship Type="http://schemas.openxmlformats.org/officeDocument/2006/relationships/notesMaster" Target="/ppt/notesMasters/notesMaster1.xml" Id="Ra0816316d8fa426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fe538f3414447b3" /><Relationship Type="http://schemas.openxmlformats.org/officeDocument/2006/relationships/notesMaster" Target="/ppt/notesMasters/notesMaster1.xml" Id="R7dbcd60661aa4da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b148f2140df4184" /><Relationship Type="http://schemas.openxmlformats.org/officeDocument/2006/relationships/notesMaster" Target="/ppt/notesMasters/notesMaster1.xml" Id="Rff95c84da98b418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ceb049c08584b56" /><Relationship Type="http://schemas.openxmlformats.org/officeDocument/2006/relationships/notesMaster" Target="/ppt/notesMasters/notesMaster1.xml" Id="R27461aa7c13d4d9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7fcaff5f73743ec" /><Relationship Type="http://schemas.openxmlformats.org/officeDocument/2006/relationships/notesMaster" Target="/ppt/notesMasters/notesMaster1.xml" Id="Rbfb59efa599f4ee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745ca8f77ac4fea" /><Relationship Type="http://schemas.openxmlformats.org/officeDocument/2006/relationships/notesMaster" Target="/ppt/notesMasters/notesMaster1.xml" Id="R3defa0fa807145a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f43e2a283834ed6" /><Relationship Type="http://schemas.openxmlformats.org/officeDocument/2006/relationships/notesMaster" Target="/ppt/notesMasters/notesMaster1.xml" Id="R4d8fa2d07ee4411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192f5579b03466c" /><Relationship Type="http://schemas.openxmlformats.org/officeDocument/2006/relationships/notesMaster" Target="/ppt/notesMasters/notesMaster1.xml" Id="R86a5fd010760492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cab6c928f2a42e3" /><Relationship Type="http://schemas.openxmlformats.org/officeDocument/2006/relationships/notesMaster" Target="/ppt/notesMasters/notesMaster1.xml" Id="R2783144ca21346b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a086245e0c840cd" /><Relationship Type="http://schemas.openxmlformats.org/officeDocument/2006/relationships/notesMaster" Target="/ppt/notesMasters/notesMaster1.xml" Id="Rf7507c43e4414c8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a20559a166d4842" /><Relationship Type="http://schemas.openxmlformats.org/officeDocument/2006/relationships/notesMaster" Target="/ppt/notesMasters/notesMaster1.xml" Id="R1b9fbf9d2b76453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81e9540350040d5" /><Relationship Type="http://schemas.openxmlformats.org/officeDocument/2006/relationships/notesMaster" Target="/ppt/notesMasters/notesMaster1.xml" Id="Rb17a497e82014e5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5b3ec803c064a06" /><Relationship Type="http://schemas.openxmlformats.org/officeDocument/2006/relationships/notesMaster" Target="/ppt/notesMasters/notesMaster1.xml" Id="R525b87a891b3428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9628e5f3ad445b5" /><Relationship Type="http://schemas.openxmlformats.org/officeDocument/2006/relationships/notesMaster" Target="/ppt/notesMasters/notesMaster1.xml" Id="R056dde79a28e458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1625a2c47084c24" /><Relationship Type="http://schemas.openxmlformats.org/officeDocument/2006/relationships/notesMaster" Target="/ppt/notesMasters/notesMaster1.xml" Id="R7df8bc054e8b441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d336ed753fc425b" /><Relationship Type="http://schemas.openxmlformats.org/officeDocument/2006/relationships/notesMaster" Target="/ppt/notesMasters/notesMaster1.xml" Id="Rf7da47cae4db4b4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43698d6cded4fcb" /><Relationship Type="http://schemas.openxmlformats.org/officeDocument/2006/relationships/notesMaster" Target="/ppt/notesMasters/notesMaster1.xml" Id="R1ea051ffc21147e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6e76198bcb8432a" /><Relationship Type="http://schemas.openxmlformats.org/officeDocument/2006/relationships/notesMaster" Target="/ppt/notesMasters/notesMaster1.xml" Id="R0ef47f6d8629447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cac9f8fb0734bba" /><Relationship Type="http://schemas.openxmlformats.org/officeDocument/2006/relationships/notesMaster" Target="/ppt/notesMasters/notesMaster1.xml" Id="R76bf2c352992477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414617455914806" /><Relationship Type="http://schemas.openxmlformats.org/officeDocument/2006/relationships/notesMaster" Target="/ppt/notesMasters/notesMaster1.xml" Id="Ref696994cdc54b4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2a3e716a5f04d93" /><Relationship Type="http://schemas.openxmlformats.org/officeDocument/2006/relationships/notesMaster" Target="/ppt/notesMasters/notesMaster1.xml" Id="R8a113d5260444cc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26e4ae2985f42bc" /><Relationship Type="http://schemas.openxmlformats.org/officeDocument/2006/relationships/notesMaster" Target="/ppt/notesMasters/notesMaster1.xml" Id="R89edfff132134cc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29e5b90b0bd4f5a" /><Relationship Type="http://schemas.openxmlformats.org/officeDocument/2006/relationships/notesMaster" Target="/ppt/notesMasters/notesMaster1.xml" Id="Rf0e5157b20134e1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c60a6e771f0455a" /><Relationship Type="http://schemas.openxmlformats.org/officeDocument/2006/relationships/notesMaster" Target="/ppt/notesMasters/notesMaster1.xml" Id="Rc38e79862027402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9f664765d5e41b2" /><Relationship Type="http://schemas.openxmlformats.org/officeDocument/2006/relationships/notesMaster" Target="/ppt/notesMasters/notesMaster1.xml" Id="R7e3d2c6bf056464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27decc78c594455" /><Relationship Type="http://schemas.openxmlformats.org/officeDocument/2006/relationships/notesMaster" Target="/ppt/notesMasters/notesMaster1.xml" Id="R30d14558c4054a6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2b764c937dd42f5" /><Relationship Type="http://schemas.openxmlformats.org/officeDocument/2006/relationships/notesMaster" Target="/ppt/notesMasters/notesMaster1.xml" Id="R4e39d86866c8442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427ef819e4649b0" /><Relationship Type="http://schemas.openxmlformats.org/officeDocument/2006/relationships/notesMaster" Target="/ppt/notesMasters/notesMaster1.xml" Id="Rc4bad3225d514813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303a601cfaa41e9" /><Relationship Type="http://schemas.openxmlformats.org/officeDocument/2006/relationships/notesMaster" Target="/ppt/notesMasters/notesMaster1.xml" Id="R805d2d6637ad481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1ca88705f30453c" /><Relationship Type="http://schemas.openxmlformats.org/officeDocument/2006/relationships/notesMaster" Target="/ppt/notesMasters/notesMaster1.xml" Id="Re908fa30965e479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439ea758b2074134" /><Relationship Type="http://schemas.openxmlformats.org/officeDocument/2006/relationships/notesMaster" Target="/ppt/notesMasters/notesMaster1.xml" Id="R45b95d7b32ea46db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b81f71e5e55e46a3" /><Relationship Type="http://schemas.openxmlformats.org/officeDocument/2006/relationships/notesMaster" Target="/ppt/notesMasters/notesMaster1.xml" Id="R7ed18c4f53cd4fa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cff4d2b362c84cc4" /><Relationship Type="http://schemas.openxmlformats.org/officeDocument/2006/relationships/notesMaster" Target="/ppt/notesMasters/notesMaster1.xml" Id="R57414d42190045c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e943a2b614344cd" /><Relationship Type="http://schemas.openxmlformats.org/officeDocument/2006/relationships/notesMaster" Target="/ppt/notesMasters/notesMaster1.xml" Id="R33685274382d4ce6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21946139df94780" /><Relationship Type="http://schemas.openxmlformats.org/officeDocument/2006/relationships/notesMaster" Target="/ppt/notesMasters/notesMaster1.xml" Id="Rfeac67e9c1964295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d96a90d54274aa8" /><Relationship Type="http://schemas.openxmlformats.org/officeDocument/2006/relationships/notesMaster" Target="/ppt/notesMasters/notesMaster1.xml" Id="Rea1b7e60225e49e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cdd8c68586c4d34" /><Relationship Type="http://schemas.openxmlformats.org/officeDocument/2006/relationships/notesMaster" Target="/ppt/notesMasters/notesMaster1.xml" Id="Rc7e2c25eb423438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f0e5127c0094345" /><Relationship Type="http://schemas.openxmlformats.org/officeDocument/2006/relationships/notesMaster" Target="/ppt/notesMasters/notesMaster1.xml" Id="Rd181551d2023440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90ae782fd68f4229" /><Relationship Type="http://schemas.openxmlformats.org/officeDocument/2006/relationships/notesMaster" Target="/ppt/notesMasters/notesMaster1.xml" Id="Rd2a638a57a0a4bb3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5d5da8d2e4454d1a" /><Relationship Type="http://schemas.openxmlformats.org/officeDocument/2006/relationships/notesMaster" Target="/ppt/notesMasters/notesMaster1.xml" Id="R78e095fd97614927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a506f99bd1564892" /><Relationship Type="http://schemas.openxmlformats.org/officeDocument/2006/relationships/notesMaster" Target="/ppt/notesMasters/notesMaster1.xml" Id="R00a78994d6594fb7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2d14e54431ef4580" /><Relationship Type="http://schemas.openxmlformats.org/officeDocument/2006/relationships/notesMaster" Target="/ppt/notesMasters/notesMaster1.xml" Id="Reaa8d52fbae24faf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39eda0d2003748bc" /><Relationship Type="http://schemas.openxmlformats.org/officeDocument/2006/relationships/notesMaster" Target="/ppt/notesMasters/notesMaster1.xml" Id="Rc259e37d10504455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e157bbcfcf064c9e" /><Relationship Type="http://schemas.openxmlformats.org/officeDocument/2006/relationships/notesMaster" Target="/ppt/notesMasters/notesMaster1.xml" Id="Rb4f4c2f744a64d9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24f2b97735ce4734" /><Relationship Type="http://schemas.openxmlformats.org/officeDocument/2006/relationships/notesMaster" Target="/ppt/notesMasters/notesMaster1.xml" Id="Rb08b4d7a76504fd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36e3d8cc15b14789" /><Relationship Type="http://schemas.openxmlformats.org/officeDocument/2006/relationships/notesMaster" Target="/ppt/notesMasters/notesMaster1.xml" Id="R0bbf759027b34e0d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50d93798860e4e01" /><Relationship Type="http://schemas.openxmlformats.org/officeDocument/2006/relationships/notesMaster" Target="/ppt/notesMasters/notesMaster1.xml" Id="Ra8de4c142ebd4d2c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990defc1428d46d8" /><Relationship Type="http://schemas.openxmlformats.org/officeDocument/2006/relationships/notesMaster" Target="/ppt/notesMasters/notesMaster1.xml" Id="R3ed1abfed9e24427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1a13831e6fd4574" /><Relationship Type="http://schemas.openxmlformats.org/officeDocument/2006/relationships/notesMaster" Target="/ppt/notesMasters/notesMaster1.xml" Id="Ra191f6caa94346a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58ed7f4171d24c3e" /><Relationship Type="http://schemas.openxmlformats.org/officeDocument/2006/relationships/notesMaster" Target="/ppt/notesMasters/notesMaster1.xml" Id="Re079c9dc1ffb4532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7daa95689d214434" /><Relationship Type="http://schemas.openxmlformats.org/officeDocument/2006/relationships/notesMaster" Target="/ppt/notesMasters/notesMaster1.xml" Id="R56af56d33fe54f86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d3fde68c737c40eb" /><Relationship Type="http://schemas.openxmlformats.org/officeDocument/2006/relationships/notesMaster" Target="/ppt/notesMasters/notesMaster1.xml" Id="R0d1b8693ba80416e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75b45cb1a7764be4" /><Relationship Type="http://schemas.openxmlformats.org/officeDocument/2006/relationships/notesMaster" Target="/ppt/notesMasters/notesMaster1.xml" Id="R45e5ccfbce124cc4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6901900fdc99464a" /><Relationship Type="http://schemas.openxmlformats.org/officeDocument/2006/relationships/notesMaster" Target="/ppt/notesMasters/notesMaster1.xml" Id="Rde5e7221233a45e9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247d7d335c264c24" /><Relationship Type="http://schemas.openxmlformats.org/officeDocument/2006/relationships/notesMaster" Target="/ppt/notesMasters/notesMaster1.xml" Id="Re795058f395d465c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63cbf32fbb204dcf" /><Relationship Type="http://schemas.openxmlformats.org/officeDocument/2006/relationships/notesMaster" Target="/ppt/notesMasters/notesMaster1.xml" Id="R78db847753f9472b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debed7be1c024bae" /><Relationship Type="http://schemas.openxmlformats.org/officeDocument/2006/relationships/notesMaster" Target="/ppt/notesMasters/notesMaster1.xml" Id="Rc28be1672d8345c2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efcf9e95a68542ad" /><Relationship Type="http://schemas.openxmlformats.org/officeDocument/2006/relationships/notesMaster" Target="/ppt/notesMasters/notesMaster1.xml" Id="R339b4d76b55a41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A01: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A01: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기록된 값과 그 값을 해석해 얻는 정보를 구분하고, 판단에 필요한 맥락을 찾습니다.</a:t>
            </a:r>
          </a:p>
          <a:p xmlns:a="http://schemas.openxmlformats.org/drawingml/2006/main">
            <a:r>
              <a:t>준비: 세 카드를 나란히 봅니다. 알고 있는 사실과 추정한 내용을 다른 표시로 구분합니다.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숫자 22.5만 보고 확실히 알 수 있는 것과 알 수 없는 것을 두 가지씩 적습니다.</a:t>
            </a:r>
          </a:p>
          <a:p xmlns:a="http://schemas.openxmlformats.org/drawingml/2006/main">
            <a:r>
              <a:t>카드 나에서 누가 또는 무엇이, 어디서, 언제, 어떤 단위로 기록했는지 표시합니다.</a:t>
            </a:r>
          </a:p>
          <a:p xmlns:a="http://schemas.openxmlformats.org/drawingml/2006/main">
            <a:r>
              <a:t>카드 나를 근거로 말할 수 있는 사실 한 문장을 씁니다.</a:t>
            </a:r>
          </a:p>
          <a:p xmlns:a="http://schemas.openxmlformats.org/drawingml/2006/main">
            <a:r>
              <a:t>카드 다의 결론을 내리려면 필요한 추가 근거 두 개를 적습니다.</a:t>
            </a:r>
          </a:p>
          <a:p xmlns:a="http://schemas.openxmlformats.org/drawingml/2006/main">
            <a:r>
              <a:t>짝에게 데이터가 기록되어 있다는 사실만으로 모든 결론이 참은 아닌 이유를 설명합니다.</a:t>
            </a:r>
          </a:p>
          <a:p xmlns:a="http://schemas.openxmlformats.org/drawingml/2006/main">
            <a:r>
              <a:t>예상 결과: 값 하나에 맥락 네 가지를 붙이고, 관찰 사실과 근거가 부족한 판단을 나눕니다.</a:t>
            </a:r>
          </a:p>
          <a:p xmlns:a="http://schemas.openxmlformats.org/drawingml/2006/main">
            <a:r>
              <a:t>확인: 온도 한 번의 기록을 공간 전체의 안전 확인으로 바꾸어 말하지 않았는지 확인합니다.</a:t>
            </a:r>
          </a:p>
          <a:p xmlns:a="http://schemas.openxmlformats.org/drawingml/2006/main">
            <a:r>
              <a:t>오류 해결: 아는 것과 모르는 것이 섞이면 카드에 실제로 적힌 문구에만 밑줄을 긋고 나머지를 질문으로 바꿉니다.</a:t>
            </a:r>
          </a:p>
          <a:p xmlns:a="http://schemas.openxmlformats.org/drawingml/2006/main">
            <a:r>
              <a:t>답칸: 숫자만으로 아는 것 / 모르는 것: _____ / 카드 나의 맥락 네 가지: _____ / 근거가 있는 사실 한 문장: _____ / 안전 판단에 더 필요한 근거: _____</a:t>
            </a:r>
          </a:p>
          <a:p xmlns:a="http://schemas.openxmlformats.org/drawingml/2006/main">
            <a:r>
              <a:t>입력 파일: examples/foundations/data/A01_context_cards.md</a:t>
            </a:r>
          </a:p>
          <a:p xmlns:a="http://schemas.openxmlformats.org/drawingml/2006/main">
            <a:r>
              <a:t>작업 파일: examples/foundations/work/A01_notes.md</a:t>
            </a:r>
          </a:p>
          <a:p xmlns:a="http://schemas.openxmlformats.org/drawingml/2006/main">
            <a:r>
              <a:t>활동 A01: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무엇·어디·언제·단위가 해석을 돕습니다.</a:t>
            </a:r>
          </a:p>
          <a:p xmlns:a="http://schemas.openxmlformats.org/drawingml/2006/main">
            <a:r>
              <a:t>빠른 학생: 같은 22.5가 가격이나 길이일 수도 있는 예를 만들어 맥락이 달라지는 모습을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A02: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A02: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주문·설문·센서·사진 설명·자유 메모가 무엇을 어떻게 기록했는지 비교합니다.</a:t>
            </a:r>
          </a:p>
          <a:p xmlns:a="http://schemas.openxmlformats.org/drawingml/2006/main">
            <a:r>
              <a:t>준비: 다섯 카드의 원문과 수집 상황을 읽습니다. 메타데이터는 다른 자료의 출처나 조건을 설명하는 데이터라는 뜻부터 확인합니다.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각 카드에서 기록 대상과 수집 방법을 한 가지씩 적습니다.</a:t>
            </a:r>
          </a:p>
          <a:p xmlns:a="http://schemas.openxmlformats.org/drawingml/2006/main">
            <a:r>
              <a:t>수량·온도·시각에 단위나 기준이 있는지 표시합니다.</a:t>
            </a:r>
          </a:p>
          <a:p xmlns:a="http://schemas.openxmlformats.org/drawingml/2006/main">
            <a:r>
              <a:t>빠진 정보 한 개씩을 찾아 정확한 질문으로 바꿉니다.</a:t>
            </a:r>
          </a:p>
          <a:p xmlns:a="http://schemas.openxmlformats.org/drawingml/2006/main">
            <a:r>
              <a:t>다섯 자료 중 수집 시각과 출처를 덧붙이면 도움이 되는 예 두 개를 고릅니다.</a:t>
            </a:r>
          </a:p>
          <a:p xmlns:a="http://schemas.openxmlformats.org/drawingml/2006/main">
            <a:r>
              <a:t>설문 미응답과 사진 밖의 상황처럼 원문에서 알 수 없는 한계를 짝에게 설명합니다.</a:t>
            </a:r>
          </a:p>
          <a:p xmlns:a="http://schemas.openxmlformats.org/drawingml/2006/main">
            <a:r>
              <a:t>예상 결과: 다섯 자료에 수집 방법·출처·빠진 정보가 대응된 비교표가 남습니다.</a:t>
            </a:r>
          </a:p>
          <a:p xmlns:a="http://schemas.openxmlformats.org/drawingml/2006/main">
            <a:r>
              <a:t>확인: 사진 설명 카드만 읽고 실제 물건 수를 세었다고 쓰지 않았는지 확인합니다.</a:t>
            </a:r>
          </a:p>
          <a:p xmlns:a="http://schemas.openxmlformats.org/drawingml/2006/main">
            <a:r>
              <a:t>오류 해결: 자료 자체와 자료를 설명하는 정보를 섞었다면 “무엇을 기록했나”와 “어떻게 얻었나”로 칸을 나눕니다.</a:t>
            </a:r>
          </a:p>
          <a:p xmlns:a="http://schemas.openxmlformats.org/drawingml/2006/main">
            <a:r>
              <a:t>답칸: 카드 1의 기록 대상 / 수집 방법 / 빠진 정보: _____ / 카드 2의 기록 대상 / 수집 방법 / 빠진 정보: _____ / 카드 3의 기록 대상 / 수집 방법 / 빠진 정보: _____ / 카드 4의 기록 대상 / 수집 방법 / 빠진 정보: _____ / 카드 5의 기록 대상 / 수집 방법 / 빠진 정보: _____ / 메타데이터 예 두 개: _____ / 원문만으로 알 수 없는 것: _____</a:t>
            </a:r>
          </a:p>
          <a:p xmlns:a="http://schemas.openxmlformats.org/drawingml/2006/main">
            <a:r>
              <a:t>입력 파일: examples/foundations/data/A02_collection_cards.md</a:t>
            </a:r>
          </a:p>
          <a:p xmlns:a="http://schemas.openxmlformats.org/drawingml/2006/main">
            <a:r>
              <a:t>작업 파일: examples/foundations/work/A02_notes.md</a:t>
            </a:r>
          </a:p>
          <a:p xmlns:a="http://schemas.openxmlformats.org/drawingml/2006/main">
            <a:r>
              <a:t>활동 A02: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원문에 없는 시각이나 단위는 지어내지 말고 확인 질문으로 남깁니다.</a:t>
            </a:r>
          </a:p>
          <a:p xmlns:a="http://schemas.openxmlformats.org/drawingml/2006/main">
            <a:r>
              <a:t>빠른 학생: 설문 응답이 전체 수강생의 의견을 대표한다고 말하려면 무엇을 더 알아야 할지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A03: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structure: https://aws.amazon.com/what-is/structured-data/ (스키마와 정형성 개념)</a:t>
            </a:r>
          </a:p>
          <a:p xmlns:a="http://schemas.openxmlformats.org/drawingml/2006/main">
            <a:r>
              <a:t>semi: https://docs.aws.amazon.com/redshift/latest/dg/query-super.html (키와 계층을 이용하는 유연한 구조)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A03: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A03: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structure: https://aws.amazon.com/what-is/structured-data/ (스키마와 정형성 개념)</a:t>
            </a:r>
          </a:p>
          <a:p xmlns:a="http://schemas.openxmlformats.org/drawingml/2006/main">
            <a:r>
              <a:t>semi: https://docs.aws.amazon.com/redshift/latest/dg/query-super.html (키와 계층을 이용하는 유연한 구조)</a:t>
            </a:r>
          </a:p>
          <a:p xmlns:a="http://schemas.openxmlformats.org/drawingml/2006/main">
            <a:r>
              <a:t>schema: https://docs.aws.amazon.com/bedrock/latest/userguide/structured-output.html (JSON에도 엄격한 스키마를 적용할 수 있는 예)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고정된 항목, 키와 계층, 자유로운 내용이라는 구조의 차이로 자료를 분류합니다.</a:t>
            </a:r>
          </a:p>
          <a:p xmlns:a="http://schemas.openxmlformats.org/drawingml/2006/main">
            <a:r>
              <a:t>준비: 카드 여덟 개를 읽고 정형·반정형·비정형의 뜻을 비교합니다. 확장자는 보조 단서이며 절대 기준이 아닙니다.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각 카드에서 고정 항목·계층·자유 내용 중 어떤 특징이 있는지 표시합니다.</a:t>
            </a:r>
          </a:p>
          <a:p xmlns:a="http://schemas.openxmlformats.org/drawingml/2006/main">
            <a:r>
              <a:t>여덟 카드에 구조 분류와 한 줄 근거를 씁니다.</a:t>
            </a:r>
          </a:p>
          <a:p xmlns:a="http://schemas.openxmlformats.org/drawingml/2006/main">
            <a:r>
              <a:t>2번과 3번 JSON이 같은 확장자여도 규칙이 다른 이유를 설명합니다.</a:t>
            </a:r>
          </a:p>
          <a:p xmlns:a="http://schemas.openxmlformats.org/drawingml/2006/main">
            <a:r>
              <a:t>5번 표 사진에서 보이는 표와 분석 도구가 읽는 셀 값의 차이를 씁니다.</a:t>
            </a:r>
          </a:p>
          <a:p xmlns:a="http://schemas.openxmlformats.org/drawingml/2006/main">
            <a:r>
              <a:t>짝과 판단이 다른 카드는 어떤 관점이나 조건이 다른지 비교합니다.</a:t>
            </a:r>
          </a:p>
          <a:p xmlns:a="http://schemas.openxmlformats.org/drawingml/2006/main">
            <a:r>
              <a:t>예상 결과: 여덟 분류에 이유가 있고, 스키마가 엄격한 JSON과 표 사진의 조건을 설명합니다.</a:t>
            </a:r>
          </a:p>
          <a:p xmlns:a="http://schemas.openxmlformats.org/drawingml/2006/main">
            <a:r>
              <a:t>확인: “JSON이라 반정형”, “사진에 표가 있으니 셀 데이터”처럼 확장자나 외관만으로 끝내지 않았는지 봅니다.</a:t>
            </a:r>
          </a:p>
          <a:p xmlns:a="http://schemas.openxmlformats.org/drawingml/2006/main">
            <a:r>
              <a:t>오류 해결: 경계 사례에서는 현재 제공 형태와 적용 중인 규칙을 다시 읽고 조건을 덧붙입니다.</a:t>
            </a:r>
          </a:p>
          <a:p xmlns:a="http://schemas.openxmlformats.org/drawingml/2006/main">
            <a:r>
              <a:t>답칸: 카드 1의 분류 / 근거 / 필요한 조건: _____ / 카드 2의 분류 / 근거 / 필요한 조건: _____ / 카드 3의 분류 / 근거 / 필요한 조건: _____ / 카드 4의 분류 / 근거 / 필요한 조건: _____ / 카드 5의 분류 / 근거 / 필요한 조건: _____ / 카드 6의 분류 / 근거 / 필요한 조건: _____ / 카드 7의 분류 / 근거 / 필요한 조건: _____ / 카드 8의 분류 / 근거 / 필요한 조건: _____ / 2번과 3번의 차이: _____ / 5번 사진을 표 값으로 쓰기 전 필요한 작업: _____</a:t>
            </a:r>
          </a:p>
          <a:p xmlns:a="http://schemas.openxmlformats.org/drawingml/2006/main">
            <a:r>
              <a:t>입력 파일: examples/foundations/data/A03_structure_cards.md</a:t>
            </a:r>
          </a:p>
          <a:p xmlns:a="http://schemas.openxmlformats.org/drawingml/2006/main">
            <a:r>
              <a:t>작업 파일: examples/foundations/work/A03_notes.md</a:t>
            </a:r>
          </a:p>
          <a:p xmlns:a="http://schemas.openxmlformats.org/drawingml/2006/main">
            <a:r>
              <a:t>활동 A03: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무엇으로 끝나는 파일인가보다 항목과 관계를 어떤 규칙으로 읽을 수 있는가를 묻습니다.</a:t>
            </a:r>
          </a:p>
          <a:p xmlns:a="http://schemas.openxmlformats.org/drawingml/2006/main">
            <a:r>
              <a:t>빠른 학생: 자유 메모를 일정한 항목으로 옮기면 얻는 것과 잃는 것을 한 가지씩 예상합니다.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A04: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A04: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표현을 바꾸면서 유지할 내용과 표에 들어가지 않는 맥락을 함께 찾습니다.</a:t>
            </a:r>
          </a:p>
          <a:p xmlns:a="http://schemas.openxmlformats.org/drawingml/2006/main">
            <a:r>
              <a:t>준비: 원문 한 문단과 빈 다섯 열 표를 준비합니다. 이 활동의 키·값은 개념 표현이며 JSON 문법 검사는 아직 하지 않습니다.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다섯 공통 항목에 해당하는 원문 조각을 각각 표시합니다.</a:t>
            </a:r>
          </a:p>
          <a:p xmlns:a="http://schemas.openxmlformats.org/drawingml/2006/main">
            <a:r>
              <a:t>다섯 열의 표 한 행을 직접 채웁니다.</a:t>
            </a:r>
          </a:p>
          <a:p xmlns:a="http://schemas.openxmlformats.org/drawingml/2006/main">
            <a:r>
              <a:t>같은 내용을 항목 이름: 값의 다섯 쌍으로 적습니다.</a:t>
            </a:r>
          </a:p>
          <a:p xmlns:a="http://schemas.openxmlformats.org/drawingml/2006/main">
            <a:r>
              <a:t>표에 들어가지 않은 문 열림 메모를 찾아 별도 보관 방법을 씁니다.</a:t>
            </a:r>
          </a:p>
          <a:p xmlns:a="http://schemas.openxmlformats.org/drawingml/2006/main">
            <a:r>
              <a:t>표로 바꾸면 비교하기 쉬워지는 점과 잃을 수 있는 맥락을 하나씩 설명합니다.</a:t>
            </a:r>
          </a:p>
          <a:p xmlns:a="http://schemas.openxmlformats.org/drawingml/2006/main">
            <a:r>
              <a:t>예상 결과: 한 관찰의 표 한 행과 키·값 다섯 쌍, 별도 맥락 메모를 만듭니다.</a:t>
            </a:r>
          </a:p>
          <a:p xmlns:a="http://schemas.openxmlformats.org/drawingml/2006/main">
            <a:r>
              <a:t>확인: 문이 열렸다는 관찰을 온도가 달라진 원인으로 단정하지 않았는지 확인합니다.</a:t>
            </a:r>
          </a:p>
          <a:p xmlns:a="http://schemas.openxmlformats.org/drawingml/2006/main">
            <a:r>
              <a:t>오류 해결: 어느 칸에 넣을지 모르면 열 이름이 묻는 질문을 먼저 말해 봅니다.</a:t>
            </a:r>
          </a:p>
          <a:p xmlns:a="http://schemas.openxmlformats.org/drawingml/2006/main">
            <a:r>
              <a:t>답칸: 표 한 행: A04_table.md / 키와 값 다섯 쌍: _____ / 보존할 추가 맥락: _____ / 정형화의 이점 / 한계: _____</a:t>
            </a:r>
          </a:p>
          <a:p xmlns:a="http://schemas.openxmlformats.org/drawingml/2006/main">
            <a:r>
              <a:t>입력 파일: examples/foundations/data/A04_same_event.md</a:t>
            </a:r>
          </a:p>
          <a:p xmlns:a="http://schemas.openxmlformats.org/drawingml/2006/main">
            <a:r>
              <a:t>작업 파일: examples/foundations/work/A04_table.md, examples/foundations/work/A04_notes.md</a:t>
            </a:r>
          </a:p>
          <a:p xmlns:a="http://schemas.openxmlformats.org/drawingml/2006/main">
            <a:r>
              <a:t>활동 A04: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정형화는 항목을 일정하게 만드는 일이며 원문의 모든 뜻을 자동으로 보존하지는 않습니다.</a:t>
            </a:r>
          </a:p>
          <a:p xmlns:a="http://schemas.openxmlformats.org/drawingml/2006/main">
            <a:r>
              <a:t>빠른 학생: 별도 메모 열을 추가하면 어떤 비교가 쉬워지고 어떤 어려움이 남는지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A05: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meaning: https://www.abs.gov.au/statistics/understanding-statistics/statistical-terms-and-concepts/variables (범주형·수치형과 명목·순서·이산·연속)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A05: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meaning: https://www.abs.gov.au/statistics/understanding-statistics/statistical-terms-and-concepts/variables (범주형·수치형과 명목·순서·이산·연속)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A05: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값이 종류를 구별하는지, 양을 나타내는지 의미로 판단합니다.</a:t>
            </a:r>
          </a:p>
          <a:p xmlns:a="http://schemas.openxmlformats.org/drawingml/2006/main">
            <a:r>
              <a:t>준비: 여덟 항목을 읽고 파일의 저장 방법과 업무상 뜻을 별개의 질문으로 생각합니다.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각 항목을 범주형 또는 수치형으로 분류하고 이유를 씁니다.</a:t>
            </a:r>
          </a:p>
          <a:p xmlns:a="http://schemas.openxmlformats.org/drawingml/2006/main">
            <a:r>
              <a:t>더하거나 크기 차이를 계산하는 것이 의미 있는 항목 두 개를 고릅니다.</a:t>
            </a:r>
          </a:p>
          <a:p xmlns:a="http://schemas.openxmlformats.org/drawingml/2006/main">
            <a:r>
              <a:t>사번 001과 002를 더하는 것이 왜 업무상 수량 계산이 아닌지 설명합니다.</a:t>
            </a:r>
          </a:p>
          <a:p xmlns:a="http://schemas.openxmlformats.org/drawingml/2006/main">
            <a:r>
              <a:t>상태 true가 프로그램에서 불리언이어도 업무상 종류를 구별하는 항목임을 말해 봅니다.</a:t>
            </a:r>
          </a:p>
          <a:p xmlns:a="http://schemas.openxmlformats.org/drawingml/2006/main">
            <a:r>
              <a:t>짝과 같은 값에 다른 분류를 붙였다면 어떤 의미를 가정했는지 확인합니다.</a:t>
            </a:r>
          </a:p>
          <a:p xmlns:a="http://schemas.openxmlformats.org/drawingml/2006/main">
            <a:r>
              <a:t>예상 결과: 여덟 항목의 의미 분류와 계산 가능성에 대한 근거가 남습니다.</a:t>
            </a:r>
          </a:p>
          <a:p xmlns:a="http://schemas.openxmlformats.org/drawingml/2006/main">
            <a:r>
              <a:t>확인: 숫자 기호로 적었다는 이유만으로 식별자를 수치형 의미로 분류하지 않았는지 봅니다.</a:t>
            </a:r>
          </a:p>
          <a:p xmlns:a="http://schemas.openxmlformats.org/drawingml/2006/main">
            <a:r>
              <a:t>오류 해결: 값의 생김새보다 담당자가 그 항목으로 어떤 질문에 답하려는지 생각합니다.</a:t>
            </a:r>
          </a:p>
          <a:p xmlns:a="http://schemas.openxmlformats.org/drawingml/2006/main">
            <a:r>
              <a:t>답칸: 부서의 범주형 또는 수치형 / 이유: _____ / 장치 상태의 범주형 또는 수치형 / 이유: _____ / 상자 개수의 범주형 또는 수치형 / 이유: _____ / 온도의 범주형 또는 수치형 / 이유: _____ / 사번 001의 범주형 또는 수치형 / 이유: _____ / 만족도의 범주형 또는 수치형 / 이유: _____ / 제품 색의 범주형 또는 수치형 / 이유: _____ / 대기 시간의 범주형 또는 수치형 / 이유: _____ / 계산이 의미 있는 항목 두 개: _____ / 사번을 더하지 않는 이유: _____</a:t>
            </a:r>
          </a:p>
          <a:p xmlns:a="http://schemas.openxmlformats.org/drawingml/2006/main">
            <a:r>
              <a:t>입력 파일: examples/foundations/data/A05_meaning_cards.md</a:t>
            </a:r>
          </a:p>
          <a:p xmlns:a="http://schemas.openxmlformats.org/drawingml/2006/main">
            <a:r>
              <a:t>작업 파일: examples/foundations/work/A05_notes.md</a:t>
            </a:r>
          </a:p>
          <a:p xmlns:a="http://schemas.openxmlformats.org/drawingml/2006/main">
            <a:r>
              <a:t>활동 A05: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이름표를 더한다고 새로운 수량이 생기지는 않습니다.</a:t>
            </a:r>
          </a:p>
          <a:p xmlns:a="http://schemas.openxmlformats.org/drawingml/2006/main">
            <a:r>
              <a:t>빠른 학생: 우편번호나 버스 번호처럼 숫자로 보이는 범주 예를 하나 더 만듭니다.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A06: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meaning: https://www.abs.gov.au/statistics/understanding-statistics/statistical-terms-and-concepts/variables (범주형·수치형과 명목·순서·이산·연속)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A06: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meaning: https://www.abs.gov.au/statistics/understanding-statistics/statistical-terms-and-concepts/variables (범주형·수치형과 명목·순서·이산·연속)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A06: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meaning: https://www.abs.gov.au/statistics/understanding-statistics/statistical-terms-and-concepts/variables (범주형·수치형과 명목·순서·이산·연속)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범주의 순서 여부와 수량의 세기·측정 차이를 구별합니다.</a:t>
            </a:r>
          </a:p>
          <a:p xmlns:a="http://schemas.openxmlformats.org/drawingml/2006/main">
            <a:r>
              <a:t>준비: 먼저 범주형과 수치형으로 나눈 뒤 각각을 두 종류로 더 살펴봅니다. 평균 계산은 하지 않습니다.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각 항목을 명목·순서·이산·연속으로 나누고 짧은 이유를 씁니다.</a:t>
            </a:r>
          </a:p>
          <a:p xmlns:a="http://schemas.openxmlformats.org/drawingml/2006/main">
            <a:r>
              <a:t>만족도에 순서가 있어도 낮음에서 보통의 간격과 보통에서 높음의 간격을 같다고 할 근거가 있는지 표시합니다.</a:t>
            </a:r>
          </a:p>
          <a:p xmlns:a="http://schemas.openxmlformats.org/drawingml/2006/main">
            <a:r>
              <a:t>점검 등급 1·2·3이 수량인지 순서 범주의 코드인지 설명합니다.</a:t>
            </a:r>
          </a:p>
          <a:p xmlns:a="http://schemas.openxmlformats.org/drawingml/2006/main">
            <a:r>
              <a:t>온도와 거리는 제한된 자리까지 기록해도 원래 무엇을 측정하는지 씁니다.</a:t>
            </a:r>
          </a:p>
          <a:p xmlns:a="http://schemas.openxmlformats.org/drawingml/2006/main">
            <a:r>
              <a:t>짝에게 이산 개수 한 예와 연속 측정량 한 예를 들어 구별하게 합니다.</a:t>
            </a:r>
          </a:p>
          <a:p xmlns:a="http://schemas.openxmlformats.org/drawingml/2006/main">
            <a:r>
              <a:t>예상 결과: 여덟 세부 분류와 숫자 등급·측정 정밀도의 반례를 설명합니다.</a:t>
            </a:r>
          </a:p>
          <a:p xmlns:a="http://schemas.openxmlformats.org/drawingml/2006/main">
            <a:r>
              <a:t>확인: 소수점을 한 자리로 적었다는 이유만으로 온도를 셀 수 있는 개수로 분류하지 않았는지 확인합니다.</a:t>
            </a:r>
          </a:p>
          <a:p xmlns:a="http://schemas.openxmlformats.org/drawingml/2006/main">
            <a:r>
              <a:t>오류 해결: 수치형이면 먼저 “몇 개인가”와 “얼마나 되는가” 중 어떤 질문인지 생각합니다.</a:t>
            </a:r>
          </a:p>
          <a:p xmlns:a="http://schemas.openxmlformats.org/drawingml/2006/main">
            <a:r>
              <a:t>답칸: 사례 1의 명목·순서·이산·연속 / 이유: _____ / 사례 2의 명목·순서·이산·연속 / 이유: _____ / 사례 3의 명목·순서·이산·연속 / 이유: _____ / 사례 4의 명목·순서·이산·연속 / 이유: _____ / 사례 5의 명목·순서·이산·연속 / 이유: _____ / 사례 6의 명목·순서·이산·연속 / 이유: _____ / 사례 7의 명목·순서·이산·연속 / 이유: _____ / 사례 8의 명목·순서·이산·연속 / 이유: _____ / 숫자 등급의 간격에 대한 판단: _____ / 온도 정밀도와 연속량의 관계: _____</a:t>
            </a:r>
          </a:p>
          <a:p xmlns:a="http://schemas.openxmlformats.org/drawingml/2006/main">
            <a:r>
              <a:t>입력 파일: examples/foundations/data/A06_subtypes_cards.md</a:t>
            </a:r>
          </a:p>
          <a:p xmlns:a="http://schemas.openxmlformats.org/drawingml/2006/main">
            <a:r>
              <a:t>작업 파일: examples/foundations/work/A06_notes.md</a:t>
            </a:r>
          </a:p>
          <a:p xmlns:a="http://schemas.openxmlformats.org/drawingml/2006/main">
            <a:r>
              <a:t>활동 A06: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순서는 앞뒤를 알려 주지만 간격까지 자동으로 알려 주지는 않습니다.</a:t>
            </a:r>
          </a:p>
          <a:p xmlns:a="http://schemas.openxmlformats.org/drawingml/2006/main">
            <a:r>
              <a:t>빠른 학생: 순서 범주를 숫자 코드로 저장할 때 데이터 사전에 적어야 할 뜻을 제안합니다.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A07: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types: https://docs.python.org/3/library/stdtypes.html (Python 값의 종류, 시퀀스와 매핑)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A07: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types: https://docs.python.org/3/library/stdtypes.html (Python 값의 종류, 시퀀스와 매핑)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A07: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A07: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A07: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types: https://docs.python.org/3/library/stdtypes.html (Python 값의 종류, 시퀀스와 매핑)</a:t>
            </a:r>
          </a:p>
          <a:p xmlns:a="http://schemas.openxmlformats.org/drawingml/2006/main">
            <a:r>
              <a:t>json: https://docs.python.org/3/library/json.html (JSON 구조 및 값의 자료형, Python 변환)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업무상 뜻과 별개로 컴퓨터가 값을 어떤 자료형으로 저장하는지 완성 코드에서 관찰합니다.</a:t>
            </a:r>
          </a:p>
          <a:p xmlns:a="http://schemas.openxmlformats.org/drawingml/2006/main">
            <a:r>
              <a:t>준비: 전체 코드와 모든 줄 해설을 읽습니다. 브라우저 자료 화면은 Python을 실행하지 않습니다. 준비된 PC의 개인 실행 또는 강사 실행과 비교합니다.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출력 여섯 줄에서 값과 자료형 이름을 각각 예상해 적습니다.</a:t>
            </a:r>
          </a:p>
          <a:p xmlns:a="http://schemas.openxmlformats.org/drawingml/2006/main">
            <a:r>
              <a:t>type은 종류를 확인하고 __name__은 종류 이름을 보여 준다는 해설을 읽습니다. 이 표현을 외워 새로 만들 필요는 없습니다.</a:t>
            </a:r>
          </a:p>
          <a:p xmlns:a="http://schemas.openxmlformats.org/drawingml/2006/main">
            <a:r>
              <a:t>실제 실행 출력과 예상한 여섯 종류를 대조합니다.</a:t>
            </a:r>
          </a:p>
          <a:p xmlns:a="http://schemas.openxmlformats.org/drawingml/2006/main">
            <a:r>
              <a:t>작업 복사본의 employee_id만 "002"로 바꾸고 달라질 출력 한 줄을 예상합니다.</a:t>
            </a:r>
          </a:p>
          <a:p xmlns:a="http://schemas.openxmlformats.org/drawingml/2006/main">
            <a:r>
              <a:t>숫자 22.5와 문자열 "22.5"의 출력 생김새가 같아도 자료형이 다른 이유를 설명합니다.</a:t>
            </a:r>
          </a:p>
          <a:p xmlns:a="http://schemas.openxmlformats.org/drawingml/2006/main">
            <a:r>
              <a:t>예상 결과: 여섯 값의 Python 자료형을 구별하고 문자열 식별자 한 값을 수정한 결과를 설명합니다.</a:t>
            </a:r>
          </a:p>
          <a:p xmlns:a="http://schemas.openxmlformats.org/drawingml/2006/main">
            <a:r>
              <a:t>확인: 날짜 의미가 있다는 이유로 이 코드의 문자열을 별도 날짜 자료형이라고 적지 않았는지 봅니다.</a:t>
            </a:r>
          </a:p>
          <a:p xmlns:a="http://schemas.openxmlformats.org/drawingml/2006/main">
            <a:r>
              <a:t>오류 해결: 따옴표를 지웠다면 원본과 비교합니다. Python에 001이라는 정수 표기를 쓰는 과제는 아닙니다.</a:t>
            </a:r>
          </a:p>
          <a:p xmlns:a="http://schemas.openxmlformats.org/drawingml/2006/main">
            <a:r>
              <a:t>답칸: 여섯 출력의 값 / 종류 / 의미: _____ / 002로 수정하면 달라지는 줄: _____ / 날짜 글자를 저장한 자료형: _____ / 실제 확인 방법: _____</a:t>
            </a:r>
          </a:p>
          <a:p xmlns:a="http://schemas.openxmlformats.org/drawingml/2006/main">
            <a:r>
              <a:t>입력 파일: examples/foundations/code/A07_types.py, examples/foundations/code/line-guide.md</a:t>
            </a:r>
          </a:p>
          <a:p xmlns:a="http://schemas.openxmlformats.org/drawingml/2006/main">
            <a:r>
              <a:t>작업 파일: examples/foundations/work/A07_types.py, examples/foundations/work/A07_notes.md</a:t>
            </a:r>
          </a:p>
          <a:p xmlns:a="http://schemas.openxmlformats.org/drawingml/2006/main">
            <a:r>
              <a:t>활동 A07: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값의 뜻, 화면에 보이는 모양, 저장된 종류를 각각 따로 적습니다.</a:t>
            </a:r>
          </a:p>
          <a:p xmlns:a="http://schemas.openxmlformats.org/drawingml/2006/main">
            <a:r>
              <a:t>빠른 학생: 동일한 22를 "22"로 감쌌을 때 type 결과가 어떻게 달라질지 예상합니다.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A08: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A08: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csv: https://docs.python.org/3/library/csv.html (CSV 텍스트, quoting, reader)</a:t>
            </a:r>
          </a:p>
          <a:p xmlns:a="http://schemas.openxmlformats.org/drawingml/2006/main">
            <a:r>
              <a:t>json: https://docs.python.org/3/library/json.html (JSON 구조 및 값의 자료형, Python 변환)</a:t>
            </a:r>
          </a:p>
          <a:p xmlns:a="http://schemas.openxmlformats.org/drawingml/2006/main">
            <a:r>
              <a:t>types: https://docs.python.org/3/library/stdtypes.html (Python 값의 종류, 시퀀스와 매핑)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겉으로 비어 있거나 꺼져 보이는 값을 같은 뜻으로 합치지 않습니다.</a:t>
            </a:r>
          </a:p>
          <a:p xmlns:a="http://schemas.openxmlformats.org/drawingml/2006/main">
            <a:r>
              <a:t>준비: 여섯 상태 카드와 CSV·JSON·Python 대응표를 봅니다. 자료형과 업무상 뜻을 두 칸으로 나눕니다.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각 카드의 저장 표현과 원문에서 확인한 뜻을 적습니다.</a:t>
            </a:r>
          </a:p>
          <a:p xmlns:a="http://schemas.openxmlformats.org/drawingml/2006/main">
            <a:r>
              <a:t>실측 0과 미측정을 바꾸면 기록의 뜻이 어떻게 달라지는지 씁니다.</a:t>
            </a:r>
          </a:p>
          <a:p xmlns:a="http://schemas.openxmlformats.org/drawingml/2006/main">
            <a:r>
              <a:t>false가 온도를 측정하지 않았다는 뜻까지 포함하는지 원문 근거로 판단합니다.</a:t>
            </a:r>
          </a:p>
          <a:p xmlns:a="http://schemas.openxmlformats.org/drawingml/2006/main">
            <a:r>
              <a:t>업무상 뜻이 아직 확인되지 않은 빈 문자열은 질문으로 남깁니다.</a:t>
            </a:r>
          </a:p>
          <a:p xmlns:a="http://schemas.openxmlformats.org/drawingml/2006/main">
            <a:r>
              <a:t>CSV 빈칸·JSON null·Python None의 수업상 대응을 연결하고 임의 숫자로 채우지 않는 이유를 설명합니다.</a:t>
            </a:r>
          </a:p>
          <a:p xmlns:a="http://schemas.openxmlformats.org/drawingml/2006/main">
            <a:r>
              <a:t>예상 결과: 여섯 상태의 차이와 미확인값의 처리 원칙을 설명합니다.</a:t>
            </a:r>
          </a:p>
          <a:p xmlns:a="http://schemas.openxmlformats.org/drawingml/2006/main">
            <a:r>
              <a:t>확인: False와 null, 0과 "0"을 같은 자료형이나 같은 업무 상태로 적지 않았는지 확인합니다.</a:t>
            </a:r>
          </a:p>
          <a:p xmlns:a="http://schemas.openxmlformats.org/drawingml/2006/main">
            <a:r>
              <a:t>오류 해결: 어떤 빈칸인지 모르면 파일 형식만으로 뜻을 정하지 말고 데이터 사전을 확인합니다.</a:t>
            </a:r>
          </a:p>
          <a:p xmlns:a="http://schemas.openxmlformats.org/drawingml/2006/main">
            <a:r>
              <a:t>답칸: 카드 1의 표현 / 자료형 / 업무상 뜻: _____ / 카드 2의 표현 / 자료형 / 업무상 뜻: _____ / 카드 3의 표현 / 자료형 / 업무상 뜻: _____ / 카드 4의 표현 / 자료형 / 업무상 뜻: _____ / 카드 5의 표현 / 자료형 / 업무상 뜻: _____ / 카드 6의 표현 / 자료형 / 업무상 뜻: _____ / 0과 미측정의 차이: _____ / 빈 문자열에 관한 질문: _____ / 임의로 채우지 않는 원칙: _____</a:t>
            </a:r>
          </a:p>
          <a:p xmlns:a="http://schemas.openxmlformats.org/drawingml/2006/main">
            <a:r>
              <a:t>입력 파일: examples/foundations/data/A08_missing_cards.md</a:t>
            </a:r>
          </a:p>
          <a:p xmlns:a="http://schemas.openxmlformats.org/drawingml/2006/main">
            <a:r>
              <a:t>작업 파일: examples/foundations/work/A08_notes.md</a:t>
            </a:r>
          </a:p>
          <a:p xmlns:a="http://schemas.openxmlformats.org/drawingml/2006/main">
            <a:r>
              <a:t>활동 A08: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없음은 0이라는 측정값을 안다는 뜻이 아닙니다.</a:t>
            </a:r>
          </a:p>
          <a:p xmlns:a="http://schemas.openxmlformats.org/drawingml/2006/main">
            <a:r>
              <a:t>빠른 학생: 필드 자체가 없는 기록을 받았을 때 null과 같다고 단정하기 전에 할 질문을 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표의 한 행이 무엇을 나타내는지 정하고 장치 수와 관찰 수를 구별합니다.</a:t>
            </a:r>
          </a:p>
          <a:p xmlns:a="http://schemas.openxmlformats.org/drawingml/2006/main">
            <a:r>
              <a:t>준비: 원문 여섯 메모와 같은 기록의 표를 나란히 봅니다. 아직 CSV를 직접 작성할 필요는 없습니다.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헤더와 데이터 행을 구분하고 다섯 열의 이름을 읽습니다.</a:t>
            </a:r>
          </a:p>
          <a:p xmlns:a="http://schemas.openxmlformats.org/drawingml/2006/main">
            <a:r>
              <a:t>한 행이 장치 하나인지, 장치의 한 시점 관찰 하나인지 한 문장으로 정의합니다.</a:t>
            </a:r>
          </a:p>
          <a:p xmlns:a="http://schemas.openxmlformats.org/drawingml/2006/main">
            <a:r>
              <a:t>원문 1번과 5번에서 같거나 다른 항목을 표시합니다.</a:t>
            </a:r>
          </a:p>
          <a:p xmlns:a="http://schemas.openxmlformats.org/drawingml/2006/main">
            <a:r>
              <a:t>서로 다른 장치의 수와 관찰의 수를 따로 셉니다.</a:t>
            </a:r>
          </a:p>
          <a:p xmlns:a="http://schemas.openxmlformats.org/drawingml/2006/main">
            <a:r>
              <a:t>온도 빈칸 한 개가 있어도 해당 관찰 전체가 사라지는 것은 아닌 이유를 설명합니다.</a:t>
            </a:r>
          </a:p>
          <a:p xmlns:a="http://schemas.openxmlformats.org/drawingml/2006/main">
            <a:r>
              <a:t>예상 결과: 관찰 여섯 건과 장치 네 개를 구분하고 각 셀을 행과 열로 찾습니다.</a:t>
            </a:r>
          </a:p>
          <a:p xmlns:a="http://schemas.openxmlformats.org/drawingml/2006/main">
            <a:r>
              <a:t>확인: 장치 이름이 반복된다는 이유만으로 행을 지우지 않았는지 봅니다.</a:t>
            </a:r>
          </a:p>
          <a:p xmlns:a="http://schemas.openxmlformats.org/drawingml/2006/main">
            <a:r>
              <a:t>오류 해결: 헷갈리면 한 행을 “어느 장치의 언제 관찰”로 읽어 봅니다.</a:t>
            </a:r>
          </a:p>
          <a:p xmlns:a="http://schemas.openxmlformats.org/drawingml/2006/main">
            <a:r>
              <a:t>답칸: 한 행이 뜻하는 것: _____ / 열 수 / 관찰 수 / 장치 수: _____ / 1번과 5번의 공통점 / 차이: _____ / 빈칸이 있는 행의 알려진 정보: _____</a:t>
            </a:r>
          </a:p>
          <a:p xmlns:a="http://schemas.openxmlformats.org/drawingml/2006/main">
            <a:r>
              <a:t>입력 파일: examples/foundations/data/base_readings.csv, examples/foundations/data/base_notes.md</a:t>
            </a:r>
          </a:p>
          <a:p xmlns:a="http://schemas.openxmlformats.org/drawingml/2006/main">
            <a:r>
              <a:t>작업 파일: examples/foundations/work/A09_notes.md</a:t>
            </a:r>
          </a:p>
          <a:p xmlns:a="http://schemas.openxmlformats.org/drawingml/2006/main">
            <a:r>
              <a:t>활동 A09: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관찰 단위가 정해져야 무엇이 중복인지 판단할 수 있습니다.</a:t>
            </a:r>
          </a:p>
          <a:p xmlns:a="http://schemas.openxmlformats.org/drawingml/2006/main">
            <a:r>
              <a:t>빠른 학생: 한 행을 하루 평균으로 바꾸면 현재 여섯 행과 어떤 정보가 달라지는지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A10: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A10: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기록을 구별하는 기준과 항목별 의미·형식 규칙을 문서로 만듭니다.</a:t>
            </a:r>
          </a:p>
          <a:p xmlns:a="http://schemas.openxmlformats.org/drawingml/2006/main">
            <a:r>
              <a:t>준비: 다섯 필드 규칙과 빈 데이터 사전을 준비합니다. 스키마는 어떤 항목과 구조를 따를지 정한 약속으로 설명합니다.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다섯 항목의 뜻, 저장할 종류, 단위 또는 형식, 빈값 규칙을 빈 사전에 씁니다.</a:t>
            </a:r>
          </a:p>
          <a:p xmlns:a="http://schemas.openxmlformats.org/drawingml/2006/main">
            <a:r>
              <a:t>sensor_id만으로 여섯 관찰을 구별할 수 없는 이유를 씁니다.</a:t>
            </a:r>
          </a:p>
          <a:p xmlns:a="http://schemas.openxmlformats.org/drawingml/2006/main">
            <a:r>
              <a:t>sensor_id와 시각을 함께 비교했을 때 각 관찰을 구별할 수 있는지 확인합니다.</a:t>
            </a:r>
          </a:p>
          <a:p xmlns:a="http://schemas.openxmlformats.org/drawingml/2006/main">
            <a:r>
              <a:t>온도 칸에 "22.5℃/다음은23.0℃"처럼 여러 값을 넣으면 어떤 비교가 어려운지 설명합니다.</a:t>
            </a:r>
          </a:p>
          <a:p xmlns:a="http://schemas.openxmlformats.org/drawingml/2006/main">
            <a:r>
              <a:t>짝이 내 사전만 보고 빈값과 false를 해석하게 한 뒤 애매한 규칙 한 곳을 고칩니다.</a:t>
            </a:r>
          </a:p>
          <a:p xmlns:a="http://schemas.openxmlformats.org/drawingml/2006/main">
            <a:r>
              <a:t>예상 결과: 다섯 항목의 사전과 기록을 구별하는 두 항목의 기준을 만듭니다.</a:t>
            </a:r>
          </a:p>
          <a:p xmlns:a="http://schemas.openxmlformats.org/drawingml/2006/main">
            <a:r>
              <a:t>확인: 통계적 의미의 종류와 컴퓨터 저장 종류를 같은 칸에서 혼동하지 않았는지 봅니다.</a:t>
            </a:r>
          </a:p>
          <a:p xmlns:a="http://schemas.openxmlformats.org/drawingml/2006/main">
            <a:r>
              <a:t>오류 해결: 규칙과 예를 구분하기 어렵다면 먼저 규칙 문장을 쓰고 예시 하나를 괄호에 붙입니다.</a:t>
            </a:r>
          </a:p>
          <a:p xmlns:a="http://schemas.openxmlformats.org/drawingml/2006/main">
            <a:r>
              <a:t>답칸: 사전: A10_dictionary.md / 기록을 구별하는 두 항목: _____ / 한 칸에 여러 값을 넣기 어려운 이유: _____ / 짝의 해석을 보고 고친 규칙: _____</a:t>
            </a:r>
          </a:p>
          <a:p xmlns:a="http://schemas.openxmlformats.org/drawingml/2006/main">
            <a:r>
              <a:t>입력 파일: examples/foundations/data/field_rules.md, examples/foundations/data/base_readings.csv</a:t>
            </a:r>
          </a:p>
          <a:p xmlns:a="http://schemas.openxmlformats.org/drawingml/2006/main">
            <a:r>
              <a:t>작업 파일: examples/foundations/work/A10_dictionary.md, examples/foundations/work/A10_notes.md</a:t>
            </a:r>
          </a:p>
          <a:p xmlns:a="http://schemas.openxmlformats.org/drawingml/2006/main">
            <a:r>
              <a:t>활동 A10: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한 칸에 한 항목의 한 값을 넣어야 같은 열끼리 비교하기 쉽습니다.</a:t>
            </a:r>
          </a:p>
          <a:p xmlns:a="http://schemas.openxmlformats.org/drawingml/2006/main">
            <a:r>
              <a:t>빠른 학생: 센서가 시각을 잘못 기록했다면 지금의 키 규칙만으로 정확성을 보장할 수 있는지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A11: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types: https://docs.python.org/3/library/stdtypes.html (Python 값의 종류, 시퀀스와 매핑)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A11: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types: https://docs.python.org/3/library/stdtypes.html (Python 값의 종류, 시퀀스와 매핑)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A11: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A11: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순서 번호로 찾는 목록과 이름표로 찾는 키·값 묶음을 구별합니다.</a:t>
            </a:r>
          </a:p>
          <a:p xmlns:a="http://schemas.openxmlformats.org/drawingml/2006/main">
            <a:r>
              <a:t>준비: 숫자 카드 세 장과 완성 코드를 봅니다. 대괄호·중괄호·따옴표를 해설에서 확인합니다.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리스트 세 값에 위치 번호 0·1·2를 적습니다.</a:t>
            </a:r>
          </a:p>
          <a:p xmlns:a="http://schemas.openxmlformats.org/drawingml/2006/main">
            <a:r>
              <a:t>처음 네 print가 보여 줄 값과 개수를 예상하고 실제 출력과 대조합니다.</a:t>
            </a:r>
          </a:p>
          <a:p xmlns:a="http://schemas.openxmlformats.org/drawingml/2006/main">
            <a:r>
              <a:t>딕셔너리에서 sensor_id와 temperature_c가 이름표 역할을 하는지 확인합니다.</a:t>
            </a:r>
          </a:p>
          <a:p xmlns:a="http://schemas.openxmlformats.org/drawingml/2006/main">
            <a:r>
              <a:t>작업 복사본의 25.0을 26.0으로 바꾸고 마지막 출력만 달라지는지 확인합니다.</a:t>
            </a:r>
          </a:p>
          <a:p xmlns:a="http://schemas.openxmlformats.org/drawingml/2006/main">
            <a:r>
              <a:t>표 한 행의 항목 이름이 딕셔너리 키와 어떻게 대응하는지 설명합니다.</a:t>
            </a:r>
          </a:p>
          <a:p xmlns:a="http://schemas.openxmlformats.org/drawingml/2006/main">
            <a:r>
              <a:t>예상 결과: 리스트의 번호·길이와 딕셔너리 키를 읽고 한 값 수정의 영향을 설명합니다.</a:t>
            </a:r>
          </a:p>
          <a:p xmlns:a="http://schemas.openxmlformats.org/drawingml/2006/main">
            <a:r>
              <a:t>확인: 위치 번호 0과 첫 번째라는 일상 표현을 혼동하지 않았는지 확인합니다.</a:t>
            </a:r>
          </a:p>
          <a:p xmlns:a="http://schemas.openxmlformats.org/drawingml/2006/main">
            <a:r>
              <a:t>오류 해결: KeyError처럼 키 이름 관련 오류가 보이면 대소문자와 따옴표 안 글자를 원본과 대조합니다.</a:t>
            </a:r>
          </a:p>
          <a:p xmlns:a="http://schemas.openxmlformats.org/drawingml/2006/main">
            <a:r>
              <a:t>답칸: 원본 출력 다섯 줄: _____ / 리스트 번호와 개수의 차이: _____ / 딕셔너리 키 두 개와 값: _____ / 26.0 수정 뒤 달라진 출력: _____</a:t>
            </a:r>
          </a:p>
          <a:p xmlns:a="http://schemas.openxmlformats.org/drawingml/2006/main">
            <a:r>
              <a:t>입력 파일: examples/foundations/code/A11_structures.py, examples/foundations/code/line-guide.md</a:t>
            </a:r>
          </a:p>
          <a:p xmlns:a="http://schemas.openxmlformats.org/drawingml/2006/main">
            <a:r>
              <a:t>작업 파일: examples/foundations/work/A11_structures.py, examples/foundations/work/A11_notes.md</a:t>
            </a:r>
          </a:p>
          <a:p xmlns:a="http://schemas.openxmlformats.org/drawingml/2006/main">
            <a:r>
              <a:t>활동 A11: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목록은 몇 번째인가, 이름표 묶음은 어떤 항목인가를 묻습니다.</a:t>
            </a:r>
          </a:p>
          <a:p xmlns:a="http://schemas.openxmlformats.org/drawingml/2006/main">
            <a:r>
              <a:t>빠른 학생: 리스트 순서를 바꾸면 같은 번호가 가리키는 값이 변하지만 키 이름은 왜 다른 역할인지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A12: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A12: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같은 사실을 평평한 표와 계층 구조로 묶었을 때 반복되는 정보와 값을 찾는 경로를 비교합니다.</a:t>
            </a:r>
          </a:p>
          <a:p xmlns:a="http://schemas.openxmlformats.org/drawingml/2006/main">
            <a:r>
              <a:t>준비: 센서 소개와 두 시점 관찰을 읽고 두 행짜리 빈 표를 엽니다. 복잡한 데이터베이스 설계는 다루지 않습니다.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센서 소개 두 항목과 측정 항목 세 개를 다른 표시로 구분합니다.</a:t>
            </a:r>
          </a:p>
          <a:p xmlns:a="http://schemas.openxmlformats.org/drawingml/2006/main">
            <a:r>
              <a:t>관찰 한 건을 한 행으로 두는 표 두 행을 채웁니다.</a:t>
            </a:r>
          </a:p>
          <a:p xmlns:a="http://schemas.openxmlformats.org/drawingml/2006/main">
            <a:r>
              <a:t>두 행에서 반복한 소개 항목을 표시합니다.</a:t>
            </a:r>
          </a:p>
          <a:p xmlns:a="http://schemas.openxmlformats.org/drawingml/2006/main">
            <a:r>
              <a:t>계층 자료에서 sensor.location과 readings의 둘째 온도로 이동하는 경로를 손으로 따라갑니다.</a:t>
            </a:r>
          </a:p>
          <a:p xmlns:a="http://schemas.openxmlformats.org/drawingml/2006/main">
            <a:r>
              <a:t>표와 계층 중 각각 어떤 질문에 답하기 편한지 한 가지씩 설명합니다.</a:t>
            </a:r>
          </a:p>
          <a:p xmlns:a="http://schemas.openxmlformats.org/drawingml/2006/main">
            <a:r>
              <a:t>예상 결과: 같은 두 관찰의 표와 계층을 대응하고 반복 정보와 경로를 설명합니다.</a:t>
            </a:r>
          </a:p>
          <a:p xmlns:a="http://schemas.openxmlformats.org/drawingml/2006/main">
            <a:r>
              <a:t>확인: 센서 소개 객체 하나와 측정 객체 두 개를 같은 개수로 세지 않았는지 봅니다.</a:t>
            </a:r>
          </a:p>
          <a:p xmlns:a="http://schemas.openxmlformats.org/drawingml/2006/main">
            <a:r>
              <a:t>오류 해결: 괄호가 복잡하면 sensor 묶음과 readings 목록부터 네모로 감싸고 안쪽을 읽습니다.</a:t>
            </a:r>
          </a:p>
          <a:p xmlns:a="http://schemas.openxmlformats.org/drawingml/2006/main">
            <a:r>
              <a:t>답칸: 두 행 표: A12_flat_table.md / 반복된 정보: _____ / 창고 위치 경로: _____ / 둘째 온도 경로와 뜻: _____ / 표와 계층의 장점 한 가지씩: _____</a:t>
            </a:r>
          </a:p>
          <a:p xmlns:a="http://schemas.openxmlformats.org/drawingml/2006/main">
            <a:r>
              <a:t>입력 파일: examples/foundations/data/A12_structure_compare.md, examples/foundations/data/nested_sensor.json</a:t>
            </a:r>
          </a:p>
          <a:p xmlns:a="http://schemas.openxmlformats.org/drawingml/2006/main">
            <a:r>
              <a:t>작업 파일: examples/foundations/work/A12_flat_table.md, examples/foundations/work/A12_notes.md</a:t>
            </a:r>
          </a:p>
          <a:p xmlns:a="http://schemas.openxmlformats.org/drawingml/2006/main">
            <a:r>
              <a:t>활동 A12: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계층은 큰 묶음에서 작은 묶음으로 따라가며 읽습니다.</a:t>
            </a:r>
          </a:p>
          <a:p xmlns:a="http://schemas.openxmlformats.org/drawingml/2006/main">
            <a:r>
              <a:t>빠른 학생: 센서 위치가 나중에 바뀐다면 어느 시점의 위치인지 추가로 기록해야 하는 이유를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A13: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csv: https://docs.python.org/3/library/csv.html (CSV 텍스트, quoting, reader)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A13: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csv: https://docs.python.org/3/library/csv.html (CSV 텍스트, quoting, reader)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일정한 표를 헤더와 구분자가 있는 텍스트 파일로 표현합니다.</a:t>
            </a:r>
          </a:p>
          <a:p xmlns:a="http://schemas.openxmlformats.org/drawingml/2006/main">
            <a:r>
              <a:t>준비: 첫 세 기록의 표와 헤더만 있는 CSV 작업 양식을 엽니다. 파일을 편집할 때 원본은 보존합니다.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헤더 다섯 개의 순서를 원본 표와 대조합니다.</a:t>
            </a:r>
          </a:p>
          <a:p xmlns:a="http://schemas.openxmlformats.org/drawingml/2006/main">
            <a:r>
              <a:t>각 행의 값을 쉼표로 구분해 직접 세 줄 씁니다. 온도 값에는 ℃ 글자를 붙이지 않습니다.</a:t>
            </a:r>
          </a:p>
          <a:p xmlns:a="http://schemas.openxmlformats.org/drawingml/2006/main">
            <a:r>
              <a:t>줄바꿈이 관찰 하나의 끝을 뜻하는 이 단순 예를 표의 행과 연결합니다.</a:t>
            </a:r>
          </a:p>
          <a:p xmlns:a="http://schemas.openxmlformats.org/drawingml/2006/main">
            <a:r>
              <a:t>브라우저 CSV 형식 확인이나 짝의 읽기로 각 기록이 다섯 필드인지 확인합니다.</a:t>
            </a:r>
          </a:p>
          <a:p xmlns:a="http://schemas.openxmlformats.org/drawingml/2006/main">
            <a:r>
              <a:t>헤더와 데이터 행을 따로 세고 작성 파일을 저장하거나 내려받습니다.</a:t>
            </a:r>
          </a:p>
          <a:p xmlns:a="http://schemas.openxmlformats.org/drawingml/2006/main">
            <a:r>
              <a:t>예상 결과: 같은 세 관찰을 나타내는 CSV 원문을 작성하고 헤더 한 줄·데이터 세 줄을 구분합니다.</a:t>
            </a:r>
          </a:p>
          <a:p xmlns:a="http://schemas.openxmlformats.org/drawingml/2006/main">
            <a:r>
              <a:t>확인: 헤더를 데이터 건수에 포함하거나 열 순서를 바꾸지 않았는지 확인합니다.</a:t>
            </a:r>
          </a:p>
          <a:p xmlns:a="http://schemas.openxmlformats.org/drawingml/2006/main">
            <a:r>
              <a:t>오류 해결: 한 행의 칸이 어긋나면 헤더 순서에 따라 각 값을 손가락으로 짚으며 구분자를 봅니다.</a:t>
            </a:r>
          </a:p>
          <a:p xmlns:a="http://schemas.openxmlformats.org/drawingml/2006/main">
            <a:r>
              <a:t>답칸: 작성 파일: A13_three.csv / 헤더 수 / 데이터 행 수 / 행당 필드 수: _____ / 형식 확인 방법과 결과: _____</a:t>
            </a:r>
          </a:p>
          <a:p xmlns:a="http://schemas.openxmlformats.org/drawingml/2006/main">
            <a:r>
              <a:t>입력 파일: examples/foundations/data/csv_start_table.md, examples/foundations/data/field_rules.md</a:t>
            </a:r>
          </a:p>
          <a:p xmlns:a="http://schemas.openxmlformats.org/drawingml/2006/main">
            <a:r>
              <a:t>작업 파일: examples/foundations/work/A13_three.csv, examples/foundations/work/A13_notes.md</a:t>
            </a:r>
          </a:p>
          <a:p xmlns:a="http://schemas.openxmlformats.org/drawingml/2006/main">
            <a:r>
              <a:t>활동 A13: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CSV는 이 표의 행과 열을 글자로 표현하는 방법입니다.</a:t>
            </a:r>
          </a:p>
          <a:p xmlns:a="http://schemas.openxmlformats.org/drawingml/2006/main">
            <a:r>
              <a:t>빠른 학생: 같은 표의 열 순서를 바꾸려면 헤더와 데이터에서 무엇을 함께 바꿔야 하는지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A14: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csv: https://docs.python.org/3/library/csv.html (CSV 텍스트, quoting, reader)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A14: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CSV의 글자 표현을 읽을 때 구분자와 실제 값, 미측정과 0, 식별자를 구분합니다.</a:t>
            </a:r>
          </a:p>
          <a:p xmlns:a="http://schemas.openxmlformats.org/drawingml/2006/main">
            <a:r>
              <a:t>준비: 비교 사례 세 개를 열고 각 자료의 업무상 뜻을 먼저 읽습니다.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따옴표로 묶인 위치 안 쉼표와 필드 사이 쉼표를 다르게 표시합니다.</a:t>
            </a:r>
          </a:p>
          <a:p xmlns:a="http://schemas.openxmlformats.org/drawingml/2006/main">
            <a:r>
              <a:t>위치 문자열을 하나의 칸으로 읽었을 때 필드가 다섯 개인지 확인합니다.</a:t>
            </a:r>
          </a:p>
          <a:p xmlns:a="http://schemas.openxmlformats.org/drawingml/2006/main">
            <a:r>
              <a:t>온도 빈칸과 0.0이 나타내는 서로 다른 원문 상태를 씁니다.</a:t>
            </a:r>
          </a:p>
          <a:p xmlns:a="http://schemas.openxmlformats.org/drawingml/2006/main">
            <a:r>
              <a:t>employee_id의 001을 숫자로 바꾸면 어떤 문자가 사라지는지 설명합니다.</a:t>
            </a:r>
          </a:p>
          <a:p xmlns:a="http://schemas.openxmlformats.org/drawingml/2006/main">
            <a:r>
              <a:t>세 사례마다 원문 의미를 보존할 규칙 한 문장을 적습니다.</a:t>
            </a:r>
          </a:p>
          <a:p xmlns:a="http://schemas.openxmlformats.org/drawingml/2006/main">
            <a:r>
              <a:t>예상 결과: 세 비교 사례에서 기호 처리·누락 의미·식별자 보존을 설명합니다.</a:t>
            </a:r>
          </a:p>
          <a:p xmlns:a="http://schemas.openxmlformats.org/drawingml/2006/main">
            <a:r>
              <a:t>확인: 따옴표가 CSV 필드에 쓰였다고 JSON 문자열 선언과 똑같은 자료형 규칙이라고 적지 않았는지 봅니다.</a:t>
            </a:r>
          </a:p>
          <a:p xmlns:a="http://schemas.openxmlformats.org/drawingml/2006/main">
            <a:r>
              <a:t>오류 해결: 단순히 쉼표 개수만 세어 여섯 칸이라고 판단했다면 따옴표로 묶인 구간부터 찾습니다.</a:t>
            </a:r>
          </a:p>
          <a:p xmlns:a="http://schemas.openxmlformats.org/drawingml/2006/main">
            <a:r>
              <a:t>답칸: 쉼표 위치 사례의 필드 수와 위치값: _____ / 빈칸과 0.0의 차이: _____ / 001을 보존할 이유와 방법: _____</a:t>
            </a:r>
          </a:p>
          <a:p xmlns:a="http://schemas.openxmlformats.org/drawingml/2006/main">
            <a:r>
              <a:t>입력 파일: examples/foundations/data/A14_csv_cases.md, examples/foundations/data/quoted_location.csv, examples/foundations/data/blank_temperature.csv, examples/foundations/data/zero_temperature.csv, examples/foundations/data/text_identifiers.csv</a:t>
            </a:r>
          </a:p>
          <a:p xmlns:a="http://schemas.openxmlformats.org/drawingml/2006/main">
            <a:r>
              <a:t>작업 파일: examples/foundations/work/A14_notes.md</a:t>
            </a:r>
          </a:p>
          <a:p xmlns:a="http://schemas.openxmlformats.org/drawingml/2006/main">
            <a:r>
              <a:t>활동 A14: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CSV 자체에는 각 열의 자료형 선언이 없습니다. 데이터 사전과 읽는 프로그램의 처리가 중요합니다.</a:t>
            </a:r>
          </a:p>
          <a:p xmlns:a="http://schemas.openxmlformats.org/drawingml/2006/main">
            <a:r>
              <a:t>빠른 학생: 스프레드시트가 001을 1로 자동 변경했다면 원문과 어떤 비교를 해야 할지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A15: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A15: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이미 작성한 표에 관찰을 추가하고 파일이 읽히는 것과 내용이 맞는 것을 따로 확인합니다.</a:t>
            </a:r>
          </a:p>
          <a:p xmlns:a="http://schemas.openxmlformats.org/drawingml/2006/main">
            <a:r>
              <a:t>준비: A13에서 쓴 세 행을 작업 양식에 복사하고 추가 원문 두 행을 읽습니다.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기존 세 행 뒤에 새 두 행을 직접 씁니다. 추가 자료의 헤더는 중간에 넣지 않습니다.</a:t>
            </a:r>
          </a:p>
          <a:p xmlns:a="http://schemas.openxmlformats.org/drawingml/2006/main">
            <a:r>
              <a:t>완성 데이터가 다섯 행인지 확인합니다.</a:t>
            </a:r>
          </a:p>
          <a:p xmlns:a="http://schemas.openxmlformats.org/drawingml/2006/main">
            <a:r>
              <a:t>온도 단위와 값 종류를 데이터 사전과 대조합니다.</a:t>
            </a:r>
          </a:p>
          <a:p xmlns:a="http://schemas.openxmlformats.org/drawingml/2006/main">
            <a:r>
              <a:t>sensor_id와 measured_at을 함께 비교해 중복 여부를 판단합니다.</a:t>
            </a:r>
          </a:p>
          <a:p xmlns:a="http://schemas.openxmlformats.org/drawingml/2006/main">
            <a:r>
              <a:t>누락 여부와 확인 근거를 노트에 남깁니다. 다른 시각의 같은 장치를 지우지 않습니다.</a:t>
            </a:r>
          </a:p>
          <a:p xmlns:a="http://schemas.openxmlformats.org/drawingml/2006/main">
            <a:r>
              <a:t>예상 결과: 다섯 행 CSV와 단위·중복·누락의 세 가지 검수 기록을 만듭니다.</a:t>
            </a:r>
          </a:p>
          <a:p xmlns:a="http://schemas.openxmlformats.org/drawingml/2006/main">
            <a:r>
              <a:t>확인: S03이 두 번 보인다는 이유만으로 한 관찰을 삭제하지 않았는지 봅니다.</a:t>
            </a:r>
          </a:p>
          <a:p xmlns:a="http://schemas.openxmlformats.org/drawingml/2006/main">
            <a:r>
              <a:t>오류 해결: 행 수가 여섯이면 추가 CSV의 헤더를 데이터로 복사했는지 확인합니다.</a:t>
            </a:r>
          </a:p>
          <a:p xmlns:a="http://schemas.openxmlformats.org/drawingml/2006/main">
            <a:r>
              <a:t>답칸: 작성 파일: A15_five.csv / 데이터 건수: _____ / 단위 / 중복 / 누락 검수의 근거: _____</a:t>
            </a:r>
          </a:p>
          <a:p xmlns:a="http://schemas.openxmlformats.org/drawingml/2006/main">
            <a:r>
              <a:t>입력 파일: examples/foundations/data/additions_2.csv, examples/foundations/data/A15_quality_questions.md, examples/foundations/data/field_rules.md</a:t>
            </a:r>
          </a:p>
          <a:p xmlns:a="http://schemas.openxmlformats.org/drawingml/2006/main">
            <a:r>
              <a:t>작업 파일: examples/foundations/work/A15_five.csv, examples/foundations/work/A15_notes.md</a:t>
            </a:r>
          </a:p>
          <a:p xmlns:a="http://schemas.openxmlformats.org/drawingml/2006/main">
            <a:r>
              <a:t>활동 A15: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중복 기준은 행의 관찰 단위를 따라야 합니다.</a:t>
            </a:r>
          </a:p>
          <a:p xmlns:a="http://schemas.openxmlformats.org/drawingml/2006/main">
            <a:r>
              <a:t>빠른 학생: 같은 장치·같은 시각의 서로 다른 온도가 들어온 경우 필요한 확인 질문을 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A16: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csv: https://docs.python.org/3/library/csv.html (CSV 텍스트, quoting, reader)</a:t>
            </a:r>
          </a:p>
          <a:p xmlns:a="http://schemas.openxmlformats.org/drawingml/2006/main">
            <a:r>
              <a:t>types: https://docs.python.org/3/library/stdtypes.html (Python 값의 종류, 시퀀스와 매핑)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A16: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csv: https://docs.python.org/3/library/csv.html (CSV 텍스트, quoting, reader)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A16: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csv: https://docs.python.org/3/library/csv.html (CSV 텍스트, quoting, reader)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CSV 파일의 글자가 Python에서 어떻게 읽히는지 헤더·첫 기록·온도 자료형을 관찰합니다.</a:t>
            </a:r>
          </a:p>
          <a:p xmlns:a="http://schemas.openxmlformats.org/drawingml/2006/main">
            <a:r>
              <a:t>준비: 전체 코드를 그대로 사용합니다. 개인 실행은 Python이 준비된 경우만 합니다. 브라우저 편집 화면은 Python 실행기가 아닙니다.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입력 경로가 코드 파일의 위치를 기준으로 data/base_readings.csv를 찾는다는 설명을 읽습니다.</a:t>
            </a:r>
          </a:p>
          <a:p xmlns:a="http://schemas.openxmlformats.org/drawingml/2006/main">
            <a:r>
              <a:t>import·파일 열기·전체 읽기·출력 구간을 모든 줄 해설과 연결합니다.</a:t>
            </a:r>
          </a:p>
          <a:p xmlns:a="http://schemas.openxmlformats.org/drawingml/2006/main">
            <a:r>
              <a:t>헤더와 첫 기록이 어떤 목록으로 나올지 예상합니다.</a:t>
            </a:r>
          </a:p>
          <a:p xmlns:a="http://schemas.openxmlformats.org/drawingml/2006/main">
            <a:r>
              <a:t>실제 출력의 온도 22.5 옆 자료형이 str인지 확인합니다.</a:t>
            </a:r>
          </a:p>
          <a:p xmlns:a="http://schemas.openxmlformats.org/drawingml/2006/main">
            <a:r>
              <a:t>CSV의 숫자처럼 보이는 글자가 자동으로 숫자 의미나 숫자 자료형이 되는 것은 아닌 이유를 설명합니다.</a:t>
            </a:r>
          </a:p>
          <a:p xmlns:a="http://schemas.openxmlformats.org/drawingml/2006/main">
            <a:r>
              <a:t>예상 결과: 헤더·첫 기록·문자열 자료형을 실제 실행 출력과 대조합니다. 새 함수나 반복문을 작성하지 않습니다.</a:t>
            </a:r>
          </a:p>
          <a:p xmlns:a="http://schemas.openxmlformats.org/drawingml/2006/main">
            <a:r>
              <a:t>확인: rows[0]은 헤더이고 rows[1]이 첫 데이터 기록임을 구분합니다.</a:t>
            </a:r>
          </a:p>
          <a:p xmlns:a="http://schemas.openxmlformats.org/drawingml/2006/main">
            <a:r>
              <a:t>오류 해결: 파일을 찾지 못하면 code만 복사하지 않고 foundations의 data·code·work 폴더를 함께 받았는지 확인합니다.</a:t>
            </a:r>
          </a:p>
          <a:p xmlns:a="http://schemas.openxmlformats.org/drawingml/2006/main">
            <a:r>
              <a:t>답칸: 헤더 출력: _____ / 첫 기록 출력: _____ / 온도 값과 Python 종류: _____ / 실제 확인 방법 / 미실행인 경우 비교한 시연: _____</a:t>
            </a:r>
          </a:p>
          <a:p xmlns:a="http://schemas.openxmlformats.org/drawingml/2006/main">
            <a:r>
              <a:t>입력 파일: examples/foundations/code/A16_read_csv.py, examples/foundations/code/line-guide.md, examples/foundations/data/base_readings.csv</a:t>
            </a:r>
          </a:p>
          <a:p xmlns:a="http://schemas.openxmlformats.org/drawingml/2006/main">
            <a:r>
              <a:t>작업 파일: examples/foundations/work/A16_read_csv.py, examples/foundations/work/A16_notes.md</a:t>
            </a:r>
          </a:p>
          <a:p xmlns:a="http://schemas.openxmlformats.org/drawingml/2006/main">
            <a:r>
              <a:t>활동 A16: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이 읽기 방식은 모든 CSV 필드를 문자열로 줍니다. 숫자로 계산하려면 별도 변환과 규칙 확인이 필요합니다.</a:t>
            </a:r>
          </a:p>
          <a:p xmlns:a="http://schemas.openxmlformats.org/drawingml/2006/main">
            <a:r>
              <a:t>빠른 학생: 온도 대신 상태 열 rows[1][4]를 읽으면 어떤 값과 종류가 나올지 예상합니다.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A17: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json: https://docs.python.org/3/library/json.html (JSON 구조 및 값의 자료형, Python 변환)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A17: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json: https://docs.python.org/3/library/json.html (JSON 구조 및 값의 자료형, Python 변환)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항목 이름과 값을 짝지어 JSON 객체를 직접 작성합니다.</a:t>
            </a:r>
          </a:p>
          <a:p xmlns:a="http://schemas.openxmlformats.org/drawingml/2006/main">
            <a:r>
              <a:t>준비: 입력 표의 첫 기록과 빈 객체 {}를 나란히 봅니다.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다섯 키 이름을 큰따옴표로 쓰고 키 뒤에 콜론을 붙입니다.</a:t>
            </a:r>
          </a:p>
          <a:p xmlns:a="http://schemas.openxmlformats.org/drawingml/2006/main">
            <a:r>
              <a:t>문자값은 큰따옴표로 감싸고 온도와 불리언은 해당 표현으로 씁니다.</a:t>
            </a:r>
          </a:p>
          <a:p xmlns:a="http://schemas.openxmlformats.org/drawingml/2006/main">
            <a:r>
              <a:t>항목 사이에 쉼표를 넣고 전체를 중괄호로 감쌉니다. 마지막 항목 뒤에는 쉼표를 붙이지 않습니다.</a:t>
            </a:r>
          </a:p>
          <a:p xmlns:a="http://schemas.openxmlformats.org/drawingml/2006/main">
            <a:r>
              <a:t>JSON 형식을 확인하고 값의 종류를 데이터 사전과 대조합니다.</a:t>
            </a:r>
          </a:p>
          <a:p xmlns:a="http://schemas.openxmlformats.org/drawingml/2006/main">
            <a:r>
              <a:t>짝이 항목 이름 하나로 값을 찾게 하고 원문을 저장합니다.</a:t>
            </a:r>
          </a:p>
          <a:p xmlns:a="http://schemas.openxmlformats.org/drawingml/2006/main">
            <a:r>
              <a:t>예상 결과: 다섯 키가 있는 JSON 객체 하나를 만들고 문자·숫자·불리언을 구분합니다.</a:t>
            </a:r>
          </a:p>
          <a:p xmlns:a="http://schemas.openxmlformats.org/drawingml/2006/main">
            <a:r>
              <a:t>확인: 22.5와 true를 따옴표 안 글자로 만들지 않았는지 확인합니다.</a:t>
            </a:r>
          </a:p>
          <a:p xmlns:a="http://schemas.openxmlformats.org/drawingml/2006/main">
            <a:r>
              <a:t>오류 해결: 오류 위치 앞뒤의 큰따옴표·콜론·쉼표를 차례로 비교합니다.</a:t>
            </a:r>
          </a:p>
          <a:p xmlns:a="http://schemas.openxmlformats.org/drawingml/2006/main">
            <a:r>
              <a:t>답칸: 작성 파일: A17_object.json / 문자값 / 숫자값 / 불리언값: _____ / 고친 기호 또는 이상 없음의 근거: _____</a:t>
            </a:r>
          </a:p>
          <a:p xmlns:a="http://schemas.openxmlformats.org/drawingml/2006/main">
            <a:r>
              <a:t>입력 파일: examples/foundations/data/csv_start_table.md, examples/foundations/data/field_rules.md</a:t>
            </a:r>
          </a:p>
          <a:p xmlns:a="http://schemas.openxmlformats.org/drawingml/2006/main">
            <a:r>
              <a:t>작업 파일: examples/foundations/work/A17_object.json, examples/foundations/work/A17_notes.md</a:t>
            </a:r>
          </a:p>
          <a:p xmlns:a="http://schemas.openxmlformats.org/drawingml/2006/main">
            <a:r>
              <a:t>활동 A17: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한 줄에 키·값 한 쌍을 쓰면 기호를 보기 쉽습니다.</a:t>
            </a:r>
          </a:p>
          <a:p xmlns:a="http://schemas.openxmlformats.org/drawingml/2006/main">
            <a:r>
              <a:t>빠른 학생: 키를 적은 순서만 바꾸어도 같은 키로 값을 찾을 수 있는지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A18: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json: https://docs.python.org/3/library/json.html (JSON 구조 및 값의 자료형, Python 변환)</a:t>
            </a:r>
          </a:p>
          <a:p xmlns:a="http://schemas.openxmlformats.org/drawingml/2006/main">
            <a:r>
              <a:t>types: https://docs.python.org/3/library/stdtypes.html (Python 값의 종류, 시퀀스와 매핑)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A18: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json: https://docs.python.org/3/library/json.html (JSON 구조 및 값의 자료형, Python 변환)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A18: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기록 배열과 센서 소개 속 측정 목록을 비교하며 안쪽 값을 찾습니다.</a:t>
            </a:r>
          </a:p>
          <a:p xmlns:a="http://schemas.openxmlformats.org/drawingml/2006/main">
            <a:r>
              <a:t>준비: 두 JSON 파일을 나란히 봅니다. 바깥 자료가 배열인지 객체인지부터 확인합니다.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두 파일의 가장 바깥 괄호를 보고 배열과 객체를 구분합니다.</a:t>
            </a:r>
          </a:p>
          <a:p xmlns:a="http://schemas.openxmlformats.org/drawingml/2006/main">
            <a:r>
              <a:t>기록 배열에서 [0].sensor_id와 [1].temperature_c를 찾아 씁니다.</a:t>
            </a:r>
          </a:p>
          <a:p xmlns:a="http://schemas.openxmlformats.org/drawingml/2006/main">
            <a:r>
              <a:t>중첩 객체에서 sensor.location과 readings[1].temperature_c를 찾습니다.</a:t>
            </a:r>
          </a:p>
          <a:p xmlns:a="http://schemas.openxmlformats.org/drawingml/2006/main">
            <a:r>
              <a:t>각 경로에서 이름표와 순서 번호를 어떤 순서로 거쳤는지 화살표로 그립니다.</a:t>
            </a:r>
          </a:p>
          <a:p xmlns:a="http://schemas.openxmlformats.org/drawingml/2006/main">
            <a:r>
              <a:t>두 번째 온도의 null이 기록 전체가 없다는 뜻은 아닌 이유를 설명합니다.</a:t>
            </a:r>
          </a:p>
          <a:p xmlns:a="http://schemas.openxmlformats.org/drawingml/2006/main">
            <a:r>
              <a:t>예상 결과: 서로 다른 구조에서 네 값을 찾고 키와 위치 번호의 역할을 구별합니다.</a:t>
            </a:r>
          </a:p>
          <a:p xmlns:a="http://schemas.openxmlformats.org/drawingml/2006/main">
            <a:r>
              <a:t>확인: 둘째 객체의 번호는 1이며, null이 있어도 해당 관찰의 시각과 상태는 남는지 봅니다.</a:t>
            </a:r>
          </a:p>
          <a:p xmlns:a="http://schemas.openxmlformats.org/drawingml/2006/main">
            <a:r>
              <a:t>오류 해결: 괄호가 복잡하면 바깥 묶음부터 이름을 적고 한 단계씩 들어갑니다.</a:t>
            </a:r>
          </a:p>
          <a:p xmlns:a="http://schemas.openxmlformats.org/drawingml/2006/main">
            <a:r>
              <a:t>답칸: two_readings [0].sensor_id: _____ / two_readings [1].temperature_c: _____ / nested_sensor sensor.location: _____ / nested_sensor readings[1].temperature_c: _____ / 네 경로의 이동 순서: _____</a:t>
            </a:r>
          </a:p>
          <a:p xmlns:a="http://schemas.openxmlformats.org/drawingml/2006/main">
            <a:r>
              <a:t>입력 파일: examples/foundations/data/two_readings.json, examples/foundations/data/nested_sensor.json</a:t>
            </a:r>
          </a:p>
          <a:p xmlns:a="http://schemas.openxmlformats.org/drawingml/2006/main">
            <a:r>
              <a:t>작업 파일: examples/foundations/work/A18_notes.md</a:t>
            </a:r>
          </a:p>
          <a:p xmlns:a="http://schemas.openxmlformats.org/drawingml/2006/main">
            <a:r>
              <a:t>활동 A18: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이 활동의 경로 표기는 자료를 찾는 설명입니다. JSON 원문 자체에 경로 명령을 쓰는 것은 아닙니다.</a:t>
            </a:r>
          </a:p>
          <a:p xmlns:a="http://schemas.openxmlformats.org/drawingml/2006/main">
            <a:r>
              <a:t>빠른 학생: 배열의 두 기록 순서를 바꾸면 어떤 경로의 값이 달라질지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A19: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csv: https://docs.python.org/3/library/csv.html (CSV 텍스트, quoting, reader)</a:t>
            </a:r>
          </a:p>
          <a:p xmlns:a="http://schemas.openxmlformats.org/drawingml/2006/main">
            <a:r>
              <a:t>json: https://docs.python.org/3/library/json.html (JSON 구조 및 값의 자료형, Python 변환)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A19: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json: https://docs.python.org/3/library/json.html (JSON 구조 및 값의 자료형, Python 변환)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두 CSV 기록의 뜻을 JSON 자료형으로 옮기고, 기호 오류와 내용 변경을 구별합니다.</a:t>
            </a:r>
          </a:p>
          <a:p xmlns:a="http://schemas.openxmlformats.org/drawingml/2006/main">
            <a:r>
              <a:t>준비: 변환 원문 두 행과 고장 난 JSON 두 개를 구분해 놓습니다. 두 과제는 서로 다른 기록을 사용합니다.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CSV 두 행을 객체 두 개의 JSON 배열로 씁니다. 미측정은 null, 상태는 true 불리언으로 옮깁니다.</a:t>
            </a:r>
          </a:p>
          <a:p xmlns:a="http://schemas.openxmlformats.org/drawingml/2006/main">
            <a:r>
              <a:t>변환 결과에서 같은 장치·시각·온도 뜻이 보존되는지 확인합니다.</a:t>
            </a:r>
          </a:p>
          <a:p xmlns:a="http://schemas.openxmlformats.org/drawingml/2006/main">
            <a:r>
              <a:t>고장 난 1번과 2번을 각각 작업 파일에 복사합니다.</a:t>
            </a:r>
          </a:p>
          <a:p xmlns:a="http://schemas.openxmlformats.org/drawingml/2006/main">
            <a:r>
              <a:t>값은 그대로 두고 잘못된 기호를 고친 뒤 JSON 형식 확인을 다시 합니다.</a:t>
            </a:r>
          </a:p>
          <a:p xmlns:a="http://schemas.openxmlformats.org/drawingml/2006/main">
            <a:r>
              <a:t>변환에서 바뀐 표현과 복구에서 고친 기호를 서로 다른 칸에 기록합니다.</a:t>
            </a:r>
          </a:p>
          <a:p xmlns:a="http://schemas.openxmlformats.org/drawingml/2006/main">
            <a:r>
              <a:t>예상 결과: 두 객체 변환본과 두 구문 복구본, 수정 이유를 만듭니다.</a:t>
            </a:r>
          </a:p>
          <a:p xmlns:a="http://schemas.openxmlformats.org/drawingml/2006/main">
            <a:r>
              <a:t>확인: 복구하기 위해 내용을 빈 {}로 지우거나 미측정을 0으로 만들지 않았는지 확인합니다.</a:t>
            </a:r>
          </a:p>
          <a:p xmlns:a="http://schemas.openxmlformats.org/drawingml/2006/main">
            <a:r>
              <a:t>오류 해결: 오류 메시지가 가리키는 자리 바로 앞 항목도 확인합니다. JSON 키와 문자열은 큰따옴표를 사용합니다.</a:t>
            </a:r>
          </a:p>
          <a:p xmlns:a="http://schemas.openxmlformats.org/drawingml/2006/main">
            <a:r>
              <a:t>답칸: 변환 원문과 결과의 표현 차이: _____ / 1번 원인 / 수정 / 재검사: _____ / 2번 원인 / 수정 / 재검사: _____ / 미측정을 보존한 위치: _____</a:t>
            </a:r>
          </a:p>
          <a:p xmlns:a="http://schemas.openxmlformats.org/drawingml/2006/main">
            <a:r>
              <a:t>입력 파일: examples/foundations/data/csv_to_json.csv, examples/foundations/data/A19_conversion_brief.md, examples/foundations/data/json_broken_1.json, examples/foundations/data/json_broken_2.json</a:t>
            </a:r>
          </a:p>
          <a:p xmlns:a="http://schemas.openxmlformats.org/drawingml/2006/main">
            <a:r>
              <a:t>작업 파일: examples/foundations/work/A19_converted.json, examples/foundations/work/A19_fixed_1.json, examples/foundations/work/A19_fixed_2.json, examples/foundations/work/A19_notes.md</a:t>
            </a:r>
          </a:p>
          <a:p xmlns:a="http://schemas.openxmlformats.org/drawingml/2006/main">
            <a:r>
              <a:t>활동 A19: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형식 복구는 원래 값의 뜻을 바꾸는 승인이 아닙니다.</a:t>
            </a:r>
          </a:p>
          <a:p xmlns:a="http://schemas.openxmlformats.org/drawingml/2006/main">
            <a:r>
              <a:t>빠른 학생: 형식상 읽히지만 온도가 "22.5" 문자열인 예를 만들어 왜 추가 검수가 필요한지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A20: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json: https://docs.python.org/3/library/json.html (JSON 구조 및 값의 자료형, Python 변환)</a:t>
            </a:r>
          </a:p>
          <a:p xmlns:a="http://schemas.openxmlformats.org/drawingml/2006/main">
            <a:r>
              <a:t>types: https://docs.python.org/3/library/stdtypes.html (Python 값의 종류, 시퀀스와 매핑)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A20: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json: https://docs.python.org/3/library/json.html (JSON 구조 및 값의 자료형, Python 변환)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A20: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json: https://docs.python.org/3/library/json.html (JSON 구조 및 값의 자료형, Python 변환)</a:t>
            </a:r>
          </a:p>
          <a:p xmlns:a="http://schemas.openxmlformats.org/drawingml/2006/main">
            <a:r>
              <a:t>types: https://docs.python.org/3/library/stdtypes.html (Python 값의 종류, 시퀀스와 매핑)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A20: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csv: https://docs.python.org/3/library/csv.html (CSV 텍스트, quoting, reader)</a:t>
            </a:r>
          </a:p>
          <a:p xmlns:a="http://schemas.openxmlformats.org/drawingml/2006/main">
            <a:r>
              <a:t>json: https://docs.python.org/3/library/json.html (JSON 구조 및 값의 자료형, Python 변환)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JSON의 객체·배열·number·boolean·null을 Python에서 읽은 값과 연결합니다.</a:t>
            </a:r>
          </a:p>
          <a:p xmlns:a="http://schemas.openxmlformats.org/drawingml/2006/main">
            <a:r>
              <a:t>준비: 전체 코드와 줄 해설을 봅니다. 개인 실행은 준비된 PC에서 하며 브라우저 파일 편집과 구분합니다.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파일 읽기와 JSON 해석 줄을 구분해서 표시합니다.</a:t>
            </a:r>
          </a:p>
          <a:p xmlns:a="http://schemas.openxmlformats.org/drawingml/2006/main">
            <a:r>
              <a:t>각 print가 바깥 키·위치 번호·안쪽 키를 어떤 순서로 읽는지 표시합니다.</a:t>
            </a:r>
          </a:p>
          <a:p xmlns:a="http://schemas.openxmlformats.org/drawingml/2006/main">
            <a:r>
              <a:t>예상 출력과 실제 네 줄 출력을 대조합니다.</a:t>
            </a:r>
          </a:p>
          <a:p xmlns:a="http://schemas.openxmlformats.org/drawingml/2006/main">
            <a:r>
              <a:t>JSON null이 Python None, true가 True로 보이는 대응을 표에 적습니다.</a:t>
            </a:r>
          </a:p>
          <a:p xmlns:a="http://schemas.openxmlformats.org/drawingml/2006/main">
            <a:r>
              <a:t>CSV 읽기에서는 온도가 str이었지만 이 JSON 읽기에서는 float인 이유를 원문 표현과 연결합니다.</a:t>
            </a:r>
          </a:p>
          <a:p xmlns:a="http://schemas.openxmlformats.org/drawingml/2006/main">
            <a:r>
              <a:t>예상 결과: 네 경로의 출력과 Python 종류를 확인하고 CSV·JSON의 표현 차이를 설명합니다.</a:t>
            </a:r>
          </a:p>
          <a:p xmlns:a="http://schemas.openxmlformats.org/drawingml/2006/main">
            <a:r>
              <a:t>확인: JSON의 number 범주를 Python int·float 구분과 똑같은 분류라고 적지 않습니다. 이 원문의 24.0은 기본 해석에서 float가 됩니다.</a:t>
            </a:r>
          </a:p>
          <a:p xmlns:a="http://schemas.openxmlformats.org/drawingml/2006/main">
            <a:r>
              <a:t>오류 해결: 경로가 맞지 않으면 괄호를 임의로 지우지 말고 nested_sensor.json의 sensor와 readings 구조부터 대조합니다.</a:t>
            </a:r>
          </a:p>
          <a:p xmlns:a="http://schemas.openxmlformats.org/drawingml/2006/main">
            <a:r>
              <a:t>답칸: 네 출력의 값과 종류: _____ / JSON → Python 대응 두 가지: _____ / CSV 온도 str과 JSON 온도 float의 이유: _____ / 실제 확인 방법: _____</a:t>
            </a:r>
          </a:p>
          <a:p xmlns:a="http://schemas.openxmlformats.org/drawingml/2006/main">
            <a:r>
              <a:t>입력 파일: examples/foundations/code/A20_read_json.py, examples/foundations/code/line-guide.md, examples/foundations/data/nested_sensor.json</a:t>
            </a:r>
          </a:p>
          <a:p xmlns:a="http://schemas.openxmlformats.org/drawingml/2006/main">
            <a:r>
              <a:t>작업 파일: examples/foundations/work/A20_read_json.py, examples/foundations/work/A20_notes.md</a:t>
            </a:r>
          </a:p>
          <a:p xmlns:a="http://schemas.openxmlformats.org/drawingml/2006/main">
            <a:r>
              <a:t>활동 A20: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읽은 뒤 보이는 None은 Python 표기이며 JSON 파일에 None이라고 쓰는 것은 아닙니다.</a:t>
            </a:r>
          </a:p>
          <a:p xmlns:a="http://schemas.openxmlformats.org/drawingml/2006/main">
            <a:r>
              <a:t>빠른 학생: JSON에서 온도를 문자열 "24.0"으로 바꾼 복사본을 읽으면 종류가 어떻게 달라질지 예상합니다.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A21: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A21: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처음 보는 업무 묶음에서 자료 형태와 얻을 수 있는 정보, 아직 모르는 것을 구별합니다.</a:t>
            </a:r>
          </a:p>
          <a:p xmlns:a="http://schemas.openxmlformats.org/drawingml/2006/main">
            <a:r>
              <a:t>준비: 새 점검 메모 여섯 건, 사진 설명, 자유 메모를 읽습니다. 실제 사진 파일이 없다는 조건을 확인합니다.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세 자료의 현재 제공 형태를 구조의 정도로 분류하고 이유를 씁니다.</a:t>
            </a:r>
          </a:p>
          <a:p xmlns:a="http://schemas.openxmlformats.org/drawingml/2006/main">
            <a:r>
              <a:t>점검 메모에서 공통 항목으로 옮길 수 있는 다섯 가지를 표시합니다.</a:t>
            </a:r>
          </a:p>
          <a:p xmlns:a="http://schemas.openxmlformats.org/drawingml/2006/main">
            <a:r>
              <a:t>사진 설명만으로는 알 수 없는 사실 두 개를 적습니다.</a:t>
            </a:r>
          </a:p>
          <a:p xmlns:a="http://schemas.openxmlformats.org/drawingml/2006/main">
            <a:r>
              <a:t>자유 메모의 주관적 표현을 측정값으로 바꾸어 쓰지 않고 확인 질문을 만듭니다.</a:t>
            </a:r>
          </a:p>
          <a:p xmlns:a="http://schemas.openxmlformats.org/drawingml/2006/main">
            <a:r>
              <a:t>이 자료 묶음으로 작성할 수 있는 정보와 내릴 수 없는 결론을 한 문장씩 씁니다.</a:t>
            </a:r>
          </a:p>
          <a:p xmlns:a="http://schemas.openxmlformats.org/drawingml/2006/main">
            <a:r>
              <a:t>예상 결과: 세 자료의 분류·활용 정보·한계를 근거와 함께 기록합니다.</a:t>
            </a:r>
          </a:p>
          <a:p xmlns:a="http://schemas.openxmlformats.org/drawingml/2006/main">
            <a:r>
              <a:t>확인: 실제 사진을 보거나 분석했다고 쓰지 않았는지 확인합니다.</a:t>
            </a:r>
          </a:p>
          <a:p xmlns:a="http://schemas.openxmlformats.org/drawingml/2006/main">
            <a:r>
              <a:t>오류 해결: 같은 현상이라도 현재 제공된 모습이 문장인지 표인지 구분합니다. 나중에 바꿀 모습과 현재 모습을 섞지 않습니다.</a:t>
            </a:r>
          </a:p>
          <a:p xmlns:a="http://schemas.openxmlformats.org/drawingml/2006/main">
            <a:r>
              <a:t>답칸: 세 자료의 형태 / 분류 근거: _____ / 얻을 수 있는 정보: _____ / 자료만으로 알 수 없는 것: _____ / 자유 메모의 확인 질문: _____</a:t>
            </a:r>
          </a:p>
          <a:p xmlns:a="http://schemas.openxmlformats.org/drawingml/2006/main">
            <a:r>
              <a:t>입력 파일: examples/foundations/data/A21_mixed_bundle.md, examples/foundations/data/final_notes.md</a:t>
            </a:r>
          </a:p>
          <a:p xmlns:a="http://schemas.openxmlformats.org/drawingml/2006/main">
            <a:r>
              <a:t>작업 파일: examples/foundations/work/A21_notes.md</a:t>
            </a:r>
          </a:p>
          <a:p xmlns:a="http://schemas.openxmlformats.org/drawingml/2006/main">
            <a:r>
              <a:t>활동 A21: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자료가 말해 주는 것과 내가 알고 싶은 것을 따로 적습니다.</a:t>
            </a:r>
          </a:p>
          <a:p xmlns:a="http://schemas.openxmlformats.org/drawingml/2006/main">
            <a:r>
              <a:t>빠른 학생: 사진 파일을 추가로 받더라도 온도 측정값을 바로 알 수 없는 이유를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A22: 설명 3 + 시연 2 + 학생 작업 8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A22: 설명 3 + 시연 2 + 학생 작업 8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항목의 의미·저장 자료형·규칙을 먼저 정한 뒤 같은 새 자료를 두 형식으로 표현합니다.</a:t>
            </a:r>
          </a:p>
          <a:p xmlns:a="http://schemas.openxmlformats.org/drawingml/2006/main">
            <a:r>
              <a:t>준비: 앞서 배운 빈 사전·CSV·JSON 양식을 사용합니다. 새 기록의 위치·시각·상태는 원문을 읽어 옮깁니다.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다섯 필드의 의미적 종류와 저장 종류를 구분해 사전에 적고 단위·빈값·키 규칙을 연결합니다.</a:t>
            </a:r>
          </a:p>
          <a:p xmlns:a="http://schemas.openxmlformats.org/drawingml/2006/main">
            <a:r>
              <a:t>공통 헤더 아래 새 메모 여섯 건을 순서대로 직접 CSV에 씁니다.</a:t>
            </a:r>
          </a:p>
          <a:p xmlns:a="http://schemas.openxmlformats.org/drawingml/2006/main">
            <a:r>
              <a:t>첫째와 셋째 메모만 골라 JSON 객체 두 개의 배열로 씁니다.</a:t>
            </a:r>
          </a:p>
          <a:p xmlns:a="http://schemas.openxmlformats.org/drawingml/2006/main">
            <a:r>
              <a:t>S03 미측정은 CSV 빈칸·JSON null로, S04 실측 0.0은 그대로 보존합니다.</a:t>
            </a:r>
          </a:p>
          <a:p xmlns:a="http://schemas.openxmlformats.org/drawingml/2006/main">
            <a:r>
              <a:t>형식 확인과 원문 대조를 하고 모르는 실제 온도는 이슈 기록에 남깁니다.</a:t>
            </a:r>
          </a:p>
          <a:p xmlns:a="http://schemas.openxmlformats.org/drawingml/2006/main">
            <a:r>
              <a:t>예상 결과: 필드 설계 사전, CSV 여섯 건, JSON 두 객체, 미확인 이슈 기록을 만듭니다.</a:t>
            </a:r>
          </a:p>
          <a:p xmlns:a="http://schemas.openxmlformats.org/drawingml/2006/main">
            <a:r>
              <a:t>확인: 숫자 식별자·날짜 의미·저장 문자열을 구분했는지, 두 형식이 같은 관찰을 뜻하는지 확인합니다.</a:t>
            </a:r>
          </a:p>
          <a:p xmlns:a="http://schemas.openxmlformats.org/drawingml/2006/main">
            <a:r>
              <a:t>오류 해결: 작성 중 막히면 한 기록의 다섯 항목부터 대조한 뒤 다음 기록으로 넘어갑니다. 빠르게 하기 위해 미측정을 추측하지 않습니다.</a:t>
            </a:r>
          </a:p>
          <a:p xmlns:a="http://schemas.openxmlformats.org/drawingml/2006/main">
            <a:r>
              <a:t>답칸: 사전과 결과 파일 이름: _____ / CSV 건수 / JSON 객체 수: _____ / 의미 분류와 저장 종류가 다른 예: _____ / 미측정 처리와 확인 질문: _____</a:t>
            </a:r>
          </a:p>
          <a:p xmlns:a="http://schemas.openxmlformats.org/drawingml/2006/main">
            <a:r>
              <a:t>입력 파일: examples/foundations/data/final_notes.md, examples/foundations/data/final_brief.md, examples/foundations/data/field_rules.md</a:t>
            </a:r>
          </a:p>
          <a:p xmlns:a="http://schemas.openxmlformats.org/drawingml/2006/main">
            <a:r>
              <a:t>작업 파일: examples/foundations/work/A22_dictionary.md, examples/foundations/work/A22_final.csv, examples/foundations/work/A22_final.json, examples/foundations/work/A22_issues.md, examples/foundations/work/A22_notes.md</a:t>
            </a:r>
          </a:p>
          <a:p xmlns:a="http://schemas.openxmlformats.org/drawingml/2006/main">
            <a:r>
              <a:t>활동 A22: 설명 3 + 시연 2 + 학생 작업 8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JSON 대상 첫째·셋째 메모는 배열의 첫째·둘째 객체로 넣습니다.</a:t>
            </a:r>
          </a:p>
          <a:p xmlns:a="http://schemas.openxmlformats.org/drawingml/2006/main">
            <a:r>
              <a:t>빠른 학생: 제출 두 건과 별도로 다른 두 기록의 JSON 표현을 추가 파일에 작성합니다.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A23: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A23: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자료를 네 관점에서 확인하고 원문 근거가 있는 두 문제만 고칩니다.</a:t>
            </a:r>
          </a:p>
          <a:p xmlns:a="http://schemas.openxmlformats.org/drawingml/2006/main">
            <a:r>
              <a:t>준비: 검수용 CSV·JSON 초안과 원문 메모를 나란히 엽니다. 원본을 보존하고 작업 복사본을 수정합니다.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의미 관점에서 실측 0과 미측정이 원문대로 남는지 확인합니다.</a:t>
            </a:r>
          </a:p>
          <a:p xmlns:a="http://schemas.openxmlformats.org/drawingml/2006/main">
            <a:r>
              <a:t>구조 관점에서 CSV 여섯 행·JSON 두 객체·공통 다섯 항목을 확인합니다.</a:t>
            </a:r>
          </a:p>
          <a:p xmlns:a="http://schemas.openxmlformats.org/drawingml/2006/main">
            <a:r>
              <a:t>자료형 관점에서 숫자·불리언·null·문자열을 확인하고, 형식 관점에서 읽히는지를 별도로 봅니다.</a:t>
            </a:r>
          </a:p>
          <a:p xmlns:a="http://schemas.openxmlformats.org/drawingml/2006/main">
            <a:r>
              <a:t>문제 두 건에 관찰값·원문 근거·수정값을 쓰고 작업 복사본만 고칩니다.</a:t>
            </a:r>
          </a:p>
          <a:p xmlns:a="http://schemas.openxmlformats.org/drawingml/2006/main">
            <a:r>
              <a:t>수정한 같은 항목을 다시 확인합니다. S03 실제 온도는 계속 모르는 값으로 남깁니다.</a:t>
            </a:r>
          </a:p>
          <a:p xmlns:a="http://schemas.openxmlformats.org/drawingml/2006/main">
            <a:r>
              <a:t>예상 결과: 두 수정본과 네 관점의 검수표를 남기고 각각의 수정 근거를 설명합니다.</a:t>
            </a:r>
          </a:p>
          <a:p xmlns:a="http://schemas.openxmlformats.org/drawingml/2006/main">
            <a:r>
              <a:t>확인: JSON이 읽힌다는 이유로 문자열 "null"도 미측정값과 같다고 판단하지 않았는지 확인합니다.</a:t>
            </a:r>
          </a:p>
          <a:p xmlns:a="http://schemas.openxmlformats.org/drawingml/2006/main">
            <a:r>
              <a:t>오류 해결: 틀렸다고 느끼는 값이 있어도 원문 근거가 없으면 바꾸지 않고 질문으로 남깁니다.</a:t>
            </a:r>
          </a:p>
          <a:p xmlns:a="http://schemas.openxmlformats.org/drawingml/2006/main">
            <a:r>
              <a:t>답칸: 문제 1의 위치 / 원문 / 수정 / 재확인: _____ / 문제 2의 위치 / 원문 / 수정 / 재확인: _____ / 네 관점의 검사 근거: _____ / 보류한 미확인 정보: _____</a:t>
            </a:r>
          </a:p>
          <a:p xmlns:a="http://schemas.openxmlformats.org/drawingml/2006/main">
            <a:r>
              <a:t>입력 파일: examples/foundations/data/A23_review.csv, examples/foundations/data/A23_review.json, examples/foundations/data/A23_review_order.md, examples/foundations/data/final_notes.md, examples/foundations/data/field_rules.md</a:t>
            </a:r>
          </a:p>
          <a:p xmlns:a="http://schemas.openxmlformats.org/drawingml/2006/main">
            <a:r>
              <a:t>작업 파일: examples/foundations/work/A23_fixed.csv, examples/foundations/work/A23_fixed.json, examples/foundations/work/A23_review.md, examples/foundations/work/A23_notes.md</a:t>
            </a:r>
          </a:p>
          <a:p xmlns:a="http://schemas.openxmlformats.org/drawingml/2006/main">
            <a:r>
              <a:t>활동 A23: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형식 통과, 구조 일치, 자료형 일치, 업무 의미 보존을 각각 확인합니다.</a:t>
            </a:r>
          </a:p>
          <a:p xmlns:a="http://schemas.openxmlformats.org/drawingml/2006/main">
            <a:r>
              <a:t>빠른 학생: 짝의 A22 결과를 같은 네 관점으로 검수하고 한 항목의 근거를 추가합니다.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A24: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A24: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분류와 표현의 선택 이유를 새로운 상황에 적용하고 결과와 한계를 짧게 인계합니다.</a:t>
            </a:r>
          </a:p>
          <a:p xmlns:a="http://schemas.openxmlformats.org/drawingml/2006/main">
            <a:r>
              <a:t>준비: 새 질문 네 개를 읽고 자신의 최종 자료와 검수표를 옆에 놓습니다.</a:t>
            </a:r>
          </a:p>
          <a:p xmlns:a="http://schemas.openxmlformats.org/drawingml/2006/main">
            <a:r>
              <a:t>전체 활동 단계</a:t>
            </a:r>
          </a:p>
          <a:p xmlns:a="http://schemas.openxmlformats.org/drawingml/2006/main">
            <a:r>
              <a:t>네 질문에 각각 결론과 이유를 한두 문장으로 씁니다.</a:t>
            </a:r>
          </a:p>
          <a:p xmlns:a="http://schemas.openxmlformats.org/drawingml/2006/main">
            <a:r>
              <a:t>숫자 사번에는 의미적 종류와 저장 종류를 따로 적습니다.</a:t>
            </a:r>
          </a:p>
          <a:p xmlns:a="http://schemas.openxmlformats.org/drawingml/2006/main">
            <a:r>
              <a:t>사진과 JSON의 질문에는 현재 제공 형태와 적용 규칙이라는 조건을 덧붙입니다.</a:t>
            </a:r>
          </a:p>
          <a:p xmlns:a="http://schemas.openxmlformats.org/drawingml/2006/main">
            <a:r>
              <a:t>인계 첫 문장에 무엇을 어떤 구조와 형식으로 만들었는지 씁니다.</a:t>
            </a:r>
          </a:p>
          <a:p xmlns:a="http://schemas.openxmlformats.org/drawingml/2006/main">
            <a:r>
              <a:t>둘째 문장에 실제 검수한 근거, 셋째 문장에 미확인값과 다음 행동을 쓰고 짝이 이해하는지 확인합니다.</a:t>
            </a:r>
          </a:p>
          <a:p xmlns:a="http://schemas.openxmlformats.org/drawingml/2006/main">
            <a:r>
              <a:t>예상 결과: 새 상황 네 답과 근거가 있는 세 문장 인계문을 남깁니다.</a:t>
            </a:r>
          </a:p>
          <a:p xmlns:a="http://schemas.openxmlformats.org/drawingml/2006/main">
            <a:r>
              <a:t>확인: 합성 데이터 작성·검수를 실제 하드웨어 측정 검증이라고 표현하지 않았는지 확인합니다.</a:t>
            </a:r>
          </a:p>
          <a:p xmlns:a="http://schemas.openxmlformats.org/drawingml/2006/main">
            <a:r>
              <a:t>오류 해결: 답이 용어 나열뿐이면 이 상황에서 그 용어를 고른 이유를 한 문장 붙입니다.</a:t>
            </a:r>
          </a:p>
          <a:p xmlns:a="http://schemas.openxmlformats.org/drawingml/2006/main">
            <a:r>
              <a:t>답칸: 질문 1~4의 답과 이유: _____ / 인수인계 세 문장: A24_handoff.md / 직접 확인한 범위 / 아직 모르는 것: _____</a:t>
            </a:r>
          </a:p>
          <a:p xmlns:a="http://schemas.openxmlformats.org/drawingml/2006/main">
            <a:r>
              <a:t>입력 파일: examples/foundations/data/exit_questions.md, examples/foundations/data/final_brief.md</a:t>
            </a:r>
          </a:p>
          <a:p xmlns:a="http://schemas.openxmlformats.org/drawingml/2006/main">
            <a:r>
              <a:t>작업 파일: examples/foundations/work/A24_handoff.md, examples/foundations/work/A24_notes.md</a:t>
            </a:r>
          </a:p>
          <a:p xmlns:a="http://schemas.openxmlformats.org/drawingml/2006/main">
            <a:r>
              <a:t>활동 A24: 설명 5 + 시연 3 + 학생 작업 5 + 풀이 2 = 15분. 각 슬라이드는 이 배정 안에서 사용하며 시간을 더하지 않습니다.</a:t>
            </a:r>
          </a:p>
          <a:p xmlns:a="http://schemas.openxmlformats.org/drawingml/2006/main">
            <a:r>
              <a:t>막힌 학생: 무엇을 선택했는지와 왜 그 선택이 맞는지를 함께 말합니다.</a:t>
            </a:r>
          </a:p>
          <a:p xmlns:a="http://schemas.openxmlformats.org/drawingml/2006/main">
            <a:r>
              <a:t>빠른 학생: 후속 담당자가 분류를 바꿔야 할 수 있는 새로운 조건 하나를 제안합니다.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(Track A 과정 3일차 데이터 기초 CSV/JSON)</a:t>
            </a:r>
          </a:p>
          <a:p xmlns:a="http://schemas.openxmlformats.org/drawingml/2006/main">
            <a:r>
              <a:t>workbook: outputs/2026-10-08/workbook.json (데이터 개념 중심 24개 활동)</a:t>
            </a:r>
          </a:p>
          <a:p xmlns:a="http://schemas.openxmlformats.org/drawingml/2006/main">
            <a:r>
              <a:t>data: outputs/2026-10-08/examples/foundations/ (수업용 가상 자료와 코드)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202903faa4b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385965f63b438c" /><Relationship Type="http://schemas.openxmlformats.org/officeDocument/2006/relationships/slideLayout" Target="/ppt/slideLayouts/slideLayout1.xml" Id="Re11f96978b4d45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1f96978b4d45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54f60bc87419e" /><Relationship Type="http://schemas.openxmlformats.org/officeDocument/2006/relationships/notesSlide" Target="/ppt/notesSlides/notesSlide1.xml" Id="R9b79b7e24d9f46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f29b766e64346" /><Relationship Type="http://schemas.openxmlformats.org/officeDocument/2006/relationships/notesSlide" Target="/ppt/notesSlides/notesSlide2.xml" Id="Rff15b38e1bc64b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de861f8f2471c" /><Relationship Type="http://schemas.openxmlformats.org/officeDocument/2006/relationships/notesSlide" Target="/ppt/notesSlides/notesSlide3.xml" Id="R3b36e339cb2e41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0c77762cd47a7" /><Relationship Type="http://schemas.openxmlformats.org/officeDocument/2006/relationships/notesSlide" Target="/ppt/notesSlides/notesSlide4.xml" Id="R93cb8d5a326f4c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95627662c4863" /><Relationship Type="http://schemas.openxmlformats.org/officeDocument/2006/relationships/notesSlide" Target="/ppt/notesSlides/notesSlide5.xml" Id="R3d9f6f30ee6940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c7035d3cd455a" /><Relationship Type="http://schemas.openxmlformats.org/officeDocument/2006/relationships/notesSlide" Target="/ppt/notesSlides/notesSlide6.xml" Id="R36e394414ee64e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829e0289c4781" /><Relationship Type="http://schemas.openxmlformats.org/officeDocument/2006/relationships/notesSlide" Target="/ppt/notesSlides/notesSlide7.xml" Id="R7f7c867e430045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52b1dc5c845ec" /><Relationship Type="http://schemas.openxmlformats.org/officeDocument/2006/relationships/notesSlide" Target="/ppt/notesSlides/notesSlide8.xml" Id="R20a9c3d584044f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9390f56494830" /><Relationship Type="http://schemas.openxmlformats.org/officeDocument/2006/relationships/notesSlide" Target="/ppt/notesSlides/notesSlide9.xml" Id="Raaa1fbaf158047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905bd387445dd" /><Relationship Type="http://schemas.openxmlformats.org/officeDocument/2006/relationships/notesSlide" Target="/ppt/notesSlides/notesSlide10.xml" Id="R9b28fa4c99674c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5941c02d84e49" /><Relationship Type="http://schemas.openxmlformats.org/officeDocument/2006/relationships/notesSlide" Target="/ppt/notesSlides/notesSlide11.xml" Id="R780c477a2f8b46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e406d21024341" /><Relationship Type="http://schemas.openxmlformats.org/officeDocument/2006/relationships/notesSlide" Target="/ppt/notesSlides/notesSlide12.xml" Id="R011e33f9116a4d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cd3f832d24ac5" /><Relationship Type="http://schemas.openxmlformats.org/officeDocument/2006/relationships/notesSlide" Target="/ppt/notesSlides/notesSlide13.xml" Id="R5a9f69eef77c4a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216fafb4947db" /><Relationship Type="http://schemas.openxmlformats.org/officeDocument/2006/relationships/notesSlide" Target="/ppt/notesSlides/notesSlide14.xml" Id="R376b8141c8de42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b9b9b325f4546" /><Relationship Type="http://schemas.openxmlformats.org/officeDocument/2006/relationships/notesSlide" Target="/ppt/notesSlides/notesSlide15.xml" Id="Rf7c2419e91094c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5e1a3777e4181" /><Relationship Type="http://schemas.openxmlformats.org/officeDocument/2006/relationships/notesSlide" Target="/ppt/notesSlides/notesSlide16.xml" Id="R447fde1ef32f4e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dcde0104d4829" /><Relationship Type="http://schemas.openxmlformats.org/officeDocument/2006/relationships/notesSlide" Target="/ppt/notesSlides/notesSlide17.xml" Id="Rb63b803cc6464c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8c35b24c649a2" /><Relationship Type="http://schemas.openxmlformats.org/officeDocument/2006/relationships/notesSlide" Target="/ppt/notesSlides/notesSlide18.xml" Id="R294338f44a6e43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322147ed44d42" /><Relationship Type="http://schemas.openxmlformats.org/officeDocument/2006/relationships/notesSlide" Target="/ppt/notesSlides/notesSlide19.xml" Id="Rddb4f758b4744e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4b92f94bb4a7e" /><Relationship Type="http://schemas.openxmlformats.org/officeDocument/2006/relationships/notesSlide" Target="/ppt/notesSlides/notesSlide20.xml" Id="Rdf1a5bd776cd4b2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731c8c8584bf9" /><Relationship Type="http://schemas.openxmlformats.org/officeDocument/2006/relationships/notesSlide" Target="/ppt/notesSlides/notesSlide21.xml" Id="Rcfd4bfbdb86943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6a7331aeb412b" /><Relationship Type="http://schemas.openxmlformats.org/officeDocument/2006/relationships/notesSlide" Target="/ppt/notesSlides/notesSlide22.xml" Id="R9742f860538c4ed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6de5205ff4240" /><Relationship Type="http://schemas.openxmlformats.org/officeDocument/2006/relationships/notesSlide" Target="/ppt/notesSlides/notesSlide23.xml" Id="R5122bc612fd34ca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1c136d11e48a5" /><Relationship Type="http://schemas.openxmlformats.org/officeDocument/2006/relationships/notesSlide" Target="/ppt/notesSlides/notesSlide24.xml" Id="Reac730072f1446f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e43285b5c4b60" /><Relationship Type="http://schemas.openxmlformats.org/officeDocument/2006/relationships/notesSlide" Target="/ppt/notesSlides/notesSlide25.xml" Id="R892a91b649264b8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5434c49c7485d" /><Relationship Type="http://schemas.openxmlformats.org/officeDocument/2006/relationships/notesSlide" Target="/ppt/notesSlides/notesSlide26.xml" Id="Rad7665df5a004ec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8bbea2e8d4fae" /><Relationship Type="http://schemas.openxmlformats.org/officeDocument/2006/relationships/notesSlide" Target="/ppt/notesSlides/notesSlide27.xml" Id="R7990c8f885ca481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836dd305b4f76" /><Relationship Type="http://schemas.openxmlformats.org/officeDocument/2006/relationships/notesSlide" Target="/ppt/notesSlides/notesSlide28.xml" Id="Rdcce728556a74a8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dd3d892f54cdc" /><Relationship Type="http://schemas.openxmlformats.org/officeDocument/2006/relationships/notesSlide" Target="/ppt/notesSlides/notesSlide29.xml" Id="R1a13bdb7e925416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dae58a16143a9" /><Relationship Type="http://schemas.openxmlformats.org/officeDocument/2006/relationships/notesSlide" Target="/ppt/notesSlides/notesSlide30.xml" Id="Ref465fa0aa424f4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43d36e8924939" /><Relationship Type="http://schemas.openxmlformats.org/officeDocument/2006/relationships/notesSlide" Target="/ppt/notesSlides/notesSlide31.xml" Id="Rbb2b73925a4441e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4b3ae78e44942" /><Relationship Type="http://schemas.openxmlformats.org/officeDocument/2006/relationships/notesSlide" Target="/ppt/notesSlides/notesSlide32.xml" Id="R39b1aa780cb6486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425ca5cad4eaf" /><Relationship Type="http://schemas.openxmlformats.org/officeDocument/2006/relationships/notesSlide" Target="/ppt/notesSlides/notesSlide33.xml" Id="R3517b60e917d4d4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db926764b4960" /><Relationship Type="http://schemas.openxmlformats.org/officeDocument/2006/relationships/notesSlide" Target="/ppt/notesSlides/notesSlide34.xml" Id="R5946951163dd47a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ceeb21c124bd3" /><Relationship Type="http://schemas.openxmlformats.org/officeDocument/2006/relationships/notesSlide" Target="/ppt/notesSlides/notesSlide35.xml" Id="Rbe0abb84242a4f7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aa714a38b413b" /><Relationship Type="http://schemas.openxmlformats.org/officeDocument/2006/relationships/notesSlide" Target="/ppt/notesSlides/notesSlide36.xml" Id="R9823ab7558564d2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705100c0e4f13" /><Relationship Type="http://schemas.openxmlformats.org/officeDocument/2006/relationships/notesSlide" Target="/ppt/notesSlides/notesSlide37.xml" Id="R503268e043e54aa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4e6d782cf450c" /><Relationship Type="http://schemas.openxmlformats.org/officeDocument/2006/relationships/notesSlide" Target="/ppt/notesSlides/notesSlide38.xml" Id="R423819da78c549b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e89b07ee746d6" /><Relationship Type="http://schemas.openxmlformats.org/officeDocument/2006/relationships/notesSlide" Target="/ppt/notesSlides/notesSlide39.xml" Id="R7f796c19d5b2434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92d69a05a4be6" /><Relationship Type="http://schemas.openxmlformats.org/officeDocument/2006/relationships/notesSlide" Target="/ppt/notesSlides/notesSlide40.xml" Id="R9dc06704adb141e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4b82a9f844ffb" /><Relationship Type="http://schemas.openxmlformats.org/officeDocument/2006/relationships/notesSlide" Target="/ppt/notesSlides/notesSlide41.xml" Id="R0a4487c10d0d4fd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11cb247814547" /><Relationship Type="http://schemas.openxmlformats.org/officeDocument/2006/relationships/notesSlide" Target="/ppt/notesSlides/notesSlide42.xml" Id="R68870ebaecec4ee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6829b16084916" /><Relationship Type="http://schemas.openxmlformats.org/officeDocument/2006/relationships/notesSlide" Target="/ppt/notesSlides/notesSlide43.xml" Id="Reeca7de2babe400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abd3b95404617" /><Relationship Type="http://schemas.openxmlformats.org/officeDocument/2006/relationships/notesSlide" Target="/ppt/notesSlides/notesSlide44.xml" Id="R036ce6235604486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7f9824aa540b7" /><Relationship Type="http://schemas.openxmlformats.org/officeDocument/2006/relationships/notesSlide" Target="/ppt/notesSlides/notesSlide45.xml" Id="Ra026d2db5c75492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2409e381c4fc0" /><Relationship Type="http://schemas.openxmlformats.org/officeDocument/2006/relationships/notesSlide" Target="/ppt/notesSlides/notesSlide46.xml" Id="Rf160f4845e534fa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54e3512a74cc4" /><Relationship Type="http://schemas.openxmlformats.org/officeDocument/2006/relationships/notesSlide" Target="/ppt/notesSlides/notesSlide47.xml" Id="R606fc676d780408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c58b0f2a14796" /><Relationship Type="http://schemas.openxmlformats.org/officeDocument/2006/relationships/notesSlide" Target="/ppt/notesSlides/notesSlide48.xml" Id="Rcce5c02a3483443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fd32ccdc54646" /><Relationship Type="http://schemas.openxmlformats.org/officeDocument/2006/relationships/notesSlide" Target="/ppt/notesSlides/notesSlide49.xml" Id="Rbef1c6b3694f4f9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bccf63f4246a3" /><Relationship Type="http://schemas.openxmlformats.org/officeDocument/2006/relationships/notesSlide" Target="/ppt/notesSlides/notesSlide50.xml" Id="R8e8774ad2f5042bd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a6938f32046e3" /><Relationship Type="http://schemas.openxmlformats.org/officeDocument/2006/relationships/notesSlide" Target="/ppt/notesSlides/notesSlide51.xml" Id="Re2668d32364945c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49dd21b754ee3" /><Relationship Type="http://schemas.openxmlformats.org/officeDocument/2006/relationships/notesSlide" Target="/ppt/notesSlides/notesSlide52.xml" Id="Rdcad3dd1723f448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1676b58b64d4a" /><Relationship Type="http://schemas.openxmlformats.org/officeDocument/2006/relationships/notesSlide" Target="/ppt/notesSlides/notesSlide53.xml" Id="R905e147616b04b2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9cb8f8f474082" /><Relationship Type="http://schemas.openxmlformats.org/officeDocument/2006/relationships/notesSlide" Target="/ppt/notesSlides/notesSlide54.xml" Id="R2fdcb0d261154d1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dd36684f54468" /><Relationship Type="http://schemas.openxmlformats.org/officeDocument/2006/relationships/notesSlide" Target="/ppt/notesSlides/notesSlide55.xml" Id="Rcf59918133644f3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ec053da474603" /><Relationship Type="http://schemas.openxmlformats.org/officeDocument/2006/relationships/notesSlide" Target="/ppt/notesSlides/notesSlide56.xml" Id="R581d46a85083466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439fd869c42e2" /><Relationship Type="http://schemas.openxmlformats.org/officeDocument/2006/relationships/notesSlide" Target="/ppt/notesSlides/notesSlide57.xml" Id="Rd62a975102344dbf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a678000ff4df3" /><Relationship Type="http://schemas.openxmlformats.org/officeDocument/2006/relationships/notesSlide" Target="/ppt/notesSlides/notesSlide58.xml" Id="Rb1c205fb8f29494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2de579f0541f9" /><Relationship Type="http://schemas.openxmlformats.org/officeDocument/2006/relationships/notesSlide" Target="/ppt/notesSlides/notesSlide59.xml" Id="R2b5c9ab5bcda46d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5f832eaec4ed2" /><Relationship Type="http://schemas.openxmlformats.org/officeDocument/2006/relationships/notesSlide" Target="/ppt/notesSlides/notesSlide60.xml" Id="R8bcd959a9c0a493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3bf96c64b4f64" /><Relationship Type="http://schemas.openxmlformats.org/officeDocument/2006/relationships/notesSlide" Target="/ppt/notesSlides/notesSlide61.xml" Id="R93407f35254b40f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fd5d63e794e3f" /><Relationship Type="http://schemas.openxmlformats.org/officeDocument/2006/relationships/notesSlide" Target="/ppt/notesSlides/notesSlide62.xml" Id="R2eef767261404c2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3111f791a4930" /><Relationship Type="http://schemas.openxmlformats.org/officeDocument/2006/relationships/notesSlide" Target="/ppt/notesSlides/notesSlide63.xml" Id="R99019346fde44818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86bc4cbe04c55" /><Relationship Type="http://schemas.openxmlformats.org/officeDocument/2006/relationships/notesSlide" Target="/ppt/notesSlides/notesSlide64.xml" Id="R3da562797e3f430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11ee18a9d4007" /><Relationship Type="http://schemas.openxmlformats.org/officeDocument/2006/relationships/notesSlide" Target="/ppt/notesSlides/notesSlide65.xml" Id="R47ae95c2a7244c5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c98155fa5486a" /><Relationship Type="http://schemas.openxmlformats.org/officeDocument/2006/relationships/notesSlide" Target="/ppt/notesSlides/notesSlide66.xml" Id="R4133feab26d04d9e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b6c3594fd4e3c" /><Relationship Type="http://schemas.openxmlformats.org/officeDocument/2006/relationships/notesSlide" Target="/ppt/notesSlides/notesSlide67.xml" Id="R210503307522485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e65f4984b4552" /><Relationship Type="http://schemas.openxmlformats.org/officeDocument/2006/relationships/notesSlide" Target="/ppt/notesSlides/notesSlide68.xml" Id="R9a48cc5ac1b549ae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74df65dfe4ef9" /><Relationship Type="http://schemas.openxmlformats.org/officeDocument/2006/relationships/notesSlide" Target="/ppt/notesSlides/notesSlide69.xml" Id="Rdc49c06508c94a1c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797433e8b4508" /><Relationship Type="http://schemas.openxmlformats.org/officeDocument/2006/relationships/notesSlide" Target="/ppt/notesSlides/notesSlide70.xml" Id="Ra4af9113c5f4454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feb0a45114521" /><Relationship Type="http://schemas.openxmlformats.org/officeDocument/2006/relationships/notesSlide" Target="/ppt/notesSlides/notesSlide71.xml" Id="Rd56531ea6dd0459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7ef462f0143ea" /><Relationship Type="http://schemas.openxmlformats.org/officeDocument/2006/relationships/notesSlide" Target="/ppt/notesSlides/notesSlide72.xml" Id="Rb8ec75be5dda4457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127fd254441a2" /><Relationship Type="http://schemas.openxmlformats.org/officeDocument/2006/relationships/notesSlide" Target="/ppt/notesSlides/notesSlide73.xml" Id="Rb4fa425ac1b14886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acf5bc2db4c9a" /><Relationship Type="http://schemas.openxmlformats.org/officeDocument/2006/relationships/notesSlide" Target="/ppt/notesSlides/notesSlide74.xml" Id="Rcef6bea268304725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822b4013d4361" /><Relationship Type="http://schemas.openxmlformats.org/officeDocument/2006/relationships/notesSlide" Target="/ppt/notesSlides/notesSlide75.xml" Id="R0d633405a4b0446d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915e705054313" /><Relationship Type="http://schemas.openxmlformats.org/officeDocument/2006/relationships/notesSlide" Target="/ppt/notesSlides/notesSlide76.xml" Id="R992cfba8f38e4ed1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cbd4863c3416e" /><Relationship Type="http://schemas.openxmlformats.org/officeDocument/2006/relationships/notesSlide" Target="/ppt/notesSlides/notesSlide77.xml" Id="Ra82d946d6c0b4a6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2dc470ba343a8" /><Relationship Type="http://schemas.openxmlformats.org/officeDocument/2006/relationships/notesSlide" Target="/ppt/notesSlides/notesSlide78.xml" Id="R4a308ed059464354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28ec62d584197" /><Relationship Type="http://schemas.openxmlformats.org/officeDocument/2006/relationships/notesSlide" Target="/ppt/notesSlides/notesSlide79.xml" Id="R2b1234907dbc4a84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8eca2d81249f6" /><Relationship Type="http://schemas.openxmlformats.org/officeDocument/2006/relationships/notesSlide" Target="/ppt/notesSlides/notesSlide80.xml" Id="R4c800d2b30d345b7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ce7eb94c04277" /><Relationship Type="http://schemas.openxmlformats.org/officeDocument/2006/relationships/notesSlide" Target="/ppt/notesSlides/notesSlide81.xml" Id="R512997e038fb4b8a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8b6e4801b4d40" /><Relationship Type="http://schemas.openxmlformats.org/officeDocument/2006/relationships/notesSlide" Target="/ppt/notesSlides/notesSlide82.xml" Id="R815c51fc6bd248bf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3c2bb6ad84408" /><Relationship Type="http://schemas.openxmlformats.org/officeDocument/2006/relationships/notesSlide" Target="/ppt/notesSlides/notesSlide83.xml" Id="R6a07cf8459604c29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81db002994f17" /><Relationship Type="http://schemas.openxmlformats.org/officeDocument/2006/relationships/notesSlide" Target="/ppt/notesSlides/notesSlide84.xml" Id="R7d511795b7314970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0de7b16f2432d" /><Relationship Type="http://schemas.openxmlformats.org/officeDocument/2006/relationships/notesSlide" Target="/ppt/notesSlides/notesSlide85.xml" Id="R387ce56fab2346ff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4eaff055f4309" /><Relationship Type="http://schemas.openxmlformats.org/officeDocument/2006/relationships/notesSlide" Target="/ppt/notesSlides/notesSlide86.xml" Id="R151bbc2561834681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3e6bee12b44c9" /><Relationship Type="http://schemas.openxmlformats.org/officeDocument/2006/relationships/notesSlide" Target="/ppt/notesSlides/notesSlide87.xml" Id="R21031c6e6f414f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D05E5-4A7F-4890-9D77-F8E4D38B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2026.10.08  데이터 기초, CSV/JSON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A1347-9B7A-4C25-A558-07D6BCBE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데이터 기초, CSV/JSON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1825A-BFA3-4FBA-B605-F287A6AE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Track A 과정 3일차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DF092-8755-4D70-8536-B678E50F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53D0C-8D79-44B1-999A-D4A96018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데이터의 의미와 구조,</a:t>
            </a:r>
          </a:p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자료형부터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F624E-E26A-49CB-BD21-E7BFECD2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데이터의 세 가지 기준을 CSV와 JSON으로 연결합니다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E3C48-389B-407F-9A6F-CB9AFC4C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강사용 수업 자료  ·  개념, 시연, 학생 작업, 풀이</a:t>
            </a:r>
          </a:p>
        </p:txBody>
      </p:sp>
    </p:spTree>
    <p:extLst>
      <p:ext uri="{BB962C8B-B14F-4D97-AF65-F5344CB8AC3E}">
        <p14:creationId xmlns:p14="http://schemas.microsoft.com/office/powerpoint/2010/main" val="781926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8A75C-155C-409C-A836-ECB32F7D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2026.10.08  데이터 기초, CSV/JSON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06BBB-A408-40B5-AEAE-883ADDF7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데이터를 보는 세 가지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6D38C-73E6-4865-9E8E-042D4B9F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Track A 과정 3일차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57BBF-5331-4ADF-BE6E-D175E7F7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분류하는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어떻게 조직했는가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묶음의 구조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정형 / 반정형 / 비정형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값은 무엇을 뜻하는가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항목의 의미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범주형 / 수치형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컴퓨터에 어떻게 담는가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저장한 값의 종류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 / 정수 / 실수 / 불리언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5284A-0824-4225-B123-0DE45373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세 질문은 서로 다른 기준입니다. 하나의 값과 자료에 세 기준을 함께 적용할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67768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A9322-3BA1-4374-BB2D-2D390605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0EEAB-BC4A-4885-9A30-47F0DC9A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22.5라는 기록을 해석하는 데 필요한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ECE4A-8323-4561-812E-605B34B0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데이터와 정보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E606-D6E3-447B-8045-0D70EF12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6C074-8D02-41E8-A29B-1054B71D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기록된 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2C939-A3A9-4A90-A466-F03435FB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온도일까요? 가격일까요?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언제, 어디서 나온 값일까요?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34873-61BD-42E3-BDC3-0001C1DD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맥락을 붙인 관찰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989B7-CE84-4E56-AA65-C7B1FAA0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입구 센서 S01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2026-10-08 10:00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섭씨 온도 22.5 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이제 측정 대상과 단위를 알 수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80583-BB59-4900-B5A8-8148EBB2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데이터는 기록된 관찰과 값입니다. 해석할 질문과 맥락을 연결하면 판단에 쓸 정보를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841144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077B1-D410-4DE5-874E-D3E844E9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E770E-D1E5-47CC-8EE8-200A1B54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데이터와 판단 사이에 있는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961BF-7FB5-4600-BEAB-EAAB0A48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데이터와 정보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D7B82-CD42-416F-8904-6C7AD5CE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예에서 말할 수 있는 것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알려진 것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입구의 S01이 특정 시각에 22.5 ℃를 기록함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모르는 것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보정 상태, 다른 위치의 온도, 기록 오류 여부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근거가 필요한 판단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값이 정상인지, 공간 전체가 안전한지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추가로 얻을 자료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조건, 비교 기준, 다른 시각·위치의 기록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85D25-79F4-4A75-BAFC-341BCAC4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데이터가 있다는 사실만으로 그 값의 정확성이나 결론까지 보장하지는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0473686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1BB04-9BA5-4C4E-8433-232AFAEB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763D9-D1E1-4D0B-8343-47FAD3C4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값과 맥락, 판단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C0D9B-35DA-41EF-B186-C489A6A0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데이터와 정보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DD034-6629-43EB-AF62-7D5AA611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74D4C-3799-40CC-B495-54564C96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A01의 숫자 카드와 맥락이 있는 관찰 카드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F0785-4C61-4B45-B100-B17AA488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기록에서 알려진 대상·시각·단위를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420BD-FF78-46AE-9CB1-BEF39667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알려진 사실과 모르는 사실을 나누어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CF5F4-2249-4242-8F20-9A701342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할 수 있는 설명과 추가 근거가 필요한 판단을 구분합니다.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1A29F-608D-471B-8406-32A71D72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사실, 미확인 사항, 가능한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BC1D9-D6E9-4883-8E0A-6DD602EB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안전·정상이라는 결론을 값 하나만으로 내리지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1524948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CAD43-D7B7-456D-A028-5DBE66F2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5EE69-4508-4AB6-A893-C8F6260F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어떤 방법으로 얻은 데이터인가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3CE57-544F-49B9-8336-01FD5952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수집 상황과 맥락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4680D-5FB7-40E8-B095-DC2BA18A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619125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 방법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기록한 것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함께 알아야 할 맥락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 기록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선택한 상품과 수량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 시각, 취소 포함 여부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질문에 대한 응답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 문구, 응답 대상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측정한 물리량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단위, 위치, 측정 시각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특정 순간의 시각적 장면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 시각, 각도, 가린 부분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자유 메모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작성자의 관찰과 표현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 관점, 생략한 내용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9D249-8F47-4F0F-9988-564A46EF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같은 업무라도 수집 방법에 따라 기록하는 내용과 놓치는 내용이 달라집니다.</a:t>
            </a:r>
          </a:p>
        </p:txBody>
      </p:sp>
    </p:spTree>
    <p:extLst>
      <p:ext uri="{BB962C8B-B14F-4D97-AF65-F5344CB8AC3E}">
        <p14:creationId xmlns:p14="http://schemas.microsoft.com/office/powerpoint/2010/main" val="937910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E2594-C169-4B19-95F6-9414E83B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768AB-A409-46C8-9F8E-DA6AE5DA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메타데이터는 기록을 해석하는 설명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C4B2A-2777-4FBF-B515-4D94D127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수집 상황과 맥락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90681-6356-4ADF-90F6-1D565391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29D32-1F38-46E7-9F8F-CCE47D18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값의 내용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59010-8A5A-4A78-B8D3-B1ABF6AB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온도: 22.5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설문 응답: 보통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사진: 실습실의 한 장면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48791-819E-45C0-9457-CEF10E45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값에 붙은 맥락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91D6C-E8FB-437F-B68A-64F3E252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온도 단위와 측정 시각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설문 질문과 응답 척도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사진의 촬영 시각과 위치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84A8C-F874-4FAA-8B5B-64F0C328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출처와 수집 조건 같은 메타데이터는 값 자체를 바꾸지 않고 해석을 돕습니다.</a:t>
            </a:r>
          </a:p>
        </p:txBody>
      </p:sp>
    </p:spTree>
    <p:extLst>
      <p:ext uri="{BB962C8B-B14F-4D97-AF65-F5344CB8AC3E}">
        <p14:creationId xmlns:p14="http://schemas.microsoft.com/office/powerpoint/2010/main" val="6785227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970E8-0F51-478E-807B-EF1E654E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1C23F-0D68-4D88-BA9A-8BB69D83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수집 원문에서 빠진 맥락 찾기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2A973-5F4E-4081-890B-6C11FD6C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수집 상황과 맥락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9047C-4F41-4858-B757-E18314E3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F7335-2C92-4450-99D9-D7C9A528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A02 주문·설문·센서·이미지·자유 메모 원문 5개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F435D-8B16-4BAD-B0EF-B085932C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각 자료가 기록한 대상을 한 문장으로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E2EB0-7C0C-4A9A-B1B7-470CCA9F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출처·수집 상황·단위·누락된 정보를 찾습니다.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8C87D-7293-49D0-9933-7219BECB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다른 자료와 합치기 전에 확인할 질문을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839AB-721F-4BA7-B3DC-204AB17B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원문별 기록 내용과 확인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6F5B7-F613-4201-AAEC-470DF801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단위가 없는 숫자와 질문이 없는 설문 답을 그대로 비교하지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1811845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8FA41-EB46-47A7-AECA-7E8B8E72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33538-804D-4AFE-BD33-B61CEE0A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정형성은 구조를 정한 정도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2D77B-9759-478F-A9E1-43D1F53E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정형·반정형·비정형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9DFF1-17D6-4332-A19F-97634B5F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읽을 때 의지하는 규칙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쉬운 예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정형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정해진 항목과 자료형을 기록마다 따름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열의 주문 내역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반정형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키·태그·계층은 있으나 항목 구성이 유연함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항목이 다른 업무 기록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비정형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내용을 공통 항목으로 미리 나누지 않음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자유 글, 음성, 사진의 본문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779FD-10C1-42B8-BEAD-5CEE1AD5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비정형 파일에도 저장 형식과 메타데이터가 있습니다. 여기서는 분석할 내용의 항목 구조를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16495137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51402-8055-4867-BDB0-FD5A6721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F572E-F232-47DE-A6B1-C05DA445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센서 현상을 다른 구조로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127DF-F325-449E-BC89-4692739E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정형·반정형·비정형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F6A3E-5E9F-4033-8101-903A031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5EA62-2CC7-4C07-B388-D0DDA494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공통 항목을 미리 정한 표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5286375" cy="2286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62125"/>
                <a:gridCol w="1762125"/>
                <a:gridCol w="1762125"/>
              </a:tblGrid>
              <a:tr h="76200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</a:t>
                      </a:r>
                    </a:p>
                  </a:txBody>
                  <a:tcPr marL="11430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</a:t>
                      </a:r>
                    </a:p>
                  </a:txBody>
                  <a:tcPr marL="11430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 (℃)</a:t>
                      </a:r>
                    </a:p>
                  </a:txBody>
                  <a:tcPr marL="114300" marR="95250" marT="57150" marB="57150" anchor="ctr">
                    <a:solidFill>
                      <a:srgbClr val="087F8C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입구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S02</a:t>
                      </a:r>
                    </a:p>
                  </a:txBody>
                  <a:tcPr marL="11430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창고</a:t>
                      </a:r>
                    </a:p>
                  </a:txBody>
                  <a:tcPr marL="11430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24.0</a:t>
                      </a:r>
                    </a:p>
                  </a:txBody>
                  <a:tcPr marL="11430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AD03B-B5FD-477E-BF6F-D3237CDE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528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기록에서 같은 항목을 찾습니다.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65E04-FDD9-4387-AD20-16424BED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자유 관찰 메모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ED500-1CE0-42A6-B1EE-8FC8A5DD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입구는 따뜻했다.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창고 센서는 문 옆에 있었다.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두 번째 측정은 잠시 멈췄다.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뜻을 읽어 항목을 추출해야 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ABC5D-6836-4406-8E7B-9A791D0E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센서에서 나왔다는 출처만으로 정형성을 결정하지 않습니다. 실제 기록 구조를 봅니다.</a:t>
            </a:r>
          </a:p>
        </p:txBody>
      </p:sp>
    </p:spTree>
    <p:extLst>
      <p:ext uri="{BB962C8B-B14F-4D97-AF65-F5344CB8AC3E}">
        <p14:creationId xmlns:p14="http://schemas.microsoft.com/office/powerpoint/2010/main" val="4720105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8B023-2960-4EA6-9C7D-6FF2C117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7644E-21CB-4229-BC79-5F4CEBB8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확장자만으로 구조를 결정하지 않는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A3B87-25C0-49FD-820C-790717D0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정형·반정형·비정형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63E18-D97E-4DB7-812C-CF81C844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반례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판단할 근거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표를 캡처한 사진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모양은 표지만 셀 값으로 바로 읽을 수 있는 자료와 다름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스키마를 적용한 JSON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JSON도 필수 키·자료형을 엄격하게 정할 수 있음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키가 제각각인 JSON 기록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키와 계층이 있어도 항목 구성이 유연할 수 있음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CSV 안의 긴 자유 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파일은 표여도 한 열의 내용은 자유 문장일 수 있음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22BCB-E4FF-49B4-99E3-78C1346F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파일 표현, 레코드 묶음의 구조, 그 안의 내용은 구분해서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8991366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2F6A0-A0BC-48C3-A5D3-74124AFD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0D397-97C3-4E45-9B3E-31B43B2C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카드 8개를 구조와 근거로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7FCB4-AC55-4F60-8368-729882A3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정형·반정형·비정형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F28CC-F18E-4259-9F9E-2D059DC5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2FCD8-8E10-4B5F-BD02-A0B135C8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A03의 정형·반정형·비정형 카드 8개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24B3C-FF50-4ED1-AE0D-860CBFCD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고정 항목, 키·계층, 자유 내용에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C3850-5C89-4A84-8B8C-46B82D64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분류와 근거를 한 쌍으로 적습니다.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CAEC3-D8BF-4B07-A88A-EE6B9ACE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사진 속 표와 스키마가 있는 JSON의 예외를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F0FA5-D959-42DD-B865-E212C862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카드별 분류와 구조의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09563-5BF1-4E87-BD84-E35B3626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JSON이라는 글자나 파일 확장자 하나만 근거로 삼지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20572069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671FD-2FBC-4875-BDA1-D7854C42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ED862-2061-4EB1-BFFD-561E9EB2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관찰을 메모와 표로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0CDC8-8A15-48A1-974F-B6D2B080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같은 현상의 여러 표현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09755-9A61-4E3F-B6DB-90FEE94D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90733-DE14-4EF1-8896-B6A7432D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관찰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31732-F099-4B58-A84A-F147D4D3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10시에 입구의 S01이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 ℃를 기록했다.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문은 열려 있었고 바람이 느껴졌다.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ECEDC-1434-4A41-A506-0E08BB80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선택한 항목의 표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257925" y="2286000"/>
          <a:ext xmlns:a="http://schemas.openxmlformats.org/drawingml/2006/main" cx="5286375" cy="2286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252412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1430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114300" marR="95250" marT="57150" marB="57150" anchor="ctr">
                    <a:solidFill>
                      <a:srgbClr val="087F8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sensor_id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location</a:t>
                      </a:r>
                    </a:p>
                  </a:txBody>
                  <a:tcPr marL="11430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입구</a:t>
                      </a:r>
                    </a:p>
                  </a:txBody>
                  <a:tcPr marL="114300" marR="95250" marT="57150" marB="57150" anchor="ctr">
                    <a:solidFill>
                      <a:srgbClr val="E9EC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temperature_c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measured_at</a:t>
                      </a:r>
                    </a:p>
                  </a:txBody>
                  <a:tcPr marL="11430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10:00</a:t>
                      </a:r>
                    </a:p>
                  </a:txBody>
                  <a:tcPr marL="11430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97D14-FE0F-4C0C-BA37-91849675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72025"/>
            <a:ext cx="528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문과 바람의 맥락은 표 밖에 남습니다.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72058-D8D0-4091-90E8-5E453FF5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정형화하면 비교와 검사가 쉬워집니다. 선택한 항목 밖의 맥락은 별도로 보존해야 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8002766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82AD8-A716-42B1-9C4C-CD42FF3E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F507F-6A6F-4C2D-90F2-7DA461E4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표와 키-값에 남긴 내용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29208-645A-4A57-BA19-F4F720A3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같은 현상의 여러 표현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B5D71-F7D5-472F-970D-F52E57DA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이름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표의 한 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키-값 표현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sensor_id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"sensor_id": "S01"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location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입구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"location": "입구"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temperature_c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"temperature_c": 22.5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관찰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메모에 보존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"note": "문이 열려 있었다"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BF2D3-AC11-4899-8D9C-27DB6249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항목을 늘릴지는 업무 목적에 따라 정합니다. 원문이 가진 정보를 무심코 버리지 않도록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0646233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3E955-1CF3-4364-B3E4-B56E7CE3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DCF2B-E9B7-436B-BD4C-8326D8CD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표현을 바꾸며 유지하거나 빠진 정보 찾기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712D3-48CE-4305-A491-38064211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같은 현상의 여러 표현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DBE6A-154D-487F-B746-B6404B02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5AFBE-ABEF-484E-BEE5-035EA848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A04의 메모·표·키-값 표현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042E1-5372-41F3-A768-8F03CEB6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표현에서 같은 대상과 값을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BB4A4-DAE9-4E67-8076-AB4C5FB7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표로 옮길 핵심 항목과 빠지는 맥락을 적습니다.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59124-ECC3-4371-9E73-ECFC0F15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빠진 내용이 업무에 필요한지 이유를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6CC75-9273-49A5-8D0A-F8B66108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표현별 공통 내용과 빠지는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57229-E9BA-4693-B346-25B97F0B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정형화가 모든 내용을 자동으로 보존한다고 쓰지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20380459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00616-5153-4CB1-8844-198B4D3A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0D721-213B-4EC3-941B-3569D42F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범주형과 수치형은 값의 의미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C4FF8-32F8-42DC-8F17-C379979E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범주형과 수치형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49AAB-F78D-4892-965E-E5E0F5F0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답하는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범주형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어느 종류인가, 어느 상태인가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부서, 장소, 작동 상태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수치형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몇 개인가, 얼마나 큰가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상자 개수, 온도, 길이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기준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숫자에 양의 뜻과 계산 의미가 있는가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식별자와 측정값을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91354-C1D3-482C-B8E9-4EDA7E0F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컴퓨터가 숫자로 저장했는지와 의미상 수치형인지도 서로 다른 질문입니다.</a:t>
            </a:r>
          </a:p>
        </p:txBody>
      </p:sp>
    </p:spTree>
    <p:extLst>
      <p:ext uri="{BB962C8B-B14F-4D97-AF65-F5344CB8AC3E}">
        <p14:creationId xmlns:p14="http://schemas.microsoft.com/office/powerpoint/2010/main" val="10390604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7DC64-F0A9-4FE2-9FAB-B2F384C7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291F7-0697-424D-9D7A-FBBF1A32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사번 001과 상자 1개의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F3650-92C6-4187-84F3-68E34831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범주형과 수치형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375F6-63CF-4EE6-805C-7184E9DD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B4A92-EDF1-4C65-A14B-758B84C9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사번 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66A71-EC58-4F71-92CA-9F82223B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사람을 구별하는 이름표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001과 002를 더한 값은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직원 두 명의 의미를 담지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보통 문자열 식별자로 보존합니다.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43AD7-23B8-4513-A365-62BB9985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상자 1개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DFF2C-174F-4FFE-8B52-7ACD7038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센 물건의 양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1개와 2개를 합치면 3개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개수라는 수치형 의미가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0B14B-E727-44E8-9008-223B3E94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숫자 모양의 이름표를 수량으로 취급하면 선행 0과 식별 의미를 잃을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7076743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58FB0-AE26-4248-9FB7-56847CFB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83D87-2A74-4E6B-9A93-A2D803CC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값에 세 기준을 함께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66784-11D1-4C52-B6D2-237EEEE5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범주형과 수치형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A1EB6-5C09-4FD0-AC5B-EC38A5DE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사번 001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온도 22.5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열을 가진 직원 표 안의 값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열을 가진 측정 표 안의 값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명목 범주인 식별자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연속량의 측정값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 "001" 권장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실수 값 또는 규칙 있는 숫자 표현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4A03E-0FBD-490F-8D39-E7515190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정형 데이터 안에도 범주형과 수치형 값이 함께 있습니다. 정형과 수치형은 같은 분류가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0583074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AF315-0005-4999-9B7C-DFE82568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14F7B-C148-4E1C-A830-D9C102F2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항목 8개를 의미로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DE69E-579B-49E7-92F6-490B2B50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범주형과 수치형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C9302-270A-44C6-A418-9F660FEC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8CDA8-6E47-4A1C-B2AB-5A22C350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A05의 부서·상태·개수·온도·식별자 등 8항목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E5C4E-6D5D-4F79-B99C-8F8100B7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범주를 구분하는 값과 양을 나타내는 값을 나눕니다.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50D01-C7D6-40E6-9641-6C4598BA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합하거나 크기를 비교할 때 어떤 뜻인지 적습니다.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5D781-59EC-4373-860B-79FFEB52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숫자 모양의 식별자를 따로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A9153-BDD4-410B-8B1F-CF3FB46C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항목별 의미적 분류와 계산의 이유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62CE3-9EED-4FEF-AA54-4271A359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숫자로 보인다는 이유만으로 수치형이라고 적지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10665219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093A9-304E-4DBC-9FCD-69F0CAC1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0C0B8-59EB-464B-A182-05CB4A10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값의 의미를 네 종류로 나누기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1DF78-115B-4A5B-89C3-D2467493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명목·순서·이산·연속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215F7-8958-4808-80FC-890F5137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84963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성질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84963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명목 범주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종류를 구분하며 본래 순서 없음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부서, 색, 센서 이름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84963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 범주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순서는 있으나 간격은 미정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 / 보통 / 높음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84963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이산 수치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 수 있는 값의 단계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상자 개수 0, 1, 2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84963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연속 수치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측정하는 양, 중간값이 가능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온도, 길이, 시간 길이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9570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D402A-289F-44E5-8BE6-8069BE12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DD425-E22E-4D69-B8C2-67BAE830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숫자 코드와 수량의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4DE0E-0EC9-4BBD-8E34-8DD696FD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명목·순서·이산·연속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D9667-DD72-4CB6-9490-B1EDAE3C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9DA17-7612-4A6A-A3F5-0D4A03CD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만족도 코드 1, 2,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3B58B-40C1-4167-AD50-C27D1DE1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 = 낮음, 2 = 보통, 3 = 높음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순서를 표시한 코드입니다.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1에서 2의 차이와 2에서 3의 차이가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같다고 바로 가정하지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3F115-3946-4AFA-9F56-430776A4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불량 개수 1, 2,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95948-9068-463D-ACA1-64BA1E4C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값이 실제 센 개수를 뜻합니다.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1개에서 2개로 늘면 1개 증가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2개에서 3개로 늘어도 1개 증가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8A2A9-CE22-4F80-A240-D02D423A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숫자 코드가 있다고 해서 순서 범주의 간격을 수량처럼 해석하지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4621427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3C461-C27D-4E90-9FA8-FF8A0AE8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BEF55-89C1-4C91-A0BF-DB930B6B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연속량과 기록 정밀도의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64CA0-1E2F-4457-B3AC-0C5EBEBF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명목·순서·이산·연속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0B550-2ADA-4287-A3ED-E493D31B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4C31E-A1D3-4029-8A9B-96FE31DE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측정하는 온도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DE1B0-D886-4D16-AF67-F8A47D59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 ℃와 22.6 ℃ 사이에도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더 세밀한 온도 차이가 있을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물리량의 의미는 연속적입니다.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42A99-E55A-4578-B88D-93AED415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기기가 남긴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E3276-99FD-4DB6-91FE-B96FF94A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소수 첫째 자리까지만 표시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22.5, 22.6, 22.7 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제한된 정밀도로 기록한 값입니다.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64CDF-47E9-4635-84CC-728F6D28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기록된 소수 자릿수가 유한하다는 이유만으로 온도의 의미를 개수와 같은 이산량으로 바꾸지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6790513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58D8B-D924-4D9B-A5BE-1D9E7216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7C6E9-5B97-4F89-9B14-CD3AF9BA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8사례를 세분류하고 함정 설명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94785-8BCA-4E4E-B4B1-43A9FF45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명목·순서·이산·연속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2EEC1-B988-48B7-BA8B-066AF678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49543-14B8-41D1-855C-0BB347EF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A06 명목·순서·이산·연속 사례 8개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19A93-0724-4364-9044-A79E0821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범주형은 명목·순서, 수치형은 이산·연속으로 나눕니다.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4D7D5-9FFC-404D-922D-2EAE03C1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등급 1·2·3과 개수 1·2·3의 차이를 적습니다.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DC6AB-8B22-4944-B916-D3A5759A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온도계의 표시 자릿수와 온도의 의미를 구분합니다.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8D644-E3BB-48AC-B7EC-08EB1ABA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사례별 세분류와 판단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7A267-4405-4595-91A4-4EBEDDB2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평균을 계산하기 전에 값의 뜻과 간격을 확인했습니까?</a:t>
            </a:r>
          </a:p>
        </p:txBody>
      </p:sp>
    </p:spTree>
    <p:extLst>
      <p:ext uri="{BB962C8B-B14F-4D97-AF65-F5344CB8AC3E}">
        <p14:creationId xmlns:p14="http://schemas.microsoft.com/office/powerpoint/2010/main" val="18936474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15A43-1922-49B3-BB33-85C04872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9C91B-6D9D-4099-BC0D-CC96F6FE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컴퓨터 자료형은 값을 다루는 약속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22296-89F2-41A7-BF48-FE63B126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컴퓨터 자료형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715EF-C87F-4E8B-A4AE-C1C4FEED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619125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자료형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수업의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글자의 순서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"001", "22.5", "입구"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정수 숫자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3, 0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float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소수점을 쓰는 실수 근사 표현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bool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 또는 거짓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True, False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NoneType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 없음을 나타내는 None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None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C103D-5CC6-47B6-B2E7-3EC79EB4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날짜는 시간의 의미를 갖지만 이 예제에서는 "2026-10-08 10:00"이라는 문자열로 저장합니다.</a:t>
            </a:r>
          </a:p>
        </p:txBody>
      </p:sp>
    </p:spTree>
    <p:extLst>
      <p:ext uri="{BB962C8B-B14F-4D97-AF65-F5344CB8AC3E}">
        <p14:creationId xmlns:p14="http://schemas.microsoft.com/office/powerpoint/2010/main" val="15373890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06F4B-DF79-4C77-BD3C-CCFA2E33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완성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CD37E-AC0F-4427-B8EB-2E6A785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값과 자료형을 화면에서 관찰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86CC8-7D63-4DF6-B1A8-34867066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컴퓨터 자료형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79A40-8277-4AEB-A7B0-4A55D3E5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B0803-83E7-4B39-BA1F-CD8745B2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61F31-B27A-422E-AC47-9E26E09C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employee_id = "001"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 = 22.5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active = True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measured_at = "2026-10-08 10:00"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print(employee_id, type(employee_id).__name__)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print(temperature, type(temperature).__name__)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print(active, type(active).__name__)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print(measured_at, type(measured_at).__name__)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print(22, type(22).__name__)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print("22.5", type("22.5").__name__)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43D5B-E229-4514-99F7-B4A43DC2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type은 값의 자료형을 알려주고 print는 화면에 보여줍니다. 완성 코드의 값을 읽고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15342156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1ADA7-BA38-4EEC-8962-F5EC3DDC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69270-6F84-4FFC-B743-4AA45341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코드 1~4줄은 값에 이름을 붙입니다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524E1-5AA1-488F-AF15-72CF47CD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컴퓨터 자료형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4EFBF-E791-4D6E-834C-F5D6F4F7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43000"/>
                <a:gridCol w="982980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읽는 방법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employee_id에 문자열 "001"을 연결합니다.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temperature에 소수 숫자 22.5를 연결합니다.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active에 참을 뜻하는 True를 연결합니다.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measured_at에 날짜와 시각을 글자로 담습니다.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AAF4F-16F5-42A1-ACC4-4B42DC6F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=는 오른쪽 값을 왼쪽 이름에 연결합니다. 따옴표는 문자열 범위, 밑줄은 이름의 일부입니다.</a:t>
            </a:r>
          </a:p>
        </p:txBody>
      </p:sp>
    </p:spTree>
    <p:extLst>
      <p:ext uri="{BB962C8B-B14F-4D97-AF65-F5344CB8AC3E}">
        <p14:creationId xmlns:p14="http://schemas.microsoft.com/office/powerpoint/2010/main" val="4167037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662B6-752B-447E-AFB6-BC67F45D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53900-2C0C-4E50-B7F0-66C652A1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코드 5~10줄은 값과 종류를 출력합니다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F68B1-2CAF-4C59-B62B-9448D959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컴퓨터 자료형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6D378-DFEF-4645-BECF-E996D903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43000"/>
                <a:gridCol w="9829800"/>
              </a:tblGrid>
              <a:tr h="585107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화면에 나타나는 값과 자료형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001 str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 float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 bool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2026-10-08 10:00 str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 int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 str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03B29-0286-47A6-8FE3-DCDC7D9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print(값, type(값).__name__)에서 쉼표는 출력 항목을 나누며, type(...).__name__은 종류의 이름입니다.</a:t>
            </a:r>
          </a:p>
        </p:txBody>
      </p:sp>
    </p:spTree>
    <p:extLst>
      <p:ext uri="{BB962C8B-B14F-4D97-AF65-F5344CB8AC3E}">
        <p14:creationId xmlns:p14="http://schemas.microsoft.com/office/powerpoint/2010/main" val="6405388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43987-CB74-4E4D-911C-7827286E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0289E-AA8D-4718-8A55-2302957A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의미와 저장이 달라질 수 있는 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8C06A-887B-4135-931F-F3FFAF81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컴퓨터 자료형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8158F-FC63-45E2-87C1-D641CD35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방식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"001"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사람이나 항목을 구별하는 식별자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"22.5"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온도를 기록하려는 글자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문자열, 계산 전 규칙 확인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온도라는 측정량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float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"2026-10-08"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달력 날짜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7F6BF-3C8A-4F05-A565-8E55ADE0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JSON number는 Python의 int·float 구분과 동일한 분류표가 아닙니다. 형식마다 제공하는 자료형을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7838804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D491B-0D9A-4D6D-8C10-B268A8DA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46779-0216-4A78-B2C9-0FE3643D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모양의 값과 실제 자료형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41101-F1DB-4128-B010-F660BE1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컴퓨터 자료형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3F39B-3172-4DDD-88BD-751E6F14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07B9F-6D88-404D-9759-1CDB78DA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A07_types.py 전체 코드와 type 출력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E26CB-731D-4EBE-A21F-50D58B17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각 값의 의미와 예상 자료형을 각각 적습니다.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72870-4FE8-4C57-A8AA-144FFB8F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식별자 "001"을 "002"로 바꾸고 첫 출력을 비교합니다.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E44A3-31E6-4825-8A2B-72013F04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식별자 001을 숫자로 바꾸면 무엇을 잃는지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8D1AB-2305-4B72-A27A-33D82A07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값의 의미, 자료형, 출력의 비교표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8A3F6-B625-43EC-8918-DA696C29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의미상 수치형과 컴퓨터 숫자형을 같은 말로 쓰지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87241919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7B024-57A4-4CEE-82FA-8CAC0BD7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22385-8A91-474C-9BA2-3A3C51BF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빈값, 0, False는 서로 다른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CD624-A414-465E-B6D2-ED0D5C7A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빈값과 0과 False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15F12-1587-487C-8B5B-C48B4163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619125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 예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구분할 점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빈값 또는 null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온도를 측정하지 못함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측정값을 알 수 없음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측정한 온도 0 ℃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측정값이 있음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False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작동 상태가 거짓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예·아니오 상태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"0"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 모양의 글자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""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길이가 0인 문자열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 없음과 처리 규칙이 다를 수 있음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5B1CA-823E-4E1F-889F-7086F4DF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빈값의 뜻은 데이터 사전에서 정합니다. 미측정인지 미입력인지 원문 근거가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40604251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6EABC-B249-4A9C-B879-D004931D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317BC-4A58-486E-848E-0AD15DE1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값 없음을 형식에 맞게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982D4-588D-4549-B759-CF3CF24A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빈값과 0과 False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4D2FA-4D23-4884-B7CB-41098DB4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2857500"/>
                <a:gridCol w="2762250"/>
                <a:gridCol w="278130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CSV 원문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예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 온도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필드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null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None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 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0이라는 글자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또는 0.0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또는 0.0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거짓인 상태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false라는 글자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false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False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 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필드 안 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"0"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"0"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0D02C-156A-4541-85FC-5A013CFD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CSV는 글자 필드를 담습니다. 읽은 뒤 어떤 자료형으로 해석할지는 별도의 규칙입니다.</a:t>
            </a:r>
          </a:p>
        </p:txBody>
      </p:sp>
    </p:spTree>
    <p:extLst>
      <p:ext uri="{BB962C8B-B14F-4D97-AF65-F5344CB8AC3E}">
        <p14:creationId xmlns:p14="http://schemas.microsoft.com/office/powerpoint/2010/main" val="15347782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959ED-0EA0-4A1B-9095-5339BDBC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13422-A72F-4801-AA65-C7CC1E36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여섯 상태를 뜻과 표현으로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8C699-4396-4A6A-8FF7-C00559C5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빈값과 0과 False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7D76D-7671-4184-AD56-B69E1E3C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A8C40-3BA0-4E00-BD0E-79B737A0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A08 빈값·0·False·문자열 등 상태 6개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A317C-75C5-433E-A8C7-FC62FA6C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각 값이 측정 결과인지 상태인지 값 없음인지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4864D-E4C5-4FF0-A674-2EB33457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CSV·JSON·Python에서의 표현을 연결합니다.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0378B-51C6-4EAF-B060-8F640C1C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알 수 없는 값을 0으로 채우면 생기는 오해를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2BD3B-37B8-4F50-AF92-82FAC4D9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상태별 의미와 보존할 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2EBE8-D0C6-49EB-8966-E425C588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0, false, null을 모두 같은 빈값으로 처리하지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214308273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75829-A2D1-4E57-8B97-2082CA6F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415BA-64AB-44FF-905D-7965EEF6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행 하나가 무엇을 뜻하는가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21DD8-ED54-4682-8C80-D7C89794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행·열과 관찰 단위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0233B-953F-4762-ACC3-0512543D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선택한 관찰 단위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행에 담는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 수의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한 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소개, 설치 위치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센서의 한 시점 관찰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번호, 측정 시각, 온도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기록 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수업의 측정 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한 개의 한 시점 관찰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센서가 여러 행에 나올 수 있음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E95A7-E12F-4619-971C-E2210A56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표를 읽기 전에 관찰 단위를 정해야 건수를 바르게 세고 중복을 판단할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94124856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2E34F-C28A-4655-8E20-AE1C5442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256B3-E87E-4E3F-8D11-F002E4B8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열 이름은 항목, 행은 측정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1EAF3-762F-43FE-955F-31BF7C91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행·열과 관찰 단위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81E58-B43C-4FD2-94D4-82DB4ACF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1809750"/>
                <a:gridCol w="2190750"/>
                <a:gridCol w="3429000"/>
                <a:gridCol w="1924050"/>
              </a:tblGrid>
              <a:tr h="585107">
                <a:tc>
                  <a:txBody>
                    <a:bodyPr wrap="square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sensor_id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location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temperature_c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measured_at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active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2026-10-08 10:00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창고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2026-10-08 10:00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실습실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23.5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2026-10-08 10:00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21.0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2026-10-08 10:00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false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2026-10-08 10:05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창고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2026-10-08 10:05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8CD50-EF7C-43D8-BBFC-47336A5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센서는 S01~S04 네 개지만 측정 기록은 여섯 건입니다. 센서 수와 레코드 수를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40426551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E15A5-6756-43CD-9FE1-41F9177C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66723-50E4-42F6-BF6C-E5D7017F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 6행에서 관찰 단위 찾기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550FE-FA51-4E2C-8A42-73A1C00D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행·열과 관찰 단위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45C7E-245B-4338-8315-7B7C1025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98BDF-AE24-4CA5-AD2A-A6B6067F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A09 센서 측정 표 6행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2AF83-5F43-42F8-9AEC-86408E56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헤더·행·한 칸의 값을 각각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12F8A-82EC-42CA-9F0A-2F50D38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센서 수와 측정 기록 수를 따로 셉니다.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18F1A-BB78-4675-91ED-F3F4B84C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같은 S01 두 행이 중복인지 시각을 보고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F2825-A541-410C-83BD-D9CC797B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표의 구성 요소와 센서 수·기록 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303EC-7009-4888-AE66-E896DB42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행을 센서 한 개라고만 설명하지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10554364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33637-FB36-4046-AD79-2647ACD0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F4D99-F975-4916-9D7C-08633429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키, 스키마, 데이터 사전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1CC60-E30D-48D9-B44F-374AB491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키·스키마·데이터 사전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54C09-9B9D-4896-9FB0-AC07C196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예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식별 키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어느 기록인지 구별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sensor_id와 measured_at의 조합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스키마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항목과 자료형·구조의 약속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다섯 열을 정한 측정 표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사전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뜻·단위·허용·빈값 규칙 설명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온도는 섭씨, 미측정은 빈값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0A28A-0E8C-41E6-9D74-5C7C7A18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같은 센서의 여러 시각을 구분하려면 센서 번호만으로 충분하지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310385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E7182-0167-4212-8041-6A0C087F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589B6-CC7B-4F99-84C2-70D7CAF7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항목 규칙이 같은 해석을 돕습니다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AA5E1-940C-49C2-83A2-ACEADEEF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키·스키마·데이터 사전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345BC-F04F-4490-B188-C85859E3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619125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뜻과 저장 계획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규칙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sensor_id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명목 식별자, 문자열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시각과 함께 중복 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location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명목 범주, 문자열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입구·창고·실습실·복도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temperature_c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연속량, 숫자 또는 값 없음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섭씨, 실습 입력 범위0~50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measured_at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의미, 문자열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YYYY-MM-DD HH:MM 모양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active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범주, 불리언 의미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참·거짓 표현을 형식별로 정함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2A528-D7CA-403A-B33A-003CE5EB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0~50은 이 수업의 입력 점검 규칙입니다. 실제 장비 안전 범위가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9397780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4CAB0-02CD-4122-97F0-AB5880F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0F738-4D6E-4C4E-B426-135BDBB8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다섯 항목의 규칙과 키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B8D01-80FA-43CD-BA46-2483DE97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키·스키마·데이터 사전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814D3-6F38-4C2E-A44E-1DE02AED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A1B23-EEBF-44A9-B82C-1E2218B5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A10 빈 데이터 사전과 측정 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04BC7-AE54-434F-8150-A8936529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각 열의 뜻·저장형·단위·빈값 규칙을 적습니다.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1A8BA-D534-42D5-A1B9-9F721B0F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한 칸에 두 시각의 온도를 합쳐 쓰면 생길 문제를 적습니다.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4B1ED-8B4D-454D-A3EF-0954A3BD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센서 번호와 시각을 함께 식별에 쓰는 이유를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6B539-C351-4650-A8C1-5C719957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다섯 항목 사전과 기록 식별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C7D40-AD5F-471C-B15E-C5A235A2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이번 표의 한 칸에서 한 항목의 한 값을 찾을 수 있습니까?</a:t>
            </a:r>
          </a:p>
        </p:txBody>
      </p:sp>
    </p:spTree>
    <p:extLst>
      <p:ext uri="{BB962C8B-B14F-4D97-AF65-F5344CB8AC3E}">
        <p14:creationId xmlns:p14="http://schemas.microsoft.com/office/powerpoint/2010/main" val="18241208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7DDF9-C091-4F66-8D76-E930F38B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9A850-D8D8-4266-9E57-8CE999E6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목록의 순서와 이름표의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80ABE-87FD-4DC3-BB19-7F8A54A5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리스트와 딕셔너리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C37B6-27B9-4D79-BB4C-B8C92947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찾는 기준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쓰는 상황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리스트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0부터 시작하는 위치 번호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종류의 값들을 순서대로 묶음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딕셔너리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키라고 부르는 이름표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기록의 서로 다른 항목을 묶음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 한 행과의 관계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이름과 그 행의 값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딕셔너리의 키와 값으로 대응 가능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8B611-E5B7-4E34-AD76-4CB50990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딕셔너리의 키는 항목 이름입니다. 앞 활동의 기록 식별 키와 쓰임을 구분해서 읽습니다.</a:t>
            </a:r>
          </a:p>
        </p:txBody>
      </p:sp>
    </p:spTree>
    <p:extLst>
      <p:ext uri="{BB962C8B-B14F-4D97-AF65-F5344CB8AC3E}">
        <p14:creationId xmlns:p14="http://schemas.microsoft.com/office/powerpoint/2010/main" val="12548246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25734-6553-4EC9-AE4C-F1A92E1C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완성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26773-4E57-4E11-A5C3-64845228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목록과 이름표를 읽는 전체 코드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F4576-2EBC-440F-AEDB-C1E20B2D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리스트와 딕셔너리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E40B8-185A-4393-8681-1E280ECA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98188-7925-45C2-9103-0303A2BD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FE967-79CF-4E2D-9144-9DAEF3BD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temperatures = [22.5, 24.0, 23.5]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reading = {"sensor_id": "S01", "temperature_c": 22.5}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print(temperatures[0])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print(len(temperatures))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print(reading["sensor_id"])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print(reading["temperature_c"])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temperatures[1] = 25.0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print(temperatures[1])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E99F4-8FD0-48F3-AA15-85CBE75F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[ ]는 리스트 또는 값 찾기, { }는 딕셔너리, :는 키와 값 연결입니다.</a:t>
            </a:r>
          </a:p>
        </p:txBody>
      </p:sp>
    </p:spTree>
    <p:extLst>
      <p:ext uri="{BB962C8B-B14F-4D97-AF65-F5344CB8AC3E}">
        <p14:creationId xmlns:p14="http://schemas.microsoft.com/office/powerpoint/2010/main" val="18039699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1E488-4CA0-4A41-B759-63D6747C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BDB16-331B-4C5C-A66F-31186EE2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코드의 각 줄과 출력의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F363F-5DDA-4CB8-8808-5C169110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리스트와 딕셔너리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DCA0B-C06D-421F-92F6-51A99D9C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43000"/>
                <a:gridCol w="6496050"/>
                <a:gridCol w="3333750"/>
              </a:tblGrid>
              <a:tr h="619125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1~2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리스트와 딕셔너리에 값 담기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출력 없음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리스트의 첫 값 찾기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len으로 목록의 값 개수 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5~6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sensor_id와 temperature_c의 값 찾기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S01, 다음 줄 22.5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7~8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둘째 온도를 25.0으로 바꾸고 출력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25.0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A7381-FDA3-4B05-8F83-4E7F3950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위치 번호는 0부터 셉니다. 1번 위치는 둘째 값이며 수정 후에도 목록에는 세 값이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07518633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C1CF0-E4F1-441E-8BDB-B86F2AA9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A5185-3BA2-4D3E-BB7B-CEF201E4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코드의 기호를 문장처럼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CEC11-A1B5-4DCC-B193-65268074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리스트와 딕셔너리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B6D77-4A65-4E78-89A1-39668D01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619125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코드에서 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=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오른쪽 값을 왼쪽 이름에 연결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print(값)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괄호 안 내용을 화면에 출력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목록[0]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번째 값을 위치로 찾기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기록["키"]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이름표에 연결된 값 찾기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쉼표와 콜론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항목을 나누고 키와 값을 연결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F0804-B24A-4653-8BF8-DD84CB62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완성 코드에서 필요한 부분을 읽습니다. 새로운 반복문이나 함수 정의를 작성하지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3945531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D1EEB-5E45-42D0-A566-71AA9C36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948A9-4AD7-46DE-A086-6DED2A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번호로 찾기와 키로 찾기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9A6F7-AFA0-4EDF-8EFD-43544B26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리스트와 딕셔너리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736CE-D72E-48E2-B549-39B8FE31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79D34-B5DD-46FC-B0F6-1D0F764A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A11_structures.py 전체 코드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8B1C2-26DA-41D9-A046-EFF0649B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리스트의 위치와 딕셔너리의 키를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6E8A1-6498-4696-8EF7-89F08DC1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지정한 값의 출력을 예상하고 결과와 비교합니다.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756A0-40D5-4F6E-B0A1-6B23F75B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7줄의 25.0을 26.0으로 바꿔 마지막 출력을 비교합니다.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B6237-0E91-43EF-BC2D-665FCDEE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위치·키·값과 수정 전후 출력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856AB-791E-400A-BDF1-64FF2A3E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첫 번째 위치를 0으로 읽고 키의 철자를 확인했습니까?</a:t>
            </a:r>
          </a:p>
        </p:txBody>
      </p:sp>
    </p:spTree>
    <p:extLst>
      <p:ext uri="{BB962C8B-B14F-4D97-AF65-F5344CB8AC3E}">
        <p14:creationId xmlns:p14="http://schemas.microsoft.com/office/powerpoint/2010/main" val="213656080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CA906-D77C-4CAE-8C46-E5F7693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9005D-B039-4D84-B746-AB834EC0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센서 소개와 여러 측정을 함께 묶기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7D374-63C0-4B92-9251-4592E540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표와 계층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B147F-58B7-4C2D-93C1-28FED03F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4C6E5-7F2B-42BD-845A-6668ABCD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센서 소개 한 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86EE3-FDAB-43D7-85D9-5DFE1584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센서 번호: S02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설치 위치: 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센서에 관한 공통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F37F3-174C-417E-8CCF-89704953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여러 시각의 측정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556FC-8DE3-43D1-AF19-E0F3AB33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10:00   24.0 ℃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10:05   온도 미측정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센서에 속한 측정 목록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B7EB5-4A5B-49AA-B559-0329C479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한 센서의 공통 정보와 반복되는 측정을 구분하면 표와 계층 구조를 비교할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8046250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9BDE6-2C3B-47ED-9C3A-70EC3A9A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29D45-3E49-492E-87BB-AA4C97EB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표로 펼치기와 계층으로 묶기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A6184-FDE6-4643-9DB2-764BDA4C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표와 계층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82420-DE0F-446D-B555-D36AD3DB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관점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표로 펼친 표현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계층으로 묶은 표현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정보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행마다 센서 정보가 반복될 수 있음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바깥 센서 객체에 한 번 둠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여러 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열의 여러 행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안쪽 readings 배열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 찾기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행을 고르고 열을 찾음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바깥 키, 배열 번호, 안쪽 키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기준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행별 비교와 정렬에 편리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대상과 관련 목록을 함께 읽기 편리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23E5D-6BC6-487A-9727-27D11EF1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어느 구조가 항상 더 좋다고 정하지 않습니다. 어떤 일을 하며 어떻게 값을 찾을지로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38535766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AF869-1F3A-4787-9503-D88BE316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EFA3F-0CEB-498D-891E-CC8AEC53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표와 계층의 같은 값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4D4BE-C275-41C4-901A-C20D31EF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표와 계층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ACD35-ADAE-44EF-9B33-F84E967C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3351B-E251-4D2F-96B9-82446E66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A12 센서 소개 1개와 측정 목록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C5477-FD62-4762-A26C-47516DA5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공통 센서 정보와 각 측정값을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D1830-544B-47ED-87A2-492067E8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표로 펼칠 때 반복되는 항목에 표시합니다.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5EE09-FCB4-4C07-836A-E4048324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계층 표현에서 지정한 측정값의 경로를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394FA-E905-45BC-9FC8-9533A703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공통 정보, 반복 항목, 값을 찾는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77160-3023-4A5B-93D6-65B5CB39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표현을 바꾸어도 측정 시각과 값의 연결이 유지됩니까?</a:t>
            </a:r>
          </a:p>
        </p:txBody>
      </p:sp>
    </p:spTree>
    <p:extLst>
      <p:ext uri="{BB962C8B-B14F-4D97-AF65-F5344CB8AC3E}">
        <p14:creationId xmlns:p14="http://schemas.microsoft.com/office/powerpoint/2010/main" val="56356221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AEBD8-B2F7-42A3-B12E-1FBCAA90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1CBE4-286B-433C-BE1B-60E5D815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CSV는 표를 글자로 표현하는 형식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1F5F6-356D-499F-B56F-C7575127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표를 CSV로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3154E-53FF-4C25-8385-DA71A57F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표와 연결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헤더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이름을 담은 첫 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다섯 항목 이름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필드 사이를 나눔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수업에서는 쉼표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행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레코드의 값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시점의 센서 관찰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필드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항목의 텍스트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번호 또는 온도 글자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560A3-5F28-4A69-9D59-F6F43D87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CSV 자체는 값의 의미나 자료형 규칙을 모두 담지 않습니다. 데이터 사전을 함께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38215546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F7D7C-A0BB-48B7-92CA-1CE9A16D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완성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886E5-0040-482F-B061-A15374A6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세 행의 표를 CSV로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A0415-E0C4-488C-AF71-D8AD495D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표를 CSV로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97B5F-DF9C-4987-B9CD-357CF53E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900FC-6E71-4DB7-95F6-1CAE9277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FBF26-65F5-464A-B991-393670D5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sensor_id,location,temperature_c,measured_at,active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S01,입구,22.5,2026-10-08 10:00,true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S02,창고,24.0,2026-10-08 10:00,true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S03,실습실,23.5,2026-10-08 10:00,true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A664D-C15A-4BD5-A52D-E4F2D1AD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첫 줄을 제외하면 기록은 세 건입니다. 각 행에서 같은 열 순서를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138849081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EC9B4-B512-465D-910C-7D3561FB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827BD-C195-41DB-A90A-8B0B0CCE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 3행을 CSV 원문으로 작성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CAD7B-6545-4AE4-B792-317E6DBD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표를 CSV로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F0877-4914-452B-91F6-E8EDE6E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B5460-C734-40E7-873A-DE7CBE79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A13의 세 측정 표와 빈 편집칸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18538-8941-44B4-8D5E-85782434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헤더 다섯 개를 쉼표로 나눠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7A18E-28A8-4C90-98AA-20E29D55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세 기록을 한 줄씩 같은 순서로 옮깁니다.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473CB-E656-44F1-A901-4612B1C1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표로 다시 읽고 값·기록 수를 확인해 저장합니다.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C1457-7FD0-404E-A7CB-9C3B8155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다섯 열, 데이터 세 건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4A9D4-1907-4165-95CE-E48A68D3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구분자가 보인다는 사실과 내용이 맞는다는 판단을 구분했습니까?</a:t>
            </a:r>
          </a:p>
        </p:txBody>
      </p:sp>
    </p:spTree>
    <p:extLst>
      <p:ext uri="{BB962C8B-B14F-4D97-AF65-F5344CB8AC3E}">
        <p14:creationId xmlns:p14="http://schemas.microsoft.com/office/powerpoint/2010/main" val="146024567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9F786-218F-4953-BCCC-C022F7C4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F7147-0E52-4B78-A9A2-AA475067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값 안의 쉼표와 열 사이의 쉼표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31119-D24D-4CB1-A51B-2DFF5E9F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쉼표·빈칸·식별자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0BA0C-F127-4C31-863F-4B9C5F24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예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읽어야 할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"창고, 안쪽"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쉼표를 포함한 하나의 위치 값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,,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비어 있는 필드를 유지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 식별자의 선행 0 보존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기록한 숫자 모양의 필드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25FEB-3DB3-4D31-A53E-91F17AA8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CSV의 큰따옴표는 필드 구분을 돕습니다. 스프레드시트의 자동 숫자 변환까지 막는 자료형 선언은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53491922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6A290-F116-4871-A186-5B45443E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AC19C-9F27-4AE1-ADEC-504FDBE0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텍스트를 열 때도 해석 규칙이 필요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8146D-0348-485A-A476-6439EE9B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쉼표·빈칸·식별자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ABD2A-1DAF-4767-9C8C-3E038069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E6048-0C91-4283-A18E-B77BE790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CSV 원문에 남긴 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09C8B-ECFE-49B9-8E88-DFA2C3F3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직원 식별자 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원문에는 선행 0이 있습니다.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식별자 규칙대로 글자로 보존합니다.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5FAB6-34E5-43FB-984C-4577052E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도구가 숫자로 자동 해석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49C2B-AF9E-4E6A-86B8-ADA241BD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화면에 1만 표시될 수 있음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도구의 읽기 설정과 원문을 비교하고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식별자 열을 문자열로 취급합니다.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03495-63CC-426A-A909-E223AA2A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값의 보존 여부는 화면 모양 하나로 판단하지 않습니다. 저장 원문과 읽기 규칙을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03767549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800AF-E573-4B67-AE70-8C890E89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68CED-AB52-41D3-AAA1-F522E807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쉼표, 빈칸, 식별자의 의미 보존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7D6E4-A32C-4952-BC83-7F8B2298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쉼표·빈칸·식별자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62454-DD7F-417A-9DD3-EE022592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62C46-1727-4B4A-B271-F2A16940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A14의 CSV 비교 사례 3개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5FCFA-8230-413D-808C-71DF6420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인용한 쉼표가 필드 안에 남는지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9BF6C-07B5-4159-9B44-1DE2A26B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빈 온도와 0의 의미를 구분합니다.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FC8E6-4D2F-4889-A5A3-B21F49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식별자 001의 선행 0을 보존할 방법을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A0EBC-29EF-45F4-B126-25FEA8E7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사례별 원문 값과 읽은 값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B7576-2F2A-41B7-972D-5FE00ED6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"001"처럼 따옴표를 붙였다는 이유만으로 모든 도구에서 문자형이 보장된다고 쓰지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214332869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C7C16-09FC-4D3F-8694-3759C57E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완성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BC2A9-53BF-41D1-8E44-CC94A979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측정 두 건을 추가한 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0DAE3-E184-496F-9B48-8B52D33F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기록 추가와 품질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41ADB-5C2D-41A6-83E6-7F93A976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05111-17AA-42D0-83A7-3DB3274B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앞의 세 기록에 두 기록을 추가하면 다섯 건입니다.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B8416-F802-4D0A-A877-A3D1CED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9494A-A922-4781-B98E-A00210FD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S03,실습실,23.7,2026-10-08 10:05,true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S04,복도,21.2,2026-10-08 10:05,false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4EB60-2102-40E6-90A5-84D72DA1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한 센서의 다른 시각 기록은 별도 관찰입니다. 헤더를 중간에 다시 넣지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3232658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BDAFF-FD7C-474E-BCC3-0D2AB0F7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7553E-4ACE-4D88-872E-FCEB123D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파일을 읽은 뒤에도 남는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AC184-B03B-4D2E-BF60-E9430135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기록 추가와 품질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1FDDF-7A30-4030-84B5-A6B3E126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관점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행이 다섯 필드이며 헤더가 한 번 있는가?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 단위를 모두 섭씨로 해석할 수 있는가?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센서·같은 시각 조합이 중복되는가?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 빈칸은 어떻게 설명하고 보존할 것인가?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1C5C8-748B-427C-A668-6676A96A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파싱 성공은 원문을 읽었다는 뜻입니다. 실제 측정이 맞는지까지 보장하지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5330693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E5E7F-D99E-4E6E-BC99-0CF2C4CA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DB757-46FB-46D3-9AED-A5BAD73A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두 행 추가와 작은 품질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BD5E2-11F2-41B9-9E8C-D76EBB4B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기록 추가와 품질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AA351-5E92-4567-894A-47003534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C25AB-B8C2-409F-8612-57D2FEC8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A15 추가 측정 2행과 앞의 CSV 3행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B82B0-F4A9-4FAE-AC7C-B139C16F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헤더를 반복하지 않고 측정 두 행을 추가합니다.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9E0D1-2B35-456F-B589-4AA4D4D5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데이터 다섯 건과 단위·중복·누락을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C331D-BECD-40F0-8B59-C5E02F78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읽기 성공과 내용 검수의 결과를 따로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04998-39C2-47AA-955A-B08A78A9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CSV 다섯 건과 품질 확인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13F86-65CA-4C58-BFEF-106A4536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센서 번호만 보고 다른 시각의 기록을 지우지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94511122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5F54D-A78E-49F8-BCB9-91094BA7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완성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8A442-38F8-4E2C-9F9E-720BC6A4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CSV를 읽는 작은 완성 코드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3E4FF-0E93-4AFE-B697-5F088B40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CSV 읽기 코드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5451D-F948-4F0A-8E9C-5059D889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E80DB-6062-470B-8FFE-D5FD42BF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759CA-A7F0-42E4-ABBB-B47F6500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csv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from pathlib import Path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source = Path(__file__).resolve().parent.parent / "data" / "base_readings.csv"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with source.open(encoding="utf-8", newline="") as file: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rows = list(csv.reader(file))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print(rows[0])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print(rows[1])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print(rows[1][2], type(rows[1][2]).__name__)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0FF96-2485-48EC-92AD-2922178C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준비된 코드로 위치 찾기, 읽기, 헤더와 첫 기록, 문자열 자료형을 관찰합니다.</a:t>
            </a:r>
          </a:p>
        </p:txBody>
      </p:sp>
    </p:spTree>
    <p:extLst>
      <p:ext uri="{BB962C8B-B14F-4D97-AF65-F5344CB8AC3E}">
        <p14:creationId xmlns:p14="http://schemas.microsoft.com/office/powerpoint/2010/main" val="105378994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5C497-65D4-48C3-BCED-CBFF36F9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70152-515A-4B1D-9E2A-52D6252F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CSV 코드 1~5줄의 준비와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CBA40-52A1-4D18-9FFD-D1AC3D76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CSV 읽기 코드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8C712-76C2-444B-ACE8-98ADD2A9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43000"/>
                <a:gridCol w="982980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1~2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csv와 파일 위치 도구 Path를 가져옵니다.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코드의 두 단계 위 폴더에서 data 파일을 찾습니다.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UTF-8로 엽니다. 줄바꿈 처리는 csv에 맡깁니다.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들여쓴 구간에서 각 행을 읽어 rows 목록에 모읍니다.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58619-5E50-476D-B526-7ADFE96B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__file__은 코드 파일 경로, parent는 위 폴더입니다. with는 들여쓴 작업 뒤 파일을 닫는 제공 문법입니다.</a:t>
            </a:r>
          </a:p>
        </p:txBody>
      </p:sp>
    </p:spTree>
    <p:extLst>
      <p:ext uri="{BB962C8B-B14F-4D97-AF65-F5344CB8AC3E}">
        <p14:creationId xmlns:p14="http://schemas.microsoft.com/office/powerpoint/2010/main" val="100826558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09CA0-018C-4C77-8B8D-1333B4AC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완성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0338C-1D2A-4A89-810C-3255551A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CSV 코드 6~8줄의 실제 출력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57149-5364-4F9C-86A1-8F4E3DD0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CSV 읽기 코드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D6E55-95E3-4631-B58E-7FDCBCBB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6FF45-5BA9-44FE-B3CD-514D1E3A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6줄: 헤더 목록, 7줄: 첫 기록 목록, 8줄: 첫 기록의 온도와 자료형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A91B7-CA1C-47B9-BAA6-EECA607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F5667-7F63-4B34-BDF9-3D83F89C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['sensor_id', 'location', 'temperature_c', 'measured_at', 'active']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['S01', '입구', '22.5', '2026-10-08 10:00', 'true']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 str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113E1-10AA-446E-B01D-FEE7661B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rows[1][2]는 1번 행에서 2번 필드를 고릅니다. 기본 CSV reader가 읽은 온도는 문자열입니다.</a:t>
            </a:r>
          </a:p>
        </p:txBody>
      </p:sp>
    </p:spTree>
    <p:extLst>
      <p:ext uri="{BB962C8B-B14F-4D97-AF65-F5344CB8AC3E}">
        <p14:creationId xmlns:p14="http://schemas.microsoft.com/office/powerpoint/2010/main" val="165452614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15945-BAAD-4FCB-A840-81C57090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7257E-B6BB-48E1-9633-BBDABA5F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CSV 출력과 원문을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C8A23-3E4C-4BB0-887F-62FB4625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CSV 읽기 코드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10EAA-DBF0-4E58-9991-E471D84A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83D10-7E77-41CD-982A-CD1E546F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A16_read_csv.py 전체 코드와 원문 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B52E9-877D-4DA8-AF20-E686A829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각 줄의 역할을 준비·입력·값 선택·출력으로 나눕니다.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F60F3-B394-4CF7-A6D8-11AD7BB7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헤더와 첫 레코드의 예상 출력을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BAA14-04D5-4228-99DD-E6D13E11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온도 필드의 type 결과와 데이터 사전의 뜻을 비교합니다.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EC578-11D1-44FC-8823-089DBB53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전체 줄 해석, 예상 출력, 자료형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AF868-696A-4D9B-AA94-6C4B7205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화면에 22.5가 보인다는 이유로 바로 float라고 판단하지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107560889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79FDE-D5D3-4F9A-BC3C-32EA1F7D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B4AB8-9A62-4D5A-9C11-9B3E875B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JSON은 이름표와 값으로 내용을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0109D-A36B-4104-B253-A7E1B02E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한 행을 JSON으로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79475-BC6F-4B58-BEDB-9C9CC1B7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표와의 연결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{ }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객체 하나의 범위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한 행을 묶음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"키": 값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이름과 값 연결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이름과 셀 값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사이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항목으로 이동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 ]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값의 배열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기록을 순서대로 묶음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6EDF2-7DAA-4DC6-A1C7-8152BCB8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JSON 객체의 키는 문자열입니다. 숫자·불리언·null은 문자열과 다르게 표현합니다.</a:t>
            </a:r>
          </a:p>
        </p:txBody>
      </p:sp>
    </p:spTree>
    <p:extLst>
      <p:ext uri="{BB962C8B-B14F-4D97-AF65-F5344CB8AC3E}">
        <p14:creationId xmlns:p14="http://schemas.microsoft.com/office/powerpoint/2010/main" val="122672891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0DA79-8D65-4BAD-A68A-010671F4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완성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B619F-B201-46C1-87A9-8995FFB5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측정을 객체로 작성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89113-47B0-4F34-8B20-06C7009C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한 행을 JSON으로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D4258-0EA1-4C00-87A4-61A202F1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A4CC1-AB72-4DC3-9069-8C84541C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BA99B-06C4-44BF-8F1B-E8951634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{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"sensor_id": "S01",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"location": "입구",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"temperature_c": 22.5,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"measured_at": "2026-10-08 10:00",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"active": true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8A88F-3FFE-4DC4-A9CF-D4CCE859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같은 다섯 항목의 값입니다. 여기서 온도는 number, active는 boolean, 날짜와 시각은 string입니다.</a:t>
            </a:r>
          </a:p>
        </p:txBody>
      </p:sp>
    </p:spTree>
    <p:extLst>
      <p:ext uri="{BB962C8B-B14F-4D97-AF65-F5344CB8AC3E}">
        <p14:creationId xmlns:p14="http://schemas.microsoft.com/office/powerpoint/2010/main" val="33863173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F4631-D335-4C27-A596-6CD87D1D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FE86F-C2F0-4341-BF7C-806D3F06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행을 JSON 객체로 작성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4B79A-3E1C-4A2A-8A38-D9534C65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한 행을 JSON으로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17CAA-C94E-4244-83E1-664A8239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4D722-140A-436F-930C-FBC7D8BF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A17 첫 측정 한 건과 빈 JSON 편집칸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B334B-09F8-444C-9EBE-B49C1210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큰따옴표로 키를 쓰고 값과 콜론으로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35798-293B-4B5F-B76D-12029C06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문자열·숫자·불리언을 구분해 다섯 항목을 적습니다.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4D67E-0AAD-4E79-81C1-11F3CADF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형식 검사 후 값과 자료형을 원문과 대조합니다.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76EB9-0303-4275-A380-18F1610C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다섯 키를 가진 JSON 객체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CFEB8-7ED1-4F01-8600-E3DEE20C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키 순서보다 키와 올바른 값의 연결을 확인했습니까?</a:t>
            </a:r>
          </a:p>
        </p:txBody>
      </p:sp>
    </p:spTree>
    <p:extLst>
      <p:ext uri="{BB962C8B-B14F-4D97-AF65-F5344CB8AC3E}">
        <p14:creationId xmlns:p14="http://schemas.microsoft.com/office/powerpoint/2010/main" val="58513459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97759-D403-4561-9FE8-0704811A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1FD9D-3FDD-4B1A-9B0F-8405187A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객체, 배열, 중첩을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8C0FA-A9BC-4F53-9070-B13BEF20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객체·배열·중첩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5F67B-0762-470D-AB06-4776E6C0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무엇을 묶는가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찾는 기준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객체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이름표가 있는 항목들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순서대로 나열한 값들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 번호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중첩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묶음 안에 다른 묶음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바깥부터 키와 번호를 차례로 사용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B6BFB-1EBC-4FAD-B2A5-E14EC753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바깥 구조와 안쪽 구조를 따로 살핍니다. 배열의 각 값이 객체일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59148775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18ECB-E890-4FAD-BF06-2D608123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완성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B4CCC-8671-493E-AB9F-B270F03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센서 소개와 측정 목록의 계층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6E0DC-AFD8-42DD-8EA7-D3739B20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객체·배열·중첩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56011-D9F4-453B-B71D-DF1A95DA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6CC0E-CEE7-4453-8A9E-2608121D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B5B19-C9B7-4503-BDB6-D4C0923E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{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"sensor": {"sensor_id": "S02", "location": "창고"},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"readings": [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{"temperature_c": 24.0, "measured_at": "2026-10-08 10:00", "active": true},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{"temperature_c": null, "measured_at": "2026-10-08 10:05", "active": true}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FC2FB-3881-4DCF-B1E0-0F4F6FFC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바깥 객체에 sensor와 readings가 있습니다. sensor는 객체, readings는 배열이며 번호는 0부터 읽습니다.</a:t>
            </a:r>
          </a:p>
        </p:txBody>
      </p:sp>
    </p:spTree>
    <p:extLst>
      <p:ext uri="{BB962C8B-B14F-4D97-AF65-F5344CB8AC3E}">
        <p14:creationId xmlns:p14="http://schemas.microsoft.com/office/powerpoint/2010/main" val="181824104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33BD0-64D1-4CF1-A55B-CC3877B4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07FA5-9CDA-4B04-BCFB-7DAB0C2F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중첩 구조에서 네 값을 찾는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81BA6-11F5-4827-8180-8335A77C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객체·배열·중첩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DC1A5-7BB6-4BDA-9DE9-1306A792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6496050"/>
                <a:gridCol w="23812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바깥부터 따라갈 순서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도착한 값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two_readings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0번 객체의 sensor_id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two_readings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1번 객체의 temperature_c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nested_sensor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sensor의 location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창고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nested_sensor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readings의 1번 객체, temperature_c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null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D40D5-F8E4-4650-96FC-005641C5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같은 온도 항목도 어떤 파일의 어느 기록인지 먼저 정해야 정확한 값을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40949247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EF84D-C4BA-48DB-A686-B1E483B3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4E976-F636-4D26-A98D-08DB8C15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배열과 계층에서 네 값 찾기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F1BA8-DAA7-4A90-8845-E9A076AD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객체·배열·중첩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E7CD8-8630-481A-9920-E33F6385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BE22D-C8E5-48D8-B5F9-CEA31568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A18 두 기록 배열과 센서 객체 속 측정 목록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8C87F-F527-4552-98B8-39D6708A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객체와 배열의 시작·끝 괄호를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6F1F1-740F-4CB2-B54A-5159A841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지정한 네 값을 바깥 키·번호·안쪽 키로 찾습니다.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EBA1C-AD75-4488-99F8-95F84A1D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같은 값을 표에서는 어느 행·열로 찾는지 비교합니다.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3212C-CF9E-4A0A-A3DF-36F4052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네 값과 그 값을 찾는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7CA99-91A1-413C-8F16-02ACBB0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배열 번호와 항목 키를 섞어 읽지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22071409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E1753-9A4D-4D3E-9650-DE7881B8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A19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B9E02-2D28-4582-8371-7A5E04FB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자료형을 보존하며 두 행을 변환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92D8D-B643-4551-93DE-126B5353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A19  자료형 보존과 구문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ED43B-7CF3-47A4-890A-987E1242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CSV에서 해석한 의미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표현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흔한 혼동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 22.8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"22.8"은 문자열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 온도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null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0이나 "null"과 다름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작동 상태 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"true"는 문자열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식별자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"S01"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이름표 의미를 그대로 보존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96C21-D9A1-4CA4-A51C-31C8DFB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원문의 문자 모양만 복사하지 않고 데이터 사전의 의미와 자료형을 함께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6279368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38811-D4B0-4BDF-9E66-E1951840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A19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7D8AD-D25D-48F7-A0D9-25C7751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내용과 구문은 다른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31AB9-8886-47BA-B496-250410DC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A19  자료형 보존과 구문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B5D5B-C0BA-4B75-8191-A8114FF2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틀린 예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근거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작은따옴표로 쓴 키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JSON의 문자열 표기 규칙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사이 쉼표 누락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JSON의 항목 구분 규칙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자료형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"active": "true"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수업의 active는 불리언 의미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원문과 다른 온도 숫자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관찰과 대조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13B51-09D8-43AE-929F-DB465616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문법을 고친 후에도 원본 값과 자료형을 다시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17012581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09510-7A53-4F4B-B797-6EC7D075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A19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C89F5-6496-4D85-AC89-619FB68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두 기록 변환과 구문 오류 두 개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CF99B-AA08-4984-9223-D88EE5BD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A19  자료형 보존과 구문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A7CA5-2BED-423A-919A-06774FCC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32E67-A5DB-4E5C-9333-1918CD8D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A19 CSV 두 행, 별도의 오류 JSON 두 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BD8E2-3849-4AC3-8680-BF256457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온도·상태·미측정의 뜻을 유지해 JSON 배열로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2DC87-4B65-49EC-9115-2CE9BE0D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별도 오류 파일의 기호만 최소한으로 고칩니다.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70D93-69AF-4DC8-984D-490E18A5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변환한 두 기록과 복구한 파일을 각각 다시 검사합니다.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D1C23-5192-40BB-92D2-4BA9E496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JSON 두 객체와 오류 복구 이유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1244F-7E37-4753-85D5-215593B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모르는 측정값을 만들어 빈칸을 채우지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118072995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423B1-92F9-4FF1-9156-0EC988F2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A20  완성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DA438-A888-4BDD-A7A4-DE66D9B3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JSON의 값과 자료형을 읽는 코드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FE2B5-F194-46ED-90C5-1C867E07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A20  JSON 읽기 코드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6520D-A283-4F2A-9EDF-9C941AC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730C1-4BC9-498C-886C-503BFC82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1D101-1240-4AB6-B469-4425F0B7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json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from pathlib import Path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source = Path(__file__).resolve().parent.parent / "data" / "nested_sensor.json"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data = json.loads(source.read_text(encoding="utf-8"))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print(data["sensor"]["sensor_id"])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print(data["readings"][0]["temperature_c"], type(data["readings"][0]["temperature_c"]).__name__)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print(data["readings"][1]["temperature_c"], type(data["readings"][1]["temperature_c"]).__name__)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print(data["readings"][0]["active"], type(data["readings"][0]["active"]).__name__)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711BE-CF43-459A-AE26-8C2214DD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8줄의 완성 코드입니다. 경로를 먼저 읽고, 개인 실행은 Python이 준비된 환경에서 병행합니다.</a:t>
            </a:r>
          </a:p>
        </p:txBody>
      </p:sp>
    </p:spTree>
    <p:extLst>
      <p:ext uri="{BB962C8B-B14F-4D97-AF65-F5344CB8AC3E}">
        <p14:creationId xmlns:p14="http://schemas.microsoft.com/office/powerpoint/2010/main" val="103050662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97D1B-B662-4064-8AAB-F0D0D0E5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A20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343B9-23F5-402D-8FE8-7DAA6797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JSON 코드 1~8줄의 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C9E2A-B77F-4046-B303-CCF8A6AA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A20  JSON 읽기 코드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DEE7B-870F-42E4-8E53-38E0DA26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43000"/>
                <a:gridCol w="9829800"/>
              </a:tblGrid>
              <a:tr h="585107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1~2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json과 파일 위치 도구 Path를 가져옵니다.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data/nested_sensor.json의 위치를 지정합니다.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UTF-8 문자열을 읽고 JSON을 Python 값으로 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sensor의 sensor_id를 출력합니다.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6~7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readings의 0번과 1번 온도, 자료형을 출력합니다.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관찰의 active 값과 자료형을 출력합니다.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960BA-4B56-424A-ABEA-BE4BED68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read_text는 파일의 글자를 읽습니다. json.loads는 읽은 JSON 글자를 값과 묶음으로 해석합니다.</a:t>
            </a:r>
          </a:p>
        </p:txBody>
      </p:sp>
    </p:spTree>
    <p:extLst>
      <p:ext uri="{BB962C8B-B14F-4D97-AF65-F5344CB8AC3E}">
        <p14:creationId xmlns:p14="http://schemas.microsoft.com/office/powerpoint/2010/main" val="98715389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14E43-5986-4BFA-9271-CD76E771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A20  완성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98F1A-CCD4-4E6C-A12D-C6379661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JSON 코드를 실행한 실제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381E7-340D-4CA3-9DA7-5C11898B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A20  JSON 읽기 코드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B692A-95B8-45AA-AA10-B625F778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0B8B6-CDF4-47C5-92C3-E4EBB191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3E90D-F814-44B1-8A66-8326CE1A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S02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1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24.0 float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1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None NoneType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1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True bool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E548A-D2C2-4E8F-8022-D09B05E4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JSON number 24.0은 float, null은 None, true는 True로 읽힙니다. 파이썬의 출력 표기와 JSON 원문을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408328406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C53AA-D033-4D5B-A4F6-35979BA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A20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A29BA-DE1D-4C02-966C-53CE44A1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CSV와 JSON의 읽기 결과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A9D6D-3B90-4C29-8480-DBEC3D5B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A20  JSON 읽기 코드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3EF26-3F44-4EF3-BACC-19F59121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원문의 표현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CSV 기본 reader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읽기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 숫자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 모양 문자열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숫자 값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 상태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"true" 문자열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 불리언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문자열 필드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None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묶음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행과 필드 목록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배열·객체에 대응한 목록과 딕셔너리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7917B-4237-406F-9685-E17326C7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형식의 기본 동작과 수업의 해석 규칙을 함께 봅니다. Python의 출력 표기를 JSON 원문에 그대로 쓰지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89820290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F9C90-7B7A-4E25-8E92-AADDF0FA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A20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01807-4629-4E7D-8000-0F3D8B55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JSON 경로와 출력, 자료형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0E609-0718-4A39-BDD5-A6C0E956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A20  JSON 읽기 코드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8B650-53B5-42E9-A48F-2A65EDAC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91147-E86A-448B-A526-00DDDF2B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A20_read_json.py 전체 코드와 JSON 원문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DD14D-B6D0-4C47-B705-CE184FF9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읽으려는 값의 경로를 원문에서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A58E1-C7C7-44FD-8D3D-FD514686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출력 값과 type 결과를 예상해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830EC-31FF-40F8-A61A-007C6DDC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같은 항목의 CSV 읽기 결과와 다른 점을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DB1DC-63B8-4327-8898-B40D9FE2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줄별 뜻, 예상 출력, CSV와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F16D0-775D-4D7B-BFD5-9063D1FE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JSON 원문의 true와 Python 출력 True를 구분했습니까?</a:t>
            </a:r>
          </a:p>
        </p:txBody>
      </p:sp>
    </p:spTree>
    <p:extLst>
      <p:ext uri="{BB962C8B-B14F-4D97-AF65-F5344CB8AC3E}">
        <p14:creationId xmlns:p14="http://schemas.microsoft.com/office/powerpoint/2010/main" val="23664834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25927-1174-484D-9BA7-A4DFC502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46CB2-8346-4187-9E1C-58D780E2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업무 꾸러미에 섞인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3A06B-68EA-45FC-B313-DBDBB488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A21  새 업무 자료 분류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1A14E-5860-4B6D-9636-456CFCEA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받은 자료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분류할 관점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쓸 수 있는 정보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점검 메모 6건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항목 추출 가능 여부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센서, 시각, 온도와 상태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사진 설명 카드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장면·이미지와 셀 값의 차이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보이는 상황과 촬영 맥락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짧은 자유 메모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자유 내용에서 추출할 항목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작성자의 관찰과 미확인 의견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6BF47-9287-4218-9498-D71013C5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분류를 붙이는 데서 끝내지 않고, 어떤 질문에 답할 수 있고 무엇은 모르는지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1266398116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61809-E272-4A03-BC57-3902577A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A21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7F930-C435-4895-B428-B2F57BA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관찰과 해석을 구분한 사용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2ED3D-A802-42D9-AC25-8EFF6E39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A21  새 업무 자료 분류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0CBDB-BC0F-4CF9-93FB-F9AF8981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0FA84-7A5C-452A-9719-BEF91332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자료에서 직접 확인한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CF26F-D138-405F-B7D5-503629B5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원문에 적힌 센서와 시각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측정값 또는 미측정 표시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사진 설명에 적힌 촬영 상황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A3D82-09C1-48B2-A3E4-3B602F35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추가 근거가 필요한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B252E-AA69-489B-AA0C-911E3C29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사진에 없는 시각의 상태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전체 공간의 안전 판단</a:t>
            </a:r>
          </a:p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미측정 온도의 실제 숫자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8044C-BB59-4ABE-B9C6-C66E1A9C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정리한 데이터에 근거 없는 결론을 섞지 않는 것도 설계의 일부입니다.</a:t>
            </a:r>
          </a:p>
        </p:txBody>
      </p:sp>
    </p:spTree>
    <p:extLst>
      <p:ext uri="{BB962C8B-B14F-4D97-AF65-F5344CB8AC3E}">
        <p14:creationId xmlns:p14="http://schemas.microsoft.com/office/powerpoint/2010/main" val="42713387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EA076-D4E2-4E80-A7FB-6D68B784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17BC6-8CD8-468F-8ACF-E186B8A5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업무 꾸러미를 분류하고 한계 설명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AC724-1911-4F07-9440-BC0651F7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A21  새 업무 자료 분류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97385-8F27-47D9-8F3B-984B27A0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62A0A-F80D-4E39-B8AA-515D7BA4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A21 새 점검 메모, 사진 설명, 자유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B8965-9631-4015-89DC-9501EC3A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각 자료의 구조와 기록한 내용을 분류합니다.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8A6F1-2473-4FE1-AA2C-839C1F1A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활용할 정보와 빠진 맥락을 표시합니다.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679DE-777F-4A82-BEC8-9FD92B10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작업 목적에 맞는 항목과 확인 질문을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7142A-7370-42DE-9540-B1C7502E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자료별 형태·활용 정보·한계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92A86-1A23-404C-B145-7C5639DC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사진 속 표의 모양과 바로 계산할 셀 데이터를 구분했습니까?</a:t>
            </a:r>
          </a:p>
        </p:txBody>
      </p:sp>
    </p:spTree>
    <p:extLst>
      <p:ext uri="{BB962C8B-B14F-4D97-AF65-F5344CB8AC3E}">
        <p14:creationId xmlns:p14="http://schemas.microsoft.com/office/powerpoint/2010/main" val="1540066578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82CBC-3FAC-4D38-A586-7424B969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6B05B-19F2-4634-9001-30C5AFEC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표현하기 전에 다섯 필드를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4F0FB-5669-49F6-B576-7E56851A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A22  설계한 자료 표현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46C8F-73BC-4CE2-BCCA-230F49D6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619125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의미적 종류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계획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sensor_id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명목 식별자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location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명목 범주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temperature_c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연속량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숫자, 미측정 표현 따로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measured_at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날짜와 시각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 있는 문자열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active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상태의 범주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CSV 글자, JSON 불리언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6FA7F-04B0-49D6-9C2F-4BDC6A4F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각 항목의 단위·누락 처리와 기록 식별 키도 함께 정합니다.</a:t>
            </a:r>
          </a:p>
        </p:txBody>
      </p:sp>
    </p:spTree>
    <p:extLst>
      <p:ext uri="{BB962C8B-B14F-4D97-AF65-F5344CB8AC3E}">
        <p14:creationId xmlns:p14="http://schemas.microsoft.com/office/powerpoint/2010/main" val="94525029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A9F84-4992-4DDC-A97D-E67ED2FA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A22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42426-FA40-4B02-A2B3-40269398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기록 6건의 작성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92E1C-CF42-4EDF-A731-31C5B99D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A22  설계한 자료 표현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A9B88-D2F1-4017-95A5-50EE47E4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619125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대상과 지켜야 할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CSV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점검 메모 여섯 건, 공통 다섯 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지정한 첫 번째와 세 번째 기록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CSV 빈칸, JSON null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실측 0.0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측정값 0을 그대로 보존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기록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의미·저장형·단위·누락·키 선택의 이유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D854D-930D-4700-9520-D57E851F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양식을 사용할 수 있습니다. 값만 옮긴 뒤 끝내지 않고 자신의 설계 규칙과 일치하는지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149297997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A3611-6614-40FF-8213-53741E9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A4459-8D10-4D6E-8B9F-B820863D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설계한 규칙으로 CSV와 JSON 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2553D-0E3D-43A9-AFD2-EC64F0F9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A22  설계한 자료 표현  /  활동 전체 15분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9F848-4CD5-4373-BAAA-69DE55C5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ED93B-7598-4B5E-8885-4E43C6E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A22 새 메모 6건과 필드 설계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E6597-9680-460A-8760-3A68A417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다섯 필드의 의미·저장형·단위·누락·키를 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D103B-52A1-4772-82F1-1A95880D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CSV 여섯 건과 지정 두 건의 JSON을 작성합니다.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AD767-60AE-41D8-B6D2-90722CD8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원문·설계 규칙·표현 결과를 함께 대조합니다.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9682A-BCFA-4982-A6E4-FA3E11DE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필드 설계표, CSV6건, JSON2건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C18EC-E253-4A37-8B64-55004984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숫자처럼 보이는 식별자와 측정 수량을 같은 종류로 설계하지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972847653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27DEF-D2D6-4B88-86A2-A70FAF5A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B8D41-9779-4CD0-8606-A1B64985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데이터를 검수하는 네 가지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80910-00CF-438E-AF43-E3C5B18C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A23  네 관점의 검수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DBC1D-7A22-4D70-9ED8-BFD43CE2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관점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값은 무엇을 뜻하며 단위가 맞는가?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행의 관찰 단위와 키가 일관적인가?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자료형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문자·숫자·불리언·없음이 계획과 같은가?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형식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CSV 구분과 JSON 기호를 올바르게 썼는가?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9826B-689A-45D7-B4E5-EE3B6433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네 관점을 따로 확인하면 문법 통과를 내용의 정확성과 혼동하지 않게 됩니다.</a:t>
            </a:r>
          </a:p>
        </p:txBody>
      </p:sp>
    </p:spTree>
    <p:extLst>
      <p:ext uri="{BB962C8B-B14F-4D97-AF65-F5344CB8AC3E}">
        <p14:creationId xmlns:p14="http://schemas.microsoft.com/office/powerpoint/2010/main" val="1266134755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32324-D841-4C44-B3E3-2BCD4E6B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A23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0B7E8-217B-488E-BE36-8B55F14F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실측 0과 미측정의 서로 다른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98BDE-159B-49E9-A920-5AF4D686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A23  네 관점의 검수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42AA6-18A5-4B87-8411-8B6D814E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AD34C-609B-4D14-B65D-FE2BA324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CSV의 S04 온도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1764B-A2C2-4DE6-A8C2-05FD680A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원문: 실제 측정 0.0 ℃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전달된 초안: 빈 필드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측정값을 원문과 대조합니다.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23763-20F6-4676-A145-57D999B0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JSON의 S03 온도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D2F92-5EDE-44CF-9BDC-6E175AD8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원문: 온도 미측정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전달된 초안: 문자열 "null"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값 없음의 표현을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A57A7-12DF-44DC-A3B6-07BFF805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둘 다 형식은 읽을 수 있습니다. 원문이 확인한 0.0과 미측정의 뜻을 보존해야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2035324438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E15BB-B9AC-4B28-BE17-3847693C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F236B-2F54-4885-B30C-DCCF425A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네 관점으로 산출물 검수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3FC21-EBA9-4FA2-8C7E-664F5A42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A23  네 관점의 검수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A2440-C757-4FFD-953A-B4201676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86398-A8CA-4E62-BDE0-CE26C7A2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A23 자신의 파일과 오류 카드 1~2개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77E5E-AD05-4680-907A-576E7ED2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의미·구조·자료형·형식 관점으로 문제를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68E9F-C0C2-4C5B-9048-4BE370F1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원문 근거가 있는 부분만 수정합니다.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B989C-6A57-4A67-AE2C-5BC5980C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다시 읽어 결과를 확인하고 미확인 사항을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2DF09-7F10-4EA1-8DE4-04BFDD07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검수 근거와 수정 전후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4478D-5E6B-4FBA-B793-EC63387F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파일이 열렸다는 결과만으로 모든 검사를 통과했다고 쓰지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168847274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519BC-F0DF-4228-B35F-DDA01DEA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39E80-988D-4C7A-8711-8301756A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상황에 개념을 적용하는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F0F4F-7BEE-4055-93E8-F511E976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A24  개념의 전이와 설명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36E7A-E73B-402B-945E-BE88D210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상황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설명에 사용할 기준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 모양 사번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값의 의미와 저장 자료형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표를 찍은 사진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내용의 모양과 기계가 읽는 구조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키를 정한 JSON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표현 형식과 스키마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0과 null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측정값과 값 없음의 뜻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39168-CEF9-44D1-9A31-FA7743F5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분류 이름만 말하지 않고 원문에서 확인한 근거와 선택 이유를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693712233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868B2-4B86-4D37-81AF-8A768DC1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A24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703A4-0F00-4DD8-B977-22CC3007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결과 설명의 세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76594-0D4E-4426-BB95-9892531D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A24  개념의 전이와 설명  /  활동 전체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197E6-70CD-45E3-9710-8CA9E80D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문장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포함할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자료를 어떤 뜻과 구조로 이해했는가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자료형과 CSV·JSON 표현을 골랐으며 왜인가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확인한 것과 아직 모르는 것은 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C8016-C222-41A4-A5B2-2C401B37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실제로 수행한 확인만 적습니다. 개인 Python 실행 여부와 브라우저·종이·시연 비교를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56495970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5FB1E-7D2F-46C6-8CB9-6D183197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A24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66902-5786-4A99-A0C6-62BA71EA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개념 전이와 결과 설명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73C88-34E9-4C6C-8304-A11A6853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A24  개념의 전이와 설명  /  활동 전체 15분  /  이 화면의 학생 작업 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B835D-54D1-4F60-B398-03EEE8C8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64F28-8D76-4802-892E-648E8FFF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A24 새로운 질문 4개와 자신의 산출물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47E9D-7562-4D74-9BD8-801082C2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네 질문에 분류와 근거를 함께 답합니다.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C3353-7AA7-4540-9316-17DEB857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데이터 설계와 표현 선택을 세 문장으로 설명합니다.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05077-6671-4882-9E15-6DDB3A7C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미확인 사항과 다음 확인을 구분해 전달합니다.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2A997-F774-41D0-B3BF-A1320AB1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새 질문4개 답과 결과 설명3문장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E8AC1-B950-4D62-BE6E-A1304D10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정형성·의미·저장형 세 축을 서로 대신하는 말로 쓰지 않았습니까?</a:t>
            </a:r>
          </a:p>
        </p:txBody>
      </p:sp>
    </p:spTree>
    <p:extLst>
      <p:ext uri="{BB962C8B-B14F-4D97-AF65-F5344CB8AC3E}">
        <p14:creationId xmlns:p14="http://schemas.microsoft.com/office/powerpoint/2010/main" val="1886031088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906EC-CD8D-4CD1-86B1-BC9D7308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2026.10.08  데이터 기초, CSV/JSON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730B4-EF39-4A53-A0B3-939FAA95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앞으로 데이터를 만날 때의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C2F74-2548-4218-8BB6-B2BD5F06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Track A 과정 3일차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8A8C4-53EA-4165-9D33-3495E2B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02C9-2C36-491E-99B5-1E63A48A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 기록은 무엇을 관찰했고 어떤 맥락이 필요한가?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50F69-8CC9-48B5-B8BD-E4850762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값은 무슨 뜻이며 어떤 구조와 자료형으로 담을까?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C56A1-DBE6-4199-887F-28C4E414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선택한 표현이 원문의 의미를 보존하고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D8AF3-1373-44AC-9A58-2D3AF50B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다음 10월 14일에는 Python 기초를 배우며 값과 구조를 코드로 다루는 연습을 이어갑니다.</a:t>
            </a:r>
          </a:p>
        </p:txBody>
      </p:sp>
    </p:spTree>
    <p:extLst>
      <p:ext uri="{BB962C8B-B14F-4D97-AF65-F5344CB8AC3E}">
        <p14:creationId xmlns:p14="http://schemas.microsoft.com/office/powerpoint/2010/main" val="1268235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2026-09-25T16:05:18.1940000Z</dcterms:created>
  <dcterms:modified xsi:type="dcterms:W3CDTF">2026-09-25T16:05:18.1940000Z</dcterms:modified>
</coreProperties>
</file>