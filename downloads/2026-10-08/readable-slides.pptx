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</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f336a29b78574f69" /><ns0:Relationship Type="http://schemas.openxmlformats.org/officeDocument/2006/relationships/extended-properties" Target="/docProps/app.xml" Id="Rabf47db6af174bfc" /><ns0:Relationship Type="http://schemas.openxmlformats.org/officeDocument/2006/relationships/officeDocument" Target="/ppt/presentation.xml" Id="Rc303d2666d6f4c4d" /></ns0: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24823d965dd34e05"/>
  </ns0:sldMasterIdLst>
  <ns0:sldIdLst>
    <ns0:sldId id="256" ns1:id="Ra01c211fd46e46b4"/>
    <ns0:sldId id="257" ns1:id="Rf43c7a7f56184f8a"/>
    <ns0:sldId id="258" ns1:id="R86d940b1cee2493d"/>
    <ns0:sldId id="259" ns1:id="R03abc033e1a24bce"/>
    <ns0:sldId id="260" ns1:id="Rfbc2a739c97644f6"/>
    <ns0:sldId id="261" ns1:id="Reddaff88945b4ad6"/>
    <ns0:sldId id="262" ns1:id="Rd57107bab95c4a1f"/>
    <ns0:sldId id="263" ns1:id="R2df6f6dea5d54aff"/>
    <ns0:sldId id="264" ns1:id="Ra34af48710bc4b74"/>
    <ns0:sldId id="265" ns1:id="Rfe3936f0b94b4a5d"/>
    <ns0:sldId id="266" ns1:id="R9cdd1e88eede4856"/>
    <ns0:sldId id="267" ns1:id="R2bf460a0fa214c62"/>
    <ns0:sldId id="268" ns1:id="R1b67604a3dc842e6"/>
    <ns0:sldId id="269" ns1:id="R8109970ca6cb4a90"/>
    <ns0:sldId id="270" ns1:id="R67a5d25e0d7a4a7a"/>
    <ns0:sldId id="271" ns1:id="R0cc3a523bcf34d67"/>
    <ns0:sldId id="272" ns1:id="Rc8a230f6c2df416b"/>
    <ns0:sldId id="273" ns1:id="Rf8e81862e66a462c"/>
    <ns0:sldId id="274" ns1:id="Ra210fa4d856443b9"/>
    <ns0:sldId id="275" ns1:id="R02f2b7e4b82f4c05"/>
    <ns0:sldId id="276" ns1:id="R78e9c98e695d4905"/>
    <ns0:sldId id="277" ns1:id="Rda3a0c1bf1e74ecd"/>
    <ns0:sldId id="278" ns1:id="R91d167f403194f5c"/>
    <ns0:sldId id="279" ns1:id="Rb4fd7eb87d614c94"/>
    <ns0:sldId id="280" ns1:id="Re5b6bdd701ee421e"/>
    <ns0:sldId id="281" ns1:id="R0c660d49d9b54ef9"/>
    <ns0:sldId id="282" ns1:id="R1ab1a72b170246b8"/>
    <ns0:sldId id="283" ns1:id="R8ee82919b34548c1"/>
    <ns0:sldId id="284" ns1:id="R1c6e4f18030a43c2"/>
    <ns0:sldId id="285" ns1:id="R3100b0d568c04bd7"/>
    <ns0:sldId id="286" ns1:id="R5a586d3c15314c65"/>
    <ns0:sldId id="287" ns1:id="Rf5ac5c8efdd84369"/>
    <ns0:sldId id="288" ns1:id="R2856a08d5c51493f"/>
    <ns0:sldId id="289" ns1:id="R26ae6dae42d2423b"/>
    <ns0:sldId id="290" ns1:id="R430a6f4787774bad"/>
    <ns0:sldId id="291" ns1:id="R223d93664fa44b4e"/>
    <ns0:sldId id="292" ns1:id="R170b0daa347943fc"/>
    <ns0:sldId id="293" ns1:id="R6a373c6233eb4cd5"/>
    <ns0:sldId id="294" ns1:id="Rbf031c10bb544f16"/>
    <ns0:sldId id="295" ns1:id="R601237674e194749"/>
    <ns0:sldId id="296" ns1:id="R6e85216b33924651"/>
    <ns0:sldId id="297" ns1:id="R9cd46505b59c4e0f"/>
    <ns0:sldId id="298" ns1:id="R074d1c14deac49e8"/>
    <ns0:sldId id="299" ns1:id="Ra63b06994ced415d"/>
    <ns0:sldId id="300" ns1:id="R0f0034e6dd8948d6"/>
    <ns0:sldId id="301" ns1:id="R1dd1a60949db45de"/>
    <ns0:sldId id="302" ns1:id="Rb8a5d70df7594286"/>
    <ns0:sldId id="303" ns1:id="R41b912469c504d5d"/>
    <ns0:sldId id="304" ns1:id="R7273e1eae228413e"/>
    <ns0:sldId id="305" ns1:id="R7b93b6bdff054336"/>
    <ns0:sldId id="306" ns1:id="R3829175fc3ac4ba1"/>
    <ns0:sldId id="307" ns1:id="Rfa4fcf0ab92d4152"/>
    <ns0:sldId id="308" ns1:id="R67bcc9860eb64d77"/>
    <ns0:sldId id="309" ns1:id="Rd34245cc46af44c7"/>
    <ns0:sldId id="310" ns1:id="R9d1b196ed1174c4a"/>
    <ns0:sldId id="311" ns1:id="R597b86ae1431472d"/>
    <ns0:sldId id="312" ns1:id="R2eb903a791334d59"/>
    <ns0:sldId id="313" ns1:id="R5593eeb991984d0f"/>
    <ns0:sldId id="314" ns1:id="R42742093a448452e"/>
    <ns0:sldId id="315" ns1:id="R906561e5b2ae4793"/>
    <ns0:sldId id="316" ns1:id="R82e9dbffeaf245f3"/>
    <ns0:sldId id="317" ns1:id="Rcfe6df5e5162440e"/>
    <ns0:sldId id="318" ns1:id="R0635a07eff63481b"/>
    <ns0:sldId id="319" ns1:id="R84e41b57e12a45a0"/>
    <ns0:sldId id="320" ns1:id="R34f7d8fbe212417f"/>
    <ns0:sldId id="321" ns1:id="Rc62b4608f5cf4743"/>
    <ns0:sldId id="322" ns1:id="R29a8222a84364b3a"/>
    <ns0:sldId id="323" ns1:id="Ra2f95e7e7d974e71"/>
    <ns0:sldId id="324" ns1:id="Rda4046d0fec84531"/>
    <ns0:sldId id="325" ns1:id="R86bee90d26d14820"/>
    <ns0:sldId id="326" ns1:id="R95b8248cf2e048ff"/>
    <ns0:sldId id="327" ns1:id="R6dc50ff75555455c"/>
    <ns0:sldId id="328" ns1:id="R40108b84907d40dd"/>
    <ns0:sldId id="329" ns1:id="Re13164c64618468e"/>
    <ns0:sldId id="330" ns1:id="Rd62b457abbcd4cb1"/>
    <ns0:sldId id="331" ns1:id="R25a6d1c152084ba0"/>
    <ns0:sldId id="332" ns1:id="R82fa07b773aa44e4"/>
    <ns0:sldId id="333" ns1:id="R69ead9662ca84a91"/>
    <ns0:sldId id="334" ns1:id="Rc13e9d13f8334b10"/>
    <ns0:sldId id="335" ns1:id="R720078ee81934819"/>
    <ns0:sldId id="336" ns1:id="R0cb0ca4a07024271"/>
    <ns0:sldId id="337" ns1:id="R1378280ccd9942dc"/>
    <ns0:sldId id="338" ns1:id="R6b4872fcf5364ec5"/>
    <ns0:sldId id="339" ns1:id="Rf58424746db1412b"/>
    <ns0:sldId id="340" ns1:id="R6929db9913cf44f9"/>
    <ns0:sldId id="341" ns1:id="R419a0c5c06dc4e1b"/>
    <ns0:sldId id="342" ns1:id="R0257c4182aca454a"/>
    <ns0:sldId id="343" ns1:id="R6e3b34e24d9b4a55"/>
    <ns0:sldId id="344" ns1:id="Rcaa46f07dc43409d"/>
    <ns0:sldId id="345" ns1:id="R9e72b37679a2401e"/>
    <ns0:sldId id="346" ns1:id="R27a2ed38f084449e"/>
    <ns0:sldId id="347" ns1:id="Rfe760456692049a8"/>
    <ns0:sldId id="348" ns1:id="R864ff1fb0c5d4839"/>
    <ns0:sldId id="349" ns1:id="R0d9ef9fb5bf548eb"/>
    <ns0:sldId id="350" ns1:id="R60beda3d8ea04011"/>
    <ns0:sldId id="351" ns1:id="R1ecc00911633496f"/>
    <ns0:sldId id="352" ns1:id="R58d8a27643ef48d5"/>
    <ns0:sldId id="353" ns1:id="R07dfc28711b5487e"/>
    <ns0:sldId id="354" ns1:id="Rcd495d732c9d43f1"/>
    <ns0:sldId id="355" ns1:id="Rb3bb7f27f726499a"/>
    <ns0:sldId id="356" ns1:id="R4e843f9f6c294d22"/>
    <ns0:sldId id="357" ns1:id="R41d573d5f97744ed"/>
    <ns0:sldId id="358" ns1:id="R01f56409f7f641c5"/>
    <ns0:sldId id="359" ns1:id="R85d67abb1b5c477d"/>
    <ns0:sldId id="360" ns1:id="Rb0f36c523c124a98"/>
    <ns0:sldId id="361" ns1:id="R25ddda48e8db400f"/>
    <ns0:sldId id="362" ns1:id="Re1cc04c1bee74588"/>
  </ns0:sldIdLst>
  <ns0:sldSz cx="12192000" cy="68580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4403fadab02747a3" /><ns0:Relationship Type="http://schemas.openxmlformats.org/officeDocument/2006/relationships/slideMaster" Target="/ppt/slideMasters/slideMaster1.xml" Id="R24823d965dd34e05" /><ns0:Relationship Type="http://schemas.openxmlformats.org/officeDocument/2006/relationships/presProps" Target="/ppt/presProps.xml" Id="R4f83254e437d4262" /><ns0:Relationship Type="http://schemas.openxmlformats.org/officeDocument/2006/relationships/tableStyles" Target="/ppt/tableStyles.xml" Id="R351276225af844ff" /><ns0:Relationship Type="http://schemas.openxmlformats.org/officeDocument/2006/relationships/slide" Target="/ppt/slides/slide1.xml" Id="Ra01c211fd46e46b4" /><ns0:Relationship Type="http://schemas.openxmlformats.org/officeDocument/2006/relationships/slide" Target="/ppt/slides/slide2.xml" Id="Rf43c7a7f56184f8a" /><ns0:Relationship Type="http://schemas.openxmlformats.org/officeDocument/2006/relationships/slide" Target="/ppt/slides/slide3.xml" Id="R86d940b1cee2493d" /><ns0:Relationship Type="http://schemas.openxmlformats.org/officeDocument/2006/relationships/slide" Target="/ppt/slides/slide4.xml" Id="R03abc033e1a24bce" /><ns0:Relationship Type="http://schemas.openxmlformats.org/officeDocument/2006/relationships/slide" Target="/ppt/slides/slide5.xml" Id="Rfbc2a739c97644f6" /><ns0:Relationship Type="http://schemas.openxmlformats.org/officeDocument/2006/relationships/slide" Target="/ppt/slides/slide6.xml" Id="Reddaff88945b4ad6" /><ns0:Relationship Type="http://schemas.openxmlformats.org/officeDocument/2006/relationships/slide" Target="/ppt/slides/slide7.xml" Id="Rd57107bab95c4a1f" /><ns0:Relationship Type="http://schemas.openxmlformats.org/officeDocument/2006/relationships/slide" Target="/ppt/slides/slide8.xml" Id="R2df6f6dea5d54aff" /><ns0:Relationship Type="http://schemas.openxmlformats.org/officeDocument/2006/relationships/slide" Target="/ppt/slides/slide9.xml" Id="Ra34af48710bc4b74" /><ns0:Relationship Type="http://schemas.openxmlformats.org/officeDocument/2006/relationships/slide" Target="/ppt/slides/slide10.xml" Id="Rfe3936f0b94b4a5d" /><ns0:Relationship Type="http://schemas.openxmlformats.org/officeDocument/2006/relationships/slide" Target="/ppt/slides/slide11.xml" Id="R9cdd1e88eede4856" /><ns0:Relationship Type="http://schemas.openxmlformats.org/officeDocument/2006/relationships/slide" Target="/ppt/slides/slide12.xml" Id="R2bf460a0fa214c62" /><ns0:Relationship Type="http://schemas.openxmlformats.org/officeDocument/2006/relationships/slide" Target="/ppt/slides/slide13.xml" Id="R1b67604a3dc842e6" /><ns0:Relationship Type="http://schemas.openxmlformats.org/officeDocument/2006/relationships/slide" Target="/ppt/slides/slide14.xml" Id="R8109970ca6cb4a90" /><ns0:Relationship Type="http://schemas.openxmlformats.org/officeDocument/2006/relationships/slide" Target="/ppt/slides/slide15.xml" Id="R67a5d25e0d7a4a7a" /><ns0:Relationship Type="http://schemas.openxmlformats.org/officeDocument/2006/relationships/slide" Target="/ppt/slides/slide16.xml" Id="R0cc3a523bcf34d67" /><ns0:Relationship Type="http://schemas.openxmlformats.org/officeDocument/2006/relationships/slide" Target="/ppt/slides/slide17.xml" Id="Rc8a230f6c2df416b" /><ns0:Relationship Type="http://schemas.openxmlformats.org/officeDocument/2006/relationships/slide" Target="/ppt/slides/slide18.xml" Id="Rf8e81862e66a462c" /><ns0:Relationship Type="http://schemas.openxmlformats.org/officeDocument/2006/relationships/slide" Target="/ppt/slides/slide19.xml" Id="Ra210fa4d856443b9" /><ns0:Relationship Type="http://schemas.openxmlformats.org/officeDocument/2006/relationships/slide" Target="/ppt/slides/slide20.xml" Id="R02f2b7e4b82f4c05" /><ns0:Relationship Type="http://schemas.openxmlformats.org/officeDocument/2006/relationships/slide" Target="/ppt/slides/slide21.xml" Id="R78e9c98e695d4905" /><ns0:Relationship Type="http://schemas.openxmlformats.org/officeDocument/2006/relationships/slide" Target="/ppt/slides/slide22.xml" Id="Rda3a0c1bf1e74ecd" /><ns0:Relationship Type="http://schemas.openxmlformats.org/officeDocument/2006/relationships/slide" Target="/ppt/slides/slide23.xml" Id="R91d167f403194f5c" /><ns0:Relationship Type="http://schemas.openxmlformats.org/officeDocument/2006/relationships/slide" Target="/ppt/slides/slide24.xml" Id="Rb4fd7eb87d614c94" /><ns0:Relationship Type="http://schemas.openxmlformats.org/officeDocument/2006/relationships/slide" Target="/ppt/slides/slide25.xml" Id="Re5b6bdd701ee421e" /><ns0:Relationship Type="http://schemas.openxmlformats.org/officeDocument/2006/relationships/slide" Target="/ppt/slides/slide26.xml" Id="R0c660d49d9b54ef9" /><ns0:Relationship Type="http://schemas.openxmlformats.org/officeDocument/2006/relationships/slide" Target="/ppt/slides/slide27.xml" Id="R1ab1a72b170246b8" /><ns0:Relationship Type="http://schemas.openxmlformats.org/officeDocument/2006/relationships/slide" Target="/ppt/slides/slide28.xml" Id="R8ee82919b34548c1" /><ns0:Relationship Type="http://schemas.openxmlformats.org/officeDocument/2006/relationships/slide" Target="/ppt/slides/slide29.xml" Id="R1c6e4f18030a43c2" /><ns0:Relationship Type="http://schemas.openxmlformats.org/officeDocument/2006/relationships/slide" Target="/ppt/slides/slide30.xml" Id="R3100b0d568c04bd7" /><ns0:Relationship Type="http://schemas.openxmlformats.org/officeDocument/2006/relationships/slide" Target="/ppt/slides/slide31.xml" Id="R5a586d3c15314c65" /><ns0:Relationship Type="http://schemas.openxmlformats.org/officeDocument/2006/relationships/slide" Target="/ppt/slides/slide32.xml" Id="Rf5ac5c8efdd84369" /><ns0:Relationship Type="http://schemas.openxmlformats.org/officeDocument/2006/relationships/slide" Target="/ppt/slides/slide33.xml" Id="R2856a08d5c51493f" /><ns0:Relationship Type="http://schemas.openxmlformats.org/officeDocument/2006/relationships/slide" Target="/ppt/slides/slide34.xml" Id="R26ae6dae42d2423b" /><ns0:Relationship Type="http://schemas.openxmlformats.org/officeDocument/2006/relationships/slide" Target="/ppt/slides/slide35.xml" Id="R430a6f4787774bad" /><ns0:Relationship Type="http://schemas.openxmlformats.org/officeDocument/2006/relationships/slide" Target="/ppt/slides/slide36.xml" Id="R223d93664fa44b4e" /><ns0:Relationship Type="http://schemas.openxmlformats.org/officeDocument/2006/relationships/slide" Target="/ppt/slides/slide37.xml" Id="R170b0daa347943fc" /><ns0:Relationship Type="http://schemas.openxmlformats.org/officeDocument/2006/relationships/slide" Target="/ppt/slides/slide38.xml" Id="R6a373c6233eb4cd5" /><ns0:Relationship Type="http://schemas.openxmlformats.org/officeDocument/2006/relationships/slide" Target="/ppt/slides/slide39.xml" Id="Rbf031c10bb544f16" /><ns0:Relationship Type="http://schemas.openxmlformats.org/officeDocument/2006/relationships/slide" Target="/ppt/slides/slide40.xml" Id="R601237674e194749" /><ns0:Relationship Type="http://schemas.openxmlformats.org/officeDocument/2006/relationships/slide" Target="/ppt/slides/slide41.xml" Id="R6e85216b33924651" /><ns0:Relationship Type="http://schemas.openxmlformats.org/officeDocument/2006/relationships/slide" Target="/ppt/slides/slide42.xml" Id="R9cd46505b59c4e0f" /><ns0:Relationship Type="http://schemas.openxmlformats.org/officeDocument/2006/relationships/slide" Target="/ppt/slides/slide43.xml" Id="R074d1c14deac49e8" /><ns0:Relationship Type="http://schemas.openxmlformats.org/officeDocument/2006/relationships/slide" Target="/ppt/slides/slide44.xml" Id="Ra63b06994ced415d" /><ns0:Relationship Type="http://schemas.openxmlformats.org/officeDocument/2006/relationships/slide" Target="/ppt/slides/slide45.xml" Id="R0f0034e6dd8948d6" /><ns0:Relationship Type="http://schemas.openxmlformats.org/officeDocument/2006/relationships/slide" Target="/ppt/slides/slide46.xml" Id="R1dd1a60949db45de" /><ns0:Relationship Type="http://schemas.openxmlformats.org/officeDocument/2006/relationships/slide" Target="/ppt/slides/slide47.xml" Id="Rb8a5d70df7594286" /><ns0:Relationship Type="http://schemas.openxmlformats.org/officeDocument/2006/relationships/slide" Target="/ppt/slides/slide48.xml" Id="R41b912469c504d5d" /><ns0:Relationship Type="http://schemas.openxmlformats.org/officeDocument/2006/relationships/slide" Target="/ppt/slides/slide49.xml" Id="R7273e1eae228413e" /><ns0:Relationship Type="http://schemas.openxmlformats.org/officeDocument/2006/relationships/slide" Target="/ppt/slides/slide50.xml" Id="R7b93b6bdff054336" /><ns0:Relationship Type="http://schemas.openxmlformats.org/officeDocument/2006/relationships/slide" Target="/ppt/slides/slide51.xml" Id="R3829175fc3ac4ba1" /><ns0:Relationship Type="http://schemas.openxmlformats.org/officeDocument/2006/relationships/slide" Target="/ppt/slides/slide52.xml" Id="Rfa4fcf0ab92d4152" /><ns0:Relationship Type="http://schemas.openxmlformats.org/officeDocument/2006/relationships/slide" Target="/ppt/slides/slide53.xml" Id="R67bcc9860eb64d77" /><ns0:Relationship Type="http://schemas.openxmlformats.org/officeDocument/2006/relationships/slide" Target="/ppt/slides/slide54.xml" Id="Rd34245cc46af44c7" /><ns0:Relationship Type="http://schemas.openxmlformats.org/officeDocument/2006/relationships/slide" Target="/ppt/slides/slide55.xml" Id="R9d1b196ed1174c4a" /><ns0:Relationship Type="http://schemas.openxmlformats.org/officeDocument/2006/relationships/slide" Target="/ppt/slides/slide56.xml" Id="R597b86ae1431472d" /><ns0:Relationship Type="http://schemas.openxmlformats.org/officeDocument/2006/relationships/slide" Target="/ppt/slides/slide57.xml" Id="R2eb903a791334d59" /><ns0:Relationship Type="http://schemas.openxmlformats.org/officeDocument/2006/relationships/slide" Target="/ppt/slides/slide58.xml" Id="R5593eeb991984d0f" /><ns0:Relationship Type="http://schemas.openxmlformats.org/officeDocument/2006/relationships/slide" Target="/ppt/slides/slide59.xml" Id="R42742093a448452e" /><ns0:Relationship Type="http://schemas.openxmlformats.org/officeDocument/2006/relationships/slide" Target="/ppt/slides/slide60.xml" Id="R906561e5b2ae4793" /><ns0:Relationship Type="http://schemas.openxmlformats.org/officeDocument/2006/relationships/slide" Target="/ppt/slides/slide61.xml" Id="R82e9dbffeaf245f3" /><ns0:Relationship Type="http://schemas.openxmlformats.org/officeDocument/2006/relationships/slide" Target="/ppt/slides/slide62.xml" Id="Rcfe6df5e5162440e" /><ns0:Relationship Type="http://schemas.openxmlformats.org/officeDocument/2006/relationships/slide" Target="/ppt/slides/slide63.xml" Id="R0635a07eff63481b" /><ns0:Relationship Type="http://schemas.openxmlformats.org/officeDocument/2006/relationships/slide" Target="/ppt/slides/slide64.xml" Id="R84e41b57e12a45a0" /><ns0:Relationship Type="http://schemas.openxmlformats.org/officeDocument/2006/relationships/slide" Target="/ppt/slides/slide65.xml" Id="R34f7d8fbe212417f" /><ns0:Relationship Type="http://schemas.openxmlformats.org/officeDocument/2006/relationships/slide" Target="/ppt/slides/slide66.xml" Id="Rc62b4608f5cf4743" /><ns0:Relationship Type="http://schemas.openxmlformats.org/officeDocument/2006/relationships/slide" Target="/ppt/slides/slide67.xml" Id="R29a8222a84364b3a" /><ns0:Relationship Type="http://schemas.openxmlformats.org/officeDocument/2006/relationships/slide" Target="/ppt/slides/slide68.xml" Id="Ra2f95e7e7d974e71" /><ns0:Relationship Type="http://schemas.openxmlformats.org/officeDocument/2006/relationships/slide" Target="/ppt/slides/slide69.xml" Id="Rda4046d0fec84531" /><ns0:Relationship Type="http://schemas.openxmlformats.org/officeDocument/2006/relationships/slide" Target="/ppt/slides/slide70.xml" Id="R86bee90d26d14820" /><ns0:Relationship Type="http://schemas.openxmlformats.org/officeDocument/2006/relationships/slide" Target="/ppt/slides/slide71.xml" Id="R95b8248cf2e048ff" /><ns0:Relationship Type="http://schemas.openxmlformats.org/officeDocument/2006/relationships/slide" Target="/ppt/slides/slide72.xml" Id="R6dc50ff75555455c" /><ns0:Relationship Type="http://schemas.openxmlformats.org/officeDocument/2006/relationships/slide" Target="/ppt/slides/slide73.xml" Id="R40108b84907d40dd" /><ns0:Relationship Type="http://schemas.openxmlformats.org/officeDocument/2006/relationships/slide" Target="/ppt/slides/slide74.xml" Id="Re13164c64618468e" /><ns0:Relationship Type="http://schemas.openxmlformats.org/officeDocument/2006/relationships/slide" Target="/ppt/slides/slide75.xml" Id="Rd62b457abbcd4cb1" /><ns0:Relationship Type="http://schemas.openxmlformats.org/officeDocument/2006/relationships/slide" Target="/ppt/slides/slide76.xml" Id="R25a6d1c152084ba0" /><ns0:Relationship Type="http://schemas.openxmlformats.org/officeDocument/2006/relationships/slide" Target="/ppt/slides/slide77.xml" Id="R82fa07b773aa44e4" /><ns0:Relationship Type="http://schemas.openxmlformats.org/officeDocument/2006/relationships/slide" Target="/ppt/slides/slide78.xml" Id="R69ead9662ca84a91" /><ns0:Relationship Type="http://schemas.openxmlformats.org/officeDocument/2006/relationships/slide" Target="/ppt/slides/slide79.xml" Id="Rc13e9d13f8334b10" /><ns0:Relationship Type="http://schemas.openxmlformats.org/officeDocument/2006/relationships/slide" Target="/ppt/slides/slide80.xml" Id="R720078ee81934819" /><ns0:Relationship Type="http://schemas.openxmlformats.org/officeDocument/2006/relationships/slide" Target="/ppt/slides/slide81.xml" Id="R0cb0ca4a07024271" /><ns0:Relationship Type="http://schemas.openxmlformats.org/officeDocument/2006/relationships/slide" Target="/ppt/slides/slide82.xml" Id="R1378280ccd9942dc" /><ns0:Relationship Type="http://schemas.openxmlformats.org/officeDocument/2006/relationships/slide" Target="/ppt/slides/slide83.xml" Id="R6b4872fcf5364ec5" /><ns0:Relationship Type="http://schemas.openxmlformats.org/officeDocument/2006/relationships/slide" Target="/ppt/slides/slide84.xml" Id="Rf58424746db1412b" /><ns0:Relationship Type="http://schemas.openxmlformats.org/officeDocument/2006/relationships/slide" Target="/ppt/slides/slide85.xml" Id="R6929db9913cf44f9" /><ns0:Relationship Type="http://schemas.openxmlformats.org/officeDocument/2006/relationships/slide" Target="/ppt/slides/slide86.xml" Id="R419a0c5c06dc4e1b" /><ns0:Relationship Type="http://schemas.openxmlformats.org/officeDocument/2006/relationships/slide" Target="/ppt/slides/slide87.xml" Id="R0257c4182aca454a" /><ns0:Relationship Type="http://schemas.openxmlformats.org/officeDocument/2006/relationships/slide" Target="/ppt/slides/slide88.xml" Id="R6e3b34e24d9b4a55" /><ns0:Relationship Type="http://schemas.openxmlformats.org/officeDocument/2006/relationships/slide" Target="/ppt/slides/slide89.xml" Id="Rcaa46f07dc43409d" /><ns0:Relationship Type="http://schemas.openxmlformats.org/officeDocument/2006/relationships/slide" Target="/ppt/slides/slide90.xml" Id="R9e72b37679a2401e" /><ns0:Relationship Type="http://schemas.openxmlformats.org/officeDocument/2006/relationships/slide" Target="/ppt/slides/slide91.xml" Id="R27a2ed38f084449e" /><ns0:Relationship Type="http://schemas.openxmlformats.org/officeDocument/2006/relationships/slide" Target="/ppt/slides/slide92.xml" Id="Rfe760456692049a8" /><ns0:Relationship Type="http://schemas.openxmlformats.org/officeDocument/2006/relationships/slide" Target="/ppt/slides/slide93.xml" Id="R864ff1fb0c5d4839" /><ns0:Relationship Type="http://schemas.openxmlformats.org/officeDocument/2006/relationships/slide" Target="/ppt/slides/slide94.xml" Id="R0d9ef9fb5bf548eb" /><ns0:Relationship Type="http://schemas.openxmlformats.org/officeDocument/2006/relationships/slide" Target="/ppt/slides/slide95.xml" Id="R60beda3d8ea04011" /><ns0:Relationship Type="http://schemas.openxmlformats.org/officeDocument/2006/relationships/slide" Target="/ppt/slides/slide96.xml" Id="R1ecc00911633496f" /><ns0:Relationship Type="http://schemas.openxmlformats.org/officeDocument/2006/relationships/slide" Target="/ppt/slides/slide97.xml" Id="R58d8a27643ef48d5" /><ns0:Relationship Type="http://schemas.openxmlformats.org/officeDocument/2006/relationships/slide" Target="/ppt/slides/slide98.xml" Id="R07dfc28711b5487e" /><ns0:Relationship Type="http://schemas.openxmlformats.org/officeDocument/2006/relationships/slide" Target="/ppt/slides/slide99.xml" Id="Rcd495d732c9d43f1" /><ns0:Relationship Type="http://schemas.openxmlformats.org/officeDocument/2006/relationships/slide" Target="/ppt/slides/slide100.xml" Id="Rb3bb7f27f726499a" /><ns0:Relationship Type="http://schemas.openxmlformats.org/officeDocument/2006/relationships/slide" Target="/ppt/slides/slide101.xml" Id="R4e843f9f6c294d22" /><ns0:Relationship Type="http://schemas.openxmlformats.org/officeDocument/2006/relationships/slide" Target="/ppt/slides/slide102.xml" Id="R41d573d5f97744ed" /><ns0:Relationship Type="http://schemas.openxmlformats.org/officeDocument/2006/relationships/slide" Target="/ppt/slides/slide103.xml" Id="R01f56409f7f641c5" /><ns0:Relationship Type="http://schemas.openxmlformats.org/officeDocument/2006/relationships/slide" Target="/ppt/slides/slide104.xml" Id="R85d67abb1b5c477d" /><ns0:Relationship Type="http://schemas.openxmlformats.org/officeDocument/2006/relationships/slide" Target="/ppt/slides/slide105.xml" Id="Rb0f36c523c124a98" /><ns0:Relationship Type="http://schemas.openxmlformats.org/officeDocument/2006/relationships/slide" Target="/ppt/slides/slide106.xml" Id="R25ddda48e8db400f" /><ns0:Relationship Type="http://schemas.openxmlformats.org/officeDocument/2006/relationships/slide" Target="/ppt/slides/slide107.xml" Id="Re1cc04c1bee74588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62e923625cbe4fa0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14aaaa3ee39d4ecf" /><ns0:Relationship Type="http://schemas.openxmlformats.org/officeDocument/2006/relationships/slideLayout" Target="/ppt/slideLayouts/slideLayout1.xml" Id="R806cb08dee7d454a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06cb08dee7d454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064d019e0274de1" /><ns0:Relationship Type="http://schemas.openxmlformats.org/officeDocument/2006/relationships/image" Target="/ppt/media/image.png" Id="Rf29f7581cac246ab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ef2e107c9e84296" /><ns0:Relationship Type="http://schemas.openxmlformats.org/officeDocument/2006/relationships/image" Target="/ppt/media/image2.png" Id="R07b2f892653c4041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1ec0854a8e44661" /><ns0:Relationship Type="http://schemas.openxmlformats.org/officeDocument/2006/relationships/image" Target="../media/image2.png" Id="R7566010377854548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f800a29e3e3475c" /><ns0:Relationship Type="http://schemas.openxmlformats.org/officeDocument/2006/relationships/image" Target="../media/image2.png" Id="R264f2c851cba47f9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ebffba6339a4d84" /><ns0:Relationship Type="http://schemas.openxmlformats.org/officeDocument/2006/relationships/image" Target="../media/image2.png" Id="R173f1fa80e6642ca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b686403b7e44965" /><ns0:Relationship Type="http://schemas.openxmlformats.org/officeDocument/2006/relationships/image" Target="../media/image2.png" Id="Rc3d83f94bc0e4607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230b0da110249e6" /><ns0:Relationship Type="http://schemas.openxmlformats.org/officeDocument/2006/relationships/image" Target="../media/image2.png" Id="Rba2414fb067b49c5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e3a202ca3774350" /><ns0:Relationship Type="http://schemas.openxmlformats.org/officeDocument/2006/relationships/image" Target="../media/image2.png" Id="R4e899f7e6b6f4e3d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0a7ff53fc2b414d" /><ns0:Relationship Type="http://schemas.openxmlformats.org/officeDocument/2006/relationships/image" Target="../media/image2.png" Id="Rd6481ef7c4084109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712b402df0b41db" /><ns0:Relationship Type="http://schemas.openxmlformats.org/officeDocument/2006/relationships/image" Target="../media/image2.png" Id="R109e08f618c24680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22c0f1f3d8b43d2" /><ns0:Relationship Type="http://schemas.openxmlformats.org/officeDocument/2006/relationships/image" Target="../media/image2.png" Id="R6ba77992cee643d9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f5b2d9a0d4b41ab" /><ns0:Relationship Type="http://schemas.openxmlformats.org/officeDocument/2006/relationships/image" Target="../media/image2.png" Id="R4d05ae321b0e4ccd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caf6ac45a284408" /><ns0:Relationship Type="http://schemas.openxmlformats.org/officeDocument/2006/relationships/image" Target="../media/image2.png" Id="R3c1a0248a3ed4ceb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ae1eb24db754c38" /><ns0:Relationship Type="http://schemas.openxmlformats.org/officeDocument/2006/relationships/image" Target="../media/image2.png" Id="Rdaade1d2142f459b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f447658d11240ff" /><ns0:Relationship Type="http://schemas.openxmlformats.org/officeDocument/2006/relationships/image" Target="../media/image2.png" Id="R11cc21bd17114cf2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6e3fdb2676e4b8f" /><ns0:Relationship Type="http://schemas.openxmlformats.org/officeDocument/2006/relationships/image" Target="../media/image2.png" Id="Ra5147ac4865f4f8a" /><ns0:Relationship Type="http://schemas.openxmlformats.org/officeDocument/2006/relationships/image" Target="/ppt/media/image.jpeg" Id="Rf0644b5f81f8436b" /><ns0:Relationship Id="rIdLink1" Type="http://schemas.openxmlformats.org/officeDocument/2006/relationships/hyperlink" Target="https://www.youtube.com/watch?v=F_7IPm7f1vI" TargetMode="External" /><ns0:Relationship Id="rIdLink2" Type="http://schemas.openxmlformats.org/officeDocument/2006/relationships/hyperlink" Target="https://www.youtube.com/watch?v=F_7IPm7f1vI" TargetMode="External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92c1a08aff7444c" /><ns0:Relationship Type="http://schemas.openxmlformats.org/officeDocument/2006/relationships/image" Target="../media/image2.png" Id="R4a791cd255224d38" /><ns0:Relationship Type="http://schemas.openxmlformats.org/officeDocument/2006/relationships/image" Target="/ppt/media/image2.jpeg" Id="R6e26d1d398164cef" /><ns0:Relationship Id="rIdLink1" Type="http://schemas.openxmlformats.org/officeDocument/2006/relationships/hyperlink" Target="https://www.youtube.com/watch?v=iubgWPHsuWM" TargetMode="External" /><ns0:Relationship Id="rIdLink2" Type="http://schemas.openxmlformats.org/officeDocument/2006/relationships/hyperlink" Target="https://www.youtube.com/watch?v=iubgWPHsuWM" TargetMode="External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3d6bd88809d47ea" /><ns0:Relationship Type="http://schemas.openxmlformats.org/officeDocument/2006/relationships/image" Target="../media/image2.png" Id="R0ac755773ad347ef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4e19915a6e44b7b" /><ns0:Relationship Type="http://schemas.openxmlformats.org/officeDocument/2006/relationships/image" Target="../media/image2.png" Id="R9f26e47f02a8479c" /><ns0:Relationship Id="rIdLink1" Type="http://schemas.openxmlformats.org/officeDocument/2006/relationships/hyperlink" Target="https://www.weforum.org/publications/physical-ai-powering-the-new-age-of-industrial-operations/" TargetMode="External" /><ns0:Relationship Id="rIdLink2" Type="http://schemas.openxmlformats.org/officeDocument/2006/relationships/hyperlink" Target="https://www.weforum.org/publications/physical-ai-powering-the-new-age-of-industrial-operations/" TargetMode="External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4d84ac8b6b941eb" /><ns0:Relationship Type="http://schemas.openxmlformats.org/officeDocument/2006/relationships/image" Target="../media/image2.png" Id="Rfb381bd379cb400a" /><ns0:Relationship Id="rIdLink1" Type="http://schemas.openxmlformats.org/officeDocument/2006/relationships/hyperlink" Target="https://www.aboutamazon.com/news/operations/amazon-million-robots-ai-foundation-model" TargetMode="External" /><ns0:Relationship Id="rIdLink2" Type="http://schemas.openxmlformats.org/officeDocument/2006/relationships/hyperlink" Target="https://www.aboutamazon.com/news/operations/amazon-million-robots-ai-foundation-model" TargetMode="External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077cd7e7ee04f46" /><ns0:Relationship Type="http://schemas.openxmlformats.org/officeDocument/2006/relationships/image" Target="../media/image2.png" Id="Racf57195792f4189" /><ns0:Relationship Id="rIdLink1" Type="http://schemas.openxmlformats.org/officeDocument/2006/relationships/hyperlink" Target="https://apnews.com/article/8de7b2470c23f5f22441ad1ad7555136" TargetMode="External" /><ns0:Relationship Id="rIdLink2" Type="http://schemas.openxmlformats.org/officeDocument/2006/relationships/hyperlink" Target="https://apnews.com/article/8de7b2470c23f5f22441ad1ad7555136" TargetMode="External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cc17022c54a4642" /><ns0:Relationship Type="http://schemas.openxmlformats.org/officeDocument/2006/relationships/image" Target="../media/image2.png" Id="R9d32b6e1e6d0430b" /><ns0:Relationship Type="http://schemas.openxmlformats.org/officeDocument/2006/relationships/image" Target="/ppt/media/image3.jpeg" Id="R039c43e7318e4b08" /><ns0:Relationship Id="rIdLink1" Type="http://schemas.openxmlformats.org/officeDocument/2006/relationships/hyperlink" Target="https://www.youtube.com/watch?v=gwW8GKwHB3I&amp;t=647s" TargetMode="External" /><ns0:Relationship Id="rIdLink2" Type="http://schemas.openxmlformats.org/officeDocument/2006/relationships/hyperlink" Target="https://www.youtube.com/watch?v=gwW8GKwHB3I&amp;t=647s" TargetMode="External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356541fecd54105" /><ns0:Relationship Type="http://schemas.openxmlformats.org/officeDocument/2006/relationships/image" Target="../media/image2.png" Id="Rb5f314bcbf3d4dce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391a5fda92c40f3" /><ns0:Relationship Type="http://schemas.openxmlformats.org/officeDocument/2006/relationships/image" Target="../media/image2.png" Id="R2cec4ee3a3c142f3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e0e9707869b4005" /><ns0:Relationship Type="http://schemas.openxmlformats.org/officeDocument/2006/relationships/image" Target="../media/image2.png" Id="R0eacd504d99d4fb0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9dccd7e9c3343bd" /><ns0:Relationship Type="http://schemas.openxmlformats.org/officeDocument/2006/relationships/image" Target="../media/image.png" Id="R02a4b217ad8a41a6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52add7fa0dc4a96" /><ns0:Relationship Type="http://schemas.openxmlformats.org/officeDocument/2006/relationships/image" Target="../media/image2.png" Id="R23131fb704b1470c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c80e7b638794dae" /><ns0:Relationship Type="http://schemas.openxmlformats.org/officeDocument/2006/relationships/image" Target="../media/image2.png" Id="Re0c7d53934a2457e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78e2f73b1714567" /><ns0:Relationship Type="http://schemas.openxmlformats.org/officeDocument/2006/relationships/image" Target="../media/image.png" Id="R970021587caa4aac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83098f25eda4436" /><ns0:Relationship Type="http://schemas.openxmlformats.org/officeDocument/2006/relationships/image" Target="../media/image2.png" Id="R891891d36fd54528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5c6577b29cb46b2" /><ns0:Relationship Type="http://schemas.openxmlformats.org/officeDocument/2006/relationships/image" Target="../media/image2.png" Id="R13983291fc1d4a3e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a46c345b662427b" /><ns0:Relationship Type="http://schemas.openxmlformats.org/officeDocument/2006/relationships/image" Target="../media/image2.png" Id="Rd645cf77fe8e47c9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0ae1b45b61a49c1" /><ns0:Relationship Type="http://schemas.openxmlformats.org/officeDocument/2006/relationships/image" Target="../media/image2.png" Id="R15b35cdb8c4246b6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a5310116f444afe" /><ns0:Relationship Type="http://schemas.openxmlformats.org/officeDocument/2006/relationships/image" Target="../media/image2.png" Id="Rb47a3760f07743dd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d1feccf4f38491e" /><ns0:Relationship Type="http://schemas.openxmlformats.org/officeDocument/2006/relationships/image" Target="../media/image2.png" Id="Rfd370845a86145b1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69035dca73a4910" /><ns0:Relationship Type="http://schemas.openxmlformats.org/officeDocument/2006/relationships/image" Target="../media/image2.png" Id="R9039c9c186b44287" /></ns0:Relationships>
</file>

<file path=ppt/slides/_rels/slide3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dcd2163619c48bf" /><ns0:Relationship Type="http://schemas.openxmlformats.org/officeDocument/2006/relationships/image" Target="../media/image2.png" Id="R8d9d81f03c2e4007" /></ns0:Relationships>
</file>

<file path=ppt/slides/_rels/slide3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8684b2b519b45d6" /><ns0:Relationship Type="http://schemas.openxmlformats.org/officeDocument/2006/relationships/image" Target="../media/image2.png" Id="R9b244b399b1b4968" /></ns0:Relationships>
</file>

<file path=ppt/slides/_rels/slide3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e35093121c342c5" /><ns0:Relationship Type="http://schemas.openxmlformats.org/officeDocument/2006/relationships/image" Target="../media/image.png" Id="R8471f1619df24981" /></ns0:Relationships>
</file>

<file path=ppt/slides/_rels/slide4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927348b86014f80" /><ns0:Relationship Type="http://schemas.openxmlformats.org/officeDocument/2006/relationships/image" Target="../media/image2.png" Id="Rb3ce584defdd4b73" /></ns0:Relationships>
</file>

<file path=ppt/slides/_rels/slide4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bba6ea4c1014875" /><ns0:Relationship Type="http://schemas.openxmlformats.org/officeDocument/2006/relationships/image" Target="../media/image.png" Id="R203ab8098f4a4d1b" /></ns0:Relationships>
</file>

<file path=ppt/slides/_rels/slide4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5c78e5777aa4326" /><ns0:Relationship Type="http://schemas.openxmlformats.org/officeDocument/2006/relationships/image" Target="../media/image2.png" Id="Rf479acb87a9841e1" /></ns0:Relationships>
</file>

<file path=ppt/slides/_rels/slide4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c020030776b4cd3" /><ns0:Relationship Type="http://schemas.openxmlformats.org/officeDocument/2006/relationships/image" Target="../media/image2.png" Id="Reae1e4f15e414dda" /></ns0:Relationships>
</file>

<file path=ppt/slides/_rels/slide4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98758a9e2f64cfd" /><ns0:Relationship Type="http://schemas.openxmlformats.org/officeDocument/2006/relationships/image" Target="../media/image2.png" Id="R5ab6298b8a5e422d" /></ns0:Relationships>
</file>

<file path=ppt/slides/_rels/slide4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b59a44f840c4ea4" /><ns0:Relationship Type="http://schemas.openxmlformats.org/officeDocument/2006/relationships/image" Target="../media/image2.png" Id="R392c717ba5224a26" /></ns0:Relationships>
</file>

<file path=ppt/slides/_rels/slide4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99480dd21564e1a" /><ns0:Relationship Type="http://schemas.openxmlformats.org/officeDocument/2006/relationships/image" Target="../media/image2.png" Id="R002341a4c5084a94" /></ns0:Relationships>
</file>

<file path=ppt/slides/_rels/slide4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ac8bb23a1b54a93" /><ns0:Relationship Type="http://schemas.openxmlformats.org/officeDocument/2006/relationships/image" Target="../media/image2.png" Id="Rd2de94de7d704dae" /></ns0:Relationships>
</file>

<file path=ppt/slides/_rels/slide4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0c14dab86ff4c48" /><ns0:Relationship Type="http://schemas.openxmlformats.org/officeDocument/2006/relationships/image" Target="../media/image2.png" Id="Rae35abdcf23a48b5" /></ns0:Relationships>
</file>

<file path=ppt/slides/_rels/slide4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f72597f3d924ae7" /><ns0:Relationship Type="http://schemas.openxmlformats.org/officeDocument/2006/relationships/image" Target="../media/image2.png" Id="Re2c0ea12a9664a6c" /></ns0:Relationships>
</file>

<file path=ppt/slides/_rels/slide5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2630d8916f84343" /><ns0:Relationship Type="http://schemas.openxmlformats.org/officeDocument/2006/relationships/image" Target="../media/image2.png" Id="R7f445e15bf294a68" /></ns0:Relationships>
</file>

<file path=ppt/slides/_rels/slide5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0f6630450d044fe" /><ns0:Relationship Type="http://schemas.openxmlformats.org/officeDocument/2006/relationships/image" Target="../media/image2.png" Id="R632840a3eaf14d54" /></ns0:Relationships>
</file>

<file path=ppt/slides/_rels/slide5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caf197154854a80" /><ns0:Relationship Type="http://schemas.openxmlformats.org/officeDocument/2006/relationships/image" Target="../media/image.png" Id="R4dea5a87c3244745" /></ns0:Relationships>
</file>

<file path=ppt/slides/_rels/slide5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69d1efc0b8a4fc9" /><ns0:Relationship Type="http://schemas.openxmlformats.org/officeDocument/2006/relationships/image" Target="../media/image2.png" Id="R30c6b1ff32a34d43" /></ns0:Relationships>
</file>

<file path=ppt/slides/_rels/slide5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817234c4e02402c" /><ns0:Relationship Type="http://schemas.openxmlformats.org/officeDocument/2006/relationships/image" Target="../media/image.png" Id="R94ce7f75796541e6" /></ns0:Relationships>
</file>

<file path=ppt/slides/_rels/slide5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07024422aa5486e" /><ns0:Relationship Type="http://schemas.openxmlformats.org/officeDocument/2006/relationships/image" Target="../media/image2.png" Id="R0a93daba49db4c13" /></ns0:Relationships>
</file>

<file path=ppt/slides/_rels/slide5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0cee2a8513e4d61" /><ns0:Relationship Type="http://schemas.openxmlformats.org/officeDocument/2006/relationships/image" Target="../media/image2.png" Id="Rf44f247ea13c420c" /></ns0:Relationships>
</file>

<file path=ppt/slides/_rels/slide5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aece5608eb14643" /><ns0:Relationship Type="http://schemas.openxmlformats.org/officeDocument/2006/relationships/image" Target="../media/image2.png" Id="R9245a00585cf47eb" /></ns0:Relationships>
</file>

<file path=ppt/slides/_rels/slide5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3454b33e16d410b" /><ns0:Relationship Type="http://schemas.openxmlformats.org/officeDocument/2006/relationships/image" Target="../media/image2.png" Id="Rafec25fb54204078" /></ns0:Relationships>
</file>

<file path=ppt/slides/_rels/slide5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3bbd13c0ba342f1" /><ns0:Relationship Type="http://schemas.openxmlformats.org/officeDocument/2006/relationships/image" Target="../media/image2.png" Id="R9216752ffcde4385" /></ns0:Relationships>
</file>

<file path=ppt/slides/_rels/slide6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32bc08ffcb74b50" /><ns0:Relationship Type="http://schemas.openxmlformats.org/officeDocument/2006/relationships/image" Target="../media/image2.png" Id="Ra457ccfe061c48cf" /></ns0:Relationships>
</file>

<file path=ppt/slides/_rels/slide6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d5ec825f7784b40" /><ns0:Relationship Type="http://schemas.openxmlformats.org/officeDocument/2006/relationships/image" Target="../media/image2.png" Id="R9d1e0a0851204a00" /></ns0:Relationships>
</file>

<file path=ppt/slides/_rels/slide6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efebb13b3444a51" /><ns0:Relationship Type="http://schemas.openxmlformats.org/officeDocument/2006/relationships/image" Target="../media/image2.png" Id="R1c29d063131e4c83" /></ns0:Relationships>
</file>

<file path=ppt/slides/_rels/slide6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1813bc397a54f57" /><ns0:Relationship Type="http://schemas.openxmlformats.org/officeDocument/2006/relationships/image" Target="../media/image2.png" Id="Ra3bfb83d37b54c6b" /></ns0:Relationships>
</file>

<file path=ppt/slides/_rels/slide6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dacdeb8521d458b" /><ns0:Relationship Type="http://schemas.openxmlformats.org/officeDocument/2006/relationships/image" Target="../media/image.png" Id="Rfd7838a713e749b0" /></ns0:Relationships>
</file>

<file path=ppt/slides/_rels/slide6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035cf33cff34869" /><ns0:Relationship Type="http://schemas.openxmlformats.org/officeDocument/2006/relationships/image" Target="../media/image2.png" Id="R48e0c11276ab4c1a" /></ns0:Relationships>
</file>

<file path=ppt/slides/_rels/slide6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5e48503169b4543" /><ns0:Relationship Type="http://schemas.openxmlformats.org/officeDocument/2006/relationships/image" Target="../media/image.png" Id="R4123a52f9a1846b6" /></ns0:Relationships>
</file>

<file path=ppt/slides/_rels/slide6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3d5475fd99d46fe" /><ns0:Relationship Type="http://schemas.openxmlformats.org/officeDocument/2006/relationships/image" Target="../media/image2.png" Id="Re6262c7bbdbd4e6d" /></ns0:Relationships>
</file>

<file path=ppt/slides/_rels/slide6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d0dcd108c9d4602" /><ns0:Relationship Type="http://schemas.openxmlformats.org/officeDocument/2006/relationships/image" Target="../media/image2.png" Id="R7c0af6dd647b4564" /></ns0:Relationships>
</file>

<file path=ppt/slides/_rels/slide6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2b4f18b4c804fba" /><ns0:Relationship Type="http://schemas.openxmlformats.org/officeDocument/2006/relationships/image" Target="../media/image2.png" Id="R2c82e49b74b14587" /></ns0:Relationships>
</file>

<file path=ppt/slides/_rels/slide7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1a54d7f511d44b2" /><ns0:Relationship Type="http://schemas.openxmlformats.org/officeDocument/2006/relationships/image" Target="../media/image2.png" Id="Rd1daaa979459432a" /></ns0:Relationships>
</file>

<file path=ppt/slides/_rels/slide7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d477c776e9c4200" /><ns0:Relationship Type="http://schemas.openxmlformats.org/officeDocument/2006/relationships/image" Target="../media/image2.png" Id="Rf6a33d4637c8491e" /></ns0:Relationships>
</file>

<file path=ppt/slides/_rels/slide7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76219ee1e3542a7" /><ns0:Relationship Type="http://schemas.openxmlformats.org/officeDocument/2006/relationships/image" Target="../media/image2.png" Id="R4e5c783154214044" /></ns0:Relationships>
</file>

<file path=ppt/slides/_rels/slide7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3fd50bde4ae4bd1" /><ns0:Relationship Type="http://schemas.openxmlformats.org/officeDocument/2006/relationships/image" Target="../media/image2.png" Id="Raf6798c2de0b4691" /></ns0:Relationships>
</file>

<file path=ppt/slides/_rels/slide7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c850bc617174d24" /><ns0:Relationship Type="http://schemas.openxmlformats.org/officeDocument/2006/relationships/image" Target="../media/image2.png" Id="R8b383266ef9e449c" /></ns0:Relationships>
</file>

<file path=ppt/slides/_rels/slide7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fea87f76f304e4f" /><ns0:Relationship Type="http://schemas.openxmlformats.org/officeDocument/2006/relationships/image" Target="../media/image2.png" Id="Rc47a06210d0c4712" /></ns0:Relationships>
</file>

<file path=ppt/slides/_rels/slide7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f4677294dc94fe5" /><ns0:Relationship Type="http://schemas.openxmlformats.org/officeDocument/2006/relationships/image" Target="../media/image.png" Id="R9bdcb85e0ea44b39" /></ns0:Relationships>
</file>

<file path=ppt/slides/_rels/slide7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aadd9af232a4cce" /><ns0:Relationship Type="http://schemas.openxmlformats.org/officeDocument/2006/relationships/image" Target="../media/image2.png" Id="Redd739de16cf4807" /></ns0:Relationships>
</file>

<file path=ppt/slides/_rels/slide7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6b78eea16584b5e" /><ns0:Relationship Type="http://schemas.openxmlformats.org/officeDocument/2006/relationships/image" Target="../media/image.png" Id="R4b5699cd49c747fc" /></ns0:Relationships>
</file>

<file path=ppt/slides/_rels/slide7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416cb9bd2824ce7" /><ns0:Relationship Type="http://schemas.openxmlformats.org/officeDocument/2006/relationships/image" Target="../media/image2.png" Id="R6f89f070058c417c" /></ns0:Relationships>
</file>

<file path=ppt/slides/_rels/slide8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84aa7e083154548" /><ns0:Relationship Type="http://schemas.openxmlformats.org/officeDocument/2006/relationships/image" Target="../media/image2.png" Id="R38b42e59da7444f1" /></ns0:Relationships>
</file>

<file path=ppt/slides/_rels/slide8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3be149feaf148b1" /><ns0:Relationship Type="http://schemas.openxmlformats.org/officeDocument/2006/relationships/image" Target="../media/image2.png" Id="Rc2d61ef435804c87" /></ns0:Relationships>
</file>

<file path=ppt/slides/_rels/slide8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033b88ce3304cd6" /><ns0:Relationship Type="http://schemas.openxmlformats.org/officeDocument/2006/relationships/image" Target="../media/image2.png" Id="Rcbdf2eb894664b17" /></ns0:Relationships>
</file>

<file path=ppt/slides/_rels/slide8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4bb3e5926454361" /><ns0:Relationship Type="http://schemas.openxmlformats.org/officeDocument/2006/relationships/image" Target="../media/image2.png" Id="R4ee466335a4049c9" /></ns0:Relationships>
</file>

<file path=ppt/slides/_rels/slide8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b5cfc7f2f0b4c0f" /><ns0:Relationship Type="http://schemas.openxmlformats.org/officeDocument/2006/relationships/image" Target="../media/image2.png" Id="R84b2f96cd1a047e4" /></ns0:Relationships>
</file>

<file path=ppt/slides/_rels/slide8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c23d41583de414d" /><ns0:Relationship Type="http://schemas.openxmlformats.org/officeDocument/2006/relationships/image" Target="../media/image2.png" Id="Raa197fdcaf694ad0" /></ns0:Relationships>
</file>

<file path=ppt/slides/_rels/slide8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19952f8ee1248e0" /><ns0:Relationship Type="http://schemas.openxmlformats.org/officeDocument/2006/relationships/image" Target="../media/image.png" Id="R868856ff4fd24c91" /></ns0:Relationships>
</file>

<file path=ppt/slides/_rels/slide8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31f606f6a9a4fd7" /><ns0:Relationship Type="http://schemas.openxmlformats.org/officeDocument/2006/relationships/image" Target="../media/image2.png" Id="R9eb0bfcaf3fa4dc0" /></ns0:Relationships>
</file>

<file path=ppt/slides/_rels/slide8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2fd1e324c1848d9" /><ns0:Relationship Type="http://schemas.openxmlformats.org/officeDocument/2006/relationships/image" Target="../media/image2.png" Id="Rfd39e68fd57146ce" /></ns0:Relationships>
</file>

<file path=ppt/slides/_rels/slide8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a98be095f4a4911" /><ns0:Relationship Type="http://schemas.openxmlformats.org/officeDocument/2006/relationships/image" Target="../media/image.png" Id="R963836012be4476d" /></ns0:Relationships>
</file>

<file path=ppt/slides/_rels/slide9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1a24fd571aa48ad" /><ns0:Relationship Type="http://schemas.openxmlformats.org/officeDocument/2006/relationships/image" Target="../media/image2.png" Id="R59d6e83834a04eb7" /></ns0:Relationships>
</file>

<file path=ppt/slides/_rels/slide9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5618dbd29bb454c" /><ns0:Relationship Type="http://schemas.openxmlformats.org/officeDocument/2006/relationships/image" Target="../media/image.png" Id="Rcff609e6433747b6" /></ns0:Relationships>
</file>

<file path=ppt/slides/_rels/slide9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68222a47bb44b86" /><ns0:Relationship Type="http://schemas.openxmlformats.org/officeDocument/2006/relationships/image" Target="../media/image2.png" Id="Rcf2448bf7dd04277" /></ns0:Relationships>
</file>

<file path=ppt/slides/_rels/slide9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d7dd19fdc44425e" /><ns0:Relationship Type="http://schemas.openxmlformats.org/officeDocument/2006/relationships/image" Target="../media/image2.png" Id="R5e0750c8355f4969" /></ns0:Relationships>
</file>

<file path=ppt/slides/_rels/slide9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7d5cd38310c498b" /><ns0:Relationship Type="http://schemas.openxmlformats.org/officeDocument/2006/relationships/image" Target="../media/image2.png" Id="R1ce0094800de4675" /></ns0:Relationships>
</file>

<file path=ppt/slides/_rels/slide9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6d548c700ef484d" /><ns0:Relationship Type="http://schemas.openxmlformats.org/officeDocument/2006/relationships/image" Target="../media/image2.png" Id="Ra7f0586bec074b62" /></ns0:Relationships>
</file>

<file path=ppt/slides/_rels/slide9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6e759e81a5d482a" /><ns0:Relationship Type="http://schemas.openxmlformats.org/officeDocument/2006/relationships/image" Target="../media/image2.png" Id="R049ae6c7198a42cb" /></ns0:Relationships>
</file>

<file path=ppt/slides/_rels/slide9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5db5e763fc64606" /><ns0:Relationship Type="http://schemas.openxmlformats.org/officeDocument/2006/relationships/image" Target="../media/image2.png" Id="Rc6491724cd724106" /></ns0:Relationships>
</file>

<file path=ppt/slides/_rels/slide9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565568c6c594190" /><ns0:Relationship Type="http://schemas.openxmlformats.org/officeDocument/2006/relationships/image" Target="../media/image2.png" Id="R3c993ddc70514b47" /></ns0:Relationships>
</file>

<file path=ppt/slides/_rels/slide9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d7c1cbd4dec4495" /><ns0:Relationship Type="http://schemas.openxmlformats.org/officeDocument/2006/relationships/image" Target="../media/image2.png" Id="R3e1e4fd19aa24736" /></ns0:Relationships>
</file>

<file path=ppt/slides/_rels/slide10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4359efbafb64ad2" /><ns0:Relationship Type="http://schemas.openxmlformats.org/officeDocument/2006/relationships/image" Target="../media/image2.png" Id="R79d81cd7f97a4048" /></ns0:Relationships>
</file>

<file path=ppt/slides/_rels/slide10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1e652871a484e84" /><ns0:Relationship Type="http://schemas.openxmlformats.org/officeDocument/2006/relationships/image" Target="../media/image.png" Id="Rae4545b8caf84e6f" /></ns0:Relationships>
</file>

<file path=ppt/slides/_rels/slide10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d9ffe438c9f47d8" /><ns0:Relationship Type="http://schemas.openxmlformats.org/officeDocument/2006/relationships/image" Target="../media/image2.png" Id="Re27e8374c896450e" /></ns0:Relationships>
</file>

<file path=ppt/slides/_rels/slide10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fe8c42d7db54925" /><ns0:Relationship Type="http://schemas.openxmlformats.org/officeDocument/2006/relationships/image" Target="../media/image.png" Id="R4c3cef99a31249c3" /></ns0:Relationships>
</file>

<file path=ppt/slides/_rels/slide10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d355d32bebc483b" /><ns0:Relationship Type="http://schemas.openxmlformats.org/officeDocument/2006/relationships/image" Target="../media/image2.png" Id="R332da6b404ec41a7" /></ns0:Relationships>
</file>

<file path=ppt/slides/_rels/slide10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8b0f9963f694d48" /><ns0:Relationship Type="http://schemas.openxmlformats.org/officeDocument/2006/relationships/image" Target="../media/image2.png" Id="R1c34d4425eb243b5" /><ns0:Relationship Id="rIdLink1" Type="http://schemas.openxmlformats.org/officeDocument/2006/relationships/hyperlink" Target="https://www.abs.gov.au/statistics/understanding-statistics/statistical-terms-and-concepts/variables" TargetMode="External" /><ns0:Relationship Id="rIdLink2" Type="http://schemas.openxmlformats.org/officeDocument/2006/relationships/hyperlink" Target="https://www.abs.gov.au/statistics/understanding-statistics/statistical-terms-and-concepts/variables" TargetMode="External" /></ns0:Relationships>
</file>

<file path=ppt/slides/_rels/slide10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f7ffcf5b9a54b0e" /><ns0:Relationship Type="http://schemas.openxmlformats.org/officeDocument/2006/relationships/image" Target="../media/image2.png" Id="R93dce512658b48fc" /><ns0:Relationship Id="rIdLink1" Type="http://schemas.openxmlformats.org/officeDocument/2006/relationships/hyperlink" Target="https://docs.python.org/3/library/csv.html" TargetMode="External" /><ns0:Relationship Id="rIdLink2" Type="http://schemas.openxmlformats.org/officeDocument/2006/relationships/hyperlink" Target="https://docs.python.org/3/library/csv.html" TargetMode="External" /></ns0:Relationships>
</file>

<file path=ppt/slides/_rels/slide10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31e3e01183b4437" /><ns0:Relationship Type="http://schemas.openxmlformats.org/officeDocument/2006/relationships/image" Target="../media/image2.png" Id="R8b100b80a6f74c7b" /><ns0:Relationship Id="rIdLink1" Type="http://schemas.openxmlformats.org/officeDocument/2006/relationships/hyperlink" Target="https://docs.python.org/3/library/json.html" TargetMode="External" /><ns0:Relationship Id="rIdLink2" Type="http://schemas.openxmlformats.org/officeDocument/2006/relationships/hyperlink" Target="https://docs.python.org/3/library/json.html" TargetMode="External" /></ns0:Relationships>
</file>

<file path=ppt/slides/slide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f29f7581cac246a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3E41350-6C40-4473-8825-03A08C95C7C2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096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피지컬AI 직무훈련</a:t>
            </a:r>
          </a:p>
        </p:txBody>
      </p:sp>
      <p:sp>
        <p:nvSpPr>
          <p:cNvPr id="3" name="">
            <a:extLst>
              <a:ext uri="{FF2B5EF4-FFF2-40B4-BE49-F238E27FC236}">
                <ns3:creationId id="{01448BBA-90AD-4A2B-A145-778CAB93CA4D}"/>
              </a:ext>
            </a:extLst>
          </p:cNvPr>
          <p:cNvSpPr>
            <a:spLocks noGrp="1"/>
          </p:cNvSpPr>
          <p:nvPr/>
        </p:nvSpPr>
        <p:spPr>
          <a:xfrm>
            <a:off x="685800" y="1752600"/>
            <a:ext cx="8191500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데이터 기초 · 표에서 CSV와 JSON까지</a:t>
            </a:r>
          </a:p>
        </p:txBody>
      </p:sp>
      <p:sp>
        <p:nvSpPr>
          <p:cNvPr id="4" name="">
            <a:extLst>
              <a:ext uri="{FF2B5EF4-FFF2-40B4-BE49-F238E27FC236}">
                <ns3:creationId id="{29879C03-A307-44FB-8FD6-6441B6244B48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2026-10-08</a:t>
            </a:r>
          </a:p>
        </p:txBody>
      </p:sp>
      <p:sp>
        <p:nvSpPr>
          <p:cNvPr id="5" name="">
            <a:extLst>
              <a:ext uri="{FF2B5EF4-FFF2-40B4-BE49-F238E27FC236}">
                <ns3:creationId id="{A8C28D1F-9F66-4306-9380-DFAD8AAAAB2B}"/>
              </a:ext>
            </a:extLst>
          </p:cNvPr>
          <p:cNvSpPr>
            <a:spLocks noGrp="1"/>
          </p:cNvSpPr>
          <p:nvPr/>
        </p:nvSpPr>
        <p:spPr>
          <a:xfrm>
            <a:off x="685800" y="465582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처음 배우는 사람을 위한 실무 수업</a:t>
            </a:r>
          </a:p>
        </p:txBody>
      </p:sp>
      <p:sp>
        <p:nvSpPr>
          <p:cNvPr id="6" name="">
            <a:extLst>
              <a:ext uri="{FF2B5EF4-FFF2-40B4-BE49-F238E27FC236}">
                <ns3:creationId id="{B20E1F89-F80A-4F84-A81A-208113A87D6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">
            <a:extLst>
              <a:ext uri="{FF2B5EF4-FFF2-40B4-BE49-F238E27FC236}">
                <ns3:creationId id="{96200C29-676B-406C-8302-7BA94917026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001</a:t>
            </a:r>
          </a:p>
        </p:txBody>
      </p:sp>
    </p:spTree>
    <p:extLst>
      <p:ext uri="{BB962C8B-B14F-4D97-AF65-F5344CB8AC3E}">
        <ns4:creationId val="347808714"/>
      </p:ext>
    </p:extLst>
  </p:cSld>
</p:sld>
</file>

<file path=ppt/slides/slide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07b2f892653c404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F649D6E-71F0-45D7-971F-67E72A1575F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5786829-B4F9-4A61-B21B-EE8FD6841C6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우리가 배우는 전체 과정</a:t>
            </a:r>
          </a:p>
        </p:txBody>
      </p:sp>
      <p:sp>
        <p:nvSpPr>
          <p:cNvPr id="4" name="">
            <a:extLst>
              <a:ext uri="{FF2B5EF4-FFF2-40B4-BE49-F238E27FC236}">
                <ns3:creationId id="{205F572B-0259-48A8-9EA4-10E9D3B9B64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38C2BE4-7627-4206-8611-F6194FEF1C1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전체 과정은20일이며 오늘은3일차의 데이터 기초 수업입니다.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A338C5AE-12BD-45FB-8E5D-B65866F166E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담당10일은 데이터→프로그램→화면과장비→프로젝트로 연결됩니다.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9DD6990B-2F82-4A00-8F09-CD299D8D501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날짜와과정일차는 다릅니다.휴일을 제외한 실제교육일 순서로 봅니다.</a:t>
            </a:r>
          </a:p>
        </p:txBody>
      </p:sp>
      <p:sp>
        <p:nvSpPr>
          <p:cNvPr id="8" name="">
            <a:extLst>
              <a:ext uri="{FF2B5EF4-FFF2-40B4-BE49-F238E27FC236}">
                <ns3:creationId id="{0DDDE57E-BD30-4C47-BE28-98628C85659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">
            <a:extLst>
              <a:ext uri="{FF2B5EF4-FFF2-40B4-BE49-F238E27FC236}">
                <ns3:creationId id="{BCB37B1A-4564-4565-B47E-E68265A5852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002</a:t>
            </a:r>
          </a:p>
        </p:txBody>
      </p:sp>
    </p:spTree>
    <p:extLst>
      <p:ext uri="{BB962C8B-B14F-4D97-AF65-F5344CB8AC3E}">
        <ns4:creationId val="25567059"/>
      </p:ext>
    </p:extLst>
  </p:cSld>
</p:sld>
</file>

<file path=ppt/slides/slide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56601037785454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1~5일차 · 데이터로 출발하기</a:t>
            </a:r>
          </a:p>
        </p:txBody>
      </p:sp>
      <p:sp>
        <p:nvSpPr>
          <p:cNvPr id="4" name="">
            <a:extLst>
              <a:ext uri="{FF2B5EF4-FFF2-40B4-BE49-F238E27FC236}">
                <ns3:creationId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1일차: 피지컬AI 개념과 산업 사례</a:t>
            </a:r>
          </a:p>
        </p:txBody>
      </p:sp>
      <p:sp>
        <p:nvSpPr>
          <p:cNvPr id="6" name="">
            <a:extLst>
              <a:ext uri="{FF2B5EF4-FFF2-40B4-BE49-F238E27FC236}">
                <ns3:creationId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2일차: 직무와 AI 코드에이전트</a:t>
            </a:r>
          </a:p>
        </p:txBody>
      </p:sp>
      <p:sp>
        <p:nvSpPr>
          <p:cNvPr id="7" name="">
            <a:extLst>
              <a:ext uri="{FF2B5EF4-FFF2-40B4-BE49-F238E27FC236}">
                <ns3:creationId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3일차: 데이터 기초와 CSV·JSON</a:t>
            </a:r>
          </a:p>
        </p:txBody>
      </p:sp>
      <p:sp>
        <p:nvSpPr>
          <p:cNvPr id="8" name="">
            <a:extLst>
              <a:ext uri="{FF2B5EF4-FFF2-40B4-BE49-F238E27FC236}">
                <ns3:creationId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4~5일차: LLM API·프롬프트·미니앱</a:t>
            </a:r>
          </a:p>
        </p:txBody>
      </p:sp>
      <p:sp>
        <p:nvSpPr>
          <p:cNvPr id="9" name="">
            <a:extLst>
              <a:ext uri="{FF2B5EF4-FFF2-40B4-BE49-F238E27FC236}">
                <ns3:creationId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">
            <a:extLst>
              <a:ext uri="{FF2B5EF4-FFF2-40B4-BE49-F238E27FC236}">
                <ns3:creationId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003</a:t>
            </a:r>
          </a:p>
        </p:txBody>
      </p:sp>
    </p:spTree>
    <p:extLst>
      <p:ext uri="{BB962C8B-B14F-4D97-AF65-F5344CB8AC3E}">
        <ns4:creationId val="900243776"/>
      </p:ext>
    </p:extLst>
  </p:cSld>
</p:sld>
</file>

<file path=ppt/slides/slide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64f2c851cba47f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860DEFE-36DC-4693-8884-37819B58707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1A8C914-CBFA-4F7A-8AC1-A4680F247D2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6~10일차 · 작은 프로그램 만들기</a:t>
            </a:r>
          </a:p>
        </p:txBody>
      </p:sp>
      <p:sp>
        <p:nvSpPr>
          <p:cNvPr id="4" name="">
            <a:extLst>
              <a:ext uri="{FF2B5EF4-FFF2-40B4-BE49-F238E27FC236}">
                <ns3:creationId id="{92D5598A-3046-4122-A7AD-552E328158C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DF31C3E-8283-447E-9E0D-5D03C579164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6~7일차: Python 기초와 심화</a:t>
            </a:r>
          </a:p>
        </p:txBody>
      </p:sp>
      <p:sp>
        <p:nvSpPr>
          <p:cNvPr id="6" name="">
            <a:extLst>
              <a:ext uri="{FF2B5EF4-FFF2-40B4-BE49-F238E27FC236}">
                <ns3:creationId id="{5941E5CD-C1D7-4755-B230-CAD296094B7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8일차: Git·GitHub</a:t>
            </a:r>
          </a:p>
        </p:txBody>
      </p:sp>
      <p:sp>
        <p:nvSpPr>
          <p:cNvPr id="7" name="">
            <a:extLst>
              <a:ext uri="{FF2B5EF4-FFF2-40B4-BE49-F238E27FC236}">
                <ns3:creationId id="{B383C2AE-DAAA-4120-9EF0-A96E53D442F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9일차: API requests</a:t>
            </a:r>
          </a:p>
        </p:txBody>
      </p:sp>
      <p:sp>
        <p:nvSpPr>
          <p:cNvPr id="8" name="">
            <a:extLst>
              <a:ext uri="{FF2B5EF4-FFF2-40B4-BE49-F238E27FC236}">
                <ns3:creationId id="{F626B27D-D3BA-47D4-9760-4615036C2796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10일차: AI 코드에이전트</a:t>
            </a:r>
          </a:p>
        </p:txBody>
      </p:sp>
      <p:sp>
        <p:nvSpPr>
          <p:cNvPr id="9" name="">
            <a:extLst>
              <a:ext uri="{FF2B5EF4-FFF2-40B4-BE49-F238E27FC236}">
                <ns3:creationId id="{618DEF6B-A8CA-42FF-825C-3E9E7978481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">
            <a:extLst>
              <a:ext uri="{FF2B5EF4-FFF2-40B4-BE49-F238E27FC236}">
                <ns3:creationId id="{A6EF4C04-EC8C-461B-BC2F-D808532668C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004</a:t>
            </a:r>
          </a:p>
        </p:txBody>
      </p:sp>
    </p:spTree>
    <p:extLst>
      <p:ext uri="{BB962C8B-B14F-4D97-AF65-F5344CB8AC3E}">
        <ns4:creationId val="1586194900"/>
      </p:ext>
    </p:extLst>
  </p:cSld>
</p:sld>
</file>

<file path=ppt/slides/slide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73f1fa80e6642c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AC34289-2C36-4892-A8B9-DC1CC04C532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52CF6F6-0C9C-4296-8422-338D69E6A0E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11~15일차 · 화면과 장비 만나기</a:t>
            </a:r>
          </a:p>
        </p:txBody>
      </p:sp>
      <p:sp>
        <p:nvSpPr>
          <p:cNvPr id="4" name="">
            <a:extLst>
              <a:ext uri="{FF2B5EF4-FFF2-40B4-BE49-F238E27FC236}">
                <ns3:creationId id="{B4FA9321-C883-4677-AB0A-900C50A14EA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DC8E8EC-585C-4B71-AC68-744CF05DD34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11일차: HTML·CSS·React·MCP</a:t>
            </a:r>
          </a:p>
        </p:txBody>
      </p:sp>
      <p:sp>
        <p:nvSpPr>
          <p:cNvPr id="6" name="">
            <a:extLst>
              <a:ext uri="{FF2B5EF4-FFF2-40B4-BE49-F238E27FC236}">
                <ns3:creationId id="{AE2341F2-74E9-4951-AB5F-BF07BBD4197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12일차: OpenCV·웹캠</a:t>
            </a:r>
          </a:p>
        </p:txBody>
      </p:sp>
      <p:sp>
        <p:nvSpPr>
          <p:cNvPr id="7" name="">
            <a:extLst>
              <a:ext uri="{FF2B5EF4-FFF2-40B4-BE49-F238E27FC236}">
                <ns3:creationId id="{CCBD2A0C-14E4-42D7-BD08-F3B46AB0517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13일차: 전자회로·ESP32</a:t>
            </a:r>
          </a:p>
        </p:txBody>
      </p:sp>
      <p:sp>
        <p:nvSpPr>
          <p:cNvPr id="8" name="">
            <a:extLst>
              <a:ext uri="{FF2B5EF4-FFF2-40B4-BE49-F238E27FC236}">
                <ns3:creationId id="{D35BF85A-E956-4F58-B20D-09E27C4D790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14~15일차: 센서 입력·액추에이터</a:t>
            </a:r>
          </a:p>
        </p:txBody>
      </p:sp>
      <p:sp>
        <p:nvSpPr>
          <p:cNvPr id="9" name="">
            <a:extLst>
              <a:ext uri="{FF2B5EF4-FFF2-40B4-BE49-F238E27FC236}">
                <ns3:creationId id="{087B746C-B964-4E4E-8C0E-D01614EC470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">
            <a:extLst>
              <a:ext uri="{FF2B5EF4-FFF2-40B4-BE49-F238E27FC236}">
                <ns3:creationId id="{02909F3F-B2FA-480D-A4A1-EB7DF5BE273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005</a:t>
            </a:r>
          </a:p>
        </p:txBody>
      </p:sp>
    </p:spTree>
    <p:extLst>
      <p:ext uri="{BB962C8B-B14F-4D97-AF65-F5344CB8AC3E}">
        <ns4:creationId val="1975184956"/>
      </p:ext>
    </p:extLst>
  </p:cSld>
</p:sld>
</file>

<file path=ppt/slides/slide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3d83f94bc0e460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370A741-B4AB-4E3B-80D6-1D1BDA147D3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7A260F4-2BF8-4754-BB2F-46DDF8675A1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16~20일차 · 프로젝트 만들기</a:t>
            </a:r>
          </a:p>
        </p:txBody>
      </p:sp>
      <p:sp>
        <p:nvSpPr>
          <p:cNvPr id="4" name="">
            <a:extLst>
              <a:ext uri="{FF2B5EF4-FFF2-40B4-BE49-F238E27FC236}">
                <ns3:creationId id="{6A7ED383-2AA7-48A0-BBB7-165DB6D383F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D7D2CA9-BE14-4EAF-8CF8-D99957B3455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16일차: MQTT·HTTP</a:t>
            </a:r>
          </a:p>
        </p:txBody>
      </p:sp>
      <p:sp>
        <p:nvSpPr>
          <p:cNvPr id="6" name="">
            <a:extLst>
              <a:ext uri="{FF2B5EF4-FFF2-40B4-BE49-F238E27FC236}">
                <ns3:creationId id="{B9DB929E-7A94-4357-9766-372C0D2003C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17일차: 웹 대시보드</a:t>
            </a:r>
          </a:p>
        </p:txBody>
      </p:sp>
      <p:sp>
        <p:nvSpPr>
          <p:cNvPr id="7" name="">
            <a:extLst>
              <a:ext uri="{FF2B5EF4-FFF2-40B4-BE49-F238E27FC236}">
                <ns3:creationId id="{ACEDB749-F774-4625-979F-E18F6EB58D9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18일차: 프로젝트 기획</a:t>
            </a:r>
          </a:p>
        </p:txBody>
      </p:sp>
      <p:sp>
        <p:nvSpPr>
          <p:cNvPr id="8" name="">
            <a:extLst>
              <a:ext uri="{FF2B5EF4-FFF2-40B4-BE49-F238E27FC236}">
                <ns3:creationId id="{F238FCC5-5A82-4754-9044-C90A349CBBE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19~20일차: 구현·발표·시연</a:t>
            </a:r>
          </a:p>
        </p:txBody>
      </p:sp>
      <p:sp>
        <p:nvSpPr>
          <p:cNvPr id="9" name="">
            <a:extLst>
              <a:ext uri="{FF2B5EF4-FFF2-40B4-BE49-F238E27FC236}">
                <ns3:creationId id="{9085D436-2096-49C7-B5B5-22E45A7A87A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">
            <a:extLst>
              <a:ext uri="{FF2B5EF4-FFF2-40B4-BE49-F238E27FC236}">
                <ns3:creationId id="{D6B1F87C-9349-4004-9635-87950573140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006</a:t>
            </a:r>
          </a:p>
        </p:txBody>
      </p:sp>
    </p:spTree>
    <p:extLst>
      <p:ext uri="{BB962C8B-B14F-4D97-AF65-F5344CB8AC3E}">
        <ns4:creationId val="1020717615"/>
      </p:ext>
    </p:extLst>
  </p:cSld>
</p:sld>
</file>

<file path=ppt/slides/slide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ba2414fb067b49c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D534DA7-1F9C-4AFB-BEAE-AE2EB35BF8B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6E0A347-ECDE-49DF-8440-FD7672CB5EA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담당 수업의 날짜</a:t>
            </a:r>
          </a:p>
        </p:txBody>
      </p:sp>
      <p:sp>
        <p:nvSpPr>
          <p:cNvPr id="4" name="">
            <a:extLst>
              <a:ext uri="{FF2B5EF4-FFF2-40B4-BE49-F238E27FC236}">
                <ns3:creationId id="{83F0EE61-CAFE-4BDC-8E4E-E35C8AE4A1D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FA3CB7C-4535-4784-B970-C082351CB33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10/8 · 14 · 15 · 16 · 20</a:t>
            </a:r>
          </a:p>
        </p:txBody>
      </p:sp>
      <p:sp>
        <p:nvSpPr>
          <p:cNvPr id="6" name="">
            <a:extLst>
              <a:ext uri="{FF2B5EF4-FFF2-40B4-BE49-F238E27FC236}">
                <ns3:creationId id="{3E0588DD-D25D-42E7-AB07-8AE0E3B80DF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10/21 · 22 · 23 · 29 · 30</a:t>
            </a:r>
          </a:p>
        </p:txBody>
      </p:sp>
      <p:sp>
        <p:nvSpPr>
          <p:cNvPr id="7" name="">
            <a:extLst>
              <a:ext uri="{FF2B5EF4-FFF2-40B4-BE49-F238E27FC236}">
                <ns3:creationId id="{629BAB26-856E-4865-B5BB-FEC55107FE5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날짜와 과정 일차는 다릅니다.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3C433FA3-FAE3-4DF1-BA53-8B324198D7E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">
            <a:extLst>
              <a:ext uri="{FF2B5EF4-FFF2-40B4-BE49-F238E27FC236}">
                <ns3:creationId id="{8C9B9FC0-9414-4EF4-900E-52B0981FB71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007</a:t>
            </a:r>
          </a:p>
        </p:txBody>
      </p:sp>
    </p:spTree>
    <p:extLst>
      <p:ext uri="{BB962C8B-B14F-4D97-AF65-F5344CB8AC3E}">
        <ns4:creationId val="1943305332"/>
      </p:ext>
    </p:extLst>
  </p:cSld>
</p:sld>
</file>

<file path=ppt/slides/slide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e899f7e6b6f4e3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EC31536-C764-41DD-A422-DBC4A41AB07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1EA6B46-B25E-45D4-825A-464F8956D06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하루 수업의 약속</a:t>
            </a:r>
          </a:p>
        </p:txBody>
      </p:sp>
      <p:sp>
        <p:nvSpPr>
          <p:cNvPr id="4" name="">
            <a:extLst>
              <a:ext uri="{FF2B5EF4-FFF2-40B4-BE49-F238E27FC236}">
                <ns3:creationId id="{1C69A36C-FBB8-41B7-87E7-DC9108E1ED3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A51B90F-D616-4C63-B78E-B2420210251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 10:00~17:00 · 50분씩 6교시</a:t>
            </a:r>
          </a:p>
        </p:txBody>
      </p:sp>
      <p:sp>
        <p:nvSpPr>
          <p:cNvPr id="6" name="">
            <a:extLst>
              <a:ext uri="{FF2B5EF4-FFF2-40B4-BE49-F238E27FC236}">
                <ns3:creationId id="{8B926C95-B9FE-40BC-8EBF-FA359DCF8B7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중식 11:50~13:00 · 13:00 복귀</a:t>
            </a:r>
          </a:p>
        </p:txBody>
      </p:sp>
      <p:sp>
        <p:nvSpPr>
          <p:cNvPr id="7" name="">
            <a:extLst>
              <a:ext uri="{FF2B5EF4-FFF2-40B4-BE49-F238E27FC236}">
                <ns3:creationId id="{E49FF0C1-5C9C-4498-AAD6-66F278462E8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 사이 10분 휴식</a:t>
            </a:r>
          </a:p>
        </p:txBody>
      </p:sp>
      <p:sp>
        <p:nvSpPr>
          <p:cNvPr id="8" name="">
            <a:extLst>
              <a:ext uri="{FF2B5EF4-FFF2-40B4-BE49-F238E27FC236}">
                <ns3:creationId id="{6E7C2CAF-26CD-4365-8BAC-45D99BED5AB6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10분은 저장 확인과 종료 준비입니다.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63A87BD3-54DD-461E-8AF1-FD2F765D293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">
            <a:extLst>
              <a:ext uri="{FF2B5EF4-FFF2-40B4-BE49-F238E27FC236}">
                <ns3:creationId id="{2ECDE926-0BE9-4953-A7F1-51EA2304C57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008</a:t>
            </a:r>
          </a:p>
        </p:txBody>
      </p:sp>
    </p:spTree>
    <p:extLst>
      <p:ext uri="{BB962C8B-B14F-4D97-AF65-F5344CB8AC3E}">
        <ns4:creationId val="1207331601"/>
      </p:ext>
    </p:extLst>
  </p:cSld>
</p:sld>
</file>

<file path=ppt/slides/slide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d6481ef7c408410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69CEC41-28E7-4FB2-AC22-C0CD36C2E8F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F53C937-6F82-4813-A9CD-96C141C4AD2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파일과 폴더부터</a:t>
            </a:r>
          </a:p>
        </p:txBody>
      </p:sp>
      <p:sp>
        <p:nvSpPr>
          <p:cNvPr id="4" name="">
            <a:extLst>
              <a:ext uri="{FF2B5EF4-FFF2-40B4-BE49-F238E27FC236}">
                <ns3:creationId id="{F23A8061-333F-4B5A-A43A-7B25DEE2379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C015A4A-0478-4EAB-9E6B-126663D0CF6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파일은 저장한 문서 한 개이고, 폴더는 파일을 모아 둔 위치입니다.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2DB2600B-3D17-49CD-B86F-89E8963114F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이름 끝 .csv와 .json은 확장자입니다. 이름을 바꿔도 내용은 변하지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47E042E4-76EB-4568-8CF1-D1B38493E56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원본 data 폴더는 보존하고, 새 답은 work 폴더에 저장합니다.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E6E19192-25F2-43F7-9A8C-F5978C93652F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메모장에 글을 쓰는 것과 파일로 저장하는 것은 별개의 단계입니다.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5F14424A-3CBF-47BD-902F-FB37D968DCA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">
            <a:extLst>
              <a:ext uri="{FF2B5EF4-FFF2-40B4-BE49-F238E27FC236}">
                <ns3:creationId id="{A9D7E843-018E-4928-8FA2-16A0C429EB5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009</a:t>
            </a:r>
          </a:p>
        </p:txBody>
      </p:sp>
    </p:spTree>
    <p:extLst>
      <p:ext uri="{BB962C8B-B14F-4D97-AF65-F5344CB8AC3E}">
        <ns4:creationId val="1063313174"/>
      </p:ext>
    </p:extLst>
  </p:cSld>
</p:sld>
</file>

<file path=ppt/slides/slide1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09e08f618c2468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54F13E7-6FDB-4DA9-9A3C-4F5F6822E99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89E96F4-68B2-4B6F-9CD4-71ADF3B3B53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 사용할 작업 폴더</a:t>
            </a:r>
          </a:p>
        </p:txBody>
      </p:sp>
      <p:sp>
        <p:nvSpPr>
          <p:cNvPr id="4" name="">
            <a:extLst>
              <a:ext uri="{FF2B5EF4-FFF2-40B4-BE49-F238E27FC236}">
                <ns3:creationId id="{3A488F88-29EB-4DAE-9B98-1A6D760AE31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5562CF2-4B5D-4BD9-AA68-15A9DE235DE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제공된 자료 압축 파일을 일반 폴더에 모두 풉니다.</a:t>
            </a:r>
          </a:p>
        </p:txBody>
      </p:sp>
      <p:sp>
        <p:nvSpPr>
          <p:cNvPr id="6" name="">
            <a:extLst>
              <a:ext uri="{FF2B5EF4-FFF2-40B4-BE49-F238E27FC236}">
                <ns3:creationId id="{1A02E697-66A0-48C6-AF3D-1573911B6AB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foundations 안 data는 원문, work는 내가 작성할 답입니다.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6E107C54-0ECA-49AF-B928-42791398E3A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메모장에서 새 내용을 입력하고 파일 → 다른 이름으로 저장합니다.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F8C44CE5-5008-4A02-8C19-27AE02434A78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형식은 모든 파일, 인코딩은 UTF-8을 선택합니다.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9177C20A-0026-4D4A-B60F-3FEE7ABC036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">
            <a:extLst>
              <a:ext uri="{FF2B5EF4-FFF2-40B4-BE49-F238E27FC236}">
                <ns3:creationId id="{92308DD5-293D-4E50-8B9C-C38EEEB8DC0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010</a:t>
            </a:r>
          </a:p>
        </p:txBody>
      </p:sp>
    </p:spTree>
    <p:extLst>
      <p:ext uri="{BB962C8B-B14F-4D97-AF65-F5344CB8AC3E}">
        <ns4:creationId val="67693561"/>
      </p:ext>
    </p:extLst>
  </p:cSld>
</p:sld>
</file>

<file path=ppt/slides/slide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ba77992cee643d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659C5BF-DBEE-4D90-B53C-C12A4C32EEF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4C27745-2B23-4F93-9948-5A36855DCAD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확장자와 저장 확인</a:t>
            </a:r>
          </a:p>
        </p:txBody>
      </p:sp>
      <p:sp>
        <p:nvSpPr>
          <p:cNvPr id="4" name="">
            <a:extLst>
              <a:ext uri="{FF2B5EF4-FFF2-40B4-BE49-F238E27FC236}">
                <ns3:creationId id="{A60AA07B-47E7-4B9C-A73F-AF44B1642F4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AED3D5C-846C-4F0C-AAFE-653542C8626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CSV는 work/supply.csv, JSON은 work/device.json으로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1935988-D486-4E72-9156-8BB91BF9966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이름 확장자 표시를 켜고 .csv.txt가 아닌지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CB80411E-C71C-4074-A7C5-814A6525BDC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닫았다 다시 열어 마지막 문장이 남아 있으면 저장된 것입니다.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BACE8792-CE65-4882-A4B8-0E3A4B43C74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저장할 수 없으면 같은 표와 기호를 종이에 작성할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824B30B4-FFD5-40A5-86C2-BE2A255F9D5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">
            <a:extLst>
              <a:ext uri="{FF2B5EF4-FFF2-40B4-BE49-F238E27FC236}">
                <ns3:creationId id="{E5104856-663B-413F-8D0C-E410DF4736A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011</a:t>
            </a:r>
          </a:p>
        </p:txBody>
      </p:sp>
    </p:spTree>
    <p:extLst>
      <p:ext uri="{BB962C8B-B14F-4D97-AF65-F5344CB8AC3E}">
        <ns4:creationId val="407319366"/>
      </p:ext>
    </p:extLst>
  </p:cSld>
</p:sld>
</file>

<file path=ppt/slides/slide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d05ae321b0e4cc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DF2BB60-2498-4D79-A0E0-27D995BC063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CEA3ECB-BC8B-4937-86AA-769F3E6151C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피지컬 AI의 흐름</a:t>
            </a:r>
          </a:p>
        </p:txBody>
      </p:sp>
      <p:sp>
        <p:nvSpPr>
          <p:cNvPr id="4" name="">
            <a:extLst>
              <a:ext uri="{FF2B5EF4-FFF2-40B4-BE49-F238E27FC236}">
                <ns3:creationId id="{2268A53E-C885-494E-9781-B1362430614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76F8131-26D4-4E02-9121-9AAA370F657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카메라·온도 센서가 현실의 상태를 데이터로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43DC5880-5713-4B75-9A1D-CE5FFB3F333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프로그램이나 학습 모델이 기록을 이용해 다음 동작을 결정합니다.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62E3A721-4E9A-4534-9D14-5295E158D97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모터가 움직이거나 알림을 보내고, 다시 측정해 결과를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1EFACCCF-3FAD-4F65-88DC-9995E00E669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읽기 → 판단 → 동작 → 다시 읽기가 연결되는 시스템입니다.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774FB754-E77A-4BA5-87A9-8F4D8ACFBDA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">
            <a:extLst>
              <a:ext uri="{FF2B5EF4-FFF2-40B4-BE49-F238E27FC236}">
                <ns3:creationId id="{CE86BB66-CE83-4A67-92EE-1D028D105D0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012</a:t>
            </a:r>
          </a:p>
        </p:txBody>
      </p:sp>
    </p:spTree>
    <p:extLst>
      <p:ext uri="{BB962C8B-B14F-4D97-AF65-F5344CB8AC3E}">
        <ns4:creationId val="1735823093"/>
      </p:ext>
    </p:extLst>
  </p:cSld>
</p:sld>
</file>

<file path=ppt/slides/slide1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3c1a0248a3ed4ce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0B3B9B4-3F47-4A9B-8A1D-F2FDD7F9647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19348BC6-5091-42B5-BAB7-C7D027883EB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센서와 액추에이터</a:t>
            </a:r>
          </a:p>
        </p:txBody>
      </p:sp>
      <p:sp>
        <p:nvSpPr>
          <p:cNvPr id="4" name="">
            <a:extLst>
              <a:ext uri="{FF2B5EF4-FFF2-40B4-BE49-F238E27FC236}">
                <ns3:creationId id="{DE257F16-0CCD-464A-853B-D4A6E7134D4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1624774"/>
        </p:xfrm>
        <a:graphic>
          <a:graphicData uri="http://schemas.openxmlformats.org/drawingml/2006/table">
            <a:tbl>
              <a:tblPr firstRow="1" bandRow="0"/>
              <a:tblGrid>
                <a:gridCol w="2999187"/>
                <a:gridCol w="3865619"/>
                <a:gridCol w="3955594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센서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상태를 기록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카메라·온도 센서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액추에이터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작용을 만듦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모터·밸브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C7808FBF-CC8B-4A1B-A86D-AB56BB70AF8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">
            <a:extLst>
              <a:ext uri="{FF2B5EF4-FFF2-40B4-BE49-F238E27FC236}">
                <ns3:creationId id="{9212ED20-DD99-492B-8E6E-919FAF044C7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013</a:t>
            </a:r>
          </a:p>
        </p:txBody>
      </p:sp>
    </p:spTree>
    <p:extLst>
      <p:ext uri="{BB962C8B-B14F-4D97-AF65-F5344CB8AC3E}">
        <ns4:creationId val="348446167"/>
      </p:ext>
    </p:extLst>
  </p:cSld>
</p:sld>
</file>

<file path=ppt/slides/slide1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daade1d2142f459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1B637AD-A667-405E-AF1B-28F4F61AE12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7A7F0EE-2CAF-4FB3-A7E6-D7787467267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로봇 팔은 무엇을 읽을까요?</a:t>
            </a:r>
          </a:p>
        </p:txBody>
      </p:sp>
      <p:sp>
        <p:nvSpPr>
          <p:cNvPr id="4" name="">
            <a:extLst>
              <a:ext uri="{FF2B5EF4-FFF2-40B4-BE49-F238E27FC236}">
                <ns3:creationId id="{440CBA52-B126-44BF-A433-F3D3568A005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BE623CE-2CB7-4AB9-84D9-DCB13761528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카메라가 상자의 위치를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918F915-8B75-4E2F-B4DA-3D9835DA9F9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잡는 위치와 동작을 정합니다.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7B13695-0964-466D-9F1D-77CB8D520C9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팔이 움직인 뒤 잡혔는지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4952EF63-E62C-465B-A510-C8073912AAD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">
            <a:extLst>
              <a:ext uri="{FF2B5EF4-FFF2-40B4-BE49-F238E27FC236}">
                <ns3:creationId id="{C4FEDC10-1E0C-4088-A9B8-05D2A689F04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014</a:t>
            </a:r>
          </a:p>
        </p:txBody>
      </p:sp>
    </p:spTree>
    <p:extLst>
      <p:ext uri="{BB962C8B-B14F-4D97-AF65-F5344CB8AC3E}">
        <ns4:creationId val="613550509"/>
      </p:ext>
    </p:extLst>
  </p:cSld>
</p:sld>
</file>

<file path=ppt/slides/slide1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1cc21bd17114cf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2000F52-51EA-4A13-854A-4CBA2DFF186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0973473-05E1-486F-8100-9B6ACB51470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규칙과 학습 모델</a:t>
            </a:r>
          </a:p>
        </p:txBody>
      </p:sp>
      <p:sp>
        <p:nvSpPr>
          <p:cNvPr id="4" name="">
            <a:extLst>
              <a:ext uri="{FF2B5EF4-FFF2-40B4-BE49-F238E27FC236}">
                <ns3:creationId id="{C7523827-A94B-418E-9DEB-F6C9E3B221D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BA3D8DF-B7FC-40FA-96AF-CC9990D7B2D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규칙: 사람이 정한 24℃ 초과 조건에 맞으면 확인 알림을 냅니다.</a:t>
            </a:r>
          </a:p>
        </p:txBody>
      </p:sp>
      <p:sp>
        <p:nvSpPr>
          <p:cNvPr id="6" name="">
            <a:extLst>
              <a:ext uri="{FF2B5EF4-FFF2-40B4-BE49-F238E27FC236}">
                <ns3:creationId id="{A4768C34-FB68-452E-A9B8-0F3A424FDEF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학습 모델: 여러 영상에서 배운 관계로 물체 위치를 추정합니다.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5048FB49-0B42-4783-9A05-5F0B1B895EA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센서·모터가 있다는 사실만으로 AI를 쓴다고 판단하지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DE36535C-F3DF-4886-A26F-90C4C04A3C2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시스템 안에서 학습 모델과 사람이 정한 규칙을 함께 쓸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3465EFA0-CAE1-4CDB-98D1-00C50B76BF2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">
            <a:extLst>
              <a:ext uri="{FF2B5EF4-FFF2-40B4-BE49-F238E27FC236}">
                <ns3:creationId id="{D8244574-5873-4825-8A6B-CAA79D134EB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015</a:t>
            </a:r>
          </a:p>
        </p:txBody>
      </p:sp>
    </p:spTree>
    <p:extLst>
      <p:ext uri="{BB962C8B-B14F-4D97-AF65-F5344CB8AC3E}">
        <ns4:creationId val="551511840"/>
      </p:ext>
    </p:extLst>
  </p:cSld>
</p:sld>
</file>

<file path=ppt/slides/slide1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a5147ac4865f4f8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39862F7-7100-4818-B4B3-CAFB1509F36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사례 영상</a:t>
            </a:r>
          </a:p>
        </p:txBody>
      </p:sp>
      <p:sp>
        <p:nvSpPr>
          <p:cNvPr id="3" name="">
            <a:extLst>
              <a:ext uri="{FF2B5EF4-FFF2-40B4-BE49-F238E27FC236}">
                <ns3:creationId id="{0D192C2E-7E76-4C08-A23C-1DB7400404B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Atlas · 물체를 보고 옮기기</a:t>
            </a:r>
          </a:p>
        </p:txBody>
      </p:sp>
      <p:sp>
        <p:nvSpPr>
          <p:cNvPr id="4" name="">
            <a:extLst>
              <a:ext uri="{FF2B5EF4-FFF2-40B4-BE49-F238E27FC236}">
                <ns3:creationId id="{2B3AF969-6E80-4004-B18E-5FFBB044AD3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pic>
        <p:nvPicPr>
          <p:cNvPr id="18" name=""/>
          <p:cNvPicPr>
            <a:picLocks noChangeAspect="1"/>
          </p:cNvPicPr>
          <p:nvPr/>
        </p:nvPicPr>
        <p:blipFill>
          <a:blip r:embed="Rf0644b5f81f8436b"/>
          <a:stretch/>
        </p:blipFill>
        <p:spPr>
          <a:xfrm>
            <a:off x="1447800" y="1924050"/>
            <a:ext cx="4610100" cy="3457575"/>
          </a:xfrm>
          <a:prstGeom prst="rect">
            <a:avLst/>
          </a:prstGeom>
        </p:spPr>
      </p:pic>
      <p:sp>
        <p:nvSpPr>
          <p:cNvPr id="6" name="">
            <a:extLst>
              <a:ext uri="{FF2B5EF4-FFF2-40B4-BE49-F238E27FC236}">
                <ns3:creationId id="{3E524588-F80E-48E6-9636-5BAD2A43D154}"/>
              </a:ext>
            </a:extLst>
          </p:cNvPr>
          <p:cNvSpPr>
            <a:spLocks noGrp="1"/>
          </p:cNvSpPr>
          <p:nvPr/>
        </p:nvSpPr>
        <p:spPr>
          <a:xfrm>
            <a:off x="7200900" y="1971675"/>
            <a:ext cx="430530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0:00부터 약45초. 물체를 찾고 옮기는 장면을 관찰합니다.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C23AE08-0190-4341-9D04-968156DB5DE6}"/>
              </a:ext>
            </a:extLst>
          </p:cNvPr>
          <p:cNvSpPr>
            <a:spLocks noGrp="1"/>
          </p:cNvSpPr>
          <p:nvPr/>
        </p:nvSpPr>
        <p:spPr>
          <a:xfrm>
            <a:off x="7200900" y="2724150"/>
            <a:ext cx="4305300" cy="72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카메라가 읽는 대상과 팔이 하는 동작을 하나씩 적으세요.</a:t>
            </a:r>
          </a:p>
        </p:txBody>
      </p:sp>
      <p:sp>
        <p:nvSpPr>
          <p:cNvPr id="8" name="">
            <a:extLst>
              <a:ext uri="{FF2B5EF4-FFF2-40B4-BE49-F238E27FC236}">
                <ns3:creationId id="{82529EB1-C54F-4B8E-A04C-82EC73176F30}"/>
              </a:ext>
            </a:extLst>
          </p:cNvPr>
          <p:cNvSpPr>
            <a:spLocks noGrp="1"/>
          </p:cNvSpPr>
          <p:nvPr/>
        </p:nvSpPr>
        <p:spPr>
          <a:xfrm>
            <a:off x="7200900" y="3516630"/>
            <a:ext cx="4305300" cy="72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물체를 잡기 전과 잡은 뒤의 팔 움직임을 비교하세요.</a:t>
            </a:r>
          </a:p>
        </p:txBody>
      </p:sp>
      <p:sp>
        <p:nvSpPr>
          <p:cNvPr id="9" name="">
            <a:extLst>
              <a:ext uri="{FF2B5EF4-FFF2-40B4-BE49-F238E27FC236}">
                <ns3:creationId id="{A61C75DA-788C-4564-8DB4-0AF2024CA63B}"/>
              </a:ext>
            </a:extLst>
          </p:cNvPr>
          <p:cNvSpPr>
            <a:spLocks noGrp="1"/>
          </p:cNvSpPr>
          <p:nvPr/>
        </p:nvSpPr>
        <p:spPr>
          <a:xfrm>
            <a:off x="7200900" y="4309110"/>
            <a:ext cx="4305300" cy="72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영상에 없는 생산 속도·실패율·안전 조건은 확인 필요로 남깁니다.</a:t>
            </a:r>
          </a:p>
        </p:txBody>
      </p:sp>
      <p:sp>
        <p:nvSpPr>
          <p:cNvPr id="10" name="">
            <a:extLst>
              <a:ext uri="{FF2B5EF4-FFF2-40B4-BE49-F238E27FC236}">
                <ns3:creationId id="{038720EC-1644-42BF-876F-E1129F87C269}"/>
              </a:ext>
            </a:extLst>
          </p:cNvPr>
          <p:cNvSpPr>
            <a:spLocks noGrp="1"/>
          </p:cNvSpPr>
          <p:nvPr/>
        </p:nvSpPr>
        <p:spPr>
          <a:xfrm>
            <a:off x="685800" y="5543550"/>
            <a:ext cx="161925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영상 재생</a:t>
            </a:r>
          </a:p>
        </p:txBody>
      </p:sp>
      <p:sp>
        <p:nvSpPr>
          <p:cNvPr id="11" name="">
            <a:extLst>
              <a:ext uri="{FF2B5EF4-FFF2-40B4-BE49-F238E27FC236}">
                <ns3:creationId id="{CCCC472D-7498-4CB5-B429-3702E899BF48}"/>
              </a:ext>
            </a:extLst>
          </p:cNvPr>
          <p:cNvSpPr>
            <a:spLocks noGrp="1"/>
          </p:cNvSpPr>
          <p:nvPr/>
        </p:nvSpPr>
        <p:spPr>
          <a:xfrm>
            <a:off x="685800" y="5962650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172E3A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https://www.youtube.com/watch?v=F_7IPm7f1vI</a:t>
            </a:r>
          </a:p>
        </p:txBody>
      </p:sp>
      <p:sp>
        <p:nvSpPr>
          <p:cNvPr id="12" name="">
            <a:extLst>
              <a:ext uri="{FF2B5EF4-FFF2-40B4-BE49-F238E27FC236}">
                <ns3:creationId id="{1E60342C-D0D1-4EC4-B515-A5CAC893FF3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3" name="">
            <a:extLst>
              <a:ext uri="{FF2B5EF4-FFF2-40B4-BE49-F238E27FC236}">
                <ns3:creationId id="{D657EF21-3C4F-4BE1-AFBC-94752D0968D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016</a:t>
            </a:r>
          </a:p>
        </p:txBody>
      </p:sp>
    </p:spTree>
    <p:extLst>
      <p:ext uri="{BB962C8B-B14F-4D97-AF65-F5344CB8AC3E}">
        <ns4:creationId val="1455906345"/>
      </p:ext>
    </p:extLst>
  </p:cSld>
</p:sld>
</file>

<file path=ppt/slides/slide1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4a791cd255224d3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3F567A2-FC76-49D0-BD4B-A226915D175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사례 영상</a:t>
            </a:r>
          </a:p>
        </p:txBody>
      </p:sp>
      <p:sp>
        <p:nvSpPr>
          <p:cNvPr id="3" name="">
            <a:extLst>
              <a:ext uri="{FF2B5EF4-FFF2-40B4-BE49-F238E27FC236}">
                <ns3:creationId id="{AE0704AE-1E5F-4C4F-99A3-F84532B8A2A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Spot · 이동하며 설비 점검</a:t>
            </a:r>
          </a:p>
        </p:txBody>
      </p:sp>
      <p:sp>
        <p:nvSpPr>
          <p:cNvPr id="4" name="">
            <a:extLst>
              <a:ext uri="{FF2B5EF4-FFF2-40B4-BE49-F238E27FC236}">
                <ns3:creationId id="{22992966-F1E2-4096-815D-21ACC5D9225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pic>
        <p:nvPicPr>
          <p:cNvPr id="18" name=""/>
          <p:cNvPicPr>
            <a:picLocks noChangeAspect="1"/>
          </p:cNvPicPr>
          <p:nvPr/>
        </p:nvPicPr>
        <p:blipFill>
          <a:blip r:embed="R6e26d1d398164cef"/>
          <a:stretch/>
        </p:blipFill>
        <p:spPr>
          <a:xfrm>
            <a:off x="1447800" y="1924050"/>
            <a:ext cx="4610100" cy="3457575"/>
          </a:xfrm>
          <a:prstGeom prst="rect">
            <a:avLst/>
          </a:prstGeom>
        </p:spPr>
      </p:pic>
      <p:sp>
        <p:nvSpPr>
          <p:cNvPr id="6" name="">
            <a:extLst>
              <a:ext uri="{FF2B5EF4-FFF2-40B4-BE49-F238E27FC236}">
                <ns3:creationId id="{F7FCA4CA-090F-40F7-A4F0-B4AE16AC4804}"/>
              </a:ext>
            </a:extLst>
          </p:cNvPr>
          <p:cNvSpPr>
            <a:spLocks noGrp="1"/>
          </p:cNvSpPr>
          <p:nvPr/>
        </p:nvSpPr>
        <p:spPr>
          <a:xfrm>
            <a:off x="7200900" y="1971675"/>
            <a:ext cx="430530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0:00부터 약45초. 이동·관찰·설비측정을 구별합니다.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92DBBFD-AFF9-4358-AE6C-902D9D32EBCB}"/>
              </a:ext>
            </a:extLst>
          </p:cNvPr>
          <p:cNvSpPr>
            <a:spLocks noGrp="1"/>
          </p:cNvSpPr>
          <p:nvPr/>
        </p:nvSpPr>
        <p:spPr>
          <a:xfrm>
            <a:off x="7200900" y="2724150"/>
            <a:ext cx="4305300" cy="72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영상의 카메라 영상과 열화상에서 읽을 수 있는 것을 적으세요.</a:t>
            </a:r>
          </a:p>
        </p:txBody>
      </p:sp>
      <p:sp>
        <p:nvSpPr>
          <p:cNvPr id="8" name="">
            <a:extLst>
              <a:ext uri="{FF2B5EF4-FFF2-40B4-BE49-F238E27FC236}">
                <ns3:creationId id="{F4378593-2EF3-4C57-B8B4-79B99848C541}"/>
              </a:ext>
            </a:extLst>
          </p:cNvPr>
          <p:cNvSpPr>
            <a:spLocks noGrp="1"/>
          </p:cNvSpPr>
          <p:nvPr/>
        </p:nvSpPr>
        <p:spPr>
          <a:xfrm>
            <a:off x="7200900" y="3516630"/>
            <a:ext cx="4305300" cy="72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이동, 측정, 담당자의 판단이 각각 어디에 해당하는지 구별합니다.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824C8068-1CED-474D-8DBE-4A1F30AC2D7F}"/>
              </a:ext>
            </a:extLst>
          </p:cNvPr>
          <p:cNvSpPr>
            <a:spLocks noGrp="1"/>
          </p:cNvSpPr>
          <p:nvPr/>
        </p:nvSpPr>
        <p:spPr>
          <a:xfrm>
            <a:off x="7200900" y="4309110"/>
            <a:ext cx="4305300" cy="72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관찰 장면만으로 자율 판단의 범위를 단정하지 않습니다.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37D2B3D6-FA78-4944-8927-A17A4D96D747}"/>
              </a:ext>
            </a:extLst>
          </p:cNvPr>
          <p:cNvSpPr>
            <a:spLocks noGrp="1"/>
          </p:cNvSpPr>
          <p:nvPr/>
        </p:nvSpPr>
        <p:spPr>
          <a:xfrm>
            <a:off x="685800" y="5543550"/>
            <a:ext cx="161925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영상 재생</a:t>
            </a:r>
          </a:p>
        </p:txBody>
      </p:sp>
      <p:sp>
        <p:nvSpPr>
          <p:cNvPr id="11" name="">
            <a:extLst>
              <a:ext uri="{FF2B5EF4-FFF2-40B4-BE49-F238E27FC236}">
                <ns3:creationId id="{DDC6C3F1-4AC5-4BFA-91C3-E12B279A29AA}"/>
              </a:ext>
            </a:extLst>
          </p:cNvPr>
          <p:cNvSpPr>
            <a:spLocks noGrp="1"/>
          </p:cNvSpPr>
          <p:nvPr/>
        </p:nvSpPr>
        <p:spPr>
          <a:xfrm>
            <a:off x="685800" y="5962650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172E3A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https://www.youtube.com/watch?v=iubgWPHsuWM</a:t>
            </a:r>
          </a:p>
        </p:txBody>
      </p:sp>
      <p:sp>
        <p:nvSpPr>
          <p:cNvPr id="12" name="">
            <a:extLst>
              <a:ext uri="{FF2B5EF4-FFF2-40B4-BE49-F238E27FC236}">
                <ns3:creationId id="{C232A174-8786-4E44-A3DF-D95A5E84798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3" name="">
            <a:extLst>
              <a:ext uri="{FF2B5EF4-FFF2-40B4-BE49-F238E27FC236}">
                <ns3:creationId id="{515DF8DF-2C3F-46C6-B488-2EB83797FFB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017</a:t>
            </a:r>
          </a:p>
        </p:txBody>
      </p:sp>
    </p:spTree>
    <p:extLst>
      <p:ext uri="{BB962C8B-B14F-4D97-AF65-F5344CB8AC3E}">
        <ns4:creationId val="1338138591"/>
      </p:ext>
    </p:extLst>
  </p:cSld>
</p:sld>
</file>

<file path=ppt/slides/slide1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0ac755773ad347e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002467C-19E9-4522-A44D-FC939076A87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6BCD765-3005-43BB-BC0D-92C619AFBB5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산업 자료와 현장 사례</a:t>
            </a:r>
          </a:p>
        </p:txBody>
      </p:sp>
      <p:sp>
        <p:nvSpPr>
          <p:cNvPr id="4" name="">
            <a:extLst>
              <a:ext uri="{FF2B5EF4-FFF2-40B4-BE49-F238E27FC236}">
                <ns3:creationId id="{66985A4B-986F-4775-B7E3-02614143039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7E2C1D0-AE49-4157-9F8C-720EF0C5F9D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WEF는 산업 로봇·AI 적용과 작업자의 역량을 함께 다룹니다.</a:t>
            </a:r>
          </a:p>
        </p:txBody>
      </p:sp>
      <p:sp>
        <p:nvSpPr>
          <p:cNvPr id="6" name="">
            <a:extLst>
              <a:ext uri="{FF2B5EF4-FFF2-40B4-BE49-F238E27FC236}">
                <ns3:creationId id="{FB28FA62-74B4-44D8-8C0E-BB0D8C2E8D7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Amazon은 로봇 운영과 이동 조정 모델 사례를 발표했습니다.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843BE371-455F-4D1A-BBA6-AE61C949554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환경에서도 데이터 정확성·장비 고장·운영 인력을 확인해야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9FACF5DD-16F4-4B91-A730-AAA3D9B802C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">
            <a:extLst>
              <a:ext uri="{FF2B5EF4-FFF2-40B4-BE49-F238E27FC236}">
                <ns3:creationId id="{10E27B31-BF23-478D-9887-52A6E30014E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018</a:t>
            </a:r>
          </a:p>
        </p:txBody>
      </p:sp>
    </p:spTree>
    <p:extLst>
      <p:ext uri="{BB962C8B-B14F-4D97-AF65-F5344CB8AC3E}">
        <ns4:creationId val="1994357470"/>
      </p:ext>
    </p:extLst>
  </p:cSld>
</p:sld>
</file>

<file path=ppt/slides/slide1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f26e47f02a8479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153B628-4C11-41F9-87C3-0423E5F655D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C9E2B9F-2EE4-46D0-B9A7-B0D1F9DBC05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WEF · 피지컬 AI 산업 보고서</a:t>
            </a:r>
          </a:p>
        </p:txBody>
      </p:sp>
      <p:sp>
        <p:nvSpPr>
          <p:cNvPr id="4" name="">
            <a:extLst>
              <a:ext uri="{FF2B5EF4-FFF2-40B4-BE49-F238E27FC236}">
                <ns3:creationId id="{833B52BA-4BB2-4DAB-AEC6-B5D90D8D049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AFCBE09-6F70-4068-A2C6-67636A355D3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앞에서 읽은 주장을 원문에서 확인할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CD22369E-83FB-4CEF-A70C-8ACAC19AF0D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발행 주체와 날짜를 확인하고, 현재 운영 사례와 앞으로의 계획을 구별합니다.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15073360-160E-4E09-AC9D-2ECDF959B4E2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원문 읽기</a:t>
            </a:r>
          </a:p>
        </p:txBody>
      </p:sp>
      <p:sp>
        <p:nvSpPr>
          <p:cNvPr id="8" name="">
            <a:extLst>
              <a:ext uri="{FF2B5EF4-FFF2-40B4-BE49-F238E27FC236}">
                <ns3:creationId id="{3C25B5A9-6C43-43AD-918D-2331E4AB515A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4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https://www.weforum.org/publications/physical-ai-powering-the-new-age-of-industrial-operations/</a:t>
            </a:r>
          </a:p>
        </p:txBody>
      </p:sp>
      <p:sp>
        <p:nvSpPr>
          <p:cNvPr id="9" name="">
            <a:extLst>
              <a:ext uri="{FF2B5EF4-FFF2-40B4-BE49-F238E27FC236}">
                <ns3:creationId id="{0BAACE2A-4C62-4F08-8674-8F0E68CA7C8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">
            <a:extLst>
              <a:ext uri="{FF2B5EF4-FFF2-40B4-BE49-F238E27FC236}">
                <ns3:creationId id="{322D03F3-E980-4205-B7CA-5D4523486D8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019</a:t>
            </a:r>
          </a:p>
        </p:txBody>
      </p:sp>
    </p:spTree>
    <p:extLst>
      <p:ext uri="{BB962C8B-B14F-4D97-AF65-F5344CB8AC3E}">
        <ns4:creationId val="1298294248"/>
      </p:ext>
    </p:extLst>
  </p:cSld>
</p:sld>
</file>

<file path=ppt/slides/slide2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b381bd379cb400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C57C5E1-08C6-4DB2-8D70-F80EBD124B8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0EE8CF8-11D6-49D8-9507-FE8FFE2BCBF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Amazon · 로봇과 이동 조정 모델</a:t>
            </a:r>
          </a:p>
        </p:txBody>
      </p:sp>
      <p:sp>
        <p:nvSpPr>
          <p:cNvPr id="4" name="">
            <a:extLst>
              <a:ext uri="{FF2B5EF4-FFF2-40B4-BE49-F238E27FC236}">
                <ns3:creationId id="{51D807F0-F6AB-4C6F-9C85-F34EF6D1C4C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EEBC7B5-A92A-4DFF-836C-872C66397A1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앞에서 읽은 주장을 원문에서 확인할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CA8D4E8E-4B91-4CC9-9DB1-F971EC00F95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발행 주체와 날짜를 확인하고, 현재 운영 사례와 앞으로의 계획을 구별합니다.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8341DB1-5276-4F19-99AE-4F0FD9CD7DAA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원문 읽기</a:t>
            </a:r>
          </a:p>
        </p:txBody>
      </p:sp>
      <p:sp>
        <p:nvSpPr>
          <p:cNvPr id="8" name="">
            <a:extLst>
              <a:ext uri="{FF2B5EF4-FFF2-40B4-BE49-F238E27FC236}">
                <ns3:creationId id="{F193A57E-8426-4D76-B6AC-2D39A9AFA0B2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https://www.aboutamazon.com/news/operations/amazon-million-robots-ai-foundation-model</a:t>
            </a:r>
          </a:p>
        </p:txBody>
      </p:sp>
      <p:sp>
        <p:nvSpPr>
          <p:cNvPr id="9" name="">
            <a:extLst>
              <a:ext uri="{FF2B5EF4-FFF2-40B4-BE49-F238E27FC236}">
                <ns3:creationId id="{BD3A8FA0-BA7B-4698-84C1-497ECCFC8D0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">
            <a:extLst>
              <a:ext uri="{FF2B5EF4-FFF2-40B4-BE49-F238E27FC236}">
                <ns3:creationId id="{F71B604E-6A8F-420F-958E-8F501E91651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020</a:t>
            </a:r>
          </a:p>
        </p:txBody>
      </p:sp>
    </p:spTree>
    <p:extLst>
      <p:ext uri="{BB962C8B-B14F-4D97-AF65-F5344CB8AC3E}">
        <ns4:creationId val="712629027"/>
      </p:ext>
    </p:extLst>
  </p:cSld>
</p:sld>
</file>

<file path=ppt/slides/slide2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acf57195792f418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C4F0094-E77F-40E0-B982-90BC63BA9D5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B63E7D7-FC1A-48A8-961C-4383A0B3712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기사의 시연 결과와 계획 읽기</a:t>
            </a:r>
          </a:p>
        </p:txBody>
      </p:sp>
      <p:sp>
        <p:nvSpPr>
          <p:cNvPr id="4" name="">
            <a:extLst>
              <a:ext uri="{FF2B5EF4-FFF2-40B4-BE49-F238E27FC236}">
                <ns3:creationId id="{B67B19C9-5387-4B6A-8016-6F5D43CEC13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F4A482A-6611-47C2-936A-0D4CB972D6A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AP는 Atlas 공개 시연과 적용 계획을 보도했습니다.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4333B886-CF7D-4B69-9488-A05DEF67E98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원격 조종 시연과 자율 동작은 구별합니다.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FB299FE-DF7C-4D26-ABC5-F201A72C4DC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공장 배치 계획은 완료된 운영과 다릅니다.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2A09EDB6-0724-47EB-9290-001C2D89B5A1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참고 자료</a:t>
            </a:r>
          </a:p>
        </p:txBody>
      </p:sp>
      <p:sp>
        <p:nvSpPr>
          <p:cNvPr id="9" name="">
            <a:extLst>
              <a:ext uri="{FF2B5EF4-FFF2-40B4-BE49-F238E27FC236}">
                <ns3:creationId id="{88CA03A1-E2C0-4317-9629-EC71D51E870B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https://apnews.com/article/8de7b2470c23f5f22441ad1ad7555136</a:t>
            </a:r>
          </a:p>
        </p:txBody>
      </p:sp>
      <p:sp>
        <p:nvSpPr>
          <p:cNvPr id="10" name="">
            <a:extLst>
              <a:ext uri="{FF2B5EF4-FFF2-40B4-BE49-F238E27FC236}">
                <ns3:creationId id="{CEE788B3-BC4F-485C-ADFD-7A3282A4200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1" name="">
            <a:extLst>
              <a:ext uri="{FF2B5EF4-FFF2-40B4-BE49-F238E27FC236}">
                <ns3:creationId id="{5FD6FE81-27F7-4CB1-B1D3-2937AE3628A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021</a:t>
            </a:r>
          </a:p>
        </p:txBody>
      </p:sp>
    </p:spTree>
    <p:extLst>
      <p:ext uri="{BB962C8B-B14F-4D97-AF65-F5344CB8AC3E}">
        <ns4:creationId val="944742590"/>
      </p:ext>
    </p:extLst>
  </p:cSld>
</p:sld>
</file>

<file path=ppt/slides/slide2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9d32b6e1e6d0430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86E1713-246B-4113-AAEA-FE19A19A189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사례 영상</a:t>
            </a:r>
          </a:p>
        </p:txBody>
      </p:sp>
      <p:sp>
        <p:nvSpPr>
          <p:cNvPr id="3" name="">
            <a:extLst>
              <a:ext uri="{FF2B5EF4-FFF2-40B4-BE49-F238E27FC236}">
                <ns3:creationId id="{DE8C52E0-369F-4937-8904-68955DFAE49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인터뷰 · Physical AI의 전망</a:t>
            </a:r>
          </a:p>
        </p:txBody>
      </p:sp>
      <p:sp>
        <p:nvSpPr>
          <p:cNvPr id="4" name="">
            <a:extLst>
              <a:ext uri="{FF2B5EF4-FFF2-40B4-BE49-F238E27FC236}">
                <ns3:creationId id="{C8227FB4-ADB5-472F-850C-BD3EE1C5F4B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pic>
        <p:nvPicPr>
          <p:cNvPr id="18" name=""/>
          <p:cNvPicPr>
            <a:picLocks noChangeAspect="1"/>
          </p:cNvPicPr>
          <p:nvPr/>
        </p:nvPicPr>
        <p:blipFill>
          <a:blip r:embed="R039c43e7318e4b08"/>
          <a:stretch/>
        </p:blipFill>
        <p:spPr>
          <a:xfrm>
            <a:off x="1447800" y="1924050"/>
            <a:ext cx="4610100" cy="3457575"/>
          </a:xfrm>
          <a:prstGeom prst="rect">
            <a:avLst/>
          </a:prstGeom>
        </p:spPr>
      </p:pic>
      <p:sp>
        <p:nvSpPr>
          <p:cNvPr id="6" name="">
            <a:extLst>
              <a:ext uri="{FF2B5EF4-FFF2-40B4-BE49-F238E27FC236}">
                <ns3:creationId id="{C69EA1B1-C899-41C9-A3DB-85673C55A58D}"/>
              </a:ext>
            </a:extLst>
          </p:cNvPr>
          <p:cNvSpPr>
            <a:spLocks noGrp="1"/>
          </p:cNvSpPr>
          <p:nvPr/>
        </p:nvSpPr>
        <p:spPr>
          <a:xfrm>
            <a:off x="7200900" y="1971675"/>
            <a:ext cx="430530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10:47부터 약60초. Physical AI 발언의 사례와 전망을 구별합니다.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7E33C8E-10F4-41B4-80C0-C3D599E2D785}"/>
              </a:ext>
            </a:extLst>
          </p:cNvPr>
          <p:cNvSpPr>
            <a:spLocks noGrp="1"/>
          </p:cNvSpPr>
          <p:nvPr/>
        </p:nvSpPr>
        <p:spPr>
          <a:xfrm>
            <a:off x="7200900" y="2724150"/>
            <a:ext cx="4305300" cy="72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발언 한 개를 골라 현재의 사례인지 앞으로의 전망인지 적으세요.</a:t>
            </a:r>
          </a:p>
        </p:txBody>
      </p:sp>
      <p:sp>
        <p:nvSpPr>
          <p:cNvPr id="8" name="">
            <a:extLst>
              <a:ext uri="{FF2B5EF4-FFF2-40B4-BE49-F238E27FC236}">
                <ns3:creationId id="{D68706E6-8A96-4026-9439-0F17EF20B8F3}"/>
              </a:ext>
            </a:extLst>
          </p:cNvPr>
          <p:cNvSpPr>
            <a:spLocks noGrp="1"/>
          </p:cNvSpPr>
          <p:nvPr/>
        </p:nvSpPr>
        <p:spPr>
          <a:xfrm>
            <a:off x="7200900" y="3516630"/>
            <a:ext cx="4305300" cy="72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주장이 성립하려면 필요한 장비·데이터·운영 조건을 적으세요.</a:t>
            </a:r>
          </a:p>
        </p:txBody>
      </p:sp>
      <p:sp>
        <p:nvSpPr>
          <p:cNvPr id="9" name="">
            <a:extLst>
              <a:ext uri="{FF2B5EF4-FFF2-40B4-BE49-F238E27FC236}">
                <ns3:creationId id="{54786E1C-40A4-4352-8F0B-3A94863E1DFA}"/>
              </a:ext>
            </a:extLst>
          </p:cNvPr>
          <p:cNvSpPr>
            <a:spLocks noGrp="1"/>
          </p:cNvSpPr>
          <p:nvPr/>
        </p:nvSpPr>
        <p:spPr>
          <a:xfrm>
            <a:off x="7200900" y="4309110"/>
            <a:ext cx="4305300" cy="72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인터뷰 발언과 실제 현장 운영 결과를 구별합니다.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E9613290-89AF-4FB8-8D8C-31472DEC9DDD}"/>
              </a:ext>
            </a:extLst>
          </p:cNvPr>
          <p:cNvSpPr>
            <a:spLocks noGrp="1"/>
          </p:cNvSpPr>
          <p:nvPr/>
        </p:nvSpPr>
        <p:spPr>
          <a:xfrm>
            <a:off x="685800" y="5543550"/>
            <a:ext cx="161925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영상 재생</a:t>
            </a:r>
          </a:p>
        </p:txBody>
      </p:sp>
      <p:sp>
        <p:nvSpPr>
          <p:cNvPr id="11" name="">
            <a:extLst>
              <a:ext uri="{FF2B5EF4-FFF2-40B4-BE49-F238E27FC236}">
                <ns3:creationId id="{40076A71-3D8A-424A-A5EB-ED57CEF30982}"/>
              </a:ext>
            </a:extLst>
          </p:cNvPr>
          <p:cNvSpPr>
            <a:spLocks noGrp="1"/>
          </p:cNvSpPr>
          <p:nvPr/>
        </p:nvSpPr>
        <p:spPr>
          <a:xfrm>
            <a:off x="685800" y="5962650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172E3A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https://www.youtube.com/watch?v=gwW8GKwHB3I&amp;t=647s</a:t>
            </a:r>
          </a:p>
        </p:txBody>
      </p:sp>
      <p:sp>
        <p:nvSpPr>
          <p:cNvPr id="12" name="">
            <a:extLst>
              <a:ext uri="{FF2B5EF4-FFF2-40B4-BE49-F238E27FC236}">
                <ns3:creationId id="{87D9AB76-1DCC-4A7F-A6AA-FB3AFC779E2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3" name="">
            <a:extLst>
              <a:ext uri="{FF2B5EF4-FFF2-40B4-BE49-F238E27FC236}">
                <ns3:creationId id="{18088E42-77CE-49C3-87CC-9DD0F2C0543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022</a:t>
            </a:r>
          </a:p>
        </p:txBody>
      </p:sp>
    </p:spTree>
    <p:extLst>
      <p:ext uri="{BB962C8B-B14F-4D97-AF65-F5344CB8AC3E}">
        <ns4:creationId val="1233064117"/>
      </p:ext>
    </p:extLst>
  </p:cSld>
</p:sld>
</file>

<file path=ppt/slides/slide2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b5f314bcbf3d4dc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A1C0F13-7075-4893-A1FF-FCCBC8C70B7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BE75323-53FF-4B73-827D-60B56D637D3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사례 영상에서 볼 것</a:t>
            </a:r>
          </a:p>
        </p:txBody>
      </p:sp>
      <p:sp>
        <p:nvSpPr>
          <p:cNvPr id="4" name="">
            <a:extLst>
              <a:ext uri="{FF2B5EF4-FFF2-40B4-BE49-F238E27FC236}">
                <ns3:creationId id="{AF5A8FF3-B37B-43DD-B55F-80749AF83F6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FC8CC2A-943D-4148-9871-F2582AE3BAF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로봇이 읽은 값이나 장면을 하나 찾아보세요.</a:t>
            </a:r>
          </a:p>
        </p:txBody>
      </p:sp>
      <p:sp>
        <p:nvSpPr>
          <p:cNvPr id="6" name="">
            <a:extLst>
              <a:ext uri="{FF2B5EF4-FFF2-40B4-BE49-F238E27FC236}">
                <ns3:creationId id="{E012276B-7961-44AF-A7B2-8F4D7F53F13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로봇이 한 동작과 그 뒤에 확인할 것을 찾아보세요.</a:t>
            </a:r>
          </a:p>
        </p:txBody>
      </p:sp>
      <p:sp>
        <p:nvSpPr>
          <p:cNvPr id="7" name="">
            <a:extLst>
              <a:ext uri="{FF2B5EF4-FFF2-40B4-BE49-F238E27FC236}">
                <ns3:creationId id="{3DB4C6CE-2113-4908-8BDE-5E0F90B0CBF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영상으로 확인할 수 없는 조건도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59C24823-CFDD-4915-89C7-90114EE24F6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">
            <a:extLst>
              <a:ext uri="{FF2B5EF4-FFF2-40B4-BE49-F238E27FC236}">
                <ns3:creationId id="{23375F39-8CEC-4FAB-9528-4A486603753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023</a:t>
            </a:r>
          </a:p>
        </p:txBody>
      </p:sp>
    </p:spTree>
    <p:extLst>
      <p:ext uri="{BB962C8B-B14F-4D97-AF65-F5344CB8AC3E}">
        <ns4:creationId val="426075600"/>
      </p:ext>
    </p:extLst>
  </p:cSld>
</p:sld>
</file>

<file path=ppt/slides/slide2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cec4ee3a3c142f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F0FD2C9-2BBD-490D-9FBB-C94653D4C99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60D08FF-0B6B-4CFE-9ACA-37D7B05739E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오늘은 표와 파일을 읽습니다</a:t>
            </a:r>
          </a:p>
        </p:txBody>
      </p:sp>
      <p:sp>
        <p:nvSpPr>
          <p:cNvPr id="4" name="">
            <a:extLst>
              <a:ext uri="{FF2B5EF4-FFF2-40B4-BE49-F238E27FC236}">
                <ns3:creationId id="{9306636D-BFD7-4DD7-869D-624415F306D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8F25126-623D-4B24-948F-0ED1778EDB9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데이터의 뜻과 세 분류 축을 익힌 뒤 CSV·JSON으로 직접 표현합니다.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C22AF9E2-E373-4FA5-87F4-D3DD6033EFE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계산 순서·표의 칸·파일 기호를 읽는 수업입니다.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722ACCAC-2027-46EA-8BA9-0AF24577163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오늘은 Python 문법을 작성하지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1B41BADF-CE71-4ADE-94C9-51C64E823493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 만든 파일의 같은 값을 10/14와 10/15 프로그램에서 다시 다룹니다.</a:t>
            </a:r>
          </a:p>
        </p:txBody>
      </p:sp>
      <p:sp>
        <p:nvSpPr>
          <p:cNvPr id="9" name="">
            <a:extLst>
              <a:ext uri="{FF2B5EF4-FFF2-40B4-BE49-F238E27FC236}">
                <ns3:creationId id="{49FE6CCD-EDC3-498F-A30F-EC25F6CC1C7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">
            <a:extLst>
              <a:ext uri="{FF2B5EF4-FFF2-40B4-BE49-F238E27FC236}">
                <ns3:creationId id="{C8D0B082-3403-4570-9F18-EA33C9649FD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024</a:t>
            </a:r>
          </a:p>
        </p:txBody>
      </p:sp>
    </p:spTree>
    <p:extLst>
      <p:ext uri="{BB962C8B-B14F-4D97-AF65-F5344CB8AC3E}">
        <ns4:creationId val="610272744"/>
      </p:ext>
    </p:extLst>
  </p:cSld>
</p:sld>
</file>

<file path=ppt/slides/slide2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0eacd504d99d4fb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A3021D4-44B2-42B9-A727-3FDCA6501E2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79EA180-42E8-4D83-ADC6-B91B21460A5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 배울 여섯 가지</a:t>
            </a:r>
          </a:p>
        </p:txBody>
      </p:sp>
      <p:sp>
        <p:nvSpPr>
          <p:cNvPr id="4" name="">
            <a:extLst>
              <a:ext uri="{FF2B5EF4-FFF2-40B4-BE49-F238E27FC236}">
                <ns3:creationId id="{0B8B142D-C26E-4BC6-A3F3-5925E3B6BD5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B7A16C2-0A1E-4476-BE34-273DE14DE10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데이터의 뜻 → 값의 의미 → 기록의 구조</a:t>
            </a:r>
          </a:p>
        </p:txBody>
      </p:sp>
      <p:sp>
        <p:nvSpPr>
          <p:cNvPr id="6" name="">
            <a:extLst>
              <a:ext uri="{FF2B5EF4-FFF2-40B4-BE49-F238E27FC236}">
                <ns3:creationId id="{18B864C6-B7CA-42FE-A9FC-FBD17EDAACD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CSV → JSON → 새 업무에 적용</a:t>
            </a:r>
          </a:p>
        </p:txBody>
      </p:sp>
      <p:sp>
        <p:nvSpPr>
          <p:cNvPr id="7" name="">
            <a:extLst>
              <a:ext uri="{FF2B5EF4-FFF2-40B4-BE49-F238E27FC236}">
                <ns3:creationId id="{367FDE96-5090-40F1-B4A7-78E09255931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8" name="">
            <a:extLst>
              <a:ext uri="{FF2B5EF4-FFF2-40B4-BE49-F238E27FC236}">
                <ns3:creationId id="{C45E9717-4648-4E45-A220-99F5044B7C7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025</a:t>
            </a:r>
          </a:p>
        </p:txBody>
      </p:sp>
    </p:spTree>
    <p:extLst>
      <p:ext uri="{BB962C8B-B14F-4D97-AF65-F5344CB8AC3E}">
        <ns4:creationId val="786958119"/>
      </p:ext>
    </p:extLst>
  </p:cSld>
</p:sld>
</file>

<file path=ppt/slides/slide2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02a4b217ad8a41a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A6FAA73-1DF2-4010-A030-C4F281E1457F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01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0A18AE16-FF12-40CF-93DA-DF8EEFD3B51C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데이터의 뜻과 형태</a:t>
            </a:r>
          </a:p>
        </p:txBody>
      </p:sp>
      <p:sp>
        <p:nvSpPr>
          <p:cNvPr id="4" name="">
            <a:extLst>
              <a:ext uri="{FF2B5EF4-FFF2-40B4-BE49-F238E27FC236}">
                <ns3:creationId id="{4344EAA7-FC12-47F4-84CF-E33C8C5C8353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10:00~10:50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1E563E30-5C5B-4B9F-9EA3-1184F8ED4B7B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4A63B48F-E7E4-4BAA-BFEC-DDB8AE7C1C4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">
            <a:extLst>
              <a:ext uri="{FF2B5EF4-FFF2-40B4-BE49-F238E27FC236}">
                <ns3:creationId id="{10D27A0B-02EF-4FCB-98FE-76161D371CE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026</a:t>
            </a:r>
          </a:p>
        </p:txBody>
      </p:sp>
    </p:spTree>
    <p:extLst>
      <p:ext uri="{BB962C8B-B14F-4D97-AF65-F5344CB8AC3E}">
        <ns4:creationId val="578963023"/>
      </p:ext>
    </p:extLst>
  </p:cSld>
</p:sld>
</file>

<file path=ppt/slides/slide2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23131fb704b1470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ABC7AFB-6D58-4169-A3D1-00B63AE7CC3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5FD0CC1-EB25-4CCC-A7DB-C54AFA544C2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데이터와 정보</a:t>
            </a:r>
          </a:p>
        </p:txBody>
      </p:sp>
      <p:sp>
        <p:nvSpPr>
          <p:cNvPr id="4" name="">
            <a:extLst>
              <a:ext uri="{FF2B5EF4-FFF2-40B4-BE49-F238E27FC236}">
                <ns3:creationId id="{6774454A-FA3F-4A9E-9B59-314D70F8F95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4881460-16F5-48F1-B2EA-7332C2C245B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데이터는 관찰하거나 기록한 값과 내용입니다.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44E411DD-D52E-4B82-992A-5DD97C05C07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정보는 그 기록을 업무 질문과 기준에 맞게 해석한 의미입니다.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62BCC521-8402-498F-8210-6995991BDD5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22.5라는 숫자에 대상·단위·시각을 붙여 읽은 뒤 목적에 맞게 판단합니다.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4CA0CF2D-1B18-4D23-8051-F318B677D7B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">
            <a:extLst>
              <a:ext uri="{FF2B5EF4-FFF2-40B4-BE49-F238E27FC236}">
                <ns3:creationId id="{28FFC3A4-D125-4D2C-B2DA-5978D854244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027</a:t>
            </a:r>
          </a:p>
        </p:txBody>
      </p:sp>
    </p:spTree>
    <p:extLst>
      <p:ext uri="{BB962C8B-B14F-4D97-AF65-F5344CB8AC3E}">
        <ns4:creationId val="666223959"/>
      </p:ext>
    </p:extLst>
  </p:cSld>
</p:sld>
</file>

<file path=ppt/slides/slide2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0c7d53934a2457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393BF3A-A9AC-4B6B-9E76-003132FE407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85ED4D0-E400-452B-BCD4-787FED0AAFA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22.5에 이름표를 붙이기</a:t>
            </a:r>
          </a:p>
        </p:txBody>
      </p:sp>
      <p:sp>
        <p:nvSpPr>
          <p:cNvPr id="4" name="">
            <a:extLst>
              <a:ext uri="{FF2B5EF4-FFF2-40B4-BE49-F238E27FC236}">
                <ns3:creationId id="{A2F9FCAA-DE05-4A3F-B0DC-A11DA03D1A3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466C3F4-5A81-4B0B-BEAD-5BC5E695F94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22.5만으로는 온도·길이·가격 중 무엇인지 모릅니다.</a:t>
            </a:r>
          </a:p>
        </p:txBody>
      </p:sp>
      <p:sp>
        <p:nvSpPr>
          <p:cNvPr id="6" name="">
            <a:extLst>
              <a:ext uri="{FF2B5EF4-FFF2-40B4-BE49-F238E27FC236}">
                <ns3:creationId id="{B3F1C9CF-DAA1-4347-9E73-314DC94B4D9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입구의 S01이 10:00에 기록한 22.5℃라고 쓰면 뜻을 읽을 수 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62CA3258-93FD-4D22-801A-86C1B773159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단위·대상·시각 같은 설명을 메타데이터라고 부릅니다.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2500EF12-E3A6-4FC0-BA92-7578BA0AB13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위험 여부와 고장 원인은 별도 판단 기준과 추가 기록이 필요합니다.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7C51A7D6-B45D-4C19-8262-FD2E53E615E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">
            <a:extLst>
              <a:ext uri="{FF2B5EF4-FFF2-40B4-BE49-F238E27FC236}">
                <ns3:creationId id="{A5CD702C-659C-41D9-B0AF-A635FB97EFA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028</a:t>
            </a:r>
          </a:p>
        </p:txBody>
      </p:sp>
    </p:spTree>
    <p:extLst>
      <p:ext uri="{BB962C8B-B14F-4D97-AF65-F5344CB8AC3E}">
        <ns4:creationId val="1290821522"/>
      </p:ext>
    </p:extLst>
  </p:cSld>
</p:sld>
</file>

<file path=ppt/slides/slide2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970021587caa4aa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D2AB305-8F64-4980-9FAF-BC360362A9A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9E29FF8E-C351-466B-B640-7D9B6A53582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0D4A9C6E-2943-44BA-A6DB-DCABE3BB6D7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22.5만 보면 무엇을 모를까요?</a:t>
            </a:r>
          </a:p>
        </p:txBody>
      </p:sp>
      <p:sp>
        <p:nvSpPr>
          <p:cNvPr id="5" name="">
            <a:extLst>
              <a:ext uri="{FF2B5EF4-FFF2-40B4-BE49-F238E27FC236}">
                <ns3:creationId id="{EC5FAA46-92DA-40F2-8034-3F9D15FA5C6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51534B94-05FB-4723-BDE2-842C7DC44B91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D756AF40-FA5B-4514-980E-36A250D2D30F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무엇을 잰 값인가요?</a:t>
            </a:r>
          </a:p>
        </p:txBody>
      </p:sp>
      <p:sp>
        <p:nvSpPr>
          <p:cNvPr id="8" name="">
            <a:extLst>
              <a:ext uri="{FF2B5EF4-FFF2-40B4-BE49-F238E27FC236}">
                <ns3:creationId id="{19391FAB-8484-458B-85DF-30B3C473A0FE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08DB4828-8F96-4CFE-8217-3A32A78B4FFC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단위·장소·시각은 무엇인가요?</a:t>
            </a:r>
          </a:p>
        </p:txBody>
      </p:sp>
      <p:sp>
        <p:nvSpPr>
          <p:cNvPr id="10" name="">
            <a:extLst>
              <a:ext uri="{FF2B5EF4-FFF2-40B4-BE49-F238E27FC236}">
                <ns3:creationId id="{FDE468B9-6F76-4360-BCC9-6482DD5FEEFC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3C3E46D0-B50C-4D1E-A688-081FCB367D94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어떤 기준으로 판단하나요?</a:t>
            </a:r>
          </a:p>
        </p:txBody>
      </p:sp>
      <p:sp>
        <p:nvSpPr>
          <p:cNvPr id="12" name="">
            <a:extLst>
              <a:ext uri="{FF2B5EF4-FFF2-40B4-BE49-F238E27FC236}">
                <ns3:creationId id="{D56645A2-DAD4-4958-BA5C-867295967AC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3" name="">
            <a:extLst>
              <a:ext uri="{FF2B5EF4-FFF2-40B4-BE49-F238E27FC236}">
                <ns3:creationId id="{CB6BF4B3-6AB7-4574-9866-EC5F209644E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029</a:t>
            </a:r>
          </a:p>
        </p:txBody>
      </p:sp>
    </p:spTree>
    <p:extLst>
      <p:ext uri="{BB962C8B-B14F-4D97-AF65-F5344CB8AC3E}">
        <ns4:creationId val="504333802"/>
      </p:ext>
    </p:extLst>
  </p:cSld>
</p:sld>
</file>

<file path=ppt/slides/slide3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891891d36fd5452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4409CC1-7AE8-433E-8625-AF2C4383B82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3E41A1BB-2581-48DA-ACC0-FF480CDB1DC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숫자에 필요한 설명</a:t>
            </a:r>
          </a:p>
        </p:txBody>
      </p:sp>
      <p:sp>
        <p:nvSpPr>
          <p:cNvPr id="4" name="">
            <a:extLst>
              <a:ext uri="{FF2B5EF4-FFF2-40B4-BE49-F238E27FC236}">
                <ns3:creationId id="{11420AA5-11A1-498E-A45A-D8E1D705BD7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41229B1-F781-413A-9570-06BCAE8ED2A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22.5라는 기록은 있지만 무엇의 값인지 아직 모릅니다.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C8250D0-C75B-4D0E-AB3B-AC73ED4E2B7F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대상·단위·장소·시각을 확인한 뒤 같은 조건의 기록을 비교합니다.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6EF46AD-5107-47C9-9CDA-928D319A1F2E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판정하려면 업무 기준도 필요합니다.숫자 모양만으로 안전·위험을 정하지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A8090E41-ACDF-4295-8CB1-5B2281FA186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">
            <a:extLst>
              <a:ext uri="{FF2B5EF4-FFF2-40B4-BE49-F238E27FC236}">
                <ns3:creationId id="{55EFF4DE-EAD7-4691-9605-26EF34FEE28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030</a:t>
            </a:r>
          </a:p>
        </p:txBody>
      </p:sp>
    </p:spTree>
    <p:extLst>
      <p:ext uri="{BB962C8B-B14F-4D97-AF65-F5344CB8AC3E}">
        <ns4:creationId val="1819547516"/>
      </p:ext>
    </p:extLst>
  </p:cSld>
</p:sld>
</file>

<file path=ppt/slides/slide3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13983291fc1d4a3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F23EE27-6844-40FD-A453-1857B562FD7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B11CA2DB-4F08-4D53-BAF9-0A7043CFBDC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자료의 구조를 보기</a:t>
            </a:r>
          </a:p>
        </p:txBody>
      </p:sp>
      <p:sp>
        <p:nvSpPr>
          <p:cNvPr id="4" name="">
            <a:extLst>
              <a:ext uri="{FF2B5EF4-FFF2-40B4-BE49-F238E27FC236}">
                <ns3:creationId id="{4144B721-2373-46ED-A1A6-B62DE424DE7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3005667"/>
                <a:gridCol w="7814733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 근거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항목과 규칙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반정형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키·계층, 유연한 항목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비정형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칸으로 정리되지 않은 내용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4DC29423-FAC1-4780-A1DB-68521264681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">
            <a:extLst>
              <a:ext uri="{FF2B5EF4-FFF2-40B4-BE49-F238E27FC236}">
                <ns3:creationId id="{4051B0B0-33B9-415D-BD7D-995412BDB48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031</a:t>
            </a:r>
          </a:p>
        </p:txBody>
      </p:sp>
    </p:spTree>
    <p:extLst>
      <p:ext uri="{BB962C8B-B14F-4D97-AF65-F5344CB8AC3E}">
        <ns4:creationId val="100396014"/>
      </p:ext>
    </p:extLst>
  </p:cSld>
</p:sld>
</file>

<file path=ppt/slides/slide3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d645cf77fe8e47c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E4E1024-1A4D-4F86-9660-D8EA6AD0111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2C7721C-CBD2-4F49-B9ED-A77171AA6CA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정형·반정형·비정형의 기준</a:t>
            </a:r>
          </a:p>
        </p:txBody>
      </p:sp>
      <p:sp>
        <p:nvSpPr>
          <p:cNvPr id="4" name="">
            <a:extLst>
              <a:ext uri="{FF2B5EF4-FFF2-40B4-BE49-F238E27FC236}">
                <ns3:creationId id="{708174CC-7D93-48FA-8F55-CC1C3CF1674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B2F9D0A-B747-4556-885F-92CD9355E46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정형: 모든 기록이 같은 열과 규칙을 따릅니다. 예: 점검표.</a:t>
            </a:r>
          </a:p>
        </p:txBody>
      </p:sp>
      <p:sp>
        <p:nvSpPr>
          <p:cNvPr id="6" name="">
            <a:extLst>
              <a:ext uri="{FF2B5EF4-FFF2-40B4-BE49-F238E27FC236}">
                <ns3:creationId id="{4D73D72E-A3AE-4BBC-B7B0-686F42621F9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반정형: 키나 태그는 있지만 기록마다 항목이나 안쪽 묶음이 다릅니다.</a:t>
            </a:r>
          </a:p>
        </p:txBody>
      </p:sp>
      <p:sp>
        <p:nvSpPr>
          <p:cNvPr id="7" name="">
            <a:extLst>
              <a:ext uri="{FF2B5EF4-FFF2-40B4-BE49-F238E27FC236}">
                <ns3:creationId id="{F3C5A066-54FA-4DCD-BACA-8A59AC258B1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비정형: 같은 항목이 미리 나뉘지 않은 사진·음성·자유 문장입니다.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8E74FF36-ECEC-434D-8896-0D1E2E84FAC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확장자보다 실제 항목과 구조의 규칙을 보고 분류합니다.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EB1F55A9-1454-4934-9BB6-955F2E5F4F8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">
            <a:extLst>
              <a:ext uri="{FF2B5EF4-FFF2-40B4-BE49-F238E27FC236}">
                <ns3:creationId id="{C8263AED-1FDE-4154-9953-C674B98F507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032</a:t>
            </a:r>
          </a:p>
        </p:txBody>
      </p:sp>
    </p:spTree>
    <p:extLst>
      <p:ext uri="{BB962C8B-B14F-4D97-AF65-F5344CB8AC3E}">
        <ns4:creationId val="2106901543"/>
      </p:ext>
    </p:extLst>
  </p:cSld>
</p:sld>
</file>

<file path=ppt/slides/slide3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5b35cdb8c4246b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2E3DDFD-CF8D-4DBE-B383-BF2C60F7FD1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BC776CF-F568-4CA2-89A9-D4527A0D25D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JSON이면 언제나 반정형일까요?</a:t>
            </a:r>
          </a:p>
        </p:txBody>
      </p:sp>
      <p:sp>
        <p:nvSpPr>
          <p:cNvPr id="4" name="">
            <a:extLst>
              <a:ext uri="{FF2B5EF4-FFF2-40B4-BE49-F238E27FC236}">
                <ns3:creationId id="{3E69808C-A376-43DE-8539-C881FCAA1F6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96C6792-368D-4E12-B6B4-709B7C4CF94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JSON은 저장 형식 이름이고, 정형은 구조의 정도를 설명합니다.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226A82CF-E5DE-42B6-A6D2-BD68A410876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필수 키와 자료형을 모든 기록에 강제하면 정형으로 볼 수 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1022DB25-7A82-4BD7-A326-1C96ED15D95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키가 다르거나 자유롭게 추가되는 JSON은 반정형 특징을 가집니다.</a:t>
            </a:r>
          </a:p>
        </p:txBody>
      </p:sp>
      <p:sp>
        <p:nvSpPr>
          <p:cNvPr id="8" name="">
            <a:extLst>
              <a:ext uri="{FF2B5EF4-FFF2-40B4-BE49-F238E27FC236}">
                <ns3:creationId id="{14A8454D-4FDD-4B38-9221-7551EA4E8BA3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사진 속 표는 셀값 표가 아니라 픽셀로 저장된 이미지입니다.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EDB07F15-8894-42F7-95D4-C1B1F572BE6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">
            <a:extLst>
              <a:ext uri="{FF2B5EF4-FFF2-40B4-BE49-F238E27FC236}">
                <ns3:creationId id="{52A82870-8ABF-418C-9F0D-239118A8B4C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033</a:t>
            </a:r>
          </a:p>
        </p:txBody>
      </p:sp>
    </p:spTree>
    <p:extLst>
      <p:ext uri="{BB962C8B-B14F-4D97-AF65-F5344CB8AC3E}">
        <ns4:creationId val="657636542"/>
      </p:ext>
    </p:extLst>
  </p:cSld>
</p:sld>
</file>

<file path=ppt/slides/slide3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b47a3760f07743d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4AB6001-0DCA-440B-A652-33A626482A8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336E295-C9B1-4315-87B3-B373EBE43EC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사진 속 표와 표 파일</a:t>
            </a:r>
          </a:p>
        </p:txBody>
      </p:sp>
      <p:sp>
        <p:nvSpPr>
          <p:cNvPr id="4" name="">
            <a:extLst>
              <a:ext uri="{FF2B5EF4-FFF2-40B4-BE49-F238E27FC236}">
                <ns3:creationId id="{168FD365-4273-4B4A-A87F-0351A90950B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6CBA8C5-D128-4B8B-8D0E-9BE475F6701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사진에 표가 보여도 파일은 픽셀로 저장된 이미지입니다.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E9A0DA4-578E-4672-923F-47266246053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표의 셀값을 계산하려면 이미지에서 글자를 추출하고 값을 확인해야 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35549C03-8DD9-4724-919F-6EC76AECB2E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셀값이 들어 있는 CSV·스프레드시트와 사진을 같은 자료 구조로 보지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B8345430-6228-4D9F-BA55-E5D5A3E5D3C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">
            <a:extLst>
              <a:ext uri="{FF2B5EF4-FFF2-40B4-BE49-F238E27FC236}">
                <ns3:creationId id="{023D9C5A-D374-489B-B1E2-791A7C57E2E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034</a:t>
            </a:r>
          </a:p>
        </p:txBody>
      </p:sp>
    </p:spTree>
    <p:extLst>
      <p:ext uri="{BB962C8B-B14F-4D97-AF65-F5344CB8AC3E}">
        <ns4:creationId val="1827983979"/>
      </p:ext>
    </p:extLst>
  </p:cSld>
</p:sld>
</file>

<file path=ppt/slides/slide3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fd370845a86145b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4CE1858-9629-4B24-9D17-61E84688F19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770748C-D01A-4602-9102-22159A0E8D4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기록을 메모·표·키로 쓰기</a:t>
            </a:r>
          </a:p>
        </p:txBody>
      </p:sp>
      <p:sp>
        <p:nvSpPr>
          <p:cNvPr id="4" name="">
            <a:extLst>
              <a:ext uri="{FF2B5EF4-FFF2-40B4-BE49-F238E27FC236}">
                <ns3:creationId id="{C07FFA4E-D32D-4FDF-A864-95DD73D430A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664E465-D8AA-489F-A738-1F2D0E72C95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표는 같은 항목을 나란히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CC6C95B8-3E69-4E4C-8C99-BD4278F4316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키·값 묶음은 이름으로 내용을 찾습니다.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3C37393D-7D64-4358-BAD1-AC0A34686DE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자유 메모는 필요한 항목을 먼저 읽어야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6C31CDA3-D3F1-41DA-8DD8-83E503DAD2F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">
            <a:extLst>
              <a:ext uri="{FF2B5EF4-FFF2-40B4-BE49-F238E27FC236}">
                <ns3:creationId id="{AD156958-B30E-4156-96DE-BF9452C97A2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035</a:t>
            </a:r>
          </a:p>
        </p:txBody>
      </p:sp>
    </p:spTree>
    <p:extLst>
      <p:ext uri="{BB962C8B-B14F-4D97-AF65-F5344CB8AC3E}">
        <ns4:creationId val="1074197271"/>
      </p:ext>
    </p:extLst>
  </p:cSld>
</p:sld>
</file>

<file path=ppt/slides/slide3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039c9c186b4428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CF7917A-334B-4D5C-996C-B5E771D11CD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1124275-56E9-402D-80C5-56499DC7448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냉장 창고의 온도 메모</a:t>
            </a:r>
          </a:p>
        </p:txBody>
      </p:sp>
      <p:sp>
        <p:nvSpPr>
          <p:cNvPr id="4" name="">
            <a:extLst>
              <a:ext uri="{FF2B5EF4-FFF2-40B4-BE49-F238E27FC236}">
                <ns3:creationId id="{88FB230B-9EC4-4656-8362-94B7DD11FEB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9991D92-4833-4B5E-A6C0-D0F9A057F83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받은 메모는 문 앞 8, 선반 안 4입니다. 처음에는 단위와 시각을 모릅니다.</a:t>
            </a:r>
          </a:p>
        </p:txBody>
      </p:sp>
      <p:sp>
        <p:nvSpPr>
          <p:cNvPr id="6" name="">
            <a:extLst>
              <a:ext uri="{FF2B5EF4-FFF2-40B4-BE49-F238E27FC236}">
                <ns3:creationId id="{61F69ED7-1B3A-42C5-882A-0B3A48F102B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확인된 기록은 10:00, 섭씨, 문 앞 8℃·선반 안 4℃입니다.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77CC9A2F-EC2A-4BB9-B56F-9F385B90801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수업용 기준은 각 위치 5℃ 이하입니다. 실제 안전 기준이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AD11BF99-5705-407A-BFDA-B748A7B625A6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평균보다 먼저 각 위치를 기준과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3D2F6675-7A1E-4605-BCAC-61F2C89C5C1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">
            <a:extLst>
              <a:ext uri="{FF2B5EF4-FFF2-40B4-BE49-F238E27FC236}">
                <ns3:creationId id="{6ABC000B-19AD-48D9-851D-47F93EC00A8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036</a:t>
            </a:r>
          </a:p>
        </p:txBody>
      </p:sp>
    </p:spTree>
    <p:extLst>
      <p:ext uri="{BB962C8B-B14F-4D97-AF65-F5344CB8AC3E}">
        <ns4:creationId val="502829665"/>
      </p:ext>
    </p:extLst>
  </p:cSld>
</p:sld>
</file>

<file path=ppt/slides/slide3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8d9d81f03c2e400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5B625B3-4617-41A9-8DDB-4CCB709994B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C1AC0DB8-F0AB-4026-9A0B-B84DEC4CA0A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두 위치를 5℃ 기준과 비교</a:t>
            </a:r>
          </a:p>
        </p:txBody>
      </p:sp>
      <p:sp>
        <p:nvSpPr>
          <p:cNvPr id="4" name="">
            <a:extLst>
              <a:ext uri="{FF2B5EF4-FFF2-40B4-BE49-F238E27FC236}">
                <ns3:creationId id="{61172DB2-37F5-4E09-BBC6-6EC3BECED89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1624774"/>
        </p:xfrm>
        <a:graphic>
          <a:graphicData uri="http://schemas.openxmlformats.org/drawingml/2006/table">
            <a:tbl>
              <a:tblPr firstRow="1" bandRow="0"/>
              <a:tblGrid>
                <a:gridCol w="3589836"/>
                <a:gridCol w="3981312"/>
                <a:gridCol w="3249252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기록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5℃ 이하 기준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판정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 앞 8℃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8은 5보다 큼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선반 안 4℃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4는 5 이하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 만족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A07AAC4A-19FA-4B68-970F-E5C30B3D88F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">
            <a:extLst>
              <a:ext uri="{FF2B5EF4-FFF2-40B4-BE49-F238E27FC236}">
                <ns3:creationId id="{F6A8492F-4255-4EF2-B8FB-AB34AB5144F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037</a:t>
            </a:r>
          </a:p>
        </p:txBody>
      </p:sp>
    </p:spTree>
    <p:extLst>
      <p:ext uri="{BB962C8B-B14F-4D97-AF65-F5344CB8AC3E}">
        <ns4:creationId val="575972351"/>
      </p:ext>
    </p:extLst>
  </p:cSld>
</p:sld>
</file>

<file path=ppt/slides/slide3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b244b399b1b496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C031CB1-16E2-447B-85C0-E59E7C7B97A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CDB9762-9A83-4F82-9322-5DB3B3A130E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평균은 개별 판정을 대신하지 않습니다</a:t>
            </a:r>
          </a:p>
        </p:txBody>
      </p:sp>
      <p:sp>
        <p:nvSpPr>
          <p:cNvPr id="4" name="">
            <a:extLst>
              <a:ext uri="{FF2B5EF4-FFF2-40B4-BE49-F238E27FC236}">
                <ns3:creationId id="{BF3F7533-011A-4AA3-9A1D-6BA7101542F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C6A5076-046A-45CF-8E0C-FD30912D894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평균은 (8+4)÷2=6℃입니다. 하지만 문 앞 8℃는 그대로 남습니다.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FA3CB297-0EA3-4374-87C8-2BBCAA6CE96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문 앞은 8≤5가 거짓이므로 확인, 선반 안은 4≤5가 참입니다.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98E9188A-2F22-4205-80D2-2C096EA7F4A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평균만 보고 두 위치를 같은 상태로 쓰면 업무 질문이 바뀝니다.</a:t>
            </a:r>
          </a:p>
        </p:txBody>
      </p:sp>
      <p:sp>
        <p:nvSpPr>
          <p:cNvPr id="8" name="">
            <a:extLst>
              <a:ext uri="{FF2B5EF4-FFF2-40B4-BE49-F238E27FC236}">
                <ns3:creationId id="{577E5196-A1E2-4B6B-81B9-A67F7F136B13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온도가 오른 원인은 문 개방 기록이나 센서 점검 없이 알 수 없습니다.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423AC5D9-671C-4127-A8B6-0716BA2A7F4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">
            <a:extLst>
              <a:ext uri="{FF2B5EF4-FFF2-40B4-BE49-F238E27FC236}">
                <ns3:creationId id="{E2A6212E-A2EB-4984-8ACA-B69B88B3768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038</a:t>
            </a:r>
          </a:p>
        </p:txBody>
      </p:sp>
    </p:spTree>
    <p:extLst>
      <p:ext uri="{BB962C8B-B14F-4D97-AF65-F5344CB8AC3E}">
        <ns4:creationId val="1488110541"/>
      </p:ext>
    </p:extLst>
  </p:cSld>
</p:sld>
</file>

<file path=ppt/slides/slide3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8471f1619df2498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08853C7-96C3-4817-8D0C-213CB8D06CA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0CA3CF7F-3B45-4DC8-86DB-E5F89A3EC0B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3AC4DF69-576C-41D1-A1CB-9B0F715A056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기록과 구역별 판정</a:t>
            </a:r>
          </a:p>
        </p:txBody>
      </p:sp>
      <p:sp>
        <p:nvSpPr>
          <p:cNvPr id="5" name="">
            <a:extLst>
              <a:ext uri="{FF2B5EF4-FFF2-40B4-BE49-F238E27FC236}">
                <ns3:creationId id="{3EFD9713-6C38-42B3-8889-EC77B49C686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B8A73981-5683-428F-AAAF-BB793FC09EA5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A63A8F18-18DA-4F63-95A8-897242C253E9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A구역 70, B구역 40</a:t>
            </a:r>
          </a:p>
        </p:txBody>
      </p:sp>
      <p:sp>
        <p:nvSpPr>
          <p:cNvPr id="8" name="">
            <a:extLst>
              <a:ext uri="{FF2B5EF4-FFF2-40B4-BE49-F238E27FC236}">
                <ns3:creationId id="{FBD86A3A-EF62-402A-9AF4-20B153F5FAA0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86437594-1FBA-455A-BA1A-BAED591ABF45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단위를 확인한 뒤 각 구역을 판단하세요.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9472EA2B-15E1-483B-8977-C87A29B28A94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06A03FD2-9175-4ACE-B50C-D720848FF30A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수업 기준은 65데시벨 이하입니다.</a:t>
            </a:r>
          </a:p>
        </p:txBody>
      </p:sp>
      <p:sp>
        <p:nvSpPr>
          <p:cNvPr id="12" name="">
            <a:extLst>
              <a:ext uri="{FF2B5EF4-FFF2-40B4-BE49-F238E27FC236}">
                <ns3:creationId id="{C8C7CFAB-4ECF-4A04-8206-2CE4208F7F9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3" name="">
            <a:extLst>
              <a:ext uri="{FF2B5EF4-FFF2-40B4-BE49-F238E27FC236}">
                <ns3:creationId id="{CFBE3DE6-AA98-4680-A644-EF679A36694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039</a:t>
            </a:r>
          </a:p>
        </p:txBody>
      </p:sp>
    </p:spTree>
    <p:extLst>
      <p:ext uri="{BB962C8B-B14F-4D97-AF65-F5344CB8AC3E}">
        <ns4:creationId val="515903944"/>
      </p:ext>
    </p:extLst>
  </p:cSld>
</p:sld>
</file>

<file path=ppt/slides/slide4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b3ce584defdd4b7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39AE5B5-59CD-489F-8E87-0F35CEDA9A3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501AE7E0-A353-4516-8637-180DECE0685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구역별로 소음 기준 확인</a:t>
            </a:r>
          </a:p>
        </p:txBody>
      </p:sp>
      <p:sp>
        <p:nvSpPr>
          <p:cNvPr id="4" name="">
            <a:extLst>
              <a:ext uri="{FF2B5EF4-FFF2-40B4-BE49-F238E27FC236}">
                <ns3:creationId id="{A2B1389E-65A2-48CC-BED7-2D4E94ECC33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C4BEFD3-7C5E-400A-84D4-703EC540D04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A구역은 기준 초과, B구역은 기준 이내입니다.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9A9131D1-8E26-46FE-B4A7-FBAD1C4BF1FE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평균 55만으로 두 구역을 정상이라 할 수 없습니다.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0D981C2E-DB04-43E9-9AA1-66D02492242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8" name="">
            <a:extLst>
              <a:ext uri="{FF2B5EF4-FFF2-40B4-BE49-F238E27FC236}">
                <ns3:creationId id="{25FD0EEB-7C6C-4EFC-9D79-5845CFDD7CF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040</a:t>
            </a:r>
          </a:p>
        </p:txBody>
      </p:sp>
    </p:spTree>
    <p:extLst>
      <p:ext uri="{BB962C8B-B14F-4D97-AF65-F5344CB8AC3E}">
        <ns4:creationId val="1501396029"/>
      </p:ext>
    </p:extLst>
  </p:cSld>
</p:sld>
</file>

<file path=ppt/slides/slide4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203ab8098f4a4d1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7FA835B-7A01-41F0-B4B4-D06711002E48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02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2389BE53-0F49-4A88-8E88-23F6DBD5357D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값의 의미와 저장 종류</a:t>
            </a:r>
          </a:p>
        </p:txBody>
      </p:sp>
      <p:sp>
        <p:nvSpPr>
          <p:cNvPr id="4" name="">
            <a:extLst>
              <a:ext uri="{FF2B5EF4-FFF2-40B4-BE49-F238E27FC236}">
                <ns3:creationId id="{93452030-68FF-4110-AAA0-D955CE81F33E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11:00~11:50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3DE43DCF-EDD5-4C3D-900D-D2E582E32C3D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5A4B7FF9-D205-4463-A200-9B551752A4A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">
            <a:extLst>
              <a:ext uri="{FF2B5EF4-FFF2-40B4-BE49-F238E27FC236}">
                <ns3:creationId id="{97758DE6-1108-41D6-B70D-B33A972C8BD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041</a:t>
            </a:r>
          </a:p>
        </p:txBody>
      </p:sp>
    </p:spTree>
    <p:extLst>
      <p:ext uri="{BB962C8B-B14F-4D97-AF65-F5344CB8AC3E}">
        <ns4:creationId val="53546889"/>
      </p:ext>
    </p:extLst>
  </p:cSld>
</p:sld>
</file>

<file path=ppt/slides/slide4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f479acb87a9841e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49F2C30-A7EE-4967-B743-00083483640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DEB4D10C-E8E6-4579-B5DB-85140540E3F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값은 무엇을 뜻하나요?</a:t>
            </a:r>
          </a:p>
        </p:txBody>
      </p:sp>
      <p:sp>
        <p:nvSpPr>
          <p:cNvPr id="4" name="">
            <a:extLst>
              <a:ext uri="{FF2B5EF4-FFF2-40B4-BE49-F238E27FC236}">
                <ns3:creationId id="{ABA49390-B931-4BCD-A61C-9C867A8034C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5106049"/>
                <a:gridCol w="5714351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의미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사번 001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사람을 구별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등급 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순서를 구별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수량 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개수를 셈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온도 22.5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크기를 측정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94BCBC18-3FC5-4E52-9A89-D144745714F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">
            <a:extLst>
              <a:ext uri="{FF2B5EF4-FFF2-40B4-BE49-F238E27FC236}">
                <ns3:creationId id="{896F969E-8C2C-463F-81EE-ACFF77C982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042</a:t>
            </a:r>
          </a:p>
        </p:txBody>
      </p:sp>
    </p:spTree>
    <p:extLst>
      <p:ext uri="{BB962C8B-B14F-4D97-AF65-F5344CB8AC3E}">
        <ns4:creationId val="238491560"/>
      </p:ext>
    </p:extLst>
  </p:cSld>
</p:sld>
</file>

<file path=ppt/slides/slide4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ae1e4f15e414dd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B42DF6D-408A-471F-BA05-8A865D3B79E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28DA881-630D-40A1-911D-19AB78BFA90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범주형과 수치형</a:t>
            </a:r>
          </a:p>
        </p:txBody>
      </p:sp>
      <p:sp>
        <p:nvSpPr>
          <p:cNvPr id="4" name="">
            <a:extLst>
              <a:ext uri="{FF2B5EF4-FFF2-40B4-BE49-F238E27FC236}">
                <ns3:creationId id="{AFE357F7-0761-4AE1-92F4-029BC9BA56C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C84C5BD-BD47-4AA5-B483-3C39CEDC2CE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범주형은 종류를 구별합니다.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6E871B3-4FB2-4ECD-895C-5284B879156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수치형은 수량이나 측정 크기를 나타냅니다.</a:t>
            </a:r>
          </a:p>
        </p:txBody>
      </p:sp>
      <p:sp>
        <p:nvSpPr>
          <p:cNvPr id="7" name="">
            <a:extLst>
              <a:ext uri="{FF2B5EF4-FFF2-40B4-BE49-F238E27FC236}">
                <ns3:creationId id="{15F1DEFA-CFA8-48C0-84CA-82572BFBF73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 모양만으로 수치형이라 정하지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65730CBC-C22D-4604-8929-706380CE403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">
            <a:extLst>
              <a:ext uri="{FF2B5EF4-FFF2-40B4-BE49-F238E27FC236}">
                <ns3:creationId id="{DCDE7A82-863F-45F3-A363-93A76B21B34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043</a:t>
            </a:r>
          </a:p>
        </p:txBody>
      </p:sp>
    </p:spTree>
    <p:extLst>
      <p:ext uri="{BB962C8B-B14F-4D97-AF65-F5344CB8AC3E}">
        <ns4:creationId val="1308564609"/>
      </p:ext>
    </p:extLst>
  </p:cSld>
</p:sld>
</file>

<file path=ppt/slides/slide4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5ab6298b8a5e422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3E105C6-5158-40C3-80AC-3E75387650C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81E80BE6-FC0A-43DE-A010-B35500E7206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세 축을 같은 기록에 적용</a:t>
            </a:r>
          </a:p>
        </p:txBody>
      </p:sp>
      <p:sp>
        <p:nvSpPr>
          <p:cNvPr id="4" name="">
            <a:extLst>
              <a:ext uri="{FF2B5EF4-FFF2-40B4-BE49-F238E27FC236}">
                <ns3:creationId id="{1586E6C2-96BD-4102-88E5-C4DCEF35AD1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2446031"/>
                <a:gridCol w="4331842"/>
                <a:gridCol w="4042527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분류 축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묻는 질문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항목의 규칙이 같은가?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네 열: 정형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통계적 의미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종류인가, 양인가?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번호: 범주 / 수량: 수치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저장 자료형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컴퓨터에 어떤 값으로 둘까?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번호: 문자열 / 수량: 정수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0BFD3944-26BF-4F9D-AB0D-45368D976BA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">
            <a:extLst>
              <a:ext uri="{FF2B5EF4-FFF2-40B4-BE49-F238E27FC236}">
                <ns3:creationId id="{A368C52E-C29A-4E39-AE68-573B4C9382F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044</a:t>
            </a:r>
          </a:p>
        </p:txBody>
      </p:sp>
    </p:spTree>
    <p:extLst>
      <p:ext uri="{BB962C8B-B14F-4D97-AF65-F5344CB8AC3E}">
        <ns4:creationId val="635540940"/>
      </p:ext>
    </p:extLst>
  </p:cSld>
</p:sld>
</file>

<file path=ppt/slides/slide4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92c717ba5224a2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472CC29-CBD1-4248-B685-6DBDCED1DA2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7BA8F6A-ED55-43DC-B8D0-224E13F53B8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 코드와 측정값</a:t>
            </a:r>
          </a:p>
        </p:txBody>
      </p:sp>
      <p:sp>
        <p:nvSpPr>
          <p:cNvPr id="4" name="">
            <a:extLst>
              <a:ext uri="{FF2B5EF4-FFF2-40B4-BE49-F238E27FC236}">
                <ns3:creationId id="{EED16A00-0F95-468E-82C8-39C68575AC8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E3A7D86-0E5A-44A1-A322-CC4289734FD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명목 범주는 이름만 구별합니다. 사번 001과 002를 더하지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A16A23CB-6AC4-4D68-8A76-89A699970EF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순서 범주는 높낮이가 있지만 간격까지 같은 것은 아닙니다.</a:t>
            </a:r>
          </a:p>
        </p:txBody>
      </p:sp>
      <p:sp>
        <p:nvSpPr>
          <p:cNvPr id="7" name="">
            <a:extLst>
              <a:ext uri="{FF2B5EF4-FFF2-40B4-BE49-F238E27FC236}">
                <ns3:creationId id="{46845020-582D-4239-818F-3C4F703083A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이산 수치는 개수를 셉니다. 연속 수치는 시간·온도처럼 크기를 잽니다.</a:t>
            </a:r>
          </a:p>
        </p:txBody>
      </p:sp>
      <p:sp>
        <p:nvSpPr>
          <p:cNvPr id="8" name="">
            <a:extLst>
              <a:ext uri="{FF2B5EF4-FFF2-40B4-BE49-F238E27FC236}">
                <ns3:creationId id="{1841A29D-7FD6-4E83-86ED-AAA908960FAD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 2.0처럼 자릿수가 짧아도 연속량의 의미는 바뀌지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E87AD432-172F-416A-843F-1252C5311A1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">
            <a:extLst>
              <a:ext uri="{FF2B5EF4-FFF2-40B4-BE49-F238E27FC236}">
                <ns3:creationId id="{F5F74640-7195-45A4-8B36-E131DB76F7F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045</a:t>
            </a:r>
          </a:p>
        </p:txBody>
      </p:sp>
    </p:spTree>
    <p:extLst>
      <p:ext uri="{BB962C8B-B14F-4D97-AF65-F5344CB8AC3E}">
        <ns4:creationId val="2025775136"/>
      </p:ext>
    </p:extLst>
  </p:cSld>
</p:sld>
</file>

<file path=ppt/slides/slide4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002341a4c5084a9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023CE11-6D72-4C92-876E-9315D2F6DE3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B052A845-1E5D-4CAB-9DB0-318DAF26562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값의 의미를 더 나누기</a:t>
            </a:r>
          </a:p>
        </p:txBody>
      </p:sp>
      <p:sp>
        <p:nvSpPr>
          <p:cNvPr id="4" name="">
            <a:extLst>
              <a:ext uri="{FF2B5EF4-FFF2-40B4-BE49-F238E27FC236}">
                <ns3:creationId id="{B9A9E188-C5C5-4E06-AF06-E3467F9E161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3176243"/>
                <a:gridCol w="7644157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핵심 질문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명목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순서 없이 구별하나요?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순서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앞뒤·높낮이가 있나요?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개수를 세나요?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연속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양을 측정하나요?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8EEB978E-B374-44AD-950E-2E41CE6D86E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">
            <a:extLst>
              <a:ext uri="{FF2B5EF4-FFF2-40B4-BE49-F238E27FC236}">
                <ns3:creationId id="{86632A7D-043E-46AF-AE14-A7FFC9057BA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046</a:t>
            </a:r>
          </a:p>
        </p:txBody>
      </p:sp>
    </p:spTree>
    <p:extLst>
      <p:ext uri="{BB962C8B-B14F-4D97-AF65-F5344CB8AC3E}">
        <ns4:creationId val="1598345731"/>
      </p:ext>
    </p:extLst>
  </p:cSld>
</p:sld>
</file>

<file path=ppt/slides/slide4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d2de94de7d704da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CDD1585-A0FF-496A-B4F7-651468A3C6E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1104B9F7-B5D0-4A11-865A-6B078D84306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컴퓨터의 저장 자료형</a:t>
            </a:r>
          </a:p>
        </p:txBody>
      </p:sp>
      <p:sp>
        <p:nvSpPr>
          <p:cNvPr id="4" name="">
            <a:extLst>
              <a:ext uri="{FF2B5EF4-FFF2-40B4-BE49-F238E27FC236}">
                <ns3:creationId id="{A112A0AA-0583-4A54-B8D6-EB7A5AADBB5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4892392"/>
                <a:gridCol w="5928008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저장 종류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"001"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문자열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true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불리언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61CB4A4E-13DE-4A88-8650-4CB3471141C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">
            <a:extLst>
              <a:ext uri="{FF2B5EF4-FFF2-40B4-BE49-F238E27FC236}">
                <ns3:creationId id="{16A99068-52CB-4728-B5E8-186CBBA9E56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047</a:t>
            </a:r>
          </a:p>
        </p:txBody>
      </p:sp>
    </p:spTree>
    <p:extLst>
      <p:ext uri="{BB962C8B-B14F-4D97-AF65-F5344CB8AC3E}">
        <ns4:creationId val="262011984"/>
      </p:ext>
    </p:extLst>
  </p:cSld>
</p:sld>
</file>

<file path=ppt/slides/slide4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e35abdcf23a48b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7EA2421-3BB7-497F-BE2A-E3F4034916D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F705FDC-68B6-4D08-BC78-3FB88D66BF1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없음과 0과 거짓</a:t>
            </a:r>
          </a:p>
        </p:txBody>
      </p:sp>
      <p:sp>
        <p:nvSpPr>
          <p:cNvPr id="4" name="">
            <a:extLst>
              <a:ext uri="{FF2B5EF4-FFF2-40B4-BE49-F238E27FC236}">
                <ns3:creationId id="{CADE8FFD-BA6B-4131-9319-47E23BFD1F7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97E7819-E6F8-44AB-B519-65BEB901500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0은 실제 수치입니다.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AFFB2632-D34D-431C-8C49-E9A7C09B255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false는 상태가 거짓이라는 값입니다.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8F0323F8-CC1C-42E0-8234-B9C1A914E5C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null은 약속에 따라 값 없음으로 표현합니다.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118235BA-F0B3-4B8D-9823-40881A55BBE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빈 글자는 길이가 0인 문자열입니다.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5B0F9E0A-E5A9-48F2-8A33-CAABCC1F359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">
            <a:extLst>
              <a:ext uri="{FF2B5EF4-FFF2-40B4-BE49-F238E27FC236}">
                <ns3:creationId id="{C9EAA900-6826-4702-9F78-2CF8377E3D2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048</a:t>
            </a:r>
          </a:p>
        </p:txBody>
      </p:sp>
    </p:spTree>
    <p:extLst>
      <p:ext uri="{BB962C8B-B14F-4D97-AF65-F5344CB8AC3E}">
        <ns4:creationId val="409822097"/>
      </p:ext>
    </p:extLst>
  </p:cSld>
</p:sld>
</file>

<file path=ppt/slides/slide4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e2c0ea12a9664a6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461AC09-95E0-4799-AAC8-F10DEE0A6BE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331D5921-F49E-4390-BBE8-50146C523C2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칸의 서로 다른 상태</a:t>
            </a:r>
          </a:p>
        </p:txBody>
      </p:sp>
      <p:sp>
        <p:nvSpPr>
          <p:cNvPr id="4" name="">
            <a:extLst>
              <a:ext uri="{FF2B5EF4-FFF2-40B4-BE49-F238E27FC236}">
                <ns3:creationId id="{825B8FD6-A253-467B-BC3C-1932CF8634B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2019808"/>
                <a:gridCol w="4533824"/>
                <a:gridCol w="4266768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표현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아는 사실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모르는 사실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 또는 집계한 양이 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왜 0인지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false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정한 상태가 거짓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다른 상태의 값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null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규칙상 값 없음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수치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""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글자 수 0인 문자열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비운 이유는 별도 규칙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9F9C4EBE-E572-4143-84E9-DA7BC6CD9C0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">
            <a:extLst>
              <a:ext uri="{FF2B5EF4-FFF2-40B4-BE49-F238E27FC236}">
                <ns3:creationId id="{E0EBE2AD-34AF-4C7D-800E-8DCE6D2C64E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049</a:t>
            </a:r>
          </a:p>
        </p:txBody>
      </p:sp>
    </p:spTree>
    <p:extLst>
      <p:ext uri="{BB962C8B-B14F-4D97-AF65-F5344CB8AC3E}">
        <ns4:creationId val="1427967877"/>
      </p:ext>
    </p:extLst>
  </p:cSld>
</p:sld>
</file>

<file path=ppt/slides/slide5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f445e15bf294a6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3FEACFC-EB0D-4C23-A18E-1752F55E1A2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4D61C12-9C2A-46A4-B624-E8EBE2A2C2D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대여 창구의 네 숫자</a:t>
            </a:r>
          </a:p>
        </p:txBody>
      </p:sp>
      <p:sp>
        <p:nvSpPr>
          <p:cNvPr id="4" name="">
            <a:extLst>
              <a:ext uri="{FF2B5EF4-FFF2-40B4-BE49-F238E27FC236}">
                <ns3:creationId id="{2C4D571E-BEC9-4AA7-A710-CC405D22A2B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B42A6B0-C2EE-4A5A-97B6-B74CA9BE2B5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고객번호 007, 회원등급 2, 대여수량 3, 이용시간 1.5시간입니다.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19CA7AA6-CE6B-499F-A7CC-C7FDDD0907F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고객번호는 누구인지, 등급은 어떤 순서인지 구별합니다.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DD1F823-4F44-4534-9E52-F6FEDAF20A8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수량과 시간만 실제 양을 나타내므로 의미에 맞는 계산을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7BADB887-084F-45E2-9EA7-65BBB7AD5F91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007은 문자열로 보관하여 앞의 0을 지킵니다.</a:t>
            </a:r>
          </a:p>
        </p:txBody>
      </p:sp>
      <p:sp>
        <p:nvSpPr>
          <p:cNvPr id="9" name="">
            <a:extLst>
              <a:ext uri="{FF2B5EF4-FFF2-40B4-BE49-F238E27FC236}">
                <ns3:creationId id="{0E76DF03-FFC8-4C4E-B922-4C7D741D5F0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">
            <a:extLst>
              <a:ext uri="{FF2B5EF4-FFF2-40B4-BE49-F238E27FC236}">
                <ns3:creationId id="{58FEF54F-FCE2-49FA-B086-F6529686D35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050</a:t>
            </a:r>
          </a:p>
        </p:txBody>
      </p:sp>
    </p:spTree>
    <p:extLst>
      <p:ext uri="{BB962C8B-B14F-4D97-AF65-F5344CB8AC3E}">
        <ns4:creationId val="1536555821"/>
      </p:ext>
    </p:extLst>
  </p:cSld>
</p:sld>
</file>

<file path=ppt/slides/slide5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632840a3eaf14d5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3D8E944-138B-4600-8D76-A8766FC671F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990FAB76-DD7F-46EC-A90B-1314350CACB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숫자, 다른 뜻</a:t>
            </a:r>
          </a:p>
        </p:txBody>
      </p:sp>
      <p:sp>
        <p:nvSpPr>
          <p:cNvPr id="4" name="">
            <a:extLst>
              <a:ext uri="{FF2B5EF4-FFF2-40B4-BE49-F238E27FC236}">
                <ns3:creationId id="{B607ED90-4540-4E66-BBF6-C5864526633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3922934"/>
                <a:gridCol w="3252782"/>
                <a:gridCol w="3644684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값의 의미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저장 계획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고객번호 007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명목 범주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문자열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회원등급 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순서 범주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약속한 코드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대여수량 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이산 수치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이용시간 1.5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연속 수치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122CC798-DA8F-458C-B10C-0BC085BD838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">
            <a:extLst>
              <a:ext uri="{FF2B5EF4-FFF2-40B4-BE49-F238E27FC236}">
                <ns3:creationId id="{4489E39C-C764-4CDA-B1EF-FCE0E63710A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051</a:t>
            </a:r>
          </a:p>
        </p:txBody>
      </p:sp>
    </p:spTree>
    <p:extLst>
      <p:ext uri="{BB962C8B-B14F-4D97-AF65-F5344CB8AC3E}">
        <ns4:creationId val="127080466"/>
      </p:ext>
    </p:extLst>
  </p:cSld>
</p:sld>
</file>

<file path=ppt/slides/slide5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4dea5a87c324474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2FA1594-D2FB-42E5-893C-C1E8CD0E3D8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10514702-2CA6-4057-9905-0DCAD67DD29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74CBA4C9-BB64-402C-8922-5C2E1CBE92A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세 분류 축 적용</a:t>
            </a:r>
          </a:p>
        </p:txBody>
      </p:sp>
      <p:sp>
        <p:nvSpPr>
          <p:cNvPr id="5" name="">
            <a:extLst>
              <a:ext uri="{FF2B5EF4-FFF2-40B4-BE49-F238E27FC236}">
                <ns3:creationId id="{5A195E0F-0F47-4E23-8D14-766B1A07129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6B288760-5D07-4143-AD44-F3C212A3E06A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7BC6C8BD-C28C-4A70-B493-E27D9547E7CC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차량번호 "0032", 층 등급 상/중/하, 입차횟수 4, 체류시간 2.25시간입니다.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01F1E93B-64DE-47AC-99A9-E3648545059F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CF52315-E9CF-46FB-80F5-E60F5839E657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층 등급은 이번 자료에서 순서가 있다고 정했습니다.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D2EA44E1-A36A-4045-9B1E-EFE1F0DD36D0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9A6F251E-530F-4C23-B523-73061E39E451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각 항목의 통계적 의미와 저장 자료형을 두 칸으로 나누어 적으세요.</a:t>
            </a:r>
          </a:p>
        </p:txBody>
      </p:sp>
      <p:sp>
        <p:nvSpPr>
          <p:cNvPr id="12" name="">
            <a:extLst>
              <a:ext uri="{FF2B5EF4-FFF2-40B4-BE49-F238E27FC236}">
                <ns3:creationId id="{C662D1D3-99C9-4514-A5B6-6B8EC20C2CF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3" name="">
            <a:extLst>
              <a:ext uri="{FF2B5EF4-FFF2-40B4-BE49-F238E27FC236}">
                <ns3:creationId id="{72333426-C9CB-4F7A-AA85-39B7AA45F8B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052</a:t>
            </a:r>
          </a:p>
        </p:txBody>
      </p:sp>
    </p:spTree>
    <p:extLst>
      <p:ext uri="{BB962C8B-B14F-4D97-AF65-F5344CB8AC3E}">
        <ns4:creationId val="1377278747"/>
      </p:ext>
    </p:extLst>
  </p:cSld>
</p:sld>
</file>

<file path=ppt/slides/slide5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0c6b1ff32a34d4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6942BD5-539B-460B-8DEB-8DE05017534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4F2E9E99-9579-4A13-B658-5460C38C61A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차량번호와 등급은 평균 낼까요?</a:t>
            </a:r>
          </a:p>
        </p:txBody>
      </p:sp>
      <p:sp>
        <p:nvSpPr>
          <p:cNvPr id="4" name="">
            <a:extLst>
              <a:ext uri="{FF2B5EF4-FFF2-40B4-BE49-F238E27FC236}">
                <ns3:creationId id="{352B393D-9C19-4FF1-97A9-225DE5CC3A9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1632E95-8206-485F-8F31-3AAB2F41A8A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차량번호: 명목 범주·문자열. 평균을 내도 차량 업무에 의미가 없습니다.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768D9C30-2A9E-40D6-B329-950A97F6F91B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층 등급: 순서 범주·문자열. 상/중/하의 간격이 같다고 가정하지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43D66DEA-EF46-47A8-BED6-BC962090B236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입차횟수: 이산 수치·정수. 체류시간: 연속 수치·실수.</a:t>
            </a:r>
          </a:p>
        </p:txBody>
      </p:sp>
      <p:sp>
        <p:nvSpPr>
          <p:cNvPr id="8" name="">
            <a:extLst>
              <a:ext uri="{FF2B5EF4-FFF2-40B4-BE49-F238E27FC236}">
                <ns3:creationId id="{1C877B5F-ACDE-4925-8BBD-79D66FF2DC21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고정 열을 가진 표라는 구조는 네 값의 의미와 별개의 분류입니다.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971E0C75-A213-4B99-BC1F-76F711CB76F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">
            <a:extLst>
              <a:ext uri="{FF2B5EF4-FFF2-40B4-BE49-F238E27FC236}">
                <ns3:creationId id="{F54873CB-9394-4A41-A618-9D3437E4579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053</a:t>
            </a:r>
          </a:p>
        </p:txBody>
      </p:sp>
    </p:spTree>
    <p:extLst>
      <p:ext uri="{BB962C8B-B14F-4D97-AF65-F5344CB8AC3E}">
        <ns4:creationId val="1952002370"/>
      </p:ext>
    </p:extLst>
  </p:cSld>
</p:sld>
</file>

<file path=ppt/slides/slide5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94ce7f75796541e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D3115CB-6447-4AD3-B3C2-26B953755FA8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03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864C6A07-B85A-4CF7-A9CB-2BEF8C0ACDCC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행과 키로 기록 묶기</a:t>
            </a:r>
          </a:p>
        </p:txBody>
      </p:sp>
      <p:sp>
        <p:nvSpPr>
          <p:cNvPr id="4" name="">
            <a:extLst>
              <a:ext uri="{FF2B5EF4-FFF2-40B4-BE49-F238E27FC236}">
                <ns3:creationId id="{937A3BF7-EC43-4E16-80FF-D6AE0E845E96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13:00~13:50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8598A1FA-72E8-41CC-8E05-18BE17CDF99A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E802D1B-4C01-4389-BEFB-005C61C1EA7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">
            <a:extLst>
              <a:ext uri="{FF2B5EF4-FFF2-40B4-BE49-F238E27FC236}">
                <ns3:creationId id="{C433ADA1-E99A-4D9B-8498-52205FFF13A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054</a:t>
            </a:r>
          </a:p>
        </p:txBody>
      </p:sp>
    </p:spTree>
    <p:extLst>
      <p:ext uri="{BB962C8B-B14F-4D97-AF65-F5344CB8AC3E}">
        <ns4:creationId val="1742817410"/>
      </p:ext>
    </p:extLst>
  </p:cSld>
</p:sld>
</file>

<file path=ppt/slides/slide5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0a93daba49db4c1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D6976BF-DB4B-4B09-A874-012D7803AF0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08BF4F7-9C9F-4390-BEB5-3846605F2C6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행은 무엇 한 건인가요?</a:t>
            </a:r>
          </a:p>
        </p:txBody>
      </p:sp>
      <p:sp>
        <p:nvSpPr>
          <p:cNvPr id="4" name="">
            <a:extLst>
              <a:ext uri="{FF2B5EF4-FFF2-40B4-BE49-F238E27FC236}">
                <ns3:creationId id="{A1BEF5CA-721A-47AE-9E8D-2D6DE43F77D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3757FAA-A145-41F2-969B-30A327DA637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행에 무엇 한 건을 기록할지 먼저 정합니다.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E70B5711-F9F9-49F1-A723-915A86631E2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주문 한 건과 주문 품목 한 줄은 다릅니다.</a:t>
            </a:r>
          </a:p>
        </p:txBody>
      </p:sp>
      <p:sp>
        <p:nvSpPr>
          <p:cNvPr id="7" name="">
            <a:extLst>
              <a:ext uri="{FF2B5EF4-FFF2-40B4-BE49-F238E27FC236}">
                <ns3:creationId id="{ACF42176-05B2-41E5-9038-40A59985A75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단위가 바뀌면 행 수의 뜻도 달라집니다.</a:t>
            </a:r>
          </a:p>
        </p:txBody>
      </p:sp>
      <p:sp>
        <p:nvSpPr>
          <p:cNvPr id="8" name="">
            <a:extLst>
              <a:ext uri="{FF2B5EF4-FFF2-40B4-BE49-F238E27FC236}">
                <ns3:creationId id="{28D26EB4-1294-4FEB-AACB-27CAFC3D8D9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">
            <a:extLst>
              <a:ext uri="{FF2B5EF4-FFF2-40B4-BE49-F238E27FC236}">
                <ns3:creationId id="{AD6620CC-AA54-4575-8586-5B89CB9123B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055</a:t>
            </a:r>
          </a:p>
        </p:txBody>
      </p:sp>
    </p:spTree>
    <p:extLst>
      <p:ext uri="{BB962C8B-B14F-4D97-AF65-F5344CB8AC3E}">
        <ns4:creationId val="58093857"/>
      </p:ext>
    </p:extLst>
  </p:cSld>
</p:sld>
</file>

<file path=ppt/slides/slide5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f44f247ea13c420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5945358-DFB4-44EF-86CE-3D2EC8AB946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B19FBED2-659F-4A45-893B-C19333D9BD5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주문과 품목을 나눠 보기</a:t>
            </a:r>
          </a:p>
        </p:txBody>
      </p:sp>
      <p:sp>
        <p:nvSpPr>
          <p:cNvPr id="4" name="">
            <a:extLst>
              <a:ext uri="{FF2B5EF4-FFF2-40B4-BE49-F238E27FC236}">
                <ns3:creationId id="{0F419040-9328-4EA3-89C6-2C3B6FE5BC0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2596896"/>
                <a:gridCol w="2596896"/>
                <a:gridCol w="3029712"/>
                <a:gridCol w="2596896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주문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품목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상품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수량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O10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장갑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O10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마스크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O11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장갑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D87CFDC3-CB2C-4EDD-80EA-4BE4140758C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">
            <a:extLst>
              <a:ext uri="{FF2B5EF4-FFF2-40B4-BE49-F238E27FC236}">
                <ns3:creationId id="{DADF5BC4-9FF1-4343-9DC8-105F94B947D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056</a:t>
            </a:r>
          </a:p>
        </p:txBody>
      </p:sp>
    </p:spTree>
    <p:extLst>
      <p:ext uri="{BB962C8B-B14F-4D97-AF65-F5344CB8AC3E}">
        <ns4:creationId val="1344810856"/>
      </p:ext>
    </p:extLst>
  </p:cSld>
</p:sld>
</file>

<file path=ppt/slides/slide5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9245a00585cf47e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4EDC221-90CD-4E52-AEF9-983707AA590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ADA1B68-309E-4A63-B6F5-C83D003101A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키로 기록 한 건을 구별합니다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18BCE5D7-2546-4CE3-A9CA-079F44307DA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69C8B95-B91F-4D2A-B3F2-8E8F466414A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주문번호만으로 두 품목을 구별하지 못합니다.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C3192717-E96B-4D8F-8411-D7DF6D2C60E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주문번호와 품목번호를 함께 봅니다.</a:t>
            </a:r>
          </a:p>
        </p:txBody>
      </p:sp>
      <p:sp>
        <p:nvSpPr>
          <p:cNvPr id="7" name="">
            <a:extLst>
              <a:ext uri="{FF2B5EF4-FFF2-40B4-BE49-F238E27FC236}">
                <ns3:creationId id="{B49F3C9E-8469-4BCF-A4BC-D1BC42F38F5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센서의 다른 시각 기록도 보존합니다.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6FA00EEA-3D61-4E9B-A873-B88D109E648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">
            <a:extLst>
              <a:ext uri="{FF2B5EF4-FFF2-40B4-BE49-F238E27FC236}">
                <ns3:creationId id="{3F2BED17-8657-4274-BCF0-97677534BE5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057</a:t>
            </a:r>
          </a:p>
        </p:txBody>
      </p:sp>
    </p:spTree>
    <p:extLst>
      <p:ext uri="{BB962C8B-B14F-4D97-AF65-F5344CB8AC3E}">
        <ns4:creationId val="1954138957"/>
      </p:ext>
    </p:extLst>
  </p:cSld>
</p:sld>
</file>

<file path=ppt/slides/slide5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afec25fb5420407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03A22EC-7589-4D5B-A8A1-822B5E6E49F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EDE07B6-F10C-4AF2-9B89-DA9D591BC5D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데이터 사전에 적을 것</a:t>
            </a:r>
          </a:p>
        </p:txBody>
      </p:sp>
      <p:sp>
        <p:nvSpPr>
          <p:cNvPr id="4" name="">
            <a:extLst>
              <a:ext uri="{FF2B5EF4-FFF2-40B4-BE49-F238E27FC236}">
                <ns3:creationId id="{FC89F0D8-BB8A-4478-A2E9-88B80C80109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2B393D3-34E3-438E-B7C9-BCD2C6355D6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항목의 뜻과 한 행의 단위를 정합니다.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BDD20864-1CD1-4F09-B524-70E8E4747B1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단위·형식·허용값을 정합니다.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D004E71B-5A55-4FCB-A775-6779C511A1B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빠진 값을 어떻게 나타낼지 정합니다.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3F276773-D146-4741-8A7C-08DC8CAA47A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">
            <a:extLst>
              <a:ext uri="{FF2B5EF4-FFF2-40B4-BE49-F238E27FC236}">
                <ns3:creationId id="{730D78DA-D60E-4400-BFB2-E47481A5B29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058</a:t>
            </a:r>
          </a:p>
        </p:txBody>
      </p:sp>
    </p:spTree>
    <p:extLst>
      <p:ext uri="{BB962C8B-B14F-4D97-AF65-F5344CB8AC3E}">
        <ns4:creationId val="1575670770"/>
      </p:ext>
    </p:extLst>
  </p:cSld>
</p:sld>
</file>

<file path=ppt/slides/slide5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9216752ffcde438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0943638-D404-4207-AC47-9AC143F743B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6C94922E-1565-48E2-82A9-9C3BB15D024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온도표의 데이터 사전</a:t>
            </a:r>
          </a:p>
        </p:txBody>
      </p:sp>
      <p:sp>
        <p:nvSpPr>
          <p:cNvPr id="4" name="">
            <a:extLst>
              <a:ext uri="{FF2B5EF4-FFF2-40B4-BE49-F238E27FC236}">
                <ns3:creationId id="{F2A52591-087E-4311-B255-CF2B549BCF6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3085748"/>
                <a:gridCol w="3488707"/>
                <a:gridCol w="4245946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뜻·단위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형식·빈값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sensor_id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어느 센서인가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S01 같은 문자열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temperature_c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섭씨 온도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숫자; 빈값은 미측정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measured_at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측정시각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날짜+시간; 미확인은 표시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 행·키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센서의 한 시점 측정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sensor_id+measured_at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1C14E5A0-A75E-4AD7-B013-4D32CD23964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">
            <a:extLst>
              <a:ext uri="{FF2B5EF4-FFF2-40B4-BE49-F238E27FC236}">
                <ns3:creationId id="{F8A5E740-EDB3-4BAD-8AD9-9580FA67177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059</a:t>
            </a:r>
          </a:p>
        </p:txBody>
      </p:sp>
    </p:spTree>
    <p:extLst>
      <p:ext uri="{BB962C8B-B14F-4D97-AF65-F5344CB8AC3E}">
        <ns4:creationId val="1911502768"/>
      </p:ext>
    </p:extLst>
  </p:cSld>
</p:sld>
</file>

<file path=ppt/slides/slide6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a457ccfe061c48c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CF86A5C-2CD5-4B93-AFE4-FF0CFAE828F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6493C5D4-E2A7-4D79-B837-6608B0438F2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목록과 이름표 묶음</a:t>
            </a:r>
          </a:p>
        </p:txBody>
      </p:sp>
      <p:sp>
        <p:nvSpPr>
          <p:cNvPr id="4" name="">
            <a:extLst>
              <a:ext uri="{FF2B5EF4-FFF2-40B4-BE49-F238E27FC236}">
                <ns3:creationId id="{C6AE3A94-9B2A-4AB3-B2B6-C7B0738AB16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1624774"/>
        </p:xfrm>
        <a:graphic>
          <a:graphicData uri="http://schemas.openxmlformats.org/drawingml/2006/table">
            <a:tbl>
              <a:tblPr firstRow="1" bandRow="0"/>
              <a:tblGrid>
                <a:gridCol w="4470282"/>
                <a:gridCol w="6350118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구조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찾는 방법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목록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정해진 순서의 위치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키·값 묶음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항목의 이름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19ED4A02-98ED-44FB-8AA4-2A628FFCD08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">
            <a:extLst>
              <a:ext uri="{FF2B5EF4-FFF2-40B4-BE49-F238E27FC236}">
                <ns3:creationId id="{173931E3-A73D-4470-BFEB-15F24557FE9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060</a:t>
            </a:r>
          </a:p>
        </p:txBody>
      </p:sp>
    </p:spTree>
    <p:extLst>
      <p:ext uri="{BB962C8B-B14F-4D97-AF65-F5344CB8AC3E}">
        <ns4:creationId val="1096293850"/>
      </p:ext>
    </p:extLst>
  </p:cSld>
</p:sld>
</file>

<file path=ppt/slides/slide6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9d1e0a0851204a0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D6CAEC1-52B9-4416-82E0-94CCE6F76CE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BF3D301-8BD5-489E-951C-4D64EDDABBF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표와 계층에서 같은 기록 찾기</a:t>
            </a:r>
          </a:p>
        </p:txBody>
      </p:sp>
      <p:sp>
        <p:nvSpPr>
          <p:cNvPr id="4" name="">
            <a:extLst>
              <a:ext uri="{FF2B5EF4-FFF2-40B4-BE49-F238E27FC236}">
                <ns3:creationId id="{5704B6EB-3FA7-48A5-825E-D1A788DE3A7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72A7426-7072-4277-96A6-FF96599676F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표는 같은 항목을 행마다 반복합니다.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A25EC39-AC1B-4038-A172-9FA7AA8B050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계층은 장치 안에 측정 목록을 넣습니다.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768DF56D-FB55-46AB-BEE1-4399F662A2C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값을 표와 안쪽 묶음에서 각각 찾아봅니다.</a:t>
            </a:r>
          </a:p>
        </p:txBody>
      </p:sp>
      <p:sp>
        <p:nvSpPr>
          <p:cNvPr id="8" name="">
            <a:extLst>
              <a:ext uri="{FF2B5EF4-FFF2-40B4-BE49-F238E27FC236}">
                <ns3:creationId id="{97A20C21-5777-41E2-96E0-F3D5D134C23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">
            <a:extLst>
              <a:ext uri="{FF2B5EF4-FFF2-40B4-BE49-F238E27FC236}">
                <ns3:creationId id="{1CCE14F5-D1CF-4EFC-A267-80EF6DE6003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061</a:t>
            </a:r>
          </a:p>
        </p:txBody>
      </p:sp>
    </p:spTree>
    <p:extLst>
      <p:ext uri="{BB962C8B-B14F-4D97-AF65-F5344CB8AC3E}">
        <ns4:creationId val="1711820204"/>
      </p:ext>
    </p:extLst>
  </p:cSld>
</p:sld>
</file>

<file path=ppt/slides/slide6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c29d063131e4c8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0307E05-6522-4729-9F0D-84B5D8D014A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02866BF-7318-40F2-8354-FFF3377B3AA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주문에 두 품목</a:t>
            </a:r>
          </a:p>
        </p:txBody>
      </p:sp>
      <p:sp>
        <p:nvSpPr>
          <p:cNvPr id="4" name="">
            <a:extLst>
              <a:ext uri="{FF2B5EF4-FFF2-40B4-BE49-F238E27FC236}">
                <ns3:creationId id="{B78FE14F-E204-4B34-865A-0B2EA4D1D84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EBBC7C1-6F3C-4CAB-A50B-0ADB3B0F0E7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O10 주문에 장갑 2개와 마스크 5개, O11에 장갑 1개가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590FF799-68A2-4A46-87EA-39F55D9D41E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행을 주문 품목 한 종류로 정하면 세 행이 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DA0A1A4-9AAE-4322-9EE2-2836715BB8D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서로 다른 주문번호는 두 개이므로 주문은 2건입니다.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128416F1-4748-4E9C-AB36-AB21CEA8D3D5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총수량은 2+5+1=8개입니다. 세 단위를 따로 보고합니다.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972CE443-67EB-4A2D-989D-4EE2774ECDF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">
            <a:extLst>
              <a:ext uri="{FF2B5EF4-FFF2-40B4-BE49-F238E27FC236}">
                <ns3:creationId id="{6CF377B8-DF80-43A2-8A06-E784F5A2419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062</a:t>
            </a:r>
          </a:p>
        </p:txBody>
      </p:sp>
    </p:spTree>
    <p:extLst>
      <p:ext uri="{BB962C8B-B14F-4D97-AF65-F5344CB8AC3E}">
        <ns4:creationId val="1473014752"/>
      </p:ext>
    </p:extLst>
  </p:cSld>
</p:sld>
</file>

<file path=ppt/slides/slide6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a3bfb83d37b54c6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1A5611F-0A01-47C5-93D6-0BAF956A9BA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31681830-8A73-4B79-BB00-BF36833A52F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품목 행·주문 건수·수량 합</a:t>
            </a:r>
          </a:p>
        </p:txBody>
      </p:sp>
      <p:sp>
        <p:nvSpPr>
          <p:cNvPr id="4" name="">
            <a:extLst>
              <a:ext uri="{FF2B5EF4-FFF2-40B4-BE49-F238E27FC236}">
                <ns3:creationId id="{0B7E8356-C6ED-4272-A1CA-F30D1BB4BDF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3048588"/>
                <a:gridCol w="2505689"/>
                <a:gridCol w="5266123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세는 것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이유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품목 행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3행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O10의 두 품목 포함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2건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O10·O11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수량 합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2+5+1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919BF156-A98B-4CD5-B158-5C4D51D3F84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">
            <a:extLst>
              <a:ext uri="{FF2B5EF4-FFF2-40B4-BE49-F238E27FC236}">
                <ns3:creationId id="{DBFB7CEF-23BB-456B-98DA-0E575A5A9C9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063</a:t>
            </a:r>
          </a:p>
        </p:txBody>
      </p:sp>
    </p:spTree>
    <p:extLst>
      <p:ext uri="{BB962C8B-B14F-4D97-AF65-F5344CB8AC3E}">
        <ns4:creationId val="1921624709"/>
      </p:ext>
    </p:extLst>
  </p:cSld>
</p:sld>
</file>

<file path=ppt/slides/slide6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fd7838a713e749b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8EEE9B3-8FB4-40E1-B858-FFA47774278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D0E18F0D-9103-49C2-A75A-6B44CC63EF4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B43BDF77-31B2-4CBF-AE3F-2753F7262C7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신청 과목의 행과 키</a:t>
            </a:r>
          </a:p>
        </p:txBody>
      </p:sp>
      <p:sp>
        <p:nvSpPr>
          <p:cNvPr id="5" name="">
            <a:extLst>
              <a:ext uri="{FF2B5EF4-FFF2-40B4-BE49-F238E27FC236}">
                <ns3:creationId id="{6A9308FD-02B3-453E-B3E0-30502795CC5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E3FB6CEB-E8D1-4545-AC6D-10323C153778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0C9CF2DD-BDAC-4288-A9F0-5D1E69649F3B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R01은 Python·Git, R02는 Python</a:t>
            </a:r>
          </a:p>
        </p:txBody>
      </p:sp>
      <p:sp>
        <p:nvSpPr>
          <p:cNvPr id="8" name="">
            <a:extLst>
              <a:ext uri="{FF2B5EF4-FFF2-40B4-BE49-F238E27FC236}">
                <ns3:creationId id="{C646B355-649B-4BF0-B19A-FCA5D2091305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6AC5DE3-FC08-4157-B773-3A0A5D0AC350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행을 신청 과목으로 정하세요.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01C4F6FC-8672-4EF6-B3DD-D50131693773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FAC43246-7C42-4C77-ACEB-9620C5403557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키·행 수·신청 건수를 적으세요.</a:t>
            </a:r>
          </a:p>
        </p:txBody>
      </p:sp>
      <p:sp>
        <p:nvSpPr>
          <p:cNvPr id="12" name="">
            <a:extLst>
              <a:ext uri="{FF2B5EF4-FFF2-40B4-BE49-F238E27FC236}">
                <ns3:creationId id="{3A4D6FDD-3984-42CD-8E4C-C8324D46457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3" name="">
            <a:extLst>
              <a:ext uri="{FF2B5EF4-FFF2-40B4-BE49-F238E27FC236}">
                <ns3:creationId id="{0539449C-19E6-4740-89BB-C3A6B4BA9BC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064</a:t>
            </a:r>
          </a:p>
        </p:txBody>
      </p:sp>
    </p:spTree>
    <p:extLst>
      <p:ext uri="{BB962C8B-B14F-4D97-AF65-F5344CB8AC3E}">
        <ns4:creationId val="1374711016"/>
      </p:ext>
    </p:extLst>
  </p:cSld>
</p:sld>
</file>

<file path=ppt/slides/slide6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8e0c11276ab4c1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8DAE20F-AFD5-41D1-93DA-ACE8A3C2BBD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39F486E9-AB65-4B99-9968-3786E0D2A54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과목 신청표의 행과 키</a:t>
            </a:r>
          </a:p>
        </p:txBody>
      </p:sp>
      <p:sp>
        <p:nvSpPr>
          <p:cNvPr id="4" name="">
            <a:extLst>
              <a:ext uri="{FF2B5EF4-FFF2-40B4-BE49-F238E27FC236}">
                <ns3:creationId id="{A6C77A1E-F878-40AE-A002-5BAB6FF3B35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F077777-D2B5-4936-963E-5C9F0928A0A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행은 R01/PY, R01/GIT, R02/PY입니다.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7821182-9FFF-484B-A5CE-61F484E89EF1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신청번호와 과목코드 조합으로 각 신청 과목을 구별합니다.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A18FA9C-7699-49AA-95A3-6AD6BFFE50AD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전체 행 3개, 신청 2건, Python 신청 과목 2개입니다.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0628342F-5408-4ADA-8570-ECA941423AE5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신청번호만 키로 쓰면 R01의 두 과목을 구별할 수 없습니다.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9B451729-C2F3-49AC-8306-81B464C3470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">
            <a:extLst>
              <a:ext uri="{FF2B5EF4-FFF2-40B4-BE49-F238E27FC236}">
                <ns3:creationId id="{6CE1ED49-D5A6-4526-830E-8B9F9DEDB9F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065</a:t>
            </a:r>
          </a:p>
        </p:txBody>
      </p:sp>
    </p:spTree>
    <p:extLst>
      <p:ext uri="{BB962C8B-B14F-4D97-AF65-F5344CB8AC3E}">
        <ns4:creationId val="1685078157"/>
      </p:ext>
    </p:extLst>
  </p:cSld>
</p:sld>
</file>

<file path=ppt/slides/slide6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4123a52f9a1846b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6890604-7C86-49DA-9A79-8B58D5DA9549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04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698C5A53-8F6D-40BE-9C15-2E6A5EA5588F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CSV로 표 표현하기</a:t>
            </a:r>
          </a:p>
        </p:txBody>
      </p:sp>
      <p:sp>
        <p:nvSpPr>
          <p:cNvPr id="4" name="">
            <a:extLst>
              <a:ext uri="{FF2B5EF4-FFF2-40B4-BE49-F238E27FC236}">
                <ns3:creationId id="{4ED6B5FD-8049-4C01-A47D-25182B830CB0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14:00~14:50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CB26AC23-022B-4EA2-A9FC-156762B1AA60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CE029CEF-6D2B-4536-8CC7-8A193C4D935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">
            <a:extLst>
              <a:ext uri="{FF2B5EF4-FFF2-40B4-BE49-F238E27FC236}">
                <ns3:creationId id="{3742DA61-40D4-4E3C-A2EC-A7D8CEF9BA8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066</a:t>
            </a:r>
          </a:p>
        </p:txBody>
      </p:sp>
    </p:spTree>
    <p:extLst>
      <p:ext uri="{BB962C8B-B14F-4D97-AF65-F5344CB8AC3E}">
        <ns4:creationId val="289864009"/>
      </p:ext>
    </p:extLst>
  </p:cSld>
</p:sld>
</file>

<file path=ppt/slides/slide6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6262c7bbdbd4e6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E77DB12-F491-4A6E-8CF4-E84A1C34504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B2018FE-7001-49D3-92A5-0ACCBC458EC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CSV는 표를 글자로 저장합니다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6F930954-C504-4B83-9F6E-A08D21D4CD6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A2C8EF8-4AE5-4E0E-B20C-44863EBE35D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줄은 한 기록을 표현합니다.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96FDC69-EB25-44EF-B9DB-B61B8DE7B11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쉼표로 칸을 나눕니다.</a:t>
            </a:r>
          </a:p>
        </p:txBody>
      </p:sp>
      <p:sp>
        <p:nvSpPr>
          <p:cNvPr id="7" name="">
            <a:extLst>
              <a:ext uri="{FF2B5EF4-FFF2-40B4-BE49-F238E27FC236}">
                <ns3:creationId id="{E15337A0-A12F-4619-8B02-AD56AB995B6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줄의 헤더는 열 이름입니다.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48D7C56E-31F2-48E7-84A0-90BEE9FDB19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">
            <a:extLst>
              <a:ext uri="{FF2B5EF4-FFF2-40B4-BE49-F238E27FC236}">
                <ns3:creationId id="{0E7743A3-2296-4B62-A7A1-91952889A3E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067</a:t>
            </a:r>
          </a:p>
        </p:txBody>
      </p:sp>
    </p:spTree>
    <p:extLst>
      <p:ext uri="{BB962C8B-B14F-4D97-AF65-F5344CB8AC3E}">
        <ns4:creationId val="58618604"/>
      </p:ext>
    </p:extLst>
  </p:cSld>
</p:sld>
</file>

<file path=ppt/slides/slide6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3" name=""/>
          <p:cNvPicPr>
            <a:picLocks noChangeAspect="1"/>
          </p:cNvPicPr>
          <p:nvPr/>
        </p:nvPicPr>
        <p:blipFill>
          <a:blip r:embed="R7c0af6dd647b456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FC15356-1F74-4C9E-B8EB-1797421772C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81B4C3E8-D337-44F2-A626-07F99C27472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세 칸의 CSV</a:t>
            </a:r>
          </a:p>
        </p:txBody>
      </p:sp>
      <p:sp>
        <p:nvSpPr>
          <p:cNvPr id="4" name="">
            <a:extLst>
              <a:ext uri="{FF2B5EF4-FFF2-40B4-BE49-F238E27FC236}">
                <ns3:creationId id="{D503BD41-3708-4871-8024-22BBD7C7916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046F1AA-96BE-444C-B957-830B64DAEC8D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첫 줄은 헤더, 둘째 줄은 데이터입니다.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974E825-B0E7-4909-A760-A3B8455C545B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9048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41A7586D-F416-48BB-9B57-AE86C26396D8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62BF6B75-F378-4463-BB48-33A1C401618D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item,quantity,bin</a:t>
            </a:r>
          </a:p>
        </p:txBody>
      </p:sp>
      <p:sp>
        <p:nvSpPr>
          <p:cNvPr id="9" name="">
            <a:extLst>
              <a:ext uri="{FF2B5EF4-FFF2-40B4-BE49-F238E27FC236}">
                <ns3:creationId id="{55F0506A-7967-4792-99B0-A29FADC2911D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DF7C462F-A10C-4BB3-AF46-256DCB73BBE7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"볼트, 소형",12,B02</a:t>
            </a:r>
          </a:p>
        </p:txBody>
      </p:sp>
      <p:sp>
        <p:nvSpPr>
          <p:cNvPr id="11" name="">
            <a:extLst>
              <a:ext uri="{FF2B5EF4-FFF2-40B4-BE49-F238E27FC236}">
                <ns3:creationId id="{EE666468-48D8-4E31-9294-E6A2F3FC564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2" name="">
            <a:extLst>
              <a:ext uri="{FF2B5EF4-FFF2-40B4-BE49-F238E27FC236}">
                <ns3:creationId id="{E08A3A32-0B05-4D50-865F-3C93FA05799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068</a:t>
            </a:r>
          </a:p>
        </p:txBody>
      </p:sp>
    </p:spTree>
    <p:extLst>
      <p:ext uri="{BB962C8B-B14F-4D97-AF65-F5344CB8AC3E}">
        <ns4:creationId val="1905376454"/>
      </p:ext>
    </p:extLst>
  </p:cSld>
</p:sld>
</file>

<file path=ppt/slides/slide6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c82e49b74b1458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CCF1228-673F-4F3A-BCB5-21B648BE95A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A72A23A-0694-42EC-A0D0-0B6DBAE745F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CSV의 기호와 저장</a:t>
            </a:r>
          </a:p>
        </p:txBody>
      </p:sp>
      <p:sp>
        <p:nvSpPr>
          <p:cNvPr id="4" name="">
            <a:extLst>
              <a:ext uri="{FF2B5EF4-FFF2-40B4-BE49-F238E27FC236}">
                <ns3:creationId id="{E3332F12-E258-4939-9390-9115767F093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D75A452-1C32-40EC-9D8A-87643F504FA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item,quantity,bin은 이름표 세 개이고 데이터 건수에 포함하지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E361A58A-7AAA-47BF-B431-EE8DADAFB8B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"볼트, 소형"의 따옴표 안 쉼표는 물품명의 일부입니다.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C636DC59-EDDD-424E-B8B3-E02E816BA9A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바깥 쉼표 두 개가 물품명·수량·보관함 세 칸을 나눕니다.</a:t>
            </a:r>
          </a:p>
        </p:txBody>
      </p:sp>
      <p:sp>
        <p:nvSpPr>
          <p:cNvPr id="8" name="">
            <a:extLst>
              <a:ext uri="{FF2B5EF4-FFF2-40B4-BE49-F238E27FC236}">
                <ns3:creationId id="{CDBC383A-3DA0-4894-BD48-FC73CB1853C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work/supply.csv에 UTF-8로 저장하고 다시 열어 두 줄을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9F9A831D-033A-4009-B833-C4FBA920ADE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">
            <a:extLst>
              <a:ext uri="{FF2B5EF4-FFF2-40B4-BE49-F238E27FC236}">
                <ns3:creationId id="{92A1D486-108B-4B58-99B6-8B6D5DDED6E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069</a:t>
            </a:r>
          </a:p>
        </p:txBody>
      </p:sp>
    </p:spTree>
    <p:extLst>
      <p:ext uri="{BB962C8B-B14F-4D97-AF65-F5344CB8AC3E}">
        <ns4:creationId val="1884897028"/>
      </p:ext>
    </p:extLst>
  </p:cSld>
</p:sld>
</file>

<file path=ppt/slides/slide7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3" name=""/>
          <p:cNvPicPr>
            <a:picLocks noChangeAspect="1"/>
          </p:cNvPicPr>
          <p:nvPr/>
        </p:nvPicPr>
        <p:blipFill>
          <a:blip r:embed="Rd1daaa979459432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2496D56-5773-4DFC-8D8A-BAE38E0F48F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6132AEF2-6B57-4DEC-9F1D-28D4043B244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예 · 따옴표를 빼면</a:t>
            </a:r>
          </a:p>
        </p:txBody>
      </p:sp>
      <p:sp>
        <p:nvSpPr>
          <p:cNvPr id="4" name="">
            <a:extLst>
              <a:ext uri="{FF2B5EF4-FFF2-40B4-BE49-F238E27FC236}">
                <ns3:creationId id="{06FDFB62-27EC-494F-A877-86BE3DA9245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80A0EE8-F3C9-404A-8B36-6B32845FF251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둘째 줄이 네 칸이 되어 수량 칸에 소형이라는 글자가 들어갑니다.</a:t>
            </a:r>
          </a:p>
        </p:txBody>
      </p:sp>
      <p:sp>
        <p:nvSpPr>
          <p:cNvPr id="6" name="">
            <a:extLst>
              <a:ext uri="{FF2B5EF4-FFF2-40B4-BE49-F238E27FC236}">
                <ns3:creationId id="{36A92EDB-5AB5-4654-B000-B54A0167D71F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9048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44152B9F-3289-4E6F-B50C-CE94EC06791C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A21CE29E-E6C0-48A9-A4B5-554BE04A69B7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item,quantity,bin</a:t>
            </a:r>
          </a:p>
        </p:txBody>
      </p:sp>
      <p:sp>
        <p:nvSpPr>
          <p:cNvPr id="9" name="">
            <a:extLst>
              <a:ext uri="{FF2B5EF4-FFF2-40B4-BE49-F238E27FC236}">
                <ns3:creationId id="{66C9B9EC-A543-4463-9BB6-49788B50A6F0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18CFF85D-72C3-47F0-B45D-FB1CAE59F8D4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볼트, 소형,12,B02</a:t>
            </a:r>
          </a:p>
        </p:txBody>
      </p:sp>
      <p:sp>
        <p:nvSpPr>
          <p:cNvPr id="11" name="">
            <a:extLst>
              <a:ext uri="{FF2B5EF4-FFF2-40B4-BE49-F238E27FC236}">
                <ns3:creationId id="{0AFDBE7F-3CA5-4917-9E5A-281C8C41825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2" name="">
            <a:extLst>
              <a:ext uri="{FF2B5EF4-FFF2-40B4-BE49-F238E27FC236}">
                <ns3:creationId id="{CB03F054-88D6-4C26-B651-786DD40F9A8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070</a:t>
            </a:r>
          </a:p>
        </p:txBody>
      </p:sp>
    </p:spTree>
    <p:extLst>
      <p:ext uri="{BB962C8B-B14F-4D97-AF65-F5344CB8AC3E}">
        <ns4:creationId val="1012735098"/>
      </p:ext>
    </p:extLst>
  </p:cSld>
</p:sld>
</file>

<file path=ppt/slides/slide7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f6a33d4637c8491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09D2005-C995-4643-A409-85862EE39B4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24980F73-265A-48D9-8735-36E0E97EBC6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복구 · 세 칸으로 다시 묶기</a:t>
            </a:r>
          </a:p>
        </p:txBody>
      </p:sp>
      <p:sp>
        <p:nvSpPr>
          <p:cNvPr id="4" name="">
            <a:extLst>
              <a:ext uri="{FF2B5EF4-FFF2-40B4-BE49-F238E27FC236}">
                <ns3:creationId id="{675CFAF5-CE55-43A2-9911-FBF053ED941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87A9182-75D0-4CDA-A881-7E259C28AD3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물품명 전체를 큰따옴표 한 쌍으로 감싸 "볼트, 소형"으로 고칩니다.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C4FAB88-5D7D-4B4C-ABAC-E45FC82CDEA4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수량 12와 보관함 B02는 각각 한 칸으로 남깁니다.</a:t>
            </a:r>
          </a:p>
        </p:txBody>
      </p:sp>
      <p:sp>
        <p:nvSpPr>
          <p:cNvPr id="7" name="">
            <a:extLst>
              <a:ext uri="{FF2B5EF4-FFF2-40B4-BE49-F238E27FC236}">
                <ns3:creationId id="{F9598243-E4F8-4190-A9DB-E07485195625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쉼표의 총개수가 아니라 따옴표 안팎의 경계를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C43159E8-F023-44FF-864B-BEC980BEEB0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">
            <a:extLst>
              <a:ext uri="{FF2B5EF4-FFF2-40B4-BE49-F238E27FC236}">
                <ns3:creationId id="{7B91EC0E-2222-4A3E-94C0-1E6E8F4316E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071</a:t>
            </a:r>
          </a:p>
        </p:txBody>
      </p:sp>
    </p:spTree>
    <p:extLst>
      <p:ext uri="{BB962C8B-B14F-4D97-AF65-F5344CB8AC3E}">
        <ns4:creationId val="1514958123"/>
      </p:ext>
    </p:extLst>
  </p:cSld>
</p:sld>
</file>

<file path=ppt/slides/slide7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4e5c78315421404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273ABBF-09F8-4CA0-A58D-73A2555C16D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9C12F9A-1C8E-4199-9F87-DA57C4BC863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내용 안의 쉼표는 따옴표로 감쌉니다</a:t>
            </a:r>
          </a:p>
        </p:txBody>
      </p:sp>
      <p:sp>
        <p:nvSpPr>
          <p:cNvPr id="4" name="">
            <a:extLst>
              <a:ext uri="{FF2B5EF4-FFF2-40B4-BE49-F238E27FC236}">
                <ns3:creationId id="{5BF787F3-59B4-494D-B830-39E67F47EAE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642B515-5C80-4AC4-BC44-599FDD6EAC4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"볼트, 소형"은 상품명 한 칸입니다.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BD700D13-D9AD-401A-A26B-8E99E923380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큰따옴표 안 쉼표는 내용입니다.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14AFD9D0-BA26-47FB-BC6A-27E66B0A3BC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큰따옴표 밖의 쉼표는 칸을 나눕니다.</a:t>
            </a:r>
          </a:p>
        </p:txBody>
      </p:sp>
      <p:sp>
        <p:nvSpPr>
          <p:cNvPr id="8" name="">
            <a:extLst>
              <a:ext uri="{FF2B5EF4-FFF2-40B4-BE49-F238E27FC236}">
                <ns3:creationId id="{6FE62EC7-9008-4205-81D4-61E5783F1D4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">
            <a:extLst>
              <a:ext uri="{FF2B5EF4-FFF2-40B4-BE49-F238E27FC236}">
                <ns3:creationId id="{8991B3A9-DD98-45A9-AAC6-DCDE14462BF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072</a:t>
            </a:r>
          </a:p>
        </p:txBody>
      </p:sp>
    </p:spTree>
    <p:extLst>
      <p:ext uri="{BB962C8B-B14F-4D97-AF65-F5344CB8AC3E}">
        <ns4:creationId val="778488464"/>
      </p:ext>
    </p:extLst>
  </p:cSld>
</p:sld>
</file>

<file path=ppt/slides/slide7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af6798c2de0b469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BC943DC-68A7-456E-B254-78C207B6468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602426F-5590-4FC2-B0E4-773B23C2618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빈 수량은 실제 0과 다릅니다</a:t>
            </a:r>
          </a:p>
        </p:txBody>
      </p:sp>
      <p:sp>
        <p:nvSpPr>
          <p:cNvPr id="4" name="">
            <a:extLst>
              <a:ext uri="{FF2B5EF4-FFF2-40B4-BE49-F238E27FC236}">
                <ns3:creationId id="{982EDF01-2B6F-443F-B881-7C80258EC45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548FB2D-C9A4-442A-97F6-D94B0FE31AF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사전에서 빈칸의 뜻을 정합니다.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EA834C89-4FAA-4933-9371-D4292EDEE5A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번호 앞의 0을 빠뜨리지 않고 적습니다.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3BFE59A8-80A6-44AC-86AF-FCF914D4ED5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저장할 때 UTF-8과 확장자를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0B7E7566-5446-491A-BB85-43D83C83934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">
            <a:extLst>
              <a:ext uri="{FF2B5EF4-FFF2-40B4-BE49-F238E27FC236}">
                <ns3:creationId id="{D92CE9E9-405E-4DF2-BF89-583827F8931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073</a:t>
            </a:r>
          </a:p>
        </p:txBody>
      </p:sp>
    </p:spTree>
    <p:extLst>
      <p:ext uri="{BB962C8B-B14F-4D97-AF65-F5344CB8AC3E}">
        <ns4:creationId val="439799004"/>
      </p:ext>
    </p:extLst>
  </p:cSld>
</p:sld>
</file>

<file path=ppt/slides/slide7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8b383266ef9e449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0BF3890-C42C-47C9-8BE8-EBF10F6032A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D0BC264-5D1A-4A14-92A1-6AF6993D3BA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행을 더한 뒤 확인하기</a:t>
            </a:r>
          </a:p>
        </p:txBody>
      </p:sp>
      <p:sp>
        <p:nvSpPr>
          <p:cNvPr id="4" name="">
            <a:extLst>
              <a:ext uri="{FF2B5EF4-FFF2-40B4-BE49-F238E27FC236}">
                <ns3:creationId id="{114817AC-AB2C-4D53-9400-CF5616B0DDD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D0E6384-F100-43F6-96B4-71E978C6AE0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모든 행의 항목 수를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8615F959-7857-4F30-B6AF-F1146063941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허용값과 키 중복을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94990DE-29DC-4200-B291-1BFE3124FF7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확인되지 않은 온도는 추측하지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A1245277-4EBB-4E8E-B2A4-0865055555F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">
            <a:extLst>
              <a:ext uri="{FF2B5EF4-FFF2-40B4-BE49-F238E27FC236}">
                <ns3:creationId id="{505350FA-455E-443E-BADC-52210A10A73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074</a:t>
            </a:r>
          </a:p>
        </p:txBody>
      </p:sp>
    </p:spTree>
    <p:extLst>
      <p:ext uri="{BB962C8B-B14F-4D97-AF65-F5344CB8AC3E}">
        <ns4:creationId val="1371849930"/>
      </p:ext>
    </p:extLst>
  </p:cSld>
</p:sld>
</file>

<file path=ppt/slides/slide7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c47a06210d0c471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055EF84-382E-44FA-B56F-661052531AA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D2550A2A-EB66-4FF3-9743-67895452FA1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따옴표 안 쉼표는 상품명</a:t>
            </a:r>
          </a:p>
        </p:txBody>
      </p:sp>
      <p:sp>
        <p:nvSpPr>
          <p:cNvPr id="4" name="">
            <a:extLst>
              <a:ext uri="{FF2B5EF4-FFF2-40B4-BE49-F238E27FC236}">
                <ns3:creationId id="{CEAF75CD-BEC0-4046-B43E-63B1E276FBC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5006684"/>
                <a:gridCol w="5813716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원문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CSV에서 읽을 칸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"볼트, 소형"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상품명 한 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수량 한 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B02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보관함 한 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F11209A5-1C69-4FE9-AF72-360001A78CD1}"/>
              </a:ext>
            </a:extLst>
          </p:cNvPr>
          <p:cNvSpPr>
            <a:spLocks noGrp="1"/>
          </p:cNvSpPr>
          <p:nvPr/>
        </p:nvSpPr>
        <p:spPr>
          <a:xfrm>
            <a:off x="685800" y="4261866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상품명에 쉼표가 들어 있어도 한 칸이어야 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059397D-59A5-4786-B35C-291176CA53D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8" name="">
            <a:extLst>
              <a:ext uri="{FF2B5EF4-FFF2-40B4-BE49-F238E27FC236}">
                <ns3:creationId id="{052DFE18-7493-4132-BEDA-05A4AA8371C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075</a:t>
            </a:r>
          </a:p>
        </p:txBody>
      </p:sp>
    </p:spTree>
    <p:extLst>
      <p:ext uri="{BB962C8B-B14F-4D97-AF65-F5344CB8AC3E}">
        <ns4:creationId val="1599529512"/>
      </p:ext>
    </p:extLst>
  </p:cSld>
</p:sld>
</file>

<file path=ppt/slides/slide7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9bdcb85e0ea44b3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D007D2F-8921-49DE-81D7-D74718F1920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36801D17-0790-46DE-A86A-84775F99D6F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AE236CB5-FD9B-42A9-8A3F-FE050906F2A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한 건의 CSV 작성</a:t>
            </a:r>
          </a:p>
        </p:txBody>
      </p:sp>
      <p:sp>
        <p:nvSpPr>
          <p:cNvPr id="5" name="">
            <a:extLst>
              <a:ext uri="{FF2B5EF4-FFF2-40B4-BE49-F238E27FC236}">
                <ns3:creationId id="{86468588-4CE8-4B49-AED7-1BA0F9F42B3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6B8FD8D9-A355-4B86-A382-71A8C0D4D9D1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AC1DEFA2-8CE0-4C77-B5A2-C89345382182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책 이름은 Python, 처음부터</a:t>
            </a:r>
          </a:p>
        </p:txBody>
      </p:sp>
      <p:sp>
        <p:nvSpPr>
          <p:cNvPr id="8" name="">
            <a:extLst>
              <a:ext uri="{FF2B5EF4-FFF2-40B4-BE49-F238E27FC236}">
                <ns3:creationId id="{AA66BDD1-EA6E-4632-99DF-364C7304353A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1C0C261A-047E-4702-95DB-B6CE4533087A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가격 15000, 상품번호 0007입니다.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5760836F-8514-404A-9920-A540B4F64CD3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A190A61E-EC4B-4FEE-B866-910F702396A1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헤더와 데이터 한 줄을 작성하세요.</a:t>
            </a:r>
          </a:p>
        </p:txBody>
      </p:sp>
      <p:sp>
        <p:nvSpPr>
          <p:cNvPr id="12" name="">
            <a:extLst>
              <a:ext uri="{FF2B5EF4-FFF2-40B4-BE49-F238E27FC236}">
                <ns3:creationId id="{39EEE855-5FB3-459D-9CB4-22F54BE5E7F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3" name="">
            <a:extLst>
              <a:ext uri="{FF2B5EF4-FFF2-40B4-BE49-F238E27FC236}">
                <ns3:creationId id="{96CE72F9-6E45-4096-B5C6-79BE044375E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076</a:t>
            </a:r>
          </a:p>
        </p:txBody>
      </p:sp>
    </p:spTree>
    <p:extLst>
      <p:ext uri="{BB962C8B-B14F-4D97-AF65-F5344CB8AC3E}">
        <ns4:creationId val="1541170601"/>
      </p:ext>
    </p:extLst>
  </p:cSld>
</p:sld>
</file>

<file path=ppt/slides/slide7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5" name=""/>
          <p:cNvPicPr>
            <a:picLocks noChangeAspect="1"/>
          </p:cNvPicPr>
          <p:nvPr/>
        </p:nvPicPr>
        <p:blipFill>
          <a:blip r:embed="Redd739de16cf480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96F69A0-5AC2-487D-ADD5-CBB6EA06F67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59A735DA-BFDD-40E0-A9D9-E1A4D5A21B7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책 한 건의 CSV</a:t>
            </a:r>
          </a:p>
        </p:txBody>
      </p:sp>
      <p:sp>
        <p:nvSpPr>
          <p:cNvPr id="4" name="">
            <a:extLst>
              <a:ext uri="{FF2B5EF4-FFF2-40B4-BE49-F238E27FC236}">
                <ns3:creationId id="{08B1E230-B5E0-4647-81D3-772F425F25F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2DDE738-B029-4286-AB18-71D1B83BA3E5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제목의 쉼표는 따옴표 안의 내용입니다.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00070A37-3C3E-4521-A3BE-CB5084ABFFBE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0007은 식별자입니다. 스프레드시트에 가져올 때 텍스트 열로 지정합니다.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2BACC01-AF23-4E69-8936-A2744941C854}"/>
              </a:ext>
            </a:extLst>
          </p:cNvPr>
          <p:cNvSpPr>
            <a:spLocks noGrp="1"/>
          </p:cNvSpPr>
          <p:nvPr/>
        </p:nvSpPr>
        <p:spPr>
          <a:xfrm>
            <a:off x="685800" y="284607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따옴표만 넣었다고 모든 도구에서 앞 0이 보존되는 것은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18F4B27F-802E-42BF-8866-0C04FF1932E0}"/>
              </a:ext>
            </a:extLst>
          </p:cNvPr>
          <p:cNvSpPr>
            <a:spLocks noGrp="1"/>
          </p:cNvSpPr>
          <p:nvPr/>
        </p:nvSpPr>
        <p:spPr>
          <a:xfrm>
            <a:off x="685800" y="3421380"/>
            <a:ext cx="10820400" cy="9048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9" name="">
            <a:extLst>
              <a:ext uri="{FF2B5EF4-FFF2-40B4-BE49-F238E27FC236}">
                <ns3:creationId id="{0A3D9EBD-6C37-410D-B773-ECFAFF23F2C8}"/>
              </a:ext>
            </a:extLst>
          </p:cNvPr>
          <p:cNvSpPr>
            <a:spLocks noGrp="1"/>
          </p:cNvSpPr>
          <p:nvPr/>
        </p:nvSpPr>
        <p:spPr>
          <a:xfrm>
            <a:off x="838200" y="357378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10" name="">
            <a:extLst>
              <a:ext uri="{FF2B5EF4-FFF2-40B4-BE49-F238E27FC236}">
                <ns3:creationId id="{D728D54C-CC56-4D59-9110-3DC2059D6EE2}"/>
              </a:ext>
            </a:extLst>
          </p:cNvPr>
          <p:cNvSpPr>
            <a:spLocks noGrp="1"/>
          </p:cNvSpPr>
          <p:nvPr/>
        </p:nvSpPr>
        <p:spPr>
          <a:xfrm>
            <a:off x="1257300" y="354520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book,price,product_id</a:t>
            </a:r>
          </a:p>
        </p:txBody>
      </p:sp>
      <p:sp>
        <p:nvSpPr>
          <p:cNvPr id="11" name="">
            <a:extLst>
              <a:ext uri="{FF2B5EF4-FFF2-40B4-BE49-F238E27FC236}">
                <ns3:creationId id="{F4B0EBE7-5DF6-46EB-863F-123E06074866}"/>
              </a:ext>
            </a:extLst>
          </p:cNvPr>
          <p:cNvSpPr>
            <a:spLocks noGrp="1"/>
          </p:cNvSpPr>
          <p:nvPr/>
        </p:nvSpPr>
        <p:spPr>
          <a:xfrm>
            <a:off x="838200" y="388334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2" name="">
            <a:extLst>
              <a:ext uri="{FF2B5EF4-FFF2-40B4-BE49-F238E27FC236}">
                <ns3:creationId id="{AED5D3BD-6046-4128-989C-97CC9751725D}"/>
              </a:ext>
            </a:extLst>
          </p:cNvPr>
          <p:cNvSpPr>
            <a:spLocks noGrp="1"/>
          </p:cNvSpPr>
          <p:nvPr/>
        </p:nvSpPr>
        <p:spPr>
          <a:xfrm>
            <a:off x="1257300" y="385476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"Python, 처음부터",15000,0007</a:t>
            </a:r>
          </a:p>
        </p:txBody>
      </p:sp>
      <p:sp>
        <p:nvSpPr>
          <p:cNvPr id="13" name="">
            <a:extLst>
              <a:ext uri="{FF2B5EF4-FFF2-40B4-BE49-F238E27FC236}">
                <ns3:creationId id="{8F60EFFE-0312-4983-B468-2783DF99128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4" name="">
            <a:extLst>
              <a:ext uri="{FF2B5EF4-FFF2-40B4-BE49-F238E27FC236}">
                <ns3:creationId id="{F9492905-50CF-46FC-9B8A-383E9E5B53A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077</a:t>
            </a:r>
          </a:p>
        </p:txBody>
      </p:sp>
    </p:spTree>
    <p:extLst>
      <p:ext uri="{BB962C8B-B14F-4D97-AF65-F5344CB8AC3E}">
        <ns4:creationId val="1485616823"/>
      </p:ext>
    </p:extLst>
  </p:cSld>
</p:sld>
</file>

<file path=ppt/slides/slide7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4b5699cd49c747f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BF1653C-19E3-46A1-B5E5-EBD4289A6587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05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55666243-9682-4B9A-B7EC-3A19A8E51004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JSON으로 이름과 계층 표현</a:t>
            </a:r>
          </a:p>
        </p:txBody>
      </p:sp>
      <p:sp>
        <p:nvSpPr>
          <p:cNvPr id="4" name="">
            <a:extLst>
              <a:ext uri="{FF2B5EF4-FFF2-40B4-BE49-F238E27FC236}">
                <ns3:creationId id="{E105950B-CEB7-41A1-A255-1EE85439E532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15:00~15:50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80D23356-E4B7-4A76-8559-E70990D7BFD6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06F3FB2F-1EAF-4426-BF5D-9D22CC046FF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">
            <a:extLst>
              <a:ext uri="{FF2B5EF4-FFF2-40B4-BE49-F238E27FC236}">
                <ns3:creationId id="{D56FD301-2B04-4EE5-B4EA-BD8F3C89509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078</a:t>
            </a:r>
          </a:p>
        </p:txBody>
      </p:sp>
    </p:spTree>
    <p:extLst>
      <p:ext uri="{BB962C8B-B14F-4D97-AF65-F5344CB8AC3E}">
        <ns4:creationId val="449140786"/>
      </p:ext>
    </p:extLst>
  </p:cSld>
</p:sld>
</file>

<file path=ppt/slides/slide7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6f89f070058c417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F0EF713-3206-4E8C-939E-0793C8798A4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C7B45F2-B039-4612-A85C-9E95D5AB1A9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객체는 이름표와 값의 묶음입니다</a:t>
            </a:r>
          </a:p>
        </p:txBody>
      </p:sp>
      <p:sp>
        <p:nvSpPr>
          <p:cNvPr id="4" name="">
            <a:extLst>
              <a:ext uri="{FF2B5EF4-FFF2-40B4-BE49-F238E27FC236}">
                <ns3:creationId id="{0493EAEF-8DEB-48BD-B324-789ED1D6B43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71DBBE5-C71A-4778-A94E-15E162DCD4C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중괄호가 객체의 시작과 끝입니다.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E542703B-E2F8-43E9-851B-2E9840BF3E1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키와 값은 콜론으로 연결합니다.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5923894D-37F3-47F5-8C87-260FABBAB91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항목 사이에는 쉼표를 둡니다.</a:t>
            </a:r>
          </a:p>
        </p:txBody>
      </p:sp>
      <p:sp>
        <p:nvSpPr>
          <p:cNvPr id="8" name="">
            <a:extLst>
              <a:ext uri="{FF2B5EF4-FFF2-40B4-BE49-F238E27FC236}">
                <ns3:creationId id="{7A7F5548-7CDC-4CD2-86A9-F1D1560B693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">
            <a:extLst>
              <a:ext uri="{FF2B5EF4-FFF2-40B4-BE49-F238E27FC236}">
                <ns3:creationId id="{61E72D3D-C07D-4AEC-B359-31DA25179BB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079</a:t>
            </a:r>
          </a:p>
        </p:txBody>
      </p:sp>
    </p:spTree>
    <p:extLst>
      <p:ext uri="{BB962C8B-B14F-4D97-AF65-F5344CB8AC3E}">
        <ns4:creationId val="1077098244"/>
      </p:ext>
    </p:extLst>
  </p:cSld>
</p:sld>
</file>

<file path=ppt/slides/slide8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38b42e59da7444f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09E36C9-6CFF-4051-8490-125D35D583F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F190E253-CB9E-4CC2-AE42-D6D4E6E5099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장치 한 건</a:t>
            </a:r>
          </a:p>
        </p:txBody>
      </p:sp>
      <p:sp>
        <p:nvSpPr>
          <p:cNvPr id="4" name="">
            <a:extLst>
              <a:ext uri="{FF2B5EF4-FFF2-40B4-BE49-F238E27FC236}">
                <ns3:creationId id="{FD8B7A37-D704-408E-BC23-A8D789A50AA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248C3B4-CB05-4921-B54F-5D4F18E092DF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6385206F-2905-4BDE-991B-5B6CADB7C425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D14AB428-DE1D-465A-B456-7E6F1FB9E6D4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{</a:t>
            </a:r>
          </a:p>
        </p:txBody>
      </p:sp>
      <p:sp>
        <p:nvSpPr>
          <p:cNvPr id="8" name="">
            <a:extLst>
              <a:ext uri="{FF2B5EF4-FFF2-40B4-BE49-F238E27FC236}">
                <ns3:creationId id="{45576321-B7FA-4AE8-8FA6-51938D26D6BA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8EE070E7-1F8D-4113-ACBA-9145FFA88B23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"device_id": "D01",</a:t>
            </a:r>
          </a:p>
        </p:txBody>
      </p:sp>
      <p:sp>
        <p:nvSpPr>
          <p:cNvPr id="10" name="">
            <a:extLst>
              <a:ext uri="{FF2B5EF4-FFF2-40B4-BE49-F238E27FC236}">
                <ns3:creationId id="{335CC9A1-E931-47F3-919C-D66D4730B8D1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F52DC18E-6101-45B3-BD25-04D12C109D1F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"active": false,</a:t>
            </a:r>
          </a:p>
        </p:txBody>
      </p:sp>
      <p:sp>
        <p:nvSpPr>
          <p:cNvPr id="12" name="">
            <a:extLst>
              <a:ext uri="{FF2B5EF4-FFF2-40B4-BE49-F238E27FC236}">
                <ns3:creationId id="{302D9855-D1ED-4E6E-8560-A17ECD6A980E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AA0D9549-60CD-4052-82A3-FF947464B7CA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"stock": 0,</a:t>
            </a:r>
          </a:p>
        </p:txBody>
      </p:sp>
      <p:sp>
        <p:nvSpPr>
          <p:cNvPr id="14" name="">
            <a:extLst>
              <a:ext uri="{FF2B5EF4-FFF2-40B4-BE49-F238E27FC236}">
                <ns3:creationId id="{157BF27A-4FE6-4B77-8CEB-DDADFE5D0398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D2B4F6FE-7238-46D1-A9B4-6AB7C10B66DB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"checked_at": null</a:t>
            </a:r>
          </a:p>
        </p:txBody>
      </p:sp>
      <p:sp>
        <p:nvSpPr>
          <p:cNvPr id="16" name="">
            <a:extLst>
              <a:ext uri="{FF2B5EF4-FFF2-40B4-BE49-F238E27FC236}">
                <ns3:creationId id="{D68E2144-58E7-4C7D-ACDF-FBC0395B790C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0F941099-4510-412E-800A-CC0F5C8BF640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18" name="">
            <a:extLst>
              <a:ext uri="{FF2B5EF4-FFF2-40B4-BE49-F238E27FC236}">
                <ns3:creationId id="{2F397ADB-E55E-46A5-907D-AC2975A3CF8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9" name="">
            <a:extLst>
              <a:ext uri="{FF2B5EF4-FFF2-40B4-BE49-F238E27FC236}">
                <ns3:creationId id="{EC6728BA-3197-4DB4-8F52-4882F126741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080</a:t>
            </a:r>
          </a:p>
        </p:txBody>
      </p:sp>
    </p:spTree>
    <p:extLst>
      <p:ext uri="{BB962C8B-B14F-4D97-AF65-F5344CB8AC3E}">
        <ns4:creationId val="1562681132"/>
      </p:ext>
    </p:extLst>
  </p:cSld>
</p:sld>
</file>

<file path=ppt/slides/slide8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2d61ef435804c8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89CC020-043C-45ED-92E2-6609D7C9988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9CB10E7-5151-4F35-BC50-A1319A4C79B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JSON 기호를 한 쌍씩 읽기</a:t>
            </a:r>
          </a:p>
        </p:txBody>
      </p:sp>
      <p:sp>
        <p:nvSpPr>
          <p:cNvPr id="4" name="">
            <a:extLst>
              <a:ext uri="{FF2B5EF4-FFF2-40B4-BE49-F238E27FC236}">
                <ns3:creationId id="{4B5BED3E-F900-47B7-9174-6AFA5F8A84B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8782E5F-366D-40D3-8668-3766D5F992D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{ }는 객체 한 개를, "device_id"는 항목 이름인 키를 나타냅니다.</a:t>
            </a:r>
          </a:p>
        </p:txBody>
      </p:sp>
      <p:sp>
        <p:nvSpPr>
          <p:cNvPr id="6" name="">
            <a:extLst>
              <a:ext uri="{FF2B5EF4-FFF2-40B4-BE49-F238E27FC236}">
                <ns3:creationId id="{1F698AED-43D3-4457-A5B2-1C0513D8402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콜론 : 뒤는 그 항목의 값이고, 쉼표는 다음 항목과 구별합니다.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40FC5CE9-05B9-4293-A535-5D536562C6A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키·문자열은 큰따옴표로 감싸고 false·0·null은 따옴표 없이 씁니다.</a:t>
            </a:r>
          </a:p>
        </p:txBody>
      </p:sp>
      <p:sp>
        <p:nvSpPr>
          <p:cNvPr id="8" name="">
            <a:extLst>
              <a:ext uri="{FF2B5EF4-FFF2-40B4-BE49-F238E27FC236}">
                <ns3:creationId id="{3A9F7B9F-5B55-4FD4-B903-B1D037C360C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항목 뒤에는 쉼표를 쓰지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D1E9D66D-AAD3-410E-A1C2-1ACE9959D8F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">
            <a:extLst>
              <a:ext uri="{FF2B5EF4-FFF2-40B4-BE49-F238E27FC236}">
                <ns3:creationId id="{E637F740-DB53-4187-8F20-3AFC868437A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081</a:t>
            </a:r>
          </a:p>
        </p:txBody>
      </p:sp>
    </p:spTree>
    <p:extLst>
      <p:ext uri="{BB962C8B-B14F-4D97-AF65-F5344CB8AC3E}">
        <ns4:creationId val="1424400904"/>
      </p:ext>
    </p:extLst>
  </p:cSld>
</p:sld>
</file>

<file path=ppt/slides/slide8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bdf2eb894664b1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2D478D7-CC93-4E9A-9578-6B7B0594896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13B92E2-DF9E-43E9-B86A-B5181C31DE1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네 항목의 뜻 읽기</a:t>
            </a:r>
          </a:p>
        </p:txBody>
      </p:sp>
      <p:sp>
        <p:nvSpPr>
          <p:cNvPr id="4" name="">
            <a:extLst>
              <a:ext uri="{FF2B5EF4-FFF2-40B4-BE49-F238E27FC236}">
                <ns3:creationId id="{280110AE-465E-464B-8D7E-2B2890726BB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06BFDFC-6133-4F16-8094-9E9211037F8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device_id: 장치를 구별하는 문자열</a:t>
            </a:r>
          </a:p>
        </p:txBody>
      </p:sp>
      <p:sp>
        <p:nvSpPr>
          <p:cNvPr id="6" name="">
            <a:extLst>
              <a:ext uri="{FF2B5EF4-FFF2-40B4-BE49-F238E27FC236}">
                <ns3:creationId id="{53CAACAF-FB6E-4D26-9525-4EF20E51E28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active: 가동하지 않음을 나타내는 false</a:t>
            </a:r>
          </a:p>
        </p:txBody>
      </p:sp>
      <p:sp>
        <p:nvSpPr>
          <p:cNvPr id="7" name="">
            <a:extLst>
              <a:ext uri="{FF2B5EF4-FFF2-40B4-BE49-F238E27FC236}">
                <ns3:creationId id="{D28E4453-8FF9-45F8-A742-00A255021B5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stock: 실제 수량 0</a:t>
            </a:r>
          </a:p>
        </p:txBody>
      </p:sp>
      <p:sp>
        <p:nvSpPr>
          <p:cNvPr id="8" name="">
            <a:extLst>
              <a:ext uri="{FF2B5EF4-FFF2-40B4-BE49-F238E27FC236}">
                <ns3:creationId id="{2ABD704B-DE6C-4BD9-A67B-E5C2AA17CE3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checked_at: 확인된 시각 없음</a:t>
            </a:r>
          </a:p>
        </p:txBody>
      </p:sp>
      <p:sp>
        <p:nvSpPr>
          <p:cNvPr id="9" name="">
            <a:extLst>
              <a:ext uri="{FF2B5EF4-FFF2-40B4-BE49-F238E27FC236}">
                <ns3:creationId id="{FDEF176E-9D48-4A8F-9073-2B972869E3E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">
            <a:extLst>
              <a:ext uri="{FF2B5EF4-FFF2-40B4-BE49-F238E27FC236}">
                <ns3:creationId id="{70D84719-1306-4466-9FB0-043BECF80D1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082</a:t>
            </a:r>
          </a:p>
        </p:txBody>
      </p:sp>
    </p:spTree>
    <p:extLst>
      <p:ext uri="{BB962C8B-B14F-4D97-AF65-F5344CB8AC3E}">
        <ns4:creationId val="1073896851"/>
      </p:ext>
    </p:extLst>
  </p:cSld>
</p:sld>
</file>

<file path=ppt/slides/slide8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4ee466335a4049c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1C7074C-3323-4AA9-BDC7-78A8BEA079C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AFFA1B7-F6AE-4571-82C5-24E4BCBB102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배열은 여러 기록을 순서로 묶습니다</a:t>
            </a:r>
          </a:p>
        </p:txBody>
      </p:sp>
      <p:sp>
        <p:nvSpPr>
          <p:cNvPr id="4" name="">
            <a:extLst>
              <a:ext uri="{FF2B5EF4-FFF2-40B4-BE49-F238E27FC236}">
                <ns3:creationId id="{13EDF681-2C10-4F08-BE52-590DB3A2620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EB31211-6668-4F5A-B81E-FF1A648F586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대괄호는 목록의 시작과 끝입니다.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65961E64-F8AC-4851-9285-973095B8D81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객체를 배열 안에 여러 개 넣을 수 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758264BE-41DA-43D6-8A1E-5C3CBCAFC49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바깥 묶음부터 키와 목록의 위치를 차례로 찾습니다.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8E4F9068-C5ED-4C1E-826B-4EDBCF70D54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">
            <a:extLst>
              <a:ext uri="{FF2B5EF4-FFF2-40B4-BE49-F238E27FC236}">
                <ns3:creationId id="{0D397878-FE63-43C9-B2ED-C0BD4CBE142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083</a:t>
            </a:r>
          </a:p>
        </p:txBody>
      </p:sp>
    </p:spTree>
    <p:extLst>
      <p:ext uri="{BB962C8B-B14F-4D97-AF65-F5344CB8AC3E}">
        <ns4:creationId val="1953992384"/>
      </p:ext>
    </p:extLst>
  </p:cSld>
</p:sld>
</file>

<file path=ppt/slides/slide8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84b2f96cd1a047e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18DB193-7368-4C23-A4C9-02BE99E3A06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2149703F-1C7D-42BF-AB65-1E7DC3114AA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측정 두 건</a:t>
            </a:r>
          </a:p>
        </p:txBody>
      </p:sp>
      <p:sp>
        <p:nvSpPr>
          <p:cNvPr id="4" name="">
            <a:extLst>
              <a:ext uri="{FF2B5EF4-FFF2-40B4-BE49-F238E27FC236}">
                <ns3:creationId id="{F566D5BF-AF28-4877-B4D6-94738B2E460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F3FEC7D-A0AA-4C60-B801-D983BBF0898D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BD126812-F39B-4EC8-A3B1-4B372C39434D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45B7BB13-B25F-4111-B8FF-1B7FA1F6AA65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{</a:t>
            </a:r>
          </a:p>
        </p:txBody>
      </p:sp>
      <p:sp>
        <p:nvSpPr>
          <p:cNvPr id="8" name="">
            <a:extLst>
              <a:ext uri="{FF2B5EF4-FFF2-40B4-BE49-F238E27FC236}">
                <ns3:creationId id="{5FE65583-CF6E-4B82-856B-60CB31DFF7F1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64B10CD9-5551-428D-B59F-AE6456943094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"readings": [</a:t>
            </a:r>
          </a:p>
        </p:txBody>
      </p:sp>
      <p:sp>
        <p:nvSpPr>
          <p:cNvPr id="10" name="">
            <a:extLst>
              <a:ext uri="{FF2B5EF4-FFF2-40B4-BE49-F238E27FC236}">
                <ns3:creationId id="{258C10FC-419B-4456-993E-2D71FE49D2A6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090E38B3-A9A9-4060-8B34-05E4CC8C829B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{"temperature_c": 24.0},</a:t>
            </a:r>
          </a:p>
        </p:txBody>
      </p:sp>
      <p:sp>
        <p:nvSpPr>
          <p:cNvPr id="12" name="">
            <a:extLst>
              <a:ext uri="{FF2B5EF4-FFF2-40B4-BE49-F238E27FC236}">
                <ns3:creationId id="{EC6BD6D5-63A0-49BA-9D05-A93926B4726E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E04BDC80-2354-4E2C-9176-0EFA60C4274E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{"temperature_c": null}</a:t>
            </a:r>
          </a:p>
        </p:txBody>
      </p:sp>
      <p:sp>
        <p:nvSpPr>
          <p:cNvPr id="14" name="">
            <a:extLst>
              <a:ext uri="{FF2B5EF4-FFF2-40B4-BE49-F238E27FC236}">
                <ns3:creationId id="{BF208886-E28D-411D-8983-D2AA340772E7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38040505-7389-4961-B740-53FC32B0B03A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]</a:t>
            </a:r>
          </a:p>
        </p:txBody>
      </p:sp>
      <p:sp>
        <p:nvSpPr>
          <p:cNvPr id="16" name="">
            <a:extLst>
              <a:ext uri="{FF2B5EF4-FFF2-40B4-BE49-F238E27FC236}">
                <ns3:creationId id="{5922090A-FB30-4DE8-B433-5E762CA5B3BD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75858CAB-B240-453C-8289-783591D223EA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18" name="">
            <a:extLst>
              <a:ext uri="{FF2B5EF4-FFF2-40B4-BE49-F238E27FC236}">
                <ns3:creationId id="{E37DE5B7-0037-4908-A769-D98D245D77A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9" name="">
            <a:extLst>
              <a:ext uri="{FF2B5EF4-FFF2-40B4-BE49-F238E27FC236}">
                <ns3:creationId id="{204FADDC-766A-4213-9D23-20C06288D68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084</a:t>
            </a:r>
          </a:p>
        </p:txBody>
      </p:sp>
    </p:spTree>
    <p:extLst>
      <p:ext uri="{BB962C8B-B14F-4D97-AF65-F5344CB8AC3E}">
        <ns4:creationId val="1950407295"/>
      </p:ext>
    </p:extLst>
  </p:cSld>
</p:sld>
</file>

<file path=ppt/slides/slide8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aa197fdcaf694ad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F1C7A7E-8726-4DE5-B29C-B2D0B29DEA1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14AA9F4-8110-4B48-ADB0-EBA93A427E1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옮긴 값과 JSON 기호 확인하기</a:t>
            </a:r>
          </a:p>
        </p:txBody>
      </p:sp>
      <p:sp>
        <p:nvSpPr>
          <p:cNvPr id="4" name="">
            <a:extLst>
              <a:ext uri="{FF2B5EF4-FFF2-40B4-BE49-F238E27FC236}">
                <ns3:creationId id="{29B529A0-7669-48C4-BD68-4015CD27E32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5D59D59-019D-4563-9E8E-14419496419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표의 한 행을 같은 뜻의 객체로 옮깁니다.</a:t>
            </a:r>
          </a:p>
        </p:txBody>
      </p:sp>
      <p:sp>
        <p:nvSpPr>
          <p:cNvPr id="6" name="">
            <a:extLst>
              <a:ext uri="{FF2B5EF4-FFF2-40B4-BE49-F238E27FC236}">
                <ns3:creationId id="{938FA816-700B-4DE7-9BFF-9F1107DB185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키·자료형·값을 원문과 대조합니다.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9F53CB3C-98B8-4959-BB7B-E6933A4AED9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항목 뒤 쉼표와 따옴표를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7D52B9FC-73FF-494F-A4AD-0B62C46CB2F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">
            <a:extLst>
              <a:ext uri="{FF2B5EF4-FFF2-40B4-BE49-F238E27FC236}">
                <ns3:creationId id="{36C40155-F389-4D24-AFB5-B303AE5CA18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085</a:t>
            </a:r>
          </a:p>
        </p:txBody>
      </p:sp>
    </p:spTree>
    <p:extLst>
      <p:ext uri="{BB962C8B-B14F-4D97-AF65-F5344CB8AC3E}">
        <ns4:creationId val="327038502"/>
      </p:ext>
    </p:extLst>
  </p:cSld>
</p:sld>
</file>

<file path=ppt/slides/slide8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868856ff4fd24c9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18CFC99-C849-4E35-8E77-6B2AB9DCDAC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5D918DD7-8812-49FE-A2A6-A7BBB280E61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558C8D85-D987-4127-B6AC-84B9ABD26CB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JSON 오류를 찾아 고치기</a:t>
            </a:r>
          </a:p>
        </p:txBody>
      </p:sp>
      <p:sp>
        <p:nvSpPr>
          <p:cNvPr id="5" name="">
            <a:extLst>
              <a:ext uri="{FF2B5EF4-FFF2-40B4-BE49-F238E27FC236}">
                <ns3:creationId id="{9B9021D5-DD2C-4189-B44A-82981CE6E2B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6028ADC-5BA1-4F92-A06F-148939884258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537E9CA-4605-40AE-B2B2-A3B7AD7A2D46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{"device_id": "D01", "active": False,}를 받았습니다.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D2BC2598-4A20-4F72-ACF3-DFEC6358BE04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D3EE7A21-65BB-416D-8055-9BA9AB205513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JSON의 불리언과 마지막 쉼표 규칙을 적용해 고치세요.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FA0A1389-A0C9-46B4-90C1-283D35056A28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80FAB390-84B1-4237-B3E6-B378D214CD75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수량 0과 미확인 시각 null도 추가하고 각각의 뜻을 적으세요.</a:t>
            </a:r>
          </a:p>
        </p:txBody>
      </p:sp>
      <p:sp>
        <p:nvSpPr>
          <p:cNvPr id="12" name="">
            <a:extLst>
              <a:ext uri="{FF2B5EF4-FFF2-40B4-BE49-F238E27FC236}">
                <ns3:creationId id="{291BFC20-1785-4E90-9196-DCE611D0687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3" name="">
            <a:extLst>
              <a:ext uri="{FF2B5EF4-FFF2-40B4-BE49-F238E27FC236}">
                <ns3:creationId id="{600D7521-3A78-452A-AD03-F9DD90B964D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086</a:t>
            </a:r>
          </a:p>
        </p:txBody>
      </p:sp>
    </p:spTree>
    <p:extLst>
      <p:ext uri="{BB962C8B-B14F-4D97-AF65-F5344CB8AC3E}">
        <ns4:creationId val="2026186559"/>
      </p:ext>
    </p:extLst>
  </p:cSld>
</p:sld>
</file>

<file path=ppt/slides/slide8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9eb0bfcaf3fa4dc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AEC2571-14BD-40D2-9457-634EBF4C860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2AE1079C-2F47-4872-A9ED-F2391E8D6A0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JSON의 값과 쉼표</a:t>
            </a:r>
          </a:p>
        </p:txBody>
      </p:sp>
      <p:sp>
        <p:nvSpPr>
          <p:cNvPr id="4" name="">
            <a:extLst>
              <a:ext uri="{FF2B5EF4-FFF2-40B4-BE49-F238E27FC236}">
                <ns3:creationId id="{E35481A4-5434-42F5-8F52-90829B4CDFA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ED3C0BD-7031-4A99-80D8-7EA3C1534842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BA9D3C47-F4C8-4CB4-BB1F-3337F2FD1D2C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B4F8EB90-472F-4D2E-B551-DF861C0D34A3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{</a:t>
            </a:r>
          </a:p>
        </p:txBody>
      </p:sp>
      <p:sp>
        <p:nvSpPr>
          <p:cNvPr id="8" name="">
            <a:extLst>
              <a:ext uri="{FF2B5EF4-FFF2-40B4-BE49-F238E27FC236}">
                <ns3:creationId id="{950CDCD4-E2E5-4406-AE6C-4E986C6F5C2D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55E3AC0-B846-486C-97D8-528786AFAABC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"device_id": "D01",</a:t>
            </a:r>
          </a:p>
        </p:txBody>
      </p:sp>
      <p:sp>
        <p:nvSpPr>
          <p:cNvPr id="10" name="">
            <a:extLst>
              <a:ext uri="{FF2B5EF4-FFF2-40B4-BE49-F238E27FC236}">
                <ns3:creationId id="{73DB0275-27F5-4959-A7D7-71CF0BD859DE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1D12DEAF-885E-430F-B72F-FBD423766638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"active": false,</a:t>
            </a:r>
          </a:p>
        </p:txBody>
      </p:sp>
      <p:sp>
        <p:nvSpPr>
          <p:cNvPr id="12" name="">
            <a:extLst>
              <a:ext uri="{FF2B5EF4-FFF2-40B4-BE49-F238E27FC236}">
                <ns3:creationId id="{EBBEAE26-0C79-446D-BA93-CD594A6577F1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AE227CC2-510A-45F9-A47F-527976B16AC3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"stock": 0,</a:t>
            </a:r>
          </a:p>
        </p:txBody>
      </p:sp>
      <p:sp>
        <p:nvSpPr>
          <p:cNvPr id="14" name="">
            <a:extLst>
              <a:ext uri="{FF2B5EF4-FFF2-40B4-BE49-F238E27FC236}">
                <ns3:creationId id="{F5A7FBDE-24DD-43CA-9446-D63E1ED5B735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4F792316-D0AB-4C69-BA01-0DE6C336E4CD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"checked_at": null</a:t>
            </a:r>
          </a:p>
        </p:txBody>
      </p:sp>
      <p:sp>
        <p:nvSpPr>
          <p:cNvPr id="16" name="">
            <a:extLst>
              <a:ext uri="{FF2B5EF4-FFF2-40B4-BE49-F238E27FC236}">
                <ns3:creationId id="{889E4EC1-A8D2-4637-BBBE-6101C4168076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9C3000AA-036A-47A8-BBD9-FDA020677590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18" name="">
            <a:extLst>
              <a:ext uri="{FF2B5EF4-FFF2-40B4-BE49-F238E27FC236}">
                <ns3:creationId id="{CA3E759A-883B-483F-AEA0-3EEEA7E922A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9" name="">
            <a:extLst>
              <a:ext uri="{FF2B5EF4-FFF2-40B4-BE49-F238E27FC236}">
                <ns3:creationId id="{1CB87174-4962-4559-B6B0-31F7FC1E2FE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087</a:t>
            </a:r>
          </a:p>
        </p:txBody>
      </p:sp>
    </p:spTree>
    <p:extLst>
      <p:ext uri="{BB962C8B-B14F-4D97-AF65-F5344CB8AC3E}">
        <ns4:creationId val="470338799"/>
      </p:ext>
    </p:extLst>
  </p:cSld>
</p:sld>
</file>

<file path=ppt/slides/slide8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fd39e68fd57146c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9D672EA-A24A-4240-90B8-4BD31453AF4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C383DE97-E682-4337-ABA4-0F240C9ECDC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false·0·null·빈 문자열</a:t>
            </a:r>
          </a:p>
        </p:txBody>
      </p:sp>
      <p:sp>
        <p:nvSpPr>
          <p:cNvPr id="4" name="">
            <a:extLst>
              <a:ext uri="{FF2B5EF4-FFF2-40B4-BE49-F238E27FC236}">
                <ns3:creationId id="{DED361EF-0F46-4847-9227-F0962E19DC8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2908425"/>
                <a:gridCol w="3668681"/>
                <a:gridCol w="4243294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표현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저장 종류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업무 뜻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false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불리언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가동 안 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숫자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0개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null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 없음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시각 미확인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""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문자열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알려진 빈 글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983B2043-AE59-442B-B1A3-CB11BA6DC694}"/>
              </a:ext>
            </a:extLst>
          </p:cNvPr>
          <p:cNvSpPr>
            <a:spLocks noGrp="1"/>
          </p:cNvSpPr>
          <p:nvPr/>
        </p:nvSpPr>
        <p:spPr>
          <a:xfrm>
            <a:off x="685800" y="4803458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가동 안 함·수량 0·점검시각 모름은 다른 상태입니다.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70876DF4-74B1-4893-AC08-3395AA6B77A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8" name="">
            <a:extLst>
              <a:ext uri="{FF2B5EF4-FFF2-40B4-BE49-F238E27FC236}">
                <ns3:creationId id="{26CED843-61CD-4FB6-BDA8-843DAB2DE9F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088</a:t>
            </a:r>
          </a:p>
        </p:txBody>
      </p:sp>
    </p:spTree>
    <p:extLst>
      <p:ext uri="{BB962C8B-B14F-4D97-AF65-F5344CB8AC3E}">
        <ns4:creationId val="1188224067"/>
      </p:ext>
    </p:extLst>
  </p:cSld>
</p:sld>
</file>

<file path=ppt/slides/slide8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963836012be4476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0D7DDDC-B8F3-4B15-B80B-39382B1B0B7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3BD08FA1-28F3-442E-A181-BBA8471945C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E0D2386B-3C9C-448E-A7FB-927C60F005F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한 건의 JSON 작성</a:t>
            </a:r>
          </a:p>
        </p:txBody>
      </p:sp>
      <p:sp>
        <p:nvSpPr>
          <p:cNvPr id="5" name="">
            <a:extLst>
              <a:ext uri="{FF2B5EF4-FFF2-40B4-BE49-F238E27FC236}">
                <ns3:creationId id="{5B72B8B4-65CD-40B7-8268-FA13CD2FDD3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0155392B-FDA3-4433-A064-B6E0D25A06B3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1B875F25-4A5D-40DF-8EBF-23C10CFE03D1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L03은 잠김,수량은 미확인,비고는 의도적으로 빈 문장입니다.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ED174F65-F434-44A6-AF30-FF790D5E11A7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E4164A8-608E-4A1D-B8A1-0F857273C5EE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locker_id·locked·quantity·note 네 키로 JSON객체를 작성하세요.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3BB9908B-02CD-4171-B154-7A733158B367}"/>
              </a:ext>
            </a:extLst>
          </p:cNvPr>
          <p:cNvSpPr>
            <a:spLocks noGrp="1"/>
          </p:cNvSpPr>
          <p:nvPr/>
        </p:nvSpPr>
        <p:spPr>
          <a:xfrm>
            <a:off x="685800" y="380809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17A19220-BF5F-4A3F-AF1D-6BB1D1A48682}"/>
              </a:ext>
            </a:extLst>
          </p:cNvPr>
          <p:cNvSpPr>
            <a:spLocks noGrp="1"/>
          </p:cNvSpPr>
          <p:nvPr/>
        </p:nvSpPr>
        <p:spPr>
          <a:xfrm>
            <a:off x="1209675" y="380809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true·null·빈 문자열의 뜻을 구별하고 마지막 쉼표를 확인하세요.</a:t>
            </a:r>
          </a:p>
        </p:txBody>
      </p:sp>
      <p:sp>
        <p:nvSpPr>
          <p:cNvPr id="12" name="">
            <a:extLst>
              <a:ext uri="{FF2B5EF4-FFF2-40B4-BE49-F238E27FC236}">
                <ns3:creationId id="{EB949CD2-60A2-4F57-82C0-CBCEF8EEB06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3" name="">
            <a:extLst>
              <a:ext uri="{FF2B5EF4-FFF2-40B4-BE49-F238E27FC236}">
                <ns3:creationId id="{6A9DFB07-6A6D-4C8C-B0F8-16471275557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089</a:t>
            </a:r>
          </a:p>
        </p:txBody>
      </p:sp>
    </p:spTree>
    <p:extLst>
      <p:ext uri="{BB962C8B-B14F-4D97-AF65-F5344CB8AC3E}">
        <ns4:creationId val="1801485922"/>
      </p:ext>
    </p:extLst>
  </p:cSld>
</p:sld>
</file>

<file path=ppt/slides/slide9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/>
          <p:cNvPicPr>
            <a:picLocks noChangeAspect="1"/>
          </p:cNvPicPr>
          <p:nvPr/>
        </p:nvPicPr>
        <p:blipFill>
          <a:blip r:embed="R59d6e83834a04eb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7194EB5-B485-4133-AEBB-89F3FF4D08B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FF00DD73-6A82-444B-95ED-F2D8AD94914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잠긴 보관함</a:t>
            </a:r>
          </a:p>
        </p:txBody>
      </p:sp>
      <p:sp>
        <p:nvSpPr>
          <p:cNvPr id="4" name="">
            <a:extLst>
              <a:ext uri="{FF2B5EF4-FFF2-40B4-BE49-F238E27FC236}">
                <ns3:creationId id="{9DBE9A0A-872D-47B8-B910-301DA36CD95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0551503-B00B-4ECE-B3C0-ADEE5A051718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잠김은 true, 모르는 수량은 null, 의도적으로 빈 비고는 ""입니다.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BBC6DA14-557A-47CD-B04A-BFCFABEB6868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null을 0으로 쓰면 실제 수량을 확인했다는 잘못된 뜻이 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287CC7BE-E97E-46CB-AB2D-968399B9AB3D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536F7432-D1B9-410D-AC5F-455F7F301920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7D598FA5-2B29-4617-8638-62229332CE47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{</a:t>
            </a:r>
          </a:p>
        </p:txBody>
      </p:sp>
      <p:sp>
        <p:nvSpPr>
          <p:cNvPr id="10" name="">
            <a:extLst>
              <a:ext uri="{FF2B5EF4-FFF2-40B4-BE49-F238E27FC236}">
                <ns3:creationId id="{16C5FC23-F4F4-4854-B77D-96CDD7D2A2FB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D07E46D0-4074-4A5A-B81E-8530E3B067AC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"locker_id": "L03",</a:t>
            </a:r>
          </a:p>
        </p:txBody>
      </p:sp>
      <p:sp>
        <p:nvSpPr>
          <p:cNvPr id="12" name="">
            <a:extLst>
              <a:ext uri="{FF2B5EF4-FFF2-40B4-BE49-F238E27FC236}">
                <ns3:creationId id="{47F2254D-0A5D-416E-8D96-D53A5E4FADF2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27A293A3-1713-4C9C-A194-236045DCE355}"/>
              </a:ext>
            </a:extLst>
          </p:cNvPr>
          <p:cNvSpPr>
            <a:spLocks noGrp="1"/>
          </p:cNvSpPr>
          <p:nvPr/>
        </p:nvSpPr>
        <p:spPr>
          <a:xfrm>
            <a:off x="1257300" y="370332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"locked": true,</a:t>
            </a:r>
          </a:p>
        </p:txBody>
      </p:sp>
      <p:sp>
        <p:nvSpPr>
          <p:cNvPr id="14" name="">
            <a:extLst>
              <a:ext uri="{FF2B5EF4-FFF2-40B4-BE49-F238E27FC236}">
                <ns3:creationId id="{21723D5C-7D12-471F-8C5F-61027E9FCCB2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D1DACB93-D90D-4E91-96AB-722D3F912B65}"/>
              </a:ext>
            </a:extLst>
          </p:cNvPr>
          <p:cNvSpPr>
            <a:spLocks noGrp="1"/>
          </p:cNvSpPr>
          <p:nvPr/>
        </p:nvSpPr>
        <p:spPr>
          <a:xfrm>
            <a:off x="1257300" y="401288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"quantity": null,</a:t>
            </a:r>
          </a:p>
        </p:txBody>
      </p:sp>
      <p:sp>
        <p:nvSpPr>
          <p:cNvPr id="16" name="">
            <a:extLst>
              <a:ext uri="{FF2B5EF4-FFF2-40B4-BE49-F238E27FC236}">
                <ns3:creationId id="{0808D1BA-A41C-4CB3-BDA2-6534F91E54AB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A4EE1101-F502-4901-8660-DEBD6C1F9F14}"/>
              </a:ext>
            </a:extLst>
          </p:cNvPr>
          <p:cNvSpPr>
            <a:spLocks noGrp="1"/>
          </p:cNvSpPr>
          <p:nvPr/>
        </p:nvSpPr>
        <p:spPr>
          <a:xfrm>
            <a:off x="1257300" y="432244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"note": ""</a:t>
            </a:r>
          </a:p>
        </p:txBody>
      </p:sp>
      <p:sp>
        <p:nvSpPr>
          <p:cNvPr id="18" name="">
            <a:extLst>
              <a:ext uri="{FF2B5EF4-FFF2-40B4-BE49-F238E27FC236}">
                <ns3:creationId id="{303EA1F6-4DC2-45AE-9D32-65DDF7F8044D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6F6AEA49-DB00-4972-93B2-4AA55F19BC6D}"/>
              </a:ext>
            </a:extLst>
          </p:cNvPr>
          <p:cNvSpPr>
            <a:spLocks noGrp="1"/>
          </p:cNvSpPr>
          <p:nvPr/>
        </p:nvSpPr>
        <p:spPr>
          <a:xfrm>
            <a:off x="1257300" y="463200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20" name="">
            <a:extLst>
              <a:ext uri="{FF2B5EF4-FFF2-40B4-BE49-F238E27FC236}">
                <ns3:creationId id="{52B08365-C3E3-4EF2-B22A-48FD0775913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21" name="">
            <a:extLst>
              <a:ext uri="{FF2B5EF4-FFF2-40B4-BE49-F238E27FC236}">
                <ns3:creationId id="{8FFFBC29-46D3-420A-9699-D5340420771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090</a:t>
            </a:r>
          </a:p>
        </p:txBody>
      </p:sp>
    </p:spTree>
    <p:extLst>
      <p:ext uri="{BB962C8B-B14F-4D97-AF65-F5344CB8AC3E}">
        <ns4:creationId val="1983579"/>
      </p:ext>
    </p:extLst>
  </p:cSld>
</p:sld>
</file>

<file path=ppt/slides/slide9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cff609e6433747b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FAB653E-3399-4522-8DEA-BC5291BCB350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06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E9AC0529-6E7D-40DB-951D-F207D9721F3B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업무를 설계하고 검수</a:t>
            </a:r>
          </a:p>
        </p:txBody>
      </p:sp>
      <p:sp>
        <p:nvSpPr>
          <p:cNvPr id="4" name="">
            <a:extLst>
              <a:ext uri="{FF2B5EF4-FFF2-40B4-BE49-F238E27FC236}">
                <ns3:creationId id="{B2A2BB96-4B56-4821-BEA4-151DC92060A0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16:00~16:50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AF25993E-2E43-44BA-874D-016621B40BA1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9276938-9F99-4DDA-81EB-99476FE7FC2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">
            <a:extLst>
              <a:ext uri="{FF2B5EF4-FFF2-40B4-BE49-F238E27FC236}">
                <ns3:creationId id="{728473BE-62FD-434A-BF30-A6531F56BDB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091</a:t>
            </a:r>
          </a:p>
        </p:txBody>
      </p:sp>
    </p:spTree>
    <p:extLst>
      <p:ext uri="{BB962C8B-B14F-4D97-AF65-F5344CB8AC3E}">
        <ns4:creationId val="225482188"/>
      </p:ext>
    </p:extLst>
  </p:cSld>
</p:sld>
</file>

<file path=ppt/slides/slide9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cf2448bf7dd0427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D68C3C6-A98B-4492-B908-8D641AA37CA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9D71CC4-BB93-4032-90BA-1C02D361E49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어떤 질문에 답할 자료인가요?</a:t>
            </a:r>
          </a:p>
        </p:txBody>
      </p:sp>
      <p:sp>
        <p:nvSpPr>
          <p:cNvPr id="4" name="">
            <a:extLst>
              <a:ext uri="{FF2B5EF4-FFF2-40B4-BE49-F238E27FC236}">
                <ns3:creationId id="{CCDB4480-37AB-4F92-BEE0-126B15DDC25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793E358-6AE4-48B7-BD87-DE31162ACB0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어느 구역에 물품이 부족한가요?</a:t>
            </a:r>
          </a:p>
        </p:txBody>
      </p:sp>
      <p:sp>
        <p:nvSpPr>
          <p:cNvPr id="6" name="">
            <a:extLst>
              <a:ext uri="{FF2B5EF4-FFF2-40B4-BE49-F238E27FC236}">
                <ns3:creationId id="{84F8E251-431A-42E9-8C3B-B5CBBB6F0FA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필요한 항목과 확인시각을 정합니다.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199B2F99-AD42-4E92-A3B6-BD775A8038B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자료에서 알 수 없는 값도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6BC5417B-7F1F-42D3-A79B-80D0DA6F41B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">
            <a:extLst>
              <a:ext uri="{FF2B5EF4-FFF2-40B4-BE49-F238E27FC236}">
                <ns3:creationId id="{08E4D9B4-D1FC-4689-AD80-32B782F99ED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092</a:t>
            </a:r>
          </a:p>
        </p:txBody>
      </p:sp>
    </p:spTree>
    <p:extLst>
      <p:ext uri="{BB962C8B-B14F-4D97-AF65-F5344CB8AC3E}">
        <ns4:creationId val="1412040625"/>
      </p:ext>
    </p:extLst>
  </p:cSld>
</p:sld>
</file>

<file path=ppt/slides/slide9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5e0750c8355f496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E8EAB30-F094-43F8-9C3C-83EFECB3B6A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3565C40-2D94-4EFC-9559-50A4B4B509C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행과 키부터 설계하기</a:t>
            </a:r>
          </a:p>
        </p:txBody>
      </p:sp>
      <p:sp>
        <p:nvSpPr>
          <p:cNvPr id="4" name="">
            <a:extLst>
              <a:ext uri="{FF2B5EF4-FFF2-40B4-BE49-F238E27FC236}">
                <ns3:creationId id="{BD7811E8-6C5C-4657-8004-995CC382D65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63128DD-AA4D-4AB8-B912-95379FE7FEA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구역·한 상품·한 시각을 한 행으로 봅니다.</a:t>
            </a:r>
          </a:p>
        </p:txBody>
      </p:sp>
      <p:sp>
        <p:nvSpPr>
          <p:cNvPr id="6" name="">
            <a:extLst>
              <a:ext uri="{FF2B5EF4-FFF2-40B4-BE49-F238E27FC236}">
                <ns3:creationId id="{E638D9D3-2DD4-4E47-99B9-31A9E282143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구역·상품·시각을 조합해 기록을 찾습니다.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1B9677D2-D19E-4C75-BD13-0CD80675FC5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수량의 단위와 빈값 규칙을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5DB519A2-A75F-41E0-A398-5F2182CFF0F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">
            <a:extLst>
              <a:ext uri="{FF2B5EF4-FFF2-40B4-BE49-F238E27FC236}">
                <ns3:creationId id="{6F701A61-DFA8-4B80-BB70-098CA4C0DC1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093</a:t>
            </a:r>
          </a:p>
        </p:txBody>
      </p:sp>
    </p:spTree>
    <p:extLst>
      <p:ext uri="{BB962C8B-B14F-4D97-AF65-F5344CB8AC3E}">
        <ns4:creationId val="1951991129"/>
      </p:ext>
    </p:extLst>
  </p:cSld>
</p:sld>
</file>

<file path=ppt/slides/slide9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1ce0094800de467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31BB58D-C3EC-4BEC-A8AB-5706BFE5CA5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22EB15EE-D216-4ECF-B1AA-2996020C6C1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행 설계 예 · 재고 관찰</a:t>
            </a:r>
          </a:p>
        </p:txBody>
      </p:sp>
      <p:sp>
        <p:nvSpPr>
          <p:cNvPr id="4" name="">
            <a:extLst>
              <a:ext uri="{FF2B5EF4-FFF2-40B4-BE49-F238E27FC236}">
                <ns3:creationId id="{F344D909-8D58-4CA6-BE5C-ED1B9C75B9A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17806A4-7064-4813-BCAA-A07CDD7CD2BA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같은 구역·상품도 시각이 다르면 서로 다른 관찰 기록입니다.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="685800" y="2548890"/>
          <a:ext cx="10820400" cy="1624774"/>
        </p:xfrm>
        <a:graphic>
          <a:graphicData uri="http://schemas.openxmlformats.org/drawingml/2006/table">
            <a:tbl>
              <a:tblPr firstRow="1" bandRow="0"/>
              <a:tblGrid>
                <a:gridCol w="2429731"/>
                <a:gridCol w="2429731"/>
                <a:gridCol w="2664604"/>
                <a:gridCol w="3296334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구역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상품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시각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수량(개)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장갑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10:00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장갑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11:00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>
              <a:ext uri="{FF2B5EF4-FFF2-40B4-BE49-F238E27FC236}">
                <ns3:creationId id="{11E72360-A5FC-4813-B8D7-1096ED7E31A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8" name="">
            <a:extLst>
              <a:ext uri="{FF2B5EF4-FFF2-40B4-BE49-F238E27FC236}">
                <ns3:creationId id="{9FE788B4-D3AC-4502-BF7A-525C8E524E6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094</a:t>
            </a:r>
          </a:p>
        </p:txBody>
      </p:sp>
    </p:spTree>
    <p:extLst>
      <p:ext uri="{BB962C8B-B14F-4D97-AF65-F5344CB8AC3E}">
        <ns4:creationId val="393988717"/>
      </p:ext>
    </p:extLst>
  </p:cSld>
</p:sld>
</file>

<file path=ppt/slides/slide9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a7f0586bec074b6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5471ED9-6159-47F6-852B-48ED6D0A28C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984A567-291A-49E2-8757-B2D9D9F6211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뜻을 두 형식으로 표현하기</a:t>
            </a:r>
          </a:p>
        </p:txBody>
      </p:sp>
      <p:sp>
        <p:nvSpPr>
          <p:cNvPr id="4" name="">
            <a:extLst>
              <a:ext uri="{FF2B5EF4-FFF2-40B4-BE49-F238E27FC236}">
                <ns3:creationId id="{A2E24C13-AC7B-40C7-BD23-B2BA8EF572A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684B139-0EBB-4BA7-B1A1-1CDE608B18E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CSV는 공통 열로 기록을 나란히 씁니다.</a:t>
            </a:r>
          </a:p>
        </p:txBody>
      </p:sp>
      <p:sp>
        <p:nvSpPr>
          <p:cNvPr id="6" name="">
            <a:extLst>
              <a:ext uri="{FF2B5EF4-FFF2-40B4-BE49-F238E27FC236}">
                <ns3:creationId id="{7607B05B-92DF-4E18-B054-D18038583C2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JSON은 이름과 안쪽 묶음을 씁니다.</a:t>
            </a:r>
          </a:p>
        </p:txBody>
      </p:sp>
      <p:sp>
        <p:nvSpPr>
          <p:cNvPr id="7" name="">
            <a:extLst>
              <a:ext uri="{FF2B5EF4-FFF2-40B4-BE49-F238E27FC236}">
                <ns3:creationId id="{C1797C9D-D7C7-4B07-A6D3-A2E25CADB13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표현을 바꿔도 원문의 뜻을 유지합니다.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89E069DD-1FD8-4570-810A-8AE142CF265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">
            <a:extLst>
              <a:ext uri="{FF2B5EF4-FFF2-40B4-BE49-F238E27FC236}">
                <ns3:creationId id="{11BB684F-21F3-4B8F-9ED3-CD5E9B6E722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095</a:t>
            </a:r>
          </a:p>
        </p:txBody>
      </p:sp>
    </p:spTree>
    <p:extLst>
      <p:ext uri="{BB962C8B-B14F-4D97-AF65-F5344CB8AC3E}">
        <ns4:creationId val="471330046"/>
      </p:ext>
    </p:extLst>
  </p:cSld>
</p:sld>
</file>

<file path=ppt/slides/slide9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5" name=""/>
          <p:cNvPicPr>
            <a:picLocks noChangeAspect="1"/>
          </p:cNvPicPr>
          <p:nvPr/>
        </p:nvPicPr>
        <p:blipFill>
          <a:blip r:embed="R049ae6c7198a42c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60835BD-CBC0-4AD4-B1C8-7B70457A016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32CB2C0C-D6B6-482C-B9C4-0FC0E299FBF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재고 기록의 CSV</a:t>
            </a:r>
          </a:p>
        </p:txBody>
      </p:sp>
      <p:sp>
        <p:nvSpPr>
          <p:cNvPr id="4" name="">
            <a:extLst>
              <a:ext uri="{FF2B5EF4-FFF2-40B4-BE49-F238E27FC236}">
                <ns3:creationId id="{910670EA-ADFB-43C1-B2C3-53052073095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BCF0CE4-E271-46E6-AD13-FE5C937D0B4B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한 행의 단위와 키는 표현 형식이 바뀌어도 유지됩니다.</a:t>
            </a:r>
          </a:p>
        </p:txBody>
      </p:sp>
      <p:sp>
        <p:nvSpPr>
          <p:cNvPr id="6" name="">
            <a:extLst>
              <a:ext uri="{FF2B5EF4-FFF2-40B4-BE49-F238E27FC236}">
                <ns3:creationId id="{09091D30-505B-4FDE-AD33-D2DB94DC1BBD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940FD1CC-BBE3-42AE-A5F1-80B2ED887A06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C224A3B6-F68F-4B4F-880D-695F3D7CCFA9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zone,item,time,quantity</a:t>
            </a:r>
          </a:p>
        </p:txBody>
      </p:sp>
      <p:sp>
        <p:nvSpPr>
          <p:cNvPr id="9" name="">
            <a:extLst>
              <a:ext uri="{FF2B5EF4-FFF2-40B4-BE49-F238E27FC236}">
                <ns3:creationId id="{DFF93D67-DD14-4723-872A-A22357644BDA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2876EB6B-02FF-4140-B7EC-87AF180640BA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A,장갑,10:00,6</a:t>
            </a:r>
          </a:p>
        </p:txBody>
      </p:sp>
      <p:sp>
        <p:nvSpPr>
          <p:cNvPr id="11" name="">
            <a:extLst>
              <a:ext uri="{FF2B5EF4-FFF2-40B4-BE49-F238E27FC236}">
                <ns3:creationId id="{79F9BA1A-2FBE-4A91-B626-3AC047F091EA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F7095266-3C97-4498-A63F-F04CAC961766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A,장갑,11:00,4</a:t>
            </a:r>
          </a:p>
        </p:txBody>
      </p:sp>
      <p:sp>
        <p:nvSpPr>
          <p:cNvPr id="13" name="">
            <a:extLst>
              <a:ext uri="{FF2B5EF4-FFF2-40B4-BE49-F238E27FC236}">
                <ns3:creationId id="{95301880-452D-4FC8-80D6-6CF1258A886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4" name="">
            <a:extLst>
              <a:ext uri="{FF2B5EF4-FFF2-40B4-BE49-F238E27FC236}">
                <ns3:creationId id="{5A6A4CC7-A9BD-4334-B0B3-EFFE3B64D88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096</a:t>
            </a:r>
          </a:p>
        </p:txBody>
      </p:sp>
    </p:spTree>
    <p:extLst>
      <p:ext uri="{BB962C8B-B14F-4D97-AF65-F5344CB8AC3E}">
        <ns4:creationId val="128728089"/>
      </p:ext>
    </p:extLst>
  </p:cSld>
</p:sld>
</file>

<file path=ppt/slides/slide9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1" name=""/>
          <p:cNvPicPr>
            <a:picLocks noChangeAspect="1"/>
          </p:cNvPicPr>
          <p:nvPr/>
        </p:nvPicPr>
        <p:blipFill>
          <a:blip r:embed="Rc6491724cd72410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A74BDA9-58FA-40F2-A51C-9537F70E12C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3612FBB1-C572-48D7-9426-BDD5FF0A595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재고 기록의 JSON</a:t>
            </a:r>
          </a:p>
        </p:txBody>
      </p:sp>
      <p:sp>
        <p:nvSpPr>
          <p:cNvPr id="4" name="">
            <a:extLst>
              <a:ext uri="{FF2B5EF4-FFF2-40B4-BE49-F238E27FC236}">
                <ns3:creationId id="{BF682783-526D-40AC-983E-F58B1920F8E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0FF3A0C-1EB2-42BF-972D-6C1D7F3A4D3F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바깥 배열은 두 기록이고, 안쪽 객체 하나가 CSV 한 행에 대응합니다.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27E886D3-5676-432E-ACA0-D78050B922B4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457A68B6-7E05-4EED-BEAD-E8D1C50F338E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6037C152-4C22-44F0-8AB5-6EABC662FA3F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[</a:t>
            </a:r>
          </a:p>
        </p:txBody>
      </p:sp>
      <p:sp>
        <p:nvSpPr>
          <p:cNvPr id="9" name="">
            <a:extLst>
              <a:ext uri="{FF2B5EF4-FFF2-40B4-BE49-F238E27FC236}">
                <ns3:creationId id="{3CAAAC00-89D5-46DC-8346-0CBD15F0DB01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452042D7-48E5-4143-A936-C108B429ACAA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{"zone":"A", "item":"장갑",</a:t>
            </a:r>
          </a:p>
        </p:txBody>
      </p:sp>
      <p:sp>
        <p:nvSpPr>
          <p:cNvPr id="11" name="">
            <a:extLst>
              <a:ext uri="{FF2B5EF4-FFF2-40B4-BE49-F238E27FC236}">
                <ns3:creationId id="{A29DD933-1299-41FF-8DC3-6461CD139CDF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44D8715E-3614-461F-AD68-2DAF87F05B3C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"time":"10:00", "quantity":6},</a:t>
            </a:r>
          </a:p>
        </p:txBody>
      </p:sp>
      <p:sp>
        <p:nvSpPr>
          <p:cNvPr id="13" name="">
            <a:extLst>
              <a:ext uri="{FF2B5EF4-FFF2-40B4-BE49-F238E27FC236}">
                <ns3:creationId id="{CF00BE9E-24D5-48B2-BFAB-60AF10276962}"/>
              </a:ext>
            </a:extLst>
          </p:cNvPr>
          <p:cNvSpPr>
            <a:spLocks noGrp="1"/>
          </p:cNvSpPr>
          <p:nvPr/>
        </p:nvSpPr>
        <p:spPr>
          <a:xfrm>
            <a:off x="838200" y="358044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5C27F676-9395-4A8E-BF8E-C011C1F80DEB}"/>
              </a:ext>
            </a:extLst>
          </p:cNvPr>
          <p:cNvSpPr>
            <a:spLocks noGrp="1"/>
          </p:cNvSpPr>
          <p:nvPr/>
        </p:nvSpPr>
        <p:spPr>
          <a:xfrm>
            <a:off x="1257300" y="355187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{"zone":"A", "item":"장갑",</a:t>
            </a:r>
          </a:p>
        </p:txBody>
      </p:sp>
      <p:sp>
        <p:nvSpPr>
          <p:cNvPr id="15" name="">
            <a:extLst>
              <a:ext uri="{FF2B5EF4-FFF2-40B4-BE49-F238E27FC236}">
                <ns3:creationId id="{23296BC4-73B4-44CA-B189-B5BE775339AF}"/>
              </a:ext>
            </a:extLst>
          </p:cNvPr>
          <p:cNvSpPr>
            <a:spLocks noGrp="1"/>
          </p:cNvSpPr>
          <p:nvPr/>
        </p:nvSpPr>
        <p:spPr>
          <a:xfrm>
            <a:off x="838200" y="389001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6" name="">
            <a:extLst>
              <a:ext uri="{FF2B5EF4-FFF2-40B4-BE49-F238E27FC236}">
                <ns3:creationId id="{3710680B-3082-4B0B-B2B9-B492790250C4}"/>
              </a:ext>
            </a:extLst>
          </p:cNvPr>
          <p:cNvSpPr>
            <a:spLocks noGrp="1"/>
          </p:cNvSpPr>
          <p:nvPr/>
        </p:nvSpPr>
        <p:spPr>
          <a:xfrm>
            <a:off x="1257300" y="386143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"time":"11:00", "quantity":4}</a:t>
            </a:r>
          </a:p>
        </p:txBody>
      </p:sp>
      <p:sp>
        <p:nvSpPr>
          <p:cNvPr id="17" name="">
            <a:extLst>
              <a:ext uri="{FF2B5EF4-FFF2-40B4-BE49-F238E27FC236}">
                <ns3:creationId id="{974E74DD-DD7D-483C-9170-590B6611587B}"/>
              </a:ext>
            </a:extLst>
          </p:cNvPr>
          <p:cNvSpPr>
            <a:spLocks noGrp="1"/>
          </p:cNvSpPr>
          <p:nvPr/>
        </p:nvSpPr>
        <p:spPr>
          <a:xfrm>
            <a:off x="838200" y="419957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8" name="">
            <a:extLst>
              <a:ext uri="{FF2B5EF4-FFF2-40B4-BE49-F238E27FC236}">
                <ns3:creationId id="{F6E1E4C5-2D93-4B56-8044-D35AE72447A1}"/>
              </a:ext>
            </a:extLst>
          </p:cNvPr>
          <p:cNvSpPr>
            <a:spLocks noGrp="1"/>
          </p:cNvSpPr>
          <p:nvPr/>
        </p:nvSpPr>
        <p:spPr>
          <a:xfrm>
            <a:off x="1257300" y="417099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]</a:t>
            </a:r>
          </a:p>
        </p:txBody>
      </p:sp>
      <p:sp>
        <p:nvSpPr>
          <p:cNvPr id="19" name="">
            <a:extLst>
              <a:ext uri="{FF2B5EF4-FFF2-40B4-BE49-F238E27FC236}">
                <ns3:creationId id="{222E9634-CE32-47A4-B868-673007B3064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20" name="">
            <a:extLst>
              <a:ext uri="{FF2B5EF4-FFF2-40B4-BE49-F238E27FC236}">
                <ns3:creationId id="{397EEC55-B4B8-4E64-B480-2A464F744DB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097</a:t>
            </a:r>
          </a:p>
        </p:txBody>
      </p:sp>
    </p:spTree>
    <p:extLst>
      <p:ext uri="{BB962C8B-B14F-4D97-AF65-F5344CB8AC3E}">
        <ns4:creationId val="154949924"/>
      </p:ext>
    </p:extLst>
  </p:cSld>
</p:sld>
</file>

<file path=ppt/slides/slide9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3c993ddc70514b4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EF8A2BC-5E86-4C41-AE13-E7E29238ACF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0F9398F4-EEA0-4A58-A2E0-67390DDFC85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검수할 네 관점</a:t>
            </a:r>
          </a:p>
        </p:txBody>
      </p:sp>
      <p:sp>
        <p:nvSpPr>
          <p:cNvPr id="4" name="">
            <a:extLst>
              <a:ext uri="{FF2B5EF4-FFF2-40B4-BE49-F238E27FC236}">
                <ns3:creationId id="{782735F5-BF65-4447-B6FD-09F30B0AA0B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3291734"/>
                <a:gridCol w="7528666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관점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확인할 것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의미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원문과 같은 뜻인가?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구조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행·키·관계가 맞는가?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자료형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문자·숫자·없음이 맞는가?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형식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기호와 문법이 맞는가?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98F31CC9-28B0-402D-B768-1CD3EFA00B5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">
            <a:extLst>
              <a:ext uri="{FF2B5EF4-FFF2-40B4-BE49-F238E27FC236}">
                <ns3:creationId id="{4C83BAAE-07EC-45FD-A563-427E1FA73DF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098</a:t>
            </a:r>
          </a:p>
        </p:txBody>
      </p:sp>
    </p:spTree>
    <p:extLst>
      <p:ext uri="{BB962C8B-B14F-4D97-AF65-F5344CB8AC3E}">
        <ns4:creationId val="1788661703"/>
      </p:ext>
    </p:extLst>
  </p:cSld>
</p:sld>
</file>

<file path=ppt/slides/slide9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3e1e4fd19aa2473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E44BDE2-3516-45DC-9FFE-D3D33A5C30C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F93FAC4-8A67-4F2E-B1AD-CCA8D7BCB35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처음 보는 업무에 적용하기</a:t>
            </a:r>
          </a:p>
        </p:txBody>
      </p:sp>
      <p:sp>
        <p:nvSpPr>
          <p:cNvPr id="4" name="">
            <a:extLst>
              <a:ext uri="{FF2B5EF4-FFF2-40B4-BE49-F238E27FC236}">
                <ns3:creationId id="{F1739DE2-E4B8-4396-BA57-83DAB7F6218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072BED3-468D-4198-BF0A-58C7717511A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알아야 할 내용과 지금 가진 자료를 따로 적습니다.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B4ADAF5D-27DF-4ADB-8CAA-9B4ECF370C4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왜 그 항목과 자료형을 골랐는지 설명합니다.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C1647C6-03DC-425D-9F1C-58435F6B398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담당자에게 확인한 결과와 아직 모르는 값을 알려 줍니다.</a:t>
            </a:r>
          </a:p>
        </p:txBody>
      </p:sp>
      <p:sp>
        <p:nvSpPr>
          <p:cNvPr id="8" name="">
            <a:extLst>
              <a:ext uri="{FF2B5EF4-FFF2-40B4-BE49-F238E27FC236}">
                <ns3:creationId id="{629D8B0A-AFEE-4D72-A0F6-87191F3F662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">
            <a:extLst>
              <a:ext uri="{FF2B5EF4-FFF2-40B4-BE49-F238E27FC236}">
                <ns3:creationId id="{A849E39D-31B1-4C64-A028-E3AEA077988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099</a:t>
            </a:r>
          </a:p>
        </p:txBody>
      </p:sp>
    </p:spTree>
    <p:extLst>
      <p:ext uri="{BB962C8B-B14F-4D97-AF65-F5344CB8AC3E}">
        <ns4:creationId val="545939078"/>
      </p:ext>
    </p:extLst>
  </p:cSld>
</p:sld>
</file>

<file path=ppt/slides/slide10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79d81cd7f97a404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DB8B616-C6D3-4814-81F7-088BC3B495E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B2568FB0-92EE-4A9F-8E4A-56A94B49150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수량과 기준 비교</a:t>
            </a:r>
          </a:p>
        </p:txBody>
      </p:sp>
      <p:sp>
        <p:nvSpPr>
          <p:cNvPr id="4" name="">
            <a:extLst>
              <a:ext uri="{FF2B5EF4-FFF2-40B4-BE49-F238E27FC236}">
                <ns3:creationId id="{38184ADD-C41D-40C3-91F2-6AEA9595277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2821486"/>
                <a:gridCol w="4095858"/>
                <a:gridCol w="3903056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구역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현재·기준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부족 판단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6·10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4개 부족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10·10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부족 없음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미확인·10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판정 보류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D80C8D62-6986-4C08-8667-2DEA8E31DE66}"/>
              </a:ext>
            </a:extLst>
          </p:cNvPr>
          <p:cNvSpPr>
            <a:spLocks noGrp="1"/>
          </p:cNvSpPr>
          <p:nvPr/>
        </p:nvSpPr>
        <p:spPr>
          <a:xfrm>
            <a:off x="685800" y="4261866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장갑의 현재 수량과 기준 수량을 비교합니다.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E46134B-E858-4062-967E-4D20DA1349C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8" name="">
            <a:extLst>
              <a:ext uri="{FF2B5EF4-FFF2-40B4-BE49-F238E27FC236}">
                <ns3:creationId id="{D3B73B80-F8C6-4CD8-9B18-C24EE735503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100</a:t>
            </a:r>
          </a:p>
        </p:txBody>
      </p:sp>
    </p:spTree>
    <p:extLst>
      <p:ext uri="{BB962C8B-B14F-4D97-AF65-F5344CB8AC3E}">
        <ns4:creationId val="767916239"/>
      </p:ext>
    </p:extLst>
  </p:cSld>
</p:sld>
</file>

<file path=ppt/slides/slide10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ae4545b8caf84e6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F8E9173-5A0B-4996-9FCB-7ECE76CD102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5F8CFFFA-9F6A-4B60-9D58-ED5239C90B2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0E5ABAE5-0814-41D7-AAF7-3E5A423F6EF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부족 물품표 만들기</a:t>
            </a:r>
          </a:p>
        </p:txBody>
      </p:sp>
      <p:sp>
        <p:nvSpPr>
          <p:cNvPr id="5" name="">
            <a:extLst>
              <a:ext uri="{FF2B5EF4-FFF2-40B4-BE49-F238E27FC236}">
                <ns3:creationId id="{82BD20D2-98C2-4B54-B3C0-901461D86A2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5FEBB34C-693F-4716-9021-6DA27A2BA345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1DD0735-E96B-4C77-BE27-786C719153C3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장갑 현재6개·기준10개, 마스크 현재15개·기준10개입니다.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A2793861-0EEC-4825-BBC4-2FF597417500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0513D36-44AD-483F-8849-206EA1CDAE8B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미확인 수량의 물품은 별도로 보류하고 임의로 0을 넣지 않습니다.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7056ABE5-A07A-4D56-AFAC-9726794E9878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341B347A-2D4F-4F7F-8842-59E5BE7FE7BC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상품·현재수량·기준수량·부족수량을 표로 쓴 뒤 CSV로 옮기세요.</a:t>
            </a:r>
          </a:p>
        </p:txBody>
      </p:sp>
      <p:sp>
        <p:nvSpPr>
          <p:cNvPr id="12" name="">
            <a:extLst>
              <a:ext uri="{FF2B5EF4-FFF2-40B4-BE49-F238E27FC236}">
                <ns3:creationId id="{E6CC14F3-CDC8-4AB3-818B-BA2AAF6C9289}"/>
              </a:ext>
            </a:extLst>
          </p:cNvPr>
          <p:cNvSpPr>
            <a:spLocks noGrp="1"/>
          </p:cNvSpPr>
          <p:nvPr/>
        </p:nvSpPr>
        <p:spPr>
          <a:xfrm>
            <a:off x="685800" y="431482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48D69101-14EA-4031-A047-99A5286A0D67}"/>
              </a:ext>
            </a:extLst>
          </p:cNvPr>
          <p:cNvSpPr>
            <a:spLocks noGrp="1"/>
          </p:cNvSpPr>
          <p:nvPr/>
        </p:nvSpPr>
        <p:spPr>
          <a:xfrm>
            <a:off x="1209675" y="431482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부족수량은 기준보다 적을 때만 기준−현재로 계산합니다.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1C978570-899B-410C-BF80-8320A782094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5" name="">
            <a:extLst>
              <a:ext uri="{FF2B5EF4-FFF2-40B4-BE49-F238E27FC236}">
                <ns3:creationId id="{0F297AB7-C23F-4E25-A85F-CFF2891187D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101</a:t>
            </a:r>
          </a:p>
        </p:txBody>
      </p:sp>
    </p:spTree>
    <p:extLst>
      <p:ext uri="{BB962C8B-B14F-4D97-AF65-F5344CB8AC3E}">
        <ns4:creationId val="1086743450"/>
      </p:ext>
    </p:extLst>
  </p:cSld>
</p:sld>
</file>

<file path=ppt/slides/slide10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27e8374c896450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D2C07A4-C5D5-47D2-8AB3-FEB37294531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0A4A5921-A8B1-413A-96C1-072C8E0DAE3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필수 · 부족 물품표 만들기</a:t>
            </a:r>
          </a:p>
        </p:txBody>
      </p:sp>
      <p:sp>
        <p:nvSpPr>
          <p:cNvPr id="4" name="">
            <a:extLst>
              <a:ext uri="{FF2B5EF4-FFF2-40B4-BE49-F238E27FC236}">
                <ns3:creationId id="{C4B01190-683C-4685-B6CA-8B0C2856FB9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0BB1FE2-8F4A-415A-9410-DEF15A5B7D9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장갑은 10−6=4개 부족, 마스크는 부족 0개입니다.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FD3F2234-877F-4BEB-AA50-839DE2E7445C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미확인은 현재 수량 확인 후 계산합니다. 미확인과 0은 다릅니다.</a:t>
            </a:r>
          </a:p>
        </p:txBody>
      </p:sp>
      <p:sp>
        <p:nvSpPr>
          <p:cNvPr id="7" name="">
            <a:extLst>
              <a:ext uri="{FF2B5EF4-FFF2-40B4-BE49-F238E27FC236}">
                <ns3:creationId id="{AB5C7928-F9BB-4099-8B37-51312C68185A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장갑 행 예: 장갑,6,10,4. 헤더 네 칸과 데이터 네 칸을 맞춥니다.</a:t>
            </a:r>
          </a:p>
        </p:txBody>
      </p:sp>
      <p:sp>
        <p:nvSpPr>
          <p:cNvPr id="8" name="">
            <a:extLst>
              <a:ext uri="{FF2B5EF4-FFF2-40B4-BE49-F238E27FC236}">
                <ns3:creationId id="{82932955-0204-4EC4-8570-C383E1A564C1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CSV와 표에서 수량·단위·빈값의 뜻이 같은지 대조합니다.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56E6EC2E-4724-43DD-9B09-FA0C61243E9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">
            <a:extLst>
              <a:ext uri="{FF2B5EF4-FFF2-40B4-BE49-F238E27FC236}">
                <ns3:creationId id="{398EC919-9DAB-412D-B086-AF118B9D0EC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102</a:t>
            </a:r>
          </a:p>
        </p:txBody>
      </p:sp>
    </p:spTree>
    <p:extLst>
      <p:ext uri="{BB962C8B-B14F-4D97-AF65-F5344CB8AC3E}">
        <ns4:creationId val="1782497037"/>
      </p:ext>
    </p:extLst>
  </p:cSld>
</p:sld>
</file>

<file path=ppt/slides/slide10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4c3cef99a31249c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E0D9D07-CF6C-4B72-8570-B1E11EC21BD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A5879509-BE33-4BB9-B558-535B59930FD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580E69F1-D972-442C-B896-B2B1F195918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 · 새 문제</a:t>
            </a:r>
          </a:p>
        </p:txBody>
      </p:sp>
      <p:sp>
        <p:nvSpPr>
          <p:cNvPr id="5" name="">
            <a:extLst>
              <a:ext uri="{FF2B5EF4-FFF2-40B4-BE49-F238E27FC236}">
                <ns3:creationId id="{C441DE58-F7DB-4D2C-A793-A5F1667650B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5BD29446-94BA-4106-B151-E5BC016AA5CC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227C1885-762C-4321-8596-EC940853B394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복습: 충전율 E01=80%, E02=미확인</a:t>
            </a:r>
          </a:p>
        </p:txBody>
      </p:sp>
      <p:sp>
        <p:nvSpPr>
          <p:cNvPr id="8" name="">
            <a:extLst>
              <a:ext uri="{FF2B5EF4-FFF2-40B4-BE49-F238E27FC236}">
                <ns3:creationId id="{7466A58B-ED73-4D3A-BD45-A6110D39CC7E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24CE06C0-DCA2-485B-B114-975908BD75EE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E03=0%, 기준은 20% 미만입니다.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7B7CC860-C2D3-4D18-9025-9363F36C8E87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080DD05B-8F16-4580-AC5B-007E9464E18F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충전 대상과 보류를 구별하세요.</a:t>
            </a:r>
          </a:p>
        </p:txBody>
      </p:sp>
      <p:sp>
        <p:nvSpPr>
          <p:cNvPr id="12" name="">
            <a:extLst>
              <a:ext uri="{FF2B5EF4-FFF2-40B4-BE49-F238E27FC236}">
                <ns3:creationId id="{162FEE49-5EAC-4A03-AF57-19EE731154E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3" name="">
            <a:extLst>
              <a:ext uri="{FF2B5EF4-FFF2-40B4-BE49-F238E27FC236}">
                <ns3:creationId id="{2F8B4D27-7A60-4F21-A9CB-A7CF4DC1709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103</a:t>
            </a:r>
          </a:p>
        </p:txBody>
      </p:sp>
    </p:spTree>
    <p:extLst>
      <p:ext uri="{BB962C8B-B14F-4D97-AF65-F5344CB8AC3E}">
        <ns4:creationId val="154465095"/>
      </p:ext>
    </p:extLst>
  </p:cSld>
</p:sld>
</file>

<file path=ppt/slides/slide10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332da6b404ec41a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6365820-BD8D-410A-A6A8-DF71E954CE2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81ABFAEA-68CB-4669-B495-9F99332F8EE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충전 대상과 확인할 장치</a:t>
            </a:r>
          </a:p>
        </p:txBody>
      </p:sp>
      <p:sp>
        <p:nvSpPr>
          <p:cNvPr id="4" name="">
            <a:extLst>
              <a:ext uri="{FF2B5EF4-FFF2-40B4-BE49-F238E27FC236}">
                <ns3:creationId id="{FBE293AF-8FAE-43B4-B771-86FAEAEB810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D23CB06-C713-4027-A541-425612E1C50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E01은 대상 아님, E03은 대상입니다.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4CEAFAF6-2D3A-4D70-B7B8-C7B97EB80F58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E02는 보류하며 임의로 0을 채우지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EF3E08B1-3C67-4960-B14A-3940EC161CB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8" name="">
            <a:extLst>
              <a:ext uri="{FF2B5EF4-FFF2-40B4-BE49-F238E27FC236}">
                <ns3:creationId id="{DF59407A-C718-4A84-86CF-692C221A438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104</a:t>
            </a:r>
          </a:p>
        </p:txBody>
      </p:sp>
    </p:spTree>
    <p:extLst>
      <p:ext uri="{BB962C8B-B14F-4D97-AF65-F5344CB8AC3E}">
        <ns4:creationId val="1569929340"/>
      </p:ext>
    </p:extLst>
  </p:cSld>
</p:sld>
</file>

<file path=ppt/slides/slide10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c34d4425eb243b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A9E34F8-39B5-404A-847A-22F94AF923D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0384330-248A-402C-A666-B6DF93BD12F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자료 · 통계적 변수 분류</a:t>
            </a:r>
          </a:p>
        </p:txBody>
      </p:sp>
      <p:sp>
        <p:nvSpPr>
          <p:cNvPr id="4" name="">
            <a:extLst>
              <a:ext uri="{FF2B5EF4-FFF2-40B4-BE49-F238E27FC236}">
                <ns3:creationId id="{423223A5-C23C-411D-AB44-55D2E5BC732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E3CC8FC-37CE-488D-9293-CF25266704B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통계 분류와 파일 표현의 원문을 확인하는 참고 자료입니다.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659D868E-13E6-4C67-9371-9168956DA94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오늘은 Python 코드를 작성하지 않고 자료의 규칙을 읽습니다.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6E6B22D1-CC38-4D80-B9FE-F543AB88033D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호주통계청</a:t>
            </a:r>
          </a:p>
        </p:txBody>
      </p:sp>
      <p:sp>
        <p:nvSpPr>
          <p:cNvPr id="8" name="">
            <a:extLst>
              <a:ext uri="{FF2B5EF4-FFF2-40B4-BE49-F238E27FC236}">
                <ns3:creationId id="{AE75C0E3-C998-4E26-9BBF-841FB08DD61F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4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https://www.abs.gov.au/statistics/understanding-statistics/statistical-terms-and-concepts/variables</a:t>
            </a:r>
          </a:p>
        </p:txBody>
      </p:sp>
      <p:sp>
        <p:nvSpPr>
          <p:cNvPr id="9" name="">
            <a:extLst>
              <a:ext uri="{FF2B5EF4-FFF2-40B4-BE49-F238E27FC236}">
                <ns3:creationId id="{BB85CD9F-73A5-4E86-81C3-6709DC341E4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">
            <a:extLst>
              <a:ext uri="{FF2B5EF4-FFF2-40B4-BE49-F238E27FC236}">
                <ns3:creationId id="{13586510-A2F8-4553-B184-CDDF421B838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105</a:t>
            </a:r>
          </a:p>
        </p:txBody>
      </p:sp>
    </p:spTree>
    <p:extLst>
      <p:ext uri="{BB962C8B-B14F-4D97-AF65-F5344CB8AC3E}">
        <ns4:creationId val="677783289"/>
      </p:ext>
    </p:extLst>
  </p:cSld>
</p:sld>
</file>

<file path=ppt/slides/slide10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3dce512658b48f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58B07BA-5430-4F4C-8556-51277021F73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0977C09-4482-4882-9D76-967A595268F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자료 · CSV 형식 읽기</a:t>
            </a:r>
          </a:p>
        </p:txBody>
      </p:sp>
      <p:sp>
        <p:nvSpPr>
          <p:cNvPr id="4" name="">
            <a:extLst>
              <a:ext uri="{FF2B5EF4-FFF2-40B4-BE49-F238E27FC236}">
                <ns3:creationId id="{F649FE97-7C54-4042-8D17-D50E3A40541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D9F2D09-BC1C-4437-A7A6-31AF1B98FDB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통계 분류와 파일 표현의 원문을 확인하는 참고 자료입니다.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45F8A876-29D0-4B7A-8988-8498EFDC34C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오늘은 Python 코드를 작성하지 않고 자료의 규칙을 읽습니다.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2C6B88F9-A1B5-4A76-8AE5-BEA39A2E9298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Python 공식 문서</a:t>
            </a:r>
          </a:p>
        </p:txBody>
      </p:sp>
      <p:sp>
        <p:nvSpPr>
          <p:cNvPr id="8" name="">
            <a:extLst>
              <a:ext uri="{FF2B5EF4-FFF2-40B4-BE49-F238E27FC236}">
                <ns3:creationId id="{647C66F1-817B-4C9D-B642-1BD8E6CEAEFB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https://docs.python.org/3/library/csv.html</a:t>
            </a:r>
          </a:p>
        </p:txBody>
      </p:sp>
      <p:sp>
        <p:nvSpPr>
          <p:cNvPr id="9" name="">
            <a:extLst>
              <a:ext uri="{FF2B5EF4-FFF2-40B4-BE49-F238E27FC236}">
                <ns3:creationId id="{762D5F0F-ABAE-41D7-89A9-41715E73D41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">
            <a:extLst>
              <a:ext uri="{FF2B5EF4-FFF2-40B4-BE49-F238E27FC236}">
                <ns3:creationId id="{E083A6E3-A5CD-4E7B-AA90-40DBA9E8CFC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106</a:t>
            </a:r>
          </a:p>
        </p:txBody>
      </p:sp>
    </p:spTree>
    <p:extLst>
      <p:ext uri="{BB962C8B-B14F-4D97-AF65-F5344CB8AC3E}">
        <ns4:creationId val="1026113425"/>
      </p:ext>
    </p:extLst>
  </p:cSld>
</p:sld>
</file>

<file path=ppt/slides/slide10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b100b80a6f74c7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73F49EF-A7DA-4A39-8824-D6D8B53A6D7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9AE3B1C-642D-4701-AAB5-AA75D2A552A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자료 · JSON 형식 읽기</a:t>
            </a:r>
          </a:p>
        </p:txBody>
      </p:sp>
      <p:sp>
        <p:nvSpPr>
          <p:cNvPr id="4" name="">
            <a:extLst>
              <a:ext uri="{FF2B5EF4-FFF2-40B4-BE49-F238E27FC236}">
                <ns3:creationId id="{216C565B-D4D9-4EC7-A267-4DC990FAA79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84541BA-4E11-482F-8CC1-854F53DE240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통계 분류와 파일 표현의 원문을 확인하는 참고 자료입니다.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8ABC0174-22C2-463E-80A2-EB06C7C344D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오늘은 Python 코드를 작성하지 않고 자료의 규칙을 읽습니다.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C4B9F0FF-DFEF-49B6-8461-B9B5FC7A0862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Python 공식 문서</a:t>
            </a:r>
          </a:p>
        </p:txBody>
      </p:sp>
      <p:sp>
        <p:nvSpPr>
          <p:cNvPr id="8" name="">
            <a:extLst>
              <a:ext uri="{FF2B5EF4-FFF2-40B4-BE49-F238E27FC236}">
                <ns3:creationId id="{EE902A00-5D6C-46D5-AC98-80C178C34162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https://docs.python.org/3/library/json.html</a:t>
            </a:r>
          </a:p>
        </p:txBody>
      </p:sp>
      <p:sp>
        <p:nvSpPr>
          <p:cNvPr id="9" name="">
            <a:extLst>
              <a:ext uri="{FF2B5EF4-FFF2-40B4-BE49-F238E27FC236}">
                <ns3:creationId id="{AAECF724-8F2B-4C33-A56F-63974A0D26D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">
            <a:extLst>
              <a:ext uri="{FF2B5EF4-FFF2-40B4-BE49-F238E27FC236}">
                <ns3:creationId id="{CD28F9F7-6EA8-49E7-A0BB-1D3A3A010C5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107</a:t>
            </a:r>
          </a:p>
        </p:txBody>
      </p:sp>
    </p:spTree>
    <p:extLst>
      <p:ext uri="{BB962C8B-B14F-4D97-AF65-F5344CB8AC3E}">
        <ns4:creationId val="5739459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>Presentation</dc:title>
  <ns2:created xsi:type="dcterms:W3CDTF">2026-10-05T08:10:03.0190000Z</ns2:created>
  <ns2:modified xsi:type="dcterms:W3CDTF">2026-10-05T08:10:03.0190000Z</ns2:modified>
</ns0:coreProperties>
</file>