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dbabd15f6b477c" /><Relationship Type="http://schemas.openxmlformats.org/officeDocument/2006/relationships/extended-properties" Target="/docProps/app.xml" Id="R0c9d4436d435446e" /><Relationship Type="http://schemas.openxmlformats.org/officeDocument/2006/relationships/officeDocument" Target="/ppt/presentation.xml" Id="Rbf89c501c0ba4a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1fed15df99440d"/>
  </p:sldMasterIdLst>
  <p:notesMasterIdLst>
    <p:notesMasterId xmlns:r="http://schemas.openxmlformats.org/officeDocument/2006/relationships" r:id="Rb2d3fbe9b9fd4ab2"/>
  </p:notesMasterIdLst>
  <p:sldIdLst>
    <p:sldId xmlns:r="http://schemas.openxmlformats.org/officeDocument/2006/relationships" id="256" r:id="R6128b3fec3b94bfd"/>
    <p:sldId xmlns:r="http://schemas.openxmlformats.org/officeDocument/2006/relationships" id="257" r:id="Rae0b4535e2b941d4"/>
    <p:sldId xmlns:r="http://schemas.openxmlformats.org/officeDocument/2006/relationships" id="258" r:id="R4e1dd8e06e1c4ef7"/>
    <p:sldId xmlns:r="http://schemas.openxmlformats.org/officeDocument/2006/relationships" id="259" r:id="R19ad696a66bc46fd"/>
    <p:sldId xmlns:r="http://schemas.openxmlformats.org/officeDocument/2006/relationships" id="260" r:id="Re6cc61a2f0dc4400"/>
    <p:sldId xmlns:r="http://schemas.openxmlformats.org/officeDocument/2006/relationships" id="261" r:id="R2448313d316640d2"/>
    <p:sldId xmlns:r="http://schemas.openxmlformats.org/officeDocument/2006/relationships" id="262" r:id="Rec9c8a5b86464db1"/>
    <p:sldId xmlns:r="http://schemas.openxmlformats.org/officeDocument/2006/relationships" id="263" r:id="R4e759388eae843fc"/>
    <p:sldId xmlns:r="http://schemas.openxmlformats.org/officeDocument/2006/relationships" id="264" r:id="Rcd010adb05c349cc"/>
    <p:sldId xmlns:r="http://schemas.openxmlformats.org/officeDocument/2006/relationships" id="265" r:id="Rf0b99b09ed6a4b0f"/>
    <p:sldId xmlns:r="http://schemas.openxmlformats.org/officeDocument/2006/relationships" id="266" r:id="R6528fa803e6c4261"/>
    <p:sldId xmlns:r="http://schemas.openxmlformats.org/officeDocument/2006/relationships" id="267" r:id="Rd2879688a2b3470a"/>
    <p:sldId xmlns:r="http://schemas.openxmlformats.org/officeDocument/2006/relationships" id="268" r:id="R092784d3029f4c7a"/>
    <p:sldId xmlns:r="http://schemas.openxmlformats.org/officeDocument/2006/relationships" id="269" r:id="R916eaa894f6645b9"/>
    <p:sldId xmlns:r="http://schemas.openxmlformats.org/officeDocument/2006/relationships" id="270" r:id="R8a590c2435804dd0"/>
    <p:sldId xmlns:r="http://schemas.openxmlformats.org/officeDocument/2006/relationships" id="271" r:id="Rc5a12e3c6d114702"/>
    <p:sldId xmlns:r="http://schemas.openxmlformats.org/officeDocument/2006/relationships" id="272" r:id="R17df6440481e43f7"/>
    <p:sldId xmlns:r="http://schemas.openxmlformats.org/officeDocument/2006/relationships" id="273" r:id="R8bf557f1850948fb"/>
    <p:sldId xmlns:r="http://schemas.openxmlformats.org/officeDocument/2006/relationships" id="274" r:id="Rbed667b845874d75"/>
    <p:sldId xmlns:r="http://schemas.openxmlformats.org/officeDocument/2006/relationships" id="275" r:id="R8ad47fbd966f42f5"/>
    <p:sldId xmlns:r="http://schemas.openxmlformats.org/officeDocument/2006/relationships" id="276" r:id="R3a4d0cf4ec494f39"/>
    <p:sldId xmlns:r="http://schemas.openxmlformats.org/officeDocument/2006/relationships" id="277" r:id="R3d5e79f6214c46f6"/>
    <p:sldId xmlns:r="http://schemas.openxmlformats.org/officeDocument/2006/relationships" id="278" r:id="R642e428074144f40"/>
    <p:sldId xmlns:r="http://schemas.openxmlformats.org/officeDocument/2006/relationships" id="279" r:id="Redcf0496031849ca"/>
    <p:sldId xmlns:r="http://schemas.openxmlformats.org/officeDocument/2006/relationships" id="280" r:id="R31f9dff99da44004"/>
    <p:sldId xmlns:r="http://schemas.openxmlformats.org/officeDocument/2006/relationships" id="281" r:id="R843d4d5ddb054c7c"/>
    <p:sldId xmlns:r="http://schemas.openxmlformats.org/officeDocument/2006/relationships" id="282" r:id="R25a3085bcfe14ed4"/>
    <p:sldId xmlns:r="http://schemas.openxmlformats.org/officeDocument/2006/relationships" id="283" r:id="R7418ea598ba84196"/>
    <p:sldId xmlns:r="http://schemas.openxmlformats.org/officeDocument/2006/relationships" id="284" r:id="R9c07e05f20b34811"/>
    <p:sldId xmlns:r="http://schemas.openxmlformats.org/officeDocument/2006/relationships" id="285" r:id="R99167cbac0ec4556"/>
    <p:sldId xmlns:r="http://schemas.openxmlformats.org/officeDocument/2006/relationships" id="286" r:id="Rd14d9e28c9b840db"/>
    <p:sldId xmlns:r="http://schemas.openxmlformats.org/officeDocument/2006/relationships" id="287" r:id="R94457b75f6234f82"/>
    <p:sldId xmlns:r="http://schemas.openxmlformats.org/officeDocument/2006/relationships" id="288" r:id="Ra11ca9a91277444f"/>
    <p:sldId xmlns:r="http://schemas.openxmlformats.org/officeDocument/2006/relationships" id="289" r:id="R9c12c9fc53ef43ef"/>
    <p:sldId xmlns:r="http://schemas.openxmlformats.org/officeDocument/2006/relationships" id="290" r:id="R325271db73ce4b07"/>
    <p:sldId xmlns:r="http://schemas.openxmlformats.org/officeDocument/2006/relationships" id="291" r:id="Rc5541d22c0c04bd0"/>
    <p:sldId xmlns:r="http://schemas.openxmlformats.org/officeDocument/2006/relationships" id="292" r:id="R8619c5ef14694a78"/>
    <p:sldId xmlns:r="http://schemas.openxmlformats.org/officeDocument/2006/relationships" id="293" r:id="R1bd967f5874545d0"/>
    <p:sldId xmlns:r="http://schemas.openxmlformats.org/officeDocument/2006/relationships" id="294" r:id="R9c8835bf15514014"/>
    <p:sldId xmlns:r="http://schemas.openxmlformats.org/officeDocument/2006/relationships" id="295" r:id="R6513b20f689b4d21"/>
    <p:sldId xmlns:r="http://schemas.openxmlformats.org/officeDocument/2006/relationships" id="296" r:id="R152e7632e4794c62"/>
    <p:sldId xmlns:r="http://schemas.openxmlformats.org/officeDocument/2006/relationships" id="297" r:id="R816ace6a07bb4ca3"/>
    <p:sldId xmlns:r="http://schemas.openxmlformats.org/officeDocument/2006/relationships" id="298" r:id="Ra3bab792da8641fa"/>
    <p:sldId xmlns:r="http://schemas.openxmlformats.org/officeDocument/2006/relationships" id="299" r:id="Rb7c146e8497b4705"/>
    <p:sldId xmlns:r="http://schemas.openxmlformats.org/officeDocument/2006/relationships" id="300" r:id="R999b0350e60b41f1"/>
    <p:sldId xmlns:r="http://schemas.openxmlformats.org/officeDocument/2006/relationships" id="301" r:id="R37db21af886f4b50"/>
    <p:sldId xmlns:r="http://schemas.openxmlformats.org/officeDocument/2006/relationships" id="302" r:id="Rdce8c634000545ff"/>
    <p:sldId xmlns:r="http://schemas.openxmlformats.org/officeDocument/2006/relationships" id="303" r:id="R419aee4c58914697"/>
    <p:sldId xmlns:r="http://schemas.openxmlformats.org/officeDocument/2006/relationships" id="304" r:id="Rd82cd5580ed74e2f"/>
    <p:sldId xmlns:r="http://schemas.openxmlformats.org/officeDocument/2006/relationships" id="305" r:id="R1fe6f618322e4ccd"/>
    <p:sldId xmlns:r="http://schemas.openxmlformats.org/officeDocument/2006/relationships" id="306" r:id="Rc14740c6b5994b42"/>
    <p:sldId xmlns:r="http://schemas.openxmlformats.org/officeDocument/2006/relationships" id="307" r:id="Rdf56e60ab1674e5a"/>
    <p:sldId xmlns:r="http://schemas.openxmlformats.org/officeDocument/2006/relationships" id="308" r:id="Rb49f89986cea4863"/>
    <p:sldId xmlns:r="http://schemas.openxmlformats.org/officeDocument/2006/relationships" id="309" r:id="R6047cf010ee64862"/>
    <p:sldId xmlns:r="http://schemas.openxmlformats.org/officeDocument/2006/relationships" id="310" r:id="Racd43a0279474835"/>
    <p:sldId xmlns:r="http://schemas.openxmlformats.org/officeDocument/2006/relationships" id="311" r:id="R48ca13f1fb8a425e"/>
    <p:sldId xmlns:r="http://schemas.openxmlformats.org/officeDocument/2006/relationships" id="312" r:id="R1fa59e954c12474a"/>
    <p:sldId xmlns:r="http://schemas.openxmlformats.org/officeDocument/2006/relationships" id="313" r:id="Rb9e986c79eeb4b83"/>
    <p:sldId xmlns:r="http://schemas.openxmlformats.org/officeDocument/2006/relationships" id="314" r:id="R93e25ccb8106495f"/>
    <p:sldId xmlns:r="http://schemas.openxmlformats.org/officeDocument/2006/relationships" id="315" r:id="R812252689eba4af0"/>
    <p:sldId xmlns:r="http://schemas.openxmlformats.org/officeDocument/2006/relationships" id="316" r:id="Re3a20ffcb36f4b7f"/>
    <p:sldId xmlns:r="http://schemas.openxmlformats.org/officeDocument/2006/relationships" id="317" r:id="R754b5b0ebdec4767"/>
    <p:sldId xmlns:r="http://schemas.openxmlformats.org/officeDocument/2006/relationships" id="318" r:id="Rde6aed11af5242cc"/>
    <p:sldId xmlns:r="http://schemas.openxmlformats.org/officeDocument/2006/relationships" id="319" r:id="R9715dba2fc39491d"/>
    <p:sldId xmlns:r="http://schemas.openxmlformats.org/officeDocument/2006/relationships" id="320" r:id="R6e170cadb4a84145"/>
    <p:sldId xmlns:r="http://schemas.openxmlformats.org/officeDocument/2006/relationships" id="321" r:id="Rb873d63a99634310"/>
    <p:sldId xmlns:r="http://schemas.openxmlformats.org/officeDocument/2006/relationships" id="322" r:id="R6b8fadc3da21485b"/>
    <p:sldId xmlns:r="http://schemas.openxmlformats.org/officeDocument/2006/relationships" id="323" r:id="Rdbd8f6f3cb0e4658"/>
    <p:sldId xmlns:r="http://schemas.openxmlformats.org/officeDocument/2006/relationships" id="324" r:id="Rbed8c57aad304ad3"/>
    <p:sldId xmlns:r="http://schemas.openxmlformats.org/officeDocument/2006/relationships" id="325" r:id="Ra7f30314d1e24c12"/>
    <p:sldId xmlns:r="http://schemas.openxmlformats.org/officeDocument/2006/relationships" id="326" r:id="Rb84dcb351ffa4be0"/>
    <p:sldId xmlns:r="http://schemas.openxmlformats.org/officeDocument/2006/relationships" id="327" r:id="R12360dbd8f874cf9"/>
    <p:sldId xmlns:r="http://schemas.openxmlformats.org/officeDocument/2006/relationships" id="328" r:id="Racbf7fe4d67b42f9"/>
    <p:sldId xmlns:r="http://schemas.openxmlformats.org/officeDocument/2006/relationships" id="329" r:id="R001fa449091842b8"/>
    <p:sldId xmlns:r="http://schemas.openxmlformats.org/officeDocument/2006/relationships" id="330" r:id="Re08b6ec73fad4470"/>
    <p:sldId xmlns:r="http://schemas.openxmlformats.org/officeDocument/2006/relationships" id="331" r:id="R96b4c5a7e32a4fc7"/>
    <p:sldId xmlns:r="http://schemas.openxmlformats.org/officeDocument/2006/relationships" id="332" r:id="R8ced7e60748a497a"/>
    <p:sldId xmlns:r="http://schemas.openxmlformats.org/officeDocument/2006/relationships" id="333" r:id="R6a0f5f90c0b741cb"/>
    <p:sldId xmlns:r="http://schemas.openxmlformats.org/officeDocument/2006/relationships" id="334" r:id="R8df55dae8621423b"/>
    <p:sldId xmlns:r="http://schemas.openxmlformats.org/officeDocument/2006/relationships" id="335" r:id="R427cc8e0ffef4c5d"/>
    <p:sldId xmlns:r="http://schemas.openxmlformats.org/officeDocument/2006/relationships" id="336" r:id="Rc3d3e50df8054de3"/>
    <p:sldId xmlns:r="http://schemas.openxmlformats.org/officeDocument/2006/relationships" id="337" r:id="Rb3535a2a33bd493c"/>
    <p:sldId xmlns:r="http://schemas.openxmlformats.org/officeDocument/2006/relationships" id="338" r:id="R1c69fd77ea334d79"/>
    <p:sldId xmlns:r="http://schemas.openxmlformats.org/officeDocument/2006/relationships" id="339" r:id="R84410a85d8534602"/>
    <p:sldId xmlns:r="http://schemas.openxmlformats.org/officeDocument/2006/relationships" id="340" r:id="R01692b154fae4704"/>
    <p:sldId xmlns:r="http://schemas.openxmlformats.org/officeDocument/2006/relationships" id="341" r:id="R0002f427ac9544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6777e554044bf" /><Relationship Type="http://schemas.openxmlformats.org/officeDocument/2006/relationships/slideMaster" Target="/ppt/slideMasters/slideMaster1.xml" Id="R851fed15df99440d" /><Relationship Type="http://schemas.openxmlformats.org/officeDocument/2006/relationships/notesMaster" Target="/ppt/notesMasters/notesMaster1.xml" Id="Rb2d3fbe9b9fd4ab2" /><Relationship Type="http://schemas.openxmlformats.org/officeDocument/2006/relationships/presProps" Target="/ppt/presProps.xml" Id="R0ccbabbea7a2432c" /><Relationship Type="http://schemas.openxmlformats.org/officeDocument/2006/relationships/tableStyles" Target="/ppt/tableStyles.xml" Id="R49d9e98287374ca2" /><Relationship Type="http://schemas.openxmlformats.org/officeDocument/2006/relationships/slide" Target="/ppt/slides/slide1.xml" Id="R6128b3fec3b94bfd" /><Relationship Type="http://schemas.openxmlformats.org/officeDocument/2006/relationships/slide" Target="/ppt/slides/slide2.xml" Id="Rae0b4535e2b941d4" /><Relationship Type="http://schemas.openxmlformats.org/officeDocument/2006/relationships/slide" Target="/ppt/slides/slide3.xml" Id="R4e1dd8e06e1c4ef7" /><Relationship Type="http://schemas.openxmlformats.org/officeDocument/2006/relationships/slide" Target="/ppt/slides/slide4.xml" Id="R19ad696a66bc46fd" /><Relationship Type="http://schemas.openxmlformats.org/officeDocument/2006/relationships/slide" Target="/ppt/slides/slide5.xml" Id="Re6cc61a2f0dc4400" /><Relationship Type="http://schemas.openxmlformats.org/officeDocument/2006/relationships/slide" Target="/ppt/slides/slide6.xml" Id="R2448313d316640d2" /><Relationship Type="http://schemas.openxmlformats.org/officeDocument/2006/relationships/slide" Target="/ppt/slides/slide7.xml" Id="Rec9c8a5b86464db1" /><Relationship Type="http://schemas.openxmlformats.org/officeDocument/2006/relationships/slide" Target="/ppt/slides/slide8.xml" Id="R4e759388eae843fc" /><Relationship Type="http://schemas.openxmlformats.org/officeDocument/2006/relationships/slide" Target="/ppt/slides/slide9.xml" Id="Rcd010adb05c349cc" /><Relationship Type="http://schemas.openxmlformats.org/officeDocument/2006/relationships/slide" Target="/ppt/slides/slide10.xml" Id="Rf0b99b09ed6a4b0f" /><Relationship Type="http://schemas.openxmlformats.org/officeDocument/2006/relationships/slide" Target="/ppt/slides/slide11.xml" Id="R6528fa803e6c4261" /><Relationship Type="http://schemas.openxmlformats.org/officeDocument/2006/relationships/slide" Target="/ppt/slides/slide12.xml" Id="Rd2879688a2b3470a" /><Relationship Type="http://schemas.openxmlformats.org/officeDocument/2006/relationships/slide" Target="/ppt/slides/slide13.xml" Id="R092784d3029f4c7a" /><Relationship Type="http://schemas.openxmlformats.org/officeDocument/2006/relationships/slide" Target="/ppt/slides/slide14.xml" Id="R916eaa894f6645b9" /><Relationship Type="http://schemas.openxmlformats.org/officeDocument/2006/relationships/slide" Target="/ppt/slides/slide15.xml" Id="R8a590c2435804dd0" /><Relationship Type="http://schemas.openxmlformats.org/officeDocument/2006/relationships/slide" Target="/ppt/slides/slide16.xml" Id="Rc5a12e3c6d114702" /><Relationship Type="http://schemas.openxmlformats.org/officeDocument/2006/relationships/slide" Target="/ppt/slides/slide17.xml" Id="R17df6440481e43f7" /><Relationship Type="http://schemas.openxmlformats.org/officeDocument/2006/relationships/slide" Target="/ppt/slides/slide18.xml" Id="R8bf557f1850948fb" /><Relationship Type="http://schemas.openxmlformats.org/officeDocument/2006/relationships/slide" Target="/ppt/slides/slide19.xml" Id="Rbed667b845874d75" /><Relationship Type="http://schemas.openxmlformats.org/officeDocument/2006/relationships/slide" Target="/ppt/slides/slide20.xml" Id="R8ad47fbd966f42f5" /><Relationship Type="http://schemas.openxmlformats.org/officeDocument/2006/relationships/slide" Target="/ppt/slides/slide21.xml" Id="R3a4d0cf4ec494f39" /><Relationship Type="http://schemas.openxmlformats.org/officeDocument/2006/relationships/slide" Target="/ppt/slides/slide22.xml" Id="R3d5e79f6214c46f6" /><Relationship Type="http://schemas.openxmlformats.org/officeDocument/2006/relationships/slide" Target="/ppt/slides/slide23.xml" Id="R642e428074144f40" /><Relationship Type="http://schemas.openxmlformats.org/officeDocument/2006/relationships/slide" Target="/ppt/slides/slide24.xml" Id="Redcf0496031849ca" /><Relationship Type="http://schemas.openxmlformats.org/officeDocument/2006/relationships/slide" Target="/ppt/slides/slide25.xml" Id="R31f9dff99da44004" /><Relationship Type="http://schemas.openxmlformats.org/officeDocument/2006/relationships/slide" Target="/ppt/slides/slide26.xml" Id="R843d4d5ddb054c7c" /><Relationship Type="http://schemas.openxmlformats.org/officeDocument/2006/relationships/slide" Target="/ppt/slides/slide27.xml" Id="R25a3085bcfe14ed4" /><Relationship Type="http://schemas.openxmlformats.org/officeDocument/2006/relationships/slide" Target="/ppt/slides/slide28.xml" Id="R7418ea598ba84196" /><Relationship Type="http://schemas.openxmlformats.org/officeDocument/2006/relationships/slide" Target="/ppt/slides/slide29.xml" Id="R9c07e05f20b34811" /><Relationship Type="http://schemas.openxmlformats.org/officeDocument/2006/relationships/slide" Target="/ppt/slides/slide30.xml" Id="R99167cbac0ec4556" /><Relationship Type="http://schemas.openxmlformats.org/officeDocument/2006/relationships/slide" Target="/ppt/slides/slide31.xml" Id="Rd14d9e28c9b840db" /><Relationship Type="http://schemas.openxmlformats.org/officeDocument/2006/relationships/slide" Target="/ppt/slides/slide32.xml" Id="R94457b75f6234f82" /><Relationship Type="http://schemas.openxmlformats.org/officeDocument/2006/relationships/slide" Target="/ppt/slides/slide33.xml" Id="Ra11ca9a91277444f" /><Relationship Type="http://schemas.openxmlformats.org/officeDocument/2006/relationships/slide" Target="/ppt/slides/slide34.xml" Id="R9c12c9fc53ef43ef" /><Relationship Type="http://schemas.openxmlformats.org/officeDocument/2006/relationships/slide" Target="/ppt/slides/slide35.xml" Id="R325271db73ce4b07" /><Relationship Type="http://schemas.openxmlformats.org/officeDocument/2006/relationships/slide" Target="/ppt/slides/slide36.xml" Id="Rc5541d22c0c04bd0" /><Relationship Type="http://schemas.openxmlformats.org/officeDocument/2006/relationships/slide" Target="/ppt/slides/slide37.xml" Id="R8619c5ef14694a78" /><Relationship Type="http://schemas.openxmlformats.org/officeDocument/2006/relationships/slide" Target="/ppt/slides/slide38.xml" Id="R1bd967f5874545d0" /><Relationship Type="http://schemas.openxmlformats.org/officeDocument/2006/relationships/slide" Target="/ppt/slides/slide39.xml" Id="R9c8835bf15514014" /><Relationship Type="http://schemas.openxmlformats.org/officeDocument/2006/relationships/slide" Target="/ppt/slides/slide40.xml" Id="R6513b20f689b4d21" /><Relationship Type="http://schemas.openxmlformats.org/officeDocument/2006/relationships/slide" Target="/ppt/slides/slide41.xml" Id="R152e7632e4794c62" /><Relationship Type="http://schemas.openxmlformats.org/officeDocument/2006/relationships/slide" Target="/ppt/slides/slide42.xml" Id="R816ace6a07bb4ca3" /><Relationship Type="http://schemas.openxmlformats.org/officeDocument/2006/relationships/slide" Target="/ppt/slides/slide43.xml" Id="Ra3bab792da8641fa" /><Relationship Type="http://schemas.openxmlformats.org/officeDocument/2006/relationships/slide" Target="/ppt/slides/slide44.xml" Id="Rb7c146e8497b4705" /><Relationship Type="http://schemas.openxmlformats.org/officeDocument/2006/relationships/slide" Target="/ppt/slides/slide45.xml" Id="R999b0350e60b41f1" /><Relationship Type="http://schemas.openxmlformats.org/officeDocument/2006/relationships/slide" Target="/ppt/slides/slide46.xml" Id="R37db21af886f4b50" /><Relationship Type="http://schemas.openxmlformats.org/officeDocument/2006/relationships/slide" Target="/ppt/slides/slide47.xml" Id="Rdce8c634000545ff" /><Relationship Type="http://schemas.openxmlformats.org/officeDocument/2006/relationships/slide" Target="/ppt/slides/slide48.xml" Id="R419aee4c58914697" /><Relationship Type="http://schemas.openxmlformats.org/officeDocument/2006/relationships/slide" Target="/ppt/slides/slide49.xml" Id="Rd82cd5580ed74e2f" /><Relationship Type="http://schemas.openxmlformats.org/officeDocument/2006/relationships/slide" Target="/ppt/slides/slide50.xml" Id="R1fe6f618322e4ccd" /><Relationship Type="http://schemas.openxmlformats.org/officeDocument/2006/relationships/slide" Target="/ppt/slides/slide51.xml" Id="Rc14740c6b5994b42" /><Relationship Type="http://schemas.openxmlformats.org/officeDocument/2006/relationships/slide" Target="/ppt/slides/slide52.xml" Id="Rdf56e60ab1674e5a" /><Relationship Type="http://schemas.openxmlformats.org/officeDocument/2006/relationships/slide" Target="/ppt/slides/slide53.xml" Id="Rb49f89986cea4863" /><Relationship Type="http://schemas.openxmlformats.org/officeDocument/2006/relationships/slide" Target="/ppt/slides/slide54.xml" Id="R6047cf010ee64862" /><Relationship Type="http://schemas.openxmlformats.org/officeDocument/2006/relationships/slide" Target="/ppt/slides/slide55.xml" Id="Racd43a0279474835" /><Relationship Type="http://schemas.openxmlformats.org/officeDocument/2006/relationships/slide" Target="/ppt/slides/slide56.xml" Id="R48ca13f1fb8a425e" /><Relationship Type="http://schemas.openxmlformats.org/officeDocument/2006/relationships/slide" Target="/ppt/slides/slide57.xml" Id="R1fa59e954c12474a" /><Relationship Type="http://schemas.openxmlformats.org/officeDocument/2006/relationships/slide" Target="/ppt/slides/slide58.xml" Id="Rb9e986c79eeb4b83" /><Relationship Type="http://schemas.openxmlformats.org/officeDocument/2006/relationships/slide" Target="/ppt/slides/slide59.xml" Id="R93e25ccb8106495f" /><Relationship Type="http://schemas.openxmlformats.org/officeDocument/2006/relationships/slide" Target="/ppt/slides/slide60.xml" Id="R812252689eba4af0" /><Relationship Type="http://schemas.openxmlformats.org/officeDocument/2006/relationships/slide" Target="/ppt/slides/slide61.xml" Id="Re3a20ffcb36f4b7f" /><Relationship Type="http://schemas.openxmlformats.org/officeDocument/2006/relationships/slide" Target="/ppt/slides/slide62.xml" Id="R754b5b0ebdec4767" /><Relationship Type="http://schemas.openxmlformats.org/officeDocument/2006/relationships/slide" Target="/ppt/slides/slide63.xml" Id="Rde6aed11af5242cc" /><Relationship Type="http://schemas.openxmlformats.org/officeDocument/2006/relationships/slide" Target="/ppt/slides/slide64.xml" Id="R9715dba2fc39491d" /><Relationship Type="http://schemas.openxmlformats.org/officeDocument/2006/relationships/slide" Target="/ppt/slides/slide65.xml" Id="R6e170cadb4a84145" /><Relationship Type="http://schemas.openxmlformats.org/officeDocument/2006/relationships/slide" Target="/ppt/slides/slide66.xml" Id="Rb873d63a99634310" /><Relationship Type="http://schemas.openxmlformats.org/officeDocument/2006/relationships/slide" Target="/ppt/slides/slide67.xml" Id="R6b8fadc3da21485b" /><Relationship Type="http://schemas.openxmlformats.org/officeDocument/2006/relationships/slide" Target="/ppt/slides/slide68.xml" Id="Rdbd8f6f3cb0e4658" /><Relationship Type="http://schemas.openxmlformats.org/officeDocument/2006/relationships/slide" Target="/ppt/slides/slide69.xml" Id="Rbed8c57aad304ad3" /><Relationship Type="http://schemas.openxmlformats.org/officeDocument/2006/relationships/slide" Target="/ppt/slides/slide70.xml" Id="Ra7f30314d1e24c12" /><Relationship Type="http://schemas.openxmlformats.org/officeDocument/2006/relationships/slide" Target="/ppt/slides/slide71.xml" Id="Rb84dcb351ffa4be0" /><Relationship Type="http://schemas.openxmlformats.org/officeDocument/2006/relationships/slide" Target="/ppt/slides/slide72.xml" Id="R12360dbd8f874cf9" /><Relationship Type="http://schemas.openxmlformats.org/officeDocument/2006/relationships/slide" Target="/ppt/slides/slide73.xml" Id="Racbf7fe4d67b42f9" /><Relationship Type="http://schemas.openxmlformats.org/officeDocument/2006/relationships/slide" Target="/ppt/slides/slide74.xml" Id="R001fa449091842b8" /><Relationship Type="http://schemas.openxmlformats.org/officeDocument/2006/relationships/slide" Target="/ppt/slides/slide75.xml" Id="Re08b6ec73fad4470" /><Relationship Type="http://schemas.openxmlformats.org/officeDocument/2006/relationships/slide" Target="/ppt/slides/slide76.xml" Id="R96b4c5a7e32a4fc7" /><Relationship Type="http://schemas.openxmlformats.org/officeDocument/2006/relationships/slide" Target="/ppt/slides/slide77.xml" Id="R8ced7e60748a497a" /><Relationship Type="http://schemas.openxmlformats.org/officeDocument/2006/relationships/slide" Target="/ppt/slides/slide78.xml" Id="R6a0f5f90c0b741cb" /><Relationship Type="http://schemas.openxmlformats.org/officeDocument/2006/relationships/slide" Target="/ppt/slides/slide79.xml" Id="R8df55dae8621423b" /><Relationship Type="http://schemas.openxmlformats.org/officeDocument/2006/relationships/slide" Target="/ppt/slides/slide80.xml" Id="R427cc8e0ffef4c5d" /><Relationship Type="http://schemas.openxmlformats.org/officeDocument/2006/relationships/slide" Target="/ppt/slides/slide81.xml" Id="Rc3d3e50df8054de3" /><Relationship Type="http://schemas.openxmlformats.org/officeDocument/2006/relationships/slide" Target="/ppt/slides/slide82.xml" Id="Rb3535a2a33bd493c" /><Relationship Type="http://schemas.openxmlformats.org/officeDocument/2006/relationships/slide" Target="/ppt/slides/slide83.xml" Id="R1c69fd77ea334d79" /><Relationship Type="http://schemas.openxmlformats.org/officeDocument/2006/relationships/slide" Target="/ppt/slides/slide84.xml" Id="R84410a85d8534602" /><Relationship Type="http://schemas.openxmlformats.org/officeDocument/2006/relationships/slide" Target="/ppt/slides/slide85.xml" Id="R01692b154fae4704" /><Relationship Type="http://schemas.openxmlformats.org/officeDocument/2006/relationships/slide" Target="/ppt/slides/slide86.xml" Id="R0002f427ac9544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ad48660564c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e2fd89ac1d44a3" /><Relationship Type="http://schemas.openxmlformats.org/officeDocument/2006/relationships/notesMaster" Target="/ppt/notesMasters/notesMaster1.xml" Id="R7d75091b347645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1715d2140e4ff9" /><Relationship Type="http://schemas.openxmlformats.org/officeDocument/2006/relationships/notesMaster" Target="/ppt/notesMasters/notesMaster1.xml" Id="Rc5a99b3fe62b42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3714e13bad4d0a" /><Relationship Type="http://schemas.openxmlformats.org/officeDocument/2006/relationships/notesMaster" Target="/ppt/notesMasters/notesMaster1.xml" Id="Rd22ed00cd19d49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ca6ff4215043c8" /><Relationship Type="http://schemas.openxmlformats.org/officeDocument/2006/relationships/notesMaster" Target="/ppt/notesMasters/notesMaster1.xml" Id="R2c803d73b08c49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458574c4a7458b" /><Relationship Type="http://schemas.openxmlformats.org/officeDocument/2006/relationships/notesMaster" Target="/ppt/notesMasters/notesMaster1.xml" Id="R306b25bcfc4648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d6d7561dc04df6" /><Relationship Type="http://schemas.openxmlformats.org/officeDocument/2006/relationships/notesMaster" Target="/ppt/notesMasters/notesMaster1.xml" Id="R9a87cfb2845144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0a728cdff34cad" /><Relationship Type="http://schemas.openxmlformats.org/officeDocument/2006/relationships/notesMaster" Target="/ppt/notesMasters/notesMaster1.xml" Id="Rbf456f8e9b0d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863b3a251c403d" /><Relationship Type="http://schemas.openxmlformats.org/officeDocument/2006/relationships/notesMaster" Target="/ppt/notesMasters/notesMaster1.xml" Id="Rdacb7abe70a44f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fa9e524a734436" /><Relationship Type="http://schemas.openxmlformats.org/officeDocument/2006/relationships/notesMaster" Target="/ppt/notesMasters/notesMaster1.xml" Id="R6285c0fbe45145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c6b3667f834590" /><Relationship Type="http://schemas.openxmlformats.org/officeDocument/2006/relationships/notesMaster" Target="/ppt/notesMasters/notesMaster1.xml" Id="R8506553e0b8449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1845501b2b4059" /><Relationship Type="http://schemas.openxmlformats.org/officeDocument/2006/relationships/notesMaster" Target="/ppt/notesMasters/notesMaster1.xml" Id="R870f72f0504f45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a39beac5aa42e4" /><Relationship Type="http://schemas.openxmlformats.org/officeDocument/2006/relationships/notesMaster" Target="/ppt/notesMasters/notesMaster1.xml" Id="R2a744e76f4af42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3ea98b8f194950" /><Relationship Type="http://schemas.openxmlformats.org/officeDocument/2006/relationships/notesMaster" Target="/ppt/notesMasters/notesMaster1.xml" Id="Rf3d32781311e49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c3f13e9ed34e7a" /><Relationship Type="http://schemas.openxmlformats.org/officeDocument/2006/relationships/notesMaster" Target="/ppt/notesMasters/notesMaster1.xml" Id="R9af60d0c539e45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cf5108a7174d9a" /><Relationship Type="http://schemas.openxmlformats.org/officeDocument/2006/relationships/notesMaster" Target="/ppt/notesMasters/notesMaster1.xml" Id="Rdaf1e0481f4048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c501bbaf91431f" /><Relationship Type="http://schemas.openxmlformats.org/officeDocument/2006/relationships/notesMaster" Target="/ppt/notesMasters/notesMaster1.xml" Id="R8589c9181d494b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6c7640b2074ad3" /><Relationship Type="http://schemas.openxmlformats.org/officeDocument/2006/relationships/notesMaster" Target="/ppt/notesMasters/notesMaster1.xml" Id="R47108caff2574e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5f1955a4204523" /><Relationship Type="http://schemas.openxmlformats.org/officeDocument/2006/relationships/notesMaster" Target="/ppt/notesMasters/notesMaster1.xml" Id="R1d5856252bf24d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1f8464b1314789" /><Relationship Type="http://schemas.openxmlformats.org/officeDocument/2006/relationships/notesMaster" Target="/ppt/notesMasters/notesMaster1.xml" Id="Rafff577b134744e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88808ff3de4263" /><Relationship Type="http://schemas.openxmlformats.org/officeDocument/2006/relationships/notesMaster" Target="/ppt/notesMasters/notesMaster1.xml" Id="R6cb72361156a46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695ed670b640be" /><Relationship Type="http://schemas.openxmlformats.org/officeDocument/2006/relationships/notesMaster" Target="/ppt/notesMasters/notesMaster1.xml" Id="Raa44a99caa0c44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10497f753e4e1a" /><Relationship Type="http://schemas.openxmlformats.org/officeDocument/2006/relationships/notesMaster" Target="/ppt/notesMasters/notesMaster1.xml" Id="R8ccd64c77ab648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2a16bbd2aa4655" /><Relationship Type="http://schemas.openxmlformats.org/officeDocument/2006/relationships/notesMaster" Target="/ppt/notesMasters/notesMaster1.xml" Id="Rb4868c7cc34c48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79e0e341bef49b2" /><Relationship Type="http://schemas.openxmlformats.org/officeDocument/2006/relationships/notesMaster" Target="/ppt/notesMasters/notesMaster1.xml" Id="R9b3468ba377e475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fba196748e4dac" /><Relationship Type="http://schemas.openxmlformats.org/officeDocument/2006/relationships/notesMaster" Target="/ppt/notesMasters/notesMaster1.xml" Id="R76f8182ab51a42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2f00d1c96364fb6" /><Relationship Type="http://schemas.openxmlformats.org/officeDocument/2006/relationships/notesMaster" Target="/ppt/notesMasters/notesMaster1.xml" Id="R9a7be6c60c0544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106cefc1314320" /><Relationship Type="http://schemas.openxmlformats.org/officeDocument/2006/relationships/notesMaster" Target="/ppt/notesMasters/notesMaster1.xml" Id="R448904b3bbf247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3f8e08f0234227" /><Relationship Type="http://schemas.openxmlformats.org/officeDocument/2006/relationships/notesMaster" Target="/ppt/notesMasters/notesMaster1.xml" Id="Rbabc2b27858f4d1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9754c227aa4814" /><Relationship Type="http://schemas.openxmlformats.org/officeDocument/2006/relationships/notesMaster" Target="/ppt/notesMasters/notesMaster1.xml" Id="Rfc1b94bd7a4744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7cf9c924e3341bb" /><Relationship Type="http://schemas.openxmlformats.org/officeDocument/2006/relationships/notesMaster" Target="/ppt/notesMasters/notesMaster1.xml" Id="Re0c88a52d02c42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ed3e4a5b6a44ada" /><Relationship Type="http://schemas.openxmlformats.org/officeDocument/2006/relationships/notesMaster" Target="/ppt/notesMasters/notesMaster1.xml" Id="R3f0dbb08632e4cb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cba4b1fb0c4fb2" /><Relationship Type="http://schemas.openxmlformats.org/officeDocument/2006/relationships/notesMaster" Target="/ppt/notesMasters/notesMaster1.xml" Id="R8dd09112cc4d477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b34d46e98f0454e" /><Relationship Type="http://schemas.openxmlformats.org/officeDocument/2006/relationships/notesMaster" Target="/ppt/notesMasters/notesMaster1.xml" Id="Rc73b2f204bbf423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5fea87732334fde" /><Relationship Type="http://schemas.openxmlformats.org/officeDocument/2006/relationships/notesMaster" Target="/ppt/notesMasters/notesMaster1.xml" Id="R8d97f4dac5ac4fb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2aefff5e61541f3" /><Relationship Type="http://schemas.openxmlformats.org/officeDocument/2006/relationships/notesMaster" Target="/ppt/notesMasters/notesMaster1.xml" Id="Re91ae60726a7449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cfd3cf05214124" /><Relationship Type="http://schemas.openxmlformats.org/officeDocument/2006/relationships/notesMaster" Target="/ppt/notesMasters/notesMaster1.xml" Id="Rbcf8744f3ece4b2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02032e2110942c8" /><Relationship Type="http://schemas.openxmlformats.org/officeDocument/2006/relationships/notesMaster" Target="/ppt/notesMasters/notesMaster1.xml" Id="Reca86eb2357f41e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872df1e788b4d55" /><Relationship Type="http://schemas.openxmlformats.org/officeDocument/2006/relationships/notesMaster" Target="/ppt/notesMasters/notesMaster1.xml" Id="Rcf46fb117d7f492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c585b570344770" /><Relationship Type="http://schemas.openxmlformats.org/officeDocument/2006/relationships/notesMaster" Target="/ppt/notesMasters/notesMaster1.xml" Id="Rdbad40110e8e43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cfcbbf34f1c4c71" /><Relationship Type="http://schemas.openxmlformats.org/officeDocument/2006/relationships/notesMaster" Target="/ppt/notesMasters/notesMaster1.xml" Id="Rc70959766a2a482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f01f9586d674107" /><Relationship Type="http://schemas.openxmlformats.org/officeDocument/2006/relationships/notesMaster" Target="/ppt/notesMasters/notesMaster1.xml" Id="R0ade061129a446d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238a0e5909a4aa6" /><Relationship Type="http://schemas.openxmlformats.org/officeDocument/2006/relationships/notesMaster" Target="/ppt/notesMasters/notesMaster1.xml" Id="R3ec214531472402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669b5d42ea541b3" /><Relationship Type="http://schemas.openxmlformats.org/officeDocument/2006/relationships/notesMaster" Target="/ppt/notesMasters/notesMaster1.xml" Id="R71b0944d32ff4d7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06e26cf937d4636" /><Relationship Type="http://schemas.openxmlformats.org/officeDocument/2006/relationships/notesMaster" Target="/ppt/notesMasters/notesMaster1.xml" Id="Rf866cf26713b43a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6013c70d59f40d8" /><Relationship Type="http://schemas.openxmlformats.org/officeDocument/2006/relationships/notesMaster" Target="/ppt/notesMasters/notesMaster1.xml" Id="R473adfdb4aa940a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593d215c7094ec3" /><Relationship Type="http://schemas.openxmlformats.org/officeDocument/2006/relationships/notesMaster" Target="/ppt/notesMasters/notesMaster1.xml" Id="R47eab9e0189f4fd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fe584e6083442ab" /><Relationship Type="http://schemas.openxmlformats.org/officeDocument/2006/relationships/notesMaster" Target="/ppt/notesMasters/notesMaster1.xml" Id="R1fe26583462b4f7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f214bb287d34f4b" /><Relationship Type="http://schemas.openxmlformats.org/officeDocument/2006/relationships/notesMaster" Target="/ppt/notesMasters/notesMaster1.xml" Id="Rc05d533a822d40d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c1a5ceab9904a2d" /><Relationship Type="http://schemas.openxmlformats.org/officeDocument/2006/relationships/notesMaster" Target="/ppt/notesMasters/notesMaster1.xml" Id="R015ee68861dd4de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7423084c2cc4d02" /><Relationship Type="http://schemas.openxmlformats.org/officeDocument/2006/relationships/notesMaster" Target="/ppt/notesMasters/notesMaster1.xml" Id="R3e62729285514e6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8fefed818bc4c84" /><Relationship Type="http://schemas.openxmlformats.org/officeDocument/2006/relationships/notesMaster" Target="/ppt/notesMasters/notesMaster1.xml" Id="R66a6f90c74ba481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685f803497346c0" /><Relationship Type="http://schemas.openxmlformats.org/officeDocument/2006/relationships/notesMaster" Target="/ppt/notesMasters/notesMaster1.xml" Id="Re99a1e01a48b42b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3f9cca210684ac1" /><Relationship Type="http://schemas.openxmlformats.org/officeDocument/2006/relationships/notesMaster" Target="/ppt/notesMasters/notesMaster1.xml" Id="R50b06ec376e9476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55f72653e66464f" /><Relationship Type="http://schemas.openxmlformats.org/officeDocument/2006/relationships/notesMaster" Target="/ppt/notesMasters/notesMaster1.xml" Id="R46e31a3e7e88412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107ebe2708f449b" /><Relationship Type="http://schemas.openxmlformats.org/officeDocument/2006/relationships/notesMaster" Target="/ppt/notesMasters/notesMaster1.xml" Id="R8d757927c82441b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db8a2c2a8164206" /><Relationship Type="http://schemas.openxmlformats.org/officeDocument/2006/relationships/notesMaster" Target="/ppt/notesMasters/notesMaster1.xml" Id="Rf13d4404ea8241b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84e531747bd4b21" /><Relationship Type="http://schemas.openxmlformats.org/officeDocument/2006/relationships/notesMaster" Target="/ppt/notesMasters/notesMaster1.xml" Id="Rffa314718c174cf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3b45d94221c4e7d" /><Relationship Type="http://schemas.openxmlformats.org/officeDocument/2006/relationships/notesMaster" Target="/ppt/notesMasters/notesMaster1.xml" Id="Rafde3654104c452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a671d235e794a02" /><Relationship Type="http://schemas.openxmlformats.org/officeDocument/2006/relationships/notesMaster" Target="/ppt/notesMasters/notesMaster1.xml" Id="Rddda8a2ade3e4c9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1a6c2b3c72848c8" /><Relationship Type="http://schemas.openxmlformats.org/officeDocument/2006/relationships/notesMaster" Target="/ppt/notesMasters/notesMaster1.xml" Id="R714be9ce291c48f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ccc903d74bc4678" /><Relationship Type="http://schemas.openxmlformats.org/officeDocument/2006/relationships/notesMaster" Target="/ppt/notesMasters/notesMaster1.xml" Id="R3300030de371479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df9f9ad635b4810" /><Relationship Type="http://schemas.openxmlformats.org/officeDocument/2006/relationships/notesMaster" Target="/ppt/notesMasters/notesMaster1.xml" Id="Rf25ceb316919477b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203ec17416e4733" /><Relationship Type="http://schemas.openxmlformats.org/officeDocument/2006/relationships/notesMaster" Target="/ppt/notesMasters/notesMaster1.xml" Id="Rf8241d28d1ca4f3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7f374765baa4059" /><Relationship Type="http://schemas.openxmlformats.org/officeDocument/2006/relationships/notesMaster" Target="/ppt/notesMasters/notesMaster1.xml" Id="R811030262b854ea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51c18797ade4555" /><Relationship Type="http://schemas.openxmlformats.org/officeDocument/2006/relationships/notesMaster" Target="/ppt/notesMasters/notesMaster1.xml" Id="R1b73567d3d934b1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49778dd5b9e4a83" /><Relationship Type="http://schemas.openxmlformats.org/officeDocument/2006/relationships/notesMaster" Target="/ppt/notesMasters/notesMaster1.xml" Id="Rb12bb91b57d7499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2db85430f5648a6" /><Relationship Type="http://schemas.openxmlformats.org/officeDocument/2006/relationships/notesMaster" Target="/ppt/notesMasters/notesMaster1.xml" Id="R3ca53468618c4b5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814ec9663cd4cda" /><Relationship Type="http://schemas.openxmlformats.org/officeDocument/2006/relationships/notesMaster" Target="/ppt/notesMasters/notesMaster1.xml" Id="Ra9802af8f60246c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a1ed8b3fcbd44a2" /><Relationship Type="http://schemas.openxmlformats.org/officeDocument/2006/relationships/notesMaster" Target="/ppt/notesMasters/notesMaster1.xml" Id="Rfa24bd902dbd4438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10ae561eccd4353" /><Relationship Type="http://schemas.openxmlformats.org/officeDocument/2006/relationships/notesMaster" Target="/ppt/notesMasters/notesMaster1.xml" Id="R5305c412f18f4ae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96d87f9d729458f" /><Relationship Type="http://schemas.openxmlformats.org/officeDocument/2006/relationships/notesMaster" Target="/ppt/notesMasters/notesMaster1.xml" Id="Ra5229ca46e3b4cb6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e249205cf334997" /><Relationship Type="http://schemas.openxmlformats.org/officeDocument/2006/relationships/notesMaster" Target="/ppt/notesMasters/notesMaster1.xml" Id="R82c171b5997b40d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7210d04a3eb4872" /><Relationship Type="http://schemas.openxmlformats.org/officeDocument/2006/relationships/notesMaster" Target="/ppt/notesMasters/notesMaster1.xml" Id="R2d1a6e4493114eff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01e402d94374701" /><Relationship Type="http://schemas.openxmlformats.org/officeDocument/2006/relationships/notesMaster" Target="/ppt/notesMasters/notesMaster1.xml" Id="R508498e761b2478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b5f825c0cca4639" /><Relationship Type="http://schemas.openxmlformats.org/officeDocument/2006/relationships/notesMaster" Target="/ppt/notesMasters/notesMaster1.xml" Id="R8f23756ccafa448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21f821cae4f4903" /><Relationship Type="http://schemas.openxmlformats.org/officeDocument/2006/relationships/notesMaster" Target="/ppt/notesMasters/notesMaster1.xml" Id="R1a572a081aac4f1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244a6e5fa104076" /><Relationship Type="http://schemas.openxmlformats.org/officeDocument/2006/relationships/notesMaster" Target="/ppt/notesMasters/notesMaster1.xml" Id="R67a4b7903836450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66a57c5515094e2c" /><Relationship Type="http://schemas.openxmlformats.org/officeDocument/2006/relationships/notesMaster" Target="/ppt/notesMasters/notesMaster1.xml" Id="R8f100e36515c4f11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74653a282c34116" /><Relationship Type="http://schemas.openxmlformats.org/officeDocument/2006/relationships/notesMaster" Target="/ppt/notesMasters/notesMaster1.xml" Id="Rffc3b7c2087b490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0ede2f16b73448b" /><Relationship Type="http://schemas.openxmlformats.org/officeDocument/2006/relationships/notesMaster" Target="/ppt/notesMasters/notesMaster1.xml" Id="Rb20c73e7f1ac4f9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032b5712fbf4266" /><Relationship Type="http://schemas.openxmlformats.org/officeDocument/2006/relationships/notesMaster" Target="/ppt/notesMasters/notesMaster1.xml" Id="Ref9606418f9446cb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7de0e3f837874453" /><Relationship Type="http://schemas.openxmlformats.org/officeDocument/2006/relationships/notesMaster" Target="/ppt/notesMasters/notesMaster1.xml" Id="R3ca078618cb54226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07b9f0c85de6414f" /><Relationship Type="http://schemas.openxmlformats.org/officeDocument/2006/relationships/notesMaster" Target="/ppt/notesMasters/notesMaster1.xml" Id="Rd072590ebac14d7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a8a9c3bab674536" /><Relationship Type="http://schemas.openxmlformats.org/officeDocument/2006/relationships/notesMaster" Target="/ppt/notesMasters/notesMaster1.xml" Id="Rb8a02c62cc4b46a8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ca5fc7681b084d16" /><Relationship Type="http://schemas.openxmlformats.org/officeDocument/2006/relationships/notesMaster" Target="/ppt/notesMasters/notesMaster1.xml" Id="Rd6978505f7b64ab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d046b9d198ed45eb" /><Relationship Type="http://schemas.openxmlformats.org/officeDocument/2006/relationships/notesMaster" Target="/ppt/notesMasters/notesMaster1.xml" Id="R1a9056ec03ac43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픽셀은 이미지에서 한 위치의 색이나 밝기를 담는 최소 단위입니다. 모눈종이의 칸과 비슷하지만 실제 물체의 고정 길이를 뜻하지는 않습니다.</a:t>
            </a:r>
          </a:p>
          <a:p xmlns:a="http://schemas.openxmlformats.org/drawingml/2006/main">
            <a:r>
              <a:t>가로 4칸, 세로 3칸입니다. 0은 어둡고 255는 밝습니다.</a:t>
            </a:r>
          </a:p>
          <a:p xmlns:a="http://schemas.openxmlformats.org/drawingml/2006/main">
            <a:r>
              <a:t>이 예의 배열은 높이 3, 너비 4입니다.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픽셀 한 칸이 현실의 1mm라는 뜻은 아닙니다. 촬영 거리와 렌즈, 해상도에 따라 대응 길이가 달라집니다.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255 칸은 3개이며 shape는 (3,4)다. 현실 길이는 이 자료로 알 수 없다. 기준 물체나 보정 정보가 더 필요하다.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좌표는 위치를 가리키는 번호이고 채널은 한 픽셀의 색 성분입니다. 이 수업의 OpenCV 컬러 입력은 파랑·초록·빨강 순서인 BGR입니다.</a:t>
            </a:r>
          </a:p>
          <a:p xmlns:a="http://schemas.openxmlformats.org/drawingml/2006/main">
            <a:r>
              <a:t>image[1,2]에서 BGR 값 [0,0,255]는 빨강입니다.</a:t>
            </a:r>
          </a:p>
          <a:p xmlns:a="http://schemas.openxmlformats.org/drawingml/2006/main">
            <a:r>
              <a:t>shape는 높이 240, 너비 320, 채널 3입니다.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[0,0,255]를 모든 도구에서 파랑으로 읽지는 않습니다. RGB와 BGR은 채널 약속이 다릅니다.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image[40,30]은 x30,y40이다. [0,0,255]는 BGR에서 빨강이며 RGB로 해석하면 파랑이다.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프레임은 영상에서 한 시점의 이미지입니다. 책의 한 장을 차례로 넘기는 것처럼 여러 프레임을 시간 순서로 보면 움직임을 볼 수 있습니다.</a:t>
            </a:r>
          </a:p>
          <a:p xmlns:a="http://schemas.openxmlformats.org/drawingml/2006/main">
            <a:r>
              <a:t>세 파일을 순서대로 읽어도 실제 카메라 속도 검증은 아닙니다.</a:t>
            </a:r>
          </a:p>
          <a:p xmlns:a="http://schemas.openxmlformats.org/drawingml/2006/main">
            <a:r>
              <a:t>실시간 영상은 장치·시간·처리 지연을 추가로 확인합니다.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프레임 3장을 읽었다고 고유 물체 3개를 찾았다는 뜻은 아닙니다. 같은 물체가 여러 프레임에 반복될 수 있습니다.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파일은 입력이 고정되어 재현하기 좋다. 실제 웹캠에서는 열기·권한·조명·프레임 실패·종료와 지연을 확인해야 한다.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imread는 파일을 이미지 배열로 읽는 함수입니다. 성공한 배열과 실패한 None을 구분한 뒤 다음 처리를 해야 합니다.</a:t>
            </a:r>
          </a:p>
          <a:p xmlns:a="http://schemas.openxmlformats.org/drawingml/2006/main">
            <a:r>
              <a:t>코드가 파일을 찾고 배열 크기와 픽셀 값을 출력합니다.</a:t>
            </a:r>
          </a:p>
          <a:p xmlns:a="http://schemas.openxmlformats.org/drawingml/2006/main">
            <a:r>
              <a:t>회색조 결과는 work/gray.png에 저장합니다.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저장만 누르면 Python 코드가 실행되는 것은 아닙니다. 터미널에서 제공 명령을 실행하고 결과 파일 시각과 내용을 확인합니다.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OpenCV 라이브러리를 cv2 이름으로 가져옵니다.</a:t>
            </a:r>
          </a:p>
          <a:p xmlns:a="http://schemas.openxmlformats.org/drawingml/2006/main">
            <a:r>
              <a:t>2줄: 파일 경로를 다루는 Path 도구를 가져옵니다.</a:t>
            </a:r>
          </a:p>
          <a:p xmlns:a="http://schemas.openxmlformats.org/drawingml/2006/main">
            <a:r>
              <a:t>3줄: 코드 파일 위치에서 두 단계 위 course 폴더를 찾습니다.</a:t>
            </a:r>
          </a:p>
          <a:p xmlns:a="http://schemas.openxmlformats.org/drawingml/2006/main">
            <a:r>
              <a:t>4줄: 입력 파일 parts.png의 전체 경로를 만듭니다.</a:t>
            </a:r>
          </a:p>
          <a:p xmlns:a="http://schemas.openxmlformats.org/drawingml/2006/main">
            <a:r>
              <a:t>5줄: 문자열 경로에서 컬러 이미지를 읽습니다.</a:t>
            </a:r>
          </a:p>
          <a:p xmlns:a="http://schemas.openxmlformats.org/drawingml/2006/main">
            <a:r>
              <a:t>6줄: 읽기 실패로 값이 None인지 검사합니다.</a:t>
            </a:r>
          </a:p>
          <a:p xmlns:a="http://schemas.openxmlformats.org/drawingml/2006/main">
            <a:r>
              <a:t>7줄: 실패하면 파일 경로를 포함한 오류로 멈춥니다.</a:t>
            </a:r>
          </a:p>
          <a:p xmlns:a="http://schemas.openxmlformats.org/drawingml/2006/main">
            <a:r>
              <a:t>8줄: 높이·너비·채널 수를 출력합니다.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y=40, x=30의 BGR 값을 일반 목록으로 출력합니다.</a:t>
            </a:r>
          </a:p>
          <a:p xmlns:a="http://schemas.openxmlformats.org/drawingml/2006/main">
            <a:r>
              <a:t>10줄: BGR 세 채널을 회색조 한 채널로 바꿉니다.</a:t>
            </a:r>
          </a:p>
          <a:p xmlns:a="http://schemas.openxmlformats.org/drawingml/2006/main">
            <a:r>
              <a:t>11줄: work에 회색조 이미지를 저장하고 성공 여부를 받습니다.</a:t>
            </a:r>
          </a:p>
          <a:p xmlns:a="http://schemas.openxmlformats.org/drawingml/2006/main">
            <a:r>
              <a:t>12줄: 저장 실패 여부를 검사합니다.</a:t>
            </a:r>
          </a:p>
          <a:p xmlns:a="http://schemas.openxmlformats.org/drawingml/2006/main">
            <a:r>
              <a:t>13줄: 실패하면 폴더나 쓰기 권한을 확인할 오류를 냅니다.</a:t>
            </a:r>
          </a:p>
          <a:p xmlns:a="http://schemas.openxmlformats.org/drawingml/2006/main">
            <a:r>
              <a:t>14줄: 회색조의 높이와 너비를 출력합니다.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실제 기본 출력은 shape (240,320,3), BGR [220,220,220], gray (240,320)이다. 읽기 실패에서는 ValueError로 다음 처리를 중단한다.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관심 영역 ROI는 이미지에서 이번 문제에 필요한 부분입니다. 책에서 필요한 문단을 고르는 것처럼 분석할 범위를 먼저 정합니다.</a:t>
            </a:r>
          </a:p>
          <a:p xmlns:a="http://schemas.openxmlformats.org/drawingml/2006/main">
            <a:r>
              <a:t>슬라이스 끝 번호는 포함하지 않아 ROI는 60×60입니다.</a:t>
            </a:r>
          </a:p>
          <a:p xmlns:a="http://schemas.openxmlformats.org/drawingml/2006/main">
            <a:r>
              <a:t>resize의 크기 인자는 너비 160, 높이 120입니다.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자르기는 범위를 버리고 크기 변경은 전체를 새 격자로 만듭니다. 둘을 같은 작업으로 설명하면 좌표와 검출 면적이 어긋납니다.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ROI shape는 (60,60,3)이다. 원본을 절반 너비·높이로 줄이면 동일 물체의 픽셀 면적은 대략 1/4이 되어 면적 기준을 재검토한다.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회색조는 색 성분을 밝기 한 값으로 표현한 이미지입니다. 색을 구분하는 문제인지 밝은 영역을 찾는 문제인지에 따라 사용할지 정합니다.</a:t>
            </a:r>
          </a:p>
          <a:p xmlns:a="http://schemas.openxmlformats.org/drawingml/2006/main">
            <a:r>
              <a:t>세 채널을 한 밝기로 요약합니다. 빨강·초록·파랑 견본은76·150·29로 변환됩니다.</a:t>
            </a:r>
          </a:p>
          <a:p xmlns:a="http://schemas.openxmlformats.org/drawingml/2006/main">
            <a:r>
              <a:t>검출용 parts.png는 처음부터 세 채널 값이 같으므로 변환 전후 외관이 같습니다.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회색조가 모든 영상 문제에서 더 좋은 입력은 아닙니다. 신호등 색을 구별해야 하는 업무에서 밝기만 보면 다른 색을 혼동할 수 있습니다.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색 견본 shape는 (120,300,3), 회색조는 (120,300)이며 빨강·초록·파랑 견본의 밝기는76·150·29이다. 색 채널 정보가 하나로 요약되어 원래 색을 복구할 수 없다. 교통 신호의 색 판별처럼 색이 필요한 문제는 별도 색 정보를 검토한다.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임계값은 값을 나누는 기준이고 마스크는 처리할 영역을 표시한 배열입니다. 출입 기준표처럼 픽셀마다 기준 통과 여부를 정합니다.</a:t>
            </a:r>
          </a:p>
          <a:p xmlns:a="http://schemas.openxmlformats.org/drawingml/2006/main">
            <a:r>
              <a:t>80과 100은 0입니다.</a:t>
            </a:r>
          </a:p>
          <a:p xmlns:a="http://schemas.openxmlformats.org/drawingml/2006/main">
            <a:r>
              <a:t>101과 220은 255입니다.</a:t>
            </a:r>
          </a:p>
          <a:p xmlns:a="http://schemas.openxmlformats.org/drawingml/2006/main">
            <a:r>
              <a:t>같은 100을 포함하는 쪽을 주의합니다.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threshold=100이라고 밝기 100도 흰색이 되지 않습니다. 이 API의 비교는 기준보다 큰 값에 최대값을 줍니다.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결과는 [0,0,255,255]다. 60으로 낮추면 밝기80 영역도 흰색이 되며 작은 밝은 잡음은 별도 면적 조건으로 걸러야 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윤곽선은 연결된 영역의 경계를 따라가는 점들의 목록입니다. 경계 안의 면적은 픽셀 좌표계에서 계산하며 실제 물체의 이름을 알려 주지는 않습니다.</a:t>
            </a:r>
          </a:p>
          <a:p xmlns:a="http://schemas.openxmlformats.org/drawingml/2006/main">
            <a:r>
              <a:t>작은 영역의 윤곽선 면적은 16으로 제외합니다.</a:t>
            </a:r>
          </a:p>
          <a:p xmlns:a="http://schemas.openxmlformats.org/drawingml/2006/main">
            <a:r>
              <a:t>남은 영역을 세면 기본 예에서는 2입니다.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윤곽선 한 개가 언제나 실제 물체 한 개는 아닙니다. 물체가 붙으면 경계가 합쳐지고 그림자나 반사도 영역을 만들 수 있습니다.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기본 입력은 큰 영역 2개를 남긴다. contourArea의 픽셀 좌표 면적과 사각형 픽셀 개수는 경계 정의 때문에 다를 수 있다. 물리 면적이나 실제 수량으로 단정하지 않는다.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처리 파이프라인은 입력부터 결과까지 순서대로 이어진 작업입니다. 파일 읽기·회색조·마스크·윤곽선·표시·기록의 연결을 말합니다.</a:t>
            </a:r>
          </a:p>
          <a:p xmlns:a="http://schemas.openxmlformats.org/drawingml/2006/main">
            <a:r>
              <a:t>기본 출력 count는 2입니다.</a:t>
            </a:r>
          </a:p>
          <a:p xmlns:a="http://schemas.openxmlformats.org/drawingml/2006/main">
            <a:r>
              <a:t>work에 mask.png, detected.png, report.json을 저장합니다.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프로그램이 정상 종료했다는 사실만으로 검출이 맞는 것은 아닙니다. 입력·마스크·표시된 박스와 원문 조건을 함께 봐야 합니다.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OpenCV를 가져옵니다.</a:t>
            </a:r>
          </a:p>
          <a:p xmlns:a="http://schemas.openxmlformats.org/drawingml/2006/main">
            <a:r>
              <a:t>2줄: 설정과 결과를 JSON으로 읽고 쓰는 도구를 가져옵니다.</a:t>
            </a:r>
          </a:p>
          <a:p xmlns:a="http://schemas.openxmlformats.org/drawingml/2006/main">
            <a:r>
              <a:t>3줄: 경로 도구 Path를 가져옵니다.</a:t>
            </a:r>
          </a:p>
          <a:p xmlns:a="http://schemas.openxmlformats.org/drawingml/2006/main">
            <a:r>
              <a:t>4줄: course 폴더의 위치를 찾습니다.</a:t>
            </a:r>
          </a:p>
          <a:p xmlns:a="http://schemas.openxmlformats.org/drawingml/2006/main">
            <a:r>
              <a:t>5줄: 학생 작업 폴더의 설정 파일을 UTF-8로 읽고 딕셔너리로 풉니다.</a:t>
            </a:r>
          </a:p>
          <a:p xmlns:a="http://schemas.openxmlformats.org/drawingml/2006/main">
            <a:r>
              <a:t>6줄: 설정의 image 이름을 data 폴더 경로와 연결합니다.</a:t>
            </a:r>
          </a:p>
          <a:p xmlns:a="http://schemas.openxmlformats.org/drawingml/2006/main">
            <a:r>
              <a:t>7줄: 입력 이미지를 BGR로 읽습니다.</a:t>
            </a:r>
          </a:p>
          <a:p xmlns:a="http://schemas.openxmlformats.org/drawingml/2006/main">
            <a:r>
              <a:t>8줄: 이미지 읽기가 실패했는지 확인합니다.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실패 시 다음 영상 처리를 실행하지 않고 멈춥니다.</a:t>
            </a:r>
          </a:p>
          <a:p xmlns:a="http://schemas.openxmlformats.org/drawingml/2006/main">
            <a:r>
              <a:t>10줄: 임계값 비교에 쓸 회색조로 바꿉니다.</a:t>
            </a:r>
          </a:p>
          <a:p xmlns:a="http://schemas.openxmlformats.org/drawingml/2006/main">
            <a:r>
              <a:t>11줄: 기준보다 큰 픽셀을 255, 나머지를 0으로 만듭니다.</a:t>
            </a:r>
          </a:p>
          <a:p xmlns:a="http://schemas.openxmlformats.org/drawingml/2006/main">
            <a:r>
              <a:t>12줄: 흰 영역의 바깥 윤곽선을 찾습니다. 내부 구멍은 별도 계수하지 않습니다.</a:t>
            </a:r>
          </a:p>
          <a:p xmlns:a="http://schemas.openxmlformats.org/drawingml/2006/main">
            <a:r>
              <a:t>13줄: 남길 윤곽선의 빈 리스트를 만듭니다.</a:t>
            </a:r>
          </a:p>
          <a:p xmlns:a="http://schemas.openxmlformats.org/drawingml/2006/main">
            <a:r>
              <a:t>14줄: 윤곽선을 하나씩 확인하는 반복입니다.</a:t>
            </a:r>
          </a:p>
          <a:p xmlns:a="http://schemas.openxmlformats.org/drawingml/2006/main">
            <a:r>
              <a:t>15줄: 윤곽선 면적이 설정한 최소 면적 이상인지 비교합니다.</a:t>
            </a:r>
          </a:p>
          <a:p xmlns:a="http://schemas.openxmlformats.org/drawingml/2006/main">
            <a:r>
              <a:t>16줄: 조건을 만족한 윤곽선을 목록에 추가합니다.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17줄: 표시용 복사본을 만들어 읽은 원본 배열을 보존합니다.</a:t>
            </a:r>
          </a:p>
          <a:p xmlns:a="http://schemas.openxmlformats.org/drawingml/2006/main">
            <a:r>
              <a:t>18줄: 남긴 윤곽선을 하나씩 표시합니다.</a:t>
            </a:r>
          </a:p>
          <a:p xmlns:a="http://schemas.openxmlformats.org/drawingml/2006/main">
            <a:r>
              <a:t>19줄: 둘러싸는 사각형의 시작 좌표와 너비·높이를 받습니다.</a:t>
            </a:r>
          </a:p>
          <a:p xmlns:a="http://schemas.openxmlformats.org/drawingml/2006/main">
            <a:r>
              <a:t>20줄: 빨간 BGR 사각형 테두리를 복사본에 그립니다.</a:t>
            </a:r>
          </a:p>
          <a:p xmlns:a="http://schemas.openxmlformats.org/drawingml/2006/main">
            <a:r>
              <a:t>21줄: 마스크를 저장하고 성공 여부를 검사합니다.</a:t>
            </a:r>
          </a:p>
          <a:p xmlns:a="http://schemas.openxmlformats.org/drawingml/2006/main">
            <a:r>
              <a:t>22줄: 저장에 실패하면 오류로 멈춥니다.</a:t>
            </a:r>
          </a:p>
          <a:p xmlns:a="http://schemas.openxmlformats.org/drawingml/2006/main">
            <a:r>
              <a:t>23줄: 표시 결과를 저장하고 성공 여부를 검사합니다.</a:t>
            </a:r>
          </a:p>
          <a:p xmlns:a="http://schemas.openxmlformats.org/drawingml/2006/main">
            <a:r>
              <a:t>24줄: 저장에 실패하면 오류로 멈춥니다.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25줄: 파일 이름·임계값·남긴 영역 수를 결과 딕셔너리로 만듭니다.</a:t>
            </a:r>
          </a:p>
          <a:p xmlns:a="http://schemas.openxmlformats.org/drawingml/2006/main">
            <a:r>
              <a:t>26줄: 결과를 JSON 문자열로 바꿔 report.json에 기록합니다.</a:t>
            </a:r>
          </a:p>
          <a:p xmlns:a="http://schemas.openxmlformats.org/drawingml/2006/main">
            <a:r>
              <a:t>27줄: 같은 결과를 터미널에도 출력합니다.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기본 report는 parts.png,100.0,2다. 마스크에는 기준을 통과한 픽셀이 있으며 작은 영역은 검출 박스에서 제외된다.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실험은 바꾼 조건과 고정한 조건을 구분해 결과 차이의 원인을 살피는 활동입니다. 사진 두 장을 비교할 때 조명까지 함께 바뀌면 이유를 단정하기 어렵습니다.</a:t>
            </a:r>
          </a:p>
          <a:p xmlns:a="http://schemas.openxmlformats.org/drawingml/2006/main">
            <a:r>
              <a:t>개수 예상은 2,3,1입니다.</a:t>
            </a:r>
          </a:p>
          <a:p xmlns:a="http://schemas.openxmlformats.org/drawingml/2006/main">
            <a:r>
              <a:t>실험3은 두 번째 큰 영역만 남깁니다.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실험2 결과가 좋아 보인다고 모든 카메라 조건에서 60이 최적이라는 뜻은 아닙니다. 비교에 쓰지 않은 조명과 배경에서도 확인해야 합니다.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기본2, threshold60에서3, min_area2000에서1이 된다. 나머지 입력과 조건을 고정했기에 변화의 원인을 해당 조건으로 설명할 수 있다.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오검출은 대상이 아닌 영역을 대상으로 판단한 경우이고 미검출은 실제 목표를 놓친 경우입니다. 먼저 업무에서 무엇을 대상이라고 정했는지 있어야 두 오류를 셀 수 있습니다.</a:t>
            </a:r>
          </a:p>
          <a:p xmlns:a="http://schemas.openxmlformats.org/drawingml/2006/main">
            <a:r>
              <a:t>기준100에서 empty=0, dim=0, touching=1입니다.</a:t>
            </a:r>
          </a:p>
          <a:p xmlns:a="http://schemas.openxmlformats.org/drawingml/2006/main">
            <a:r>
              <a:t>붙은 영역 한 개가 실제 부품 두 개일 수 있습니다.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결과를 정확도 한 숫자로만 쓰면 어떤 장면에서 실패했는지 숨길 수 있습니다. 작은 수업 샘플의 통과율도 현장 성능 증명은 아닙니다.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empty는정상0, dim은조명때문에목표2개미검출, touching은영역합침때문에실제2개를1영역으로본다. 파일시험결과를실제현장정확도로과장하지않는다.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보류 입력은 기준을 정할 때 미리 맞춰 보지 않은 입력입니다. 연습 문제의 답에만 맞춘 규칙인지 확인할 기회를 줍니다.</a:t>
            </a:r>
          </a:p>
          <a:p xmlns:a="http://schemas.openxmlformats.org/drawingml/2006/main">
            <a:r>
              <a:t>새 위치에 놓인 세 영역이 남습니다.</a:t>
            </a:r>
          </a:p>
          <a:p xmlns:a="http://schemas.openxmlformats.org/drawingml/2006/main">
            <a:r>
              <a:t>입력 배치가 바뀌어도 이번 조건에서는 3입니다.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 입력 한 장에서 성공했다고 색과 조명 변화까지 모두 해결한 것은 아닙니다. 검증한 변화가 위치뿐인지 밝기·겹침도 포함하는지 기록합니다.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새 배치3개를검출한다. 위치가바뀐분리영역의처리는확인했으나실물색·빛·거리·움직임은검증하지않았다.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반복은 같은 처리 규칙을 여러 입력에 차례로 적용하는 방법입니다. 프레임마다 개수를 다시 세는 일과 시간 전체의 고유 물체를 추적하는 일은 다릅니다.</a:t>
            </a:r>
          </a:p>
          <a:p xmlns:a="http://schemas.openxmlformats.org/drawingml/2006/main">
            <a:r>
              <a:t>파일 이름과 해당 프레임의 개수가 줄마다 나옵니다.</a:t>
            </a:r>
          </a:p>
          <a:p xmlns:a="http://schemas.openxmlformats.org/drawingml/2006/main">
            <a:r>
              <a:t>2+0+3을 고유 부품 총수로 해석하지 않습니다.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카메라가 초당 30프레임을 준다고 프로그램도 반드시 초당30번 처리를 끝내는 것은 아닙니다. 처리시간과 장치의 출력속도는 별도로 측정해야 합니다.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영상 처리 도구를 가져옵니다.</a:t>
            </a:r>
          </a:p>
          <a:p xmlns:a="http://schemas.openxmlformats.org/drawingml/2006/main">
            <a:r>
              <a:t>2줄: 파일 경로 도구를 가져옵니다.</a:t>
            </a:r>
          </a:p>
          <a:p xmlns:a="http://schemas.openxmlformats.org/drawingml/2006/main">
            <a:r>
              <a:t>3줄: course 폴더를 찾습니다.</a:t>
            </a:r>
          </a:p>
          <a:p xmlns:a="http://schemas.openxmlformats.org/drawingml/2006/main">
            <a:r>
              <a:t>4줄: 세 파일을 주어진 순서로 처리합니다. 실제 시간 간격은 만들지 않습니다.</a:t>
            </a:r>
          </a:p>
          <a:p xmlns:a="http://schemas.openxmlformats.org/drawingml/2006/main">
            <a:r>
              <a:t>5줄: 현재 이름의 파일을 프레임 배열로 읽습니다.</a:t>
            </a:r>
          </a:p>
          <a:p xmlns:a="http://schemas.openxmlformats.org/drawingml/2006/main">
            <a:r>
              <a:t>6줄: 프레임 읽기 실패 여부를 검사합니다.</a:t>
            </a:r>
          </a:p>
          <a:p xmlns:a="http://schemas.openxmlformats.org/drawingml/2006/main">
            <a:r>
              <a:t>7줄: 실패한 파일 이름을 알려 주며 멈춥니다.</a:t>
            </a:r>
          </a:p>
          <a:p xmlns:a="http://schemas.openxmlformats.org/drawingml/2006/main">
            <a:r>
              <a:t>8줄: 현재 프레임을 회색조로 바꿉니다.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밝기 기준 100으로 이진 마스크를 만듭니다.</a:t>
            </a:r>
          </a:p>
          <a:p xmlns:a="http://schemas.openxmlformats.org/drawingml/2006/main">
            <a:r>
              <a:t>10줄: 프레임의 바깥 윤곽선을 찾습니다.</a:t>
            </a:r>
          </a:p>
          <a:p xmlns:a="http://schemas.openxmlformats.org/drawingml/2006/main">
            <a:r>
              <a:t>11줄: 이 프레임의 개수를 0으로 새로 시작합니다.</a:t>
            </a:r>
          </a:p>
          <a:p xmlns:a="http://schemas.openxmlformats.org/drawingml/2006/main">
            <a:r>
              <a:t>12줄: 각 윤곽선을 확인합니다.</a:t>
            </a:r>
          </a:p>
          <a:p xmlns:a="http://schemas.openxmlformats.org/drawingml/2006/main">
            <a:r>
              <a:t>13줄: 면적 100 이상인 영역만 남깁니다.</a:t>
            </a:r>
          </a:p>
          <a:p xmlns:a="http://schemas.openxmlformats.org/drawingml/2006/main">
            <a:r>
              <a:t>14줄: 조건을 만족할 때 이번 프레임 개수를 1 늘립니다.</a:t>
            </a:r>
          </a:p>
          <a:p xmlns:a="http://schemas.openxmlformats.org/drawingml/2006/main">
            <a:r>
              <a:t>15줄: 현재 파일 이름과 이번 프레임 개수를 출력합니다.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원본은2,0,3이다. count를밖에서누적하면두번째빈장면도앞의2를포함해잘못해석할수있다.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캡처는 장치에서 프레임을 받아오는 연결입니다. 장비를 빌려 쓰듯 열기와 사용 뒤 반환이 한 묶음이어야 합니다.</a:t>
            </a:r>
          </a:p>
          <a:p xmlns:a="http://schemas.openxmlformats.org/drawingml/2006/main">
            <a:r>
              <a:t>기본 제작은 카메라를 열지 않았습니다.</a:t>
            </a:r>
          </a:p>
          <a:p xmlns:a="http://schemas.openxmlformats.org/drawingml/2006/main">
            <a:r>
              <a:t>코드 읽기와 모의 실패 경로를 비교합니다.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장치 번호0이 항상 원하는 카메라라는 보장은 없습니다. 번호를 무작정 바꿔 촬영하기 전에 장치·권한·촬영 범위를 강사가 확인합니다.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OpenCV를 가져옵니다.</a:t>
            </a:r>
          </a:p>
          <a:p xmlns:a="http://schemas.openxmlformats.org/drawingml/2006/main">
            <a:r>
              <a:t>2줄: 장치 번호 0을 열려고 시도합니다. 실제 번호는 환경에 따라 다릅니다.</a:t>
            </a:r>
          </a:p>
          <a:p xmlns:a="http://schemas.openxmlformats.org/drawingml/2006/main">
            <a:r>
              <a:t>3줄: 오류가 나도 정리 구간이 실행되도록 묶습니다.</a:t>
            </a:r>
          </a:p>
          <a:p xmlns:a="http://schemas.openxmlformats.org/drawingml/2006/main">
            <a:r>
              <a:t>4줄: 카메라 열기 성공 여부를 확인합니다.</a:t>
            </a:r>
          </a:p>
          <a:p xmlns:a="http://schemas.openxmlformats.org/drawingml/2006/main">
            <a:r>
              <a:t>5줄: 실패 이유를 확인하도록 오류로 멈춥니다.</a:t>
            </a:r>
          </a:p>
          <a:p xmlns:a="http://schemas.openxmlformats.org/drawingml/2006/main">
            <a:r>
              <a:t>6줄: 끝내는 조건을 만날 때까지 반복합니다.</a:t>
            </a:r>
          </a:p>
          <a:p xmlns:a="http://schemas.openxmlformats.org/drawingml/2006/main">
            <a:r>
              <a:t>7줄: 성공 여부 ok와 프레임 배열을 받습니다.</a:t>
            </a:r>
          </a:p>
          <a:p xmlns:a="http://schemas.openxmlformats.org/drawingml/2006/main">
            <a:r>
              <a:t>8줄: 현재 프레임 읽기가 실패했는지 검사합니다.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실패를 화면에 알립니다.</a:t>
            </a:r>
          </a:p>
          <a:p xmlns:a="http://schemas.openxmlformats.org/drawingml/2006/main">
            <a:r>
              <a:t>10줄: 반복을 끝내 정리 구간으로 이동합니다.</a:t>
            </a:r>
          </a:p>
          <a:p xmlns:a="http://schemas.openxmlformats.org/drawingml/2006/main">
            <a:r>
              <a:t>11줄: 한 프레임을 회색조로 바꿉니다.</a:t>
            </a:r>
          </a:p>
          <a:p xmlns:a="http://schemas.openxmlformats.org/drawingml/2006/main">
            <a:r>
              <a:t>12줄: 로컬 GUI 창에 현재 프레임을 보입니다.</a:t>
            </a:r>
          </a:p>
          <a:p xmlns:a="http://schemas.openxmlformats.org/drawingml/2006/main">
            <a:r>
              <a:t>13줄: 창 이벤트를 처리하고 q 키인지 확인합니다. 255는 키 값의 하위 부분을 고릅니다.</a:t>
            </a:r>
          </a:p>
          <a:p xmlns:a="http://schemas.openxmlformats.org/drawingml/2006/main">
            <a:r>
              <a:t>14줄: q이면 반복을 끝냅니다.</a:t>
            </a:r>
          </a:p>
          <a:p xmlns:a="http://schemas.openxmlformats.org/drawingml/2006/main">
            <a:r>
              <a:t>15줄: 정상 종료와 오류 모두에서 실행할 정리 구간입니다.</a:t>
            </a:r>
          </a:p>
          <a:p xmlns:a="http://schemas.openxmlformats.org/drawingml/2006/main">
            <a:r>
              <a:t>16줄: 열었던 카메라 자원을 해제합니다.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17줄: OpenCV가 만든 GUI 창을 닫습니다.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isOpened는초기연결,read의ok는현재프레임성공이다. q·읽기실패·예외모두finally에서release한다. 실제촬영은별도확인조건이다.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경계는 무엇을 직접 실행했고 무엇을 조건으로 남겼는지 나누는 선입니다. 파일과 모의 캡처가 통과한 사실은 실제 하드웨어 동작과 구별해서 기록합니다.</a:t>
            </a:r>
          </a:p>
          <a:p xmlns:a="http://schemas.openxmlformats.org/drawingml/2006/main">
            <a:r>
              <a:t>세 경로 모두 release 호출을 확인합니다.</a:t>
            </a:r>
          </a:p>
          <a:p xmlns:a="http://schemas.openxmlformats.org/drawingml/2006/main">
            <a:r>
              <a:t>실제 카메라 영상 품질과 속도는 미확인입니다.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함수가 호출되었다는 기록만으로 실제 장치가 물리적으로 해제됐다고 주장하지 않습니다. 모의 객체는 코드의 경로만 대신합니다.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모의시험은실패와q분기에서release와destroyAllWindows호출을 확인했다. 실제드라이버권한창표시촬영성능은미검증이다.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요구사항은 어떤 입력에서 어떤 결과를 기대하는지 정한 약속입니다. 잘 찾는 프로그램처럼 모호한 표현 대신 조건과 확인 기준을 함께 씁니다.</a:t>
            </a:r>
          </a:p>
          <a:p xmlns:a="http://schemas.openxmlformats.org/drawingml/2006/main">
            <a:r>
              <a:t>입력 조건과 결과 항목을 먼저 씁니다.</a:t>
            </a:r>
          </a:p>
          <a:p xmlns:a="http://schemas.openxmlformats.org/drawingml/2006/main">
            <a:r>
              <a:t>빈장면·새배치·어두운장면을 시험에 포함합니다.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요구에 없는 실제 부품 종류 이름을 알고리즘 결과에 붙이지 않습니다. 영역의 밝기·면적 조건만으로 재질이나 불량 원인을 알 수 없습니다.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밝은분리영역수와표시이미지를출력한다고제한한다. 붙은부품분리나재질판별은제외하며실환경추가자료가필요하다.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 패키지는 원본 이름, 설정, 출력, 확인한 사실을 함께 남긴 묶음입니다. 그림 하나만 보내면 어떤 조건으로 만들었는지 재현하기 어렵습니다.</a:t>
            </a:r>
          </a:p>
          <a:p xmlns:a="http://schemas.openxmlformats.org/drawingml/2006/main">
            <a:r>
              <a:t>정상 입력의 기대 count는 3입니다.</a:t>
            </a:r>
          </a:p>
          <a:p xmlns:a="http://schemas.openxmlformats.org/drawingml/2006/main">
            <a:r>
              <a:t>없는 파일은 읽기 오류로 종료해야 합니다.</a:t>
            </a:r>
          </a:p>
          <a:p xmlns:a="http://schemas.openxmlformats.org/drawingml/2006/main">
            <a:r>
              <a:t>활동 A17: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입력을 못 읽은 상태와 정상적으로 물체가 없는 상태는 다릅니다. 둘 다 count0으로 기록하면 센서 장애를 빈 공간으로 오해할 수 있습니다.</a:t>
            </a:r>
          </a:p>
          <a:p xmlns:a="http://schemas.openxmlformats.org/drawingml/2006/main">
            <a:r>
              <a:t>활동 A17: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holdout정상3,empty정상0,missing은입력실패이며count결과없음이다. 설정·파일이름·상태·출력을 함께남긴다.</a:t>
            </a:r>
          </a:p>
          <a:p xmlns:a="http://schemas.openxmlformats.org/drawingml/2006/main">
            <a:r>
              <a:t>활동 A17: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인수인계는 다음 사람이 작업을 이어갈 수 있도록 입력과 확인 결과, 남은 한계를 전달하는 일입니다. 기능 소개와 실제 검증 결과를 구분해 말합니다.</a:t>
            </a:r>
          </a:p>
          <a:p xmlns:a="http://schemas.openxmlformats.org/drawingml/2006/main">
            <a:r>
              <a:t>파일 입력은 실제 실행 근거를 제시합니다.</a:t>
            </a:r>
          </a:p>
          <a:p xmlns:a="http://schemas.openxmlformats.org/drawingml/2006/main">
            <a:r>
              <a:t>카메라·GUI·현장 성능은 미실행 경계로 설명합니다.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완성 코드가 있다는 이유로 실시간 품질검사 시스템이 완성됐다고 말하지 않습니다. 교육용 합성 입력과 현장 운영은 검증 범위가 다릅니다.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전체를 다시 쓰기 전에 원문의 해당 값이나 코드 줄을 함께 찾습니다.</a:t>
            </a:r>
          </a:p>
          <a:p xmlns:a="http://schemas.openxmlformats.org/drawingml/2006/main">
            <a:r>
              <a:t>풀이: 설명에는BGR/좌표,threshold경계,영역수한계,실제웹캠미검증이포함된다. 최종자료작성완료와현장완료를구분한다.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(OpenCV + 웹캠 실습)</a:t>
            </a:r>
          </a:p>
          <a:p xmlns:a="http://schemas.openxmlformats.org/drawingml/2006/main">
            <a:r>
              <a:t>examples: outputs/2026-10-22/examples/course/ (이번 수업의 자체 가상 입력과 완성 예)</a:t>
            </a:r>
          </a:p>
          <a:p xmlns:a="http://schemas.openxmlformats.org/drawingml/2006/main">
            <a:r>
              <a:t>opencv-base: https://docs.opencv.org/4.12.0/d3/df2/tutorial_py_basic_ops.html (좌표·채널·shape·ROI, 2026-09-26 확인)</a:t>
            </a:r>
          </a:p>
          <a:p xmlns:a="http://schemas.openxmlformats.org/drawingml/2006/main">
            <a:r>
              <a:t>opencv-threshold: https://docs.opencv.org/4.12.0/d7/d4d/tutorial_py_thresholding.html (THRESH_BINARY 경계와 반환값, 2026-09-26 확인)</a:t>
            </a:r>
          </a:p>
          <a:p xmlns:a="http://schemas.openxmlformats.org/drawingml/2006/main">
            <a:r>
              <a:t>opencv-contour: https://docs.opencv.org/4.12.0/dd/d49/tutorial_py_contour_features.html (윤곽선 면적·경계 상자, 2026-09-26 확인)</a:t>
            </a:r>
          </a:p>
          <a:p xmlns:a="http://schemas.openxmlformats.org/drawingml/2006/main">
            <a:r>
              <a:t>opencv-capture: https://docs.opencv.org/4.12.0/d8/dfe/classcv_1_1VideoCapture.html (VideoCapture·isOpened·read·release)</a:t>
            </a:r>
          </a:p>
          <a:p xmlns:a="http://schemas.openxmlformats.org/drawingml/2006/main">
            <a:r>
              <a:t>opencv-gui: https://docs.opencv.org/4.12.0/d7/dfc/group__highgui.html (imshow·waitKey·destroyAllWindows)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f60db2bcf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c5702867cd4ae8" /><Relationship Type="http://schemas.openxmlformats.org/officeDocument/2006/relationships/slideLayout" Target="/ppt/slideLayouts/slideLayout1.xml" Id="Rd627659e1d8d4d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27659e1d8d4d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f5523a25944ae" /><Relationship Type="http://schemas.openxmlformats.org/officeDocument/2006/relationships/notesSlide" Target="/ppt/notesSlides/notesSlide1.xml" Id="Ra12f4cb9de9e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c2d1a38614f01" /><Relationship Type="http://schemas.openxmlformats.org/officeDocument/2006/relationships/notesSlide" Target="/ppt/notesSlides/notesSlide2.xml" Id="R6fee01daebda4c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2542047fb455f" /><Relationship Type="http://schemas.openxmlformats.org/officeDocument/2006/relationships/notesSlide" Target="/ppt/notesSlides/notesSlide3.xml" Id="Rb70e111d5dca4f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f0906b68e4079" /><Relationship Type="http://schemas.openxmlformats.org/officeDocument/2006/relationships/notesSlide" Target="/ppt/notesSlides/notesSlide4.xml" Id="Rb63e0325b44947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591e90aa449e7" /><Relationship Type="http://schemas.openxmlformats.org/officeDocument/2006/relationships/notesSlide" Target="/ppt/notesSlides/notesSlide5.xml" Id="R782ec11e839d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ac188d2aa41c5" /><Relationship Type="http://schemas.openxmlformats.org/officeDocument/2006/relationships/notesSlide" Target="/ppt/notesSlides/notesSlide6.xml" Id="Rd8ddb8f7cfa9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d143b16654368" /><Relationship Type="http://schemas.openxmlformats.org/officeDocument/2006/relationships/notesSlide" Target="/ppt/notesSlides/notesSlide7.xml" Id="Ree0858b5748e43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a63c98984464e" /><Relationship Type="http://schemas.openxmlformats.org/officeDocument/2006/relationships/notesSlide" Target="/ppt/notesSlides/notesSlide8.xml" Id="R57e6e76b78aa4f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ba2be06234002" /><Relationship Type="http://schemas.openxmlformats.org/officeDocument/2006/relationships/notesSlide" Target="/ppt/notesSlides/notesSlide9.xml" Id="Rc5d4f79c486c4f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aeceb3b904681" /><Relationship Type="http://schemas.openxmlformats.org/officeDocument/2006/relationships/notesSlide" Target="/ppt/notesSlides/notesSlide10.xml" Id="R358872fab1cd4a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87764f6b24f56" /><Relationship Type="http://schemas.openxmlformats.org/officeDocument/2006/relationships/notesSlide" Target="/ppt/notesSlides/notesSlide11.xml" Id="Rab37f984f8544d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5d57b1dbc42e2" /><Relationship Type="http://schemas.openxmlformats.org/officeDocument/2006/relationships/notesSlide" Target="/ppt/notesSlides/notesSlide12.xml" Id="R0bfbd91312684f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9484afea8495b" /><Relationship Type="http://schemas.openxmlformats.org/officeDocument/2006/relationships/notesSlide" Target="/ppt/notesSlides/notesSlide13.xml" Id="R7c409b1866a841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a71eeab424921" /><Relationship Type="http://schemas.openxmlformats.org/officeDocument/2006/relationships/notesSlide" Target="/ppt/notesSlides/notesSlide14.xml" Id="R86f40465f5e242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a22d27e8f4287" /><Relationship Type="http://schemas.openxmlformats.org/officeDocument/2006/relationships/notesSlide" Target="/ppt/notesSlides/notesSlide15.xml" Id="R98b1f7f6f9e244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1458ca70143c2" /><Relationship Type="http://schemas.openxmlformats.org/officeDocument/2006/relationships/notesSlide" Target="/ppt/notesSlides/notesSlide16.xml" Id="Rafd3d62a3d1744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8dadc85074bb5" /><Relationship Type="http://schemas.openxmlformats.org/officeDocument/2006/relationships/notesSlide" Target="/ppt/notesSlides/notesSlide17.xml" Id="R0ae221ad3c3a4e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d1ab910764106" /><Relationship Type="http://schemas.openxmlformats.org/officeDocument/2006/relationships/notesSlide" Target="/ppt/notesSlides/notesSlide18.xml" Id="Ra2d658245a6348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65614165c4e0c" /><Relationship Type="http://schemas.openxmlformats.org/officeDocument/2006/relationships/notesSlide" Target="/ppt/notesSlides/notesSlide19.xml" Id="R427cab6511ef41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2420b689b412e" /><Relationship Type="http://schemas.openxmlformats.org/officeDocument/2006/relationships/notesSlide" Target="/ppt/notesSlides/notesSlide20.xml" Id="R8d12c16425c24f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026abca8a4ff4" /><Relationship Type="http://schemas.openxmlformats.org/officeDocument/2006/relationships/notesSlide" Target="/ppt/notesSlides/notesSlide21.xml" Id="R6c386926251941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48dac20e74e4e" /><Relationship Type="http://schemas.openxmlformats.org/officeDocument/2006/relationships/notesSlide" Target="/ppt/notesSlides/notesSlide22.xml" Id="Rc23ccf15d94541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0e82bf4734928" /><Relationship Type="http://schemas.openxmlformats.org/officeDocument/2006/relationships/notesSlide" Target="/ppt/notesSlides/notesSlide23.xml" Id="R92e5415f4fce413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97a9e96284c97" /><Relationship Type="http://schemas.openxmlformats.org/officeDocument/2006/relationships/notesSlide" Target="/ppt/notesSlides/notesSlide24.xml" Id="R4f04f57a0f5f46e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5f2e715294cca" /><Relationship Type="http://schemas.openxmlformats.org/officeDocument/2006/relationships/image" Target="/ppt/media/image.png" Id="Rc3b9c58c9f27465c" /><Relationship Type="http://schemas.openxmlformats.org/officeDocument/2006/relationships/image" Target="/ppt/media/image2.png" Id="R516d6241a88145ef" /><Relationship Type="http://schemas.openxmlformats.org/officeDocument/2006/relationships/notesSlide" Target="/ppt/notesSlides/notesSlide25.xml" Id="Rb12faad837824b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80f768db94330" /><Relationship Type="http://schemas.openxmlformats.org/officeDocument/2006/relationships/notesSlide" Target="/ppt/notesSlides/notesSlide26.xml" Id="Ra67b2a9511824e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4e6a585d84924" /><Relationship Type="http://schemas.openxmlformats.org/officeDocument/2006/relationships/notesSlide" Target="/ppt/notesSlides/notesSlide27.xml" Id="Rf9da4e5dd89a4d6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009dee1ef4863" /><Relationship Type="http://schemas.openxmlformats.org/officeDocument/2006/relationships/notesSlide" Target="/ppt/notesSlides/notesSlide28.xml" Id="R3716c0d0a72943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5b820f959401b" /><Relationship Type="http://schemas.openxmlformats.org/officeDocument/2006/relationships/notesSlide" Target="/ppt/notesSlides/notesSlide29.xml" Id="R7240b6f1c855418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9014ab33d4f09" /><Relationship Type="http://schemas.openxmlformats.org/officeDocument/2006/relationships/notesSlide" Target="/ppt/notesSlides/notesSlide30.xml" Id="Re4dd7a5fc61d40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facddde62488b" /><Relationship Type="http://schemas.openxmlformats.org/officeDocument/2006/relationships/notesSlide" Target="/ppt/notesSlides/notesSlide31.xml" Id="R411c8b82bada459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a132065704b8b" /><Relationship Type="http://schemas.openxmlformats.org/officeDocument/2006/relationships/notesSlide" Target="/ppt/notesSlides/notesSlide32.xml" Id="R09a0834d85b740a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403c4a3324b04" /><Relationship Type="http://schemas.openxmlformats.org/officeDocument/2006/relationships/notesSlide" Target="/ppt/notesSlides/notesSlide33.xml" Id="Rb55d12cac2bd4b7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bd08960f5494d" /><Relationship Type="http://schemas.openxmlformats.org/officeDocument/2006/relationships/notesSlide" Target="/ppt/notesSlides/notesSlide34.xml" Id="R868ea593fe1a40b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7feb4e964446e" /><Relationship Type="http://schemas.openxmlformats.org/officeDocument/2006/relationships/image" Target="/ppt/media/image3.png" Id="Rcfbdccd3e3b342ac" /><Relationship Type="http://schemas.openxmlformats.org/officeDocument/2006/relationships/image" Target="/ppt/media/image4.png" Id="R5c3c1dea010648aa" /><Relationship Type="http://schemas.openxmlformats.org/officeDocument/2006/relationships/notesSlide" Target="/ppt/notesSlides/notesSlide35.xml" Id="Ra8935ffe3b664d0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80d1219094fba" /><Relationship Type="http://schemas.openxmlformats.org/officeDocument/2006/relationships/notesSlide" Target="/ppt/notesSlides/notesSlide36.xml" Id="Rdc5c732f4bce49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07a49d8b440f8" /><Relationship Type="http://schemas.openxmlformats.org/officeDocument/2006/relationships/notesSlide" Target="/ppt/notesSlides/notesSlide37.xml" Id="R432c71cd7e1d4ea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537de8f6d4d18" /><Relationship Type="http://schemas.openxmlformats.org/officeDocument/2006/relationships/notesSlide" Target="/ppt/notesSlides/notesSlide38.xml" Id="Ra47f140a98b244f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5c688426e4518" /><Relationship Type="http://schemas.openxmlformats.org/officeDocument/2006/relationships/notesSlide" Target="/ppt/notesSlides/notesSlide39.xml" Id="R53477cb4df7449d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e0252fba545ba" /><Relationship Type="http://schemas.openxmlformats.org/officeDocument/2006/relationships/notesSlide" Target="/ppt/notesSlides/notesSlide40.xml" Id="Ref43a6afa41348c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8542ab7ba4038" /><Relationship Type="http://schemas.openxmlformats.org/officeDocument/2006/relationships/notesSlide" Target="/ppt/notesSlides/notesSlide41.xml" Id="R77f82d9e9e64487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d7cf9d9f547d0" /><Relationship Type="http://schemas.openxmlformats.org/officeDocument/2006/relationships/notesSlide" Target="/ppt/notesSlides/notesSlide42.xml" Id="Rb792d5a0465a4c2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4d215d3dd4bf2" /><Relationship Type="http://schemas.openxmlformats.org/officeDocument/2006/relationships/notesSlide" Target="/ppt/notesSlides/notesSlide43.xml" Id="R3b126a3e6b4b4d8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61a373d1142c4" /><Relationship Type="http://schemas.openxmlformats.org/officeDocument/2006/relationships/notesSlide" Target="/ppt/notesSlides/notesSlide44.xml" Id="R24a301cd4a2c420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07b1e3172449c" /><Relationship Type="http://schemas.openxmlformats.org/officeDocument/2006/relationships/notesSlide" Target="/ppt/notesSlides/notesSlide45.xml" Id="R700ee343684e4fb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322ef93954089" /><Relationship Type="http://schemas.openxmlformats.org/officeDocument/2006/relationships/notesSlide" Target="/ppt/notesSlides/notesSlide46.xml" Id="Re18728796a18494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8822f1ebe40fd" /><Relationship Type="http://schemas.openxmlformats.org/officeDocument/2006/relationships/notesSlide" Target="/ppt/notesSlides/notesSlide47.xml" Id="R81fff733ec9c410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7bdeae5e8492c" /><Relationship Type="http://schemas.openxmlformats.org/officeDocument/2006/relationships/notesSlide" Target="/ppt/notesSlides/notesSlide48.xml" Id="R3bebb564f54d426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aadd573ec4a40" /><Relationship Type="http://schemas.openxmlformats.org/officeDocument/2006/relationships/notesSlide" Target="/ppt/notesSlides/notesSlide49.xml" Id="R6bc82f174ccc4c4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daa0d017549fe" /><Relationship Type="http://schemas.openxmlformats.org/officeDocument/2006/relationships/notesSlide" Target="/ppt/notesSlides/notesSlide50.xml" Id="R9dbf4d0254a94c1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f0c1ee63d434f" /><Relationship Type="http://schemas.openxmlformats.org/officeDocument/2006/relationships/notesSlide" Target="/ppt/notesSlides/notesSlide51.xml" Id="Re5059adc4eb4465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9238d80154623" /><Relationship Type="http://schemas.openxmlformats.org/officeDocument/2006/relationships/image" Target="/ppt/media/image5.png" Id="Rfc0e7eefb5014554" /><Relationship Type="http://schemas.openxmlformats.org/officeDocument/2006/relationships/image" Target="/ppt/media/image6.png" Id="Ra1a7047f2b20428d" /><Relationship Type="http://schemas.openxmlformats.org/officeDocument/2006/relationships/notesSlide" Target="/ppt/notesSlides/notesSlide52.xml" Id="Raf6ff732bec5471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4225db2f640b8" /><Relationship Type="http://schemas.openxmlformats.org/officeDocument/2006/relationships/notesSlide" Target="/ppt/notesSlides/notesSlide53.xml" Id="R10dab85c023c4bc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e2fb6dc645a4" /><Relationship Type="http://schemas.openxmlformats.org/officeDocument/2006/relationships/notesSlide" Target="/ppt/notesSlides/notesSlide54.xml" Id="R17b54cad3d5e410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fab63e7474ba0" /><Relationship Type="http://schemas.openxmlformats.org/officeDocument/2006/relationships/notesSlide" Target="/ppt/notesSlides/notesSlide55.xml" Id="Ra6805c0886234e0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6dc02087a4fff" /><Relationship Type="http://schemas.openxmlformats.org/officeDocument/2006/relationships/notesSlide" Target="/ppt/notesSlides/notesSlide56.xml" Id="R3abb3dc95cd341c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dd2a35aba4bed" /><Relationship Type="http://schemas.openxmlformats.org/officeDocument/2006/relationships/notesSlide" Target="/ppt/notesSlides/notesSlide57.xml" Id="R9a2026960949452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98db55c024335" /><Relationship Type="http://schemas.openxmlformats.org/officeDocument/2006/relationships/notesSlide" Target="/ppt/notesSlides/notesSlide58.xml" Id="Rd55247153f0d431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d76189cc04d3f" /><Relationship Type="http://schemas.openxmlformats.org/officeDocument/2006/relationships/notesSlide" Target="/ppt/notesSlides/notesSlide59.xml" Id="Rf4bb78df2f0848f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3145c9ac9408b" /><Relationship Type="http://schemas.openxmlformats.org/officeDocument/2006/relationships/notesSlide" Target="/ppt/notesSlides/notesSlide60.xml" Id="Rd2f4d4c888a44aa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be7637b544651" /><Relationship Type="http://schemas.openxmlformats.org/officeDocument/2006/relationships/notesSlide" Target="/ppt/notesSlides/notesSlide61.xml" Id="Rbf6fea1bd71d4c5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e94719ee3405c" /><Relationship Type="http://schemas.openxmlformats.org/officeDocument/2006/relationships/notesSlide" Target="/ppt/notesSlides/notesSlide62.xml" Id="R3d9983e5e67847a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3469b930b4bf1" /><Relationship Type="http://schemas.openxmlformats.org/officeDocument/2006/relationships/notesSlide" Target="/ppt/notesSlides/notesSlide63.xml" Id="R58821cf6cd6b4dc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5fec1e74402d" /><Relationship Type="http://schemas.openxmlformats.org/officeDocument/2006/relationships/notesSlide" Target="/ppt/notesSlides/notesSlide64.xml" Id="R3666d3b27916432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f4483b0ca4451" /><Relationship Type="http://schemas.openxmlformats.org/officeDocument/2006/relationships/notesSlide" Target="/ppt/notesSlides/notesSlide65.xml" Id="R26f3c0974522496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71faf02c94bc3" /><Relationship Type="http://schemas.openxmlformats.org/officeDocument/2006/relationships/notesSlide" Target="/ppt/notesSlides/notesSlide66.xml" Id="R7074f81cce8c4fd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516dbcded4ded" /><Relationship Type="http://schemas.openxmlformats.org/officeDocument/2006/relationships/notesSlide" Target="/ppt/notesSlides/notesSlide67.xml" Id="Rd48eecce56854dd5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f2193510c4956" /><Relationship Type="http://schemas.openxmlformats.org/officeDocument/2006/relationships/notesSlide" Target="/ppt/notesSlides/notesSlide68.xml" Id="R1dc5178b2166473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c64c347564cd6" /><Relationship Type="http://schemas.openxmlformats.org/officeDocument/2006/relationships/notesSlide" Target="/ppt/notesSlides/notesSlide69.xml" Id="R120685a71dfb487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4870e1ff9401d" /><Relationship Type="http://schemas.openxmlformats.org/officeDocument/2006/relationships/notesSlide" Target="/ppt/notesSlides/notesSlide70.xml" Id="Raa6bde04a94f457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71e7c01514c31" /><Relationship Type="http://schemas.openxmlformats.org/officeDocument/2006/relationships/notesSlide" Target="/ppt/notesSlides/notesSlide71.xml" Id="R26bc9aa2da7c4a9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3e185cbfd4b7a" /><Relationship Type="http://schemas.openxmlformats.org/officeDocument/2006/relationships/notesSlide" Target="/ppt/notesSlides/notesSlide72.xml" Id="Rb54ec679e7e1400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014e8008c4be3" /><Relationship Type="http://schemas.openxmlformats.org/officeDocument/2006/relationships/notesSlide" Target="/ppt/notesSlides/notesSlide73.xml" Id="R80a50977cb9b4495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20b7a4eed4cc7" /><Relationship Type="http://schemas.openxmlformats.org/officeDocument/2006/relationships/notesSlide" Target="/ppt/notesSlides/notesSlide74.xml" Id="R0b40337b50d344d4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06cbf1c5241e4" /><Relationship Type="http://schemas.openxmlformats.org/officeDocument/2006/relationships/notesSlide" Target="/ppt/notesSlides/notesSlide75.xml" Id="Re77bb18d06024ca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8ab6788854af7" /><Relationship Type="http://schemas.openxmlformats.org/officeDocument/2006/relationships/notesSlide" Target="/ppt/notesSlides/notesSlide76.xml" Id="R226f7f325fe0449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ef4e21e274787" /><Relationship Type="http://schemas.openxmlformats.org/officeDocument/2006/relationships/notesSlide" Target="/ppt/notesSlides/notesSlide77.xml" Id="R8c8f51f29ad441b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58136c1374c89" /><Relationship Type="http://schemas.openxmlformats.org/officeDocument/2006/relationships/notesSlide" Target="/ppt/notesSlides/notesSlide78.xml" Id="R624594af953f475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7c08837904809" /><Relationship Type="http://schemas.openxmlformats.org/officeDocument/2006/relationships/notesSlide" Target="/ppt/notesSlides/notesSlide79.xml" Id="R698aece6b8604d5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0eba7db9941ea" /><Relationship Type="http://schemas.openxmlformats.org/officeDocument/2006/relationships/notesSlide" Target="/ppt/notesSlides/notesSlide80.xml" Id="Rc1daaee710c34ec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3fdcb5d4e4b91" /><Relationship Type="http://schemas.openxmlformats.org/officeDocument/2006/relationships/notesSlide" Target="/ppt/notesSlides/notesSlide81.xml" Id="R49550796292c42c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dcfc05b054e04" /><Relationship Type="http://schemas.openxmlformats.org/officeDocument/2006/relationships/notesSlide" Target="/ppt/notesSlides/notesSlide82.xml" Id="R7413c8704ec04000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a23200939436b" /><Relationship Type="http://schemas.openxmlformats.org/officeDocument/2006/relationships/notesSlide" Target="/ppt/notesSlides/notesSlide83.xml" Id="R72e93cad46164604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a7e917a2d4ac1" /><Relationship Type="http://schemas.openxmlformats.org/officeDocument/2006/relationships/notesSlide" Target="/ppt/notesSlides/notesSlide84.xml" Id="R0bfe2b4be26f4ab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7dd623f49415f" /><Relationship Type="http://schemas.openxmlformats.org/officeDocument/2006/relationships/notesSlide" Target="/ppt/notesSlides/notesSlide85.xml" Id="R009a3133e4f5410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f015977474d07" /><Relationship Type="http://schemas.openxmlformats.org/officeDocument/2006/relationships/notesSlide" Target="/ppt/notesSlides/notesSlide86.xml" Id="R068cbb40ca6046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BA00E-4623-4E37-8448-EC2886E0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2026-10-22  OpenCV + 웹캠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5D76B-2E24-49F3-AEC2-C54BC2CE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OpenCV + 웹캠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120A5-A87C-4E80-BBF1-DE38E215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3A26-BFF2-455A-9458-C70EE12E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D577F-B7DE-4848-A0F0-CB3BF533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이미지를 값으로 읽고,</a:t>
            </a:r>
          </a:p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검출의 근거를 확인하기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A7406-734D-49C9-92E8-883CBC06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픽셀과 채널에서 파일 처리와 웹캠 종료까지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8E3B6-FFA7-4342-A888-0FD7B45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</p:spTree>
    <p:extLst>
      <p:ext uri="{BB962C8B-B14F-4D97-AF65-F5344CB8AC3E}">
        <p14:creationId xmlns:p14="http://schemas.microsoft.com/office/powerpoint/2010/main" val="120479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3C3F5-C029-4181-A8EE-C6330774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2026-10-22  OpenCV + 웹캠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58CC0-C0A0-4072-83C4-9C1751BA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오늘의 입력과 확인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28EFC-577B-4302-B7E6-909CC716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EE9D9-F8F8-4D76-8552-46939012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수업에서 확인할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입력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자체 합성 이미지 파일, 사람 촬영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검증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읽기·변환·조건 비교·오류 입력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경로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조건을 확인한 웹캠과 GUI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미실행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카메라 열기·촬영·현장 성능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0CA5E-7BC9-4C76-BC5F-504406A0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360분은 수업 제작 배정입니다. 실제 초심자 리허설과 장비 현장 검증은 별도로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2141857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2B1F4-10F1-4ED3-AF58-BC34155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76087-AD3D-4C89-B5D7-0D70400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이미지는 작은 값들의 격자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F84C6-64AC-495D-B18D-0610D490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C3C8D-DFCD-41AE-B97F-5EF74A0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픽셀은 한 위치의 밝기·색 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 처리는 배열의 값을 읽고 바꾸는 일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픽셀 수와 현실의 mm는 다른 단위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94722-75E1-49BA-9E2F-B6A82EDB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가로·세로와 실제 길이를 왜 구분해야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61986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225F0-804A-46ED-B122-F75DA5A5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C76F9-58D4-4222-A323-DB68869B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이미지는 작은 값들의 격자의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02C58-4650-47EC-B610-7A12DCC3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9B279-1A42-440A-A760-56FB521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F57E0-2012-4B8B-85F1-DEF407F4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898B4-D8E9-4576-ABC2-8C63C487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4×3 회색조 예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0 0 255 255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0 80 80 255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0 0 0 0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B1925-EFAF-4F74-8F93-3BE6CBDF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1F4C1-CAED-408D-A9BE-6C7B0A9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가로 4칸, 세로 3칸입니다. 0은 어둡고 255는 밝습니다.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 예의 배열은 높이 3, 너비 4입니다.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B1B9B-F897-4332-ADD9-A8BBA1D1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가로·세로와 실제 길이를 왜 구분해야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085949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6E0E0-34FE-464A-9CD4-C5DBC078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A3CB9-70AB-4AB1-9438-482D471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이미지는 작은 값들의 격자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05E0C-0E9A-4ABD-8C60-23EA4AB7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709F7-D975-40B8-9D90-E077F795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862A7-ED17-4FD7-89DB-9CDED0CF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A01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C67F4-A784-4A8C-AA50-CFF18B0C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격자에서 밝은 칸 세 개를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BF743-ACA7-4FCE-8EF0-52AE2E1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높이와 너비를 서로 다른 칸에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1006E-3454-4CB5-B13B-2D65717B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한 픽셀의 실제 길이를 알기 위해 필요한 정보를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C5FEA-7025-489B-8EC9-209D4BD7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격자 읽기 / 크기와 실제 길이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B61BA-8223-43AA-8471-3034ABC0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가로·세로와 실제 길이를 왜 구분해야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380897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2DD46-4032-48D4-B6AE-6C94018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A6F6E-D5DF-4AC7-887C-ECC1D8C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좌표와 BGR 채널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3893C-1A45-4E48-8562-362E3942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59A3E-07C6-4463-BFE6-4C9E8C7A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image[y,x]의 색 성분을 BGR 순서로 읽기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 순서와 색 약속을 맞추기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RGB와 BGR의 이름만 비슷하고 순서는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4AB3D-0D8D-4898-A34E-FB2B8314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image[40,30]은 어느 x,y를 가리키나요?</a:t>
            </a:r>
          </a:p>
        </p:txBody>
      </p:sp>
    </p:spTree>
    <p:extLst>
      <p:ext uri="{BB962C8B-B14F-4D97-AF65-F5344CB8AC3E}">
        <p14:creationId xmlns:p14="http://schemas.microsoft.com/office/powerpoint/2010/main" val="332653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8A412-3D06-4AD6-B77D-8B5B8555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4D213-B6AC-4BB4-B31F-956FFDD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좌표와 BGR 채널의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15082-0DCF-4F31-95D1-571368E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D7152-DFD9-4E28-B57D-C7D5608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AE827-7C7E-449A-B6EE-8A4F9560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DFAF8-058C-4667-A6EE-621D8B1F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좌표: x=2, y=1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픽셀: [0, 0, 255]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컬러 shape: (240,320,3)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7FA86-A830-4F6D-82E2-C3BB044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3636C-E4CD-4692-A650-DB72D97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image[1,2]에서 BGR 값 [0,0,255]는 빨강입니다.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shape는 높이 240, 너비 320, 채널 3입니다.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5D8D0-9899-482B-AF82-39B7E09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image[40,30]은 어느 x,y를 가리키나요?</a:t>
            </a:r>
          </a:p>
        </p:txBody>
      </p:sp>
    </p:spTree>
    <p:extLst>
      <p:ext uri="{BB962C8B-B14F-4D97-AF65-F5344CB8AC3E}">
        <p14:creationId xmlns:p14="http://schemas.microsoft.com/office/powerpoint/2010/main" val="2065367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A5179-F737-45A5-96A4-25CBB482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CFD44-9563-4481-B3A9-1A37579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좌표와 BGR 채널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70230-B902-40A8-9986-73CFD135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59A6C-9F5E-478E-9659-E3DA14B8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A7C78-031F-4F30-A715-1D4B0D5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A02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F5A6F-956D-4367-A7DD-EFAD693F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x,y와 배열 인덱스를 대응합니다.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FCFEE-810C-42E5-909C-900AD19D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BGR 세 값에서 빨강 성분을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2A4A9-72C1-4809-9C11-94F0F15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shape 세 숫자의 뜻을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EF281-842B-4A23-AACE-AB9D129B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좌표 대응 / 채널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987FA-357E-4580-B1C7-65117B74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image[40,30]은 어느 x,y를 가리키나요?</a:t>
            </a:r>
          </a:p>
        </p:txBody>
      </p:sp>
    </p:spTree>
    <p:extLst>
      <p:ext uri="{BB962C8B-B14F-4D97-AF65-F5344CB8AC3E}">
        <p14:creationId xmlns:p14="http://schemas.microsoft.com/office/powerpoint/2010/main" val="14093582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1EC25-B999-4F68-90AE-B45A0DE0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ABE92-7A06-4A6A-A776-E555C2C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파일과 프레임의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C89CF-1F06-46C9-B01C-14948B9C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2B574-78E5-4BF2-BA09-93BE4B3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프레임은 한 시점의 이미지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파일로 규칙을 먼저 비교하기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수와 고유 물체 수는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DDFAA-57AB-4B2E-9AE0-11BA95B9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파일 재생과 실제 웹캠 검증은 무엇이 다른가요?</a:t>
            </a:r>
          </a:p>
        </p:txBody>
      </p:sp>
    </p:spTree>
    <p:extLst>
      <p:ext uri="{BB962C8B-B14F-4D97-AF65-F5344CB8AC3E}">
        <p14:creationId xmlns:p14="http://schemas.microsoft.com/office/powerpoint/2010/main" val="338010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5C7EF-14F9-44E5-85F6-8855C9C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4DD6B-574D-4635-B335-B08877B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파일과 프레임의 차이의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7864A-1FE8-4BD9-ADBE-E3137A2D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361D1-FAF8-412F-A5D5-3E1CB7A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FB04A-6C95-440C-8B57-E953951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B4D59-6F0B-4A69-B57A-CE2BF514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parts.png: 한 장면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empty.png: 물체 없는 장면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holdout.png: 새 배치 장면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94A9B-018B-4C91-9B46-98F707A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2A8BB-B6E8-4C85-B339-E2DC6DF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세 파일을 순서대로 읽어도 실제 카메라 속도 검증은 아닙니다.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실시간 영상은 장치·시간·처리 지연을 추가로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DAFCE-D5CE-4466-93CA-293469B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파일 재생과 실제 웹캠 검증은 무엇이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639205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29708-4DB4-4BA2-9DB9-468FF8A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52384-43D6-4578-88FE-F8BDB8F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파일과 프레임의 차이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36107-E729-43D4-BB63-35EE566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CFAE9-C21C-447B-BF82-47DEDE2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39112-C927-40B6-AEEE-90C513B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A03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2BA5E-1CA4-4822-BFDC-E9DF76AD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입력 파일의 역할을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A9449-FBFD-4994-9B3D-D3A29031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파일 반복 시험의 장점을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B1FB9-6A97-4AF9-B6DD-D90572F7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실제 웹캠에서 추가로 확인할 조건을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0720A-A7E4-42AB-A3E0-E3D18C67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입력 종류 / 미확인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1ADCF-3B23-4D56-AE55-BF06634F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파일 재생과 실제 웹캠 검증은 무엇이 다른가요?</a:t>
            </a:r>
          </a:p>
        </p:txBody>
      </p:sp>
    </p:spTree>
    <p:extLst>
      <p:ext uri="{BB962C8B-B14F-4D97-AF65-F5344CB8AC3E}">
        <p14:creationId xmlns:p14="http://schemas.microsoft.com/office/powerpoint/2010/main" val="2736946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C6882-71EF-4E2E-B049-B6F58F7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E58EB-F3BC-44D8-BB05-70E7E98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이미지 파일 읽기와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5806C-ADCB-4682-97A2-366A9B37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5B084-5A3B-4CD0-9008-BA26E10C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imread는 파일을 배열로 읽고 실패 시 None을 반환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실패와 처리 오류를 분리해 복구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저장과 코드 실행은 별개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524FB-A098-4F50-8936-D9DDCA4F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None 확인을 색 변환보다 먼저 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5260324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7A455-45E0-4FEC-90A7-5BCAA52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49803-A16A-4BCA-A64B-437F43B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이미지 파일 읽기와 실패의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1EAA6-2816-462A-B521-F5DA313D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F8D9B-07DE-43C5-85D4-374D76A3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DE4E7-DAE1-4319-942E-480848F0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D23A5-BE05-47B7-B566-BDA150A5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01_inspect.py 전체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data/parts.png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예상 shape (240,320,3)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9DD7C-6AC7-4E5F-88F8-2F1ABEC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6CE1C-A999-4245-A68C-207F764B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코드가 파일을 찾고 배열 크기와 픽셀 값을 출력합니다.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회색조 결과는 work/gray.png에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C0990-BE98-4C06-9ABD-6D49065B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None 확인을 색 변환보다 먼저 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349479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44C57-49DD-42AB-BFF5-CE67009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61073-B2BB-4AA2-A6C3-7865E94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01_inspect.py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33961-6ABF-487C-8BAA-0A50F55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BCBD2-9DBA-45AC-906F-83B6B995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1A9A-56F4-4EF9-8143-F04ED863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1DA1F-4E32-464B-B0A0-8ADF6DF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cv2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root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root / "data" / "parts.png"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image = cv2.imread(str(source))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image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raise ValueError("이미지를 읽지 못했습니다: " + str(source))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print("shape:", image.shape)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B9370-75D3-4DEA-AFDA-C44DC3D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96312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4BE11-88EE-4936-8500-CC1087A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5836-E2B2-4B43-A298-2622E24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01_inspect.py · 9~14줄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6114-702F-4604-9BA3-0846858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B44E2-A888-4B10-A561-395C8851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3E8D4-3F19-4C54-915C-A7896A2D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FF3BA-3D37-4FD7-A4B9-9010A5E8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print("BGR:", image[40, 30].tolist())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gray = cv2.cvtColor(image, cv2.COLOR_BGR2GRAY)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saved = cv2.imwrite(str(root / "work" / "gray.png"), gray)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not saved: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raise OSError("출력 파일을 저장하지 못했습니다")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print("gray:", gray.shape)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E27A3-0B3D-46BD-9441-7445FA6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527257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5E43C-97C4-4710-BD84-8E421494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CB597-2E57-466C-B194-0200890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A2789-434A-4B63-885F-B9128C1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F4DF1-1F0B-4556-8DAB-CF4E013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라이브러리를 cv2 이름으로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경로를 다루는 Path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파일 위치에서 두 단계 위 course 폴더를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파일 parts.png의 전체 경로를 만듭니다.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 경로에서 컬러 이미지를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F5F74-FB46-4373-8AEC-3E632504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6166983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5BDC2-229D-4215-85F8-932EEE5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DB5DF-DCDB-4E92-A355-CCFDB24D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7FD02-EEAC-4A34-BA1C-50FD3A7B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346FB-4101-4E3A-82CE-1D9485C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읽기 실패로 값이 None인지 검사합니다.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실패하면 파일 경로를 포함한 오류로 멈춥니다.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높이·너비·채널 수를 출력합니다.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y=40, x=30의 BGR 값을 일반 목록으로 출력합니다.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BGR 세 채널을 회색조 한 채널로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9F252-3B94-4BBE-B1E5-27BB9B7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6823365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488AC-D520-48DE-84FE-727AE501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3A665-F840-4F2B-9097-D0712D6C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11~14줄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29DE9-8D6A-4F85-BCDE-D11AC739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26A23-2F20-4715-9CBB-221600AB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8191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8191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work에 회색조 이미지를 저장하고 성공 여부를 받습니다.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실패 여부를 검사합니다.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8191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실패하면 폴더나 쓰기 권한을 확인할 오류를 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회색조의 높이와 너비를 출력합니다.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B742A-79E2-4EC4-9AA2-15757E4F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5266985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85D3B-FD67-495B-8ABC-A1BA0316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C5826-C788-4800-A7D2-C225B102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이미지 파일 읽기와 실패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B5B29-1CDC-47F2-9145-ACC9667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43B82-0730-4B0C-83B9-C2F66E5C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A6515-A796-485C-BF29-C4662CE1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A04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FC20-E891-4AA9-8D7B-BE65E9C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실행 폴더와 입력 경로를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0B48-C4E3-46A3-871F-A616C7BC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코드 각 줄을 읽고 크기·픽셀 값을 예상합니다.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B2981-48E0-4308-AA1E-F1E3A3A9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실행 또는 제공 출력과 비교하고 gray.png를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1B4CE-D16D-4BCB-BC8A-D33B224D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실행 경로 / 예상과 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14163-CF01-4514-AACE-C14206A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None 확인을 색 변환보다 먼저 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2145516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E5BCF-1C36-485B-8A25-3F5ECFB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9230D-A3CE-45D0-9723-1445E99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관심 영역과 크기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BE2E9-F133-44B8-81BA-723406A6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892B8-97CF-4CB9-94B6-72FF3FB9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ROI는 분석할 부분, resize는 새 크기로 변환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관계없는 배경과 계산량을 줄이기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자르기와 축소는 다른 처리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59E6B-E64E-4321-8D73-AB589761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ROI 자르기와 resize는 어떤 정보를 바꾸나요?</a:t>
            </a:r>
          </a:p>
        </p:txBody>
      </p:sp>
    </p:spTree>
    <p:extLst>
      <p:ext uri="{BB962C8B-B14F-4D97-AF65-F5344CB8AC3E}">
        <p14:creationId xmlns:p14="http://schemas.microsoft.com/office/powerpoint/2010/main" val="16819110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B3BD2-6266-46B0-B308-1E2745AB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45C70-155D-434F-9B9F-AC17D5D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관심 영역과 크기의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57DD4-5CC4-432B-8A4C-76C9DCB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93C7C-2A80-47C3-8B1E-382B0BED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7CF3C-2FB5-46A3-A232-588DD2F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0F2DE-705E-46D8-A0F3-B39A2A2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원본 shape (240,320,3)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ROI: image[20:80,10:70]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resize 목표: (160,120)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A6233-8567-4F16-BA63-049F9273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70623-5C42-41D7-BF8C-17C1A18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슬라이스 끝 번호는 포함하지 않아 ROI는 60×60입니다.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resize의 크기 인자는 너비 160, 높이 120입니다.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9491A-EBD7-4C89-8E4D-BE703023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ROI 자르기와 resize는 어떤 정보를 바꾸나요?</a:t>
            </a:r>
          </a:p>
        </p:txBody>
      </p:sp>
    </p:spTree>
    <p:extLst>
      <p:ext uri="{BB962C8B-B14F-4D97-AF65-F5344CB8AC3E}">
        <p14:creationId xmlns:p14="http://schemas.microsoft.com/office/powerpoint/2010/main" val="14069862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D28A5-00B5-4561-BCD6-3754CEC4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56ABD-0552-4F96-A69F-F6682C48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관심 영역과 크기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7D092-996D-4E12-8126-3F53197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8DCC4-C8FD-4732-8DF9-3D78EA03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B80A0-766C-498C-8B76-747AF3F0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A05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566E9-BC51-40A7-B784-AF66AE5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ROI의 시작·끝 번호를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6B1FA-0E4B-45B1-B9A9-AAAE97CA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결과 높이·너비를 계산합니다.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3C3F8-A453-4981-8C4C-6E0921F6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전체 크기를 반으로 바꾼 후 면적 기준을 그대로 써도 될지 토의합니다.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F6505-556B-4396-A9C7-24F3238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ROI 계산 / 크기 변경의 영향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2135B-FEF1-4185-A716-B738D6B3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ROI 자르기와 resize는 어떤 정보를 바꾸나요?</a:t>
            </a:r>
          </a:p>
        </p:txBody>
      </p:sp>
    </p:spTree>
    <p:extLst>
      <p:ext uri="{BB962C8B-B14F-4D97-AF65-F5344CB8AC3E}">
        <p14:creationId xmlns:p14="http://schemas.microsoft.com/office/powerpoint/2010/main" val="2119176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47759-5F55-4FDE-A4CC-0C9CAB3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65DA6-5FD5-4003-932C-1BBB32A7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회색조의 얻는 것과 잃는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4C31D-84F8-40B6-BB89-4FF45E0E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251AC-3A67-402A-9CDB-42DE242F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 세 성분을 밝기 한 채널로 표현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밝기 기준 비교를 단순하게 만들기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회색조만으로 색 이름을 구별할 수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0572C-4AA2-4F84-811A-DBB611B2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회색조를 쓰면 어떤 질문에는 답하기 어려워지나요?</a:t>
            </a:r>
          </a:p>
        </p:txBody>
      </p:sp>
    </p:spTree>
    <p:extLst>
      <p:ext uri="{BB962C8B-B14F-4D97-AF65-F5344CB8AC3E}">
        <p14:creationId xmlns:p14="http://schemas.microsoft.com/office/powerpoint/2010/main" val="4528654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5B8CE-0950-4B62-8E92-13DD6B8C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5A9B2-3A34-430E-A194-E1BA24D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회색조의 얻는 것과 잃는 것의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738CE-6F8C-412A-982A-EA08A61C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3242B-2539-4DCE-AEE9-EB178FCA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16E50-642A-4E6D-A9CF-251D51F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27BFA-C04A-4FBA-A929-2C778859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빨강 BGR [0,0,255] → 76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초록 BGR [0,255,0] → 150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파랑 BGR [255,0,0] → 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25D2F-2357-4D54-B0FF-A9675EF5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E3DFE-25C7-4E16-B4F9-E22A0CD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색 견본의 BGR 세 값이 밝기 한 값으로 줄어듭니다.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색 성분을 원래대로 복구할 수 없습니다.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A36B6-F629-4DC4-A01D-74BB7AA6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회색조를 쓰면 어떤 질문에는 답하기 어려워지나요?</a:t>
            </a:r>
          </a:p>
        </p:txBody>
      </p:sp>
    </p:spTree>
    <p:extLst>
      <p:ext uri="{BB962C8B-B14F-4D97-AF65-F5344CB8AC3E}">
        <p14:creationId xmlns:p14="http://schemas.microsoft.com/office/powerpoint/2010/main" val="6642217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CEDBC-C837-4FBD-A5DE-D49C6058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실제 입력·출력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9343B-94C4-4269-B82B-052879C3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입력의 색 채널과 회색조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C6CD4-CAA2-42AB-9E8C-E613EA0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80FB9-5A93-4B98-9310-706DC99B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9c58c9f27465c"/>
          <a:stretch xmlns:a="http://schemas.openxmlformats.org/drawingml/2006/main"/>
        </p:blipFill>
        <p:spPr>
          <a:xfrm xmlns:a="http://schemas.openxmlformats.org/drawingml/2006/main">
            <a:off x="609600" y="2400300"/>
            <a:ext cx="5334000" cy="2133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E43F9-71FE-4DF8-AADE-7A0767B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BGR 색 견본 · 빨강·초록·파랑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d6241a88145ef"/>
          <a:stretch xmlns:a="http://schemas.openxmlformats.org/drawingml/2006/main"/>
        </p:blipFill>
        <p:spPr>
          <a:xfrm xmlns:a="http://schemas.openxmlformats.org/drawingml/2006/main">
            <a:off x="6248400" y="2400300"/>
            <a:ext cx="5334000" cy="2133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C5828-0851-4798-9546-7AE5D1A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95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cvtColor 결과 · 밝기76·150·29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7AB4F-81FD-4979-BCF6-8F3C53FA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자체 합성 분석 입력과 실제 코드 처리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7281546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66361-61D9-4DB2-86D0-7DFBD81E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FD6D1-4C13-4996-8FF7-B13E041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회색조의 얻는 것과 잃는 것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BFA75-7305-446C-B137-14DF33AD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FAFD0-E7B3-40CF-B02C-B859D73A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5136E-DDB0-4488-A1F1-D8F3BD9D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A06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8084B-4777-4405-B086-6E0F3E6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color-patches.png와 gray-patches.png를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ED03E-E035-4F95-B7F1-2BD62FE4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세 BGR 값과 대응 밝기76·150·29를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50939-1AD6-4C9E-BB88-A8F578C0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색이 꼭 필요한 반례 하나를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43384-3C06-4F85-9762-5AB740B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원본과 변환 비교 / 정보 손실 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4A2CE-FF12-46CF-8C81-716C0BA3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회색조를 쓰면 어떤 질문에는 답하기 어려워지나요?</a:t>
            </a:r>
          </a:p>
        </p:txBody>
      </p:sp>
    </p:spTree>
    <p:extLst>
      <p:ext uri="{BB962C8B-B14F-4D97-AF65-F5344CB8AC3E}">
        <p14:creationId xmlns:p14="http://schemas.microsoft.com/office/powerpoint/2010/main" val="16535817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635D7-164B-4135-B79D-65BB73EC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BA33A-AB15-4DA2-9046-EB9A1C7A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임계값과 이진 마스크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E6DAD-6710-4353-B484-E349A4B5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762F3-6270-4019-B301-CBE4050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기준보다 밝은 픽셀을 255로 표시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어디를 남길지 위치별로 결정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기준과 같은 밝기는 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394CC-EE28-461E-B734-911A9D06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밝기 100과 101이 서로 다른 결과가 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7783931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9C1AC-0D1E-4487-A022-044C8E56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46B27-9A6B-47ED-B9D1-6F066CC2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임계값과 이진 마스크의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B702C-EC7A-4293-BEFF-06471B1E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F011E-5EC0-4DE6-868E-C1DAD3C7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765F7-46F6-4994-B193-DB400B3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E1BB3-4F3F-4581-A34D-E8995FB7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밝기 80,100,101,220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threshold=100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THRESH_BINARY, 최대값255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72425-78FD-492D-83B6-8292D3C5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3E9B8-8248-4050-B39B-405A64D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80과 100은 0입니다.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101과 220은 255입니다.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100을 포함하는 쪽을 주의합니다.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AE6DA-9BE8-4154-8C10-7547CC0D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밝기 100과 101이 서로 다른 결과가 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21310456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E88C1-17F2-4DED-82AD-6E9524CA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DF87E-B4A3-45FA-8AB7-B08D5849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임계값과 이진 마스크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9C3B6-F292-4F23-A086-FFC7E23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F38FA-BF8F-4DAF-A808-342A6DC9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D2C3C-87ED-4644-A534-A00E116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A07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0214E-DC2A-47BB-B869-AD45D55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네 밝기 값을 기준과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FDE4-8CBE-4439-91CB-1072151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예상 마스크 네 값을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87A8D-0F92-417A-9A55-E2FA02B5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기준을 60으로 바꾸면 어떤 영역이 추가되는지 예상합니다.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B6827-2FF2-4F02-BFC6-9E423F2E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임계값 손계산 / 기준 변경 예상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1FD6A-1442-4B56-9569-B8BAA3D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밝기 100과 101이 서로 다른 결과가 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2191745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A2A6A-4609-4870-BDAA-4A2D508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09A19-65E9-42F9-89AF-66C12E5B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윤곽선과 면적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0B358-8F38-4821-8568-7FEEB8A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FE5CA-FDD0-4A11-9067-5ACA7571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연결된 영역의 경계와 픽셀 좌표 면적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밝은 잡음을 걸러내기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윤곽선 수와 실제 부품 수는 항상 같지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BBE0F-023D-43BE-8B59-F1D5D848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검출 영역 수를 부품 개수라고 바로 확정하면 안 되는 경우는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759064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37881-F335-440E-B90A-B34F7665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9E074-4A86-4D76-80A3-094E2CB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윤곽선과 면적 조건의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84BDF-CF47-4EC1-9C47-7883812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A46F7-CD7E-4FA4-AA6B-B5924281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66495-40E5-4A3F-81F9-FF1E6374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D7C41-A61D-4F7B-84E0-DE85C3B2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마스크: 큰 밝은 영역 2개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밝은 영역 1개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min_area=100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6C9D9-3BE7-4C8E-8A00-9AE55C72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0A621-DAF9-4592-84A7-D281358B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영역의 윤곽선 면적은 16으로 제외합니다.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남은 영역을 세면 기본 예에서는 2입니다.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10654-E647-4EB4-9976-0B9B5BD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검출 영역 수를 부품 개수라고 바로 확정하면 안 되는 경우는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21224799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326AF-94FA-4DF0-9490-E95F5EBC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03BAF-6258-4D1F-A5E1-290E5A57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윤곽선과 면적 조건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F14CB-7EC6-462B-BB40-D8D59A3B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62347-3A38-4AE9-81B5-3D6BED5F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2FE43-72DE-45C9-A5ED-E979E3E3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A08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E4EAE-B5B3-4D5B-8C94-169E1AD8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큰 영역과 작은 잡음을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EA309-0C06-413F-B59A-8730E5A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면적 기준 100의 역할을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96631-A988-4BF0-B993-714FBA2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붙은 부품이나 반사의 반례를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ECE37-52C5-4A0B-A091-07722FFE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면적 조건 / 윤곽선 해석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F0177-4AFE-447B-9D24-6A219867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검출 영역 수를 부품 개수라고 바로 확정하면 안 되는 경우는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0641422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540EB-8B5C-499A-BEEB-1905F02D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33C92-2AC4-41C9-A8D6-867C3F47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설정 파일로 전체 처리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2C1BF-A6D6-449F-9ECC-2DB8A04C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09CC2-964E-4082-B9CA-97905FA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입력부터 기록까지 연결된 영상 처리 순서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결과로 오류 위치를 찾기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종료와 검출의 정확성은 별개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FCFB8-7314-4120-A6BC-AB1CC1CC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개수가 이상하면 어떤 중간 결과부터 보겠습니까?</a:t>
            </a:r>
          </a:p>
        </p:txBody>
      </p:sp>
    </p:spTree>
    <p:extLst>
      <p:ext uri="{BB962C8B-B14F-4D97-AF65-F5344CB8AC3E}">
        <p14:creationId xmlns:p14="http://schemas.microsoft.com/office/powerpoint/2010/main" val="19913747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40B11-1576-40E1-AA93-93E5C27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BD5E1-4E24-4F8C-BA07-587F12A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설정 파일로 전체 처리 읽기의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F293C-5DC2-4788-8589-D52B3DC6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1AC20-6506-4B7E-B5F9-40160586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0CFE7-9395-4B35-AE7D-3C173036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31597-00E4-4C92-95FD-D86C3DFC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02_count.py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settings: image=parts.png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threshold=100, min_area=100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448DC-CE04-4CA3-BB53-3978D81E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ED34A-CEC5-4F2E-A0EE-983EFF8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기본 출력 count는 2입니다.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work에 mask.png, detected.png, report.json을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A842A-6229-4D1C-85D4-661CFD9C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개수가 이상하면 어떤 중간 결과부터 보겠습니까?</a:t>
            </a:r>
          </a:p>
        </p:txBody>
      </p:sp>
    </p:spTree>
    <p:extLst>
      <p:ext uri="{BB962C8B-B14F-4D97-AF65-F5344CB8AC3E}">
        <p14:creationId xmlns:p14="http://schemas.microsoft.com/office/powerpoint/2010/main" val="10650731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90BBB-CADF-452C-B0F5-75339EAE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실제 입력·출력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32D2A-EF77-40FA-B2CE-F857F1FC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마스크에서 남긴 영역을 표시하기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97476-7F99-4E53-97A5-464E7650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4ED94-BA06-44C9-8813-F6957B01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dccd3e3b342ac"/>
          <a:stretch xmlns:a="http://schemas.openxmlformats.org/drawingml/2006/main"/>
        </p:blipFill>
        <p:spPr>
          <a:xfrm xmlns:a="http://schemas.openxmlformats.org/drawingml/2006/main">
            <a:off x="762000" y="1581150"/>
            <a:ext cx="5029200" cy="3771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1B941-2C97-4A6B-88E0-38249F4A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밝기100보다 큰 위치를 남긴 마스크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c1dea010648aa"/>
          <a:stretch xmlns:a="http://schemas.openxmlformats.org/drawingml/2006/main"/>
        </p:blipFill>
        <p:spPr>
          <a:xfrm xmlns:a="http://schemas.openxmlformats.org/drawingml/2006/main">
            <a:off x="6400800" y="1581150"/>
            <a:ext cx="5029200" cy="3771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4305F-6098-4F6A-AC2F-ECEFEB0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95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면적100 이상인 영역 두 개의 경계 상자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7493A-40C6-4209-B221-B762471B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자체 합성 분석 입력과 실제 코드 처리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26340647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E1E2B-D468-4BCD-823F-8E777CDA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77259-8D4E-4E44-8ED3-14CB975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02_count.py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56B55-DE4F-445E-9916-3F4D60FE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59EF2-BDFB-4526-B04B-5F50E42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76269-9308-4102-A76E-245F7121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AD36C-3C53-4C17-AB7F-4625DCB9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cv2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json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root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config = json.loads((root / "work" / "settings.json").read_text(encoding="utf-8"))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root / "data" / config["image"]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image = cv2.imread(str(source))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image is None: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6ABA4-DD4F-454D-9F49-7A28440D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128616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8A977-7553-4E10-9E81-55D0D0A2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54716-45B0-48FF-9C44-7930657F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02_count.py · 9~16줄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A9610-E8FD-40A8-A13A-6DF53574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94B8A-1E70-42DE-A8BA-9F0C12BC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19E14-465C-4DDC-9B02-02FF576B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242AE-37D4-4889-854C-B6ABD5CD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raise ValueError("입력 이미지를 확인하세요: " + str(source))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gray = cv2.cvtColor(image, cv2.COLOR_BGR2GRAY)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used, mask = cv2.threshold(gray, config["threshold"], 255, cv2.THRESH_BINARY)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contours, hierarchy = cv2.findContours(mask, cv2.RETR_EXTERNAL, cv2.CHAIN_APPROX_SIMPLE)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kept = []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contour in contours: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cv2.contourArea(contour) &gt;= config["min_area"]: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kept.append(contour)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7BC6C-C3FE-42E1-9E50-ED890C2B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749129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DB192-6B6F-49B6-A163-EBD6BE9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ECD84-8A63-49BD-BD1D-7CFF758F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02_count.py · 17~24줄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1083B-869D-4184-B08D-563639FB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4EDE9-A716-4CDA-90B4-962FD92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F339C-817B-4D98-A40B-6C47F82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8D39D-DE11-4A63-8929-11EFCFE9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preview = image.copy()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contour in kept: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x, y, width, height = cv2.boundingRect(contour)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cv2.rectangle(preview, (x, y), (x + width - 1, y + height - 1), (0, 0, 255), 2)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not cv2.imwrite(str(root / "work" / "mask.png"), mask):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raise OSError("mask 저장 실패")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not cv2.imwrite(str(root / "work" / "detected.png"), preview):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raise OSError("detected 저장 실패")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DE504-DB8D-4C5D-AE42-9D060F62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989907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DF6AA-AB1C-4422-867F-2837ED02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9A167-0629-4902-97BA-C86677E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02_count.py · 25~27줄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46187-E738-471E-8662-6D80F79E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1FCD8-9C96-4504-9B87-5AAE2F58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4189A-EE61-4376-BFA8-4907B5B2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EC50F-124C-489E-BCD7-90BF9D98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report = {"image": config["image"], "threshold": used, "count": len(kept)}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(root / "work" / "report.json").write_text(json.dumps(report, ensure_ascii=False), encoding="utf-8")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print(json.dumps(report, ensure_ascii=False))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9E9ED-218D-4B48-8EA2-D50F817D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058895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25E6E-0283-404F-A093-37A1050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3D099-A3D3-4899-8DB1-475C49ED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EF38E-3E26-4584-8F59-1B511BF1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EC630-9C58-4C57-9A13-F982CC5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설정과 결과를 JSON으로 읽고 쓰는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도구 Path를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course 폴더의 위치를 찾습니다.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학생 작업 폴더의 설정 파일을 UTF-8로 읽고 딕셔너리로 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7F4E7-A2AE-41A8-823D-9C4F73AE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22241195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7EF89-EFB4-4DD4-B3C8-EAC121ED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FD8CC-C85F-4B07-81B1-38DC2518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1A380-0BA9-4CA2-A70F-7F3554C9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A6478-1B0E-46EE-B168-3E21A315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설정의 image 이름을 data 폴더 경로와 연결합니다.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이미지를 BGR로 읽습니다.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 읽기가 실패했는지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시 다음 영상 처리를 실행하지 않고 멈춥니다.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임계값 비교에 쓸 회색조로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60D49-2287-4E2B-BB35-52DE0E39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70470979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E45EE-9F26-48CE-81A6-C1FDC633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D01A-64BF-4677-86E8-21527A0F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11~15줄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872BE-01F0-47C4-BCA1-8769E981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FF642-6D05-4AC6-AAAD-584C2F0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기준보다 큰 픽셀을 255, 나머지를 0으로 만듭니다.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흰 영역의 바깥 윤곽선을 찾습니다. 내부 구멍은 별도 계수하지 않습니다.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남길 윤곽선의 빈 리스트를 만듭니다.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윤곽선을 하나씩 확인하는 반복입니다.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윤곽선 면적이 설정한 최소 면적 이상인지 비교합니다.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1D3DC-45BA-4D23-86C1-97A94EA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6591388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29A61-A75F-4120-9469-A53E2B28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866E1-4F59-4BF2-A0A5-9234C15A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16~20줄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8DB9C-7E6B-479B-BDE8-2664B61A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1D490-2A60-4704-B41C-9AD69A8A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조건을 만족한 윤곽선을 목록에 추가합니다.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표시용 복사본을 만들어 읽은 원본 배열을 보존합니다.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남긴 윤곽선을 하나씩 표시합니다.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둘러싸는 사각형의 시작 좌표와 너비·높이를 받습니다.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빨간 BGR 사각형 테두리를 복사본에 그립니다.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E2582-B401-4B40-8D12-1AF24981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2529947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FE191-F99B-4F0C-BB3D-20D455E5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018DF-27A7-4627-9999-13A90514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21~25줄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2DF8B-2592-41FB-B4F8-F855555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C31B3-4140-4E3F-BA07-05779CE6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마스크를 저장하고 성공 여부를 검사합니다.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저장에 실패하면 오류로 멈춥니다.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결과를 저장하고 성공 여부를 검사합니다.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저장에 실패하면 오류로 멈춥니다.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이름·임계값·남긴 영역 수를 결과 딕셔너리로 만듭니다.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BDE4C-FF49-444B-95A0-75DF424B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39960971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14EE3-9B99-421C-8CD4-A417AF39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BF787-487B-4CE8-B01D-D86F34CA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26~27줄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E3FF3-97AF-4CAB-9442-8035BE6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FC43C-88BF-476A-9907-A099B482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13652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결과를 JSON 문자열로 바꿔 report.json에 기록합니다.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결과를 터미널에도 출력합니다.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DDE9-04F0-4E4F-9480-A7ED94BA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6458987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9C6C4-FEF7-4FF7-ACB9-D44244E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37082-CE7E-4EE8-9B40-4EF3040D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설정 파일로 전체 처리 읽기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7EAAC-F21D-4C25-A143-6FA33B3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A5471-A341-42C0-B9D4-758D91D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54812-23DE-412B-99C1-E4CF2B89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A09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0E366-1288-4395-BA66-101C68D4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설정 파일의 세 항목을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E677B-780A-410B-9956-BE59620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전체 코드를 단계별로 나누고 기본 결과를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CBF83-007E-4713-93FE-04504C9F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입력·마스크·박스·report가 같은 실행의 결과인지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C1708-2933-40D7-9E0B-0343B37C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처리 단계 / 기본 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BD3B5-6FB4-4ED2-BE35-0F5B89F5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개수가 이상하면 어떤 중간 결과부터 보겠습니까?</a:t>
            </a:r>
          </a:p>
        </p:txBody>
      </p:sp>
    </p:spTree>
    <p:extLst>
      <p:ext uri="{BB962C8B-B14F-4D97-AF65-F5344CB8AC3E}">
        <p14:creationId xmlns:p14="http://schemas.microsoft.com/office/powerpoint/2010/main" val="159538082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051B8-DB36-482D-B3A9-31A5780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AAF07-A9EF-492E-9796-4B06DC8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조건만 바꾸는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D81AA-1343-4496-9F1A-17EF4368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6DF84-D4F9-48C6-90E7-58BA60C8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조건 하나와 고정 조건을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차이의 원인을 좁히기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샘플의 좋은 값이 모든 장면의 최적값은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59797-54CD-41B1-8809-2F24E869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어느 값을 고정해야 변경의 영향을 설명할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5898051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296A9-C6ED-49A2-9EB0-465246B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A28AE-3C6D-4FDF-A029-FCBDBBF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조건만 바꾸는 비교의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6F360-B0EB-405B-BA81-41EA39EE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4A087-24AD-48F5-9AE9-34613B8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59340-D44A-4008-A884-BC21D77D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F9752-3919-4C83-AB64-A244B32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실험1 threshold100, area100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실험2 threshold60, area100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실험3 threshold100, area2000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D4B3E-7F1A-43C8-B4D4-6E9E82C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7D633-9C91-42A7-9E91-9EA236C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개수 예상은 2,3,1입니다.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실험3은 두 번째 큰 영역만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4BE8F-FF6E-4E52-96CE-BF6E73E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어느 값을 고정해야 변경의 영향을 설명할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4355629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604A1-711D-4E6A-82CD-0B9DE0A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E813C-72A7-43C9-842D-60FB7FB6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조건만 바꾸는 비교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DF31E-180B-4746-BDC1-F9DC59E8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44001-5D75-46E8-A622-EE4024CF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48098-0A92-440D-BACE-8EE08510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A10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50B71-6A5C-4AD0-A969-5A2F4CED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설정의 결과를 먼저 예상합니다.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5BDAD-71C6-4FD0-BF11-6F63171E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한 값씩 바꾸고 출력과 그림을 기록합니다.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F8206-F122-4A0C-9DB3-4493032D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원래 설정으로 복구하고 재현되는지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01C43-01E7-442D-8DC7-96385C07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조건 비교표 / 원상 복구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4B220-A1D3-4828-805C-523F1843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어느 값을 고정해야 변경의 영향을 설명할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29938568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ABB77-FEC2-47FF-908B-908A8F6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BE3C3-F6A0-49BB-9E9D-611940C9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실패한 검출에서 배우기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6D3B0-2CC6-4914-BEFD-11F1307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B0D62-C474-4EFD-9AC0-CD323A3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오검출과 미검출은 목표 정의와 대조해 판단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정상·빈·어두운·붙은 장면을 나눠 확인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샘플 통과율은 현장 성능 증거가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4D983-3DD4-4A14-A587-D1F7CA42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빈 장면 통과와 어두운 장면 실패를 어떻게 따로 기록하나요?</a:t>
            </a:r>
          </a:p>
        </p:txBody>
      </p:sp>
    </p:spTree>
    <p:extLst>
      <p:ext uri="{BB962C8B-B14F-4D97-AF65-F5344CB8AC3E}">
        <p14:creationId xmlns:p14="http://schemas.microsoft.com/office/powerpoint/2010/main" val="52218705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F1BA2-4E01-401F-845A-6CEE47E4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5D11-51F4-43B0-9F1C-238FE697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실패한 검출에서 배우기의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71EDF-601F-4250-A8AC-F4B2F8EE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49BD0-64B1-4033-AEBD-FDF459AA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7FE90-D718-48EA-8647-B58FB29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3D57A-4627-437C-961D-07DBBAAE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empty.png: 대상0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dim.png: 같은2개가 어두워짐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touching.png: 실제2개가 붙음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6D0F6-0187-4EB5-A914-7A065890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50A4E-96A5-4C8A-B7B2-F482484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기준100에서 empty=0, dim=0, touching=1입니다.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붙은 영역 한 개가 실제 부품 두 개일 수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F8021-7045-42F4-AD0A-2E3AC9AD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빈 장면 통과와 어두운 장면 실패를 어떻게 따로 기록하나요?</a:t>
            </a:r>
          </a:p>
        </p:txBody>
      </p:sp>
    </p:spTree>
    <p:extLst>
      <p:ext uri="{BB962C8B-B14F-4D97-AF65-F5344CB8AC3E}">
        <p14:creationId xmlns:p14="http://schemas.microsoft.com/office/powerpoint/2010/main" val="67604948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6005E-C994-48C0-9D92-961D778F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실제 입력·출력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6F41F-8688-4903-881D-902E4DD9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규칙이 놓치는 입력을 눈으로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9B4E6-C3F5-4607-B726-E8B1C30D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A6F96-098C-4F80-A166-F00F6B6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e7eefb5014554"/>
          <a:stretch xmlns:a="http://schemas.openxmlformats.org/drawingml/2006/main"/>
        </p:blipFill>
        <p:spPr>
          <a:xfrm xmlns:a="http://schemas.openxmlformats.org/drawingml/2006/main">
            <a:off x="762000" y="1581150"/>
            <a:ext cx="5029200" cy="3771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55DB8-90F2-44FC-A4A2-BA987E06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어두워진 장면 · 기본 규칙 결과0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7047f2b20428d"/>
          <a:stretch xmlns:a="http://schemas.openxmlformats.org/drawingml/2006/main"/>
        </p:blipFill>
        <p:spPr>
          <a:xfrm xmlns:a="http://schemas.openxmlformats.org/drawingml/2006/main">
            <a:off x="6400800" y="1581150"/>
            <a:ext cx="5029200" cy="3771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846B0-C612-4620-A1FA-F35C332A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95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붙은 두 표식 · 기본 규칙 결과1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CC2FD-73FC-4ED1-8F33-429E445C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자체 합성 분석 입력과 실제 코드 처리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165181200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D76BB-7D7D-4FC8-A728-C1124FDB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D00EC-2E9A-4787-99FF-ADC79994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실패한 검출에서 배우기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CBE3E-F6B0-4FD3-B6EE-774F5C2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033BA-AF2A-42DB-94A2-9EDFCCA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E82AC-5E74-4AE5-BFB9-6D706FEE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A11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43915-1E0B-41DB-B5D5-5DE8C982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파일의 실제 목표 수를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56FA1-A5D8-4C73-8A79-AC10AB7C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같은 설정으로 관찰 결과를 기록합니다.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9221A-5A9C-45C2-B28E-6C30F2E1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오류 원인과 추가로 필요한 입력을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98526-CC87-4B7B-A658-CEDB6146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장면별 예상과 실제 / 검출 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EAE99-4EF4-47B9-A4D0-911BED4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빈 장면 통과와 어두운 장면 실패를 어떻게 따로 기록하나요?</a:t>
            </a:r>
          </a:p>
        </p:txBody>
      </p:sp>
    </p:spTree>
    <p:extLst>
      <p:ext uri="{BB962C8B-B14F-4D97-AF65-F5344CB8AC3E}">
        <p14:creationId xmlns:p14="http://schemas.microsoft.com/office/powerpoint/2010/main" val="11917404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B3ECA-504C-481E-8A5B-56043632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0BAB2-2032-49CB-8854-7EDFC2E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입력으로 규칙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BC116-92DD-4B71-835B-3F3A01F0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27D9D-5FE8-41DD-9D31-C09F8DF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규칙에 맞추기 전에 남겨 둔 새 입력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예제를 외운 결과와 적용 가능한 규칙을 구분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그림 한 장의 성공은 모든 환경 성공이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0C36B-9CCF-49F6-9414-8FA2ADC7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이번 보류 입력이 확인한 변화와 확인하지 못한 변화는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54639896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A6758-4EFE-4DC9-83FA-65E46A30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6A530-BBCC-4ADB-AFD6-0CC38D6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입력으로 규칙 확인의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95055-9C51-45C5-942B-50332AD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89752-4F06-4C18-BB94-817AD3AE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B2622-EFA0-45C9-984C-42447083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32E8A-AD9C-4DDB-B12F-F55302A7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holdout.png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밝은 분리 영역3개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threshold100, area100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A3FEB-2FD6-4192-8C58-8F9A4C5E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45B50-0E00-491B-A892-5716378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위치에 놓인 세 영역이 남습니다.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배치가 바뀌어도 이번 조건에서는 3입니다.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96E12-6EDF-4F5B-95A7-1BA9D30D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이번 보류 입력이 확인한 변화와 확인하지 못한 변화는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53798720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0C7AD-46F2-4851-91BA-D34A91AA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7ED24-F2FA-48CA-8347-F9D90742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입력으로 규칙 확인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74CEA-0D2E-4CB4-A66B-CEE6B556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4288A-ADDE-4929-A64B-989E6548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83A0-3ADC-4D43-989D-3B09DD3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A12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0305F-53D2-4F09-B69F-E4A1D796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새 그림을 눈으로 보고 기대 영역 수를 기록합니다.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B075B-E348-484F-9ADC-C8ACE7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기본 설정을 유지하고 처리합니다.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9718E-7F44-4518-81B7-B282146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확인한 변화와 남은 한계를 나눠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281D7-1121-42FB-A8EC-1E4F0D59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보류 입력 검증 / 미검증 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1124B-0248-4D56-9949-BD3AA4BA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이번 보류 입력이 확인한 변화와 확인하지 못한 변화는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69540386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ACF45-623D-4A79-98C1-F08313AD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BC65-88F8-426F-92F8-7105682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프레임을 순서대로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0179A-C968-4020-83F7-A4F2836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8A3BC-706D-41C5-A2DF-6F1C2A88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처리를 프레임마다 반복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없이 순서와 초기화를 확인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프레임별 합계는 고유 물체 수가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96EFE-7B12-4BEA-9000-0961B12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count=0을 반복문 밖으로 옮기면 어떤 문제가 생기나요?</a:t>
            </a:r>
          </a:p>
        </p:txBody>
      </p:sp>
    </p:spTree>
    <p:extLst>
      <p:ext uri="{BB962C8B-B14F-4D97-AF65-F5344CB8AC3E}">
        <p14:creationId xmlns:p14="http://schemas.microsoft.com/office/powerpoint/2010/main" val="70660497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8BF99-BB7E-4616-8672-96860682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0787B-44F4-4156-8FB1-F65DEB8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프레임을 순서대로 처리의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E5AAA-C24C-4C5D-80D6-A16981EF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4D4DA-8263-4B48-B869-59ABDB29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69B82-BF71-4735-B068-95E172A7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E854C-703E-48C6-AA1D-6DE12F8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03_replay.py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parts, empty, holdout 순서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기대 영역 수 2,0,3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B7A6C-35BE-4DC7-BD8B-C83AF65B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540D8-D124-4E84-A8F2-CEAE7505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 이름과 해당 프레임의 개수가 줄마다 나옵니다.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2+0+3을 고유 부품 총수로 해석하지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4FEC0-C260-4CEC-AE4B-3AFE0B3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count=0을 반복문 밖으로 옮기면 어떤 문제가 생기나요?</a:t>
            </a:r>
          </a:p>
        </p:txBody>
      </p:sp>
    </p:spTree>
    <p:extLst>
      <p:ext uri="{BB962C8B-B14F-4D97-AF65-F5344CB8AC3E}">
        <p14:creationId xmlns:p14="http://schemas.microsoft.com/office/powerpoint/2010/main" val="44565176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15168-6CBD-4413-B6B8-CCA134CB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0FD4C-9F43-4BAF-9C38-E608F9D1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03_replay.py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DAFE2-DED5-4CDB-B1F5-31DE85E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226DA-1953-45EA-95BD-C8F1C648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024F0-34E6-4FD3-874F-B36437E9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236E1-9987-4296-AEBA-74D7336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cv2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root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name in ["parts.png", "empty.png", "holdout.png"]: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frame = cv2.imread(str(root / "data" / name))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frame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raise ValueError("프레임을 읽을 수 없습니다: " + name)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gray = cv2.cvtColor(frame, cv2.COLOR_BGR2GRAY)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27F5A-F87C-483A-96EF-7B3C24F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1125869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8EA58-252A-421F-846C-8A29C0F7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B8071-2D07-495C-BBAA-13E5508E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03_replay.py · 9~15줄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923FF-7E0D-40C5-9DE2-004D6C9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7CB63-956F-4EDD-886F-75CC4A60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AA95C-A4F2-4D8E-BFF0-194C2553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8C3D3-C820-4C72-A68C-F07059BC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used, mask = cv2.threshold(gray, 100, 255, cv2.THRESH_BINARY)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contours, hierarchy = cv2.findContours(mask, cv2.RETR_EXTERNAL, cv2.CHAIN_APPROX_SIMPLE)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count = 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for contour in contours: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if cv2.contourArea(contour) &gt;= 100: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    count = count + 1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print(name,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3C732-3924-4438-93EB-092B6FDA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7676240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F5EB2-A827-4DD5-AC2D-C5D13BE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B0AD0-AB0F-41EE-A0FE-37BC9987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96813-D17E-4A04-98AD-FEE814D9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D33B-4B6E-4E0C-B371-0B426473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처리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경로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course 폴더를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파일을 주어진 순서로 처리합니다. 실제 시간 간격은 만들지 않습니다.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이름의 파일을 프레임 배열로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566B4-F014-4C0E-86ED-9145E2E6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209642467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67F51-BB6D-4AA5-AF74-A9B9E44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C9600-869F-4B47-9102-85544899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34A79-0F84-4FA6-A31B-D03DFE3B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F19A9-FC96-4385-98FC-D4A3BA07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읽기 실패 여부를 검사합니다.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실패한 파일 이름을 알려 주며 멈춥니다.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프레임을 회색조로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밝기 기준 100으로 이진 마스크를 만듭니다.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프레임의 바깥 윤곽선을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A1ED4-F22B-4190-8256-B528EF91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8072443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0F999-407E-4CA4-895B-4807FB13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E908D-7897-447C-8E83-6F1A5ECB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11~15줄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C8433-82C8-467E-9F92-48F1C0BB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01525-DF55-434E-88C5-83D8FFE9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프레임의 개수를 0으로 새로 시작합니다.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윤곽선을 확인합니다.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면적 100 이상인 영역만 남깁니다.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조건을 만족할 때 이번 프레임 개수를 1 늘립니다.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파일 이름과 이번 프레임 개수를 출력합니다.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C3436-8655-4C3A-9591-61CACB2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20716349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F2413-84EF-42B3-80E5-60D9B7F2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9C41C-E078-4ED2-A46F-E5302F5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프레임을 순서대로 처리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368B1-2C2A-4EE9-8880-7351143B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C0E5D-37CA-4A6A-B29A-A02473B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ADD3F-B26E-4783-B277-E388ADC9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A13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68D9A-4719-44D2-88B2-7BFC3D96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전체 코드의 반복 범위를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C9FF6-DED5-461F-A44C-5546F2F8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출력 세 줄을 예상하고 실제 결과와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F3CDC-37EC-4F67-9ED7-4AA3A0A2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목록 순서를 바꾸고 값과 순서의 변화를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74A3B-B6C7-472D-A405-0B68AC1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프레임별 출력 / 반복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F1AE2-CFEB-429E-984B-1D750EA0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count=0을 반복문 밖으로 옮기면 어떤 문제가 생기나요?</a:t>
            </a:r>
          </a:p>
        </p:txBody>
      </p:sp>
    </p:spTree>
    <p:extLst>
      <p:ext uri="{BB962C8B-B14F-4D97-AF65-F5344CB8AC3E}">
        <p14:creationId xmlns:p14="http://schemas.microsoft.com/office/powerpoint/2010/main" val="123200564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D39C0-ECE2-4AA4-9818-B3D9BD6B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B8925-1BAF-405B-ADF5-5364A122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웹캠 열기와 종료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0496D-2B5D-4BAB-A046-6FFF5DE1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90BE8-177E-4A07-A8F8-A2D49C3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장치를 열고 프레임을 받고 자원을 반환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실패해도 다음 사용자가 장치를 쓸 수 있게 정리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열기 성공과 모든 프레임 성공은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8EACB-C3F3-4147-89A7-8FE9C1D9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열기는 성공했는데 read가 실패할 수 있을까요?</a:t>
            </a:r>
          </a:p>
        </p:txBody>
      </p:sp>
    </p:spTree>
    <p:extLst>
      <p:ext uri="{BB962C8B-B14F-4D97-AF65-F5344CB8AC3E}">
        <p14:creationId xmlns:p14="http://schemas.microsoft.com/office/powerpoint/2010/main" val="196773247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54F2B-EE27-4993-961B-EA76671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5F81C-B7F7-45AD-8DD4-4F1BDE7B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웹캠 열기와 종료의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743A3-FAC5-4E28-8E3B-31EA6AA5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7CF79-21A4-49E7-8928-17ECB494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9242F-3855-45AB-B011-485BFED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FC66A-C484-490C-BAB9-C0C24424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04_webcam.py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열기 확인 isOpened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프레임 확인 read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종료 q와 finally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7CE04-8E92-47F8-BC04-759350B7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B6BB3-C1FF-4B2A-AC3D-D84EB1AC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기본 제작은 카메라를 열지 않았습니다.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 읽기와 모의 실패 경로를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413F3-5506-47B8-AC64-28FCAB9E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열기는 성공했는데 read가 실패할 수 있을까요?</a:t>
            </a:r>
          </a:p>
        </p:txBody>
      </p:sp>
    </p:spTree>
    <p:extLst>
      <p:ext uri="{BB962C8B-B14F-4D97-AF65-F5344CB8AC3E}">
        <p14:creationId xmlns:p14="http://schemas.microsoft.com/office/powerpoint/2010/main" val="168230443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9CE1D-2659-412F-8E9E-7301F122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D8AD0-A3CF-4A0F-A1AC-01EB6AD3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04_webcam.py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FC978-FA19-43C5-94FF-B6BC80E1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7ABF5-7331-4B16-9F4F-1D999D44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69757-916E-43F7-B38C-B374EF2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3D914-5D02-47C6-B9B0-282E10BC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cv2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capture = cv2.VideoCapture(0)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try: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not capture.isOpened():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raise RuntimeError("카메라 열기 실패: 권한, 점유, 장치 번호를 확인하세요")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while True: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ok, frame = capture.read()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if not ok: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45B05-2F1C-415F-A0C4-8D0CA145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7842378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1BE68-4380-414A-A4B6-72510057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3EEA8-E066-406B-A684-7C64856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04_webcam.py · 9~16줄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59631-B404-4440-9179-DF5F0A5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EAF8A-16EC-4638-8832-478051BC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DA0C8-84B0-4119-AF2E-14DABF3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DE986-88D6-4454-B9E3-28270717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    print("프레임 읽기 실패: 종료합니다")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    break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gray = cv2.cvtColor(frame, cv2.COLOR_BGR2GRAY)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cv2.imshow("camera-gray", gray)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if cv2.waitKey(1) &amp; 255 == ord("q"):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    break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finally: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capture.release()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AAB94-0462-492F-8F99-D10405F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7145416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6989C-82F8-408B-9248-9DB1BD6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82407-A12B-40E7-8515-DAC75881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04_webcam.py · 17~17줄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988A4-C1A1-440D-8B6D-8F59867D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D64AA-5213-4D96-9E6A-B01AEE68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19A48-AC96-4D3A-B76F-4DAE1B0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17E4F-11AA-469E-AE40-000841D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cv2.destroyAllWindows()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99FDA-5A84-4137-81D6-29C8EBA6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2913122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2D9FB-E8D7-40B3-B607-7DEFB9D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51F2F-08AF-489B-996B-F5C59D1D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AA1F1-01DB-48F1-8783-9541F8D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06CDE-839E-4251-86AD-E0A963D4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번호 0을 열려고 시도합니다. 실제 번호는 환경에 따라 다릅니다.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오류가 나도 정리 구간이 실행되도록 묶습니다.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열기 성공 여부를 확인합니다.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이유를 확인하도록 오류로 멈춥니다.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F9142-BF5F-4F61-B4B0-6F2C4E65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12476457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DFAF8-6C74-46AB-BA27-54791B05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940D2-9BB7-4EAB-94E3-F335F237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C961F-7239-4BB8-8302-B6C45D25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7EEC6-3AD7-43C4-BB32-8353564B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끝내는 조건을 만날 때까지 반복합니다.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여부 ok와 프레임 배열을 받습니다.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프레임 읽기가 실패했는지 검사합니다.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실패를 화면에 알립니다.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반복을 끝내 정리 구간으로 이동합니다.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948C5-3696-4A23-99BF-C6689CA3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03111531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E5228-C3A8-44AA-89F8-75726CC0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B12D8-FE29-4BC2-9F8F-73865840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11~15줄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A69CE-550E-4DAC-B635-23C70017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F149C-3E21-42FB-BFD3-44D375A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프레임을 회색조로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GUI 창에 현재 프레임을 보입니다.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 이벤트를 처리하고 q 키인지 확인합니다. 255는 키 값의 하위 부분을 고릅니다.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q이면 반복을 끝냅니다.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종료와 오류 모두에서 실행할 정리 구간입니다.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02DAE-5A36-466E-8160-25D5FDA2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67564370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245F3-F9FA-4C96-949E-7143340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09BD3-ECBF-428C-87D7-28D2102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16~17줄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D6B45-F020-4827-8BF5-3E06210C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4D743-F066-46C1-A477-83F08175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13652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열었던 카메라 자원을 해제합니다.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OpenCV가 만든 GUI 창을 닫습니다.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518B9-3CB4-4716-949B-D1CE0766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56200883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B08D9-F533-4D40-AC98-6167F89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A329-BA5D-4E8C-95BA-3550E062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웹캠 열기와 종료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D7A43-63AB-44AA-8ED1-87D84C4E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B8197-DDE9-4E93-A601-24BC18F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2E7A7-9C2D-4EB1-8BCD-A4E3AC27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A14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FBD53-0ED7-4848-A052-9F6C7352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코드에서 열기·읽기·처리·종료를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0D7A5-922C-4815-9F1D-8EAFBA04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열기 실패와 읽기 실패의 다른 경로를 따릅니다.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C4BDD-5724-4915-A5EF-80B08676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finally에서 release가 필요한 이유를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A8A27-69CB-45E7-AD7F-D74A0111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장치 생명주기 / 실패와 종료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52F4C-A6AC-4930-BD3D-3287E8A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열기는 성공했는데 read가 실패할 수 있을까요?</a:t>
            </a:r>
          </a:p>
        </p:txBody>
      </p:sp>
    </p:spTree>
    <p:extLst>
      <p:ext uri="{BB962C8B-B14F-4D97-AF65-F5344CB8AC3E}">
        <p14:creationId xmlns:p14="http://schemas.microsoft.com/office/powerpoint/2010/main" val="199084891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10692-44AB-4F91-99D5-2C23612F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BD7E4-4891-4D06-BAC9-ED138537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시연과 실제 장비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7F7B7-2BAD-4E89-B708-DCCA5C75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0DCC4-2042-49BE-A679-10D3AB77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확인한 코드 경로와 장비 조건의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미검증 부분을 숨기지 않고 다음 작업을 정하기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모의 호출 성공은 실제 촬영 성공이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F86AB-59C2-475D-93FC-C8DBC99F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모의 시험에서 확인한 사실을 한 문장으로 제한해 말해 보세요.</a:t>
            </a:r>
          </a:p>
        </p:txBody>
      </p:sp>
    </p:spTree>
    <p:extLst>
      <p:ext uri="{BB962C8B-B14F-4D97-AF65-F5344CB8AC3E}">
        <p14:creationId xmlns:p14="http://schemas.microsoft.com/office/powerpoint/2010/main" val="79774516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F4264-32DF-420D-B31A-917E9E1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70C4A-1834-415F-8D7B-DF6CD832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시연과 실제 장비 검증의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F701D-3488-4F3D-98A2-D433385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3ADD2-ABBC-4B59-9E98-8E536A23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F6067-CD0C-4140-BBF2-8EEE24D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DDBFB-BDA0-4FD8-AB13-92B5AD0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모의1: 열기 실패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모의2: 프레임 실패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모의3: 정상 프레임 후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017F8-9508-4E3C-8350-EEA70E8B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839B3-1150-4D54-B9AA-A76ED159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세 경로 모두 release 호출을 확인합니다.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카메라 영상 품질과 속도는 미확인입니다.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0FB39-23D2-471D-877D-1C2C5CCC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모의 시험에서 확인한 사실을 한 문장으로 제한해 말해 보세요.</a:t>
            </a:r>
          </a:p>
        </p:txBody>
      </p:sp>
    </p:spTree>
    <p:extLst>
      <p:ext uri="{BB962C8B-B14F-4D97-AF65-F5344CB8AC3E}">
        <p14:creationId xmlns:p14="http://schemas.microsoft.com/office/powerpoint/2010/main" val="66006450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A8C8F-A5AE-4B9F-AE6E-A1FC95BE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A59AF-EA27-40AA-A7BA-B42F18DB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시연과 실제 장비 검증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815D9-8D49-4017-AE95-E1557218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1BA1E-811A-40AF-A137-8B364F31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9EEE1-B081-47F0-B865-742D3D15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A15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AA8B9-1A71-41C5-833E-828D4808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모의 결과 카드의 세 경로를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CED0A-5556-47B4-A8AC-951D7A63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각 경로의 종료와 정리 호출을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EB9A1-91C3-464C-898B-856BEC78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현장 점검 체크 항목을 작성합니다.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91420-6D7F-4D85-B988-10273FEC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검증 경계 / 현장 점검표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1321E-0404-4EB0-B615-8D729731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모의 시험에서 확인한 사실을 한 문장으로 제한해 말해 보세요.</a:t>
            </a:r>
          </a:p>
        </p:txBody>
      </p:sp>
    </p:spTree>
    <p:extLst>
      <p:ext uri="{BB962C8B-B14F-4D97-AF65-F5344CB8AC3E}">
        <p14:creationId xmlns:p14="http://schemas.microsoft.com/office/powerpoint/2010/main" val="5227240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8C836-4CB8-47ED-B764-66881B2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F996A-2A61-4ADA-9106-341586A1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검출 요구를 문장으로 정하기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EE376-2D9F-47F4-B398-ACFAB78D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06496-76EF-4206-A4EF-EC29FCE8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조건과 기대 결과를 확인 가능한 문장으로 정리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코드가 실제로 하는 일과 업무 기대를 맞추기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밝기·면적만으로 재질이나 불량 원인을 알 수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D0DD8-12F7-4B7D-9296-72EBDA4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이번 코드로 약속할 수 있는 결과와 약속하기 어려운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213067461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E1D4E-BDC6-4069-8132-A5B956C5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F1F19-9292-47C8-A5A8-C07643E2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검출 요구를 문장으로 정하기의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49064-223A-4A37-9280-6E92B4F6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F360B-5A24-4358-9894-BD5E7FB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8AC0C-D1D0-4C80-AAF8-505151CB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8D56A-CC91-4A7D-9ADE-D2796B09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의뢰: 검은 받침 위 밝은 표식 수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대상: 분리된 영역, 면적100이상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제외: 실제 mm측정·붙은 물체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086B6-22B4-4C92-BC60-833F417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08D3C-71F5-4D2C-97F5-671A8CF4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조건과 결과 항목을 먼저 씁니다.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빈장면·새배치·어두운장면을 시험에 포함합니다.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AE24B-03B6-4829-8C77-910BE4A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이번 코드로 약속할 수 있는 결과와 약속하기 어려운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40138926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C60C1-BB0C-4672-B054-9219A774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4B921-224B-4A0C-8AB6-12A3D57E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검출 요구를 문장으로 정하기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A3FF0-6174-4EB6-A1E6-12C2FAAE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E3B0E-E486-40D4-9036-CCF59A5F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B9083-B13A-4830-9509-F71A893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A16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CB1E9-F168-4FA5-81A0-A287BD59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목표와 제외 범위를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E202A-9EE9-414C-9987-03679842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입력 조건과 예상 결과를 문장으로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EB0E8-0C2D-48C0-A6B6-A0B94CF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성공 사례와 실패 사례를 하나씩 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4B67F-C515-46A8-8160-38431A1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검출 요구 문장 / 시험 사례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92015-6BC8-4FE5-9427-D194CB11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이번 코드로 약속할 수 있는 결과와 약속하기 어려운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63010583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B9411-778F-4CD6-9038-D7CB34C3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D1006-0185-4856-BBBB-4F8DC653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설정으로 결과 패키지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ADE83-45F9-484F-9445-15A85D1E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8C26A-4546-447B-BE2F-C9B2DEF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원본·설정·출력·검수 근거의 묶음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사람이 같은 조건으로 다시 확인하기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읽기 실패를 정상 count0으로 바꾸지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105B4-9EB5-4D21-BA59-50D9FD9E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입력 실패와 정상 빈장면을 어떤 항목으로 구별할까요?</a:t>
            </a:r>
          </a:p>
        </p:txBody>
      </p:sp>
    </p:spTree>
    <p:extLst>
      <p:ext uri="{BB962C8B-B14F-4D97-AF65-F5344CB8AC3E}">
        <p14:creationId xmlns:p14="http://schemas.microsoft.com/office/powerpoint/2010/main" val="40003985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393E0-4299-4C8D-83F6-13649FD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A4E1-FCCD-41E9-AC50-DE42C615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설정으로 결과 패키지 만들기의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99BC9-B75A-498F-8EBF-3B4C396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5C97C-E933-4541-97FD-A001DB9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97485-E416-4615-AC67-875575B3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2B3A2-D52C-4019-AA13-7A3C68FA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종합 입력: holdout.png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threshold=100, min_area=100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추가 시험: missing.png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A660B-CFD8-4531-AEA6-E112A8E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208CF-0511-4210-912B-5ED3880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 입력의 기대 count는 3입니다.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없는 파일은 읽기 오류로 종료해야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3903A-F551-429A-AA83-DA451825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입력 실패와 정상 빈장면을 어떤 항목으로 구별할까요?</a:t>
            </a:r>
          </a:p>
        </p:txBody>
      </p:sp>
    </p:spTree>
    <p:extLst>
      <p:ext uri="{BB962C8B-B14F-4D97-AF65-F5344CB8AC3E}">
        <p14:creationId xmlns:p14="http://schemas.microsoft.com/office/powerpoint/2010/main" val="72266668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E82B4-0988-44DA-B44C-18BC6EA6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13C60-0C37-42AF-BD90-8339AA92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설정으로 결과 패키지 만들기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A3397-535E-43E9-A317-31FDD0DA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  /  이 화면의 학생 작업 11분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15E78-9EC2-490A-8326-7243C17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4CCCE-D428-4FB3-9B30-A4CFFD8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A17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78D9B-E091-432D-982B-4E7D0AD7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설정과 기대 결과를 먼저 기록합니다.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504FD-2807-49FA-81EB-ADA99379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새 입력을 실행 또는 제공 결과와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FAFAE-AC73-47C6-993C-0563EBE2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없는 파일 오류와 빈장면0을 따로 정리합니다.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2FFE1-A620-415E-8F75-8881DE8E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종합 결과표 / 실패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C4C2F-7EF1-4C34-BFC1-1F28735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입력 실패와 정상 빈장면을 어떤 항목으로 구별할까요?</a:t>
            </a:r>
          </a:p>
        </p:txBody>
      </p:sp>
    </p:spTree>
    <p:extLst>
      <p:ext uri="{BB962C8B-B14F-4D97-AF65-F5344CB8AC3E}">
        <p14:creationId xmlns:p14="http://schemas.microsoft.com/office/powerpoint/2010/main" val="213837248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A3B38-7A2B-4BDE-991B-B49FE823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CC601-2470-4343-9A1E-F7F859A0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결과를 근거로 설명하기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AA483-8C3F-4F20-9BEC-16FA389E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FA927-E085-43A3-895C-295D2AF5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입력·확인 결과·남은 한계를 다음 사람에게 전달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수정할 조건과 추가 검증을 정할 수 있게 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입력 검증은 현장 시스템 완성 증거가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64D8D-CD91-4925-AF45-5A9A1238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확인한 사실과 다음 검증을 각각 한 문장으로 말할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76430296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7FE23-6AD1-4B38-815E-4F27F41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2A520-A6E2-4DD8-9AA2-6E5BAEAF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결과를 근거로 설명하기의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C613A-D1FE-41A4-8032-664BAAF0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50114-89FA-44BF-91E4-D06B5C1A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A1CC3-3238-48A5-A45A-549BD7F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34927-ED10-4BDE-80EC-2EC9DF32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최종 설명3문장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 입력과 규칙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 직접 확인한 결과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 미검증 장비 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5D923-5209-4278-974E-56D0F4D5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7415D-5925-4C4F-99C4-D5D1549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 입력은 실제 실행 근거를 제시합니다.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카메라·GUI·현장 성능은 미실행 경계로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D728E-7FAB-45B1-A616-17ED054E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확인한 사실과 다음 검증을 각각 한 문장으로 말할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41726338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72ABE-98AC-4F4C-9E9B-48526AA4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CBEAD-9E8D-4971-BFBD-BFF8837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결과를 근거로 설명하기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3491D-5CD0-4553-9D64-12AA8385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29EE8-1460-4782-B9E6-021F4CBB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B7A43-326C-41BF-90C3-0E9E515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A18 입력 카드와 작업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9B30-79A6-4925-BF16-D9D1752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원본·설정·출력 파일을 제출 목록에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966B7-AE03-4D2B-B117-57A13B13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세 문장으로 검증 결과와 한계를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32966-DDAA-483A-B161-C22C1C5F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새 질문 네 개에 근거를 답합니다.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03617-8145-4B9C-AAC2-B7E61E02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제출 목록 / 설명 세 문장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8D8DA-206C-40F7-844F-B59B6ABB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확인한 사실과 다음 검증을 각각 한 문장으로 말할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490789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2026-09-25T16:42:29.3050000Z</dcterms:created>
  <dcterms:modified xsi:type="dcterms:W3CDTF">2026-09-25T16:42:29.3050000Z</dcterms:modified>
</coreProperties>
</file>