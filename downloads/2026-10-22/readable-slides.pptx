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</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31483bcd49b643f2" /><ns0:Relationship Type="http://schemas.openxmlformats.org/officeDocument/2006/relationships/extended-properties" Target="/docProps/app.xml" Id="Rc52093c7b4f04923" /><ns0:Relationship Type="http://schemas.openxmlformats.org/officeDocument/2006/relationships/officeDocument" Target="/ppt/presentation.xml" Id="R7d1da30d077b4a56" /></ns0: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8d160cb8d21a44df"/>
  </ns0:sldMasterIdLst>
  <ns0:sldIdLst>
    <ns0:sldId id="256" ns1:id="Rdd5e62c31b074d91"/>
    <ns0:sldId id="257" ns1:id="Rff4d8f9aa5374c98"/>
    <ns0:sldId id="258" ns1:id="Ra1fbe13853ef4d00"/>
    <ns0:sldId id="259" ns1:id="R08632bff840f4ce2"/>
    <ns0:sldId id="260" ns1:id="Re57fe46988e44b5a"/>
    <ns0:sldId id="261" ns1:id="Rd51237342df241cf"/>
    <ns0:sldId id="262" ns1:id="Re4dcb0114c394168"/>
    <ns0:sldId id="263" ns1:id="Rcf5d6e1071cc4b9f"/>
    <ns0:sldId id="264" ns1:id="R17f89648b905432d"/>
    <ns0:sldId id="265" ns1:id="R43577dc6e1b54f23"/>
    <ns0:sldId id="266" ns1:id="R99c9979a6be24f6d"/>
    <ns0:sldId id="267" ns1:id="R25fc440aea954895"/>
    <ns0:sldId id="268" ns1:id="R0633231f10f44942"/>
    <ns0:sldId id="269" ns1:id="R602d646ca3e14338"/>
    <ns0:sldId id="270" ns1:id="R1e5c20f6e52249db"/>
    <ns0:sldId id="271" ns1:id="R62c5f6ff208e455d"/>
    <ns0:sldId id="272" ns1:id="Re81b1b8e2fce4312"/>
    <ns0:sldId id="273" ns1:id="Raab7ec4631af4d62"/>
    <ns0:sldId id="274" ns1:id="R758aba3524234c00"/>
    <ns0:sldId id="275" ns1:id="Re8cda340b5e1428a"/>
    <ns0:sldId id="276" ns1:id="R032122603eac4ff7"/>
    <ns0:sldId id="277" ns1:id="Re246063c057c40d0"/>
    <ns0:sldId id="278" ns1:id="R87db3523f40f4701"/>
    <ns0:sldId id="279" ns1:id="R41cf54d2e040470b"/>
    <ns0:sldId id="280" ns1:id="R8735107e9282406f"/>
    <ns0:sldId id="281" ns1:id="R638f277572ba4b2e"/>
    <ns0:sldId id="282" ns1:id="Rf402741b7a4d4a44"/>
    <ns0:sldId id="283" ns1:id="Rb036fac6046f4be3"/>
    <ns0:sldId id="284" ns1:id="Rb0789b212faf491f"/>
    <ns0:sldId id="285" ns1:id="Rb9227332551e46d0"/>
    <ns0:sldId id="286" ns1:id="Rf550522f4c6d4a02"/>
    <ns0:sldId id="287" ns1:id="R83730a32e5834865"/>
    <ns0:sldId id="288" ns1:id="Rfcad8ffe900a4c46"/>
    <ns0:sldId id="289" ns1:id="R1d4086301a7d4802"/>
    <ns0:sldId id="290" ns1:id="R47d5efd803a14bd0"/>
    <ns0:sldId id="291" ns1:id="R6593942c29e74e09"/>
    <ns0:sldId id="292" ns1:id="R36763d8c1fa94124"/>
    <ns0:sldId id="293" ns1:id="R2f63c2b3010a4922"/>
    <ns0:sldId id="294" ns1:id="R826176375bdc469a"/>
    <ns0:sldId id="295" ns1:id="R19340084a5a34876"/>
    <ns0:sldId id="296" ns1:id="Rbcb9a6c5d8b4463f"/>
    <ns0:sldId id="297" ns1:id="Rc68b606c4ad64cf8"/>
    <ns0:sldId id="298" ns1:id="R91d8d91568d44ae3"/>
    <ns0:sldId id="299" ns1:id="R243b086f2ba2401f"/>
    <ns0:sldId id="300" ns1:id="R9f8301a9ba5f46c5"/>
    <ns0:sldId id="301" ns1:id="R7e7c586891bd4704"/>
    <ns0:sldId id="302" ns1:id="R1ad0c8bf0ef14d21"/>
    <ns0:sldId id="303" ns1:id="R3710a817e6844c10"/>
    <ns0:sldId id="304" ns1:id="R94d1c30f747d489a"/>
    <ns0:sldId id="305" ns1:id="R20ad9c5cc6bd4f35"/>
    <ns0:sldId id="306" ns1:id="R384d73b8f49e41ad"/>
    <ns0:sldId id="307" ns1:id="Rb49c0f19dfcb4cd0"/>
    <ns0:sldId id="308" ns1:id="Ra03dcfd52ba245e8"/>
    <ns0:sldId id="309" ns1:id="R8f9bbe6f32e04f34"/>
    <ns0:sldId id="310" ns1:id="Rf783913dadf54802"/>
    <ns0:sldId id="311" ns1:id="R421249cb3e474135"/>
    <ns0:sldId id="312" ns1:id="R225a5372d479403b"/>
    <ns0:sldId id="313" ns1:id="Ra14be845d08e4dbc"/>
    <ns0:sldId id="314" ns1:id="R86c7d83a36d6467e"/>
    <ns0:sldId id="315" ns1:id="Ra76e51c6a7414647"/>
    <ns0:sldId id="316" ns1:id="Rc785bbd2486c40f4"/>
    <ns0:sldId id="317" ns1:id="R27ff4c625d8a43c8"/>
    <ns0:sldId id="318" ns1:id="R68ccde66261c413c"/>
    <ns0:sldId id="319" ns1:id="R42b2897f5adc4bd6"/>
    <ns0:sldId id="320" ns1:id="R136bf4a3b9e04048"/>
    <ns0:sldId id="321" ns1:id="R8d316c1db97d4914"/>
    <ns0:sldId id="322" ns1:id="R7991f7bf266e4e11"/>
    <ns0:sldId id="323" ns1:id="R7b01303fe3e84cee"/>
    <ns0:sldId id="324" ns1:id="R6c2cb95d55554b64"/>
    <ns0:sldId id="325" ns1:id="R9197005b2afd4128"/>
    <ns0:sldId id="326" ns1:id="R1a2d86b623b44cf9"/>
    <ns0:sldId id="327" ns1:id="R696634877ddc4ed2"/>
    <ns0:sldId id="328" ns1:id="R2ff90851165c4ad7"/>
    <ns0:sldId id="329" ns1:id="R8bb8c06b3f364f62"/>
    <ns0:sldId id="330" ns1:id="R1ffa6fe96a224f0f"/>
    <ns0:sldId id="331" ns1:id="R4546af8ee79e4a41"/>
    <ns0:sldId id="332" ns1:id="R37db78672b664154"/>
    <ns0:sldId id="333" ns1:id="R3226418176d84ca5"/>
    <ns0:sldId id="334" ns1:id="Re6483baa1ce741ec"/>
    <ns0:sldId id="335" ns1:id="R736529d7b0574809"/>
    <ns0:sldId id="336" ns1:id="R9c1ba73849a04175"/>
    <ns0:sldId id="337" ns1:id="R37331d1afe084d55"/>
    <ns0:sldId id="338" ns1:id="Rb3031e35e4fe45e8"/>
    <ns0:sldId id="339" ns1:id="R7e95a4640d5547da"/>
    <ns0:sldId id="340" ns1:id="R7a0dba5114ea400a"/>
    <ns0:sldId id="341" ns1:id="R281412b5a5434ad0"/>
    <ns0:sldId id="342" ns1:id="R275e85b3d07644da"/>
    <ns0:sldId id="343" ns1:id="Rb33693a0382d473d"/>
    <ns0:sldId id="344" ns1:id="R2deb02155aa645f4"/>
    <ns0:sldId id="345" ns1:id="Rf307333589ad4d69"/>
    <ns0:sldId id="346" ns1:id="R565a849628684595"/>
    <ns0:sldId id="347" ns1:id="R3251889023104f9a"/>
    <ns0:sldId id="348" ns1:id="R0460d43a027647e3"/>
    <ns0:sldId id="349" ns1:id="R2cbcfd4684c742fa"/>
    <ns0:sldId id="350" ns1:id="R8e1908a35e474acf"/>
    <ns0:sldId id="351" ns1:id="R4531279b8f4145d1"/>
    <ns0:sldId id="352" ns1:id="Rfb4a6b4a0c734718"/>
    <ns0:sldId id="353" ns1:id="R6d5ecdabdcff4d2c"/>
    <ns0:sldId id="354" ns1:id="Rcacd6017cb30482b"/>
    <ns0:sldId id="355" ns1:id="Raecd11d42616473b"/>
    <ns0:sldId id="356" ns1:id="R5ba9c897a8654ab0"/>
    <ns0:sldId id="357" ns1:id="R5aca3971a2324a24"/>
    <ns0:sldId id="358" ns1:id="R7ad58781bf2e46cc"/>
    <ns0:sldId id="359" ns1:id="R9ffc921147ed4f80"/>
    <ns0:sldId id="360" ns1:id="Rd8806b1baf7e4af3"/>
    <ns0:sldId id="361" ns1:id="R8565f775131641dc"/>
    <ns0:sldId id="362" ns1:id="R2aa4472661944276"/>
    <ns0:sldId id="363" ns1:id="Rbe3c4f5906a947ec"/>
    <ns0:sldId id="364" ns1:id="R15d0190f69c845ad"/>
    <ns0:sldId id="365" ns1:id="R4c302ae18be44e76"/>
    <ns0:sldId id="366" ns1:id="R236578a0b3974363"/>
    <ns0:sldId id="367" ns1:id="Ra49ef27c722149f3"/>
    <ns0:sldId id="368" ns1:id="R4396f4656a77471f"/>
    <ns0:sldId id="369" ns1:id="Re4408a4f3bb7410f"/>
    <ns0:sldId id="370" ns1:id="Rd4173f95962b47ff"/>
    <ns0:sldId id="371" ns1:id="R967acebabfdc4ec3"/>
    <ns0:sldId id="372" ns1:id="R361854adf7ca4ff7"/>
  </ns0:sldIdLst>
  <ns0:sldSz cx="12192000" cy="68580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f5268c2be4dc4af3" /><ns0:Relationship Type="http://schemas.openxmlformats.org/officeDocument/2006/relationships/slideMaster" Target="/ppt/slideMasters/slideMaster1.xml" Id="R8d160cb8d21a44df" /><ns0:Relationship Type="http://schemas.openxmlformats.org/officeDocument/2006/relationships/presProps" Target="/ppt/presProps.xml" Id="Re6578685a8c84c4b" /><ns0:Relationship Type="http://schemas.openxmlformats.org/officeDocument/2006/relationships/tableStyles" Target="/ppt/tableStyles.xml" Id="R02a7203034974603" /><ns0:Relationship Type="http://schemas.openxmlformats.org/officeDocument/2006/relationships/slide" Target="/ppt/slides/slide1.xml" Id="Rdd5e62c31b074d91" /><ns0:Relationship Type="http://schemas.openxmlformats.org/officeDocument/2006/relationships/slide" Target="/ppt/slides/slide2.xml" Id="Rff4d8f9aa5374c98" /><ns0:Relationship Type="http://schemas.openxmlformats.org/officeDocument/2006/relationships/slide" Target="/ppt/slides/slide3.xml" Id="Ra1fbe13853ef4d00" /><ns0:Relationship Type="http://schemas.openxmlformats.org/officeDocument/2006/relationships/slide" Target="/ppt/slides/slide4.xml" Id="R08632bff840f4ce2" /><ns0:Relationship Type="http://schemas.openxmlformats.org/officeDocument/2006/relationships/slide" Target="/ppt/slides/slide5.xml" Id="Re57fe46988e44b5a" /><ns0:Relationship Type="http://schemas.openxmlformats.org/officeDocument/2006/relationships/slide" Target="/ppt/slides/slide6.xml" Id="Rd51237342df241cf" /><ns0:Relationship Type="http://schemas.openxmlformats.org/officeDocument/2006/relationships/slide" Target="/ppt/slides/slide7.xml" Id="Re4dcb0114c394168" /><ns0:Relationship Type="http://schemas.openxmlformats.org/officeDocument/2006/relationships/slide" Target="/ppt/slides/slide8.xml" Id="Rcf5d6e1071cc4b9f" /><ns0:Relationship Type="http://schemas.openxmlformats.org/officeDocument/2006/relationships/slide" Target="/ppt/slides/slide9.xml" Id="R17f89648b905432d" /><ns0:Relationship Type="http://schemas.openxmlformats.org/officeDocument/2006/relationships/slide" Target="/ppt/slides/slide10.xml" Id="R43577dc6e1b54f23" /><ns0:Relationship Type="http://schemas.openxmlformats.org/officeDocument/2006/relationships/slide" Target="/ppt/slides/slide11.xml" Id="R99c9979a6be24f6d" /><ns0:Relationship Type="http://schemas.openxmlformats.org/officeDocument/2006/relationships/slide" Target="/ppt/slides/slide12.xml" Id="R25fc440aea954895" /><ns0:Relationship Type="http://schemas.openxmlformats.org/officeDocument/2006/relationships/slide" Target="/ppt/slides/slide13.xml" Id="R0633231f10f44942" /><ns0:Relationship Type="http://schemas.openxmlformats.org/officeDocument/2006/relationships/slide" Target="/ppt/slides/slide14.xml" Id="R602d646ca3e14338" /><ns0:Relationship Type="http://schemas.openxmlformats.org/officeDocument/2006/relationships/slide" Target="/ppt/slides/slide15.xml" Id="R1e5c20f6e52249db" /><ns0:Relationship Type="http://schemas.openxmlformats.org/officeDocument/2006/relationships/slide" Target="/ppt/slides/slide16.xml" Id="R62c5f6ff208e455d" /><ns0:Relationship Type="http://schemas.openxmlformats.org/officeDocument/2006/relationships/slide" Target="/ppt/slides/slide17.xml" Id="Re81b1b8e2fce4312" /><ns0:Relationship Type="http://schemas.openxmlformats.org/officeDocument/2006/relationships/slide" Target="/ppt/slides/slide18.xml" Id="Raab7ec4631af4d62" /><ns0:Relationship Type="http://schemas.openxmlformats.org/officeDocument/2006/relationships/slide" Target="/ppt/slides/slide19.xml" Id="R758aba3524234c00" /><ns0:Relationship Type="http://schemas.openxmlformats.org/officeDocument/2006/relationships/slide" Target="/ppt/slides/slide20.xml" Id="Re8cda340b5e1428a" /><ns0:Relationship Type="http://schemas.openxmlformats.org/officeDocument/2006/relationships/slide" Target="/ppt/slides/slide21.xml" Id="R032122603eac4ff7" /><ns0:Relationship Type="http://schemas.openxmlformats.org/officeDocument/2006/relationships/slide" Target="/ppt/slides/slide22.xml" Id="Re246063c057c40d0" /><ns0:Relationship Type="http://schemas.openxmlformats.org/officeDocument/2006/relationships/slide" Target="/ppt/slides/slide23.xml" Id="R87db3523f40f4701" /><ns0:Relationship Type="http://schemas.openxmlformats.org/officeDocument/2006/relationships/slide" Target="/ppt/slides/slide24.xml" Id="R41cf54d2e040470b" /><ns0:Relationship Type="http://schemas.openxmlformats.org/officeDocument/2006/relationships/slide" Target="/ppt/slides/slide25.xml" Id="R8735107e9282406f" /><ns0:Relationship Type="http://schemas.openxmlformats.org/officeDocument/2006/relationships/slide" Target="/ppt/slides/slide26.xml" Id="R638f277572ba4b2e" /><ns0:Relationship Type="http://schemas.openxmlformats.org/officeDocument/2006/relationships/slide" Target="/ppt/slides/slide27.xml" Id="Rf402741b7a4d4a44" /><ns0:Relationship Type="http://schemas.openxmlformats.org/officeDocument/2006/relationships/slide" Target="/ppt/slides/slide28.xml" Id="Rb036fac6046f4be3" /><ns0:Relationship Type="http://schemas.openxmlformats.org/officeDocument/2006/relationships/slide" Target="/ppt/slides/slide29.xml" Id="Rb0789b212faf491f" /><ns0:Relationship Type="http://schemas.openxmlformats.org/officeDocument/2006/relationships/slide" Target="/ppt/slides/slide30.xml" Id="Rb9227332551e46d0" /><ns0:Relationship Type="http://schemas.openxmlformats.org/officeDocument/2006/relationships/slide" Target="/ppt/slides/slide31.xml" Id="Rf550522f4c6d4a02" /><ns0:Relationship Type="http://schemas.openxmlformats.org/officeDocument/2006/relationships/slide" Target="/ppt/slides/slide32.xml" Id="R83730a32e5834865" /><ns0:Relationship Type="http://schemas.openxmlformats.org/officeDocument/2006/relationships/slide" Target="/ppt/slides/slide33.xml" Id="Rfcad8ffe900a4c46" /><ns0:Relationship Type="http://schemas.openxmlformats.org/officeDocument/2006/relationships/slide" Target="/ppt/slides/slide34.xml" Id="R1d4086301a7d4802" /><ns0:Relationship Type="http://schemas.openxmlformats.org/officeDocument/2006/relationships/slide" Target="/ppt/slides/slide35.xml" Id="R47d5efd803a14bd0" /><ns0:Relationship Type="http://schemas.openxmlformats.org/officeDocument/2006/relationships/slide" Target="/ppt/slides/slide36.xml" Id="R6593942c29e74e09" /><ns0:Relationship Type="http://schemas.openxmlformats.org/officeDocument/2006/relationships/slide" Target="/ppt/slides/slide37.xml" Id="R36763d8c1fa94124" /><ns0:Relationship Type="http://schemas.openxmlformats.org/officeDocument/2006/relationships/slide" Target="/ppt/slides/slide38.xml" Id="R2f63c2b3010a4922" /><ns0:Relationship Type="http://schemas.openxmlformats.org/officeDocument/2006/relationships/slide" Target="/ppt/slides/slide39.xml" Id="R826176375bdc469a" /><ns0:Relationship Type="http://schemas.openxmlformats.org/officeDocument/2006/relationships/slide" Target="/ppt/slides/slide40.xml" Id="R19340084a5a34876" /><ns0:Relationship Type="http://schemas.openxmlformats.org/officeDocument/2006/relationships/slide" Target="/ppt/slides/slide41.xml" Id="Rbcb9a6c5d8b4463f" /><ns0:Relationship Type="http://schemas.openxmlformats.org/officeDocument/2006/relationships/slide" Target="/ppt/slides/slide42.xml" Id="Rc68b606c4ad64cf8" /><ns0:Relationship Type="http://schemas.openxmlformats.org/officeDocument/2006/relationships/slide" Target="/ppt/slides/slide43.xml" Id="R91d8d91568d44ae3" /><ns0:Relationship Type="http://schemas.openxmlformats.org/officeDocument/2006/relationships/slide" Target="/ppt/slides/slide44.xml" Id="R243b086f2ba2401f" /><ns0:Relationship Type="http://schemas.openxmlformats.org/officeDocument/2006/relationships/slide" Target="/ppt/slides/slide45.xml" Id="R9f8301a9ba5f46c5" /><ns0:Relationship Type="http://schemas.openxmlformats.org/officeDocument/2006/relationships/slide" Target="/ppt/slides/slide46.xml" Id="R7e7c586891bd4704" /><ns0:Relationship Type="http://schemas.openxmlformats.org/officeDocument/2006/relationships/slide" Target="/ppt/slides/slide47.xml" Id="R1ad0c8bf0ef14d21" /><ns0:Relationship Type="http://schemas.openxmlformats.org/officeDocument/2006/relationships/slide" Target="/ppt/slides/slide48.xml" Id="R3710a817e6844c10" /><ns0:Relationship Type="http://schemas.openxmlformats.org/officeDocument/2006/relationships/slide" Target="/ppt/slides/slide49.xml" Id="R94d1c30f747d489a" /><ns0:Relationship Type="http://schemas.openxmlformats.org/officeDocument/2006/relationships/slide" Target="/ppt/slides/slide50.xml" Id="R20ad9c5cc6bd4f35" /><ns0:Relationship Type="http://schemas.openxmlformats.org/officeDocument/2006/relationships/slide" Target="/ppt/slides/slide51.xml" Id="R384d73b8f49e41ad" /><ns0:Relationship Type="http://schemas.openxmlformats.org/officeDocument/2006/relationships/slide" Target="/ppt/slides/slide52.xml" Id="Rb49c0f19dfcb4cd0" /><ns0:Relationship Type="http://schemas.openxmlformats.org/officeDocument/2006/relationships/slide" Target="/ppt/slides/slide53.xml" Id="Ra03dcfd52ba245e8" /><ns0:Relationship Type="http://schemas.openxmlformats.org/officeDocument/2006/relationships/slide" Target="/ppt/slides/slide54.xml" Id="R8f9bbe6f32e04f34" /><ns0:Relationship Type="http://schemas.openxmlformats.org/officeDocument/2006/relationships/slide" Target="/ppt/slides/slide55.xml" Id="Rf783913dadf54802" /><ns0:Relationship Type="http://schemas.openxmlformats.org/officeDocument/2006/relationships/slide" Target="/ppt/slides/slide56.xml" Id="R421249cb3e474135" /><ns0:Relationship Type="http://schemas.openxmlformats.org/officeDocument/2006/relationships/slide" Target="/ppt/slides/slide57.xml" Id="R225a5372d479403b" /><ns0:Relationship Type="http://schemas.openxmlformats.org/officeDocument/2006/relationships/slide" Target="/ppt/slides/slide58.xml" Id="Ra14be845d08e4dbc" /><ns0:Relationship Type="http://schemas.openxmlformats.org/officeDocument/2006/relationships/slide" Target="/ppt/slides/slide59.xml" Id="R86c7d83a36d6467e" /><ns0:Relationship Type="http://schemas.openxmlformats.org/officeDocument/2006/relationships/slide" Target="/ppt/slides/slide60.xml" Id="Ra76e51c6a7414647" /><ns0:Relationship Type="http://schemas.openxmlformats.org/officeDocument/2006/relationships/slide" Target="/ppt/slides/slide61.xml" Id="Rc785bbd2486c40f4" /><ns0:Relationship Type="http://schemas.openxmlformats.org/officeDocument/2006/relationships/slide" Target="/ppt/slides/slide62.xml" Id="R27ff4c625d8a43c8" /><ns0:Relationship Type="http://schemas.openxmlformats.org/officeDocument/2006/relationships/slide" Target="/ppt/slides/slide63.xml" Id="R68ccde66261c413c" /><ns0:Relationship Type="http://schemas.openxmlformats.org/officeDocument/2006/relationships/slide" Target="/ppt/slides/slide64.xml" Id="R42b2897f5adc4bd6" /><ns0:Relationship Type="http://schemas.openxmlformats.org/officeDocument/2006/relationships/slide" Target="/ppt/slides/slide65.xml" Id="R136bf4a3b9e04048" /><ns0:Relationship Type="http://schemas.openxmlformats.org/officeDocument/2006/relationships/slide" Target="/ppt/slides/slide66.xml" Id="R8d316c1db97d4914" /><ns0:Relationship Type="http://schemas.openxmlformats.org/officeDocument/2006/relationships/slide" Target="/ppt/slides/slide67.xml" Id="R7991f7bf266e4e11" /><ns0:Relationship Type="http://schemas.openxmlformats.org/officeDocument/2006/relationships/slide" Target="/ppt/slides/slide68.xml" Id="R7b01303fe3e84cee" /><ns0:Relationship Type="http://schemas.openxmlformats.org/officeDocument/2006/relationships/slide" Target="/ppt/slides/slide69.xml" Id="R6c2cb95d55554b64" /><ns0:Relationship Type="http://schemas.openxmlformats.org/officeDocument/2006/relationships/slide" Target="/ppt/slides/slide70.xml" Id="R9197005b2afd4128" /><ns0:Relationship Type="http://schemas.openxmlformats.org/officeDocument/2006/relationships/slide" Target="/ppt/slides/slide71.xml" Id="R1a2d86b623b44cf9" /><ns0:Relationship Type="http://schemas.openxmlformats.org/officeDocument/2006/relationships/slide" Target="/ppt/slides/slide72.xml" Id="R696634877ddc4ed2" /><ns0:Relationship Type="http://schemas.openxmlformats.org/officeDocument/2006/relationships/slide" Target="/ppt/slides/slide73.xml" Id="R2ff90851165c4ad7" /><ns0:Relationship Type="http://schemas.openxmlformats.org/officeDocument/2006/relationships/slide" Target="/ppt/slides/slide74.xml" Id="R8bb8c06b3f364f62" /><ns0:Relationship Type="http://schemas.openxmlformats.org/officeDocument/2006/relationships/slide" Target="/ppt/slides/slide75.xml" Id="R1ffa6fe96a224f0f" /><ns0:Relationship Type="http://schemas.openxmlformats.org/officeDocument/2006/relationships/slide" Target="/ppt/slides/slide76.xml" Id="R4546af8ee79e4a41" /><ns0:Relationship Type="http://schemas.openxmlformats.org/officeDocument/2006/relationships/slide" Target="/ppt/slides/slide77.xml" Id="R37db78672b664154" /><ns0:Relationship Type="http://schemas.openxmlformats.org/officeDocument/2006/relationships/slide" Target="/ppt/slides/slide78.xml" Id="R3226418176d84ca5" /><ns0:Relationship Type="http://schemas.openxmlformats.org/officeDocument/2006/relationships/slide" Target="/ppt/slides/slide79.xml" Id="Re6483baa1ce741ec" /><ns0:Relationship Type="http://schemas.openxmlformats.org/officeDocument/2006/relationships/slide" Target="/ppt/slides/slide80.xml" Id="R736529d7b0574809" /><ns0:Relationship Type="http://schemas.openxmlformats.org/officeDocument/2006/relationships/slide" Target="/ppt/slides/slide81.xml" Id="R9c1ba73849a04175" /><ns0:Relationship Type="http://schemas.openxmlformats.org/officeDocument/2006/relationships/slide" Target="/ppt/slides/slide82.xml" Id="R37331d1afe084d55" /><ns0:Relationship Type="http://schemas.openxmlformats.org/officeDocument/2006/relationships/slide" Target="/ppt/slides/slide83.xml" Id="Rb3031e35e4fe45e8" /><ns0:Relationship Type="http://schemas.openxmlformats.org/officeDocument/2006/relationships/slide" Target="/ppt/slides/slide84.xml" Id="R7e95a4640d5547da" /><ns0:Relationship Type="http://schemas.openxmlformats.org/officeDocument/2006/relationships/slide" Target="/ppt/slides/slide85.xml" Id="R7a0dba5114ea400a" /><ns0:Relationship Type="http://schemas.openxmlformats.org/officeDocument/2006/relationships/slide" Target="/ppt/slides/slide86.xml" Id="R281412b5a5434ad0" /><ns0:Relationship Type="http://schemas.openxmlformats.org/officeDocument/2006/relationships/slide" Target="/ppt/slides/slide87.xml" Id="R275e85b3d07644da" /><ns0:Relationship Type="http://schemas.openxmlformats.org/officeDocument/2006/relationships/slide" Target="/ppt/slides/slide88.xml" Id="Rb33693a0382d473d" /><ns0:Relationship Type="http://schemas.openxmlformats.org/officeDocument/2006/relationships/slide" Target="/ppt/slides/slide89.xml" Id="R2deb02155aa645f4" /><ns0:Relationship Type="http://schemas.openxmlformats.org/officeDocument/2006/relationships/slide" Target="/ppt/slides/slide90.xml" Id="Rf307333589ad4d69" /><ns0:Relationship Type="http://schemas.openxmlformats.org/officeDocument/2006/relationships/slide" Target="/ppt/slides/slide91.xml" Id="R565a849628684595" /><ns0:Relationship Type="http://schemas.openxmlformats.org/officeDocument/2006/relationships/slide" Target="/ppt/slides/slide92.xml" Id="R3251889023104f9a" /><ns0:Relationship Type="http://schemas.openxmlformats.org/officeDocument/2006/relationships/slide" Target="/ppt/slides/slide93.xml" Id="R0460d43a027647e3" /><ns0:Relationship Type="http://schemas.openxmlformats.org/officeDocument/2006/relationships/slide" Target="/ppt/slides/slide94.xml" Id="R2cbcfd4684c742fa" /><ns0:Relationship Type="http://schemas.openxmlformats.org/officeDocument/2006/relationships/slide" Target="/ppt/slides/slide95.xml" Id="R8e1908a35e474acf" /><ns0:Relationship Type="http://schemas.openxmlformats.org/officeDocument/2006/relationships/slide" Target="/ppt/slides/slide96.xml" Id="R4531279b8f4145d1" /><ns0:Relationship Type="http://schemas.openxmlformats.org/officeDocument/2006/relationships/slide" Target="/ppt/slides/slide97.xml" Id="Rfb4a6b4a0c734718" /><ns0:Relationship Type="http://schemas.openxmlformats.org/officeDocument/2006/relationships/slide" Target="/ppt/slides/slide98.xml" Id="R6d5ecdabdcff4d2c" /><ns0:Relationship Type="http://schemas.openxmlformats.org/officeDocument/2006/relationships/slide" Target="/ppt/slides/slide99.xml" Id="Rcacd6017cb30482b" /><ns0:Relationship Type="http://schemas.openxmlformats.org/officeDocument/2006/relationships/slide" Target="/ppt/slides/slide100.xml" Id="Raecd11d42616473b" /><ns0:Relationship Type="http://schemas.openxmlformats.org/officeDocument/2006/relationships/slide" Target="/ppt/slides/slide101.xml" Id="R5ba9c897a8654ab0" /><ns0:Relationship Type="http://schemas.openxmlformats.org/officeDocument/2006/relationships/slide" Target="/ppt/slides/slide102.xml" Id="R5aca3971a2324a24" /><ns0:Relationship Type="http://schemas.openxmlformats.org/officeDocument/2006/relationships/slide" Target="/ppt/slides/slide103.xml" Id="R7ad58781bf2e46cc" /><ns0:Relationship Type="http://schemas.openxmlformats.org/officeDocument/2006/relationships/slide" Target="/ppt/slides/slide104.xml" Id="R9ffc921147ed4f80" /><ns0:Relationship Type="http://schemas.openxmlformats.org/officeDocument/2006/relationships/slide" Target="/ppt/slides/slide105.xml" Id="Rd8806b1baf7e4af3" /><ns0:Relationship Type="http://schemas.openxmlformats.org/officeDocument/2006/relationships/slide" Target="/ppt/slides/slide106.xml" Id="R8565f775131641dc" /><ns0:Relationship Type="http://schemas.openxmlformats.org/officeDocument/2006/relationships/slide" Target="/ppt/slides/slide107.xml" Id="R2aa4472661944276" /><ns0:Relationship Type="http://schemas.openxmlformats.org/officeDocument/2006/relationships/slide" Target="/ppt/slides/slide108.xml" Id="Rbe3c4f5906a947ec" /><ns0:Relationship Type="http://schemas.openxmlformats.org/officeDocument/2006/relationships/slide" Target="/ppt/slides/slide109.xml" Id="R15d0190f69c845ad" /><ns0:Relationship Type="http://schemas.openxmlformats.org/officeDocument/2006/relationships/slide" Target="/ppt/slides/slide110.xml" Id="R4c302ae18be44e76" /><ns0:Relationship Type="http://schemas.openxmlformats.org/officeDocument/2006/relationships/slide" Target="/ppt/slides/slide111.xml" Id="R236578a0b3974363" /><ns0:Relationship Type="http://schemas.openxmlformats.org/officeDocument/2006/relationships/slide" Target="/ppt/slides/slide112.xml" Id="Ra49ef27c722149f3" /><ns0:Relationship Type="http://schemas.openxmlformats.org/officeDocument/2006/relationships/slide" Target="/ppt/slides/slide113.xml" Id="R4396f4656a77471f" /><ns0:Relationship Type="http://schemas.openxmlformats.org/officeDocument/2006/relationships/slide" Target="/ppt/slides/slide114.xml" Id="Re4408a4f3bb7410f" /><ns0:Relationship Type="http://schemas.openxmlformats.org/officeDocument/2006/relationships/slide" Target="/ppt/slides/slide115.xml" Id="Rd4173f95962b47ff" /><ns0:Relationship Type="http://schemas.openxmlformats.org/officeDocument/2006/relationships/slide" Target="/ppt/slides/slide116.xml" Id="R967acebabfdc4ec3" /><ns0:Relationship Type="http://schemas.openxmlformats.org/officeDocument/2006/relationships/slide" Target="/ppt/slides/slide117.xml" Id="R361854adf7ca4ff7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b3c819962fc24284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8d7b8d30df544554" /><ns0:Relationship Type="http://schemas.openxmlformats.org/officeDocument/2006/relationships/slideLayout" Target="/ppt/slideLayouts/slideLayout1.xml" Id="Rdafb7adca5144238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afb7adca514423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add01959be94aab" /><ns0:Relationship Type="http://schemas.openxmlformats.org/officeDocument/2006/relationships/image" Target="/ppt/media/image.png" Id="R6dd93961325d4198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9e615ebfd704240" /><ns0:Relationship Type="http://schemas.openxmlformats.org/officeDocument/2006/relationships/image" Target="/ppt/media/image2.png" Id="R9fcc48e7ccd34976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4312f75ceea4efd" /><ns0:Relationship Type="http://schemas.openxmlformats.org/officeDocument/2006/relationships/image" Target="../media/image2.png" Id="R78d0aee9e03b4c5b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3202147b15e424a" /><ns0:Relationship Type="http://schemas.openxmlformats.org/officeDocument/2006/relationships/image" Target="../media/image2.png" Id="Rd7c8df279d8a4efe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c80e897c34549dc" /><ns0:Relationship Type="http://schemas.openxmlformats.org/officeDocument/2006/relationships/image" Target="../media/image2.png" Id="Rae239246a38d4beb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d5d1900bccd404d" /><ns0:Relationship Type="http://schemas.openxmlformats.org/officeDocument/2006/relationships/image" Target="../media/image.png" Id="R5fb5014e0cf74fc7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65ce25eece34b2a" /><ns0:Relationship Type="http://schemas.openxmlformats.org/officeDocument/2006/relationships/image" Target="../media/image2.png" Id="R7c9346268e904677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ee0e69fcdf1494e" /><ns0:Relationship Type="http://schemas.openxmlformats.org/officeDocument/2006/relationships/image" Target="../media/image2.png" Id="R5d83ce9a64a54d6c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8dabd880cce4729" /><ns0:Relationship Type="http://schemas.openxmlformats.org/officeDocument/2006/relationships/image" Target="../media/image.png" Id="R2774d221f6214cf9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19b52e9d89940b8" /><ns0:Relationship Type="http://schemas.openxmlformats.org/officeDocument/2006/relationships/image" Target="../media/image2.png" Id="R4912a3a0b372492d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04b717b6f2d4363" /><ns0:Relationship Type="http://schemas.openxmlformats.org/officeDocument/2006/relationships/image" Target="../media/image2.png" Id="R683eff24957042bb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49a1ab547934175" /><ns0:Relationship Type="http://schemas.openxmlformats.org/officeDocument/2006/relationships/image" Target="../media/image2.png" Id="R80f1cde483784927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95643db465a4501" /><ns0:Relationship Type="http://schemas.openxmlformats.org/officeDocument/2006/relationships/image" Target="../media/image2.png" Id="Rcb688278a60c4153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69fed4cde3c49b6" /><ns0:Relationship Type="http://schemas.openxmlformats.org/officeDocument/2006/relationships/image" Target="../media/image2.png" Id="R09d34791d69845c7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fd87fa7be6f40e5" /><ns0:Relationship Type="http://schemas.openxmlformats.org/officeDocument/2006/relationships/image" Target="../media/image2.png" Id="R35d707a1b75f4cc2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f02d3cdd63842d7" /><ns0:Relationship Type="http://schemas.openxmlformats.org/officeDocument/2006/relationships/image" Target="../media/image2.png" Id="R6179ce12909e43cc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b21a210c0384e49" /><ns0:Relationship Type="http://schemas.openxmlformats.org/officeDocument/2006/relationships/image" Target="../media/image2.png" Id="Rca4ea134350140eb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fae3370316c4db6" /><ns0:Relationship Type="http://schemas.openxmlformats.org/officeDocument/2006/relationships/image" Target="../media/image2.png" Id="R3702e1423f5d42c0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a941343f53d43bb" /><ns0:Relationship Type="http://schemas.openxmlformats.org/officeDocument/2006/relationships/image" Target="../media/image2.png" Id="R6a9af7a418784404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6725410de534407" /><ns0:Relationship Type="http://schemas.openxmlformats.org/officeDocument/2006/relationships/image" Target="../media/image2.png" Id="Re62f66063eec4a00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6c777bce04d49ec" /><ns0:Relationship Type="http://schemas.openxmlformats.org/officeDocument/2006/relationships/image" Target="../media/image.png" Id="R18612e10cee44a63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5b5c24a517948b7" /><ns0:Relationship Type="http://schemas.openxmlformats.org/officeDocument/2006/relationships/image" Target="../media/image2.png" Id="R4c9f51cf783c427d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7f69a7825184ef1" /><ns0:Relationship Type="http://schemas.openxmlformats.org/officeDocument/2006/relationships/image" Target="../media/image.png" Id="R9583b63f02a24167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23a888f15784779" /><ns0:Relationship Type="http://schemas.openxmlformats.org/officeDocument/2006/relationships/image" Target="../media/image2.png" Id="Ra034e1e88b0d4ca5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32866fc45fd481e" /><ns0:Relationship Type="http://schemas.openxmlformats.org/officeDocument/2006/relationships/image" Target="../media/image.png" Id="R5c9c75e443ca4d10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106588267f24711" /><ns0:Relationship Type="http://schemas.openxmlformats.org/officeDocument/2006/relationships/image" Target="../media/image2.png" Id="R8dcd48909d514ec9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ea5de8d4795490c" /><ns0:Relationship Type="http://schemas.openxmlformats.org/officeDocument/2006/relationships/image" Target="../media/image2.png" Id="R7eacc998593544ee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fe3d6f2581349db" /><ns0:Relationship Type="http://schemas.openxmlformats.org/officeDocument/2006/relationships/image" Target="../media/image2.png" Id="Rbc98bc4584c8425f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ea5a8f42fbb47f0" /><ns0:Relationship Type="http://schemas.openxmlformats.org/officeDocument/2006/relationships/image" Target="../media/image2.png" Id="Ra66b4f4f1bcd4fca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0b75de8d6ea44c2" /><ns0:Relationship Type="http://schemas.openxmlformats.org/officeDocument/2006/relationships/image" Target="../media/image2.png" Id="R2220ebdcf5fd4798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9c429332efd4fb0" /><ns0:Relationship Type="http://schemas.openxmlformats.org/officeDocument/2006/relationships/image" Target="../media/image2.png" Id="R685ac88d89434e19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9e4da74497a46cf" /><ns0:Relationship Type="http://schemas.openxmlformats.org/officeDocument/2006/relationships/image" Target="../media/image2.png" Id="R4543e7f0dbb543d8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dd62991b9bc43d6" /><ns0:Relationship Type="http://schemas.openxmlformats.org/officeDocument/2006/relationships/image" Target="../media/image2.png" Id="Rbd3c94db7f814c8c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60c8861a6e74065" /><ns0:Relationship Type="http://schemas.openxmlformats.org/officeDocument/2006/relationships/image" Target="../media/image2.png" Id="R4e94d51b46454567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6dbce8717bc4cff" /><ns0:Relationship Type="http://schemas.openxmlformats.org/officeDocument/2006/relationships/image" Target="../media/image2.png" Id="R3e9c51964119414c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c57a5f8397049c3" /><ns0:Relationship Type="http://schemas.openxmlformats.org/officeDocument/2006/relationships/image" Target="../media/image2.png" Id="R1636edbadffd4b9e" /></ns0:Relationships>
</file>

<file path=ppt/slides/_rels/slide3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29194fe13c64084" /><ns0:Relationship Type="http://schemas.openxmlformats.org/officeDocument/2006/relationships/image" Target="../media/image2.png" Id="Ra3e1bda7a5d240f8" /></ns0:Relationships>
</file>

<file path=ppt/slides/_rels/slide3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84fd6ce629a443f" /><ns0:Relationship Type="http://schemas.openxmlformats.org/officeDocument/2006/relationships/image" Target="../media/image2.png" Id="Rc1b2dba126c74e86" /></ns0:Relationships>
</file>

<file path=ppt/slides/_rels/slide3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795262a7aa64f7f" /><ns0:Relationship Type="http://schemas.openxmlformats.org/officeDocument/2006/relationships/image" Target="../media/image2.png" Id="R0f107c0eb0c04ce2" /></ns0:Relationships>
</file>

<file path=ppt/slides/_rels/slide4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48986562de84b03" /><ns0:Relationship Type="http://schemas.openxmlformats.org/officeDocument/2006/relationships/image" Target="../media/image2.png" Id="R23abf90ce99b43ab" /></ns0:Relationships>
</file>

<file path=ppt/slides/_rels/slide4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68e44b69d004e4c" /><ns0:Relationship Type="http://schemas.openxmlformats.org/officeDocument/2006/relationships/image" Target="../media/image.png" Id="R8ec4d50ef219430d" /></ns0:Relationships>
</file>

<file path=ppt/slides/_rels/slide4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ced1805f42b4fd2" /><ns0:Relationship Type="http://schemas.openxmlformats.org/officeDocument/2006/relationships/image" Target="../media/image2.png" Id="R8cda93ef23e541b4" /></ns0:Relationships>
</file>

<file path=ppt/slides/_rels/slide4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84cca954af145fe" /><ns0:Relationship Type="http://schemas.openxmlformats.org/officeDocument/2006/relationships/image" Target="../media/image.png" Id="R9fa7c445d16c4083" /></ns0:Relationships>
</file>

<file path=ppt/slides/_rels/slide4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986fed3aaeb4494" /><ns0:Relationship Type="http://schemas.openxmlformats.org/officeDocument/2006/relationships/image" Target="../media/image2.png" Id="R802ea7fe3bc14c69" /></ns0:Relationships>
</file>

<file path=ppt/slides/_rels/slide4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c2f09b320d8498f" /><ns0:Relationship Type="http://schemas.openxmlformats.org/officeDocument/2006/relationships/image" Target="../media/image.png" Id="R16d024aca6dc4a0e" /></ns0:Relationships>
</file>

<file path=ppt/slides/_rels/slide4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f9ccf19f7054bf7" /><ns0:Relationship Type="http://schemas.openxmlformats.org/officeDocument/2006/relationships/image" Target="../media/image2.png" Id="Ra9e2b08ec112414e" /></ns0:Relationships>
</file>

<file path=ppt/slides/_rels/slide4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d838991e0b64134" /><ns0:Relationship Type="http://schemas.openxmlformats.org/officeDocument/2006/relationships/image" Target="../media/image2.png" Id="R89f1907200224e4f" /></ns0:Relationships>
</file>

<file path=ppt/slides/_rels/slide4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12099dcc8df438d" /><ns0:Relationship Type="http://schemas.openxmlformats.org/officeDocument/2006/relationships/image" Target="../media/image2.png" Id="Rcb88cd0f45114070" /></ns0:Relationships>
</file>

<file path=ppt/slides/_rels/slide4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dbf2f078b794614" /><ns0:Relationship Type="http://schemas.openxmlformats.org/officeDocument/2006/relationships/image" Target="../media/image2.png" Id="R64116425e25d4a81" /></ns0:Relationships>
</file>

<file path=ppt/slides/_rels/slide5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cc0989824354d72" /><ns0:Relationship Type="http://schemas.openxmlformats.org/officeDocument/2006/relationships/image" Target="../media/image2.png" Id="R4b778bc2f67a41c4" /></ns0:Relationships>
</file>

<file path=ppt/slides/_rels/slide5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ccf93aa9d194a96" /><ns0:Relationship Type="http://schemas.openxmlformats.org/officeDocument/2006/relationships/image" Target="../media/image2.png" Id="Rbb02d161688e4c1c" /></ns0:Relationships>
</file>

<file path=ppt/slides/_rels/slide5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cc33c16f56d4ee4" /><ns0:Relationship Type="http://schemas.openxmlformats.org/officeDocument/2006/relationships/image" Target="../media/image2.png" Id="R851bf08c60844eaa" /></ns0:Relationships>
</file>

<file path=ppt/slides/_rels/slide5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d11f4b909fe4dbc" /><ns0:Relationship Type="http://schemas.openxmlformats.org/officeDocument/2006/relationships/image" Target="../media/image2.png" Id="Rad794de706f34d4a" /></ns0:Relationships>
</file>

<file path=ppt/slides/_rels/slide5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8ddd58126c14d6b" /><ns0:Relationship Type="http://schemas.openxmlformats.org/officeDocument/2006/relationships/image" Target="../media/image2.png" Id="R30d19ecb82364c1e" /></ns0:Relationships>
</file>

<file path=ppt/slides/_rels/slide5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a23883f975046cd" /><ns0:Relationship Type="http://schemas.openxmlformats.org/officeDocument/2006/relationships/image" Target="../media/image2.png" Id="Rfcb3b8c2f1e4442a" /><ns0:Relationship Type="http://schemas.openxmlformats.org/officeDocument/2006/relationships/image" Target="/ppt/media/image56.png" Id="R402eb01aeed34f4a" /></ns0:Relationships>
</file>

<file path=ppt/slides/_rels/slide5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d7eef5e3eb94cab" /><ns0:Relationship Type="http://schemas.openxmlformats.org/officeDocument/2006/relationships/image" Target="../media/image2.png" Id="R9b03523c83aa49e8" /><ns0:Relationship Type="http://schemas.openxmlformats.org/officeDocument/2006/relationships/image" Target="/ppt/media/image58.png" Id="Refe01eaaaaec4550" /></ns0:Relationships>
</file>

<file path=ppt/slides/_rels/slide5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844691cb91a472f" /><ns0:Relationship Type="http://schemas.openxmlformats.org/officeDocument/2006/relationships/image" Target="../media/image2.png" Id="Re13fa89d14ab4f46" /><ns0:Relationship Type="http://schemas.openxmlformats.org/officeDocument/2006/relationships/image" Target="/ppt/media/image60.png" Id="R113a0ee1058b4d18" /></ns0:Relationships>
</file>

<file path=ppt/slides/_rels/slide5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6c0bb6132fe41fa" /><ns0:Relationship Type="http://schemas.openxmlformats.org/officeDocument/2006/relationships/image" Target="../media/image2.png" Id="Rbdf27b1f72e34250" /></ns0:Relationships>
</file>

<file path=ppt/slides/_rels/slide5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a322ce1428d46da" /><ns0:Relationship Type="http://schemas.openxmlformats.org/officeDocument/2006/relationships/image" Target="../media/image2.png" Id="Rc2db894b60554630" /></ns0:Relationships>
</file>

<file path=ppt/slides/_rels/slide6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59ab2fde7af4e7c" /><ns0:Relationship Type="http://schemas.openxmlformats.org/officeDocument/2006/relationships/image" Target="../media/image2.png" Id="R8d67a68f001e4bd5" /></ns0:Relationships>
</file>

<file path=ppt/slides/_rels/slide6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541a48033c04f42" /><ns0:Relationship Type="http://schemas.openxmlformats.org/officeDocument/2006/relationships/image" Target="../media/image2.png" Id="Reca73e79a56b4570" /></ns0:Relationships>
</file>

<file path=ppt/slides/_rels/slide6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a1e72063d62463d" /><ns0:Relationship Type="http://schemas.openxmlformats.org/officeDocument/2006/relationships/image" Target="../media/image2.png" Id="Rb46b32f262f34ddd" /></ns0:Relationships>
</file>

<file path=ppt/slides/_rels/slide6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c35d029a0a04851" /><ns0:Relationship Type="http://schemas.openxmlformats.org/officeDocument/2006/relationships/image" Target="../media/image.png" Id="R2b3ef65d9a374500" /></ns0:Relationships>
</file>

<file path=ppt/slides/_rels/slide6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d6a06b266b94718" /><ns0:Relationship Type="http://schemas.openxmlformats.org/officeDocument/2006/relationships/image" Target="../media/image2.png" Id="Rbdfa50d2f7b7464b" /></ns0:Relationships>
</file>

<file path=ppt/slides/_rels/slide6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537a1cf135c430c" /><ns0:Relationship Type="http://schemas.openxmlformats.org/officeDocument/2006/relationships/image" Target="../media/image.png" Id="Rc146333e14fe4285" /></ns0:Relationships>
</file>

<file path=ppt/slides/_rels/slide6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fa915e9e89b471f" /><ns0:Relationship Type="http://schemas.openxmlformats.org/officeDocument/2006/relationships/image" Target="../media/image2.png" Id="Rf822a01d330a4265" /></ns0:Relationships>
</file>

<file path=ppt/slides/_rels/slide6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859294fa11b4f46" /><ns0:Relationship Type="http://schemas.openxmlformats.org/officeDocument/2006/relationships/image" Target="../media/image.png" Id="Ra9db431b13ca4ab9" /></ns0:Relationships>
</file>

<file path=ppt/slides/_rels/slide6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d23800e2f844456" /><ns0:Relationship Type="http://schemas.openxmlformats.org/officeDocument/2006/relationships/image" Target="../media/image2.png" Id="Raa679b0ea4104ee7" /></ns0:Relationships>
</file>

<file path=ppt/slides/_rels/slide6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369f5211eff4b86" /><ns0:Relationship Type="http://schemas.openxmlformats.org/officeDocument/2006/relationships/image" Target="../media/image2.png" Id="Rb6ee95c5c3e64db4" /></ns0:Relationships>
</file>

<file path=ppt/slides/_rels/slide7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4b369ea694e40fd" /><ns0:Relationship Type="http://schemas.openxmlformats.org/officeDocument/2006/relationships/image" Target="../media/image2.png" Id="R6531b11fdae24e7f" /></ns0:Relationships>
</file>

<file path=ppt/slides/_rels/slide7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297f475c1704d6b" /><ns0:Relationship Type="http://schemas.openxmlformats.org/officeDocument/2006/relationships/image" Target="../media/image2.png" Id="R93e617007d0d486b" /></ns0:Relationships>
</file>

<file path=ppt/slides/_rels/slide7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85a27c77b944156" /><ns0:Relationship Type="http://schemas.openxmlformats.org/officeDocument/2006/relationships/image" Target="../media/image2.png" Id="R89dea3acd4634b85" /></ns0:Relationships>
</file>

<file path=ppt/slides/_rels/slide7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061e6af66d34316" /><ns0:Relationship Type="http://schemas.openxmlformats.org/officeDocument/2006/relationships/image" Target="../media/image2.png" Id="Re756ca30c5d54a59" /></ns0:Relationships>
</file>

<file path=ppt/slides/_rels/slide7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ed4e6aa904140a5" /><ns0:Relationship Type="http://schemas.openxmlformats.org/officeDocument/2006/relationships/image" Target="../media/image2.png" Id="R31dc067973d5431a" /></ns0:Relationships>
</file>

<file path=ppt/slides/_rels/slide7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7b2eb4d14524707" /><ns0:Relationship Type="http://schemas.openxmlformats.org/officeDocument/2006/relationships/image" Target="../media/image2.png" Id="R44cae8a4d2854832" /></ns0:Relationships>
</file>

<file path=ppt/slides/_rels/slide7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25307c94fba4805" /><ns0:Relationship Type="http://schemas.openxmlformats.org/officeDocument/2006/relationships/image" Target="../media/image.png" Id="R0ac3652c765e45a3" /></ns0:Relationships>
</file>

<file path=ppt/slides/_rels/slide7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23a0f0f832a43e2" /><ns0:Relationship Type="http://schemas.openxmlformats.org/officeDocument/2006/relationships/image" Target="../media/image2.png" Id="R5f42dc05705040f4" /></ns0:Relationships>
</file>

<file path=ppt/slides/_rels/slide7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58ad31bf4c64690" /><ns0:Relationship Type="http://schemas.openxmlformats.org/officeDocument/2006/relationships/image" Target="../media/image.png" Id="Ra73a2738203a46a5" /></ns0:Relationships>
</file>

<file path=ppt/slides/_rels/slide7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0e73065ee094151" /><ns0:Relationship Type="http://schemas.openxmlformats.org/officeDocument/2006/relationships/image" Target="../media/image2.png" Id="Rb56b8d5d12d44681" /></ns0:Relationships>
</file>

<file path=ppt/slides/_rels/slide8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db35a7b85c84507" /><ns0:Relationship Type="http://schemas.openxmlformats.org/officeDocument/2006/relationships/image" Target="../media/image.png" Id="Re83951c174dd4cc0" /></ns0:Relationships>
</file>

<file path=ppt/slides/_rels/slide8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f20fb0b6b554ba3" /><ns0:Relationship Type="http://schemas.openxmlformats.org/officeDocument/2006/relationships/image" Target="../media/image2.png" Id="Ra0c758d05bf2419a" /></ns0:Relationships>
</file>

<file path=ppt/slides/_rels/slide8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c3c2d13e4e14e4b" /><ns0:Relationship Type="http://schemas.openxmlformats.org/officeDocument/2006/relationships/image" Target="../media/image.png" Id="R8bc0d5ed1b324a16" /></ns0:Relationships>
</file>

<file path=ppt/slides/_rels/slide8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997d8fea0d34c5f" /><ns0:Relationship Type="http://schemas.openxmlformats.org/officeDocument/2006/relationships/image" Target="../media/image2.png" Id="Raa61eff845474700" /></ns0:Relationships>
</file>

<file path=ppt/slides/_rels/slide8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df15389cafd4a57" /><ns0:Relationship Type="http://schemas.openxmlformats.org/officeDocument/2006/relationships/image" Target="../media/image2.png" Id="Rf8b2049a142b48e9" /></ns0:Relationships>
</file>

<file path=ppt/slides/_rels/slide8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7267e42339b4438" /><ns0:Relationship Type="http://schemas.openxmlformats.org/officeDocument/2006/relationships/image" Target="../media/image2.png" Id="Rdd9c8d7f69864524" /></ns0:Relationships>
</file>

<file path=ppt/slides/_rels/slide8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a311d4c36f54598" /><ns0:Relationship Type="http://schemas.openxmlformats.org/officeDocument/2006/relationships/image" Target="../media/image2.png" Id="R88598628d37141ab" /></ns0:Relationships>
</file>

<file path=ppt/slides/_rels/slide8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e8646297c6c46ed" /><ns0:Relationship Type="http://schemas.openxmlformats.org/officeDocument/2006/relationships/image" Target="../media/image2.png" Id="R0c587f2992e8464c" /></ns0:Relationships>
</file>

<file path=ppt/slides/_rels/slide8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4bad746a407433f" /><ns0:Relationship Type="http://schemas.openxmlformats.org/officeDocument/2006/relationships/image" Target="../media/image2.png" Id="Rfe00f492f8b64e8a" /></ns0:Relationships>
</file>

<file path=ppt/slides/_rels/slide8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b46b972af5245bb" /><ns0:Relationship Type="http://schemas.openxmlformats.org/officeDocument/2006/relationships/image" Target="../media/image2.png" Id="R88d213c05eca4dd5" /></ns0:Relationships>
</file>

<file path=ppt/slides/_rels/slide9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ebe853107dd441a" /><ns0:Relationship Type="http://schemas.openxmlformats.org/officeDocument/2006/relationships/image" Target="../media/image2.png" Id="R193a27022a8849cd" /></ns0:Relationships>
</file>

<file path=ppt/slides/_rels/slide9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43e9b20a65e42e5" /><ns0:Relationship Type="http://schemas.openxmlformats.org/officeDocument/2006/relationships/image" Target="../media/image2.png" Id="Rb7705f89cf314685" /></ns0:Relationships>
</file>

<file path=ppt/slides/_rels/slide9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f05f5475b72418d" /><ns0:Relationship Type="http://schemas.openxmlformats.org/officeDocument/2006/relationships/image" Target="../media/image2.png" Id="Rabb9acf836874c93" /></ns0:Relationships>
</file>

<file path=ppt/slides/_rels/slide9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20287f2b09e4482" /><ns0:Relationship Type="http://schemas.openxmlformats.org/officeDocument/2006/relationships/image" Target="../media/image2.png" Id="Ree192244b59b4446" /></ns0:Relationships>
</file>

<file path=ppt/slides/_rels/slide9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628245383894c0c" /><ns0:Relationship Type="http://schemas.openxmlformats.org/officeDocument/2006/relationships/image" Target="../media/image2.png" Id="R6e94438147ee49e1" /></ns0:Relationships>
</file>

<file path=ppt/slides/_rels/slide9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20f143d3d64401f" /><ns0:Relationship Type="http://schemas.openxmlformats.org/officeDocument/2006/relationships/image" Target="../media/image2.png" Id="R330cd86654fb4b4c" /></ns0:Relationships>
</file>

<file path=ppt/slides/_rels/slide9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e45e78cff884adc" /><ns0:Relationship Type="http://schemas.openxmlformats.org/officeDocument/2006/relationships/image" Target="../media/image2.png" Id="R8d717b755ab44948" /></ns0:Relationships>
</file>

<file path=ppt/slides/_rels/slide9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18532df45df4468" /><ns0:Relationship Type="http://schemas.openxmlformats.org/officeDocument/2006/relationships/image" Target="../media/image.png" Id="Ra704d7fe1e844465" /></ns0:Relationships>
</file>

<file path=ppt/slides/_rels/slide9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92ed72af09b4609" /><ns0:Relationship Type="http://schemas.openxmlformats.org/officeDocument/2006/relationships/image" Target="../media/image2.png" Id="Ra0a528f50b4743de" /></ns0:Relationships>
</file>

<file path=ppt/slides/_rels/slide9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48a198ee5c444c5" /><ns0:Relationship Type="http://schemas.openxmlformats.org/officeDocument/2006/relationships/image" Target="../media/image.png" Id="R69463e04092a4056" /></ns0:Relationships>
</file>

<file path=ppt/slides/_rels/slide10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3871dff5e3b4819" /><ns0:Relationship Type="http://schemas.openxmlformats.org/officeDocument/2006/relationships/image" Target="../media/image2.png" Id="Ra7f5fe22b47f4a1a" /></ns0:Relationships>
</file>

<file path=ppt/slides/_rels/slide10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ba8d59c155e4934" /><ns0:Relationship Type="http://schemas.openxmlformats.org/officeDocument/2006/relationships/image" Target="../media/image.png" Id="R1e34c02100394fa6" /></ns0:Relationships>
</file>

<file path=ppt/slides/_rels/slide10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c32f811c58a48a5" /><ns0:Relationship Type="http://schemas.openxmlformats.org/officeDocument/2006/relationships/image" Target="../media/image2.png" Id="R30982e6bf8a44a53" /></ns0:Relationships>
</file>

<file path=ppt/slides/_rels/slide10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cd2903bad224195" /><ns0:Relationship Type="http://schemas.openxmlformats.org/officeDocument/2006/relationships/image" Target="../media/image2.png" Id="Rf69cc0475b534bdc" /></ns0:Relationships>
</file>

<file path=ppt/slides/_rels/slide10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2b1bcd1496045f2" /><ns0:Relationship Type="http://schemas.openxmlformats.org/officeDocument/2006/relationships/image" Target="../media/image2.png" Id="R2bcceb04870c4114" /></ns0:Relationships>
</file>

<file path=ppt/slides/_rels/slide10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0b3169181094327" /><ns0:Relationship Type="http://schemas.openxmlformats.org/officeDocument/2006/relationships/image" Target="../media/image2.png" Id="Rd30d7dc48f044301" /></ns0:Relationships>
</file>

<file path=ppt/slides/_rels/slide10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53a94befdb346db" /><ns0:Relationship Type="http://schemas.openxmlformats.org/officeDocument/2006/relationships/image" Target="../media/image2.png" Id="Rf412546f5e9142db" /></ns0:Relationships>
</file>

<file path=ppt/slides/_rels/slide10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c8fadf629f8432d" /><ns0:Relationship Type="http://schemas.openxmlformats.org/officeDocument/2006/relationships/image" Target="../media/image2.png" Id="Rb769d04838214774" /></ns0:Relationships>
</file>

<file path=ppt/slides/_rels/slide10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87ead35f1384f1e" /><ns0:Relationship Type="http://schemas.openxmlformats.org/officeDocument/2006/relationships/image" Target="../media/image2.png" Id="Rb8a1c7210bf242c4" /></ns0:Relationships>
</file>

<file path=ppt/slides/_rels/slide10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6e86731380e4950" /><ns0:Relationship Type="http://schemas.openxmlformats.org/officeDocument/2006/relationships/image" Target="../media/image2.png" Id="Ra120ae567d224a6f" /></ns0:Relationships>
</file>

<file path=ppt/slides/_rels/slide1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c32a3845cf1457e" /><ns0:Relationship Type="http://schemas.openxmlformats.org/officeDocument/2006/relationships/image" Target="../media/image.png" Id="Rac62bf461e124cdd" /></ns0:Relationships>
</file>

<file path=ppt/slides/_rels/slide1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ccb0726d3894ce6" /><ns0:Relationship Type="http://schemas.openxmlformats.org/officeDocument/2006/relationships/image" Target="../media/image.png" Id="R90272fb176244108" /></ns0:Relationships>
</file>

<file path=ppt/slides/_rels/slide1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806ceae453640a4" /><ns0:Relationship Type="http://schemas.openxmlformats.org/officeDocument/2006/relationships/image" Target="../media/image2.png" Id="R7a698b5f87054eb4" /></ns0:Relationships>
</file>

<file path=ppt/slides/_rels/slide1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ba86cd1f6da459d" /><ns0:Relationship Type="http://schemas.openxmlformats.org/officeDocument/2006/relationships/image" Target="../media/image.png" Id="R83a071c0815147d4" /></ns0:Relationships>
</file>

<file path=ppt/slides/_rels/slide1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3baecd991c147af" /><ns0:Relationship Type="http://schemas.openxmlformats.org/officeDocument/2006/relationships/image" Target="../media/image2.png" Id="Ra97991a71cc144e5" /></ns0:Relationships>
</file>

<file path=ppt/slides/_rels/slide1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43b82e11c784f7f" /><ns0:Relationship Type="http://schemas.openxmlformats.org/officeDocument/2006/relationships/image" Target="../media/image2.png" Id="Rc002a59b241b4708" /></ns0:Relationships>
</file>

<file path=ppt/slides/_rels/slide1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bf7dffa2c9a45c2" /><ns0:Relationship Type="http://schemas.openxmlformats.org/officeDocument/2006/relationships/image" Target="../media/image2.png" Id="Rbf15ebbb8f0145a3" /><ns0:Relationship Id="rIdLink1" Type="http://schemas.openxmlformats.org/officeDocument/2006/relationships/hyperlink" Target="https://docs.opencv.org/4.12.0/d7/d4d/tutorial_py_thresholding.html" TargetMode="External" /><ns0:Relationship Id="rIdLink2" Type="http://schemas.openxmlformats.org/officeDocument/2006/relationships/hyperlink" Target="https://docs.opencv.org/4.12.0/d7/d4d/tutorial_py_thresholding.html" TargetMode="External" /></ns0:Relationships>
</file>

<file path=ppt/slides/_rels/slide1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f05306adb374d38" /><ns0:Relationship Type="http://schemas.openxmlformats.org/officeDocument/2006/relationships/image" Target="../media/image2.png" Id="Rcc9d3e27b1834c77" /><ns0:Relationship Id="rIdLink1" Type="http://schemas.openxmlformats.org/officeDocument/2006/relationships/hyperlink" Target="https://docs.opencv.org/4.12.0/d4/d73/tutorial_py_contours_begin.html" TargetMode="External" /><ns0:Relationship Id="rIdLink2" Type="http://schemas.openxmlformats.org/officeDocument/2006/relationships/hyperlink" Target="https://docs.opencv.org/4.12.0/d4/d73/tutorial_py_contours_begin.html" TargetMode="External" /></ns0:Relationships>
</file>

<file path=ppt/slides/slide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6dd93961325d419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771C5F7-7E8E-4888-A379-AFFB88CF921B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096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피지컬AI 직무훈련</a:t>
            </a:r>
          </a:p>
        </p:txBody>
      </p:sp>
      <p:sp>
        <p:nvSpPr>
          <p:cNvPr id="3" name="">
            <a:extLst>
              <a:ext uri="{FF2B5EF4-FFF2-40B4-BE49-F238E27FC236}">
                <ns3:creationId id="{2F7BC946-E650-4A2F-A392-90A325238746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8191500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OpenCV와 웹캠</a:t>
            </a:r>
          </a:p>
        </p:txBody>
      </p:sp>
      <p:sp>
        <p:nvSpPr>
          <p:cNvPr id="4" name="">
            <a:extLst>
              <a:ext uri="{FF2B5EF4-FFF2-40B4-BE49-F238E27FC236}">
                <ns3:creationId id="{860A0F87-E9CD-49CE-A5AD-E979D5D017BD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2026-10-22</a:t>
            </a:r>
          </a:p>
        </p:txBody>
      </p:sp>
      <p:sp>
        <p:nvSpPr>
          <p:cNvPr id="5" name="">
            <a:extLst>
              <a:ext uri="{FF2B5EF4-FFF2-40B4-BE49-F238E27FC236}">
                <ns3:creationId id="{A2FBCC99-CBCC-4102-B7D5-0216264E2524}"/>
              </a:ext>
            </a:extLst>
          </p:cNvPr>
          <p:cNvSpPr>
            <a:spLocks noGrp="1"/>
          </p:cNvSpPr>
          <p:nvPr/>
        </p:nvSpPr>
        <p:spPr>
          <a:xfrm>
            <a:off x="685800" y="465582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파일과 코드로 개념을 확인하고 직접 결과를 만듭니다.</a:t>
            </a:r>
          </a:p>
        </p:txBody>
      </p:sp>
      <p:sp>
        <p:nvSpPr>
          <p:cNvPr id="6" name="">
            <a:extLst>
              <a:ext uri="{FF2B5EF4-FFF2-40B4-BE49-F238E27FC236}">
                <ns3:creationId id="{0F5A4E9F-A976-4DBE-B250-2400E36F7BB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7" name="">
            <a:extLst>
              <a:ext uri="{FF2B5EF4-FFF2-40B4-BE49-F238E27FC236}">
                <ns3:creationId id="{17FD0F04-64DC-4C24-B92C-79B22F561DA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001</a:t>
            </a:r>
          </a:p>
        </p:txBody>
      </p:sp>
    </p:spTree>
    <p:extLst>
      <p:ext uri="{BB962C8B-B14F-4D97-AF65-F5344CB8AC3E}">
        <ns4:creationId val="468087442"/>
      </p:ext>
    </p:extLst>
  </p:cSld>
</p:sld>
</file>

<file path=ppt/slides/slide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fcc48e7ccd3497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0199AD2-AAC9-4157-B89F-506E5DE7B4B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D1A081C-15B9-45F6-9FA6-39AD683D2C1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압축을 풀고 course 폴더 찾기</a:t>
            </a:r>
          </a:p>
        </p:txBody>
      </p:sp>
      <p:sp>
        <p:nvSpPr>
          <p:cNvPr id="4" name="">
            <a:extLst>
              <a:ext uri="{FF2B5EF4-FFF2-40B4-BE49-F238E27FC236}">
                <ns3:creationId id="{84185366-8E69-4BC4-971E-1C7C4523D93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80FB261-E8F9-4171-AEA1-BCA4469D280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예제 ZIP을 내려받고 압축을 먼저 풉니다.</a:t>
            </a:r>
          </a:p>
        </p:txBody>
      </p:sp>
      <p:sp>
        <p:nvSpPr>
          <p:cNvPr id="6" name="">
            <a:extLst>
              <a:ext uri="{FF2B5EF4-FFF2-40B4-BE49-F238E27FC236}">
                <ns3:creationId id="{02311F3A-52F6-40DE-B6FF-AC8BF8CBE76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압축을 푼 폴더 안에서 course를 찾습니다.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7EDE3AC8-B5EE-4DA0-9FCA-550F18F3BE2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data는 입력, code는 참고 코드, work는 내 작업 폴더입니다.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80810D09-A8B5-4D4E-9063-308B0D75C39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 파일을 바꿀 때는 원본을 보존하고 복사본을 만듭니다.</a:t>
            </a:r>
          </a:p>
        </p:txBody>
      </p:sp>
      <p:sp>
        <p:nvSpPr>
          <p:cNvPr id="9" name="">
            <a:extLst>
              <a:ext uri="{FF2B5EF4-FFF2-40B4-BE49-F238E27FC236}">
                <ns3:creationId id="{C7C51323-286C-4791-A7C8-FF983B930EF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4C726D4A-3827-404C-97A4-41CC9205E43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002</a:t>
            </a:r>
          </a:p>
        </p:txBody>
      </p:sp>
    </p:spTree>
    <p:extLst>
      <p:ext uri="{BB962C8B-B14F-4D97-AF65-F5344CB8AC3E}">
        <ns4:creationId val="1167113847"/>
      </p:ext>
    </p:extLst>
  </p:cSld>
</p:sld>
</file>

<file path=ppt/slides/slide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8d0aee9e03b4c5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4B88D9F-E4C5-4F6C-87C9-03F09C847B7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50DCA1A-0124-446A-ACAD-A2FD10485E4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이름과 확장자</a:t>
            </a:r>
          </a:p>
        </p:txBody>
      </p:sp>
      <p:sp>
        <p:nvSpPr>
          <p:cNvPr id="4" name="">
            <a:extLst>
              <a:ext uri="{FF2B5EF4-FFF2-40B4-BE49-F238E27FC236}">
                <ns3:creationId id="{0C5E34D4-5720-49B5-A7DE-E709859F17C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1A99DC6-3723-4449-81DA-732CDE8628A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폴더는 파일을 모아 두는 장소입니다.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9E6460E-A3DC-4F72-B23D-E279DB6CDAB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이름 뒤 .py는 Python 코드, .json은 데이터 파일입니다.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F3B50606-5A7F-4CC8-A5FE-22844F539A4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.png는 이미지, .md는 글과 표를 담은 문서입니다.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F5B20DD1-E3E5-438A-A24B-C82E8279AF7D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탐색기에서 확장자를 표시해 .py.txt인지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DA4936FB-A1D5-4DED-981A-BBFB2EA7212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B90C306C-E189-48CF-97B0-07EE6B8748F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003</a:t>
            </a:r>
          </a:p>
        </p:txBody>
      </p:sp>
    </p:spTree>
    <p:extLst>
      <p:ext uri="{BB962C8B-B14F-4D97-AF65-F5344CB8AC3E}">
        <ns4:creationId val="689339630"/>
      </p:ext>
    </p:extLst>
  </p:cSld>
</p:sld>
</file>

<file path=ppt/slides/slide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d7c8df279d8a4ef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4023344-B5C2-450B-9C62-3B6525580AC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5139866-9E47-4E70-B022-C0600EF9EFF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편집 창과 터미널</a:t>
            </a:r>
          </a:p>
        </p:txBody>
      </p:sp>
      <p:sp>
        <p:nvSpPr>
          <p:cNvPr id="4" name="">
            <a:extLst>
              <a:ext uri="{FF2B5EF4-FFF2-40B4-BE49-F238E27FC236}">
                <ns3:creationId id="{96EF1444-4D15-494E-BF7C-9471B20451F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1D76C03-900D-4F95-9952-6AD5F078566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편집 창에서는 내용을 입력하고 Ctrl+S로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9F252396-5AB3-4798-8CC0-4D7048A0EB8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터미널에서는 저장한 파일을 실행할 명령을 입력합니다.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92054913-DB13-4437-A1C2-C5B336FF935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저장만 하면 결과가 나오지 않습니다. 실행은 별도 단계입니다.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BABF7F1F-0062-432D-8BC4-3185FBB45AC1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 앞의 python은 코드 파일을 읽어 실행하는 프로그램입니다.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112C2DA0-55E0-4FD1-B2F3-4D21C820076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0EEA21D8-BABD-4982-8881-52D36F3436D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004</a:t>
            </a:r>
          </a:p>
        </p:txBody>
      </p:sp>
    </p:spTree>
    <p:extLst>
      <p:ext uri="{BB962C8B-B14F-4D97-AF65-F5344CB8AC3E}">
        <ns4:creationId val="1517184109"/>
      </p:ext>
    </p:extLst>
  </p:cSld>
</p:sld>
</file>

<file path=ppt/slides/slide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e239246a38d4be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0C3ABF3-EEE5-4C2D-935D-1DF07B4EBA2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DB3BC2A-4E78-476C-8C44-06AA8D704A7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명령을 입력할 위치</a:t>
            </a:r>
          </a:p>
        </p:txBody>
      </p:sp>
      <p:sp>
        <p:nvSpPr>
          <p:cNvPr id="4" name="">
            <a:extLst>
              <a:ext uri="{FF2B5EF4-FFF2-40B4-BE49-F238E27FC236}">
                <ns3:creationId id="{A91B40C0-7224-462A-9850-A68295C6806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E551E70-6EEE-48D7-819A-89E108DC698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탐색기에서 course 폴더를 열고 터미널을 엽니다.</a:t>
            </a:r>
          </a:p>
        </p:txBody>
      </p:sp>
      <p:sp>
        <p:nvSpPr>
          <p:cNvPr id="6" name="">
            <a:extLst>
              <a:ext uri="{FF2B5EF4-FFF2-40B4-BE49-F238E27FC236}">
                <ns3:creationId id="{C79A3258-3058-4B2F-A1FC-9AA125946D9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위치가 course인지 확인한 뒤 명령을 입력합니다.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05427CB-0863-4CC8-95C8-2C103402374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work/파일.py는 현재 폴더 안 work의 파일을 뜻합니다.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EAE90D99-8FDE-4660-A869-8512AE9DAF85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-X utf8은 한글을 UTF-8로 다루며 실행하는 옵션입니다.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8995AB2F-4839-47A4-842A-16522A668B8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98EC50D3-4B86-4362-B330-CD9684FAAB0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005</a:t>
            </a:r>
          </a:p>
        </p:txBody>
      </p:sp>
    </p:spTree>
    <p:extLst>
      <p:ext uri="{BB962C8B-B14F-4D97-AF65-F5344CB8AC3E}">
        <ns4:creationId val="1560266846"/>
      </p:ext>
    </p:extLst>
  </p:cSld>
</p:sld>
</file>

<file path=ppt/slides/slide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5fb5014e0cf74fc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1580017-1EAD-484E-9045-445CF0EECBB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3589DBA1-704C-4FFC-9C98-67C1AFAF976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E88890A0-75BB-4458-A2DB-9F56429CF72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첫 저장과 실행 확인</a:t>
            </a:r>
          </a:p>
        </p:txBody>
      </p:sp>
      <p:sp>
        <p:nvSpPr>
          <p:cNvPr id="5" name="">
            <a:extLst>
              <a:ext uri="{FF2B5EF4-FFF2-40B4-BE49-F238E27FC236}">
                <ns3:creationId id="{0BA290E5-C010-4950-AEC1-C1DAEC4E7A4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7EA5E7EB-1FF1-4A14-8271-F45ADB352D42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5849C6B-798E-4095-BDD1-469DD89B52A9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터미널에서 python --version을 입력합니다.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6AB52E86-FB11-4272-A9C5-B6793580D5BB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36362A6-0C34-4B6E-87D4-18757F0BB424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Python 3.x가 보이면 실행 프로그램을 찾은 것입니다.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00D40C07-AB08-473A-8442-FA94083FD74F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FD5B573E-1117-4598-8A2B-BB88177566EE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인식할 수 없다는 오류면 설치 상태와 실행 명령을 확인합니다.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8799A400-F003-41D6-838D-91FF45975F9D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800703D3-8F78-478A-8975-573B56E5AB36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설치가 막히면 입력 파일과 제공 출력을 읽고 예상 결과를 적습니다.</a:t>
            </a:r>
          </a:p>
        </p:txBody>
      </p:sp>
      <p:sp>
        <p:nvSpPr>
          <p:cNvPr id="14" name="">
            <a:extLst>
              <a:ext uri="{FF2B5EF4-FFF2-40B4-BE49-F238E27FC236}">
                <ns3:creationId id="{2ECF6412-FE7F-4AEC-A750-A8FEAA232C6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5" name="">
            <a:extLst>
              <a:ext uri="{FF2B5EF4-FFF2-40B4-BE49-F238E27FC236}">
                <ns3:creationId id="{C5E29C25-5717-4CBB-BFA5-2E6BC792AE9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006</a:t>
            </a:r>
          </a:p>
        </p:txBody>
      </p:sp>
    </p:spTree>
    <p:extLst>
      <p:ext uri="{BB962C8B-B14F-4D97-AF65-F5344CB8AC3E}">
        <ns4:creationId val="1988605151"/>
      </p:ext>
    </p:extLst>
  </p:cSld>
</p:sld>
</file>

<file path=ppt/slides/slide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c9346268e90467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FFEB069-9C3A-4481-BD14-E13603417CE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8E1FC28-A747-4F59-AAED-9E3935E4EBB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OpenCV 실행 준비</a:t>
            </a:r>
          </a:p>
        </p:txBody>
      </p:sp>
      <p:sp>
        <p:nvSpPr>
          <p:cNvPr id="4" name="">
            <a:extLst>
              <a:ext uri="{FF2B5EF4-FFF2-40B4-BE49-F238E27FC236}">
                <ns3:creationId id="{9F0D822A-E0B7-4165-9799-ADB68E61A52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136DFA0-6EAF-4B43-B155-3DD39CDAEAF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OpenCV는 사진 배열을 읽고 바꾸는 영상 처리 도구입니다.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AAF21848-F6A9-4F57-96A5-BDB3E091CA0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개인 실행에는 Python 3와 OpenCV 설치가 필요합니다.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2B7ED866-5F97-47C6-9D94-078AE22A2AB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터미널: python -m pip install opencv-python==4.12.0.88</a:t>
            </a:r>
          </a:p>
        </p:txBody>
      </p:sp>
      <p:sp>
        <p:nvSpPr>
          <p:cNvPr id="8" name="">
            <a:extLst>
              <a:ext uri="{FF2B5EF4-FFF2-40B4-BE49-F238E27FC236}">
                <ns3:creationId id="{D0DE90B7-7AAB-4CBD-9361-B43237E7D2E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권한 때문에 설치하지 못하면 사진·마스크·출력 비교로 진행합니다.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D0A388CA-0284-4654-A2E2-DEABEE767BF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1040DC08-978B-4BC1-AC4F-5F3373BA842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007</a:t>
            </a:r>
          </a:p>
        </p:txBody>
      </p:sp>
    </p:spTree>
    <p:extLst>
      <p:ext uri="{BB962C8B-B14F-4D97-AF65-F5344CB8AC3E}">
        <ns4:creationId val="4065876"/>
      </p:ext>
    </p:extLst>
  </p:cSld>
</p:sld>
</file>

<file path=ppt/slides/slide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d83ce9a64a54d6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E02B824-7307-487D-8EB4-AF37D346562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B8EBA0D-65D5-4940-B999-18D142CA286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오늘의 수업 시간</a:t>
            </a:r>
          </a:p>
        </p:txBody>
      </p:sp>
      <p:sp>
        <p:nvSpPr>
          <p:cNvPr id="4" name="">
            <a:extLst>
              <a:ext uri="{FF2B5EF4-FFF2-40B4-BE49-F238E27FC236}">
                <ns3:creationId id="{3D3A4F15-AF2D-48E7-82D9-39DE3B1A4AC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3FAC17A-F30A-4AF5-8E33-B5C3FEC3EAC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1교시10:00~10:50, 2교시11:00~11:50입니다.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937A6B02-4E14-49DE-8ECF-07C7A48CC8D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중식은11:50~13:00입니다.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4A8BBBA8-1375-4D9E-883C-F60AE8FFEEA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3~6교시는13:00부터 매시50분 수업과10분 휴식입니다.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16BF4E0A-FA69-4372-9DF0-A2837EAC757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수업은16:00~16:50이며17:00까지 파일을 정리합니다.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89A37F47-7E8F-4C4C-97CF-A2CD19A8542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DC74F08D-2FF3-4351-9121-F4B727050B4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008</a:t>
            </a:r>
          </a:p>
        </p:txBody>
      </p:sp>
    </p:spTree>
    <p:extLst>
      <p:ext uri="{BB962C8B-B14F-4D97-AF65-F5344CB8AC3E}">
        <ns4:creationId val="166135550"/>
      </p:ext>
    </p:extLst>
  </p:cSld>
</p:sld>
</file>

<file path=ppt/slides/slide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2774d221f6214cf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7984F56-EBD1-4EBC-8185-104C019CAF57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01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6684CF6F-0364-4E94-888B-566ACA0F435E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이미지의 값과 좌표</a:t>
            </a:r>
          </a:p>
        </p:txBody>
      </p:sp>
      <p:sp>
        <p:nvSpPr>
          <p:cNvPr id="4" name="">
            <a:extLst>
              <a:ext uri="{FF2B5EF4-FFF2-40B4-BE49-F238E27FC236}">
                <ns3:creationId id="{B925DB57-BE9A-41F5-8134-588B7209BFCE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10:00~10:50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1DA9F9BD-3AE2-489B-B4FA-946C8D9BCE29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A01~A03: 개념을 읽고 입력·결과를 직접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C5F44491-95E4-4902-90F8-0DD51E514ED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7" name="">
            <a:extLst>
              <a:ext uri="{FF2B5EF4-FFF2-40B4-BE49-F238E27FC236}">
                <ns3:creationId id="{55627316-0E28-4B66-95DE-B029B270736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009</a:t>
            </a:r>
          </a:p>
        </p:txBody>
      </p:sp>
    </p:spTree>
    <p:extLst>
      <p:ext uri="{BB962C8B-B14F-4D97-AF65-F5344CB8AC3E}">
        <ns4:creationId val="866507124"/>
      </p:ext>
    </p:extLst>
  </p:cSld>
</p:sld>
</file>

<file path=ppt/slides/slide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912a3a0b372492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1DDF40A-881A-489B-A7DD-B92814A51C8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5959119-2AB7-4EC6-83C0-5C78A62DBC8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이미지와 픽셀 값</a:t>
            </a:r>
          </a:p>
        </p:txBody>
      </p:sp>
      <p:sp>
        <p:nvSpPr>
          <p:cNvPr id="4" name="">
            <a:extLst>
              <a:ext uri="{FF2B5EF4-FFF2-40B4-BE49-F238E27FC236}">
                <ns3:creationId id="{5B9C47B5-E1C3-4A8E-8B58-33683792C83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28DE443-D64E-456D-B064-194C96CF65D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사진 파일을 읽으면 배열이 됩니다.</a:t>
            </a:r>
          </a:p>
        </p:txBody>
      </p:sp>
      <p:sp>
        <p:nvSpPr>
          <p:cNvPr id="6" name="">
            <a:extLst>
              <a:ext uri="{FF2B5EF4-FFF2-40B4-BE49-F238E27FC236}">
                <ns3:creationId id="{9AD8C155-1DCC-4102-875C-077E335774A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칸의 색과 밝기를 픽셀 값으로 읽습니다.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0CD67AC5-9A79-4958-8201-70E18412093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사진의 크기와 파일 이름만으로 검사 위치를 알 수는 없습니다.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4FA23849-F7FD-4491-9B2A-F868CF3CC56F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왼쪽 위부터 가로 x와 세로 y 번호로 한 위치를 가리킵니다.</a:t>
            </a:r>
          </a:p>
        </p:txBody>
      </p:sp>
      <p:sp>
        <p:nvSpPr>
          <p:cNvPr id="9" name="">
            <a:extLst>
              <a:ext uri="{FF2B5EF4-FFF2-40B4-BE49-F238E27FC236}">
                <ns3:creationId id="{8402BC99-A36B-4C2A-9118-10F561F3810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4EB2F25E-0F04-430D-B31C-C4F27403909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010</a:t>
            </a:r>
          </a:p>
        </p:txBody>
      </p:sp>
    </p:spTree>
    <p:extLst>
      <p:ext uri="{BB962C8B-B14F-4D97-AF65-F5344CB8AC3E}">
        <ns4:creationId val="336175708"/>
      </p:ext>
    </p:extLst>
  </p:cSld>
</p:sld>
</file>

<file path=ppt/slides/slide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83eff24957042b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E3507F3-8415-4292-8F87-C49E1A36686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B263C1B-E8FF-4249-AECD-2EE85553E65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shape의 높이·너비·채널</a:t>
            </a:r>
          </a:p>
        </p:txBody>
      </p:sp>
      <p:sp>
        <p:nvSpPr>
          <p:cNvPr id="4" name="">
            <a:extLst>
              <a:ext uri="{FF2B5EF4-FFF2-40B4-BE49-F238E27FC236}">
                <ns3:creationId id="{5D341113-E3D8-4835-AB75-5A83C1FB6BF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C172143-1B51-4D9E-ABE0-E4A8A032789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shape (240, 320, 3)</a:t>
            </a:r>
          </a:p>
        </p:txBody>
      </p:sp>
      <p:sp>
        <p:nvSpPr>
          <p:cNvPr id="6" name="">
            <a:extLst>
              <a:ext uri="{FF2B5EF4-FFF2-40B4-BE49-F238E27FC236}">
                <ns3:creationId id="{B3A9DEF8-EDC5-490E-8021-E00805595BD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높이 240 · 너비 320 · 색 채널 3</a:t>
            </a:r>
          </a:p>
        </p:txBody>
      </p:sp>
      <p:sp>
        <p:nvSpPr>
          <p:cNvPr id="7" name="">
            <a:extLst>
              <a:ext uri="{FF2B5EF4-FFF2-40B4-BE49-F238E27FC236}">
                <ns3:creationId id="{BF2B1B50-8E88-49D1-B424-403BD4564B9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숫자는 행 수, 두 번째는 열 수입니다.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8F0D140E-A5E1-4326-A4D5-B37EA017E39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3은 각 위치에 파랑·초록·빨강 세 성분이 있다는 뜻입니다.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12B00AE1-C934-4D16-8CCB-99C50D6536C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883FF72A-052F-4690-96B4-F8AB089D3E8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011</a:t>
            </a:r>
          </a:p>
        </p:txBody>
      </p:sp>
    </p:spTree>
    <p:extLst>
      <p:ext uri="{BB962C8B-B14F-4D97-AF65-F5344CB8AC3E}">
        <ns4:creationId val="1901106093"/>
      </p:ext>
    </p:extLst>
  </p:cSld>
</p:sld>
</file>

<file path=ppt/slides/slide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0f1cde48378492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D572398-18A4-4660-A7A1-EFA5F888198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F40E823-7B25-447B-80B3-FF55CEB2D9B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0부터 시작하는 좌표</a:t>
            </a:r>
          </a:p>
        </p:txBody>
      </p:sp>
      <p:sp>
        <p:nvSpPr>
          <p:cNvPr id="4" name="">
            <a:extLst>
              <a:ext uri="{FF2B5EF4-FFF2-40B4-BE49-F238E27FC236}">
                <ns3:creationId id="{E661A08F-B0FF-4BE4-B8AB-8D706E908E6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914FBA7-331F-4A29-9B4E-CE6AD114577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왼쪽 위는 x=0, y=0입니다.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FB029F95-F561-4B64-9A2C-3ED92036E0E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오른쪽 끝 번호는 너비−1입니다.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894B4E2F-9AD3-4CBB-90DE-AE63ABA34E9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너비가 320이면 x는 0부터 319까지입니다.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46077741-9860-4A04-B1CF-21F0FA4626C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높이가 240이면 y는 0부터 239까지입니다.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90F41ABD-CE81-475E-8B0C-7024B19EEB2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D2B371AC-238F-4AB7-8F09-25159144C40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012</a:t>
            </a:r>
          </a:p>
        </p:txBody>
      </p:sp>
    </p:spTree>
    <p:extLst>
      <p:ext uri="{BB962C8B-B14F-4D97-AF65-F5344CB8AC3E}">
        <ns4:creationId val="519101175"/>
      </p:ext>
    </p:extLst>
  </p:cSld>
</p:sld>
</file>

<file path=ppt/slides/slide1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b688278a60c415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9ED636A-FE4C-447F-BC2C-947EE40D0B4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38A6BF2-E311-4318-9A55-3A4BF6F002C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행·열과 좌표 순서</a:t>
            </a:r>
          </a:p>
        </p:txBody>
      </p:sp>
      <p:sp>
        <p:nvSpPr>
          <p:cNvPr id="4" name="">
            <a:extLst>
              <a:ext uri="{FF2B5EF4-FFF2-40B4-BE49-F238E27FC236}">
                <ns3:creationId id="{3FBF4600-B38F-4E66-A85C-CE9271723D7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2437327-4533-4E50-9ECE-F91F6B90323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 좌표 x=30, y=40</a:t>
            </a:r>
          </a:p>
        </p:txBody>
      </p:sp>
      <p:sp>
        <p:nvSpPr>
          <p:cNvPr id="6" name="">
            <a:extLst>
              <a:ext uri="{FF2B5EF4-FFF2-40B4-BE49-F238E27FC236}">
                <ns3:creationId id="{2F6CFEB9-4A7B-4DDE-9EEE-D8EF9E409F2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배열 위치는 image[40, 30]입니다.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8D629419-6434-4E17-8934-37982C6B3C9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배열의 첫 번호는 세로 행, 두 번째는 가로 열입니다.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EAF69959-CB50-4920-807A-C898F0FB0ABD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x와 y를 그대로 배열에 넣으면 다른 위치를 읽거나 범위를 벗어납니다.</a:t>
            </a:r>
          </a:p>
        </p:txBody>
      </p:sp>
      <p:sp>
        <p:nvSpPr>
          <p:cNvPr id="9" name="">
            <a:extLst>
              <a:ext uri="{FF2B5EF4-FFF2-40B4-BE49-F238E27FC236}">
                <ns3:creationId id="{0E11DD73-ECB1-42F2-B304-1239559A3C9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F996A601-FE64-4ADA-ABC9-72611029173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013</a:t>
            </a:r>
          </a:p>
        </p:txBody>
      </p:sp>
    </p:spTree>
    <p:extLst>
      <p:ext uri="{BB962C8B-B14F-4D97-AF65-F5344CB8AC3E}">
        <ns4:creationId val="1396941945"/>
      </p:ext>
    </p:extLst>
  </p:cSld>
</p:sld>
</file>

<file path=ppt/slides/slide1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09d34791d69845c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E831850-6161-414D-86FE-3B7D459AFC0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EE1AC7D-5D0C-4AA0-BFB7-E01DCE79535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BGR 색 채널 순서</a:t>
            </a:r>
          </a:p>
        </p:txBody>
      </p:sp>
      <p:sp>
        <p:nvSpPr>
          <p:cNvPr id="4" name="">
            <a:extLst>
              <a:ext uri="{FF2B5EF4-FFF2-40B4-BE49-F238E27FC236}">
                <ns3:creationId id="{16C79C32-3C56-4EA5-8D16-A5F657E867C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54F22ED-A707-47AF-99EC-7084FD58D32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B는 파랑 · G는 초록 · R은 빨강</a:t>
            </a:r>
          </a:p>
        </p:txBody>
      </p:sp>
      <p:sp>
        <p:nvSpPr>
          <p:cNvPr id="6" name="">
            <a:extLst>
              <a:ext uri="{FF2B5EF4-FFF2-40B4-BE49-F238E27FC236}">
                <ns3:creationId id="{AAB93221-6B09-4CC2-B2C0-C42A91DDB56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[0, 0, 255]는 빨강입니다.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A982C516-205F-4A1C-996E-E029E5DC70E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OpenCV가 읽은 색 성분은 파랑, 초록, 빨강 순서입니다.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85BCCBD5-9BDE-4CFB-B251-9C844ADF883F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각 성분은 이 예에서 0~255이며 255가 가장 큰 값입니다.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6F7B98A8-8501-44CE-B127-A131371BEE5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A3759CA0-89C5-42BD-9F9B-785F4478E94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014</a:t>
            </a:r>
          </a:p>
        </p:txBody>
      </p:sp>
    </p:spTree>
    <p:extLst>
      <p:ext uri="{BB962C8B-B14F-4D97-AF65-F5344CB8AC3E}">
        <ns4:creationId val="2009161587"/>
      </p:ext>
    </p:extLst>
  </p:cSld>
</p:sld>
</file>

<file path=ppt/slides/slide1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5d707a1b75f4cc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A5DE161-4076-4829-B4C0-E548595A265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6FBE1B7-0624-4E30-A626-26525888AD9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저장과 실행의 차이</a:t>
            </a:r>
          </a:p>
        </p:txBody>
      </p:sp>
      <p:sp>
        <p:nvSpPr>
          <p:cNvPr id="4" name="">
            <a:extLst>
              <a:ext uri="{FF2B5EF4-FFF2-40B4-BE49-F238E27FC236}">
                <ns3:creationId id="{726D15DD-4521-426A-9FE7-4ABC3DB239F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B819E0D-82BF-4FAB-859C-E20DD70ABC6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work/pixel_trace.py에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D6B438C6-D423-47CD-AF08-457ED41A858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폴더에서 터미널 명령을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AC1C546-34DA-418F-A0CB-ED1DCF26344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코드를 바꾼 뒤 저장하지 않으면 이전 파일이 실행됩니다.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C927DF9E-0906-4587-81E6-1E8EEB26D1B3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결과가 그대로라면 파일 이름과 저장 여부를 먼저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44438863-53FE-4C11-A13F-F5786A0E8E1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27CD8EB9-69E1-4C82-9248-1C4D5F42F70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015</a:t>
            </a:r>
          </a:p>
        </p:txBody>
      </p:sp>
    </p:spTree>
    <p:extLst>
      <p:ext uri="{BB962C8B-B14F-4D97-AF65-F5344CB8AC3E}">
        <ns4:creationId val="772188948"/>
      </p:ext>
    </p:extLst>
  </p:cSld>
</p:sld>
</file>

<file path=ppt/slides/slide1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6179ce12909e43c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1ADC390-09DD-48C0-98D0-EEE7427D632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1D23E95A-1144-4593-96F7-96F54B09EE3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픽셀의 좌표와 색 값</a:t>
            </a:r>
          </a:p>
        </p:txBody>
      </p:sp>
      <p:sp>
        <p:nvSpPr>
          <p:cNvPr id="4" name="">
            <a:extLst>
              <a:ext uri="{FF2B5EF4-FFF2-40B4-BE49-F238E27FC236}">
                <ns3:creationId id="{7BF5A93A-ABCB-404D-8A3D-CD64910E558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F35A862-37B5-4DFF-9742-B04F9098B166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EAA6D765-5F9F-4036-B31B-08EE045BE4BB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341D2866-06BE-435F-A560-6D093FFA4FA4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import numpy as np</a:t>
            </a:r>
          </a:p>
        </p:txBody>
      </p:sp>
      <p:sp>
        <p:nvSpPr>
          <p:cNvPr id="8" name="">
            <a:extLst>
              <a:ext uri="{FF2B5EF4-FFF2-40B4-BE49-F238E27FC236}">
                <ns3:creationId id="{E2E2AD49-486E-48A5-934C-CE3A8D12E7AA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EA38F5FF-6DA5-43C7-9ACC-E6A5DBB991E1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image = np.zeros((3, 4, 3), dtype=np.uint8)</a:t>
            </a:r>
          </a:p>
        </p:txBody>
      </p:sp>
      <p:sp>
        <p:nvSpPr>
          <p:cNvPr id="10" name="">
            <a:extLst>
              <a:ext uri="{FF2B5EF4-FFF2-40B4-BE49-F238E27FC236}">
                <ns3:creationId id="{AC8C9643-1F30-4036-90C6-7E07D92AD0D0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2B579D4F-7BD7-4C16-B9A0-98E1CA024814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image[1, 2] = [0, 0, 255]</a:t>
            </a:r>
          </a:p>
        </p:txBody>
      </p:sp>
      <p:sp>
        <p:nvSpPr>
          <p:cNvPr id="12" name="">
            <a:extLst>
              <a:ext uri="{FF2B5EF4-FFF2-40B4-BE49-F238E27FC236}">
                <ns3:creationId id="{A2B7AF56-869E-4CC4-BF20-31E36F6D82C5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EED1F3A-4740-48AD-B4E1-62D7984C813E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print(image.shape)</a:t>
            </a:r>
          </a:p>
        </p:txBody>
      </p:sp>
      <p:sp>
        <p:nvSpPr>
          <p:cNvPr id="14" name="">
            <a:extLst>
              <a:ext uri="{FF2B5EF4-FFF2-40B4-BE49-F238E27FC236}">
                <ns3:creationId id="{D5A8FB27-F8EF-48F9-879B-BFB463677C40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26D47AD7-56D2-40A3-ADC6-66933EEFB95A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print(image[1, 2].tolist())</a:t>
            </a:r>
          </a:p>
        </p:txBody>
      </p:sp>
      <p:sp>
        <p:nvSpPr>
          <p:cNvPr id="16" name="">
            <a:extLst>
              <a:ext uri="{FF2B5EF4-FFF2-40B4-BE49-F238E27FC236}">
                <ns3:creationId id="{0995FC5F-FC25-45DB-BD31-5A47DD8FA7F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7" name="">
            <a:extLst>
              <a:ext uri="{FF2B5EF4-FFF2-40B4-BE49-F238E27FC236}">
                <ns3:creationId id="{3D492162-D8AE-4524-9AD6-48798B8CFDC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016</a:t>
            </a:r>
          </a:p>
        </p:txBody>
      </p:sp>
    </p:spTree>
    <p:extLst>
      <p:ext uri="{BB962C8B-B14F-4D97-AF65-F5344CB8AC3E}">
        <ns4:creationId val="606261179"/>
      </p:ext>
    </p:extLst>
  </p:cSld>
</p:sld>
</file>

<file path=ppt/slides/slide1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ca4ea134350140e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C2BF3A1-0F66-4302-866B-B95261C10F9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7341B3B-95F2-436E-BD1C-CD459E611E6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코드의 줄별 역할</a:t>
            </a:r>
          </a:p>
        </p:txBody>
      </p:sp>
      <p:sp>
        <p:nvSpPr>
          <p:cNvPr id="4" name="">
            <a:extLst>
              <a:ext uri="{FF2B5EF4-FFF2-40B4-BE49-F238E27FC236}">
                <ns3:creationId id="{CB7C24AB-D0C3-4788-84B5-DC4023B67C2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A00C7B9-5725-4F1E-8C62-15004196748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import는 도구를 불러오고 as np는 짧은 이름을 붙입니다.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23B61F2E-8E51-4E87-A9A3-0889BF643F2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zeros((3,4,3))는 값이 0인 배열을 만듭니다. uint8은 0~255 정수입니다.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61CD2CD3-1EC5-4992-9687-CA528EAB604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image[1,2]는 1번 행·2번 열이며 = 오른쪽 값을 그 위치에 저장합니다.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6B5C1FD7-7F0E-42FC-BA4F-D670451120B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shape는 크기, tolist()는 색 성분을 목록 형태로 바꿉니다.</a:t>
            </a:r>
          </a:p>
        </p:txBody>
      </p:sp>
      <p:sp>
        <p:nvSpPr>
          <p:cNvPr id="9" name="">
            <a:extLst>
              <a:ext uri="{FF2B5EF4-FFF2-40B4-BE49-F238E27FC236}">
                <ns3:creationId id="{5BE102E0-3E24-4899-BB56-BD197956DD51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print(...)는 괄호 안의 값을 터미널에 출력합니다.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EBFD7AE1-60A2-44C0-805D-1C77AC5E22A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FF5844AE-0717-43F4-86D6-4364E8AE8EB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017</a:t>
            </a:r>
          </a:p>
        </p:txBody>
      </p:sp>
    </p:spTree>
    <p:extLst>
      <p:ext uri="{BB962C8B-B14F-4D97-AF65-F5344CB8AC3E}">
        <ns4:creationId val="150170495"/>
      </p:ext>
    </p:extLst>
  </p:cSld>
</p:sld>
</file>

<file path=ppt/slides/slide1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3702e1423f5d42c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41F5CD8-F2B3-4254-A576-B454FA7714D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6290AF3-BD6E-4F31-905F-2AEA5325BD5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파일과 실행 명령</a:t>
            </a:r>
          </a:p>
        </p:txBody>
      </p:sp>
      <p:sp>
        <p:nvSpPr>
          <p:cNvPr id="4" name="">
            <a:extLst>
              <a:ext uri="{FF2B5EF4-FFF2-40B4-BE49-F238E27FC236}">
                <ns3:creationId id="{8B736319-725D-40AF-86B6-C2AC9C83869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60CBD43-D75A-4D11-965C-088F81358B7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폴더: 압축을 푼 course</a:t>
            </a:r>
          </a:p>
        </p:txBody>
      </p:sp>
      <p:sp>
        <p:nvSpPr>
          <p:cNvPr id="6" name="">
            <a:extLst>
              <a:ext uri="{FF2B5EF4-FFF2-40B4-BE49-F238E27FC236}">
                <ns3:creationId id="{93F0C1D4-C461-47A8-A5D5-4121DDF6744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화면의 짧은 코드 전체를 편집기에 입력하고 Ctrl+S로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1273BE1E-50A4-41ED-B486-C63FC1568B7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파일: work/pixel_trace.py</a:t>
            </a:r>
          </a:p>
        </p:txBody>
      </p:sp>
      <p:sp>
        <p:nvSpPr>
          <p:cNvPr id="8" name="">
            <a:extLst>
              <a:ext uri="{FF2B5EF4-FFF2-40B4-BE49-F238E27FC236}">
                <ns3:creationId id="{786534C6-0335-4CBA-B3A5-7C6E3502491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-X utf8 work/pixel_trace.py</a:t>
            </a:r>
          </a:p>
        </p:txBody>
      </p:sp>
      <p:sp>
        <p:nvSpPr>
          <p:cNvPr id="9" name="">
            <a:extLst>
              <a:ext uri="{FF2B5EF4-FFF2-40B4-BE49-F238E27FC236}">
                <ns3:creationId id="{2E72126E-3BCA-4EC5-8994-FE9B9B155D2A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명령은 편집기에 쓰지 않고 course 터미널에 입력합니다.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A1C16DD9-6930-475B-A692-04925EC1298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648F4409-A0FD-4237-B150-2904827E659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018</a:t>
            </a:r>
          </a:p>
        </p:txBody>
      </p:sp>
    </p:spTree>
    <p:extLst>
      <p:ext uri="{BB962C8B-B14F-4D97-AF65-F5344CB8AC3E}">
        <ns4:creationId val="986306347"/>
      </p:ext>
    </p:extLst>
  </p:cSld>
</p:sld>
</file>

<file path=ppt/slides/slide1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6a9af7a41878440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C7F8739-1B4D-4E8B-BF52-2146A3FFCC9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466800C2-CDE4-4F3D-A7D7-7F0402E3841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</a:t>
            </a:r>
          </a:p>
        </p:txBody>
      </p:sp>
      <p:sp>
        <p:nvSpPr>
          <p:cNvPr id="4" name="">
            <a:extLst>
              <a:ext uri="{FF2B5EF4-FFF2-40B4-BE49-F238E27FC236}">
                <ns3:creationId id="{735C96E8-14C4-4E6E-9E7A-4449F3D8155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294B37F-0810-47E7-A92E-E8BAC969FCF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(3, 4, 3)</a:t>
            </a:r>
          </a:p>
        </p:txBody>
      </p:sp>
      <p:sp>
        <p:nvSpPr>
          <p:cNvPr id="6" name="">
            <a:extLst>
              <a:ext uri="{FF2B5EF4-FFF2-40B4-BE49-F238E27FC236}">
                <ns3:creationId id="{218EFAEF-9BA6-48AE-B894-60E2BFE9F26E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[0, 0, 255]</a:t>
            </a:r>
          </a:p>
        </p:txBody>
      </p:sp>
      <p:sp>
        <p:nvSpPr>
          <p:cNvPr id="7" name="">
            <a:extLst>
              <a:ext uri="{FF2B5EF4-FFF2-40B4-BE49-F238E27FC236}">
                <ns3:creationId id="{D74CEF53-4061-4AFB-B4B0-57D0AF575748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위치는 12곳, 색 성분은 36개입니다.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2B9AEFF1-E43A-46AE-9578-694784A2545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9" name="">
            <a:extLst>
              <a:ext uri="{FF2B5EF4-FFF2-40B4-BE49-F238E27FC236}">
                <ns3:creationId id="{E1059FCF-0067-4A4A-9A9C-E84BA7F6271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019</a:t>
            </a:r>
          </a:p>
        </p:txBody>
      </p:sp>
    </p:spTree>
    <p:extLst>
      <p:ext uri="{BB962C8B-B14F-4D97-AF65-F5344CB8AC3E}">
        <ns4:creationId val="510743896"/>
      </p:ext>
    </p:extLst>
  </p:cSld>
</p:sld>
</file>

<file path=ppt/slides/slide2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62f66063eec4a0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5B4E6F8-6E77-4C2E-A45E-DF390905577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C698121A-9D62-4867-8DB2-280337219AD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3행 4열 사진의 위치</a:t>
            </a:r>
          </a:p>
        </p:txBody>
      </p:sp>
      <p:sp>
        <p:nvSpPr>
          <p:cNvPr id="4" name="">
            <a:extLst>
              <a:ext uri="{FF2B5EF4-FFF2-40B4-BE49-F238E27FC236}">
                <ns3:creationId id="{40578486-ABEF-4354-8030-064E4574E75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8B39371-FF61-4651-9B3D-A2EE03AE5291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번호는 0부터 시작하므로 마지막 번호는 크기보다 1 작습니다.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F33572EA-06B7-4B45-A9F5-0781E52CC625}"/>
              </a:ext>
            </a:extLst>
          </p:cNvPr>
          <p:cNvSpPr>
            <a:spLocks noGrp="1"/>
          </p:cNvSpPr>
          <p:nvPr/>
        </p:nvSpPr>
        <p:spPr>
          <a:xfrm>
            <a:off x="685800" y="241554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색 성분 36개를 물체 36개라고 읽으면 안 됩니다.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="685800" y="302133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5332542"/>
                <a:gridCol w="5487858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계산 또는 표기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픽셀 위치 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3×4 = 12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색 성분 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3×4×3 = 36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오른쪽 아래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x=3, y=2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배열에서 읽기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image[2,3]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>
              <a:ext uri="{FF2B5EF4-FFF2-40B4-BE49-F238E27FC236}">
                <ns3:creationId id="{0DFFCA9D-D47D-4680-8443-DF6FC98AE8C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9" name="">
            <a:extLst>
              <a:ext uri="{FF2B5EF4-FFF2-40B4-BE49-F238E27FC236}">
                <ns3:creationId id="{49501F12-D425-472F-BA08-6980D9F5304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020</a:t>
            </a:r>
          </a:p>
        </p:txBody>
      </p:sp>
    </p:spTree>
    <p:extLst>
      <p:ext uri="{BB962C8B-B14F-4D97-AF65-F5344CB8AC3E}">
        <ns4:creationId val="1173259458"/>
      </p:ext>
    </p:extLst>
  </p:cSld>
</p:sld>
</file>

<file path=ppt/slides/slide2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18612e10cee44a6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CB3DBCC-59C5-4AA2-8B76-8705D8F25B4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6FFBE7D1-3017-4787-AEC7-86D5EE54994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808BE24D-E36F-492D-9A4D-FB284D85CBA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연습 문제</a:t>
            </a:r>
          </a:p>
        </p:txBody>
      </p:sp>
      <p:sp>
        <p:nvSpPr>
          <p:cNvPr id="5" name="">
            <a:extLst>
              <a:ext uri="{FF2B5EF4-FFF2-40B4-BE49-F238E27FC236}">
                <ns3:creationId id="{0DD7FF25-E13B-4EB6-AEF5-E2C5242B930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C67B5429-AA5A-4620-886C-4742BF30D6B4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AEC80924-B65D-4706-93D4-218CAE357A2B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높이 5, 너비 8인 사진입니다.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D05D3393-E7BC-4620-AA9E-D1F76D976070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2FC2101E-CCCC-4852-B299-7ECF0EAEB0D8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왼쪽 아래 위치와 픽셀 수를 쓰세요.</a:t>
            </a:r>
          </a:p>
        </p:txBody>
      </p:sp>
      <p:sp>
        <p:nvSpPr>
          <p:cNvPr id="10" name="">
            <a:extLst>
              <a:ext uri="{FF2B5EF4-FFF2-40B4-BE49-F238E27FC236}">
                <ns3:creationId id="{07EDEBA6-1736-41D9-9524-FAB25144943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5393CE53-D396-4454-9C71-0D9929A4D36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021</a:t>
            </a:r>
          </a:p>
        </p:txBody>
      </p:sp>
    </p:spTree>
    <p:extLst>
      <p:ext uri="{BB962C8B-B14F-4D97-AF65-F5344CB8AC3E}">
        <ns4:creationId val="1486141701"/>
      </p:ext>
    </p:extLst>
  </p:cSld>
</p:sld>
</file>

<file path=ppt/slides/slide2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4c9f51cf783c427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62BF2C5-4FD9-42B4-B88B-FF498F446CC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A1DBD7E8-EF98-4CC4-8A45-EF218B43890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정답과 풀이</a:t>
            </a:r>
          </a:p>
        </p:txBody>
      </p:sp>
      <p:sp>
        <p:nvSpPr>
          <p:cNvPr id="4" name="">
            <a:extLst>
              <a:ext uri="{FF2B5EF4-FFF2-40B4-BE49-F238E27FC236}">
                <ns3:creationId id="{E34D9F5B-E965-4104-9A0F-FB1D0D36109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E738ED9-DABA-43E8-99EF-30A6CE95FA0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위치: image[4, 0]</a:t>
            </a:r>
          </a:p>
        </p:txBody>
      </p:sp>
      <p:sp>
        <p:nvSpPr>
          <p:cNvPr id="6" name="">
            <a:extLst>
              <a:ext uri="{FF2B5EF4-FFF2-40B4-BE49-F238E27FC236}">
                <ns3:creationId id="{05124859-1A36-45D1-8E08-2405994A57BC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픽셀 수: 5×8=40</a:t>
            </a:r>
          </a:p>
        </p:txBody>
      </p:sp>
      <p:sp>
        <p:nvSpPr>
          <p:cNvPr id="7" name="">
            <a:extLst>
              <a:ext uri="{FF2B5EF4-FFF2-40B4-BE49-F238E27FC236}">
                <ns3:creationId id="{0354788F-CDA2-4C93-A001-367DC3B79104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색 채널 3이면 색 성분은 120개입니다.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818627EC-ADDA-4978-8DA5-70699163869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9" name="">
            <a:extLst>
              <a:ext uri="{FF2B5EF4-FFF2-40B4-BE49-F238E27FC236}">
                <ns3:creationId id="{E1EBBC10-F083-4D89-A70F-3EC1EF427E8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022</a:t>
            </a:r>
          </a:p>
        </p:txBody>
      </p:sp>
    </p:spTree>
    <p:extLst>
      <p:ext uri="{BB962C8B-B14F-4D97-AF65-F5344CB8AC3E}">
        <ns4:creationId val="497339905"/>
      </p:ext>
    </p:extLst>
  </p:cSld>
</p:sld>
</file>

<file path=ppt/slides/slide2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9583b63f02a2416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DCD67E0-393C-4FF4-A16F-519063FBDC2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0AF32822-E68D-4383-9A86-DADD60A6AC7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3245252D-B8BC-4F0C-9344-13E372A02F6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값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D0A37887-EFF9-44DA-BE7F-50466737021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60A8A7C8-E6E6-471B-B4FE-C5E51F4952E8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5DDD6529-32B9-4198-AEAB-F7412814EAD0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[0, 0, 255]를 [255, 0, 0]으로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B8F04D1A-B752-4410-982C-EF98F381EE15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FD0FB5E3-27EB-49AB-9CB8-61D253D1DD6A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같은 위치가 파랑으로 바뀝니다.</a:t>
            </a:r>
          </a:p>
        </p:txBody>
      </p:sp>
      <p:sp>
        <p:nvSpPr>
          <p:cNvPr id="10" name="">
            <a:extLst>
              <a:ext uri="{FF2B5EF4-FFF2-40B4-BE49-F238E27FC236}">
                <ns3:creationId id="{7A970199-E367-4B9E-90F9-8031E08CFF1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A56E6AC4-D20D-4CEA-B113-C3AB9DBAF06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023</a:t>
            </a:r>
          </a:p>
        </p:txBody>
      </p:sp>
    </p:spTree>
    <p:extLst>
      <p:ext uri="{BB962C8B-B14F-4D97-AF65-F5344CB8AC3E}">
        <ns4:creationId val="1644671565"/>
      </p:ext>
    </p:extLst>
  </p:cSld>
</p:sld>
</file>

<file path=ppt/slides/slide2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034e1e88b0d4ca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B05AC97-BFBB-4398-A65B-CAD993D7D40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9ADA41F-4902-46AD-AE3B-CB9122E6C6D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원인과 복구</a:t>
            </a:r>
          </a:p>
        </p:txBody>
      </p:sp>
      <p:sp>
        <p:nvSpPr>
          <p:cNvPr id="4" name="">
            <a:extLst>
              <a:ext uri="{FF2B5EF4-FFF2-40B4-BE49-F238E27FC236}">
                <ns3:creationId id="{564F1246-3665-4210-AC8A-565B12C37ED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48411E0-0F31-4361-B495-0CDE89413CC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image[5, 0]은 행 범위를 벗어납니다.</a:t>
            </a:r>
          </a:p>
        </p:txBody>
      </p:sp>
      <p:sp>
        <p:nvSpPr>
          <p:cNvPr id="6" name="">
            <a:extLst>
              <a:ext uri="{FF2B5EF4-FFF2-40B4-BE49-F238E27FC236}">
                <ns3:creationId id="{4919A224-4A9E-427F-8B9C-2A09433DD47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행 번호는 높이−1입니다.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1CF42832-921F-45ED-B1DB-034FF6A9BBA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난 단계의 입력과 파일 이름부터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6768C9F-2242-4958-8BB3-E874DCD2FDC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바꾼 값을 원래 값으로 돌리고 같은 입력으로 다시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B90C6740-8AB8-4BC0-BCA4-AF4F6DAC269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EF45A187-00E1-4C7B-AC68-CCAA3ADEAD6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024</a:t>
            </a:r>
          </a:p>
        </p:txBody>
      </p:sp>
    </p:spTree>
    <p:extLst>
      <p:ext uri="{BB962C8B-B14F-4D97-AF65-F5344CB8AC3E}">
        <ns4:creationId val="438415050"/>
      </p:ext>
    </p:extLst>
  </p:cSld>
</p:sld>
</file>

<file path=ppt/slides/slide2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5c9c75e443ca4d1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8BD5C95-D043-41F9-9275-20163FC62ED8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02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737A0BB0-A6B3-4EBA-9080-AA1E1140DF3D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읽기·자르기·밝기 변환</a:t>
            </a:r>
          </a:p>
        </p:txBody>
      </p:sp>
      <p:sp>
        <p:nvSpPr>
          <p:cNvPr id="4" name="">
            <a:extLst>
              <a:ext uri="{FF2B5EF4-FFF2-40B4-BE49-F238E27FC236}">
                <ns3:creationId id="{B20C76B6-B318-4858-B89E-EADF53C784CB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11:00~11:50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9689193C-DE70-400C-807D-A381EA36505F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A04~A06: 개념을 읽고 입력·결과를 직접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5A4078C1-FCF7-4CCE-B6C9-616E35893F6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7" name="">
            <a:extLst>
              <a:ext uri="{FF2B5EF4-FFF2-40B4-BE49-F238E27FC236}">
                <ns3:creationId id="{DCB14A2B-F968-41B0-ACCD-D124A8C66D4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025</a:t>
            </a:r>
          </a:p>
        </p:txBody>
      </p:sp>
    </p:spTree>
    <p:extLst>
      <p:ext uri="{BB962C8B-B14F-4D97-AF65-F5344CB8AC3E}">
        <ns4:creationId val="252836846"/>
      </p:ext>
    </p:extLst>
  </p:cSld>
</p:sld>
</file>

<file path=ppt/slides/slide2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dcd48909d514ec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0356885-9111-45CE-B01D-6B063F26C54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04FBE4F-0A32-4BDE-8620-F18A3B1BCAD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이미지 읽기 실패와 None</a:t>
            </a:r>
          </a:p>
        </p:txBody>
      </p:sp>
      <p:sp>
        <p:nvSpPr>
          <p:cNvPr id="4" name="">
            <a:extLst>
              <a:ext uri="{FF2B5EF4-FFF2-40B4-BE49-F238E27FC236}">
                <ns3:creationId id="{B3CFEB97-482A-430A-A660-215DA6E22A1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84E4550-0C25-492C-A0C0-FAF8616931E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imread 실패 결과는 None입니다.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92B1BC5F-62F0-4D00-8540-C79B70C5046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색 변환 전에 읽기 성공부터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877BBFF5-EED1-4771-A504-9A9624B33CB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None은 사진 배열이 없다는 뜻입니다. 검은 사진과 다릅니다.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9F1FAD2C-CF3F-4E1D-9044-A57C651558D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경로와 확장자를 확인한 뒤 다시 읽고 shape를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F531A4E8-E1F4-4821-B1F6-EBAA1F3AFA7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FFD1FF3F-5CCD-4BAE-87C6-D4B9B9356D4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026</a:t>
            </a:r>
          </a:p>
        </p:txBody>
      </p:sp>
    </p:spTree>
    <p:extLst>
      <p:ext uri="{BB962C8B-B14F-4D97-AF65-F5344CB8AC3E}">
        <ns4:creationId val="1025169743"/>
      </p:ext>
    </p:extLst>
  </p:cSld>
</p:sld>
</file>

<file path=ppt/slides/slide2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eacc998593544e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88111FE-F99A-40EF-A5A2-17C26A7DB60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3CA51C4-DD9E-4B8D-A3F2-8EED1894F85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관심 영역 ROI</a:t>
            </a:r>
          </a:p>
        </p:txBody>
      </p:sp>
      <p:sp>
        <p:nvSpPr>
          <p:cNvPr id="4" name="">
            <a:extLst>
              <a:ext uri="{FF2B5EF4-FFF2-40B4-BE49-F238E27FC236}">
                <ns3:creationId id="{962FFF87-CB58-43D4-BD9A-6F5CF8B538F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DDDC7FD-2D2C-4E93-BC8E-E4417610BC4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작업대만 검사하려면 사진 일부를 자릅니다.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C899260-143A-4441-A2FF-858BC79F490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잘라낸 영역을 ROI라고 부릅니다.</a:t>
            </a:r>
          </a:p>
        </p:txBody>
      </p:sp>
      <p:sp>
        <p:nvSpPr>
          <p:cNvPr id="7" name="">
            <a:extLst>
              <a:ext uri="{FF2B5EF4-FFF2-40B4-BE49-F238E27FC236}">
                <ns3:creationId id="{FA310DE5-5569-4A16-995A-936511DAEAD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배경을 제외하면 배경의 밝은 반사를 세는 일을 줄일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085F7933-0128-4EFF-8C52-CB98EF40CE8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물체 일부를 잘라 버리면 경계와 면적도 달라지므로 범위를 기록합니다.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9D682063-E8C0-4D05-BAE1-89C5B0D2D89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7083E5D1-6604-4EBF-94EF-45DB674C958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027</a:t>
            </a:r>
          </a:p>
        </p:txBody>
      </p:sp>
    </p:spTree>
    <p:extLst>
      <p:ext uri="{BB962C8B-B14F-4D97-AF65-F5344CB8AC3E}">
        <ns4:creationId val="694210614"/>
      </p:ext>
    </p:extLst>
  </p:cSld>
</p:sld>
</file>

<file path=ppt/slides/slide2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c98bc4584c8425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EE4C47F-ECE3-4CC5-A589-993CA14E552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CA9FDBE-198E-43F1-9DCD-51757436BCF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자르기 범위의 끝 번호</a:t>
            </a:r>
          </a:p>
        </p:txBody>
      </p:sp>
      <p:sp>
        <p:nvSpPr>
          <p:cNvPr id="4" name="">
            <a:extLst>
              <a:ext uri="{FF2B5EF4-FFF2-40B4-BE49-F238E27FC236}">
                <ns3:creationId id="{1C6D2208-3054-447F-8DED-5ADB2B6DBE5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B3DF4C7-A402-45AD-B749-9B59741E989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image[20:80, 30:130]</a:t>
            </a:r>
          </a:p>
        </p:txBody>
      </p:sp>
      <p:sp>
        <p:nvSpPr>
          <p:cNvPr id="6" name="">
            <a:extLst>
              <a:ext uri="{FF2B5EF4-FFF2-40B4-BE49-F238E27FC236}">
                <ns3:creationId id="{1A8CB7D1-BB75-45DD-A235-06866F61933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높이 60 · 너비 100입니다.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B8E2FE38-4316-4AD8-B935-505BDC35BB9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20:80은 행 20부터 79까지이며 80은 포함하지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17AB480E-1696-4C84-9F94-E6966417144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30:130은 열 30부터 129까지이며 열이 100개입니다.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C2172DAA-F98C-40FD-B4E9-6BEC8337014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4264F2AC-37DF-42B2-B771-330D0BF4DE6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028</a:t>
            </a:r>
          </a:p>
        </p:txBody>
      </p:sp>
    </p:spTree>
    <p:extLst>
      <p:ext uri="{BB962C8B-B14F-4D97-AF65-F5344CB8AC3E}">
        <ns4:creationId val="853762124"/>
      </p:ext>
    </p:extLst>
  </p:cSld>
</p:sld>
</file>

<file path=ppt/slides/slide2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66b4f4f1bcd4fc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611843B-D05D-45B6-A3BE-3C0BDD57C86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60D4903-1A7D-466E-A341-F4A41C2E08A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ROI 좌표와 원본 좌표</a:t>
            </a:r>
          </a:p>
        </p:txBody>
      </p:sp>
      <p:sp>
        <p:nvSpPr>
          <p:cNvPr id="4" name="">
            <a:extLst>
              <a:ext uri="{FF2B5EF4-FFF2-40B4-BE49-F238E27FC236}">
                <ns3:creationId id="{9C798C8B-6C7F-4B7D-8284-524B3CA7E5C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A180C49-22E6-4FC7-9048-3796D112139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잘린 사진의 (0,0)</a:t>
            </a:r>
          </a:p>
        </p:txBody>
      </p:sp>
      <p:sp>
        <p:nvSpPr>
          <p:cNvPr id="6" name="">
            <a:extLst>
              <a:ext uri="{FF2B5EF4-FFF2-40B4-BE49-F238E27FC236}">
                <ns3:creationId id="{147F5CCF-4F9F-4FCE-99CF-D5803E32E9B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원본에서는 x=30, y=20입니다.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A4EF42E5-244C-4561-A7F7-5F7515A8553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ROI의 x에 30, y에 20을 더하면 원본 좌표가 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6E93D0B7-86C6-464A-8532-92EDCA55A36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예를 들어 ROI의 (4,7)은 원본의 (34,27)입니다.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866812AE-9BCD-4537-B86D-D20141EE81F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DB70CB7D-1ADF-403C-AB52-7EF628B0D7F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029</a:t>
            </a:r>
          </a:p>
        </p:txBody>
      </p:sp>
    </p:spTree>
    <p:extLst>
      <p:ext uri="{BB962C8B-B14F-4D97-AF65-F5344CB8AC3E}">
        <ns4:creationId val="1528599680"/>
      </p:ext>
    </p:extLst>
  </p:cSld>
</p:sld>
</file>

<file path=ppt/slides/slide3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220ebdcf5fd479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8C4352E-F74A-449D-85C6-C4F62FEB0BE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90D52A7-EA60-4271-8239-4E33DF053E0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자르기와 크기 변경</a:t>
            </a:r>
          </a:p>
        </p:txBody>
      </p:sp>
      <p:sp>
        <p:nvSpPr>
          <p:cNvPr id="4" name="">
            <a:extLst>
              <a:ext uri="{FF2B5EF4-FFF2-40B4-BE49-F238E27FC236}">
                <ns3:creationId id="{D3F2B9AE-57A1-4535-AF3D-26A755F6679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D07994C-AB42-4F4A-8164-0EAFF96AE8B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가로·세로를 절반으로 줄이면</a:t>
            </a:r>
          </a:p>
        </p:txBody>
      </p:sp>
      <p:sp>
        <p:nvSpPr>
          <p:cNvPr id="6" name="">
            <a:extLst>
              <a:ext uri="{FF2B5EF4-FFF2-40B4-BE49-F238E27FC236}">
                <ns3:creationId id="{ABDD8F98-0AE0-4194-9CEA-7BA05C5EDBA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면적은 대략 4분의 1이 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82C5B44-69CB-4866-881B-1B30BC80BAC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자르기는 검사 범위, 크기 변경은 픽셀 간격과 면적을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FC6B126F-9A0C-4BBA-B476-31AA50AAA6E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크기 변경 뒤 같은 min_area를 쓰면 이전에 남던 영역이 탈락할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4DE5F786-8EAE-4C76-849F-1C619881A93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B48386F0-6FFA-410C-9803-11F85053E99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030</a:t>
            </a:r>
          </a:p>
        </p:txBody>
      </p:sp>
    </p:spTree>
    <p:extLst>
      <p:ext uri="{BB962C8B-B14F-4D97-AF65-F5344CB8AC3E}">
        <ns4:creationId val="61338068"/>
      </p:ext>
    </p:extLst>
  </p:cSld>
</p:sld>
</file>

<file path=ppt/slides/slide3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85ac88d89434e1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4988308-6FC3-41CA-BD8C-1362C088479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2DD9C29-DD5F-4AF9-A6DE-A7BBAF4D32B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회색조와 색 정보</a:t>
            </a:r>
          </a:p>
        </p:txBody>
      </p:sp>
      <p:sp>
        <p:nvSpPr>
          <p:cNvPr id="4" name="">
            <a:extLst>
              <a:ext uri="{FF2B5EF4-FFF2-40B4-BE49-F238E27FC236}">
                <ns3:creationId id="{21C70052-F374-4738-A984-29B562B5D05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8DF4376-5737-4EF3-9AAB-62A46E2B62D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색 성분 3개를 밝기 1개로 바꿉니다.</a:t>
            </a:r>
          </a:p>
        </p:txBody>
      </p:sp>
      <p:sp>
        <p:nvSpPr>
          <p:cNvPr id="6" name="">
            <a:extLst>
              <a:ext uri="{FF2B5EF4-FFF2-40B4-BE49-F238E27FC236}">
                <ns3:creationId id="{711E73F7-92BB-4A36-9A35-84F6840F3DF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밝기의 다른 색은 구별하기 어렵습니다.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F2AF812E-9EC5-47E4-BD03-DEAED390206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회색조 사진의 shape에는 색 채널 3이 없습니다.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B423E38C-0946-49AA-91AE-BE2DDBEA5156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빨강과 파랑을 구별하는 일이 목적이면 밝기만으로 판단하면 부족합니다.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FCD931DF-007D-4A35-BEE4-982E7F3B7AF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3B9965F2-D91F-484A-BC98-A1FF1D7E174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031</a:t>
            </a:r>
          </a:p>
        </p:txBody>
      </p:sp>
    </p:spTree>
    <p:extLst>
      <p:ext uri="{BB962C8B-B14F-4D97-AF65-F5344CB8AC3E}">
        <ns4:creationId val="988515780"/>
      </p:ext>
    </p:extLst>
  </p:cSld>
</p:sld>
</file>

<file path=ppt/slides/slide3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4543e7f0dbb543d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8D3DB4F-5E99-4C81-86F8-0310985B10F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F976D087-D6FF-4C42-B7FA-67C9CE7F185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ROI 크기 계산</a:t>
            </a:r>
          </a:p>
        </p:txBody>
      </p:sp>
      <p:sp>
        <p:nvSpPr>
          <p:cNvPr id="4" name="">
            <a:extLst>
              <a:ext uri="{FF2B5EF4-FFF2-40B4-BE49-F238E27FC236}">
                <ns3:creationId id="{88C5A8D7-2D86-410C-9CFD-DB15F1B9825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51C25A5-26CE-4938-B30A-53F574F24B06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F9B29072-EE2C-418B-A83C-1A80C6368588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272E8105-3C70-4824-8F9E-120462CC8922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import numpy as np</a:t>
            </a:r>
          </a:p>
        </p:txBody>
      </p:sp>
      <p:sp>
        <p:nvSpPr>
          <p:cNvPr id="8" name="">
            <a:extLst>
              <a:ext uri="{FF2B5EF4-FFF2-40B4-BE49-F238E27FC236}">
                <ns3:creationId id="{14C57B93-F914-4868-9C38-01DC52878BD7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E80C3023-3B74-4710-AD1F-1B9F50D780BB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image = np.zeros((240, 320, 3), dtype=np.uint8)</a:t>
            </a:r>
          </a:p>
        </p:txBody>
      </p:sp>
      <p:sp>
        <p:nvSpPr>
          <p:cNvPr id="10" name="">
            <a:extLst>
              <a:ext uri="{FF2B5EF4-FFF2-40B4-BE49-F238E27FC236}">
                <ns3:creationId id="{56E69DED-7B66-4E54-9D31-B369EA6538B3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F4AFF0FB-4F48-465B-891A-D3C24CAF8C68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roi = image[20:80, 30:130]</a:t>
            </a:r>
          </a:p>
        </p:txBody>
      </p:sp>
      <p:sp>
        <p:nvSpPr>
          <p:cNvPr id="12" name="">
            <a:extLst>
              <a:ext uri="{FF2B5EF4-FFF2-40B4-BE49-F238E27FC236}">
                <ns3:creationId id="{3E8565A7-3629-46C1-A79E-ACFA0948F165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83B6E182-1807-4246-8907-DBD70DE3B1D4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print(image.shape)</a:t>
            </a:r>
          </a:p>
        </p:txBody>
      </p:sp>
      <p:sp>
        <p:nvSpPr>
          <p:cNvPr id="14" name="">
            <a:extLst>
              <a:ext uri="{FF2B5EF4-FFF2-40B4-BE49-F238E27FC236}">
                <ns3:creationId id="{B1646BE2-44A8-429E-BEAE-00B05BB9DBA6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88D372A5-AC76-4BA7-B524-812D767C78EA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print(roi.shape)</a:t>
            </a:r>
          </a:p>
        </p:txBody>
      </p:sp>
      <p:sp>
        <p:nvSpPr>
          <p:cNvPr id="16" name="">
            <a:extLst>
              <a:ext uri="{FF2B5EF4-FFF2-40B4-BE49-F238E27FC236}">
                <ns3:creationId id="{3F6ADF9F-8BDA-494C-9D14-08915BD575B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7" name="">
            <a:extLst>
              <a:ext uri="{FF2B5EF4-FFF2-40B4-BE49-F238E27FC236}">
                <ns3:creationId id="{9B85745E-55E6-4E5E-A8DC-296D21BC060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032</a:t>
            </a:r>
          </a:p>
        </p:txBody>
      </p:sp>
    </p:spTree>
    <p:extLst>
      <p:ext uri="{BB962C8B-B14F-4D97-AF65-F5344CB8AC3E}">
        <ns4:creationId val="886958618"/>
      </p:ext>
    </p:extLst>
  </p:cSld>
</p:sld>
</file>

<file path=ppt/slides/slide3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bd3c94db7f814c8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99A8B1E-DB56-4E2D-90FD-93DD50F69E0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7B49019-1BC5-47AB-8D11-560483D9092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코드의 줄별 역할</a:t>
            </a:r>
          </a:p>
        </p:txBody>
      </p:sp>
      <p:sp>
        <p:nvSpPr>
          <p:cNvPr id="4" name="">
            <a:extLst>
              <a:ext uri="{FF2B5EF4-FFF2-40B4-BE49-F238E27FC236}">
                <ns3:creationId id="{5412CB51-BC23-4775-9A36-60193B59A6A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A72E9EE-3490-4BCF-A685-4BD7FB8D1C0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1행은 배열 도구를 np라는 이름으로 불러옵니다.</a:t>
            </a:r>
          </a:p>
        </p:txBody>
      </p:sp>
      <p:sp>
        <p:nvSpPr>
          <p:cNvPr id="6" name="">
            <a:extLst>
              <a:ext uri="{FF2B5EF4-FFF2-40B4-BE49-F238E27FC236}">
                <ns3:creationId id="{98D74288-A29E-4D84-9858-304569BE73B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2행은 240행·320열·3채널의 0 배열을 image에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6ADE60B3-58F9-4B1F-ABE9-3363F2074BA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3행의 [행범위,열범위]와 :는 시작 포함·끝 제외 자르기입니다.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B30CBDDF-FFA2-414E-ACFF-C369EE8706B6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roi는 잘린 배열의 이름입니다. =는 그 결과를 이름에 저장합니다.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E99BE1EE-2E40-4BFE-84C4-1CC4E30D1109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4~5행의 .shape는 각 배열 크기이고 print는 그 값을 출력합니다.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FB64C8B5-0171-4418-BBB8-BB938E6779B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6C0E1726-82EC-43F9-8536-D5E35081A14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033</a:t>
            </a:r>
          </a:p>
        </p:txBody>
      </p:sp>
    </p:spTree>
    <p:extLst>
      <p:ext uri="{BB962C8B-B14F-4D97-AF65-F5344CB8AC3E}">
        <ns4:creationId val="1276871043"/>
      </p:ext>
    </p:extLst>
  </p:cSld>
</p:sld>
</file>

<file path=ppt/slides/slide3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4e94d51b4645456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71E7271-E1EB-4290-A2F4-7FF8BD14795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7199ED8-E439-4925-AF7D-C14AC79146B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파일과 실행 명령</a:t>
            </a:r>
          </a:p>
        </p:txBody>
      </p:sp>
      <p:sp>
        <p:nvSpPr>
          <p:cNvPr id="4" name="">
            <a:extLst>
              <a:ext uri="{FF2B5EF4-FFF2-40B4-BE49-F238E27FC236}">
                <ns3:creationId id="{765A5D06-1272-4792-95B1-DE334B3AE41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FC6C883-73F1-412C-950B-FCF7AC32DA1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폴더: 압축을 푼 course</a:t>
            </a:r>
          </a:p>
        </p:txBody>
      </p:sp>
      <p:sp>
        <p:nvSpPr>
          <p:cNvPr id="6" name="">
            <a:extLst>
              <a:ext uri="{FF2B5EF4-FFF2-40B4-BE49-F238E27FC236}">
                <ns3:creationId id="{81D7D7BE-C16F-456E-91EA-B5327FA2545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화면의 짧은 코드 전체를 편집기에 입력하고 Ctrl+S로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DE03704-7762-496E-B293-E054BCA3BB6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파일: work/roi_trace.py</a:t>
            </a:r>
          </a:p>
        </p:txBody>
      </p:sp>
      <p:sp>
        <p:nvSpPr>
          <p:cNvPr id="8" name="">
            <a:extLst>
              <a:ext uri="{FF2B5EF4-FFF2-40B4-BE49-F238E27FC236}">
                <ns3:creationId id="{3FFA8752-95C6-4EA4-89FF-ED4957F4D1D6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-X utf8 work/roi_trace.py</a:t>
            </a:r>
          </a:p>
        </p:txBody>
      </p:sp>
      <p:sp>
        <p:nvSpPr>
          <p:cNvPr id="9" name="">
            <a:extLst>
              <a:ext uri="{FF2B5EF4-FFF2-40B4-BE49-F238E27FC236}">
                <ns3:creationId id="{11778B00-B7A5-495C-AA02-246422CABBFB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명령은 편집기에 쓰지 않고 course 터미널에 입력합니다.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373A51D0-B63D-4305-92E4-C7630266CB1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C44B25F4-34B2-4854-B2EC-D6F883A6075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034</a:t>
            </a:r>
          </a:p>
        </p:txBody>
      </p:sp>
    </p:spTree>
    <p:extLst>
      <p:ext uri="{BB962C8B-B14F-4D97-AF65-F5344CB8AC3E}">
        <ns4:creationId val="178395108"/>
      </p:ext>
    </p:extLst>
  </p:cSld>
</p:sld>
</file>

<file path=ppt/slides/slide3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3e9c51964119414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FB3D101-DE82-4764-AD9A-3D78727EA68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C2184EE7-A672-4B1D-A052-75880C1BCD2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</a:t>
            </a:r>
          </a:p>
        </p:txBody>
      </p:sp>
      <p:sp>
        <p:nvSpPr>
          <p:cNvPr id="4" name="">
            <a:extLst>
              <a:ext uri="{FF2B5EF4-FFF2-40B4-BE49-F238E27FC236}">
                <ns3:creationId id="{8E42356E-7ED5-4AE8-B6CA-57F391C5BA7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C162576-130B-45C3-91F8-5AD4591AF3D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원본: (240, 320, 3)</a:t>
            </a:r>
          </a:p>
        </p:txBody>
      </p:sp>
      <p:sp>
        <p:nvSpPr>
          <p:cNvPr id="6" name="">
            <a:extLst>
              <a:ext uri="{FF2B5EF4-FFF2-40B4-BE49-F238E27FC236}">
                <ns3:creationId id="{8984AAD9-7510-41C5-BA5C-454103543B8B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ROI: (60, 100, 3)</a:t>
            </a:r>
          </a:p>
        </p:txBody>
      </p:sp>
      <p:sp>
        <p:nvSpPr>
          <p:cNvPr id="7" name="">
            <a:extLst>
              <a:ext uri="{FF2B5EF4-FFF2-40B4-BE49-F238E27FC236}">
                <ns3:creationId id="{142A0098-9073-43EF-9B8D-2F5BCA671315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원본 좌표가 필요하면 시작점을 더합니다.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420C1CDC-719A-445B-A4A6-2935D05AC87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9" name="">
            <a:extLst>
              <a:ext uri="{FF2B5EF4-FFF2-40B4-BE49-F238E27FC236}">
                <ns3:creationId id="{C54557C4-E892-4355-833B-AC02B9F1658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035</a:t>
            </a:r>
          </a:p>
        </p:txBody>
      </p:sp>
    </p:spTree>
    <p:extLst>
      <p:ext uri="{BB962C8B-B14F-4D97-AF65-F5344CB8AC3E}">
        <ns4:creationId val="1485773115"/>
      </p:ext>
    </p:extLst>
  </p:cSld>
</p:sld>
</file>

<file path=ppt/slides/slide3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636edbadffd4b9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D7539CF-6E4E-4C62-B3BA-6223BD95C66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8F484E5-061C-4A1A-88DE-A4002671A0B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사진을 읽는 명령</a:t>
            </a:r>
          </a:p>
        </p:txBody>
      </p:sp>
      <p:sp>
        <p:nvSpPr>
          <p:cNvPr id="4" name="">
            <a:extLst>
              <a:ext uri="{FF2B5EF4-FFF2-40B4-BE49-F238E27FC236}">
                <ns3:creationId id="{8F878ECA-661D-41CE-9583-A93D29EBF8F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DC4265D-62A0-4BC3-8263-A62ECFE16E9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code/01_inspect.py를 work/01_inspect.py로 복사합니다.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4FE51353-2C04-4896-8523-C6468954150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 터미널: python -X utf8 work/01_inspect.py</a:t>
            </a:r>
          </a:p>
        </p:txBody>
      </p:sp>
      <p:sp>
        <p:nvSpPr>
          <p:cNvPr id="7" name="">
            <a:extLst>
              <a:ext uri="{FF2B5EF4-FFF2-40B4-BE49-F238E27FC236}">
                <ns3:creationId id="{683592B3-446F-4A77-AA01-CFD86C2AC2B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shape: (240, 320, 3), BGR: [220, 220, 220]이 나옵니다.</a:t>
            </a:r>
          </a:p>
        </p:txBody>
      </p:sp>
      <p:sp>
        <p:nvSpPr>
          <p:cNvPr id="8" name="">
            <a:extLst>
              <a:ext uri="{FF2B5EF4-FFF2-40B4-BE49-F238E27FC236}">
                <ns3:creationId id="{CB9DCA43-1F6F-4FFF-A0FA-A75D40E34DB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회색조 파일 work/gray.png와 gray: (240, 320)을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55F22F9D-3854-41CD-90A9-F02A26DAECD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742FA287-B669-4E8B-8443-2505EF7D38D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036</a:t>
            </a:r>
          </a:p>
        </p:txBody>
      </p:sp>
    </p:spTree>
    <p:extLst>
      <p:ext uri="{BB962C8B-B14F-4D97-AF65-F5344CB8AC3E}">
        <ns4:creationId val="735575795"/>
      </p:ext>
    </p:extLst>
  </p:cSld>
</p:sld>
</file>

<file path=ppt/slides/slide3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3e1bda7a5d240f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7057CF3-B846-4207-90F1-C719282F31A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6705C40-8299-411D-9D6C-F30BD348382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사진 읽기와 실패 확인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0A1D6411-CA21-4E07-AB6E-B109FF9C7AE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5DEB7EA-29C7-48FD-9250-9C7790849F8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01_inspect.py의 읽기 흐름을 줄인 완결 예입니다.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954A81A5-340C-408B-BCAB-087D2A43552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work/read_image.py에 저장하고 course에서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8B49A03D-B6F1-4F2E-9AA3-70B8A1F7951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 터미널: python -X utf8 work/read_image.py</a:t>
            </a:r>
          </a:p>
        </p:txBody>
      </p:sp>
      <p:sp>
        <p:nvSpPr>
          <p:cNvPr id="8" name="">
            <a:extLst>
              <a:ext uri="{FF2B5EF4-FFF2-40B4-BE49-F238E27FC236}">
                <ns3:creationId id="{FA23EF8A-5C47-4DE0-B651-7BDCD6259196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출력: (240, 320, 3)</a:t>
            </a:r>
          </a:p>
        </p:txBody>
      </p:sp>
      <p:sp>
        <p:nvSpPr>
          <p:cNvPr id="9" name="">
            <a:extLst>
              <a:ext uri="{FF2B5EF4-FFF2-40B4-BE49-F238E27FC236}">
                <ns3:creationId id="{1E3DC569-6533-43AE-9056-F077A34E9E9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4D795AD4-A8E9-462B-A1F8-C3A23DD9B44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037</a:t>
            </a:r>
          </a:p>
        </p:txBody>
      </p:sp>
    </p:spTree>
    <p:extLst>
      <p:ext uri="{BB962C8B-B14F-4D97-AF65-F5344CB8AC3E}">
        <ns4:creationId val="471109342"/>
      </p:ext>
    </p:extLst>
  </p:cSld>
</p:sld>
</file>

<file path=ppt/slides/slide3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4" name=""/>
          <p:cNvPicPr>
            <a:picLocks noChangeAspect="1"/>
          </p:cNvPicPr>
          <p:nvPr/>
        </p:nvPicPr>
        <p:blipFill>
          <a:blip r:embed="Rc1b2dba126c74e8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488A345-7D8D-40C1-AF81-ECC20AD8EDF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CD3DF684-ECEE-4414-AD45-C0B818B712C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사진 읽기와 실패 확인</a:t>
            </a:r>
          </a:p>
        </p:txBody>
      </p:sp>
      <p:sp>
        <p:nvSpPr>
          <p:cNvPr id="4" name="">
            <a:extLst>
              <a:ext uri="{FF2B5EF4-FFF2-40B4-BE49-F238E27FC236}">
                <ns3:creationId id="{396E2502-DB6E-4310-A6CA-8D350C08EA7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5A14CF4-4892-4062-9663-0584E47593A6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76225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F3334B2-1635-45AB-B26C-BA09B41D87B8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DFA7CA8D-83D6-401A-B1C1-B3A076B86644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import cv2</a:t>
            </a:r>
          </a:p>
        </p:txBody>
      </p:sp>
      <p:sp>
        <p:nvSpPr>
          <p:cNvPr id="8" name="">
            <a:extLst>
              <a:ext uri="{FF2B5EF4-FFF2-40B4-BE49-F238E27FC236}">
                <ns3:creationId id="{0CCD96E4-2177-43F0-A21D-480802D89CBF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DDDACA56-EAC2-4EAE-AFF6-5D1DDE230F6C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from pathlib import Path</a:t>
            </a:r>
          </a:p>
        </p:txBody>
      </p:sp>
      <p:sp>
        <p:nvSpPr>
          <p:cNvPr id="10" name="">
            <a:extLst>
              <a:ext uri="{FF2B5EF4-FFF2-40B4-BE49-F238E27FC236}">
                <ns3:creationId id="{270AF130-E32C-42E9-8589-E03D35077717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696E2ED5-5F25-434D-8D89-A04D8915E9AB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root = Path(__file__).resolve().parent.parent</a:t>
            </a:r>
          </a:p>
        </p:txBody>
      </p:sp>
      <p:sp>
        <p:nvSpPr>
          <p:cNvPr id="12" name="">
            <a:extLst>
              <a:ext uri="{FF2B5EF4-FFF2-40B4-BE49-F238E27FC236}">
                <ns3:creationId id="{F61A3ECF-B2DB-4F1E-A7C6-53676C32082B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0788ACBA-0130-4B32-8216-F24840175945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source = root / "data" / "parts.png"</a:t>
            </a:r>
          </a:p>
        </p:txBody>
      </p:sp>
      <p:sp>
        <p:nvSpPr>
          <p:cNvPr id="14" name="">
            <a:extLst>
              <a:ext uri="{FF2B5EF4-FFF2-40B4-BE49-F238E27FC236}">
                <ns3:creationId id="{E036D4A5-1D3C-42BE-B3E3-E9147CA55407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22E94DC3-DFF2-4211-A553-912BB3681374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image = cv2.imread(str(source))</a:t>
            </a:r>
          </a:p>
        </p:txBody>
      </p:sp>
      <p:sp>
        <p:nvSpPr>
          <p:cNvPr id="16" name="">
            <a:extLst>
              <a:ext uri="{FF2B5EF4-FFF2-40B4-BE49-F238E27FC236}">
                <ns3:creationId id="{E7986E20-8A49-4F66-8DDB-2F55F846FEBC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AC088F5A-690F-40CD-A1C0-0E212C4C688D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if image is None:</a:t>
            </a:r>
          </a:p>
        </p:txBody>
      </p:sp>
      <p:sp>
        <p:nvSpPr>
          <p:cNvPr id="18" name="">
            <a:extLst>
              <a:ext uri="{FF2B5EF4-FFF2-40B4-BE49-F238E27FC236}">
                <ns3:creationId id="{65698DC4-EC9F-49CA-992E-9D89A7070B56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69238517-A844-4C9A-B1E1-BE2067E75945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raise ValueError("이미지를 읽지 못했습니다")</a:t>
            </a:r>
          </a:p>
        </p:txBody>
      </p:sp>
      <p:sp>
        <p:nvSpPr>
          <p:cNvPr id="20" name="">
            <a:extLst>
              <a:ext uri="{FF2B5EF4-FFF2-40B4-BE49-F238E27FC236}">
                <ns3:creationId id="{5607B117-95D8-4F79-8793-A1D8407211A9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847B4F9D-3CAF-4F85-A015-01CF603DBAF2}"/>
              </a:ext>
            </a:extLst>
          </p:cNvPr>
          <p:cNvSpPr>
            <a:spLocks noGrp="1"/>
          </p:cNvSpPr>
          <p:nvPr/>
        </p:nvSpPr>
        <p:spPr>
          <a:xfrm>
            <a:off x="1257300" y="421481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print(image.shape)</a:t>
            </a:r>
          </a:p>
        </p:txBody>
      </p:sp>
      <p:sp>
        <p:nvSpPr>
          <p:cNvPr id="22" name="">
            <a:extLst>
              <a:ext uri="{FF2B5EF4-FFF2-40B4-BE49-F238E27FC236}">
                <ns3:creationId id="{04BFFBBE-2C25-4160-97AD-EA9C4A7BA8F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23" name="">
            <a:extLst>
              <a:ext uri="{FF2B5EF4-FFF2-40B4-BE49-F238E27FC236}">
                <ns3:creationId id="{0D3004E2-712C-43D0-BE57-313EA7D2807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038</a:t>
            </a:r>
          </a:p>
        </p:txBody>
      </p:sp>
    </p:spTree>
    <p:extLst>
      <p:ext uri="{BB962C8B-B14F-4D97-AF65-F5344CB8AC3E}">
        <ns4:creationId val="172212602"/>
      </p:ext>
    </p:extLst>
  </p:cSld>
</p:sld>
</file>

<file path=ppt/slides/slide3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0f107c0eb0c04ce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B2287B6-640C-4DA8-8E77-C350CF4EABD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081BDAD-BDBC-4B62-BFE7-A7DE049F14F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경로와 읽기 코드의 기호</a:t>
            </a:r>
          </a:p>
        </p:txBody>
      </p:sp>
      <p:sp>
        <p:nvSpPr>
          <p:cNvPr id="4" name="">
            <a:extLst>
              <a:ext uri="{FF2B5EF4-FFF2-40B4-BE49-F238E27FC236}">
                <ns3:creationId id="{C3B5F502-2F7D-4CBC-B338-F7F6D053F74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EE50BE3-3B00-4F63-8ABE-D5552A7043F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Path(__file__)은 지금 실행한 파일의 위치를 찾습니다.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0975E06A-F313-4EC6-B2B4-612AE451801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parent.parent는 work 위의 course 폴더를 가리킵니다.</a:t>
            </a:r>
          </a:p>
        </p:txBody>
      </p:sp>
      <p:sp>
        <p:nvSpPr>
          <p:cNvPr id="7" name="">
            <a:extLst>
              <a:ext uri="{FF2B5EF4-FFF2-40B4-BE49-F238E27FC236}">
                <ns3:creationId id="{69246754-0762-43F9-B9AF-F66C1013073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경로의 /는 폴더와 파일 이름을 이어 붙입니다.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D3979084-3F32-4B94-8338-B74FD873DDE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is None은 읽기에 실패했는지 확인하고 raise는 오류를 알립니다.</a:t>
            </a:r>
          </a:p>
        </p:txBody>
      </p:sp>
      <p:sp>
        <p:nvSpPr>
          <p:cNvPr id="9" name="">
            <a:extLst>
              <a:ext uri="{FF2B5EF4-FFF2-40B4-BE49-F238E27FC236}">
                <ns3:creationId id="{0F271ED0-5560-411F-B3AB-5DE8A055BE8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AF1B688B-93E8-48F7-A686-75205151567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039</a:t>
            </a:r>
          </a:p>
        </p:txBody>
      </p:sp>
    </p:spTree>
    <p:extLst>
      <p:ext uri="{BB962C8B-B14F-4D97-AF65-F5344CB8AC3E}">
        <ns4:creationId val="1366926733"/>
      </p:ext>
    </p:extLst>
  </p:cSld>
</p:sld>
</file>

<file path=ppt/slides/slide4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3abf90ce99b43a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44205A9-1948-4C0C-AAD4-EA501F9D183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1CA61C8-9586-447A-BB27-6A8CA08C6AB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자른 위치를 원본으로 돌리기</a:t>
            </a:r>
          </a:p>
        </p:txBody>
      </p:sp>
      <p:sp>
        <p:nvSpPr>
          <p:cNvPr id="4" name="">
            <a:extLst>
              <a:ext uri="{FF2B5EF4-FFF2-40B4-BE49-F238E27FC236}">
                <ns3:creationId id="{DB5B76DC-A192-4ECE-92AB-1B1F5AF6D10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C84C23F-3CB5-40CE-8405-2EC3119D980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image[20:80,30:130]의 높이는 60, 너비는 100입니다.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E6744D70-DDF2-4653-86C6-2A9834301BD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끝 번호 80과 130은 포함하지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22C3ECFD-5141-42E6-9873-EF0E6042E44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잘린 사진의 x=4,y=7은 원본 x=34,y=27입니다.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EEB79F2F-A3F2-4266-BB59-3401EA33CF2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크기를 반으로 바꾸면 면적도 달라져 기존 면적 기준을 다시 시험합니다.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87B3CF3F-6126-4B31-ACF5-F96BC84CE5F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FE668CE0-73DE-491C-A484-CBB1B8D21DC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040</a:t>
            </a:r>
          </a:p>
        </p:txBody>
      </p:sp>
    </p:spTree>
    <p:extLst>
      <p:ext uri="{BB962C8B-B14F-4D97-AF65-F5344CB8AC3E}">
        <ns4:creationId val="1611770229"/>
      </p:ext>
    </p:extLst>
  </p:cSld>
</p:sld>
</file>

<file path=ppt/slides/slide4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8ec4d50ef219430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6CEE99B-6023-43BE-BA62-685A0DC903B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525F266E-9231-44A1-9AE6-3E8FA2C16D5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C3A711C2-A200-47DD-BCA8-7F08D6B85BF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연습 문제</a:t>
            </a:r>
          </a:p>
        </p:txBody>
      </p:sp>
      <p:sp>
        <p:nvSpPr>
          <p:cNvPr id="5" name="">
            <a:extLst>
              <a:ext uri="{FF2B5EF4-FFF2-40B4-BE49-F238E27FC236}">
                <ns3:creationId id="{53965016-4A8B-4B85-8E48-579FCE36047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0455511A-38B1-41BF-B690-E1DB5E021530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1A19A3E7-AA40-42AF-B2E1-8BD1021E95BD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image[10:50, 20:90]의 크기는?</a:t>
            </a:r>
          </a:p>
        </p:txBody>
      </p:sp>
      <p:sp>
        <p:nvSpPr>
          <p:cNvPr id="8" name="">
            <a:extLst>
              <a:ext uri="{FF2B5EF4-FFF2-40B4-BE49-F238E27FC236}">
                <ns3:creationId id="{259411BB-A55B-45D4-AD3E-745CC9606D28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4514A4E-6B65-4FCF-823A-329104DF37E8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ROI (x=4,y=7)의 원본 좌표는?</a:t>
            </a:r>
          </a:p>
        </p:txBody>
      </p:sp>
      <p:sp>
        <p:nvSpPr>
          <p:cNvPr id="10" name="">
            <a:extLst>
              <a:ext uri="{FF2B5EF4-FFF2-40B4-BE49-F238E27FC236}">
                <ns3:creationId id="{50175A8E-B993-45BC-9F3F-F7A4EAA9741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6BE6E8A9-1F0A-4DCE-9F61-08F576561BF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041</a:t>
            </a:r>
          </a:p>
        </p:txBody>
      </p:sp>
    </p:spTree>
    <p:extLst>
      <p:ext uri="{BB962C8B-B14F-4D97-AF65-F5344CB8AC3E}">
        <ns4:creationId val="147101043"/>
      </p:ext>
    </p:extLst>
  </p:cSld>
</p:sld>
</file>

<file path=ppt/slides/slide4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cda93ef23e541b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F07F9D3-A78E-4EDC-B40D-0E15C508C1B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614FBDBA-6538-40F7-B314-43CC5FD3713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정답과 풀이</a:t>
            </a:r>
          </a:p>
        </p:txBody>
      </p:sp>
      <p:sp>
        <p:nvSpPr>
          <p:cNvPr id="4" name="">
            <a:extLst>
              <a:ext uri="{FF2B5EF4-FFF2-40B4-BE49-F238E27FC236}">
                <ns3:creationId id="{33CB26D2-B143-428A-95ED-E00124FC6AD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B930AD9-D77B-4171-887B-55FEE918392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높이 40 · 너비 70</a:t>
            </a:r>
          </a:p>
        </p:txBody>
      </p:sp>
      <p:sp>
        <p:nvSpPr>
          <p:cNvPr id="6" name="">
            <a:extLst>
              <a:ext uri="{FF2B5EF4-FFF2-40B4-BE49-F238E27FC236}">
                <ns3:creationId id="{18BF66C4-5E01-4595-BBAF-23C4631EE624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원본 x=24, y=17</a:t>
            </a:r>
          </a:p>
        </p:txBody>
      </p:sp>
      <p:sp>
        <p:nvSpPr>
          <p:cNvPr id="7" name="">
            <a:extLst>
              <a:ext uri="{FF2B5EF4-FFF2-40B4-BE49-F238E27FC236}">
                <ns3:creationId id="{507F3281-CD71-4FA4-B0B2-F8BBA6CED6C9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끝 번호를 더해 41×71로 세지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7E547879-AAAB-437D-BEA2-85169C12FAD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9" name="">
            <a:extLst>
              <a:ext uri="{FF2B5EF4-FFF2-40B4-BE49-F238E27FC236}">
                <ns3:creationId id="{0F012B02-556D-410D-A891-54C2AC44F14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042</a:t>
            </a:r>
          </a:p>
        </p:txBody>
      </p:sp>
    </p:spTree>
    <p:extLst>
      <p:ext uri="{BB962C8B-B14F-4D97-AF65-F5344CB8AC3E}">
        <ns4:creationId val="684793983"/>
      </p:ext>
    </p:extLst>
  </p:cSld>
</p:sld>
</file>

<file path=ppt/slides/slide4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9fa7c445d16c408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49ABABE-9A94-486E-8EEB-6AE825E8F2D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DF3843E7-260F-4BE8-8FB6-8338BFD18D4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F6143523-2AE2-4DB1-B3C7-23B1D6B1B0A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값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0A1DD203-4120-43E0-B68B-47476A48E75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01069A61-F522-4CA1-83C0-A81643BA8E22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D1B39E63-1205-4A01-84A5-2921C93C7ECA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ROI를 [20:60, 30:130]으로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4AD0B2F9-B9AD-422E-B077-63334634500A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F48BCEC3-D2EB-4F0B-B484-D83679C1E962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높이는 40, 너비는 100입니다.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AE4D1F07-0693-4512-8B49-138D56030E6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0192CF38-D6DF-432F-A725-07593D0A29B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043</a:t>
            </a:r>
          </a:p>
        </p:txBody>
      </p:sp>
    </p:spTree>
    <p:extLst>
      <p:ext uri="{BB962C8B-B14F-4D97-AF65-F5344CB8AC3E}">
        <ns4:creationId val="1111880900"/>
      </p:ext>
    </p:extLst>
  </p:cSld>
</p:sld>
</file>

<file path=ppt/slides/slide4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02ea7fe3bc14c6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3550BE5-2920-43A8-922E-D68A5E0111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6C03E3E-5523-47B7-9883-117EBCD43D1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원인과 복구</a:t>
            </a:r>
          </a:p>
        </p:txBody>
      </p:sp>
      <p:sp>
        <p:nvSpPr>
          <p:cNvPr id="4" name="">
            <a:extLst>
              <a:ext uri="{FF2B5EF4-FFF2-40B4-BE49-F238E27FC236}">
                <ns3:creationId id="{9C2F8D19-E52F-4870-AA83-3BB69188C25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A6A169C-DD5D-423F-A253-17AA6ED49F4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오류면 폴더·확장자·이름을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6152B1CB-A5C8-4DAC-9FE2-C2B9BD23D30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cv2 설치 오류와 파일 경로 오류를 나눕니다.</a:t>
            </a:r>
          </a:p>
        </p:txBody>
      </p:sp>
      <p:sp>
        <p:nvSpPr>
          <p:cNvPr id="7" name="">
            <a:extLst>
              <a:ext uri="{FF2B5EF4-FFF2-40B4-BE49-F238E27FC236}">
                <ns3:creationId id="{D8674A24-0359-46A8-8750-BCB6E8AF4AA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난 단계의 입력과 파일 이름부터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EDAD6A5F-7E1E-416E-BB5B-66FDE6993C4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바꾼 값을 원래 값으로 돌리고 같은 입력으로 다시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1BCEC65E-C4B1-4776-A22C-C1FCFE3B793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11288AD4-3F55-4FE1-A98A-5E3CA9B6BB5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044</a:t>
            </a:r>
          </a:p>
        </p:txBody>
      </p:sp>
    </p:spTree>
    <p:extLst>
      <p:ext uri="{BB962C8B-B14F-4D97-AF65-F5344CB8AC3E}">
        <ns4:creationId val="227025358"/>
      </p:ext>
    </p:extLst>
  </p:cSld>
</p:sld>
</file>

<file path=ppt/slides/slide4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16d024aca6dc4a0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37D6B8C-5482-488D-9C9D-83C6D2447A17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03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A8007891-AA6A-4DDE-9082-37CF3E98FDD2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밝기 기준과 영역 크기</a:t>
            </a:r>
          </a:p>
        </p:txBody>
      </p:sp>
      <p:sp>
        <p:nvSpPr>
          <p:cNvPr id="4" name="">
            <a:extLst>
              <a:ext uri="{FF2B5EF4-FFF2-40B4-BE49-F238E27FC236}">
                <ns3:creationId id="{916A4241-001B-4E5E-BF34-8437B4E9FB42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13:00~13:50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2D786F08-D205-4EB9-8DFD-D93C25F51507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A07~A09: 개념을 읽고 입력·결과를 직접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A6887E4A-9361-4E69-BA93-C1CD96B5C09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7" name="">
            <a:extLst>
              <a:ext uri="{FF2B5EF4-FFF2-40B4-BE49-F238E27FC236}">
                <ns3:creationId id="{96D5ED52-0857-4B46-9E45-4DCC763310A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045</a:t>
            </a:r>
          </a:p>
        </p:txBody>
      </p:sp>
    </p:spTree>
    <p:extLst>
      <p:ext uri="{BB962C8B-B14F-4D97-AF65-F5344CB8AC3E}">
        <ns4:creationId val="928464112"/>
      </p:ext>
    </p:extLst>
  </p:cSld>
</p:sld>
</file>

<file path=ppt/slides/slide4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9e2b08ec112414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745B9CD-8CB6-41F7-9A21-936C7C3E488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A2AAEA1-C180-4EF3-88EF-995EE510D13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밝기 임계값 threshold</a:t>
            </a:r>
          </a:p>
        </p:txBody>
      </p:sp>
      <p:sp>
        <p:nvSpPr>
          <p:cNvPr id="4" name="">
            <a:extLst>
              <a:ext uri="{FF2B5EF4-FFF2-40B4-BE49-F238E27FC236}">
                <ns3:creationId id="{56D0A116-C5A0-4E43-BB8D-C966E0EB717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C024066-59F0-4C01-A8B8-CD5112F42FC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threshold는 픽셀의 밝기 기준입니다.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FB63E3C0-0A5F-431B-B292-4BE21282F2B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물체 종류를 알아내는 규칙은 아닙니다.</a:t>
            </a:r>
          </a:p>
        </p:txBody>
      </p:sp>
      <p:sp>
        <p:nvSpPr>
          <p:cNvPr id="7" name="">
            <a:extLst>
              <a:ext uri="{FF2B5EF4-FFF2-40B4-BE49-F238E27FC236}">
                <ns3:creationId id="{2BD4D27E-78F3-41BE-9709-6E8ADF95D71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밝기가 서로 다른 부품과 배경을 나누는 출발 규칙입니다.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A3786D1C-2927-4E68-9924-38E5C04B896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조명이나 반사가 바뀌면 같은 물체라도 기준 통과 여부가 달라집니다.</a:t>
            </a:r>
          </a:p>
        </p:txBody>
      </p:sp>
      <p:sp>
        <p:nvSpPr>
          <p:cNvPr id="9" name="">
            <a:extLst>
              <a:ext uri="{FF2B5EF4-FFF2-40B4-BE49-F238E27FC236}">
                <ns3:creationId id="{B3342C11-D739-4F04-9421-EB625C8530B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BA7ECF26-5CF0-4287-8E4B-56F15DF61DF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046</a:t>
            </a:r>
          </a:p>
        </p:txBody>
      </p:sp>
    </p:spTree>
    <p:extLst>
      <p:ext uri="{BB962C8B-B14F-4D97-AF65-F5344CB8AC3E}">
        <ns4:creationId val="394042971"/>
      </p:ext>
    </p:extLst>
  </p:cSld>
</p:sld>
</file>

<file path=ppt/slides/slide4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9f1907200224e4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C2403B0-990E-44CD-B655-E7AE64536C2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799E053-8D18-4425-9CD5-ED0942011A5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 초과와 이진 출력</a:t>
            </a:r>
          </a:p>
        </p:txBody>
      </p:sp>
      <p:sp>
        <p:nvSpPr>
          <p:cNvPr id="4" name="">
            <a:extLst>
              <a:ext uri="{FF2B5EF4-FFF2-40B4-BE49-F238E27FC236}">
                <ns3:creationId id="{2BB75358-969A-41B7-BABD-281C5739A38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472B643-6099-45A1-96C8-63B7B0B9263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THRESH_BINARY: 밝기 &gt; 기준 → 255</a:t>
            </a:r>
          </a:p>
        </p:txBody>
      </p:sp>
      <p:sp>
        <p:nvSpPr>
          <p:cNvPr id="6" name="">
            <a:extLst>
              <a:ext uri="{FF2B5EF4-FFF2-40B4-BE49-F238E27FC236}">
                <ns3:creationId id="{4D1705BF-90F8-4248-8BE3-CABABC85071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 이하 → 0</a:t>
            </a:r>
          </a:p>
        </p:txBody>
      </p:sp>
      <p:sp>
        <p:nvSpPr>
          <p:cNvPr id="7" name="">
            <a:extLst>
              <a:ext uri="{FF2B5EF4-FFF2-40B4-BE49-F238E27FC236}">
                <ns3:creationId id="{81E4E0F6-3D80-468E-894A-81514476964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기준이 100이면 밝기 100은 0, 밝기 101은 255입니다.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B3ED0615-014D-4855-8812-70D23C00454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255는 원래의 밝기를 보존한 값이 아니라 선택된 위치 표시입니다.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868A72A1-D04F-4CFA-ABEA-6142A7C5AB7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496A872F-56D9-4764-8EC0-CF12F3131FE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047</a:t>
            </a:r>
          </a:p>
        </p:txBody>
      </p:sp>
    </p:spTree>
    <p:extLst>
      <p:ext uri="{BB962C8B-B14F-4D97-AF65-F5344CB8AC3E}">
        <ns4:creationId val="1512734707"/>
      </p:ext>
    </p:extLst>
  </p:cSld>
</p:sld>
</file>

<file path=ppt/slides/slide4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b88cd0f4511407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DD0BCA9-F48C-462C-9650-6DF010B815F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AA1176A-5CF3-40C2-BDF1-99CCFB63E40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이진 마스크의 의미</a:t>
            </a:r>
          </a:p>
        </p:txBody>
      </p:sp>
      <p:sp>
        <p:nvSpPr>
          <p:cNvPr id="4" name="">
            <a:extLst>
              <a:ext uri="{FF2B5EF4-FFF2-40B4-BE49-F238E27FC236}">
                <ns3:creationId id="{46177F61-02F2-40B9-BE86-1983A7AC9CA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390141D-72D4-4982-869C-CDD931D1487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흰색은 조건을 만족한 위치입니다.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6AFCDF9F-3C31-43F2-BB1D-85C48C3F15C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검출 성공이나 불량 판정을 뜻하지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B683A8E5-4C38-4798-AB56-360ED06C382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 사진 위의 어느 위치가 선택됐는지 마스크와 대조합니다.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A4796138-8E77-497D-B021-61B32CE28C1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작은 흰 점도 보일 수 있으므로 면적 조건을 다음에 적용합니다.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D0BDAFB7-0B63-4F3B-A5FE-DD158D086EA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D4E8EFA2-8F90-4BFF-B111-707606F2F9B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048</a:t>
            </a:r>
          </a:p>
        </p:txBody>
      </p:sp>
    </p:spTree>
    <p:extLst>
      <p:ext uri="{BB962C8B-B14F-4D97-AF65-F5344CB8AC3E}">
        <ns4:creationId val="1254293262"/>
      </p:ext>
    </p:extLst>
  </p:cSld>
</p:sld>
</file>

<file path=ppt/slides/slide4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4116425e25d4a8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E5A5916-DBB5-43CA-B224-CA4A46B87EA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52F96B3-437E-4385-8A9D-A2816041DBD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윤곽선과 연결된 영역</a:t>
            </a:r>
          </a:p>
        </p:txBody>
      </p:sp>
      <p:sp>
        <p:nvSpPr>
          <p:cNvPr id="4" name="">
            <a:extLst>
              <a:ext uri="{FF2B5EF4-FFF2-40B4-BE49-F238E27FC236}">
                <ns3:creationId id="{71F86906-E732-4D77-8AC9-58E90ED5AB9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444F3E5-9907-4F21-A370-3AA6F82B25D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붙은 부품 둘이 한 영역이 될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D7F86032-3959-42B8-87B0-4010A953E75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영역 수와 물품 수를 구분합니다.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12B1DC0-3467-4D7D-B873-553B518C670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윤곽선은 흰 영역의 경계를 좌표로 나타낸 것입니다.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C79D265E-B944-4C5B-AEA0-5984BF9244B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둘이 붙어 한 경계가 되면 면적 조건만으로 두 물품을 복원하지 못합니다.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9156AEFB-FCEC-4620-89E5-3AA533973A4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AA6B3B12-91E5-4F0D-B190-DED6E4A1814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049</a:t>
            </a:r>
          </a:p>
        </p:txBody>
      </p:sp>
    </p:spTree>
    <p:extLst>
      <p:ext uri="{BB962C8B-B14F-4D97-AF65-F5344CB8AC3E}">
        <ns4:creationId val="1022338391"/>
      </p:ext>
    </p:extLst>
  </p:cSld>
</p:sld>
</file>

<file path=ppt/slides/slide5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b778bc2f67a41c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BF75AD2-97B5-41A2-8D84-FE45FFFC54A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422712F-D490-4A3A-9AF2-68F713AA70E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최소 면적 min_area</a:t>
            </a:r>
          </a:p>
        </p:txBody>
      </p:sp>
      <p:sp>
        <p:nvSpPr>
          <p:cNvPr id="4" name="">
            <a:extLst>
              <a:ext uri="{FF2B5EF4-FFF2-40B4-BE49-F238E27FC236}">
                <ns3:creationId id="{DE582A39-88D9-4453-8F74-D6B5BB5F834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1CB6F03-D5A2-48BF-9DA4-678A8A86772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min_area는 윤곽선 면적의 최소 기준입니다.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859D9B61-EF86-44C3-A279-038F3268F95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코드는 면적 &gt;= 기준을 남깁니다.</a:t>
            </a:r>
          </a:p>
        </p:txBody>
      </p:sp>
      <p:sp>
        <p:nvSpPr>
          <p:cNvPr id="7" name="">
            <a:extLst>
              <a:ext uri="{FF2B5EF4-FFF2-40B4-BE49-F238E27FC236}">
                <ns3:creationId id="{BE177C0B-1022-4109-A348-B213BFC450D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기준이 100이면 면적 100인 경계도 남습니다.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C4D3E2EE-59D5-4B37-A381-448183D6E6D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밝기 조건으로 마스크를 만든 뒤 경계 면적을 검사합니다.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A2533CBE-7BE8-4C97-9CF5-BD7F12A73CB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27716DC8-6C57-41EA-B74C-E756F1F2EF3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050</a:t>
            </a:r>
          </a:p>
        </p:txBody>
      </p:sp>
    </p:spTree>
    <p:extLst>
      <p:ext uri="{BB962C8B-B14F-4D97-AF65-F5344CB8AC3E}">
        <ns4:creationId val="1031656342"/>
      </p:ext>
    </p:extLst>
  </p:cSld>
</p:sld>
</file>

<file path=ppt/slides/slide5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b02d161688e4c1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27EA98A-6D0D-4A08-A9A5-8D1A1F6F79D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A19F009-997C-4772-A73B-E7E8F617E8A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윤곽선 면적과 픽셀 수</a:t>
            </a:r>
          </a:p>
        </p:txBody>
      </p:sp>
      <p:sp>
        <p:nvSpPr>
          <p:cNvPr id="4" name="">
            <a:extLst>
              <a:ext uri="{FF2B5EF4-FFF2-40B4-BE49-F238E27FC236}">
                <ns3:creationId id="{82D92E3C-E18C-447E-9A14-9E2A0CB76FE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5B2A264-5B67-4572-85A4-1F680FD63CE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contourArea는 경계 좌표로 면적을 구합니다.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B9DEC6A2-9B31-4CF4-8262-AF8D2A53A07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흰 픽셀 개수와 항상 같지는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1864BACA-688F-45C3-B599-8D9FADFF7FD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픽셀 수는 흰 칸의 수, 경계 면적은 좌표로 둘러싼 넓이입니다.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50FB8B6A-2CA0-46F6-97D5-06C12185B7FD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작은 영역에서는 두 값의 차이가 상대적으로 커질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21C39D4D-5702-45BA-9228-D7C2284AF50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B1A78723-358A-4EFC-8181-5127104097C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051</a:t>
            </a:r>
          </a:p>
        </p:txBody>
      </p:sp>
    </p:spTree>
    <p:extLst>
      <p:ext uri="{BB962C8B-B14F-4D97-AF65-F5344CB8AC3E}">
        <ns4:creationId val="723169620"/>
      </p:ext>
    </p:extLst>
  </p:cSld>
</p:sld>
</file>

<file path=ppt/slides/slide5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851bf08c60844ea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A388611-21AD-493E-BBFD-191E989A613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4765AEFE-2D5B-4CC5-9E18-28C72C5E6E5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밝기 경계 코드 예제</a:t>
            </a:r>
          </a:p>
        </p:txBody>
      </p:sp>
      <p:sp>
        <p:nvSpPr>
          <p:cNvPr id="4" name="">
            <a:extLst>
              <a:ext uri="{FF2B5EF4-FFF2-40B4-BE49-F238E27FC236}">
                <ns3:creationId id="{BBCC0294-530C-4B2F-89D7-C4518455F0E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5760BF3-8782-48EA-B8EE-2BD5D02A67DF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0925115B-54AE-4F8C-9864-9701F3B80A26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DCE0A75D-21A5-45C7-A6F7-318E8368FC39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import cv2</a:t>
            </a:r>
          </a:p>
        </p:txBody>
      </p:sp>
      <p:sp>
        <p:nvSpPr>
          <p:cNvPr id="8" name="">
            <a:extLst>
              <a:ext uri="{FF2B5EF4-FFF2-40B4-BE49-F238E27FC236}">
                <ns3:creationId id="{00AA0923-67F6-4748-B949-B56EB344CD14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E4AD5447-A928-46A2-8689-A13B1EBB4486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import numpy as np</a:t>
            </a:r>
          </a:p>
        </p:txBody>
      </p:sp>
      <p:sp>
        <p:nvSpPr>
          <p:cNvPr id="10" name="">
            <a:extLst>
              <a:ext uri="{FF2B5EF4-FFF2-40B4-BE49-F238E27FC236}">
                <ns3:creationId id="{CBC2B174-DA16-4294-9FBF-828182261FE7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AFBBAC7D-9B16-45F2-931E-EC1FCBE1D439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gray = np.array([[80, 100, 101, 220]], dtype=np.uint8)</a:t>
            </a:r>
          </a:p>
        </p:txBody>
      </p:sp>
      <p:sp>
        <p:nvSpPr>
          <p:cNvPr id="12" name="">
            <a:extLst>
              <a:ext uri="{FF2B5EF4-FFF2-40B4-BE49-F238E27FC236}">
                <ns3:creationId id="{D7385A59-9068-4D7F-B07A-99D1D4532D84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FE174D6F-1A60-4C4E-9FFE-B3A27FDAC0D5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used, mask = cv2.threshold(gray, 100, 255, cv2.THRESH_BINARY)</a:t>
            </a:r>
          </a:p>
        </p:txBody>
      </p:sp>
      <p:sp>
        <p:nvSpPr>
          <p:cNvPr id="14" name="">
            <a:extLst>
              <a:ext uri="{FF2B5EF4-FFF2-40B4-BE49-F238E27FC236}">
                <ns3:creationId id="{F482D4DF-1D52-4B07-8CCA-79D3887F914C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D6364D8D-C4B4-41A2-AA73-7FB900F50FF6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print(used)</a:t>
            </a:r>
          </a:p>
        </p:txBody>
      </p:sp>
      <p:sp>
        <p:nvSpPr>
          <p:cNvPr id="16" name="">
            <a:extLst>
              <a:ext uri="{FF2B5EF4-FFF2-40B4-BE49-F238E27FC236}">
                <ns3:creationId id="{173058A0-7C84-48A1-BB6D-2ADEE0A18412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1C880E8D-2C83-4AD8-9BDB-F0F7323F9F99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print(mask.tolist())</a:t>
            </a:r>
          </a:p>
        </p:txBody>
      </p:sp>
      <p:sp>
        <p:nvSpPr>
          <p:cNvPr id="18" name="">
            <a:extLst>
              <a:ext uri="{FF2B5EF4-FFF2-40B4-BE49-F238E27FC236}">
                <ns3:creationId id="{2E4122A0-9478-4A95-9032-84D28122E63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9" name="">
            <a:extLst>
              <a:ext uri="{FF2B5EF4-FFF2-40B4-BE49-F238E27FC236}">
                <ns3:creationId id="{DB68DAA6-D6A1-4291-AF6B-32351175C9B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052</a:t>
            </a:r>
          </a:p>
        </p:txBody>
      </p:sp>
    </p:spTree>
    <p:extLst>
      <p:ext uri="{BB962C8B-B14F-4D97-AF65-F5344CB8AC3E}">
        <ns4:creationId val="1693127908"/>
      </p:ext>
    </p:extLst>
  </p:cSld>
</p:sld>
</file>

<file path=ppt/slides/slide5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ad794de706f34d4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73534F0-F6E2-4FBB-83D6-E425EAF8CA3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62882DD-592D-4A76-BE9B-C52BD3FBB41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코드의 줄별 역할</a:t>
            </a:r>
          </a:p>
        </p:txBody>
      </p:sp>
      <p:sp>
        <p:nvSpPr>
          <p:cNvPr id="4" name="">
            <a:extLst>
              <a:ext uri="{FF2B5EF4-FFF2-40B4-BE49-F238E27FC236}">
                <ns3:creationId id="{DC7927E8-6E69-480E-A1CE-7AC9F4F3A39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4F74AFF-EBFD-490E-B904-41EB87D8AAE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1~2행은 영상 처리와 배열 도구를 불러옵니다.</a:t>
            </a:r>
          </a:p>
        </p:txBody>
      </p:sp>
      <p:sp>
        <p:nvSpPr>
          <p:cNvPr id="6" name="">
            <a:extLst>
              <a:ext uri="{FF2B5EF4-FFF2-40B4-BE49-F238E27FC236}">
                <ns3:creationId id="{4D2B7D74-0579-4748-9949-A7F5681CA68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3행의 [[...]]는 한 행짜리 밝기 배열이며 값 네 개를 넣습니다.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04B1F593-F159-46C8-BD17-44B2BAAA817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4행의 gray,100,255는 입력·기준·선택한 위치의 출력 값입니다.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0F09B5EC-40BE-4FCA-9F8C-094293A9BB3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used,mask =는 함수가 돌려준 기준과 마스크를 두 이름에 나눠 저장합니다.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DAB5EB73-067F-463E-9A15-6539ED7B4BC2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5~6행은 기준과 목록으로 바꾼 마스크를 출력합니다.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F3E9C663-3659-49C7-BEA8-9550AE95107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EA3F78DD-A490-47AF-9F33-73D7DE2330A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053</a:t>
            </a:r>
          </a:p>
        </p:txBody>
      </p:sp>
    </p:spTree>
    <p:extLst>
      <p:ext uri="{BB962C8B-B14F-4D97-AF65-F5344CB8AC3E}">
        <ns4:creationId val="906637043"/>
      </p:ext>
    </p:extLst>
  </p:cSld>
</p:sld>
</file>

<file path=ppt/slides/slide5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30d19ecb82364c1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A714D2A-3710-4C2D-8B3C-F2650615D18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1DC2CFE-CA23-401D-8AD5-0D2C8582758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파일과 실행 명령</a:t>
            </a:r>
          </a:p>
        </p:txBody>
      </p:sp>
      <p:sp>
        <p:nvSpPr>
          <p:cNvPr id="4" name="">
            <a:extLst>
              <a:ext uri="{FF2B5EF4-FFF2-40B4-BE49-F238E27FC236}">
                <ns3:creationId id="{63F50809-1F21-45EC-AD1B-AAD1DB9CA23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9A733EB-4B9C-46C5-BA95-72A4815FF12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폴더: 압축을 푼 course</a:t>
            </a:r>
          </a:p>
        </p:txBody>
      </p:sp>
      <p:sp>
        <p:nvSpPr>
          <p:cNvPr id="6" name="">
            <a:extLst>
              <a:ext uri="{FF2B5EF4-FFF2-40B4-BE49-F238E27FC236}">
                <ns3:creationId id="{8146D2B8-8E89-4373-BCD4-D3417A44190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화면의 짧은 코드 전체를 편집기에 입력하고 Ctrl+S로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9FB400F8-35ED-4BD2-83E7-CC7B799F8AA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파일: work/05_threshold_trace.py</a:t>
            </a:r>
          </a:p>
        </p:txBody>
      </p:sp>
      <p:sp>
        <p:nvSpPr>
          <p:cNvPr id="8" name="">
            <a:extLst>
              <a:ext uri="{FF2B5EF4-FFF2-40B4-BE49-F238E27FC236}">
                <ns3:creationId id="{586B98CD-8EDA-48F6-9905-9A173F0EDD4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-X utf8 work/05_threshold_trace.py</a:t>
            </a:r>
          </a:p>
        </p:txBody>
      </p:sp>
      <p:sp>
        <p:nvSpPr>
          <p:cNvPr id="9" name="">
            <a:extLst>
              <a:ext uri="{FF2B5EF4-FFF2-40B4-BE49-F238E27FC236}">
                <ns3:creationId id="{8BC9566C-6FBE-4045-9318-2080D38287A7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명령은 편집기에 쓰지 않고 course 터미널에 입력합니다.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F5944285-9F13-4497-BD84-3A8EC4C8D81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8017E595-12BF-4459-B567-AE60FAE73AD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054</a:t>
            </a:r>
          </a:p>
        </p:txBody>
      </p:sp>
    </p:spTree>
    <p:extLst>
      <p:ext uri="{BB962C8B-B14F-4D97-AF65-F5344CB8AC3E}">
        <ns4:creationId val="709910001"/>
      </p:ext>
    </p:extLst>
  </p:cSld>
</p:sld>
</file>

<file path=ppt/slides/slide5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cb3b8c2f1e4442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9DA7F86-F605-48B7-82ED-3D761305397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관찰</a:t>
            </a:r>
          </a:p>
        </p:txBody>
      </p:sp>
      <p:sp>
        <p:nvSpPr>
          <p:cNvPr id="3" name="">
            <a:extLst>
              <a:ext uri="{FF2B5EF4-FFF2-40B4-BE49-F238E27FC236}">
                <ns3:creationId id="{578AD53B-6E4A-43B1-AEB5-AE543C6DD79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원본 합성 입력 사진</a:t>
            </a:r>
          </a:p>
        </p:txBody>
      </p:sp>
      <p:sp>
        <p:nvSpPr>
          <p:cNvPr id="4" name="">
            <a:extLst>
              <a:ext uri="{FF2B5EF4-FFF2-40B4-BE49-F238E27FC236}">
                <ns3:creationId id="{45C3BBEB-69BB-47E4-BE7E-27DF530E3F3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pic>
        <p:nvPicPr>
          <p:cNvPr id="15" name=""/>
          <p:cNvPicPr>
            <a:picLocks noChangeAspect="1"/>
          </p:cNvPicPr>
          <p:nvPr/>
        </p:nvPicPr>
        <p:blipFill>
          <a:blip r:embed="R402eb01aeed34f4a"/>
          <a:stretch/>
        </p:blipFill>
        <p:spPr>
          <a:xfrm>
            <a:off x="1427163" y="1924050"/>
            <a:ext cx="5346700" cy="4010025"/>
          </a:xfrm>
          <a:prstGeom prst="rect">
            <a:avLst/>
          </a:prstGeom>
        </p:spPr>
      </p:pic>
      <p:sp>
        <p:nvSpPr>
          <p:cNvPr id="6" name="">
            <a:extLst>
              <a:ext uri="{FF2B5EF4-FFF2-40B4-BE49-F238E27FC236}">
                <ns3:creationId id="{FFF689F0-6557-46FE-A125-52B3DAC4C52F}"/>
              </a:ext>
            </a:extLst>
          </p:cNvPr>
          <p:cNvSpPr>
            <a:spLocks noGrp="1"/>
          </p:cNvSpPr>
          <p:nvPr/>
        </p:nvSpPr>
        <p:spPr>
          <a:xfrm>
            <a:off x="7934325" y="1990725"/>
            <a:ext cx="3571875" cy="72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사진은 합성 검사 입력입니다.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C32E24F5-CB7C-43F8-806A-507D022618C5}"/>
              </a:ext>
            </a:extLst>
          </p:cNvPr>
          <p:cNvSpPr>
            <a:spLocks noGrp="1"/>
          </p:cNvSpPr>
          <p:nvPr/>
        </p:nvSpPr>
        <p:spPr>
          <a:xfrm>
            <a:off x="7934325" y="2783205"/>
            <a:ext cx="3571875" cy="72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사진으로 조건을 비교합니다.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003311E1-E6CD-45BB-8217-19D5285EB25F}"/>
              </a:ext>
            </a:extLst>
          </p:cNvPr>
          <p:cNvSpPr>
            <a:spLocks noGrp="1"/>
          </p:cNvSpPr>
          <p:nvPr/>
        </p:nvSpPr>
        <p:spPr>
          <a:xfrm>
            <a:off x="685800" y="5981700"/>
            <a:ext cx="108204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6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같은 합성 입력과 설정에서 얻은 사진·마스크·검출 결과입니다.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4AEB0CA2-4236-47E4-9DD3-B5F5423C102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F9F61E9F-D49A-4C77-A2F7-AF795F4F6BE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055</a:t>
            </a:r>
          </a:p>
        </p:txBody>
      </p:sp>
    </p:spTree>
    <p:extLst>
      <p:ext uri="{BB962C8B-B14F-4D97-AF65-F5344CB8AC3E}">
        <ns4:creationId val="1786396139"/>
      </p:ext>
    </p:extLst>
  </p:cSld>
</p:sld>
</file>

<file path=ppt/slides/slide5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b03523c83aa49e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3F9A9F8-0671-4BCD-B38B-6F65639850D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관찰</a:t>
            </a:r>
          </a:p>
        </p:txBody>
      </p:sp>
      <p:sp>
        <p:nvSpPr>
          <p:cNvPr id="3" name="">
            <a:extLst>
              <a:ext uri="{FF2B5EF4-FFF2-40B4-BE49-F238E27FC236}">
                <ns3:creationId id="{C635D42F-9A2A-40CF-8E35-F0A151CA460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밝기 조건을 통과한 마스크</a:t>
            </a:r>
          </a:p>
        </p:txBody>
      </p:sp>
      <p:sp>
        <p:nvSpPr>
          <p:cNvPr id="4" name="">
            <a:extLst>
              <a:ext uri="{FF2B5EF4-FFF2-40B4-BE49-F238E27FC236}">
                <ns3:creationId id="{2BFA7729-EA5F-481F-90FF-360E0E53F5E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pic>
        <p:nvPicPr>
          <p:cNvPr id="15" name=""/>
          <p:cNvPicPr>
            <a:picLocks noChangeAspect="1"/>
          </p:cNvPicPr>
          <p:nvPr/>
        </p:nvPicPr>
        <p:blipFill>
          <a:blip r:embed="Refe01eaaaaec4550"/>
          <a:stretch/>
        </p:blipFill>
        <p:spPr>
          <a:xfrm>
            <a:off x="1427163" y="1924050"/>
            <a:ext cx="5346700" cy="4010025"/>
          </a:xfrm>
          <a:prstGeom prst="rect">
            <a:avLst/>
          </a:prstGeom>
        </p:spPr>
      </p:pic>
      <p:sp>
        <p:nvSpPr>
          <p:cNvPr id="6" name="">
            <a:extLst>
              <a:ext uri="{FF2B5EF4-FFF2-40B4-BE49-F238E27FC236}">
                <ns3:creationId id="{FF4344EB-16FE-47BF-AC22-71314C433451}"/>
              </a:ext>
            </a:extLst>
          </p:cNvPr>
          <p:cNvSpPr>
            <a:spLocks noGrp="1"/>
          </p:cNvSpPr>
          <p:nvPr/>
        </p:nvSpPr>
        <p:spPr>
          <a:xfrm>
            <a:off x="7934325" y="1990725"/>
            <a:ext cx="3571875" cy="72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밝기 100 초과 위치가 흰색입니다.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5E143181-1A82-4B24-B6CC-DF3C43F335B0}"/>
              </a:ext>
            </a:extLst>
          </p:cNvPr>
          <p:cNvSpPr>
            <a:spLocks noGrp="1"/>
          </p:cNvSpPr>
          <p:nvPr/>
        </p:nvSpPr>
        <p:spPr>
          <a:xfrm>
            <a:off x="7934325" y="2783205"/>
            <a:ext cx="3571875" cy="72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원본과 남은 영역을 대조합니다.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7E230825-7A80-4319-9C32-895E42D60373}"/>
              </a:ext>
            </a:extLst>
          </p:cNvPr>
          <p:cNvSpPr>
            <a:spLocks noGrp="1"/>
          </p:cNvSpPr>
          <p:nvPr/>
        </p:nvSpPr>
        <p:spPr>
          <a:xfrm>
            <a:off x="685800" y="5981700"/>
            <a:ext cx="108204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6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같은 합성 입력과 설정에서 얻은 사진·마스크·검출 결과입니다.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D0F58A28-FBEB-4475-BE89-5D840B413A1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E5FF2494-657E-4B06-92D7-F62C5B84316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056</a:t>
            </a:r>
          </a:p>
        </p:txBody>
      </p:sp>
    </p:spTree>
    <p:extLst>
      <p:ext uri="{BB962C8B-B14F-4D97-AF65-F5344CB8AC3E}">
        <ns4:creationId val="1842326874"/>
      </p:ext>
    </p:extLst>
  </p:cSld>
</p:sld>
</file>

<file path=ppt/slides/slide5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13fa89d14ab4f4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CEE2172-97DD-456D-BB27-5F35B5B0099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관찰</a:t>
            </a:r>
          </a:p>
        </p:txBody>
      </p:sp>
      <p:sp>
        <p:nvSpPr>
          <p:cNvPr id="3" name="">
            <a:extLst>
              <a:ext uri="{FF2B5EF4-FFF2-40B4-BE49-F238E27FC236}">
                <ns3:creationId id="{95AD138E-937B-4A23-BE4F-79AE3EDA9C6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검출 결과와 영역 박스</a:t>
            </a:r>
          </a:p>
        </p:txBody>
      </p:sp>
      <p:sp>
        <p:nvSpPr>
          <p:cNvPr id="4" name="">
            <a:extLst>
              <a:ext uri="{FF2B5EF4-FFF2-40B4-BE49-F238E27FC236}">
                <ns3:creationId id="{DA43BDCE-A598-4DFD-95FB-4CFD2DF5E3B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pic>
        <p:nvPicPr>
          <p:cNvPr id="15" name=""/>
          <p:cNvPicPr>
            <a:picLocks noChangeAspect="1"/>
          </p:cNvPicPr>
          <p:nvPr/>
        </p:nvPicPr>
        <p:blipFill>
          <a:blip r:embed="R113a0ee1058b4d18"/>
          <a:stretch/>
        </p:blipFill>
        <p:spPr>
          <a:xfrm>
            <a:off x="1427163" y="1924050"/>
            <a:ext cx="5346700" cy="4010025"/>
          </a:xfrm>
          <a:prstGeom prst="rect">
            <a:avLst/>
          </a:prstGeom>
        </p:spPr>
      </p:pic>
      <p:sp>
        <p:nvSpPr>
          <p:cNvPr id="6" name="">
            <a:extLst>
              <a:ext uri="{FF2B5EF4-FFF2-40B4-BE49-F238E27FC236}">
                <ns3:creationId id="{C01E534E-9955-4BB8-903D-1143F1C56DA7}"/>
              </a:ext>
            </a:extLst>
          </p:cNvPr>
          <p:cNvSpPr>
            <a:spLocks noGrp="1"/>
          </p:cNvSpPr>
          <p:nvPr/>
        </p:nvSpPr>
        <p:spPr>
          <a:xfrm>
            <a:off x="7934325" y="1990725"/>
            <a:ext cx="3571875" cy="72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기본 설정에서 남긴 영역은 2개입니다.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605F5429-3FF2-4CCC-9AB8-42325F1C933E}"/>
              </a:ext>
            </a:extLst>
          </p:cNvPr>
          <p:cNvSpPr>
            <a:spLocks noGrp="1"/>
          </p:cNvSpPr>
          <p:nvPr/>
        </p:nvSpPr>
        <p:spPr>
          <a:xfrm>
            <a:off x="7934325" y="2783205"/>
            <a:ext cx="3571875" cy="7258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박스가 어떤 영역을 둘렀는지 봅니다.</a:t>
            </a:r>
          </a:p>
        </p:txBody>
      </p:sp>
      <p:sp>
        <p:nvSpPr>
          <p:cNvPr id="8" name="">
            <a:extLst>
              <a:ext uri="{FF2B5EF4-FFF2-40B4-BE49-F238E27FC236}">
                <ns3:creationId id="{F872877F-CDBD-44C4-8652-A4E990320C35}"/>
              </a:ext>
            </a:extLst>
          </p:cNvPr>
          <p:cNvSpPr>
            <a:spLocks noGrp="1"/>
          </p:cNvSpPr>
          <p:nvPr/>
        </p:nvSpPr>
        <p:spPr>
          <a:xfrm>
            <a:off x="685800" y="5981700"/>
            <a:ext cx="108204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6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같은 합성 입력과 설정에서 얻은 사진·마스크·검출 결과입니다.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69B5B34C-8EB7-4B16-A924-DD9B8CF843F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6B406DFA-01BC-450C-BF72-CB000435ABB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057</a:t>
            </a:r>
          </a:p>
        </p:txBody>
      </p:sp>
    </p:spTree>
    <p:extLst>
      <p:ext uri="{BB962C8B-B14F-4D97-AF65-F5344CB8AC3E}">
        <ns4:creationId val="1864668880"/>
      </p:ext>
    </p:extLst>
  </p:cSld>
</p:sld>
</file>

<file path=ppt/slides/slide5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bdf27b1f72e3425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F259BDF-73AC-4B4D-8576-2EEB5BAF58D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74DBD2D0-0CA8-4FFE-9688-63B0B034454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</a:t>
            </a:r>
          </a:p>
        </p:txBody>
      </p:sp>
      <p:sp>
        <p:nvSpPr>
          <p:cNvPr id="4" name="">
            <a:extLst>
              <a:ext uri="{FF2B5EF4-FFF2-40B4-BE49-F238E27FC236}">
                <ns3:creationId id="{78F52C7D-ABDE-422A-A966-40B832A7205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67AA067-3E3E-46DA-A4C0-4F294D25CB3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기준: 100.0</a:t>
            </a:r>
          </a:p>
        </p:txBody>
      </p:sp>
      <p:sp>
        <p:nvSpPr>
          <p:cNvPr id="6" name="">
            <a:extLst>
              <a:ext uri="{FF2B5EF4-FFF2-40B4-BE49-F238E27FC236}">
                <ns3:creationId id="{28920E03-94CD-4AD1-9DC3-83A82C27DE5D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마스크: [[0, 0, 255, 255]]</a:t>
            </a:r>
          </a:p>
        </p:txBody>
      </p:sp>
      <p:sp>
        <p:nvSpPr>
          <p:cNvPr id="7" name="">
            <a:extLst>
              <a:ext uri="{FF2B5EF4-FFF2-40B4-BE49-F238E27FC236}">
                <ns3:creationId id="{45E0AD82-0D95-477C-8647-2407260FD231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100은 기준과 같아서 0이 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1CC94F4-8493-410D-A4BA-7524F8C09E4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9" name="">
            <a:extLst>
              <a:ext uri="{FF2B5EF4-FFF2-40B4-BE49-F238E27FC236}">
                <ns3:creationId id="{7AAE23D8-FA6D-4E14-B30B-64688BBD36F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058</a:t>
            </a:r>
          </a:p>
        </p:txBody>
      </p:sp>
    </p:spTree>
    <p:extLst>
      <p:ext uri="{BB962C8B-B14F-4D97-AF65-F5344CB8AC3E}">
        <ns4:creationId val="2100640254"/>
      </p:ext>
    </p:extLst>
  </p:cSld>
</p:sld>
</file>

<file path=ppt/slides/slide5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2db894b6055463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716B5EC-3454-4621-BDCE-FDA21994820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A90DBAF-67C7-4E53-91C1-3CA0AE258F5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영역 검출 실행</a:t>
            </a:r>
          </a:p>
        </p:txBody>
      </p:sp>
      <p:sp>
        <p:nvSpPr>
          <p:cNvPr id="4" name="">
            <a:extLst>
              <a:ext uri="{FF2B5EF4-FFF2-40B4-BE49-F238E27FC236}">
                <ns3:creationId id="{8C364DD6-C43F-4B87-A169-95C1C0BB909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5DCC687-CF7D-48AD-8295-C633993AF7A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work/settings.json에서 image·threshold·min_area를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DD3D48B0-57C0-44BF-B305-E0F65C7FFB1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code/02_count.py를 work/02_count.py로 복사합니다.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D984E6E7-3F25-4924-BAAA-54FBB1243D5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 터미널: python -X utf8 work/02_count.py</a:t>
            </a:r>
          </a:p>
        </p:txBody>
      </p:sp>
      <p:sp>
        <p:nvSpPr>
          <p:cNvPr id="8" name="">
            <a:extLst>
              <a:ext uri="{FF2B5EF4-FFF2-40B4-BE49-F238E27FC236}">
                <ns3:creationId id="{F52C3F7D-0254-4A05-B4B7-DB193857614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기본 parts.png, threshold=100, min_area=100에서 count는 2입니다.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B66AA860-D86F-43EC-8651-939D14AF5D6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1315DFFC-BA15-4B74-A91B-66C0CA50C4B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059</a:t>
            </a:r>
          </a:p>
        </p:txBody>
      </p:sp>
    </p:spTree>
    <p:extLst>
      <p:ext uri="{BB962C8B-B14F-4D97-AF65-F5344CB8AC3E}">
        <ns4:creationId val="1869146618"/>
      </p:ext>
    </p:extLst>
  </p:cSld>
</p:sld>
</file>

<file path=ppt/slides/slide6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d67a68f001e4bd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3E9CECA-AAA4-4CD0-963A-E4CDAEA183D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016EC35B-519F-47D6-8822-9AF2A61365F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설정 파일의 세 값</a:t>
            </a:r>
          </a:p>
        </p:txBody>
      </p:sp>
      <p:sp>
        <p:nvSpPr>
          <p:cNvPr id="4" name="">
            <a:extLst>
              <a:ext uri="{FF2B5EF4-FFF2-40B4-BE49-F238E27FC236}">
                <ns3:creationId id="{83469A11-084D-4A73-8899-EF46383CC32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50700D3-ED67-4F29-AA2C-BCA63C976029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threshold는 픽셀 밝기를 고르고 min_area는 영역 크기를 고릅니다.</a:t>
            </a:r>
          </a:p>
        </p:txBody>
      </p:sp>
      <p:sp>
        <p:nvSpPr>
          <p:cNvPr id="6" name="">
            <a:extLst>
              <a:ext uri="{FF2B5EF4-FFF2-40B4-BE49-F238E27FC236}">
                <ns3:creationId id="{F8B954D1-69CF-4B5B-8912-AC131E8B5F14}"/>
              </a:ext>
            </a:extLst>
          </p:cNvPr>
          <p:cNvSpPr>
            <a:spLocks noGrp="1"/>
          </p:cNvSpPr>
          <p:nvPr/>
        </p:nvSpPr>
        <p:spPr>
          <a:xfrm>
            <a:off x="685800" y="241554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settings.json의 따옴표·쉼표·중괄호를 유지하며 값만 바꿉니다.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="685800" y="302133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3161898"/>
                <a:gridCol w="3161898"/>
                <a:gridCol w="4496604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하는 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image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parts.png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읽을 사진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threshold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밝기를 고르는 기준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min_area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작은 영역 제외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>
              <a:ext uri="{FF2B5EF4-FFF2-40B4-BE49-F238E27FC236}">
                <ns3:creationId id="{C8309FCA-5544-4510-B37F-2544A29719C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9" name="">
            <a:extLst>
              <a:ext uri="{FF2B5EF4-FFF2-40B4-BE49-F238E27FC236}">
                <ns3:creationId id="{E9178131-18A5-4B01-A9CA-5EFEDD5D784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060</a:t>
            </a:r>
          </a:p>
        </p:txBody>
      </p:sp>
    </p:spTree>
    <p:extLst>
      <p:ext uri="{BB962C8B-B14F-4D97-AF65-F5344CB8AC3E}">
        <ns4:creationId val="1991255240"/>
      </p:ext>
    </p:extLst>
  </p:cSld>
</p:sld>
</file>

<file path=ppt/slides/slide6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8" name=""/>
          <p:cNvPicPr>
            <a:picLocks noChangeAspect="1"/>
          </p:cNvPicPr>
          <p:nvPr/>
        </p:nvPicPr>
        <p:blipFill>
          <a:blip r:embed="Reca73e79a56b457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EE94EE6-8C5F-4A21-AD2B-10814F76242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C5480503-1F52-4D58-8C4C-BAFC83621A6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마스크에서 영역 수까지</a:t>
            </a:r>
          </a:p>
        </p:txBody>
      </p:sp>
      <p:sp>
        <p:nvSpPr>
          <p:cNvPr id="4" name="">
            <a:extLst>
              <a:ext uri="{FF2B5EF4-FFF2-40B4-BE49-F238E27FC236}">
                <ns3:creationId id="{77774F91-76C3-4425-BFD7-CE23B395CBF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9B6F11B-3511-4F5F-B0F1-7D7EED14363A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02_count.py의 처리 부분 발췌입니다. 단독 실행 코드는 아닙니다.</a:t>
            </a:r>
          </a:p>
        </p:txBody>
      </p:sp>
      <p:sp>
        <p:nvSpPr>
          <p:cNvPr id="6" name="">
            <a:extLst>
              <a:ext uri="{FF2B5EF4-FFF2-40B4-BE49-F238E27FC236}">
                <ns3:creationId id="{3A7D9BEB-3D61-4A97-9D1A-54BFC67BAE02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image는 앞 단계에서 읽은 사진이며 전체 파일을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D971D18E-B36E-446F-93CB-B481FB2AB05A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307181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D4E8AB62-592E-469D-8F09-E32EF1FDB6FA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821B6FC6-B2D5-4C76-A4EB-9D8D6571706C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gray = cv2.cvtColor(image, cv2.COLOR_BGR2GRAY)</a:t>
            </a:r>
          </a:p>
        </p:txBody>
      </p:sp>
      <p:sp>
        <p:nvSpPr>
          <p:cNvPr id="10" name="">
            <a:extLst>
              <a:ext uri="{FF2B5EF4-FFF2-40B4-BE49-F238E27FC236}">
                <ns3:creationId id="{E425043C-67DB-453C-B2D3-5BF9880C0D3C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E6EBD98A-0147-4DB9-9D4F-14BD12D41E60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used, mask = cv2.threshold(gray, 100, 255, cv2.THRESH_BINARY)</a:t>
            </a:r>
          </a:p>
        </p:txBody>
      </p:sp>
      <p:sp>
        <p:nvSpPr>
          <p:cNvPr id="12" name="">
            <a:extLst>
              <a:ext uri="{FF2B5EF4-FFF2-40B4-BE49-F238E27FC236}">
                <ns3:creationId id="{AAEFE597-8F63-4A71-AE58-4F31B3405884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4D5488CA-4D73-4C0B-A7BE-139E6EB114E3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contours, hierarchy = cv2.findContours(</a:t>
            </a:r>
          </a:p>
        </p:txBody>
      </p:sp>
      <p:sp>
        <p:nvSpPr>
          <p:cNvPr id="14" name="">
            <a:extLst>
              <a:ext uri="{FF2B5EF4-FFF2-40B4-BE49-F238E27FC236}">
                <ns3:creationId id="{E2D4C57B-143D-4433-BB85-36FE679FD396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770780E1-46C2-474C-B24C-D9FB7F4BBD56}"/>
              </a:ext>
            </a:extLst>
          </p:cNvPr>
          <p:cNvSpPr>
            <a:spLocks noGrp="1"/>
          </p:cNvSpPr>
          <p:nvPr/>
        </p:nvSpPr>
        <p:spPr>
          <a:xfrm>
            <a:off x="1257300" y="401288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mask, cv2.RETR_EXTERNAL, cv2.CHAIN_APPROX_SIMPLE)</a:t>
            </a:r>
          </a:p>
        </p:txBody>
      </p:sp>
      <p:sp>
        <p:nvSpPr>
          <p:cNvPr id="16" name="">
            <a:extLst>
              <a:ext uri="{FF2B5EF4-FFF2-40B4-BE49-F238E27FC236}">
                <ns3:creationId id="{B2AEF6EA-B735-4A03-A2C9-F5D7116F5581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F5C81AE1-7706-4DC3-B870-2F83AFE22747}"/>
              </a:ext>
            </a:extLst>
          </p:cNvPr>
          <p:cNvSpPr>
            <a:spLocks noGrp="1"/>
          </p:cNvSpPr>
          <p:nvPr/>
        </p:nvSpPr>
        <p:spPr>
          <a:xfrm>
            <a:off x="1257300" y="432244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kept = []</a:t>
            </a:r>
          </a:p>
        </p:txBody>
      </p:sp>
      <p:sp>
        <p:nvSpPr>
          <p:cNvPr id="18" name="">
            <a:extLst>
              <a:ext uri="{FF2B5EF4-FFF2-40B4-BE49-F238E27FC236}">
                <ns3:creationId id="{D52E4516-E505-4BAF-82E0-89957DEF6355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33FC74FF-D0AC-4790-9D14-DEDC3C02AAFD}"/>
              </a:ext>
            </a:extLst>
          </p:cNvPr>
          <p:cNvSpPr>
            <a:spLocks noGrp="1"/>
          </p:cNvSpPr>
          <p:nvPr/>
        </p:nvSpPr>
        <p:spPr>
          <a:xfrm>
            <a:off x="1257300" y="463200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for contour in contours:</a:t>
            </a:r>
          </a:p>
        </p:txBody>
      </p:sp>
      <p:sp>
        <p:nvSpPr>
          <p:cNvPr id="20" name="">
            <a:extLst>
              <a:ext uri="{FF2B5EF4-FFF2-40B4-BE49-F238E27FC236}">
                <ns3:creationId id="{8E5646F2-F225-49DA-A3BC-03D231AA6D56}"/>
              </a:ext>
            </a:extLst>
          </p:cNvPr>
          <p:cNvSpPr>
            <a:spLocks noGrp="1"/>
          </p:cNvSpPr>
          <p:nvPr/>
        </p:nvSpPr>
        <p:spPr>
          <a:xfrm>
            <a:off x="838200" y="497014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1" name="">
            <a:extLst>
              <a:ext uri="{FF2B5EF4-FFF2-40B4-BE49-F238E27FC236}">
                <ns3:creationId id="{B988B74D-E72D-4956-9B29-ACA0673C77BD}"/>
              </a:ext>
            </a:extLst>
          </p:cNvPr>
          <p:cNvSpPr>
            <a:spLocks noGrp="1"/>
          </p:cNvSpPr>
          <p:nvPr/>
        </p:nvSpPr>
        <p:spPr>
          <a:xfrm>
            <a:off x="1257300" y="494157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cv2.contourArea(contour) &gt;= 100:</a:t>
            </a:r>
          </a:p>
        </p:txBody>
      </p:sp>
      <p:sp>
        <p:nvSpPr>
          <p:cNvPr id="22" name="">
            <a:extLst>
              <a:ext uri="{FF2B5EF4-FFF2-40B4-BE49-F238E27FC236}">
                <ns3:creationId id="{F22F9856-7ED5-4F8C-9525-09E751CFC5BE}"/>
              </a:ext>
            </a:extLst>
          </p:cNvPr>
          <p:cNvSpPr>
            <a:spLocks noGrp="1"/>
          </p:cNvSpPr>
          <p:nvPr/>
        </p:nvSpPr>
        <p:spPr>
          <a:xfrm>
            <a:off x="838200" y="527970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3" name="">
            <a:extLst>
              <a:ext uri="{FF2B5EF4-FFF2-40B4-BE49-F238E27FC236}">
                <ns3:creationId id="{15975021-E222-444E-A1E2-D38DCC249CCA}"/>
              </a:ext>
            </a:extLst>
          </p:cNvPr>
          <p:cNvSpPr>
            <a:spLocks noGrp="1"/>
          </p:cNvSpPr>
          <p:nvPr/>
        </p:nvSpPr>
        <p:spPr>
          <a:xfrm>
            <a:off x="1257300" y="525113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kept.append(contour)</a:t>
            </a:r>
          </a:p>
        </p:txBody>
      </p:sp>
      <p:sp>
        <p:nvSpPr>
          <p:cNvPr id="24" name="">
            <a:extLst>
              <a:ext uri="{FF2B5EF4-FFF2-40B4-BE49-F238E27FC236}">
                <ns3:creationId id="{76F41272-08C8-4002-A7BC-F42A5B09989D}"/>
              </a:ext>
            </a:extLst>
          </p:cNvPr>
          <p:cNvSpPr>
            <a:spLocks noGrp="1"/>
          </p:cNvSpPr>
          <p:nvPr/>
        </p:nvSpPr>
        <p:spPr>
          <a:xfrm>
            <a:off x="838200" y="55892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09</a:t>
            </a:r>
          </a:p>
        </p:txBody>
      </p:sp>
      <p:sp>
        <p:nvSpPr>
          <p:cNvPr id="25" name="">
            <a:extLst>
              <a:ext uri="{FF2B5EF4-FFF2-40B4-BE49-F238E27FC236}">
                <ns3:creationId id="{40325A51-4871-489D-9B20-222C7A91A40E}"/>
              </a:ext>
            </a:extLst>
          </p:cNvPr>
          <p:cNvSpPr>
            <a:spLocks noGrp="1"/>
          </p:cNvSpPr>
          <p:nvPr/>
        </p:nvSpPr>
        <p:spPr>
          <a:xfrm>
            <a:off x="1257300" y="55606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print(len(kept))</a:t>
            </a:r>
          </a:p>
        </p:txBody>
      </p:sp>
      <p:sp>
        <p:nvSpPr>
          <p:cNvPr id="26" name="">
            <a:extLst>
              <a:ext uri="{FF2B5EF4-FFF2-40B4-BE49-F238E27FC236}">
                <ns3:creationId id="{26D7E287-1540-4E93-8BC6-78AE582D0C9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27" name="">
            <a:extLst>
              <a:ext uri="{FF2B5EF4-FFF2-40B4-BE49-F238E27FC236}">
                <ns3:creationId id="{67ADB59E-83EE-47DE-9A51-DFC4988A051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061</a:t>
            </a:r>
          </a:p>
        </p:txBody>
      </p:sp>
    </p:spTree>
    <p:extLst>
      <p:ext uri="{BB962C8B-B14F-4D97-AF65-F5344CB8AC3E}">
        <ns4:creationId val="1974380504"/>
      </p:ext>
    </p:extLst>
  </p:cSld>
</p:sld>
</file>

<file path=ppt/slides/slide6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46b32f262f34dd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E1367C5-1E72-4CCE-ADCE-C355E4DDA98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280E18B-AC2F-473D-AC38-BC8DA218769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영역 처리 코드의 뜻</a:t>
            </a:r>
          </a:p>
        </p:txBody>
      </p:sp>
      <p:sp>
        <p:nvSpPr>
          <p:cNvPr id="4" name="">
            <a:extLst>
              <a:ext uri="{FF2B5EF4-FFF2-40B4-BE49-F238E27FC236}">
                <ns3:creationId id="{51CE7D60-1A53-439F-8EB4-97E579639C5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9BD9AD0-EEE7-4A06-B963-CC0482BA3EB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쉼표 왼쪽 used와 mask는 함수가 돌려준 두 결과입니다.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93F17778-94A5-4D50-BBA4-0B7E4432521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for는 찾은 윤곽선에서 하나씩 contour를 꺼냅니다.</a:t>
            </a:r>
          </a:p>
        </p:txBody>
      </p:sp>
      <p:sp>
        <p:nvSpPr>
          <p:cNvPr id="7" name="">
            <a:extLst>
              <a:ext uri="{FF2B5EF4-FFF2-40B4-BE49-F238E27FC236}">
                <ns3:creationId id="{648CB628-AAAA-4C07-8107-DFA7AC7B44E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들여쓴 if는 그 윤곽선의 면적이 100 이상인지 검사합니다.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A846F0B4-665A-4B87-A327-E03FAB3D76F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append는 남길 목록에 추가하고 len은 목록의 개수를 셉니다.</a:t>
            </a:r>
          </a:p>
        </p:txBody>
      </p:sp>
      <p:sp>
        <p:nvSpPr>
          <p:cNvPr id="9" name="">
            <a:extLst>
              <a:ext uri="{FF2B5EF4-FFF2-40B4-BE49-F238E27FC236}">
                <ns3:creationId id="{AD390F63-6142-4936-B6B8-C69B767F5E7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D485AA33-5C07-47B9-9164-D53B773C00B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062</a:t>
            </a:r>
          </a:p>
        </p:txBody>
      </p:sp>
    </p:spTree>
    <p:extLst>
      <p:ext uri="{BB962C8B-B14F-4D97-AF65-F5344CB8AC3E}">
        <ns4:creationId val="762318172"/>
      </p:ext>
    </p:extLst>
  </p:cSld>
</p:sld>
</file>

<file path=ppt/slides/slide6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2b3ef65d9a37450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7E07A07-E9A8-4B53-A2B3-E14B9B4125D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1919A6D1-8A1E-4064-B266-1CA78358F3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64352F88-915D-4AE3-9430-33422FE4FD5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연습 문제</a:t>
            </a:r>
          </a:p>
        </p:txBody>
      </p:sp>
      <p:sp>
        <p:nvSpPr>
          <p:cNvPr id="5" name="">
            <a:extLst>
              <a:ext uri="{FF2B5EF4-FFF2-40B4-BE49-F238E27FC236}">
                <ns3:creationId id="{43C22EF5-6827-45EC-BA0A-26E451285FB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B51ADE09-AEB7-4BDA-B555-8239E4692F9E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300F9C0-7523-4AA5-929E-D20992A7C4A7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밝기 [60,90,91,200], 기준 90</a:t>
            </a:r>
          </a:p>
        </p:txBody>
      </p:sp>
      <p:sp>
        <p:nvSpPr>
          <p:cNvPr id="8" name="">
            <a:extLst>
              <a:ext uri="{FF2B5EF4-FFF2-40B4-BE49-F238E27FC236}">
                <ns3:creationId id="{39A1F403-0150-46AC-B5E9-7922B4EE9A62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24A74754-5947-44FC-A0B3-E091AEBF92F4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면적 [49,50,120], 최소 면적 50</a:t>
            </a:r>
          </a:p>
        </p:txBody>
      </p:sp>
      <p:sp>
        <p:nvSpPr>
          <p:cNvPr id="10" name="">
            <a:extLst>
              <a:ext uri="{FF2B5EF4-FFF2-40B4-BE49-F238E27FC236}">
                <ns3:creationId id="{02AFF4DB-8D59-42EF-ABED-539FADAE22AC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446E8377-9AC5-4D8B-A0BC-9912FBB72661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남는 값과 영역 수를 각각 쓰세요.</a:t>
            </a:r>
          </a:p>
        </p:txBody>
      </p:sp>
      <p:sp>
        <p:nvSpPr>
          <p:cNvPr id="12" name="">
            <a:extLst>
              <a:ext uri="{FF2B5EF4-FFF2-40B4-BE49-F238E27FC236}">
                <ns3:creationId id="{5E5DB9B9-5355-4ABD-BB0B-677A9427D95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3" name="">
            <a:extLst>
              <a:ext uri="{FF2B5EF4-FFF2-40B4-BE49-F238E27FC236}">
                <ns3:creationId id="{F1F08A52-1BF3-4589-A42B-AF24ABA62BC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063</a:t>
            </a:r>
          </a:p>
        </p:txBody>
      </p:sp>
    </p:spTree>
    <p:extLst>
      <p:ext uri="{BB962C8B-B14F-4D97-AF65-F5344CB8AC3E}">
        <ns4:creationId val="439670405"/>
      </p:ext>
    </p:extLst>
  </p:cSld>
</p:sld>
</file>

<file path=ppt/slides/slide6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bdfa50d2f7b7464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1B451E3-2AA0-4889-8B85-80C05A3BEE4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F013B810-88E1-4E59-98DA-8A251420F42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정답과 풀이</a:t>
            </a:r>
          </a:p>
        </p:txBody>
      </p:sp>
      <p:sp>
        <p:nvSpPr>
          <p:cNvPr id="4" name="">
            <a:extLst>
              <a:ext uri="{FF2B5EF4-FFF2-40B4-BE49-F238E27FC236}">
                <ns3:creationId id="{7B6E877D-5291-49DF-BD14-E6ABA06D4DB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9DEDF16-DBCF-468D-902C-DCF1B031982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마스크: [0,0,255,255]</a:t>
            </a:r>
          </a:p>
        </p:txBody>
      </p:sp>
      <p:sp>
        <p:nvSpPr>
          <p:cNvPr id="6" name="">
            <a:extLst>
              <a:ext uri="{FF2B5EF4-FFF2-40B4-BE49-F238E27FC236}">
                <ns3:creationId id="{8E6FF95E-D6E6-4F5E-AA3B-5B8414779288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영역 수: 2개</a:t>
            </a:r>
          </a:p>
        </p:txBody>
      </p:sp>
      <p:sp>
        <p:nvSpPr>
          <p:cNvPr id="7" name="">
            <a:extLst>
              <a:ext uri="{FF2B5EF4-FFF2-40B4-BE49-F238E27FC236}">
                <ns3:creationId id="{DDB68F57-9A1E-47E7-8EBA-BD1F9729AA63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밝기는 &gt;, 면적은 &gt;=를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4AFD5BC8-C531-4EA6-ACD1-19FD952567E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9" name="">
            <a:extLst>
              <a:ext uri="{FF2B5EF4-FFF2-40B4-BE49-F238E27FC236}">
                <ns3:creationId id="{03900907-37C6-4FED-BDDC-6490F2B25A5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064</a:t>
            </a:r>
          </a:p>
        </p:txBody>
      </p:sp>
    </p:spTree>
    <p:extLst>
      <p:ext uri="{BB962C8B-B14F-4D97-AF65-F5344CB8AC3E}">
        <ns4:creationId val="6306414"/>
      </p:ext>
    </p:extLst>
  </p:cSld>
</p:sld>
</file>

<file path=ppt/slides/slide6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c146333e14fe428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98CDDF5-A0B6-48A8-BEAD-EAFD1C8D30E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A24BB076-98CD-409A-AEAB-2AD202C9A77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77F620E1-67C2-4937-B139-7D48E94A354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값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29D753FB-0AD4-4459-895B-3D8B99B6A2E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7C55A2A-544C-459E-9C1D-5E4126ECE856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0E354D53-8FF5-466A-8F65-6DBD8C2E484B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threshold를 101로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6C59F7D0-93CD-4CFA-AE07-4F32249ABA8E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631BA950-1B8F-4BD9-86C6-AF9C3887FFB0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마스크: [[0,0,0,255]]</a:t>
            </a:r>
          </a:p>
        </p:txBody>
      </p:sp>
      <p:sp>
        <p:nvSpPr>
          <p:cNvPr id="10" name="">
            <a:extLst>
              <a:ext uri="{FF2B5EF4-FFF2-40B4-BE49-F238E27FC236}">
                <ns3:creationId id="{BAA562E0-955A-4CD9-90FE-E28A274DDD4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F21B74F6-4002-4A3D-8059-D4B666841AA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065</a:t>
            </a:r>
          </a:p>
        </p:txBody>
      </p:sp>
    </p:spTree>
    <p:extLst>
      <p:ext uri="{BB962C8B-B14F-4D97-AF65-F5344CB8AC3E}">
        <ns4:creationId val="1507220614"/>
      </p:ext>
    </p:extLst>
  </p:cSld>
</p:sld>
</file>

<file path=ppt/slides/slide6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822a01d330a426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425BE00-81A7-4DFA-88E2-4F73323888F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6051D4F-6AAB-494F-A7D4-702D17BA3FC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원인과 복구</a:t>
            </a:r>
          </a:p>
        </p:txBody>
      </p:sp>
      <p:sp>
        <p:nvSpPr>
          <p:cNvPr id="4" name="">
            <a:extLst>
              <a:ext uri="{FF2B5EF4-FFF2-40B4-BE49-F238E27FC236}">
                <ns3:creationId id="{5DDF2805-D87C-488C-BAE1-52C893FCB24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A8BE5A3-A590-442B-BC85-B28240B087E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설정을 동시에 바꾸지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91781D20-A438-4D1E-8F7B-FE2FF4EDFD8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먼저 마스크와 박스 그림을 대조합니다.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C4F8BDF-9518-4E92-983D-66EE0ACBB08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난 단계의 입력과 파일 이름부터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473647CC-CD49-477D-A69A-CC2C9D78AA5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바꾼 값을 원래 값으로 돌리고 같은 입력으로 다시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2901B895-4C10-4E33-8D75-5A1D7E3C308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C3CD5F8C-E999-4DDC-85A3-DCD820FEB50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066</a:t>
            </a:r>
          </a:p>
        </p:txBody>
      </p:sp>
    </p:spTree>
    <p:extLst>
      <p:ext uri="{BB962C8B-B14F-4D97-AF65-F5344CB8AC3E}">
        <ns4:creationId val="719826918"/>
      </p:ext>
    </p:extLst>
  </p:cSld>
</p:sld>
</file>

<file path=ppt/slides/slide6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a9db431b13ca4ab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185D460-D5A2-4428-AE88-9D01DDFEB772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04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0ACA70BA-B11A-4E97-908B-0610B4E30233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조건씩 비교하기</a:t>
            </a:r>
          </a:p>
        </p:txBody>
      </p:sp>
      <p:sp>
        <p:nvSpPr>
          <p:cNvPr id="4" name="">
            <a:extLst>
              <a:ext uri="{FF2B5EF4-FFF2-40B4-BE49-F238E27FC236}">
                <ns3:creationId id="{4E0051E3-C0F2-4B98-A878-C59AF8E3669D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14:00~14:50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680FEEB3-1481-4B12-A25A-6F271224B33E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A10~A12: 개념을 읽고 입력·결과를 직접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D69655C4-6799-4CF1-8AF8-789EA98C115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7" name="">
            <a:extLst>
              <a:ext uri="{FF2B5EF4-FFF2-40B4-BE49-F238E27FC236}">
                <ns3:creationId id="{46784606-8743-443B-AF95-0229C3AD211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067</a:t>
            </a:r>
          </a:p>
        </p:txBody>
      </p:sp>
    </p:spTree>
    <p:extLst>
      <p:ext uri="{BB962C8B-B14F-4D97-AF65-F5344CB8AC3E}">
        <ns4:creationId val="1237654389"/>
      </p:ext>
    </p:extLst>
  </p:cSld>
</p:sld>
</file>

<file path=ppt/slides/slide6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a679b0ea4104ee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D717EEF-2341-4E58-906E-93FEBB94EC5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2944672-6364-49AE-AE92-66432E7513B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기본 설정과 관찰값</a:t>
            </a:r>
          </a:p>
        </p:txBody>
      </p:sp>
      <p:sp>
        <p:nvSpPr>
          <p:cNvPr id="4" name="">
            <a:extLst>
              <a:ext uri="{FF2B5EF4-FFF2-40B4-BE49-F238E27FC236}">
                <ns3:creationId id="{AA76C43E-045F-4581-8F48-D8E03AA7338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863BD0A-EBCB-47B4-B08F-BCFC9DABA16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parts.png · threshold 100 · min_area 100</a:t>
            </a:r>
          </a:p>
        </p:txBody>
      </p:sp>
      <p:sp>
        <p:nvSpPr>
          <p:cNvPr id="6" name="">
            <a:extLst>
              <a:ext uri="{FF2B5EF4-FFF2-40B4-BE49-F238E27FC236}">
                <ns3:creationId id="{F8F0434F-9C7C-4EA5-A54D-41941A0BA58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기본 관찰 영역 수는 2개입니다.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DAB2545E-53A1-43EB-8A2B-FC8AD25EC17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입력·설정·코드를 사용한 실행끼리 비교합니다.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C7AAB320-E0C7-4516-AF05-E7EAC44740E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2라는 수만 보지 말고 두 박스가 어떤 영역을 둘렀는지도 봅니다.</a:t>
            </a:r>
          </a:p>
        </p:txBody>
      </p:sp>
      <p:sp>
        <p:nvSpPr>
          <p:cNvPr id="9" name="">
            <a:extLst>
              <a:ext uri="{FF2B5EF4-FFF2-40B4-BE49-F238E27FC236}">
                <ns3:creationId id="{5FBEC1A9-C486-40FD-8C63-B68A0BD3342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CDFF0880-42F2-4E01-9936-2866D563886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068</a:t>
            </a:r>
          </a:p>
        </p:txBody>
      </p:sp>
    </p:spTree>
    <p:extLst>
      <p:ext uri="{BB962C8B-B14F-4D97-AF65-F5344CB8AC3E}">
        <ns4:creationId val="1898067491"/>
      </p:ext>
    </p:extLst>
  </p:cSld>
</p:sld>
</file>

<file path=ppt/slides/slide6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6ee95c5c3e64db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18621D5-EED1-42E3-B8F8-0F098E64D22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83963E2-F552-424F-9DA1-30AC3B1732A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조건만 바꾸는 비교</a:t>
            </a:r>
          </a:p>
        </p:txBody>
      </p:sp>
      <p:sp>
        <p:nvSpPr>
          <p:cNvPr id="4" name="">
            <a:extLst>
              <a:ext uri="{FF2B5EF4-FFF2-40B4-BE49-F238E27FC236}">
                <ns3:creationId id="{ACAE0BBB-2D4F-4B73-B468-3D7F018A91F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1AEBF31-2277-4837-B996-41EEB0EFAD0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사진과 면적 기준을 유지합니다.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08F6302-8C9E-4420-A0B4-2B9E8253BA7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밝기 기준의 영향만 비교합니다.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09B80B3-5307-4B7F-A288-E9BBBF0B460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threshold와 min_area를 동시에 바꾸면 원인을 나누기 어렵습니다.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29EBD6BA-05B6-4D39-9B41-BDEE9AD3ADF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값을 바꾼 실행 결과를 보관한 뒤 다음 값을 바꿉니다.</a:t>
            </a:r>
          </a:p>
        </p:txBody>
      </p:sp>
      <p:sp>
        <p:nvSpPr>
          <p:cNvPr id="9" name="">
            <a:extLst>
              <a:ext uri="{FF2B5EF4-FFF2-40B4-BE49-F238E27FC236}">
                <ns3:creationId id="{0CFC4EB9-A8C8-44D1-985D-AEB3983BF85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3311C1E8-1DF3-4A4A-B87E-41EC08B3CC2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069</a:t>
            </a:r>
          </a:p>
        </p:txBody>
      </p:sp>
    </p:spTree>
    <p:extLst>
      <p:ext uri="{BB962C8B-B14F-4D97-AF65-F5344CB8AC3E}">
        <ns4:creationId val="1536432838"/>
      </p:ext>
    </p:extLst>
  </p:cSld>
</p:sld>
</file>

<file path=ppt/slides/slide7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531b11fdae24e7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EA3E111-F17C-49AA-B096-D9227F6FE03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5706554-28D4-4E44-B3FE-C039132DE3B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임계값 60의 결과</a:t>
            </a:r>
          </a:p>
        </p:txBody>
      </p:sp>
      <p:sp>
        <p:nvSpPr>
          <p:cNvPr id="4" name="">
            <a:extLst>
              <a:ext uri="{FF2B5EF4-FFF2-40B4-BE49-F238E27FC236}">
                <ns3:creationId id="{E9633C8F-B62A-4F4A-9E85-5FC3578B204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AAA7E52-A0C3-4604-B880-1682CDB4BAC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parts.png · threshold 60 · min_area 100</a:t>
            </a:r>
          </a:p>
        </p:txBody>
      </p:sp>
      <p:sp>
        <p:nvSpPr>
          <p:cNvPr id="6" name="">
            <a:extLst>
              <a:ext uri="{FF2B5EF4-FFF2-40B4-BE49-F238E27FC236}">
                <ns3:creationId id="{7D34153B-357E-470C-9853-9280E66A421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관찰 영역 수는 3개입니다.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0C42409E-9B4C-4F1A-BF7D-8A24D934BC7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밝기 기준을 낮추면 이전에 어두워 제외된 위치도 선택될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F4955D41-6E7F-434C-8EAD-A6662CC04F0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영역이 3개가 된 위치는 새 마스크와 박스 그림에서 찾습니다.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A85585AB-B412-42D8-BD38-313371A27F3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22863456-6D12-4399-90D1-BB880508E2F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070</a:t>
            </a:r>
          </a:p>
        </p:txBody>
      </p:sp>
    </p:spTree>
    <p:extLst>
      <p:ext uri="{BB962C8B-B14F-4D97-AF65-F5344CB8AC3E}">
        <ns4:creationId val="1423444476"/>
      </p:ext>
    </p:extLst>
  </p:cSld>
</p:sld>
</file>

<file path=ppt/slides/slide7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3e617007d0d486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40FF525-308E-450A-98B2-AE740EDE7A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BEBE20A-5E3F-4978-BD60-F2E6736618C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실험별 설정과 출력 보관</a:t>
            </a:r>
          </a:p>
        </p:txBody>
      </p:sp>
      <p:sp>
        <p:nvSpPr>
          <p:cNvPr id="4" name="">
            <a:extLst>
              <a:ext uri="{FF2B5EF4-FFF2-40B4-BE49-F238E27FC236}">
                <ns3:creationId id="{8EAD4C0A-9E7A-4021-BA32-C5CF637081D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1F7C82B-81B4-4522-A1BF-A8DB0589A45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settings · mask · detected · report</a:t>
            </a:r>
          </a:p>
        </p:txBody>
      </p:sp>
      <p:sp>
        <p:nvSpPr>
          <p:cNvPr id="6" name="">
            <a:extLst>
              <a:ext uri="{FF2B5EF4-FFF2-40B4-BE49-F238E27FC236}">
                <ns3:creationId id="{A1041BD9-49C4-4E3F-BF04-FC347ECBF61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실행 전에 별도 폴더에 복사합니다.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9549F97-5F9E-460F-861E-675322E8442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02_count.py를 다시 실행하면 같은 이름의 출력 파일이 바뀝니다.</a:t>
            </a:r>
          </a:p>
        </p:txBody>
      </p:sp>
      <p:sp>
        <p:nvSpPr>
          <p:cNvPr id="8" name="">
            <a:extLst>
              <a:ext uri="{FF2B5EF4-FFF2-40B4-BE49-F238E27FC236}">
                <ns3:creationId id="{91A50861-D05C-4D1F-9868-363DB407A473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실험 이름에 설정값을 적어 이전 결과와 새 결과를 구별합니다.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BC2D6350-E238-43CE-B8A2-19D14A63342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ECA18E64-CE98-4A29-B398-613CCD4B0F6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071</a:t>
            </a:r>
          </a:p>
        </p:txBody>
      </p:sp>
    </p:spTree>
    <p:extLst>
      <p:ext uri="{BB962C8B-B14F-4D97-AF65-F5344CB8AC3E}">
        <ns4:creationId val="558025819"/>
      </p:ext>
    </p:extLst>
  </p:cSld>
</p:sld>
</file>

<file path=ppt/slides/slide7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9dea3acd4634b8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8AAC00A-4571-4648-B3FC-540F30EE7BE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709B26F-0829-4C1A-94DD-8E1AADA07CA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장면별 실패 조건</a:t>
            </a:r>
          </a:p>
        </p:txBody>
      </p:sp>
      <p:sp>
        <p:nvSpPr>
          <p:cNvPr id="4" name="">
            <a:extLst>
              <a:ext uri="{FF2B5EF4-FFF2-40B4-BE49-F238E27FC236}">
                <ns3:creationId id="{2567F2EE-D65A-4EFF-ABDF-32EE1F63414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23E315F-5CC9-4C78-888A-B9363FD016F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빈 장면 · 어두운 장면 · 붙은 부품</a:t>
            </a:r>
          </a:p>
        </p:txBody>
      </p:sp>
      <p:sp>
        <p:nvSpPr>
          <p:cNvPr id="6" name="">
            <a:extLst>
              <a:ext uri="{FF2B5EF4-FFF2-40B4-BE49-F238E27FC236}">
                <ns3:creationId id="{2C458D43-4BD4-41B1-9D71-D3C0A197A6A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각 장면에서 놓치거나 합쳐 세는 영역을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9D6BA67-47D3-4397-823B-42590928EC6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빈 장면의 반사를 물체로 세면 잘못 추가한 영역입니다.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3223B20D-1AB4-48F9-9E1A-4B248A85D9A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어두운 물체를 놓치면 누락이며, 붙은 두 물체는 합쳐 셀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1B6BC388-19AE-4E78-BA2C-43CEB5FD91A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79633623-90CD-42E4-9B81-515F88C1CD2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072</a:t>
            </a:r>
          </a:p>
        </p:txBody>
      </p:sp>
    </p:spTree>
    <p:extLst>
      <p:ext uri="{BB962C8B-B14F-4D97-AF65-F5344CB8AC3E}">
        <ns4:creationId val="2082141970"/>
      </p:ext>
    </p:extLst>
  </p:cSld>
</p:sld>
</file>

<file path=ppt/slides/slide7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756ca30c5d54a5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34BE41D-DB01-43C1-93A3-3741014AE36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A7FE915-BA6C-43E2-A53B-E3240C59B70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입력의 기대값</a:t>
            </a:r>
          </a:p>
        </p:txBody>
      </p:sp>
      <p:sp>
        <p:nvSpPr>
          <p:cNvPr id="4" name="">
            <a:extLst>
              <a:ext uri="{FF2B5EF4-FFF2-40B4-BE49-F238E27FC236}">
                <ns3:creationId id="{DBD88E05-DAAD-43F9-94D8-659C7EA50E0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F9A8AEE-3A1A-42C8-9E25-8F046E86EF8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holdout.png는 새 배치의 입력입니다.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C9808604-59D6-4CA3-9993-39210952106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설정을 유지한 뒤 기대값과 비교합니다.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D204CE5-6FE8-44C3-A220-3A657701262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원래 사진에만 맞춘 규칙인지 새 배치로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0C012BC2-8CE3-4D24-911B-3AB0437530C5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holdout의 제공 결과 3과 박스 위치를 함께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A8A19625-93A7-48BC-B68F-1D041AA610B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6515083A-6C8C-45F1-AEFB-1A8F6EFD186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073</a:t>
            </a:r>
          </a:p>
        </p:txBody>
      </p:sp>
    </p:spTree>
    <p:extLst>
      <p:ext uri="{BB962C8B-B14F-4D97-AF65-F5344CB8AC3E}">
        <ns4:creationId val="27665593"/>
      </p:ext>
    </p:extLst>
  </p:cSld>
</p:sld>
</file>

<file path=ppt/slides/slide7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31dc067973d5431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F6FC72F-9A87-4DEC-BB87-F363B22ACB3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374660C4-CA2B-4DAB-9087-62DC3E546A6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입력·설정·관찰 비교표</a:t>
            </a:r>
          </a:p>
        </p:txBody>
      </p:sp>
      <p:sp>
        <p:nvSpPr>
          <p:cNvPr id="4" name="">
            <a:extLst>
              <a:ext uri="{FF2B5EF4-FFF2-40B4-BE49-F238E27FC236}">
                <ns3:creationId id="{C0EC568F-3358-4AF6-B495-011DC924D9D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3256495"/>
                <a:gridCol w="2777894"/>
                <a:gridCol w="2777894"/>
                <a:gridCol w="2008116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밝기 기준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최소 면적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영역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parts.png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parts.png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empty.png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holdout.png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5458DE89-7C06-498B-BB1D-CB4202C6A97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7" name="">
            <a:extLst>
              <a:ext uri="{FF2B5EF4-FFF2-40B4-BE49-F238E27FC236}">
                <ns3:creationId id="{F563B94D-23DD-44B0-98EE-DE00A3D82EF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074</a:t>
            </a:r>
          </a:p>
        </p:txBody>
      </p:sp>
    </p:spTree>
    <p:extLst>
      <p:ext uri="{BB962C8B-B14F-4D97-AF65-F5344CB8AC3E}">
        <ns4:creationId val="163253735"/>
      </p:ext>
    </p:extLst>
  </p:cSld>
</p:sld>
</file>

<file path=ppt/slides/slide7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44cae8a4d285483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513A4C6-D2D8-4AB6-A4DE-AF26AD71A44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44C0D71C-21A3-4356-BF36-C5D853A410E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</a:t>
            </a:r>
          </a:p>
        </p:txBody>
      </p:sp>
      <p:sp>
        <p:nvSpPr>
          <p:cNvPr id="4" name="">
            <a:extLst>
              <a:ext uri="{FF2B5EF4-FFF2-40B4-BE49-F238E27FC236}">
                <ns3:creationId id="{11C1918F-6E01-47D4-8406-21E3F1D2DC2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1724B22-35BA-4C6C-8E81-593C2EF3996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2→3은 같은 사진에서 밝기 기준을 바꾼 결과입니다.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BFB9C7E2-E2A1-4338-9429-041A2EE0D7ED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어느 영역이 추가됐는지 그림으로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90314315-6631-47EE-8A6C-1C596FE1AD5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8" name="">
            <a:extLst>
              <a:ext uri="{FF2B5EF4-FFF2-40B4-BE49-F238E27FC236}">
                <ns3:creationId id="{D91A96DA-92B6-4C64-AC92-E01C6C7A476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075</a:t>
            </a:r>
          </a:p>
        </p:txBody>
      </p:sp>
    </p:spTree>
    <p:extLst>
      <p:ext uri="{BB962C8B-B14F-4D97-AF65-F5344CB8AC3E}">
        <ns4:creationId val="903965307"/>
      </p:ext>
    </p:extLst>
  </p:cSld>
</p:sld>
</file>

<file path=ppt/slides/slide7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0ac3652c765e45a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5370345-F2EC-48DB-8A81-43F4B6F997E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61947062-67AF-4CA0-BBF4-D246D5820B4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97F68D65-43D6-4213-B514-01463BE994A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세 실험을 서로 다른 폴더에 저장</a:t>
            </a:r>
          </a:p>
        </p:txBody>
      </p:sp>
      <p:sp>
        <p:nvSpPr>
          <p:cNvPr id="5" name="">
            <a:extLst>
              <a:ext uri="{FF2B5EF4-FFF2-40B4-BE49-F238E27FC236}">
                <ns3:creationId id="{FFED3186-41E9-42B3-A4E9-EB8B30E08E9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77B782E-4481-4691-B9D9-70452F91D952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0B3EA40A-84AC-4F07-8600-40086116BD1D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기본값 100/100으로 실행하고 count=2를 기록합니다.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FAE71697-1D59-4EB8-89F6-416FD870C465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EA0491E2-8189-439A-B5A9-BCD6676A10AA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threshold만 60으로 바꿔 실행하면 count=3입니다.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F0FE4859-0B0E-4316-8FFD-44C727A7055D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26326C34-82E9-449F-B68A-AE5836868F63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기본값으로 복구한 뒤 min_area만 2000으로 바꾸면 count=1입니다.</a:t>
            </a:r>
          </a:p>
        </p:txBody>
      </p:sp>
      <p:sp>
        <p:nvSpPr>
          <p:cNvPr id="12" name="">
            <a:extLst>
              <a:ext uri="{FF2B5EF4-FFF2-40B4-BE49-F238E27FC236}">
                <ns3:creationId id="{2DBFFB59-A890-4DC4-8B80-0344F85293A1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863ACDFD-144A-4891-AB70-D4184413040D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각 실행 직후 설정·mask·detected·report를 experiment-1~3에 복사합니다.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E039C930-A1BB-4861-8475-589F797E1BF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5" name="">
            <a:extLst>
              <a:ext uri="{FF2B5EF4-FFF2-40B4-BE49-F238E27FC236}">
                <ns3:creationId id="{C7AB9900-8173-4A6D-98FE-3C5DF3B5374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076</a:t>
            </a:r>
          </a:p>
        </p:txBody>
      </p:sp>
    </p:spTree>
    <p:extLst>
      <p:ext uri="{BB962C8B-B14F-4D97-AF65-F5344CB8AC3E}">
        <ns4:creationId val="1766490025"/>
      </p:ext>
    </p:extLst>
  </p:cSld>
</p:sld>
</file>

<file path=ppt/slides/slide7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f42dc05705040f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7C80873-FA7B-496D-87C1-0C2BDC32049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AE672958-14AD-4E65-9DDB-9450EF43FD9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설정 변경을 해석하는 방법</a:t>
            </a:r>
          </a:p>
        </p:txBody>
      </p:sp>
      <p:sp>
        <p:nvSpPr>
          <p:cNvPr id="4" name="">
            <a:extLst>
              <a:ext uri="{FF2B5EF4-FFF2-40B4-BE49-F238E27FC236}">
                <ns3:creationId id="{886E21B6-6AA5-424E-B9DE-6FB69E835B9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B91E7AA-98DB-4D3B-A05B-72EEDE145DC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60/100과 100/100의 차이는 밝기 기준 변화입니다.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4898F295-50B0-4815-8EC6-803EB13ACDCC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100/2000과 100/100의 차이는 최소 면적 변화입니다.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0898A143-198B-452D-ADE1-3D15FB77FC2C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두 값을 동시에 바꾸면 어떤 기준 때문에 변했는지 알기 어렵습니다.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E6BE289E-BD65-4B07-A233-A0A2B42B67A9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실행이 출력 파일을 덮어쓰므로 결과를 먼저 보관합니다.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92D0405A-7EA3-4509-9227-69D2106AEFB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0DE0155F-B853-42E1-BED6-EACD9819C04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077</a:t>
            </a:r>
          </a:p>
        </p:txBody>
      </p:sp>
    </p:spTree>
    <p:extLst>
      <p:ext uri="{BB962C8B-B14F-4D97-AF65-F5344CB8AC3E}">
        <ns4:creationId val="877187793"/>
      </p:ext>
    </p:extLst>
  </p:cSld>
</p:sld>
</file>

<file path=ppt/slides/slide7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a73a2738203a46a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6D3206D-9088-4021-8242-9821A0FF869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526F2647-5685-4729-B12F-B74136E8A06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353FBF97-0D58-4833-AB6E-B4CDDFE1D1E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연습 문제</a:t>
            </a:r>
          </a:p>
        </p:txBody>
      </p:sp>
      <p:sp>
        <p:nvSpPr>
          <p:cNvPr id="5" name="">
            <a:extLst>
              <a:ext uri="{FF2B5EF4-FFF2-40B4-BE49-F238E27FC236}">
                <ns3:creationId id="{BC3699BC-89D2-46FA-8A61-D0DAA021491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D30CB2D8-81A9-41BA-9927-6CCE866BFADA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6B1C3559-0C9A-47AB-853D-107032566203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(100,100)을 (80,50)으로 바꾼 팀</a:t>
            </a:r>
          </a:p>
        </p:txBody>
      </p:sp>
      <p:sp>
        <p:nvSpPr>
          <p:cNvPr id="8" name="">
            <a:extLst>
              <a:ext uri="{FF2B5EF4-FFF2-40B4-BE49-F238E27FC236}">
                <ns3:creationId id="{C5FBC1DE-45CD-4C8E-88F1-3B77489DE69D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12AAFF0D-2222-41BD-951F-EDF28C97E291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(100,100)을 (80,100)으로 바꾼 팀</a:t>
            </a:r>
          </a:p>
        </p:txBody>
      </p:sp>
      <p:sp>
        <p:nvSpPr>
          <p:cNvPr id="10" name="">
            <a:extLst>
              <a:ext uri="{FF2B5EF4-FFF2-40B4-BE49-F238E27FC236}">
                <ns3:creationId id="{747864C4-4ECF-4A52-971F-02AD18DC528F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A957D483-80B5-46A7-AC75-D7AF232C3CD5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밝기 영향만 비교하기 좋은 팀은?</a:t>
            </a:r>
          </a:p>
        </p:txBody>
      </p:sp>
      <p:sp>
        <p:nvSpPr>
          <p:cNvPr id="12" name="">
            <a:extLst>
              <a:ext uri="{FF2B5EF4-FFF2-40B4-BE49-F238E27FC236}">
                <ns3:creationId id="{07044B9E-7FC6-45D9-9942-06128877FCE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3" name="">
            <a:extLst>
              <a:ext uri="{FF2B5EF4-FFF2-40B4-BE49-F238E27FC236}">
                <ns3:creationId id="{98216A85-D617-4B9C-B238-C7B5A55731D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078</a:t>
            </a:r>
          </a:p>
        </p:txBody>
      </p:sp>
    </p:spTree>
    <p:extLst>
      <p:ext uri="{BB962C8B-B14F-4D97-AF65-F5344CB8AC3E}">
        <ns4:creationId val="1449601814"/>
      </p:ext>
    </p:extLst>
  </p:cSld>
</p:sld>
</file>

<file path=ppt/slides/slide7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b56b8d5d12d4468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4957729-0012-4B8B-8523-7DD5944F755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C2ED6934-D421-45C3-9463-4FAE9D6C53E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정답과 풀이</a:t>
            </a:r>
          </a:p>
        </p:txBody>
      </p:sp>
      <p:sp>
        <p:nvSpPr>
          <p:cNvPr id="4" name="">
            <a:extLst>
              <a:ext uri="{FF2B5EF4-FFF2-40B4-BE49-F238E27FC236}">
                <ns3:creationId id="{2B9969C1-371F-44A2-B700-F1C86BBD3B6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BF7945B-C284-4C14-A389-CC24D11E52C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두 번째 팀입니다.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F4D0CBFD-37DC-4D1D-9298-B807AE84C091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면적 기준을 유지했기 때문입니다.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1FBFF1CD-9085-44A3-A9DF-48A4C27D855B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번째 팀은 두 조건이 함께 바뀌었습니다.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39CB8C16-C885-4E77-814D-D73AD6298D8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9" name="">
            <a:extLst>
              <a:ext uri="{FF2B5EF4-FFF2-40B4-BE49-F238E27FC236}">
                <ns3:creationId id="{D23806C4-D4D3-4C8C-9DCD-14C860BA628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079</a:t>
            </a:r>
          </a:p>
        </p:txBody>
      </p:sp>
    </p:spTree>
    <p:extLst>
      <p:ext uri="{BB962C8B-B14F-4D97-AF65-F5344CB8AC3E}">
        <ns4:creationId val="1216953684"/>
      </p:ext>
    </p:extLst>
  </p:cSld>
</p:sld>
</file>

<file path=ppt/slides/slide8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e83951c174dd4cc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1F1A61B-3C2B-4737-A697-3F9808F9DAC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64E34129-6ED2-4D6E-A991-2F377C4F0BA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B839D4D3-B8D7-430F-AACE-29AFEC82CED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값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BEE1536A-C008-4BA0-911A-C0038CF8262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0A44FAD6-5B60-46E4-ACBC-A818BF33E1B3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1C595249-93F6-4F2A-B5A3-3F1142FF5969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threshold를 시험했다면</a:t>
            </a:r>
          </a:p>
        </p:txBody>
      </p:sp>
      <p:sp>
        <p:nvSpPr>
          <p:cNvPr id="8" name="">
            <a:extLst>
              <a:ext uri="{FF2B5EF4-FFF2-40B4-BE49-F238E27FC236}">
                <ns3:creationId id="{569442A6-3CC0-460B-A22E-8DCF57B1396A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E0ACA347-2338-4FFE-BA91-3E770EDCBA78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기존 입력과 새 입력을 함께 재시험합니다.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330D20B6-7AE7-4D3A-8C4C-2DF31D9E11A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A99D10F9-5F0E-43E4-AE33-DCA8458609E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080</a:t>
            </a:r>
          </a:p>
        </p:txBody>
      </p:sp>
    </p:spTree>
    <p:extLst>
      <p:ext uri="{BB962C8B-B14F-4D97-AF65-F5344CB8AC3E}">
        <ns4:creationId val="87296127"/>
      </p:ext>
    </p:extLst>
  </p:cSld>
</p:sld>
</file>

<file path=ppt/slides/slide8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0c758d05bf2419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88BAD0C-D962-45C1-B90F-634D5DC0AFE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713C3A4-91ED-4C98-A7F4-D4160D9DD49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원인과 복구</a:t>
            </a:r>
          </a:p>
        </p:txBody>
      </p:sp>
      <p:sp>
        <p:nvSpPr>
          <p:cNvPr id="4" name="">
            <a:extLst>
              <a:ext uri="{FF2B5EF4-FFF2-40B4-BE49-F238E27FC236}">
                <ns3:creationId id="{7C053708-0FD9-4993-BD0C-31F933CA7BC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9B84DBD-8527-451A-8A2D-5A14AA1D00F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설정이 다른 실험은 출력을 따로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4DD995F5-A511-40A2-BDA2-B959413DB78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출력 하나로 세 실험을 설명하지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929F8065-18EA-43C7-8AB4-E140E52CDB3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난 단계의 입력과 파일 이름부터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92FEE0F0-8D35-4E6E-83BE-9BF64A96A683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바꾼 값을 원래 값으로 돌리고 같은 입력으로 다시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6312A350-ECC2-47D1-8C82-FA09379B7EC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FD029CD3-566F-44BF-9AA8-B2C7FB7D8C9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081</a:t>
            </a:r>
          </a:p>
        </p:txBody>
      </p:sp>
    </p:spTree>
    <p:extLst>
      <p:ext uri="{BB962C8B-B14F-4D97-AF65-F5344CB8AC3E}">
        <ns4:creationId val="1358184975"/>
      </p:ext>
    </p:extLst>
  </p:cSld>
</p:sld>
</file>

<file path=ppt/slides/slide8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8bc0d5ed1b324a1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8F3D3B5-582B-4DDB-BA1A-AE14F9AFA610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05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3CE708CA-9159-4BC3-97C5-D238138D32A6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프레임 반복과 장치 종료</a:t>
            </a:r>
          </a:p>
        </p:txBody>
      </p:sp>
      <p:sp>
        <p:nvSpPr>
          <p:cNvPr id="4" name="">
            <a:extLst>
              <a:ext uri="{FF2B5EF4-FFF2-40B4-BE49-F238E27FC236}">
                <ns3:creationId id="{A38D60A8-8597-4517-BC78-9C7801AC792C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15:00~15:50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9F7D1937-4DA9-496A-B8AD-68565C21A8ED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A13~A15: 개념을 읽고 입력·결과를 직접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A41F13C9-BE1C-4100-A6A3-E5F8AB62469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7" name="">
            <a:extLst>
              <a:ext uri="{FF2B5EF4-FFF2-40B4-BE49-F238E27FC236}">
                <ns3:creationId id="{56B95008-7D8B-48A8-9552-49FE48335F7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082</a:t>
            </a:r>
          </a:p>
        </p:txBody>
      </p:sp>
    </p:spTree>
    <p:extLst>
      <p:ext uri="{BB962C8B-B14F-4D97-AF65-F5344CB8AC3E}">
        <ns4:creationId val="833707208"/>
      </p:ext>
    </p:extLst>
  </p:cSld>
</p:sld>
</file>

<file path=ppt/slides/slide8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a61eff84547470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E36910E-9235-4212-8CB1-7BE573277BF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71F4065-376D-43B1-B6E3-C493CCD6FC4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프레임과 물품 수</a:t>
            </a:r>
          </a:p>
        </p:txBody>
      </p:sp>
      <p:sp>
        <p:nvSpPr>
          <p:cNvPr id="4" name="">
            <a:extLst>
              <a:ext uri="{FF2B5EF4-FFF2-40B4-BE49-F238E27FC236}">
                <ns3:creationId id="{41FAFB86-A36E-498B-81E3-FAB4DD55117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CD6C479-8B44-4B03-B429-D20C2017ABB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물체가 여러 프레임에 반복됩니다.</a:t>
            </a:r>
          </a:p>
        </p:txBody>
      </p:sp>
      <p:sp>
        <p:nvSpPr>
          <p:cNvPr id="6" name="">
            <a:extLst>
              <a:ext uri="{FF2B5EF4-FFF2-40B4-BE49-F238E27FC236}">
                <ns3:creationId id="{275C451F-731B-4617-AA68-FABC2DE90B4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프레임 수를 물품 수로 세지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2F3E7981-6642-4027-AAB1-9CB9E706103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프레임은 한 시점의 사진입니다. 같은 물품이 다음 사진에도 나옵니다.</a:t>
            </a:r>
          </a:p>
        </p:txBody>
      </p:sp>
      <p:sp>
        <p:nvSpPr>
          <p:cNvPr id="8" name="">
            <a:extLst>
              <a:ext uri="{FF2B5EF4-FFF2-40B4-BE49-F238E27FC236}">
                <ns3:creationId id="{EDC992A2-CAD8-4AB6-B704-4923D293F50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전체 물품 수를 세려면 이동과 중복을 다루는 별도 규칙이 필요합니다.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EE3F6CEC-0911-456A-B5B6-A34CBD93595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68075E4E-785F-4E15-A608-5FDF38C623F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083</a:t>
            </a:r>
          </a:p>
        </p:txBody>
      </p:sp>
    </p:spTree>
    <p:extLst>
      <p:ext uri="{BB962C8B-B14F-4D97-AF65-F5344CB8AC3E}">
        <ns4:creationId val="1030524087"/>
      </p:ext>
    </p:extLst>
  </p:cSld>
</p:sld>
</file>

<file path=ppt/slides/slide8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8b2049a142b48e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C8F6047-C92C-40B8-9090-F07C9173FB1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89C1195-78F6-43EB-AD36-7D2FAC0FEC0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파일의 재생 결과</a:t>
            </a:r>
          </a:p>
        </p:txBody>
      </p:sp>
      <p:sp>
        <p:nvSpPr>
          <p:cNvPr id="4" name="">
            <a:extLst>
              <a:ext uri="{FF2B5EF4-FFF2-40B4-BE49-F238E27FC236}">
                <ns3:creationId id="{DD5A2F67-D5C2-413F-B5DB-BC3AB0B4527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5606F99-FE50-4DAF-B307-EF7F43D99B3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parts.png 2 · empty.png 0 · holdout.png 3</a:t>
            </a:r>
          </a:p>
        </p:txBody>
      </p:sp>
      <p:sp>
        <p:nvSpPr>
          <p:cNvPr id="6" name="">
            <a:extLst>
              <a:ext uri="{FF2B5EF4-FFF2-40B4-BE49-F238E27FC236}">
                <ns3:creationId id="{A9028A75-7778-4120-B157-289BD61D193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설정으로 순서대로 처리합니다.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7B8DA7B-3791-4236-8F5F-03E9E1B8FC2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빈 사진에서 0이 나오는지도 정상 입력 시험에 포함합니다.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3D7155B7-2F0F-4DCA-A889-4C7240AF444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각 파일의 사진·마스크·박스를 연결해 잘못 센 위치를 찾습니다.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F95B36CE-90BB-4C87-B116-6E9E9E33798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97373C82-08B9-47DF-AB96-427114ADC2F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084</a:t>
            </a:r>
          </a:p>
        </p:txBody>
      </p:sp>
    </p:spTree>
    <p:extLst>
      <p:ext uri="{BB962C8B-B14F-4D97-AF65-F5344CB8AC3E}">
        <ns4:creationId val="558677338"/>
      </p:ext>
    </p:extLst>
  </p:cSld>
</p:sld>
</file>

<file path=ppt/slides/slide8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dd9c8d7f6986452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7712D75-337A-4B04-9EE3-9873A31ADF2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C1736FD-BD42-4E25-AF21-D871D807DA4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프레임별 개수 초기화</a:t>
            </a:r>
          </a:p>
        </p:txBody>
      </p:sp>
      <p:sp>
        <p:nvSpPr>
          <p:cNvPr id="4" name="">
            <a:extLst>
              <a:ext uri="{FF2B5EF4-FFF2-40B4-BE49-F238E27FC236}">
                <ns3:creationId id="{78C8E54F-8C84-45C3-8765-1CB50CF575C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51613BA-48E5-4F45-A55D-0198ED67BBD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count=0은 프레임 처리 반복 안에 둡니다.</a:t>
            </a:r>
          </a:p>
        </p:txBody>
      </p:sp>
      <p:sp>
        <p:nvSpPr>
          <p:cNvPr id="6" name="">
            <a:extLst>
              <a:ext uri="{FF2B5EF4-FFF2-40B4-BE49-F238E27FC236}">
                <ns3:creationId id="{37BF30A7-465A-466B-84FC-3808F8E6907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반복 밖이면 누적 수가 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C35DC57-D970-4D31-9C55-45DF30C011A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장면의 수는 2,0,3이고 단순 누적 수는 2,2,5입니다.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305392EC-3298-466E-941C-043903F52A38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누적 합도 같은 물품을 여러 번 셀 수 있으므로 총 생산량은 아닙니다.</a:t>
            </a:r>
          </a:p>
        </p:txBody>
      </p:sp>
      <p:sp>
        <p:nvSpPr>
          <p:cNvPr id="9" name="">
            <a:extLst>
              <a:ext uri="{FF2B5EF4-FFF2-40B4-BE49-F238E27FC236}">
                <ns3:creationId id="{97863614-3A98-4896-9FE9-9F14E66A5E9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E634F01A-06EE-4BED-890A-14255C78E9D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085</a:t>
            </a:r>
          </a:p>
        </p:txBody>
      </p:sp>
    </p:spTree>
    <p:extLst>
      <p:ext uri="{BB962C8B-B14F-4D97-AF65-F5344CB8AC3E}">
        <ns4:creationId val="297451291"/>
      </p:ext>
    </p:extLst>
  </p:cSld>
</p:sld>
</file>

<file path=ppt/slides/slide8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8598628d37141a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D09386B-3F5C-49EF-8743-D7DD355BEE1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1C0F485-2F1C-4FCE-8917-78C577267C4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장치 열기와 프레임 수신</a:t>
            </a:r>
          </a:p>
        </p:txBody>
      </p:sp>
      <p:sp>
        <p:nvSpPr>
          <p:cNvPr id="4" name="">
            <a:extLst>
              <a:ext uri="{FF2B5EF4-FFF2-40B4-BE49-F238E27FC236}">
                <ns3:creationId id="{C1BB9EF2-2F5E-4767-8D95-AF29D2E1836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A8C7773-E421-4198-BF91-3BDB5D36319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isOpened는 장치 열기를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C80EC454-9278-4CFA-9539-1E83273C972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read의 ok는 프레임 수신을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502E1551-3A7C-4030-9C04-C2168C6588A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장치를 열었어도 매번 사진을 받을 수 있다는 보장은 없습니다.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D53C81A6-A7BB-48C7-A0BD-95882E0CDC9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프레임을 받았는지 먼저 검사한 뒤 회색조 변환을 실행합니다.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DB6D5E2D-7008-4595-A986-342D65F9BA4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709D2E9F-6196-4DE8-A832-F8E87D442AC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086</a:t>
            </a:r>
          </a:p>
        </p:txBody>
      </p:sp>
    </p:spTree>
    <p:extLst>
      <p:ext uri="{BB962C8B-B14F-4D97-AF65-F5344CB8AC3E}">
        <ns4:creationId val="1701202346"/>
      </p:ext>
    </p:extLst>
  </p:cSld>
</p:sld>
</file>

<file path=ppt/slides/slide8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0c587f2992e8464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E9A7BC9-A428-4E4C-9800-B3F4C091F19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603F5B3-F0E0-40DA-B48A-67B96569097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프레임 실패 처리</a:t>
            </a:r>
          </a:p>
        </p:txBody>
      </p:sp>
      <p:sp>
        <p:nvSpPr>
          <p:cNvPr id="4" name="">
            <a:extLst>
              <a:ext uri="{FF2B5EF4-FFF2-40B4-BE49-F238E27FC236}">
                <ns3:creationId id="{A0A010A8-135A-41D9-8504-350234A182E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9F262DE-885A-4302-884B-81770FFB714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ok가 거짓이면 반복을 끝냅니다.</a:t>
            </a:r>
          </a:p>
        </p:txBody>
      </p:sp>
      <p:sp>
        <p:nvSpPr>
          <p:cNvPr id="6" name="">
            <a:extLst>
              <a:ext uri="{FF2B5EF4-FFF2-40B4-BE49-F238E27FC236}">
                <ns3:creationId id="{76AB2E8C-FC4F-4481-94C8-8F34CC6518F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이전 프레임을 새 관찰처럼 쓰지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E62F3FD9-D1AB-4CA4-BEDA-F87B565396D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없거나 손상된 프레임으로 cvtColor를 호출하면 오류가 날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10478885-E511-4A3D-A0F8-B88992777CA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장치 점유·권한·번호를 확인하고 파일 재생으로 학습을 계속합니다.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C1D2C5D9-C857-4C50-9F50-4340F1E027C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6E304C87-B079-47CA-89DE-AEB59EBA4C2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087</a:t>
            </a:r>
          </a:p>
        </p:txBody>
      </p:sp>
    </p:spTree>
    <p:extLst>
      <p:ext uri="{BB962C8B-B14F-4D97-AF65-F5344CB8AC3E}">
        <ns4:creationId val="1386170187"/>
      </p:ext>
    </p:extLst>
  </p:cSld>
</p:sld>
</file>

<file path=ppt/slides/slide8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e00f492f8b64e8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0075630-C1F4-4834-B7E6-6272E5006F9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706641B-05EC-4D5F-8B10-224649AFA3A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장치와 창의 종료 처리</a:t>
            </a:r>
          </a:p>
        </p:txBody>
      </p:sp>
      <p:sp>
        <p:nvSpPr>
          <p:cNvPr id="4" name="">
            <a:extLst>
              <a:ext uri="{FF2B5EF4-FFF2-40B4-BE49-F238E27FC236}">
                <ns3:creationId id="{53D3B207-9B3A-4CBF-916D-AB9DFF71139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0C2BDB0-64C6-4C35-A8AE-EFAAF3719C0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release는 장치 점유를 풉니다.</a:t>
            </a:r>
          </a:p>
        </p:txBody>
      </p:sp>
      <p:sp>
        <p:nvSpPr>
          <p:cNvPr id="6" name="">
            <a:extLst>
              <a:ext uri="{FF2B5EF4-FFF2-40B4-BE49-F238E27FC236}">
                <ns3:creationId id="{1D2005AC-D003-43DA-BEA0-076645F2F50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finally에서 정상·오류 종료를 정리합니다.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C665FDDD-2EEF-4764-ADF8-6FF1BE8CE53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프로그램이 장치를 계속 잡고 있으면 다음 실행이 막힐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BDB156E7-1DE0-4CE3-A89C-7D20C2FD9B2D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finally는 예외가 나도 정리 문장을 실행하도록 하는 구역입니다.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88844BCF-EC9A-4D0C-94A5-EF6D4D0F614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6B12A779-C64C-4BA5-9645-2A172F385E1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088</a:t>
            </a:r>
          </a:p>
        </p:txBody>
      </p:sp>
    </p:spTree>
    <p:extLst>
      <p:ext uri="{BB962C8B-B14F-4D97-AF65-F5344CB8AC3E}">
        <ns4:creationId val="978585114"/>
      </p:ext>
    </p:extLst>
  </p:cSld>
</p:sld>
</file>

<file path=ppt/slides/slide8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88d213c05eca4dd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10DEF5A-6B15-4A31-8952-D419E99BB95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934677A7-475F-4333-B4F0-95B84864294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장면별 수와 누적 합</a:t>
            </a:r>
          </a:p>
        </p:txBody>
      </p:sp>
      <p:sp>
        <p:nvSpPr>
          <p:cNvPr id="4" name="">
            <a:extLst>
              <a:ext uri="{FF2B5EF4-FFF2-40B4-BE49-F238E27FC236}">
                <ns3:creationId id="{CDC0E910-1154-4993-947D-42808D08F81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3FFAEEC-8D02-4E1E-95AF-1A30A83D6D3A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BA64094-D842-4652-9EE2-6D309B7F4BAE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0F2C1ECA-6D26-44FB-AF20-39A74ADD8DBD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counts = [2, 0, 3]</a:t>
            </a:r>
          </a:p>
        </p:txBody>
      </p:sp>
      <p:sp>
        <p:nvSpPr>
          <p:cNvPr id="8" name="">
            <a:extLst>
              <a:ext uri="{FF2B5EF4-FFF2-40B4-BE49-F238E27FC236}">
                <ns3:creationId id="{9A34A3C8-74F3-4F1A-A274-3FB972E91C97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51D6C93-D991-4B4D-BE89-8A84EB63F31A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total = 0</a:t>
            </a:r>
          </a:p>
        </p:txBody>
      </p:sp>
      <p:sp>
        <p:nvSpPr>
          <p:cNvPr id="10" name="">
            <a:extLst>
              <a:ext uri="{FF2B5EF4-FFF2-40B4-BE49-F238E27FC236}">
                <ns3:creationId id="{EB205202-D94E-4374-95AB-B7E065B90232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A7338C46-A2D0-4E03-9F02-6598E095BF21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for count in counts:</a:t>
            </a:r>
          </a:p>
        </p:txBody>
      </p:sp>
      <p:sp>
        <p:nvSpPr>
          <p:cNvPr id="12" name="">
            <a:extLst>
              <a:ext uri="{FF2B5EF4-FFF2-40B4-BE49-F238E27FC236}">
                <ns3:creationId id="{4333ACDC-0340-4A3A-97AA-5ED442FD2B73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4D42F665-CC71-4A81-926C-07FC24CB6B03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total = total + count</a:t>
            </a:r>
          </a:p>
        </p:txBody>
      </p:sp>
      <p:sp>
        <p:nvSpPr>
          <p:cNvPr id="14" name="">
            <a:extLst>
              <a:ext uri="{FF2B5EF4-FFF2-40B4-BE49-F238E27FC236}">
                <ns3:creationId id="{BED33C1B-8F10-48FE-BA7C-45D4A3BC0CB8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90A92929-DE80-45AA-9425-FA24FB52A49F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print(count, total)</a:t>
            </a:r>
          </a:p>
        </p:txBody>
      </p:sp>
      <p:sp>
        <p:nvSpPr>
          <p:cNvPr id="16" name="">
            <a:extLst>
              <a:ext uri="{FF2B5EF4-FFF2-40B4-BE49-F238E27FC236}">
                <ns3:creationId id="{17C9E072-A9C6-43D2-B0A6-628DDC6B4D2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7" name="">
            <a:extLst>
              <a:ext uri="{FF2B5EF4-FFF2-40B4-BE49-F238E27FC236}">
                <ns3:creationId id="{CE787D41-94A9-4F02-A202-C6E349CE368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089</a:t>
            </a:r>
          </a:p>
        </p:txBody>
      </p:sp>
    </p:spTree>
    <p:extLst>
      <p:ext uri="{BB962C8B-B14F-4D97-AF65-F5344CB8AC3E}">
        <ns4:creationId val="1189904987"/>
      </p:ext>
    </p:extLst>
  </p:cSld>
</p:sld>
</file>

<file path=ppt/slides/slide9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193a27022a8849c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36295AD-B2C3-46C1-B63D-7242242AA3D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47FC955-57D7-4613-8DF1-82EE3208869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코드의 줄별 역할</a:t>
            </a:r>
          </a:p>
        </p:txBody>
      </p:sp>
      <p:sp>
        <p:nvSpPr>
          <p:cNvPr id="4" name="">
            <a:extLst>
              <a:ext uri="{FF2B5EF4-FFF2-40B4-BE49-F238E27FC236}">
                <ns3:creationId id="{8A8EA3A8-B376-4FF6-ABB9-1796569A200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E1B8452-7436-42BD-A1B1-ED2B9B1C9AB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1행의 [2,0,3]은 순서대로 처리할 장면별 개수 목록입니다.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9CC1E36C-745F-4F2D-9A08-31695FD0DCF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2행은 누적 합 total의 시작 값을 0으로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2DEEBC7A-0D34-4133-A592-A98D0D18997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3행의 for와 :는 목록에서 count를 한 값씩 꺼내 반복합니다.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97D5836-15E7-4588-9D04-F30B76A897D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들여쓴 4행의 +는 이전 total에 현재 count를 더해 다시 저장합니다.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D88E9C6B-7467-4CD6-8F89-7C1B70731EBF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5행은 현재 장면 수와 누적 합을 함께 출력합니다.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4C96F827-F803-47B2-A776-8B8544B049D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9F438323-29A2-48DB-9A7A-83CEFD31A52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090</a:t>
            </a:r>
          </a:p>
        </p:txBody>
      </p:sp>
    </p:spTree>
    <p:extLst>
      <p:ext uri="{BB962C8B-B14F-4D97-AF65-F5344CB8AC3E}">
        <ns4:creationId val="944688265"/>
      </p:ext>
    </p:extLst>
  </p:cSld>
</p:sld>
</file>

<file path=ppt/slides/slide9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b7705f89cf31468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8D47889-07BB-4853-B5EE-269220C9D01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5975ECB-B94B-41CB-9627-A16AB7C3026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파일과 실행 명령</a:t>
            </a:r>
          </a:p>
        </p:txBody>
      </p:sp>
      <p:sp>
        <p:nvSpPr>
          <p:cNvPr id="4" name="">
            <a:extLst>
              <a:ext uri="{FF2B5EF4-FFF2-40B4-BE49-F238E27FC236}">
                <ns3:creationId id="{810EF1ED-D4F7-435B-B6B5-3439C657510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7BD5AC2-383D-4465-88FB-828CE936F83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폴더: 압축을 푼 course</a:t>
            </a:r>
          </a:p>
        </p:txBody>
      </p:sp>
      <p:sp>
        <p:nvSpPr>
          <p:cNvPr id="6" name="">
            <a:extLst>
              <a:ext uri="{FF2B5EF4-FFF2-40B4-BE49-F238E27FC236}">
                <ns3:creationId id="{30202E84-57CB-42E4-8432-228EDAB5037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화면의 짧은 코드 전체를 편집기에 입력하고 Ctrl+S로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4DE63C6-C324-43A1-982F-5F8E135498E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학생 파일: work/frame_trace.py</a:t>
            </a:r>
          </a:p>
        </p:txBody>
      </p:sp>
      <p:sp>
        <p:nvSpPr>
          <p:cNvPr id="8" name="">
            <a:extLst>
              <a:ext uri="{FF2B5EF4-FFF2-40B4-BE49-F238E27FC236}">
                <ns3:creationId id="{1BF6FF08-1BAB-457D-A2C3-64421A123895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-X utf8 work/frame_trace.py</a:t>
            </a:r>
          </a:p>
        </p:txBody>
      </p:sp>
      <p:sp>
        <p:nvSpPr>
          <p:cNvPr id="9" name="">
            <a:extLst>
              <a:ext uri="{FF2B5EF4-FFF2-40B4-BE49-F238E27FC236}">
                <ns3:creationId id="{1BCB2551-3261-4752-9C90-2DDF5FECD1B1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명령은 편집기에 쓰지 않고 course 터미널에 입력합니다.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E850F28C-2904-45FE-8581-25478869097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3D0DD0F8-B720-4C69-A864-698EE4A248C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091</a:t>
            </a:r>
          </a:p>
        </p:txBody>
      </p:sp>
    </p:spTree>
    <p:extLst>
      <p:ext uri="{BB962C8B-B14F-4D97-AF65-F5344CB8AC3E}">
        <ns4:creationId val="1403456345"/>
      </p:ext>
    </p:extLst>
  </p:cSld>
</p:sld>
</file>

<file path=ppt/slides/slide9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abb9acf836874c9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0758E73-72B2-4DEB-AFC7-506B718E8C5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0E07B990-5090-430C-8455-AD9B16C42AF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</a:t>
            </a:r>
          </a:p>
        </p:txBody>
      </p:sp>
      <p:sp>
        <p:nvSpPr>
          <p:cNvPr id="4" name="">
            <a:extLst>
              <a:ext uri="{FF2B5EF4-FFF2-40B4-BE49-F238E27FC236}">
                <ns3:creationId id="{C39998F0-CD05-4EF7-9D55-3D5298251F1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8D11C43-26C4-407F-9E4A-CEB4D7CF5B8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장면별: 2, 0, 3</a:t>
            </a:r>
          </a:p>
        </p:txBody>
      </p:sp>
      <p:sp>
        <p:nvSpPr>
          <p:cNvPr id="6" name="">
            <a:extLst>
              <a:ext uri="{FF2B5EF4-FFF2-40B4-BE49-F238E27FC236}">
                <ns3:creationId id="{A602FED8-50DD-40AE-877C-F7193361D742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누적: 2, 2, 5</a:t>
            </a:r>
          </a:p>
        </p:txBody>
      </p:sp>
      <p:sp>
        <p:nvSpPr>
          <p:cNvPr id="7" name="">
            <a:extLst>
              <a:ext uri="{FF2B5EF4-FFF2-40B4-BE49-F238E27FC236}">
                <ns3:creationId id="{4555100A-E854-4628-B2C1-C38A01A1669B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장면의 수와 누적 합은 다릅니다.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38D88947-8EAD-4E05-964F-C49483093B7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9" name="">
            <a:extLst>
              <a:ext uri="{FF2B5EF4-FFF2-40B4-BE49-F238E27FC236}">
                <ns3:creationId id="{B6E47F0C-C037-45F4-8A40-7F70D5A2011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092</a:t>
            </a:r>
          </a:p>
        </p:txBody>
      </p:sp>
    </p:spTree>
    <p:extLst>
      <p:ext uri="{BB962C8B-B14F-4D97-AF65-F5344CB8AC3E}">
        <ns4:creationId val="279221238"/>
      </p:ext>
    </p:extLst>
  </p:cSld>
</p:sld>
</file>

<file path=ppt/slides/slide9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e192244b59b444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1F68022-E65D-4733-9A4B-33CABA005B5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1293431-045F-446B-AB5C-B2EFCEA3993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세 장을 프레임처럼 재생</a:t>
            </a:r>
          </a:p>
        </p:txBody>
      </p:sp>
      <p:sp>
        <p:nvSpPr>
          <p:cNvPr id="4" name="">
            <a:extLst>
              <a:ext uri="{FF2B5EF4-FFF2-40B4-BE49-F238E27FC236}">
                <ns3:creationId id="{7B86BE1D-9A22-43BB-9624-596296D384F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6667922-E3FA-4D15-B7BF-E200989D15C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code/03_replay.py를 work/03_replay.py로 복사합니다.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D5872600-D31F-4BF4-A754-CF898DFD3CF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 터미널: python -X utf8 work/03_replay.py</a:t>
            </a:r>
          </a:p>
        </p:txBody>
      </p:sp>
      <p:sp>
        <p:nvSpPr>
          <p:cNvPr id="7" name="">
            <a:extLst>
              <a:ext uri="{FF2B5EF4-FFF2-40B4-BE49-F238E27FC236}">
                <ns3:creationId id="{699A546A-CD6E-4FC9-B794-0AA7A485FFA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parts.png 2, empty.png 0, holdout.png 3을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E9C4AE1F-D3D7-46C2-801A-B30E233FAC3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매번 count=0으로 시작해야 현재 장면의 수만 출력합니다.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F68761B4-5F0B-42C6-8A3F-4D24501508F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D6E33DF6-B620-4517-8282-F0777CC0353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093</a:t>
            </a:r>
          </a:p>
        </p:txBody>
      </p:sp>
    </p:spTree>
    <p:extLst>
      <p:ext uri="{BB962C8B-B14F-4D97-AF65-F5344CB8AC3E}">
        <ns4:creationId val="1319066138"/>
      </p:ext>
    </p:extLst>
  </p:cSld>
</p:sld>
</file>

<file path=ppt/slides/slide9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e94438147ee49e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0B18448-0DA9-49E3-96D1-6268E6606AA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3FEF29F-45DD-41A7-9E5F-5BB4C64C652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카메라가 없어도 배울 수 있는 흐름</a:t>
            </a:r>
          </a:p>
        </p:txBody>
      </p:sp>
      <p:sp>
        <p:nvSpPr>
          <p:cNvPr id="4" name="">
            <a:extLst>
              <a:ext uri="{FF2B5EF4-FFF2-40B4-BE49-F238E27FC236}">
                <ns3:creationId id="{4A528953-AA28-4F3D-A87D-F015C8E9356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3B28B4C-88DC-4383-978A-DF0367BFA48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재생으로 읽기→변환→검출→출력을 따라갑니다.</a:t>
            </a:r>
          </a:p>
        </p:txBody>
      </p:sp>
      <p:sp>
        <p:nvSpPr>
          <p:cNvPr id="6" name="">
            <a:extLst>
              <a:ext uri="{FF2B5EF4-FFF2-40B4-BE49-F238E27FC236}">
                <ns3:creationId id="{ED43C618-D3D9-4E69-B248-25081B0F1B3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카메라는 장치 번호·권한·다른 앱의 점유를 먼저 확인해야 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96799F31-A172-4180-8DB7-7E938A9117D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isOpened는 장치 열기, read의 ok는 사진 수신 성공을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AB67E709-6C6D-4F52-8647-DA2C50DF239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read가 실패하면 색 변환을 하지 않고 종료합니다.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540C6B45-887A-460A-999D-45824CEE2E3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595F4A1D-E52C-456C-82ED-14AD84CE120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094</a:t>
            </a:r>
          </a:p>
        </p:txBody>
      </p:sp>
    </p:spTree>
    <p:extLst>
      <p:ext uri="{BB962C8B-B14F-4D97-AF65-F5344CB8AC3E}">
        <ns4:creationId val="186636202"/>
      </p:ext>
    </p:extLst>
  </p:cSld>
</p:sld>
</file>

<file path=ppt/slides/slide9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330cd86654fb4b4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1FD2BEF-C79F-4E36-A6D1-A4293A5D448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E36F250-D5F2-46C8-BB27-550A559E181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카메라 종료 흐름 읽기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F6015E56-EF6B-4F0F-90B2-E03ABB6375F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6E16DB7-960C-4B1F-B6F3-8D3757B917A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장치 정리 원리를 보여주는 단순화 예입니다. 임의 실행하지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26379C78-9B1D-4E53-ACAF-8D95A600EA0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장치 조건을 확인한 경우에만 전체 참고 파일을 사용합니다.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638714CE-B10A-42D7-9FE2-790E95978B9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8" name="">
            <a:extLst>
              <a:ext uri="{FF2B5EF4-FFF2-40B4-BE49-F238E27FC236}">
                <ns3:creationId id="{B4B6D2B2-8CA9-46DE-A48C-51FF56FF8DA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095</a:t>
            </a:r>
          </a:p>
        </p:txBody>
      </p:sp>
    </p:spTree>
    <p:extLst>
      <p:ext uri="{BB962C8B-B14F-4D97-AF65-F5344CB8AC3E}">
        <ns4:creationId val="1192762116"/>
      </p:ext>
    </p:extLst>
  </p:cSld>
</p:sld>
</file>

<file path=ppt/slides/slide9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8" name=""/>
          <p:cNvPicPr>
            <a:picLocks noChangeAspect="1"/>
          </p:cNvPicPr>
          <p:nvPr/>
        </p:nvPicPr>
        <p:blipFill>
          <a:blip r:embed="R8d717b755ab4494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240F99C-ED31-42BF-8812-559A79796A2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1416593F-049C-4149-B936-14F74C0D4B1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카메라 종료 흐름 읽기</a:t>
            </a:r>
          </a:p>
        </p:txBody>
      </p:sp>
      <p:sp>
        <p:nvSpPr>
          <p:cNvPr id="4" name="">
            <a:extLst>
              <a:ext uri="{FF2B5EF4-FFF2-40B4-BE49-F238E27FC236}">
                <ns3:creationId id="{C4A59F9F-E88E-464D-99AD-066DDF1642C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8085881-C534-42ED-9FCE-F08EE787837D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3813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FFAA949-8C2C-420A-81C7-343452DCEF77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056A5287-BF83-4F8F-A931-78D891525CD4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capture = cv2.VideoCapture(0)</a:t>
            </a:r>
          </a:p>
        </p:txBody>
      </p:sp>
      <p:sp>
        <p:nvSpPr>
          <p:cNvPr id="8" name="">
            <a:extLst>
              <a:ext uri="{FF2B5EF4-FFF2-40B4-BE49-F238E27FC236}">
                <ns3:creationId id="{2EA09AC5-2C0C-433D-9FD7-217083D73011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620F4CF0-1224-4C83-8376-8BC2E6C2690D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try:</a:t>
            </a:r>
          </a:p>
        </p:txBody>
      </p:sp>
      <p:sp>
        <p:nvSpPr>
          <p:cNvPr id="10" name="">
            <a:extLst>
              <a:ext uri="{FF2B5EF4-FFF2-40B4-BE49-F238E27FC236}">
                <ns3:creationId id="{8E375AAF-16E2-4EDF-974A-2CE598DFB035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883FF152-3152-452C-90C5-FB55EDA141B4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not capture.isOpened():</a:t>
            </a:r>
          </a:p>
        </p:txBody>
      </p:sp>
      <p:sp>
        <p:nvSpPr>
          <p:cNvPr id="12" name="">
            <a:extLst>
              <a:ext uri="{FF2B5EF4-FFF2-40B4-BE49-F238E27FC236}">
                <ns3:creationId id="{2D60764B-E59F-4A58-8AA0-72410B178ADC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2125E287-287A-4D68-958F-1EDF9245297F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raise RuntimeError("camera open failed")</a:t>
            </a:r>
          </a:p>
        </p:txBody>
      </p:sp>
      <p:sp>
        <p:nvSpPr>
          <p:cNvPr id="14" name="">
            <a:extLst>
              <a:ext uri="{FF2B5EF4-FFF2-40B4-BE49-F238E27FC236}">
                <ns3:creationId id="{19D321CC-629F-4ED6-88BE-2D54ECEFDD63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CB887BE2-C645-4FEF-86FC-0B7EE89ED755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ok, frame = capture.read()</a:t>
            </a:r>
          </a:p>
        </p:txBody>
      </p:sp>
      <p:sp>
        <p:nvSpPr>
          <p:cNvPr id="16" name="">
            <a:extLst>
              <a:ext uri="{FF2B5EF4-FFF2-40B4-BE49-F238E27FC236}">
                <ns3:creationId id="{C815DA6A-10D4-434C-84BF-8E0C777AE110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69EEE160-FA1E-4D3E-93D7-79AF4E9F203C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not ok:</a:t>
            </a:r>
          </a:p>
        </p:txBody>
      </p:sp>
      <p:sp>
        <p:nvSpPr>
          <p:cNvPr id="18" name="">
            <a:extLst>
              <a:ext uri="{FF2B5EF4-FFF2-40B4-BE49-F238E27FC236}">
                <ns3:creationId id="{95BCB74F-EB24-4E4F-B611-415CB17D25D3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570F6A2A-4FC1-4285-BCB8-77C47DEB15A1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raise RuntimeError("frame read failed")</a:t>
            </a:r>
          </a:p>
        </p:txBody>
      </p:sp>
      <p:sp>
        <p:nvSpPr>
          <p:cNvPr id="20" name="">
            <a:extLst>
              <a:ext uri="{FF2B5EF4-FFF2-40B4-BE49-F238E27FC236}">
                <ns3:creationId id="{5BB4E4CF-19B9-4912-9BD7-1ACC9E9A7035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C66FCACA-A675-4B04-AB53-71EF086A39CE}"/>
              </a:ext>
            </a:extLst>
          </p:cNvPr>
          <p:cNvSpPr>
            <a:spLocks noGrp="1"/>
          </p:cNvSpPr>
          <p:nvPr/>
        </p:nvSpPr>
        <p:spPr>
          <a:xfrm>
            <a:off x="1257300" y="421481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finally:</a:t>
            </a:r>
          </a:p>
        </p:txBody>
      </p:sp>
      <p:sp>
        <p:nvSpPr>
          <p:cNvPr id="22" name="">
            <a:extLst>
              <a:ext uri="{FF2B5EF4-FFF2-40B4-BE49-F238E27FC236}">
                <ns3:creationId id="{6C98D3CC-2118-4DB2-B47F-39CF4BC1D674}"/>
              </a:ext>
            </a:extLst>
          </p:cNvPr>
          <p:cNvSpPr>
            <a:spLocks noGrp="1"/>
          </p:cNvSpPr>
          <p:nvPr/>
        </p:nvSpPr>
        <p:spPr>
          <a:xfrm>
            <a:off x="838200" y="45529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09</a:t>
            </a:r>
          </a:p>
        </p:txBody>
      </p:sp>
      <p:sp>
        <p:nvSpPr>
          <p:cNvPr id="23" name="">
            <a:extLst>
              <a:ext uri="{FF2B5EF4-FFF2-40B4-BE49-F238E27FC236}">
                <ns3:creationId id="{23307371-36A4-4585-B6D6-47E114CFD726}"/>
              </a:ext>
            </a:extLst>
          </p:cNvPr>
          <p:cNvSpPr>
            <a:spLocks noGrp="1"/>
          </p:cNvSpPr>
          <p:nvPr/>
        </p:nvSpPr>
        <p:spPr>
          <a:xfrm>
            <a:off x="1257300" y="45243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capture.release()</a:t>
            </a:r>
          </a:p>
        </p:txBody>
      </p:sp>
      <p:sp>
        <p:nvSpPr>
          <p:cNvPr id="24" name="">
            <a:extLst>
              <a:ext uri="{FF2B5EF4-FFF2-40B4-BE49-F238E27FC236}">
                <ns3:creationId id="{C156CDC7-D80A-485E-B727-574ED33DD81B}"/>
              </a:ext>
            </a:extLst>
          </p:cNvPr>
          <p:cNvSpPr>
            <a:spLocks noGrp="1"/>
          </p:cNvSpPr>
          <p:nvPr/>
        </p:nvSpPr>
        <p:spPr>
          <a:xfrm>
            <a:off x="838200" y="48625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10</a:t>
            </a:r>
          </a:p>
        </p:txBody>
      </p:sp>
      <p:sp>
        <p:nvSpPr>
          <p:cNvPr id="25" name="">
            <a:extLst>
              <a:ext uri="{FF2B5EF4-FFF2-40B4-BE49-F238E27FC236}">
                <ns3:creationId id="{6B163A30-D935-489E-8AAF-2D57C8D69BEB}"/>
              </a:ext>
            </a:extLst>
          </p:cNvPr>
          <p:cNvSpPr>
            <a:spLocks noGrp="1"/>
          </p:cNvSpPr>
          <p:nvPr/>
        </p:nvSpPr>
        <p:spPr>
          <a:xfrm>
            <a:off x="1257300" y="48339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cv2.destroyAllWindows()</a:t>
            </a:r>
          </a:p>
        </p:txBody>
      </p:sp>
      <p:sp>
        <p:nvSpPr>
          <p:cNvPr id="26" name="">
            <a:extLst>
              <a:ext uri="{FF2B5EF4-FFF2-40B4-BE49-F238E27FC236}">
                <ns3:creationId id="{2163B4B4-1CD1-4ACA-B237-35CE6D1C3EF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27" name="">
            <a:extLst>
              <a:ext uri="{FF2B5EF4-FFF2-40B4-BE49-F238E27FC236}">
                <ns3:creationId id="{94F5ED60-2176-493E-84A7-BD925B15A69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096</a:t>
            </a:r>
          </a:p>
        </p:txBody>
      </p:sp>
    </p:spTree>
    <p:extLst>
      <p:ext uri="{BB962C8B-B14F-4D97-AF65-F5344CB8AC3E}">
        <ns4:creationId val="336339887"/>
      </p:ext>
    </p:extLst>
  </p:cSld>
</p:sld>
</file>

<file path=ppt/slides/slide9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a704d7fe1e84446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BA4953B-DAA8-46A4-97DB-22D2F36AED7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85B47119-72F6-4156-B988-D3217CF258C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9F0FA61F-8B37-4F66-994B-C680ADCB819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연습 문제</a:t>
            </a:r>
          </a:p>
        </p:txBody>
      </p:sp>
      <p:sp>
        <p:nvSpPr>
          <p:cNvPr id="5" name="">
            <a:extLst>
              <a:ext uri="{FF2B5EF4-FFF2-40B4-BE49-F238E27FC236}">
                <ns3:creationId id="{BF42B3CF-759C-47BD-BFAE-D44D2F4C3E6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3943B21D-B622-416F-9A7F-A65B44F9CFEF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DD2DD5DA-1D16-4327-8418-FB2C49CD1ABC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프레임의 수가 [2,1,0]입니다.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958A4247-0BE4-4780-AB6D-C4F5DF3A979B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A5A85191-4869-41DC-A469-324B8C78E7E3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장면별 수와 누적 수를 각각 쓰세요.</a:t>
            </a:r>
          </a:p>
        </p:txBody>
      </p:sp>
      <p:sp>
        <p:nvSpPr>
          <p:cNvPr id="10" name="">
            <a:extLst>
              <a:ext uri="{FF2B5EF4-FFF2-40B4-BE49-F238E27FC236}">
                <ns3:creationId id="{E6D4188E-2E67-49E3-9343-51449B07901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917E5DF5-DF58-466C-8274-888D46583B4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097</a:t>
            </a:r>
          </a:p>
        </p:txBody>
      </p:sp>
    </p:spTree>
    <p:extLst>
      <p:ext uri="{BB962C8B-B14F-4D97-AF65-F5344CB8AC3E}">
        <ns4:creationId val="224954044"/>
      </p:ext>
    </p:extLst>
  </p:cSld>
</p:sld>
</file>

<file path=ppt/slides/slide9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a0a528f50b4743d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D1E5798-7473-4C83-B9D8-FD8C9D6E956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F28BC72B-D367-4918-82A9-40E2BAA07BC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정답과 풀이</a:t>
            </a:r>
          </a:p>
        </p:txBody>
      </p:sp>
      <p:sp>
        <p:nvSpPr>
          <p:cNvPr id="4" name="">
            <a:extLst>
              <a:ext uri="{FF2B5EF4-FFF2-40B4-BE49-F238E27FC236}">
                <ns3:creationId id="{14433FC8-DBA0-487D-9467-69CF12CDCBB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AC5F80B-238B-49B5-82BF-BF8A56CD47C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장면별: 2,1,0</a:t>
            </a:r>
          </a:p>
        </p:txBody>
      </p:sp>
      <p:sp>
        <p:nvSpPr>
          <p:cNvPr id="6" name="">
            <a:extLst>
              <a:ext uri="{FF2B5EF4-FFF2-40B4-BE49-F238E27FC236}">
                <ns3:creationId id="{BBD548FC-37EA-40A6-BD42-6E07A136038E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누적: 2,3,3</a:t>
            </a:r>
          </a:p>
        </p:txBody>
      </p:sp>
      <p:sp>
        <p:nvSpPr>
          <p:cNvPr id="7" name="">
            <a:extLst>
              <a:ext uri="{FF2B5EF4-FFF2-40B4-BE49-F238E27FC236}">
                <ns3:creationId id="{F3685F17-7680-4B9A-B903-F45A248BE35B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누적 합을 현재 장면 수로 읽지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4B6E04C1-DCC6-4A38-8F9A-C096ED748A8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9" name="">
            <a:extLst>
              <a:ext uri="{FF2B5EF4-FFF2-40B4-BE49-F238E27FC236}">
                <ns3:creationId id="{274BBBD7-98C1-4782-A74E-32ECBE58A8A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098</a:t>
            </a:r>
          </a:p>
        </p:txBody>
      </p:sp>
    </p:spTree>
    <p:extLst>
      <p:ext uri="{BB962C8B-B14F-4D97-AF65-F5344CB8AC3E}">
        <ns4:creationId val="1435994265"/>
      </p:ext>
    </p:extLst>
  </p:cSld>
</p:sld>
</file>

<file path=ppt/slides/slide9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69463e04092a405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3FB25AB-EF00-4444-A094-77DC0458682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356E00CD-0AAB-4174-8EB3-367627565D4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4BDADBE5-8D7C-45B7-AD5B-2A78F936629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값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6BF862C0-4B0F-45A7-AB9C-E065000609C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B3AF449-F57F-47F2-9DD6-0823B58EDEF6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FCD25F3F-D1F5-44E8-B175-9C0F05422E31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counts를 [1,0,2]로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EE45BEA8-2E15-4FA0-B494-2ED0BC300744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22FE17DD-C1AD-4500-8DDF-612841D4E10B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누적은 1,1,3입니다.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D2349638-6940-4960-A0FD-277FE904C28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99989F0A-2636-4B4D-8B6C-BE07FF3F578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099</a:t>
            </a:r>
          </a:p>
        </p:txBody>
      </p:sp>
    </p:spTree>
    <p:extLst>
      <p:ext uri="{BB962C8B-B14F-4D97-AF65-F5344CB8AC3E}">
        <ns4:creationId val="1518908932"/>
      </p:ext>
    </p:extLst>
  </p:cSld>
</p:sld>
</file>

<file path=ppt/slides/slide10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7f5fe22b47f4a1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FC19AB7-D822-47CC-B032-4F0E11C14AF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1B389A0-867B-41BB-A5EF-CCC38137347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원인과 복구</a:t>
            </a:r>
          </a:p>
        </p:txBody>
      </p:sp>
      <p:sp>
        <p:nvSpPr>
          <p:cNvPr id="4" name="">
            <a:extLst>
              <a:ext uri="{FF2B5EF4-FFF2-40B4-BE49-F238E27FC236}">
                <ns3:creationId id="{FFAFDE5B-BE5A-475F-9BB0-6AE3E2AEFD8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51BB3C4-965E-4B61-8483-93BFE5FA7DA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웹캠 실패: 권한·점유·장치 번호를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AA9EFE2-1D36-4293-8C86-63625777A9B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장치가 없으면 파일 재생 경로로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465CE90-7A33-482C-B082-AC98CE310C6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난 단계의 입력과 파일 이름부터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5319C26-F88C-401C-B6C8-B07070DABECF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바꾼 값을 원래 값으로 돌리고 같은 입력으로 다시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0C6B96AF-3C58-4935-9892-1E939F89252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E3D98E0E-03E0-4630-8F80-19E60C8B561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100</a:t>
            </a:r>
          </a:p>
        </p:txBody>
      </p:sp>
    </p:spTree>
    <p:extLst>
      <p:ext uri="{BB962C8B-B14F-4D97-AF65-F5344CB8AC3E}">
        <ns4:creationId val="1546902437"/>
      </p:ext>
    </p:extLst>
  </p:cSld>
</p:sld>
</file>

<file path=ppt/slides/slide10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1e34c02100394fa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F670C89-F1F1-4A3F-8CCB-6F0E2C14A142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06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359FC5DA-B2D5-433A-842F-F234F9325DB2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검출 조건과 결과 정리</a:t>
            </a:r>
          </a:p>
        </p:txBody>
      </p:sp>
      <p:sp>
        <p:nvSpPr>
          <p:cNvPr id="4" name="">
            <a:extLst>
              <a:ext uri="{FF2B5EF4-FFF2-40B4-BE49-F238E27FC236}">
                <ns3:creationId id="{9DC0F3A2-4D78-488A-813A-96E4508B7A08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16:00~16:50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998322A1-7436-4AD6-8065-259D84D31D1C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A16~A18: 개념을 읽고 입력·결과를 직접 기록합니다.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D239584D-9BFC-484B-AFEA-F57A94511B0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7" name="">
            <a:extLst>
              <a:ext uri="{FF2B5EF4-FFF2-40B4-BE49-F238E27FC236}">
                <ns3:creationId id="{B1197D61-0261-41CB-A734-2182C710FD7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101</a:t>
            </a:r>
          </a:p>
        </p:txBody>
      </p:sp>
    </p:spTree>
    <p:extLst>
      <p:ext uri="{BB962C8B-B14F-4D97-AF65-F5344CB8AC3E}">
        <ns4:creationId val="1036056950"/>
      </p:ext>
    </p:extLst>
  </p:cSld>
</p:sld>
</file>

<file path=ppt/slides/slide10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0982e6bf8a44a5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2F5E460-4AAD-4BC8-88AE-1C1993F7745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07EDBF0-5A3B-4489-88E9-BD0BAC4478D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검출 요구의 입력과 결과</a:t>
            </a:r>
          </a:p>
        </p:txBody>
      </p:sp>
      <p:sp>
        <p:nvSpPr>
          <p:cNvPr id="4" name="">
            <a:extLst>
              <a:ext uri="{FF2B5EF4-FFF2-40B4-BE49-F238E27FC236}">
                <ns3:creationId id="{8630D002-1B16-4768-83A6-A0E4D252B3F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ADB7AC8-2899-4C19-86D4-478DDA4DF94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사진 조건과 찾을 영역을 먼저 정합니다.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23F049C-0D7B-41BD-9BEC-2EC2963AE49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 사진과 출력 파일을 함께 적습니다.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3CB4E0D0-66FD-4C30-B56D-34F32383450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예: 서로 떨어진 밝은 부품을 정해진 작업대 사진에서 셉니다.</a:t>
            </a:r>
          </a:p>
        </p:txBody>
      </p:sp>
      <p:sp>
        <p:nvSpPr>
          <p:cNvPr id="8" name="">
            <a:extLst>
              <a:ext uri="{FF2B5EF4-FFF2-40B4-BE49-F238E27FC236}">
                <ns3:creationId id="{29E382B7-A15E-4F82-A22D-049DE25A5BC3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사진 크기·조명·거리와 count·mask·detected 출력을 적습니다.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A7FD12BB-0A01-4C5E-AE78-CB790FE7202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CDBCAE11-E5D9-45F7-9023-2CE5076741C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102</a:t>
            </a:r>
          </a:p>
        </p:txBody>
      </p:sp>
    </p:spTree>
    <p:extLst>
      <p:ext uri="{BB962C8B-B14F-4D97-AF65-F5344CB8AC3E}">
        <ns4:creationId val="822432161"/>
      </p:ext>
    </p:extLst>
  </p:cSld>
</p:sld>
</file>

<file path=ppt/slides/slide10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69cc0475b534bd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6F6C7BC-93A0-4363-8B8E-8CE19E2A23D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64AFDF1-D632-402A-A7E9-4239F6CFA86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요구와 시험의 연결</a:t>
            </a:r>
          </a:p>
        </p:txBody>
      </p:sp>
      <p:sp>
        <p:nvSpPr>
          <p:cNvPr id="4" name="">
            <a:extLst>
              <a:ext uri="{FF2B5EF4-FFF2-40B4-BE49-F238E27FC236}">
                <ns3:creationId id="{32F9E572-0E8F-4600-892C-97D0DB26D1E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84DE710-0F37-4D49-B7E8-FC4BD526A69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R1: 합성 사진 H의 분리 영역을 셉니다.</a:t>
            </a:r>
          </a:p>
        </p:txBody>
      </p:sp>
      <p:sp>
        <p:nvSpPr>
          <p:cNvPr id="6" name="">
            <a:extLst>
              <a:ext uri="{FF2B5EF4-FFF2-40B4-BE49-F238E27FC236}">
                <ns3:creationId id="{257CAD94-0010-47C8-927D-827268A8840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T1: 입력 H와 설정, 기대 수 4를 적습니다.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357848AA-D64C-44B1-82A5-09B7700CC2D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H와 기대 4는 시험을 설계하는 예이며 제공 파일의 결과가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3B3FD2EF-EB71-432D-B6D0-B6FB00A74A18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시험에는 사용할 사진과 직접 확인한 정답 영역을 붙입니다.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B6FCE62A-CC7D-46D0-A7FB-446620A3BDA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87F8BE71-4A6A-4A9B-9A9F-2A76E16EC59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103</a:t>
            </a:r>
          </a:p>
        </p:txBody>
      </p:sp>
    </p:spTree>
    <p:extLst>
      <p:ext uri="{BB962C8B-B14F-4D97-AF65-F5344CB8AC3E}">
        <ns4:creationId val="1997094646"/>
      </p:ext>
    </p:extLst>
  </p:cSld>
</p:sld>
</file>

<file path=ppt/slides/slide10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bcceb04870c411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31AE977-B01B-4E75-A944-4902C0CB80D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01ACDFE-F1D7-4BE0-92B1-1C988E7E105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숫자와 박스 위치의 검수</a:t>
            </a:r>
          </a:p>
        </p:txBody>
      </p:sp>
      <p:sp>
        <p:nvSpPr>
          <p:cNvPr id="4" name="">
            <a:extLst>
              <a:ext uri="{FF2B5EF4-FFF2-40B4-BE49-F238E27FC236}">
                <ns3:creationId id="{A52DA51D-AE06-49FE-8C76-9470BFCA53F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9E29C24-2567-429A-83C8-11AEC60144E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누락과 반사가 서로 상쇄될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8CA34BC8-227D-4FBC-A0B5-606B087CFD4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숫자뿐 아니라 선택한 영역을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945D4FE-A12B-4556-9B63-C6D8D85EFE7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하나를 놓치고 반사를 하나 세면 개수만으로는 맞아 보입니다.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CD8B8F8E-48C3-4EE1-8116-4C749D6DB30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박스마다 실제 대상인지 확인하고 빠진 대상도 따로 표시합니다.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67C2D91C-0C6C-4A0F-9078-8B09EE17F8C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C7782962-4FC1-4328-88A7-6579A104680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104</a:t>
            </a:r>
          </a:p>
        </p:txBody>
      </p:sp>
    </p:spTree>
    <p:extLst>
      <p:ext uri="{BB962C8B-B14F-4D97-AF65-F5344CB8AC3E}">
        <ns4:creationId val="1498614590"/>
      </p:ext>
    </p:extLst>
  </p:cSld>
</p:sld>
</file>

<file path=ppt/slides/slide10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d30d7dc48f04430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044C6BB-05CB-47C8-BB33-630C5336600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69BF1B1-A327-4090-9AFE-EE2EC8E9870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통과·실패·미실행</a:t>
            </a:r>
          </a:p>
        </p:txBody>
      </p:sp>
      <p:sp>
        <p:nvSpPr>
          <p:cNvPr id="4" name="">
            <a:extLst>
              <a:ext uri="{FF2B5EF4-FFF2-40B4-BE49-F238E27FC236}">
                <ns3:creationId id="{8C814C2A-6FAB-4E3D-B2C5-77114EE815A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1AE278E-4E6C-45E8-BCC7-B8C306EB494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통과 · 실패 · 미실행</a:t>
            </a:r>
          </a:p>
        </p:txBody>
      </p:sp>
      <p:sp>
        <p:nvSpPr>
          <p:cNvPr id="6" name="">
            <a:extLst>
              <a:ext uri="{FF2B5EF4-FFF2-40B4-BE49-F238E27FC236}">
                <ns3:creationId id="{8321C0FC-4D52-4E07-9EC2-96EAAFA9241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장치가 없었던 시험은 미실행입니다.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DBC6866E-EC6F-4245-A65C-077E60B8CF1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실행한 결과가 기대와 같으면 통과, 다르면 실패로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BE6C14F6-E398-450A-BC1B-0610E450320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장치가 없어 실행하지 못한 항목을 실패나 통과로 바꾸지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1BB45DBF-59BC-471D-B012-E81E601D685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25AD8AE5-91F1-4DEB-BCE0-171FCA7E859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105</a:t>
            </a:r>
          </a:p>
        </p:txBody>
      </p:sp>
    </p:spTree>
    <p:extLst>
      <p:ext uri="{BB962C8B-B14F-4D97-AF65-F5344CB8AC3E}">
        <ns4:creationId val="912230447"/>
      </p:ext>
    </p:extLst>
  </p:cSld>
</p:sld>
</file>

<file path=ppt/slides/slide10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412546f5e9142d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102188E-A0A6-4103-B320-8A8B1427D48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AB91CD1-653E-4B61-82E4-E0B010B4B11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인수인계 증거 묶음</a:t>
            </a:r>
          </a:p>
        </p:txBody>
      </p:sp>
      <p:sp>
        <p:nvSpPr>
          <p:cNvPr id="4" name="">
            <a:extLst>
              <a:ext uri="{FF2B5EF4-FFF2-40B4-BE49-F238E27FC236}">
                <ns3:creationId id="{0418C163-9653-4494-ACCA-979624546CC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3F1AAFC-8684-48C6-9D86-5BE9F1861AF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원본 · 설정 · 명령 · 마스크 · 박스 · 보고서</a:t>
            </a:r>
          </a:p>
        </p:txBody>
      </p:sp>
      <p:sp>
        <p:nvSpPr>
          <p:cNvPr id="6" name="">
            <a:extLst>
              <a:ext uri="{FF2B5EF4-FFF2-40B4-BE49-F238E27FC236}">
                <ns3:creationId id="{EF9FC0A9-467B-46E5-A303-D435CD904A0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실행에서 나온 결과를 묶습니다.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91C7063E-3646-4578-A827-487E11CE82E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설정 파일이 빠지면 같은 그림을 다시 만들기 어렵습니다.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45B1724C-3136-4B9A-8DF6-EFC9ACC6A985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다른 사람이 같은 폴더와 명령으로 다시 실행할 수 있게 보관합니다.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DB1F7DBE-C72E-45A1-9A07-A098B429A7A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DD9259FF-5534-4A0C-B197-D25BE86989E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106</a:t>
            </a:r>
          </a:p>
        </p:txBody>
      </p:sp>
    </p:spTree>
    <p:extLst>
      <p:ext uri="{BB962C8B-B14F-4D97-AF65-F5344CB8AC3E}">
        <ns4:creationId val="1495026027"/>
      </p:ext>
    </p:extLst>
  </p:cSld>
</p:sld>
</file>

<file path=ppt/slides/slide10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769d0483821477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4C7235B-A20B-4E1A-AD98-C49A2212E41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E21BDB3-DC96-414E-8BD7-D32B927D28A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검출 규칙의 적용 조건</a:t>
            </a:r>
          </a:p>
        </p:txBody>
      </p:sp>
      <p:sp>
        <p:nvSpPr>
          <p:cNvPr id="4" name="">
            <a:extLst>
              <a:ext uri="{FF2B5EF4-FFF2-40B4-BE49-F238E27FC236}">
                <ns3:creationId id="{DD00C304-66E5-4BDB-8343-2641ED9E757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B8F0C79-9178-469F-A655-E3D81E60F0C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대상 밝기 · 간격 · 크기 · 조명</a:t>
            </a:r>
          </a:p>
        </p:txBody>
      </p:sp>
      <p:sp>
        <p:nvSpPr>
          <p:cNvPr id="6" name="">
            <a:extLst>
              <a:ext uri="{FF2B5EF4-FFF2-40B4-BE49-F238E27FC236}">
                <ns3:creationId id="{B8C34453-21F6-425D-BAA7-E9C784B14A6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결과를 전체 현장 정확도로 확대하지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FFDE92F9-DEBD-4557-8B89-BDB5E42674B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 규칙은 합성 사진의 밝기와 분리된 영역을 이용합니다.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33076DC3-71AD-4F9F-B909-856DBAA8287F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현장 사진에는 조명 변화·가림·반사 등을 따로 시험해야 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DBADC17B-56B7-4F8B-9BE4-22E3240BE32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AC9B263A-17FD-4A05-B244-2064D9B2651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107</a:t>
            </a:r>
          </a:p>
        </p:txBody>
      </p:sp>
    </p:spTree>
    <p:extLst>
      <p:ext uri="{BB962C8B-B14F-4D97-AF65-F5344CB8AC3E}">
        <ns4:creationId val="1795936775"/>
      </p:ext>
    </p:extLst>
  </p:cSld>
</p:sld>
</file>

<file path=ppt/slides/slide10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b8a1c7210bf242c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31F7A91-91BA-4F3D-9385-C4B88C97D75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23F765B7-645A-4BBB-9DCC-816004A57DE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인수인계에 필요한 기록</a:t>
            </a:r>
          </a:p>
        </p:txBody>
      </p:sp>
      <p:sp>
        <p:nvSpPr>
          <p:cNvPr id="4" name="">
            <a:extLst>
              <a:ext uri="{FF2B5EF4-FFF2-40B4-BE49-F238E27FC236}">
                <ns3:creationId id="{573FCFE8-E3CB-4CB2-A904-5551C6029D3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5200370"/>
                <a:gridCol w="5620030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기록 예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합성 H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설정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 / 100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기대 / 관찰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 / 3 → 실패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실물 시험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미실행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C7A98EF0-0108-43F7-97EC-BE9294F7391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7" name="">
            <a:extLst>
              <a:ext uri="{FF2B5EF4-FFF2-40B4-BE49-F238E27FC236}">
                <ns3:creationId id="{673178F3-F341-4AFA-984A-595A88EFC3D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108</a:t>
            </a:r>
          </a:p>
        </p:txBody>
      </p:sp>
    </p:spTree>
    <p:extLst>
      <p:ext uri="{BB962C8B-B14F-4D97-AF65-F5344CB8AC3E}">
        <ns4:creationId val="455588946"/>
      </p:ext>
    </p:extLst>
  </p:cSld>
</p:sld>
</file>

<file path=ppt/slides/slide10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a120ae567d224a6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D88B1C8-928E-49DC-A904-96D4DA5E631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C78C76E9-6048-4BCD-A40F-2984CA196E7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</a:t>
            </a:r>
          </a:p>
        </p:txBody>
      </p:sp>
      <p:sp>
        <p:nvSpPr>
          <p:cNvPr id="4" name="">
            <a:extLst>
              <a:ext uri="{FF2B5EF4-FFF2-40B4-BE49-F238E27FC236}">
                <ns3:creationId id="{B4D819E8-90FB-4BA4-91DD-5F6076DC3B5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8FFB9AC-8A0E-4D3C-8B2A-DE91F3A3F9F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파일에서 찾은 영역 수를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28F43906-8CF5-4EFA-A029-B30BDADD7400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카메라의 속도와 조명 변화는 따로 시험합니다.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C573381-571A-4B78-86A7-C05482CD9B3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8" name="">
            <a:extLst>
              <a:ext uri="{FF2B5EF4-FFF2-40B4-BE49-F238E27FC236}">
                <ns3:creationId id="{5721EAC5-29A5-4ED0-8BFB-0B760D7F14C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109</a:t>
            </a:r>
          </a:p>
        </p:txBody>
      </p:sp>
    </p:spTree>
    <p:extLst>
      <p:ext uri="{BB962C8B-B14F-4D97-AF65-F5344CB8AC3E}">
        <ns4:creationId val="808880511"/>
      </p:ext>
    </p:extLst>
  </p:cSld>
</p:sld>
</file>

<file path=ppt/slides/slide1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ac62bf461e124cd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AAC2C4B-8137-4169-BB56-10118FC7050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2C5E8218-80B9-4ECE-A61C-823F7BBB8D3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3B49219C-ACA7-48A2-8720-05BBA8859A7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최종 결과 설명문 작성</a:t>
            </a:r>
          </a:p>
        </p:txBody>
      </p:sp>
      <p:sp>
        <p:nvSpPr>
          <p:cNvPr id="5" name="">
            <a:extLst>
              <a:ext uri="{FF2B5EF4-FFF2-40B4-BE49-F238E27FC236}">
                <ns3:creationId id="{1B9C1C8E-7D13-48D7-835F-0F4553CA1FA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B7101A29-6DFD-4F84-9C28-0A1C2AC93CE5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4CF01EC6-F8D5-4CBA-B5D9-540E97E0A647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work/A18_worksheet.md에 사용 사진과 설정값을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BB5A750E-F036-4751-A429-D61197E27572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DEC38612-D57C-4362-8895-B699CA8FE57F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마스크와 박스 그림에서 count가 나온 이유를 설명합니다.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4F022548-0D6E-4DDC-9E6E-1EED3AD3DB00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BC3120A1-B751-4A1A-B5DC-F14ACCD0E0E0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밝은 반사·붙은 물체·어두운 물체 중 새 시험 하나를 제안합니다.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CE2ABE8D-71AD-4E61-85A4-56200124DA75}"/>
              </a:ext>
            </a:extLst>
          </p:cNvPr>
          <p:cNvSpPr>
            <a:spLocks noGrp="1"/>
          </p:cNvSpPr>
          <p:nvPr/>
        </p:nvSpPr>
        <p:spPr>
          <a:xfrm>
            <a:off x="685800" y="431482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011412FE-955C-49A6-B3B1-E743098A6258}"/>
              </a:ext>
            </a:extLst>
          </p:cNvPr>
          <p:cNvSpPr>
            <a:spLocks noGrp="1"/>
          </p:cNvSpPr>
          <p:nvPr/>
        </p:nvSpPr>
        <p:spPr>
          <a:xfrm>
            <a:off x="1209675" y="431482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파일에서 확인한 결과와 카메라에서 아직 시험할 내용을 나눠 씁니다.</a:t>
            </a:r>
          </a:p>
        </p:txBody>
      </p:sp>
      <p:sp>
        <p:nvSpPr>
          <p:cNvPr id="14" name="">
            <a:extLst>
              <a:ext uri="{FF2B5EF4-FFF2-40B4-BE49-F238E27FC236}">
                <ns3:creationId id="{FC120D9C-CEBE-4F20-8E12-D40183E6748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5" name="">
            <a:extLst>
              <a:ext uri="{FF2B5EF4-FFF2-40B4-BE49-F238E27FC236}">
                <ns3:creationId id="{5FD871D0-8612-45C4-984F-B23A47B6431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110</a:t>
            </a:r>
          </a:p>
        </p:txBody>
      </p:sp>
    </p:spTree>
    <p:extLst>
      <p:ext uri="{BB962C8B-B14F-4D97-AF65-F5344CB8AC3E}">
        <ns4:creationId val="931505464"/>
      </p:ext>
    </p:extLst>
  </p:cSld>
</p:sld>
</file>

<file path=ppt/slides/slide1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90272fb17624410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FE540B7-37EE-4F92-A239-21285B55579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3B8A90E7-0DC4-4DC4-9131-6B1E49A92F9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1F48149D-7E11-4C39-878F-8627D4DFB08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연습 문제</a:t>
            </a:r>
          </a:p>
        </p:txBody>
      </p:sp>
      <p:sp>
        <p:nvSpPr>
          <p:cNvPr id="5" name="">
            <a:extLst>
              <a:ext uri="{FF2B5EF4-FFF2-40B4-BE49-F238E27FC236}">
                <ns3:creationId id="{D358FF65-FDDC-4DBD-875A-BE7952BE88A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E3B7FB25-0FE4-4B2F-A3C6-0EDAE5D956EC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BA6A6837-790D-4382-8B9C-3AB4E807809C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모든 부품을 100% 검출해 달라는 요청</a:t>
            </a:r>
          </a:p>
        </p:txBody>
      </p:sp>
      <p:sp>
        <p:nvSpPr>
          <p:cNvPr id="8" name="">
            <a:extLst>
              <a:ext uri="{FF2B5EF4-FFF2-40B4-BE49-F238E27FC236}">
                <ns3:creationId id="{0D6C658E-3197-4FC6-8455-7126D0602C3D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EA17FE56-E18A-4827-9A47-AF4ABB616E56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현재 파일 범위의 작은 요구로 다시 쓰세요.</a:t>
            </a:r>
          </a:p>
        </p:txBody>
      </p:sp>
      <p:sp>
        <p:nvSpPr>
          <p:cNvPr id="10" name="">
            <a:extLst>
              <a:ext uri="{FF2B5EF4-FFF2-40B4-BE49-F238E27FC236}">
                <ns3:creationId id="{B8E3B2F5-5621-4ED7-986B-E4302FCFFB8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02F74CC4-5B69-401F-B952-C3CC620A130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111</a:t>
            </a:r>
          </a:p>
        </p:txBody>
      </p:sp>
    </p:spTree>
    <p:extLst>
      <p:ext uri="{BB962C8B-B14F-4D97-AF65-F5344CB8AC3E}">
        <ns4:creationId val="490396212"/>
      </p:ext>
    </p:extLst>
  </p:cSld>
</p:sld>
</file>

<file path=ppt/slides/slide1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7a698b5f87054eb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391B6DF-64B2-46BF-BDA8-2E7905B56AD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9C715BE3-632D-447F-A896-CB2CA8F3C0F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정답과 풀이</a:t>
            </a:r>
          </a:p>
        </p:txBody>
      </p:sp>
      <p:sp>
        <p:nvSpPr>
          <p:cNvPr id="4" name="">
            <a:extLst>
              <a:ext uri="{FF2B5EF4-FFF2-40B4-BE49-F238E27FC236}">
                <ns3:creationId id="{981E256A-DB29-4F4E-BC1C-545F46F43C1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FCA8012-4CCD-49CD-8904-1D54112DC6C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고정 합성 사진에서 분리된 밝은 영역을 셉니다.</a:t>
            </a:r>
          </a:p>
        </p:txBody>
      </p:sp>
      <p:sp>
        <p:nvSpPr>
          <p:cNvPr id="6" name="">
            <a:extLst>
              <a:ext uri="{FF2B5EF4-FFF2-40B4-BE49-F238E27FC236}">
                <ns3:creationId id="{D3047971-C69F-4B2F-A29F-238406C5AA2B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설정과 박스 그림을 함께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DDBA550A-7E31-480C-B095-CC0218FD9672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실물 속도와 조명 변화는 미확인입니다.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04599B73-B8F1-44CB-91EE-CC3BB7F68D4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9" name="">
            <a:extLst>
              <a:ext uri="{FF2B5EF4-FFF2-40B4-BE49-F238E27FC236}">
                <ns3:creationId id="{0BF72D95-2FA0-4286-8614-75A1E82EF54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112</a:t>
            </a:r>
          </a:p>
        </p:txBody>
      </p:sp>
    </p:spTree>
    <p:extLst>
      <p:ext uri="{BB962C8B-B14F-4D97-AF65-F5344CB8AC3E}">
        <ns4:creationId val="544019477"/>
      </p:ext>
    </p:extLst>
  </p:cSld>
</p:sld>
</file>

<file path=ppt/slides/slide11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83a071c0815147d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0C1F0CE-BE3A-410A-A970-BC0185A5AB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ECEDDB25-D2AC-4D86-904B-3CE9FEFBF95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20A00BA4-76FA-4E52-89AD-D3B8BF0B630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값 바꾸기</a:t>
            </a:r>
          </a:p>
        </p:txBody>
      </p:sp>
      <p:sp>
        <p:nvSpPr>
          <p:cNvPr id="5" name="">
            <a:extLst>
              <a:ext uri="{FF2B5EF4-FFF2-40B4-BE49-F238E27FC236}">
                <ns3:creationId id="{122D4BEE-2CBE-4DE3-B47D-386793365E9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FBE2FFCF-758B-4017-86F5-0F857AEEB0C0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68AE978-F83F-4C28-A8B4-4E3A7E43B41A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요구가 들어오면</a:t>
            </a:r>
          </a:p>
        </p:txBody>
      </p:sp>
      <p:sp>
        <p:nvSpPr>
          <p:cNvPr id="8" name="">
            <a:extLst>
              <a:ext uri="{FF2B5EF4-FFF2-40B4-BE49-F238E27FC236}">
                <ns3:creationId id="{9A3FD4B6-5A66-4C29-B761-343C06B75988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5E09EC5E-928B-434C-BE56-F2C5646F83A3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조건·기대값·설정·시험을 함께 갱신합니다.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0C4D45BE-35C8-4757-B31E-22EA6F2D361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1" name="">
            <a:extLst>
              <a:ext uri="{FF2B5EF4-FFF2-40B4-BE49-F238E27FC236}">
                <ns3:creationId id="{39F73E54-F6A7-4C6C-863A-A9DED4AC4CC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113</a:t>
            </a:r>
          </a:p>
        </p:txBody>
      </p:sp>
    </p:spTree>
    <p:extLst>
      <p:ext uri="{BB962C8B-B14F-4D97-AF65-F5344CB8AC3E}">
        <ns4:creationId val="1503910345"/>
      </p:ext>
    </p:extLst>
  </p:cSld>
</p:sld>
</file>

<file path=ppt/slides/slide11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97991a71cc144e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4825C75-3892-421A-B9A8-74F479BFE48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362A985-6D91-4032-B1F5-E04545C2649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원인과 복구</a:t>
            </a:r>
          </a:p>
        </p:txBody>
      </p:sp>
      <p:sp>
        <p:nvSpPr>
          <p:cNvPr id="4" name="">
            <a:extLst>
              <a:ext uri="{FF2B5EF4-FFF2-40B4-BE49-F238E27FC236}">
                <ns3:creationId id="{E60C96B2-BF58-4552-9D47-A782253E2CC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4655DE2-D385-4768-980C-3CB272B5042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실물 미실행을 통과로 쓰지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2E1CA9D8-B4CB-49FE-B24C-4502FAF42EA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검증한 파일과 조건을 정확히 적습니다.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04F34291-DC64-4770-918E-74A89492E59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난 단계의 입력과 파일 이름부터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167E9369-B165-4557-87DE-1FC498C9EDA3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바꾼 값을 원래 값으로 돌리고 같은 입력으로 다시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15FB46B4-377F-48DA-AACE-30C35E576F2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10" name="">
            <a:extLst>
              <a:ext uri="{FF2B5EF4-FFF2-40B4-BE49-F238E27FC236}">
                <ns3:creationId id="{E8C6DD83-8CB2-4067-A6F2-D377B251CCC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114</a:t>
            </a:r>
          </a:p>
        </p:txBody>
      </p:sp>
    </p:spTree>
    <p:extLst>
      <p:ext uri="{BB962C8B-B14F-4D97-AF65-F5344CB8AC3E}">
        <ns4:creationId val="1569404487"/>
      </p:ext>
    </p:extLst>
  </p:cSld>
</p:sld>
</file>

<file path=ppt/slides/slide11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c002a59b241b470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730FDCF-B6D7-4085-A692-221A256C34D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BE4A7CB-A7EA-419D-B520-FAEABD61F8D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제출할 기록과 파일</a:t>
            </a:r>
          </a:p>
        </p:txBody>
      </p:sp>
      <p:sp>
        <p:nvSpPr>
          <p:cNvPr id="4" name="">
            <a:extLst>
              <a:ext uri="{FF2B5EF4-FFF2-40B4-BE49-F238E27FC236}">
                <ns3:creationId id="{797FAC70-D8A8-4E6F-835A-6B008745238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C837A03-34F0-49A1-8FD4-531C14ADE34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work의 기록과 수정본을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DB4AE9AA-F3D9-49A2-AEAB-1C27D85640F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입력·설정·결과가 같은 실행인지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704117A-3ACD-46CF-BE71-0CE507032F6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어떻게 확인했는지, 아직 시험하지 못한 것은 무엇인지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528E54A6-D45A-4B4F-9822-292273FBB33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9" name="">
            <a:extLst>
              <a:ext uri="{FF2B5EF4-FFF2-40B4-BE49-F238E27FC236}">
                <ns3:creationId id="{C9589AFE-6C79-49ED-BCA7-45D27E358A3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115</a:t>
            </a:r>
          </a:p>
        </p:txBody>
      </p:sp>
    </p:spTree>
    <p:extLst>
      <p:ext uri="{BB962C8B-B14F-4D97-AF65-F5344CB8AC3E}">
        <ns4:creationId val="2027161081"/>
      </p:ext>
    </p:extLst>
  </p:cSld>
</p:sld>
</file>

<file path=ppt/slides/slide11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bf15ebbb8f0145a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C712353-BE37-4557-B09C-896F2F85464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5859831-ED6F-44CB-B499-E75A1E4D546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OpenCV 임계값</a:t>
            </a:r>
          </a:p>
        </p:txBody>
      </p:sp>
      <p:sp>
        <p:nvSpPr>
          <p:cNvPr id="4" name="">
            <a:extLst>
              <a:ext uri="{FF2B5EF4-FFF2-40B4-BE49-F238E27FC236}">
                <ns3:creationId id="{E134F91C-F407-4CD5-B34F-93FD4D59965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44F61B6-DDF0-431E-A5AD-4905BB0A896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자세한 함수 입력과 사용 조건은 공식 문서에서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59709C77-EA94-4C19-8B8F-39F5A5FEBB5D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OpenCV 임계값</a:t>
            </a:r>
          </a:p>
        </p:txBody>
      </p:sp>
      <p:sp>
        <p:nvSpPr>
          <p:cNvPr id="7" name="">
            <a:extLst>
              <a:ext uri="{FF2B5EF4-FFF2-40B4-BE49-F238E27FC236}">
                <ns3:creationId id="{841057C6-E2C8-4F50-98E0-B2E6C1B732C1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https://docs.opencv.org/4.12.0/d7/d4d/tutorial_py_thresholding.html</a:t>
            </a:r>
          </a:p>
        </p:txBody>
      </p:sp>
      <p:sp>
        <p:nvSpPr>
          <p:cNvPr id="8" name="">
            <a:extLst>
              <a:ext uri="{FF2B5EF4-FFF2-40B4-BE49-F238E27FC236}">
                <ns3:creationId id="{55A2E542-6B8A-4815-B24F-521372858BF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9" name="">
            <a:extLst>
              <a:ext uri="{FF2B5EF4-FFF2-40B4-BE49-F238E27FC236}">
                <ns3:creationId id="{308DA85C-EE24-4C1A-B133-D83E466A988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116</a:t>
            </a:r>
          </a:p>
        </p:txBody>
      </p:sp>
    </p:spTree>
    <p:extLst>
      <p:ext uri="{BB962C8B-B14F-4D97-AF65-F5344CB8AC3E}">
        <ns4:creationId val="1870401171"/>
      </p:ext>
    </p:extLst>
  </p:cSld>
</p:sld>
</file>

<file path=ppt/slides/slide11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cc9d3e27b1834c7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8CFE376-E62A-4B8A-BD07-72C090485BD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6B96AD6-33CF-4C2B-BFE1-285444B5F4E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OpenCV 윤곽선</a:t>
            </a:r>
          </a:p>
        </p:txBody>
      </p:sp>
      <p:sp>
        <p:nvSpPr>
          <p:cNvPr id="4" name="">
            <a:extLst>
              <a:ext uri="{FF2B5EF4-FFF2-40B4-BE49-F238E27FC236}">
                <ns3:creationId id="{8BE1D2D3-9B4C-4E5F-ABBF-883FB1F708C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981FA96-FF16-4015-AE59-0BF3F10E436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자세한 함수 입력과 사용 조건은 공식 문서에서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04EFBBE1-36E0-47AF-9F0E-F9699FB3E83F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OpenCV 윤곽선</a:t>
            </a:r>
          </a:p>
        </p:txBody>
      </p:sp>
      <p:sp>
        <p:nvSpPr>
          <p:cNvPr id="7" name="">
            <a:extLst>
              <a:ext uri="{FF2B5EF4-FFF2-40B4-BE49-F238E27FC236}">
                <ns3:creationId id="{E039F471-58A0-4F08-B0D6-61DCFC5F36FC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https://docs.opencv.org/4.12.0/d4/d73/tutorial_py_contours_begin.html</a:t>
            </a:r>
          </a:p>
        </p:txBody>
      </p:sp>
      <p:sp>
        <p:nvSpPr>
          <p:cNvPr id="8" name="">
            <a:extLst>
              <a:ext uri="{FF2B5EF4-FFF2-40B4-BE49-F238E27FC236}">
                <ns3:creationId id="{4663E0AA-FD41-4257-A018-10D21948114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10/22   OpenCV와 웹캠</a:t>
            </a:r>
          </a:p>
        </p:txBody>
      </p:sp>
      <p:sp>
        <p:nvSpPr>
          <p:cNvPr id="9" name="">
            <a:extLst>
              <a:ext uri="{FF2B5EF4-FFF2-40B4-BE49-F238E27FC236}">
                <ns3:creationId id="{898CF2C2-AB23-4A08-89C8-9CBAAE178DC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117</a:t>
            </a:r>
          </a:p>
        </p:txBody>
      </p:sp>
    </p:spTree>
    <p:extLst>
      <p:ext uri="{BB962C8B-B14F-4D97-AF65-F5344CB8AC3E}">
        <ns4:creationId val="3402828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>Presentation</dc:title>
  <ns2:created xsi:type="dcterms:W3CDTF">2026-10-05T08:17:36.0910000Z</ns2:created>
  <ns2:modified xsi:type="dcterms:W3CDTF">2026-10-05T08:17:36.0910000Z</ns2:modified>
</ns0:coreProperties>
</file>