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999950984f4fa0" /><Relationship Type="http://schemas.openxmlformats.org/officeDocument/2006/relationships/extended-properties" Target="/docProps/app.xml" Id="R4f6e724d980d4ab6" /><Relationship Type="http://schemas.openxmlformats.org/officeDocument/2006/relationships/officeDocument" Target="/ppt/presentation.xml" Id="Rc20e8b099c8a434a" /></Relationships>
</file>

<file path=ppt/presentation.xml><?xml version="1.0" encoding="utf-8"?>
<p:presentation xmlns:p="http://schemas.openxmlformats.org/presentationml/2006/main">
  <p:sldMasterIdLst>
    <p:sldMasterId xmlns:r="http://schemas.openxmlformats.org/officeDocument/2006/relationships" id="2147483648" r:id="R0da37be3dac24b93"/>
  </p:sldMasterIdLst>
  <p:notesMasterIdLst>
    <p:notesMasterId xmlns:r="http://schemas.openxmlformats.org/officeDocument/2006/relationships" r:id="R3e95b93e391e43f7"/>
  </p:notesMasterIdLst>
  <p:sldIdLst>
    <p:sldId xmlns:r="http://schemas.openxmlformats.org/officeDocument/2006/relationships" id="256" r:id="R94f7f137a8ac403c"/>
    <p:sldId xmlns:r="http://schemas.openxmlformats.org/officeDocument/2006/relationships" id="257" r:id="R708cb87eb7f84783"/>
    <p:sldId xmlns:r="http://schemas.openxmlformats.org/officeDocument/2006/relationships" id="258" r:id="Rd2b05a12f5d34c80"/>
    <p:sldId xmlns:r="http://schemas.openxmlformats.org/officeDocument/2006/relationships" id="259" r:id="R8e2f101f85294564"/>
    <p:sldId xmlns:r="http://schemas.openxmlformats.org/officeDocument/2006/relationships" id="260" r:id="R8004b20749b84f93"/>
    <p:sldId xmlns:r="http://schemas.openxmlformats.org/officeDocument/2006/relationships" id="261" r:id="R51d0f5774df54d85"/>
    <p:sldId xmlns:r="http://schemas.openxmlformats.org/officeDocument/2006/relationships" id="262" r:id="Rc9700e1957a5433e"/>
    <p:sldId xmlns:r="http://schemas.openxmlformats.org/officeDocument/2006/relationships" id="263" r:id="R3001cfe5069a4600"/>
    <p:sldId xmlns:r="http://schemas.openxmlformats.org/officeDocument/2006/relationships" id="264" r:id="R8a8485b5cf7c49fc"/>
    <p:sldId xmlns:r="http://schemas.openxmlformats.org/officeDocument/2006/relationships" id="265" r:id="Ra26b7122fa5d467c"/>
    <p:sldId xmlns:r="http://schemas.openxmlformats.org/officeDocument/2006/relationships" id="266" r:id="R70abb64b05a94518"/>
    <p:sldId xmlns:r="http://schemas.openxmlformats.org/officeDocument/2006/relationships" id="267" r:id="R17561e964a524c80"/>
    <p:sldId xmlns:r="http://schemas.openxmlformats.org/officeDocument/2006/relationships" id="268" r:id="Ra772bbe6ad2b4e57"/>
    <p:sldId xmlns:r="http://schemas.openxmlformats.org/officeDocument/2006/relationships" id="269" r:id="R75b9366fe7814a96"/>
    <p:sldId xmlns:r="http://schemas.openxmlformats.org/officeDocument/2006/relationships" id="270" r:id="R74302a7d7e534e93"/>
    <p:sldId xmlns:r="http://schemas.openxmlformats.org/officeDocument/2006/relationships" id="271" r:id="R8043ded0c3e34cd5"/>
    <p:sldId xmlns:r="http://schemas.openxmlformats.org/officeDocument/2006/relationships" id="272" r:id="R8f53b3b84b384cb7"/>
    <p:sldId xmlns:r="http://schemas.openxmlformats.org/officeDocument/2006/relationships" id="273" r:id="Reb69d90642984305"/>
    <p:sldId xmlns:r="http://schemas.openxmlformats.org/officeDocument/2006/relationships" id="274" r:id="R0069498437644894"/>
    <p:sldId xmlns:r="http://schemas.openxmlformats.org/officeDocument/2006/relationships" id="275" r:id="R914e11c5e5ad47f4"/>
    <p:sldId xmlns:r="http://schemas.openxmlformats.org/officeDocument/2006/relationships" id="276" r:id="R2bec8ba38822408b"/>
    <p:sldId xmlns:r="http://schemas.openxmlformats.org/officeDocument/2006/relationships" id="277" r:id="Rf3a744c34cc5481f"/>
    <p:sldId xmlns:r="http://schemas.openxmlformats.org/officeDocument/2006/relationships" id="278" r:id="R9e9f60de7ee64be6"/>
    <p:sldId xmlns:r="http://schemas.openxmlformats.org/officeDocument/2006/relationships" id="279" r:id="R79d670c3fc424bc7"/>
    <p:sldId xmlns:r="http://schemas.openxmlformats.org/officeDocument/2006/relationships" id="280" r:id="Rfd6aed04b5944583"/>
    <p:sldId xmlns:r="http://schemas.openxmlformats.org/officeDocument/2006/relationships" id="281" r:id="Rcc55d618e41649fd"/>
    <p:sldId xmlns:r="http://schemas.openxmlformats.org/officeDocument/2006/relationships" id="282" r:id="R4a8a785e624745cb"/>
    <p:sldId xmlns:r="http://schemas.openxmlformats.org/officeDocument/2006/relationships" id="283" r:id="R3c8c06e6f0c04708"/>
    <p:sldId xmlns:r="http://schemas.openxmlformats.org/officeDocument/2006/relationships" id="284" r:id="R707ae063e2eb47c3"/>
    <p:sldId xmlns:r="http://schemas.openxmlformats.org/officeDocument/2006/relationships" id="285" r:id="R98259e2ae7224be8"/>
    <p:sldId xmlns:r="http://schemas.openxmlformats.org/officeDocument/2006/relationships" id="286" r:id="R6cf366f3e1094cee"/>
    <p:sldId xmlns:r="http://schemas.openxmlformats.org/officeDocument/2006/relationships" id="287" r:id="R7e556b4c09d448a6"/>
    <p:sldId xmlns:r="http://schemas.openxmlformats.org/officeDocument/2006/relationships" id="288" r:id="R0cfea7430ee74ec6"/>
    <p:sldId xmlns:r="http://schemas.openxmlformats.org/officeDocument/2006/relationships" id="289" r:id="R3b1e0d4baf294c3d"/>
    <p:sldId xmlns:r="http://schemas.openxmlformats.org/officeDocument/2006/relationships" id="290" r:id="Rdc269ef8752945eb"/>
    <p:sldId xmlns:r="http://schemas.openxmlformats.org/officeDocument/2006/relationships" id="291" r:id="Rd7b32204c5cf45a8"/>
    <p:sldId xmlns:r="http://schemas.openxmlformats.org/officeDocument/2006/relationships" id="292" r:id="Ra787fce672ca4e26"/>
    <p:sldId xmlns:r="http://schemas.openxmlformats.org/officeDocument/2006/relationships" id="293" r:id="R12ae15f5aadc4b4f"/>
    <p:sldId xmlns:r="http://schemas.openxmlformats.org/officeDocument/2006/relationships" id="294" r:id="R0f644c235154420f"/>
    <p:sldId xmlns:r="http://schemas.openxmlformats.org/officeDocument/2006/relationships" id="295" r:id="R3bb04e4ee60747bd"/>
    <p:sldId xmlns:r="http://schemas.openxmlformats.org/officeDocument/2006/relationships" id="296" r:id="Rf81b6edb82f24965"/>
    <p:sldId xmlns:r="http://schemas.openxmlformats.org/officeDocument/2006/relationships" id="297" r:id="R8db3c8c78e18439e"/>
    <p:sldId xmlns:r="http://schemas.openxmlformats.org/officeDocument/2006/relationships" id="298" r:id="R77d3bd20f433437c"/>
    <p:sldId xmlns:r="http://schemas.openxmlformats.org/officeDocument/2006/relationships" id="299" r:id="R0e0b7baf369e4066"/>
    <p:sldId xmlns:r="http://schemas.openxmlformats.org/officeDocument/2006/relationships" id="300" r:id="Rfe8ba9028cf34459"/>
    <p:sldId xmlns:r="http://schemas.openxmlformats.org/officeDocument/2006/relationships" id="301" r:id="R35d355db982440ba"/>
    <p:sldId xmlns:r="http://schemas.openxmlformats.org/officeDocument/2006/relationships" id="302" r:id="R61d7c080d5414187"/>
    <p:sldId xmlns:r="http://schemas.openxmlformats.org/officeDocument/2006/relationships" id="303" r:id="R03b40398381d4128"/>
    <p:sldId xmlns:r="http://schemas.openxmlformats.org/officeDocument/2006/relationships" id="304" r:id="Rf6425f3a98f44ca2"/>
    <p:sldId xmlns:r="http://schemas.openxmlformats.org/officeDocument/2006/relationships" id="305" r:id="Raf3077e35f7f4094"/>
    <p:sldId xmlns:r="http://schemas.openxmlformats.org/officeDocument/2006/relationships" id="306" r:id="Rb6fee8dd0d974344"/>
    <p:sldId xmlns:r="http://schemas.openxmlformats.org/officeDocument/2006/relationships" id="307" r:id="Re2f884fe3e4844bd"/>
    <p:sldId xmlns:r="http://schemas.openxmlformats.org/officeDocument/2006/relationships" id="308" r:id="Red8f9efa00e246a0"/>
    <p:sldId xmlns:r="http://schemas.openxmlformats.org/officeDocument/2006/relationships" id="309" r:id="R36d75b403b1e4350"/>
    <p:sldId xmlns:r="http://schemas.openxmlformats.org/officeDocument/2006/relationships" id="310" r:id="Rb4b7aa9982e947d3"/>
    <p:sldId xmlns:r="http://schemas.openxmlformats.org/officeDocument/2006/relationships" id="311" r:id="Rcedf5928c4f34ba0"/>
    <p:sldId xmlns:r="http://schemas.openxmlformats.org/officeDocument/2006/relationships" id="312" r:id="R816886e9c5494265"/>
    <p:sldId xmlns:r="http://schemas.openxmlformats.org/officeDocument/2006/relationships" id="313" r:id="Rda666acadf754d80"/>
    <p:sldId xmlns:r="http://schemas.openxmlformats.org/officeDocument/2006/relationships" id="314" r:id="Rf1650535b54a419b"/>
    <p:sldId xmlns:r="http://schemas.openxmlformats.org/officeDocument/2006/relationships" id="315" r:id="R3cff4946e0104993"/>
    <p:sldId xmlns:r="http://schemas.openxmlformats.org/officeDocument/2006/relationships" id="316" r:id="R2b1e60328c8a427c"/>
    <p:sldId xmlns:r="http://schemas.openxmlformats.org/officeDocument/2006/relationships" id="317" r:id="R05b3db6f6930482c"/>
    <p:sldId xmlns:r="http://schemas.openxmlformats.org/officeDocument/2006/relationships" id="318" r:id="Rca55857438264a0c"/>
    <p:sldId xmlns:r="http://schemas.openxmlformats.org/officeDocument/2006/relationships" id="319" r:id="R2c8f448690c44c61"/>
    <p:sldId xmlns:r="http://schemas.openxmlformats.org/officeDocument/2006/relationships" id="320" r:id="R071a60a5581f4482"/>
    <p:sldId xmlns:r="http://schemas.openxmlformats.org/officeDocument/2006/relationships" id="321" r:id="R5ab73afe31174596"/>
    <p:sldId xmlns:r="http://schemas.openxmlformats.org/officeDocument/2006/relationships" id="322" r:id="R4081c1e1a8234be0"/>
    <p:sldId xmlns:r="http://schemas.openxmlformats.org/officeDocument/2006/relationships" id="323" r:id="R8902d8dc11604438"/>
    <p:sldId xmlns:r="http://schemas.openxmlformats.org/officeDocument/2006/relationships" id="324" r:id="Rb7e97e52600549d9"/>
    <p:sldId xmlns:r="http://schemas.openxmlformats.org/officeDocument/2006/relationships" id="325" r:id="R51b0f53ec10d4eeb"/>
    <p:sldId xmlns:r="http://schemas.openxmlformats.org/officeDocument/2006/relationships" id="326" r:id="R096970120c534ca8"/>
    <p:sldId xmlns:r="http://schemas.openxmlformats.org/officeDocument/2006/relationships" id="327" r:id="R3d9dd36293de4d01"/>
    <p:sldId xmlns:r="http://schemas.openxmlformats.org/officeDocument/2006/relationships" id="328" r:id="Rd1b6082a9b9d4e46"/>
    <p:sldId xmlns:r="http://schemas.openxmlformats.org/officeDocument/2006/relationships" id="329" r:id="R178cf205852c4c0d"/>
    <p:sldId xmlns:r="http://schemas.openxmlformats.org/officeDocument/2006/relationships" id="330" r:id="R3c0a4701a6c14c70"/>
    <p:sldId xmlns:r="http://schemas.openxmlformats.org/officeDocument/2006/relationships" id="331" r:id="R084a0b29b9dc4e20"/>
    <p:sldId xmlns:r="http://schemas.openxmlformats.org/officeDocument/2006/relationships" id="332" r:id="R16fa512ea9894256"/>
    <p:sldId xmlns:r="http://schemas.openxmlformats.org/officeDocument/2006/relationships" id="333" r:id="Rd255aa13e6854eb1"/>
    <p:sldId xmlns:r="http://schemas.openxmlformats.org/officeDocument/2006/relationships" id="334" r:id="Re26286c14539459b"/>
    <p:sldId xmlns:r="http://schemas.openxmlformats.org/officeDocument/2006/relationships" id="335" r:id="Rc7652cebeb6f47e0"/>
    <p:sldId xmlns:r="http://schemas.openxmlformats.org/officeDocument/2006/relationships" id="336" r:id="Rb55f5f267d54401d"/>
    <p:sldId xmlns:r="http://schemas.openxmlformats.org/officeDocument/2006/relationships" id="337" r:id="R31eaf47cd1e34c4b"/>
    <p:sldId xmlns:r="http://schemas.openxmlformats.org/officeDocument/2006/relationships" id="338" r:id="Rd2fb5be0b99c47d1"/>
    <p:sldId xmlns:r="http://schemas.openxmlformats.org/officeDocument/2006/relationships" id="339" r:id="R3ab55c7e50de42b7"/>
    <p:sldId xmlns:r="http://schemas.openxmlformats.org/officeDocument/2006/relationships" id="340" r:id="Rebaf57826cfd430e"/>
    <p:sldId xmlns:r="http://schemas.openxmlformats.org/officeDocument/2006/relationships" id="341" r:id="R3098c71d6e4e475a"/>
    <p:sldId xmlns:r="http://schemas.openxmlformats.org/officeDocument/2006/relationships" id="342" r:id="Rd88e2c60f038469c"/>
    <p:sldId xmlns:r="http://schemas.openxmlformats.org/officeDocument/2006/relationships" id="343" r:id="R46724c013a9c44bf"/>
    <p:sldId xmlns:r="http://schemas.openxmlformats.org/officeDocument/2006/relationships" id="344" r:id="R72c4e71e5f2a4d70"/>
    <p:sldId xmlns:r="http://schemas.openxmlformats.org/officeDocument/2006/relationships" id="345" r:id="R3d1ecd0ecde348ea"/>
    <p:sldId xmlns:r="http://schemas.openxmlformats.org/officeDocument/2006/relationships" id="346" r:id="Re58f6650361e459f"/>
    <p:sldId xmlns:r="http://schemas.openxmlformats.org/officeDocument/2006/relationships" id="347" r:id="Rf2175509933c4efe"/>
    <p:sldId xmlns:r="http://schemas.openxmlformats.org/officeDocument/2006/relationships" id="348" r:id="R3ed26c7268df4050"/>
    <p:sldId xmlns:r="http://schemas.openxmlformats.org/officeDocument/2006/relationships" id="349" r:id="R3e8b713e560b4ac9"/>
    <p:sldId xmlns:r="http://schemas.openxmlformats.org/officeDocument/2006/relationships" id="350" r:id="R6732b2312df942de"/>
    <p:sldId xmlns:r="http://schemas.openxmlformats.org/officeDocument/2006/relationships" id="351" r:id="R1f2f5f1ed1bf45f5"/>
    <p:sldId xmlns:r="http://schemas.openxmlformats.org/officeDocument/2006/relationships" id="352" r:id="Rcb106dded680496e"/>
    <p:sldId xmlns:r="http://schemas.openxmlformats.org/officeDocument/2006/relationships" id="353" r:id="R4d33f2d2ffe94c7c"/>
    <p:sldId xmlns:r="http://schemas.openxmlformats.org/officeDocument/2006/relationships" id="354" r:id="R8f1b8e6f78ba4b17"/>
    <p:sldId xmlns:r="http://schemas.openxmlformats.org/officeDocument/2006/relationships" id="355" r:id="R94dd86051b2c4c36"/>
    <p:sldId xmlns:r="http://schemas.openxmlformats.org/officeDocument/2006/relationships" id="356" r:id="Rf12370b9ec4f4d28"/>
    <p:sldId xmlns:r="http://schemas.openxmlformats.org/officeDocument/2006/relationships" id="357" r:id="R161b58a568354d6a"/>
    <p:sldId xmlns:r="http://schemas.openxmlformats.org/officeDocument/2006/relationships" id="358" r:id="Rd88cd506aa7b4b93"/>
    <p:sldId xmlns:r="http://schemas.openxmlformats.org/officeDocument/2006/relationships" id="359" r:id="R930d057b44bd430a"/>
    <p:sldId xmlns:r="http://schemas.openxmlformats.org/officeDocument/2006/relationships" id="360" r:id="Ra0e134cd1d7c4463"/>
    <p:sldId xmlns:r="http://schemas.openxmlformats.org/officeDocument/2006/relationships" id="361" r:id="R407863e2e7eb4f08"/>
    <p:sldId xmlns:r="http://schemas.openxmlformats.org/officeDocument/2006/relationships" id="362" r:id="Rcaa86f7d3419427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1d4bc5ca0874653" /><Relationship Type="http://schemas.openxmlformats.org/officeDocument/2006/relationships/slideMaster" Target="/ppt/slideMasters/slideMaster1.xml" Id="R0da37be3dac24b93" /><Relationship Type="http://schemas.openxmlformats.org/officeDocument/2006/relationships/notesMaster" Target="/ppt/notesMasters/notesMaster1.xml" Id="R3e95b93e391e43f7" /><Relationship Type="http://schemas.openxmlformats.org/officeDocument/2006/relationships/presProps" Target="/ppt/presProps.xml" Id="R752ce8d78a554f41" /><Relationship Type="http://schemas.openxmlformats.org/officeDocument/2006/relationships/tableStyles" Target="/ppt/tableStyles.xml" Id="Rc39bc47c4c2d42f8" /><Relationship Type="http://schemas.openxmlformats.org/officeDocument/2006/relationships/slide" Target="/ppt/slides/slide1.xml" Id="R94f7f137a8ac403c" /><Relationship Type="http://schemas.openxmlformats.org/officeDocument/2006/relationships/slide" Target="/ppt/slides/slide2.xml" Id="R708cb87eb7f84783" /><Relationship Type="http://schemas.openxmlformats.org/officeDocument/2006/relationships/slide" Target="/ppt/slides/slide3.xml" Id="Rd2b05a12f5d34c80" /><Relationship Type="http://schemas.openxmlformats.org/officeDocument/2006/relationships/slide" Target="/ppt/slides/slide4.xml" Id="R8e2f101f85294564" /><Relationship Type="http://schemas.openxmlformats.org/officeDocument/2006/relationships/slide" Target="/ppt/slides/slide5.xml" Id="R8004b20749b84f93" /><Relationship Type="http://schemas.openxmlformats.org/officeDocument/2006/relationships/slide" Target="/ppt/slides/slide6.xml" Id="R51d0f5774df54d85" /><Relationship Type="http://schemas.openxmlformats.org/officeDocument/2006/relationships/slide" Target="/ppt/slides/slide7.xml" Id="Rc9700e1957a5433e" /><Relationship Type="http://schemas.openxmlformats.org/officeDocument/2006/relationships/slide" Target="/ppt/slides/slide8.xml" Id="R3001cfe5069a4600" /><Relationship Type="http://schemas.openxmlformats.org/officeDocument/2006/relationships/slide" Target="/ppt/slides/slide9.xml" Id="R8a8485b5cf7c49fc" /><Relationship Type="http://schemas.openxmlformats.org/officeDocument/2006/relationships/slide" Target="/ppt/slides/slide10.xml" Id="Ra26b7122fa5d467c" /><Relationship Type="http://schemas.openxmlformats.org/officeDocument/2006/relationships/slide" Target="/ppt/slides/slide11.xml" Id="R70abb64b05a94518" /><Relationship Type="http://schemas.openxmlformats.org/officeDocument/2006/relationships/slide" Target="/ppt/slides/slide12.xml" Id="R17561e964a524c80" /><Relationship Type="http://schemas.openxmlformats.org/officeDocument/2006/relationships/slide" Target="/ppt/slides/slide13.xml" Id="Ra772bbe6ad2b4e57" /><Relationship Type="http://schemas.openxmlformats.org/officeDocument/2006/relationships/slide" Target="/ppt/slides/slide14.xml" Id="R75b9366fe7814a96" /><Relationship Type="http://schemas.openxmlformats.org/officeDocument/2006/relationships/slide" Target="/ppt/slides/slide15.xml" Id="R74302a7d7e534e93" /><Relationship Type="http://schemas.openxmlformats.org/officeDocument/2006/relationships/slide" Target="/ppt/slides/slide16.xml" Id="R8043ded0c3e34cd5" /><Relationship Type="http://schemas.openxmlformats.org/officeDocument/2006/relationships/slide" Target="/ppt/slides/slide17.xml" Id="R8f53b3b84b384cb7" /><Relationship Type="http://schemas.openxmlformats.org/officeDocument/2006/relationships/slide" Target="/ppt/slides/slide18.xml" Id="Reb69d90642984305" /><Relationship Type="http://schemas.openxmlformats.org/officeDocument/2006/relationships/slide" Target="/ppt/slides/slide19.xml" Id="R0069498437644894" /><Relationship Type="http://schemas.openxmlformats.org/officeDocument/2006/relationships/slide" Target="/ppt/slides/slide20.xml" Id="R914e11c5e5ad47f4" /><Relationship Type="http://schemas.openxmlformats.org/officeDocument/2006/relationships/slide" Target="/ppt/slides/slide21.xml" Id="R2bec8ba38822408b" /><Relationship Type="http://schemas.openxmlformats.org/officeDocument/2006/relationships/slide" Target="/ppt/slides/slide22.xml" Id="Rf3a744c34cc5481f" /><Relationship Type="http://schemas.openxmlformats.org/officeDocument/2006/relationships/slide" Target="/ppt/slides/slide23.xml" Id="R9e9f60de7ee64be6" /><Relationship Type="http://schemas.openxmlformats.org/officeDocument/2006/relationships/slide" Target="/ppt/slides/slide24.xml" Id="R79d670c3fc424bc7" /><Relationship Type="http://schemas.openxmlformats.org/officeDocument/2006/relationships/slide" Target="/ppt/slides/slide25.xml" Id="Rfd6aed04b5944583" /><Relationship Type="http://schemas.openxmlformats.org/officeDocument/2006/relationships/slide" Target="/ppt/slides/slide26.xml" Id="Rcc55d618e41649fd" /><Relationship Type="http://schemas.openxmlformats.org/officeDocument/2006/relationships/slide" Target="/ppt/slides/slide27.xml" Id="R4a8a785e624745cb" /><Relationship Type="http://schemas.openxmlformats.org/officeDocument/2006/relationships/slide" Target="/ppt/slides/slide28.xml" Id="R3c8c06e6f0c04708" /><Relationship Type="http://schemas.openxmlformats.org/officeDocument/2006/relationships/slide" Target="/ppt/slides/slide29.xml" Id="R707ae063e2eb47c3" /><Relationship Type="http://schemas.openxmlformats.org/officeDocument/2006/relationships/slide" Target="/ppt/slides/slide30.xml" Id="R98259e2ae7224be8" /><Relationship Type="http://schemas.openxmlformats.org/officeDocument/2006/relationships/slide" Target="/ppt/slides/slide31.xml" Id="R6cf366f3e1094cee" /><Relationship Type="http://schemas.openxmlformats.org/officeDocument/2006/relationships/slide" Target="/ppt/slides/slide32.xml" Id="R7e556b4c09d448a6" /><Relationship Type="http://schemas.openxmlformats.org/officeDocument/2006/relationships/slide" Target="/ppt/slides/slide33.xml" Id="R0cfea7430ee74ec6" /><Relationship Type="http://schemas.openxmlformats.org/officeDocument/2006/relationships/slide" Target="/ppt/slides/slide34.xml" Id="R3b1e0d4baf294c3d" /><Relationship Type="http://schemas.openxmlformats.org/officeDocument/2006/relationships/slide" Target="/ppt/slides/slide35.xml" Id="Rdc269ef8752945eb" /><Relationship Type="http://schemas.openxmlformats.org/officeDocument/2006/relationships/slide" Target="/ppt/slides/slide36.xml" Id="Rd7b32204c5cf45a8" /><Relationship Type="http://schemas.openxmlformats.org/officeDocument/2006/relationships/slide" Target="/ppt/slides/slide37.xml" Id="Ra787fce672ca4e26" /><Relationship Type="http://schemas.openxmlformats.org/officeDocument/2006/relationships/slide" Target="/ppt/slides/slide38.xml" Id="R12ae15f5aadc4b4f" /><Relationship Type="http://schemas.openxmlformats.org/officeDocument/2006/relationships/slide" Target="/ppt/slides/slide39.xml" Id="R0f644c235154420f" /><Relationship Type="http://schemas.openxmlformats.org/officeDocument/2006/relationships/slide" Target="/ppt/slides/slide40.xml" Id="R3bb04e4ee60747bd" /><Relationship Type="http://schemas.openxmlformats.org/officeDocument/2006/relationships/slide" Target="/ppt/slides/slide41.xml" Id="Rf81b6edb82f24965" /><Relationship Type="http://schemas.openxmlformats.org/officeDocument/2006/relationships/slide" Target="/ppt/slides/slide42.xml" Id="R8db3c8c78e18439e" /><Relationship Type="http://schemas.openxmlformats.org/officeDocument/2006/relationships/slide" Target="/ppt/slides/slide43.xml" Id="R77d3bd20f433437c" /><Relationship Type="http://schemas.openxmlformats.org/officeDocument/2006/relationships/slide" Target="/ppt/slides/slide44.xml" Id="R0e0b7baf369e4066" /><Relationship Type="http://schemas.openxmlformats.org/officeDocument/2006/relationships/slide" Target="/ppt/slides/slide45.xml" Id="Rfe8ba9028cf34459" /><Relationship Type="http://schemas.openxmlformats.org/officeDocument/2006/relationships/slide" Target="/ppt/slides/slide46.xml" Id="R35d355db982440ba" /><Relationship Type="http://schemas.openxmlformats.org/officeDocument/2006/relationships/slide" Target="/ppt/slides/slide47.xml" Id="R61d7c080d5414187" /><Relationship Type="http://schemas.openxmlformats.org/officeDocument/2006/relationships/slide" Target="/ppt/slides/slide48.xml" Id="R03b40398381d4128" /><Relationship Type="http://schemas.openxmlformats.org/officeDocument/2006/relationships/slide" Target="/ppt/slides/slide49.xml" Id="Rf6425f3a98f44ca2" /><Relationship Type="http://schemas.openxmlformats.org/officeDocument/2006/relationships/slide" Target="/ppt/slides/slide50.xml" Id="Raf3077e35f7f4094" /><Relationship Type="http://schemas.openxmlformats.org/officeDocument/2006/relationships/slide" Target="/ppt/slides/slide51.xml" Id="Rb6fee8dd0d974344" /><Relationship Type="http://schemas.openxmlformats.org/officeDocument/2006/relationships/slide" Target="/ppt/slides/slide52.xml" Id="Re2f884fe3e4844bd" /><Relationship Type="http://schemas.openxmlformats.org/officeDocument/2006/relationships/slide" Target="/ppt/slides/slide53.xml" Id="Red8f9efa00e246a0" /><Relationship Type="http://schemas.openxmlformats.org/officeDocument/2006/relationships/slide" Target="/ppt/slides/slide54.xml" Id="R36d75b403b1e4350" /><Relationship Type="http://schemas.openxmlformats.org/officeDocument/2006/relationships/slide" Target="/ppt/slides/slide55.xml" Id="Rb4b7aa9982e947d3" /><Relationship Type="http://schemas.openxmlformats.org/officeDocument/2006/relationships/slide" Target="/ppt/slides/slide56.xml" Id="Rcedf5928c4f34ba0" /><Relationship Type="http://schemas.openxmlformats.org/officeDocument/2006/relationships/slide" Target="/ppt/slides/slide57.xml" Id="R816886e9c5494265" /><Relationship Type="http://schemas.openxmlformats.org/officeDocument/2006/relationships/slide" Target="/ppt/slides/slide58.xml" Id="Rda666acadf754d80" /><Relationship Type="http://schemas.openxmlformats.org/officeDocument/2006/relationships/slide" Target="/ppt/slides/slide59.xml" Id="Rf1650535b54a419b" /><Relationship Type="http://schemas.openxmlformats.org/officeDocument/2006/relationships/slide" Target="/ppt/slides/slide60.xml" Id="R3cff4946e0104993" /><Relationship Type="http://schemas.openxmlformats.org/officeDocument/2006/relationships/slide" Target="/ppt/slides/slide61.xml" Id="R2b1e60328c8a427c" /><Relationship Type="http://schemas.openxmlformats.org/officeDocument/2006/relationships/slide" Target="/ppt/slides/slide62.xml" Id="R05b3db6f6930482c" /><Relationship Type="http://schemas.openxmlformats.org/officeDocument/2006/relationships/slide" Target="/ppt/slides/slide63.xml" Id="Rca55857438264a0c" /><Relationship Type="http://schemas.openxmlformats.org/officeDocument/2006/relationships/slide" Target="/ppt/slides/slide64.xml" Id="R2c8f448690c44c61" /><Relationship Type="http://schemas.openxmlformats.org/officeDocument/2006/relationships/slide" Target="/ppt/slides/slide65.xml" Id="R071a60a5581f4482" /><Relationship Type="http://schemas.openxmlformats.org/officeDocument/2006/relationships/slide" Target="/ppt/slides/slide66.xml" Id="R5ab73afe31174596" /><Relationship Type="http://schemas.openxmlformats.org/officeDocument/2006/relationships/slide" Target="/ppt/slides/slide67.xml" Id="R4081c1e1a8234be0" /><Relationship Type="http://schemas.openxmlformats.org/officeDocument/2006/relationships/slide" Target="/ppt/slides/slide68.xml" Id="R8902d8dc11604438" /><Relationship Type="http://schemas.openxmlformats.org/officeDocument/2006/relationships/slide" Target="/ppt/slides/slide69.xml" Id="Rb7e97e52600549d9" /><Relationship Type="http://schemas.openxmlformats.org/officeDocument/2006/relationships/slide" Target="/ppt/slides/slide70.xml" Id="R51b0f53ec10d4eeb" /><Relationship Type="http://schemas.openxmlformats.org/officeDocument/2006/relationships/slide" Target="/ppt/slides/slide71.xml" Id="R096970120c534ca8" /><Relationship Type="http://schemas.openxmlformats.org/officeDocument/2006/relationships/slide" Target="/ppt/slides/slide72.xml" Id="R3d9dd36293de4d01" /><Relationship Type="http://schemas.openxmlformats.org/officeDocument/2006/relationships/slide" Target="/ppt/slides/slide73.xml" Id="Rd1b6082a9b9d4e46" /><Relationship Type="http://schemas.openxmlformats.org/officeDocument/2006/relationships/slide" Target="/ppt/slides/slide74.xml" Id="R178cf205852c4c0d" /><Relationship Type="http://schemas.openxmlformats.org/officeDocument/2006/relationships/slide" Target="/ppt/slides/slide75.xml" Id="R3c0a4701a6c14c70" /><Relationship Type="http://schemas.openxmlformats.org/officeDocument/2006/relationships/slide" Target="/ppt/slides/slide76.xml" Id="R084a0b29b9dc4e20" /><Relationship Type="http://schemas.openxmlformats.org/officeDocument/2006/relationships/slide" Target="/ppt/slides/slide77.xml" Id="R16fa512ea9894256" /><Relationship Type="http://schemas.openxmlformats.org/officeDocument/2006/relationships/slide" Target="/ppt/slides/slide78.xml" Id="Rd255aa13e6854eb1" /><Relationship Type="http://schemas.openxmlformats.org/officeDocument/2006/relationships/slide" Target="/ppt/slides/slide79.xml" Id="Re26286c14539459b" /><Relationship Type="http://schemas.openxmlformats.org/officeDocument/2006/relationships/slide" Target="/ppt/slides/slide80.xml" Id="Rc7652cebeb6f47e0" /><Relationship Type="http://schemas.openxmlformats.org/officeDocument/2006/relationships/slide" Target="/ppt/slides/slide81.xml" Id="Rb55f5f267d54401d" /><Relationship Type="http://schemas.openxmlformats.org/officeDocument/2006/relationships/slide" Target="/ppt/slides/slide82.xml" Id="R31eaf47cd1e34c4b" /><Relationship Type="http://schemas.openxmlformats.org/officeDocument/2006/relationships/slide" Target="/ppt/slides/slide83.xml" Id="Rd2fb5be0b99c47d1" /><Relationship Type="http://schemas.openxmlformats.org/officeDocument/2006/relationships/slide" Target="/ppt/slides/slide84.xml" Id="R3ab55c7e50de42b7" /><Relationship Type="http://schemas.openxmlformats.org/officeDocument/2006/relationships/slide" Target="/ppt/slides/slide85.xml" Id="Rebaf57826cfd430e" /><Relationship Type="http://schemas.openxmlformats.org/officeDocument/2006/relationships/slide" Target="/ppt/slides/slide86.xml" Id="R3098c71d6e4e475a" /><Relationship Type="http://schemas.openxmlformats.org/officeDocument/2006/relationships/slide" Target="/ppt/slides/slide87.xml" Id="Rd88e2c60f038469c" /><Relationship Type="http://schemas.openxmlformats.org/officeDocument/2006/relationships/slide" Target="/ppt/slides/slide88.xml" Id="R46724c013a9c44bf" /><Relationship Type="http://schemas.openxmlformats.org/officeDocument/2006/relationships/slide" Target="/ppt/slides/slide89.xml" Id="R72c4e71e5f2a4d70" /><Relationship Type="http://schemas.openxmlformats.org/officeDocument/2006/relationships/slide" Target="/ppt/slides/slide90.xml" Id="R3d1ecd0ecde348ea" /><Relationship Type="http://schemas.openxmlformats.org/officeDocument/2006/relationships/slide" Target="/ppt/slides/slide91.xml" Id="Re58f6650361e459f" /><Relationship Type="http://schemas.openxmlformats.org/officeDocument/2006/relationships/slide" Target="/ppt/slides/slide92.xml" Id="Rf2175509933c4efe" /><Relationship Type="http://schemas.openxmlformats.org/officeDocument/2006/relationships/slide" Target="/ppt/slides/slide93.xml" Id="R3ed26c7268df4050" /><Relationship Type="http://schemas.openxmlformats.org/officeDocument/2006/relationships/slide" Target="/ppt/slides/slide94.xml" Id="R3e8b713e560b4ac9" /><Relationship Type="http://schemas.openxmlformats.org/officeDocument/2006/relationships/slide" Target="/ppt/slides/slide95.xml" Id="R6732b2312df942de" /><Relationship Type="http://schemas.openxmlformats.org/officeDocument/2006/relationships/slide" Target="/ppt/slides/slide96.xml" Id="R1f2f5f1ed1bf45f5" /><Relationship Type="http://schemas.openxmlformats.org/officeDocument/2006/relationships/slide" Target="/ppt/slides/slide97.xml" Id="Rcb106dded680496e" /><Relationship Type="http://schemas.openxmlformats.org/officeDocument/2006/relationships/slide" Target="/ppt/slides/slide98.xml" Id="R4d33f2d2ffe94c7c" /><Relationship Type="http://schemas.openxmlformats.org/officeDocument/2006/relationships/slide" Target="/ppt/slides/slide99.xml" Id="R8f1b8e6f78ba4b17" /><Relationship Type="http://schemas.openxmlformats.org/officeDocument/2006/relationships/slide" Target="/ppt/slides/slide100.xml" Id="R94dd86051b2c4c36" /><Relationship Type="http://schemas.openxmlformats.org/officeDocument/2006/relationships/slide" Target="/ppt/slides/slide101.xml" Id="Rf12370b9ec4f4d28" /><Relationship Type="http://schemas.openxmlformats.org/officeDocument/2006/relationships/slide" Target="/ppt/slides/slide102.xml" Id="R161b58a568354d6a" /><Relationship Type="http://schemas.openxmlformats.org/officeDocument/2006/relationships/slide" Target="/ppt/slides/slide103.xml" Id="Rd88cd506aa7b4b93" /><Relationship Type="http://schemas.openxmlformats.org/officeDocument/2006/relationships/slide" Target="/ppt/slides/slide104.xml" Id="R930d057b44bd430a" /><Relationship Type="http://schemas.openxmlformats.org/officeDocument/2006/relationships/slide" Target="/ppt/slides/slide105.xml" Id="Ra0e134cd1d7c4463" /><Relationship Type="http://schemas.openxmlformats.org/officeDocument/2006/relationships/slide" Target="/ppt/slides/slide106.xml" Id="R407863e2e7eb4f08" /><Relationship Type="http://schemas.openxmlformats.org/officeDocument/2006/relationships/slide" Target="/ppt/slides/slide107.xml" Id="Rcaa86f7d3419427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3f2333691c5426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aab9ac9f3804a42" /><Relationship Type="http://schemas.openxmlformats.org/officeDocument/2006/relationships/notesMaster" Target="/ppt/notesMasters/notesMaster1.xml" Id="R4f02f7575ac041ad" /></Relationships>
</file>

<file path=ppt/notesSlides/_rels/notesSlide2.xml.rels>&#65279;<?xml version="1.0" encoding="utf-8"?><Relationships xmlns="http://schemas.openxmlformats.org/package/2006/relationships"><Relationship Type="http://schemas.openxmlformats.org/officeDocument/2006/relationships/slide" Target="/ppt/slides/slide2.xml" Id="Raf518a388e5c4386" /><Relationship Type="http://schemas.openxmlformats.org/officeDocument/2006/relationships/notesMaster" Target="/ppt/notesMasters/notesMaster1.xml" Id="R9cdb2f952ebe4ee3" /></Relationships>
</file>

<file path=ppt/notesSlides/_rels/notesSlide3.xml.rels>&#65279;<?xml version="1.0" encoding="utf-8"?><Relationships xmlns="http://schemas.openxmlformats.org/package/2006/relationships"><Relationship Type="http://schemas.openxmlformats.org/officeDocument/2006/relationships/slide" Target="/ppt/slides/slide3.xml" Id="R432ecf7b8e684f96" /><Relationship Type="http://schemas.openxmlformats.org/officeDocument/2006/relationships/notesMaster" Target="/ppt/notesMasters/notesMaster1.xml" Id="R4489392af0484892" /></Relationships>
</file>

<file path=ppt/notesSlides/_rels/notesSlide4.xml.rels>&#65279;<?xml version="1.0" encoding="utf-8"?><Relationships xmlns="http://schemas.openxmlformats.org/package/2006/relationships"><Relationship Type="http://schemas.openxmlformats.org/officeDocument/2006/relationships/slide" Target="/ppt/slides/slide4.xml" Id="R0b4ab2a4ca3946f8" /><Relationship Type="http://schemas.openxmlformats.org/officeDocument/2006/relationships/notesMaster" Target="/ppt/notesMasters/notesMaster1.xml" Id="R54199ade48104b22" /></Relationships>
</file>

<file path=ppt/notesSlides/_rels/notesSlide5.xml.rels>&#65279;<?xml version="1.0" encoding="utf-8"?><Relationships xmlns="http://schemas.openxmlformats.org/package/2006/relationships"><Relationship Type="http://schemas.openxmlformats.org/officeDocument/2006/relationships/slide" Target="/ppt/slides/slide5.xml" Id="R59eeb169cbfc410a" /><Relationship Type="http://schemas.openxmlformats.org/officeDocument/2006/relationships/notesMaster" Target="/ppt/notesMasters/notesMaster1.xml" Id="R7b526c825a8149d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5fca7b2a3d14eed" /><Relationship Type="http://schemas.openxmlformats.org/officeDocument/2006/relationships/notesMaster" Target="/ppt/notesMasters/notesMaster1.xml" Id="Rdeb1761647274702" /></Relationships>
</file>

<file path=ppt/notesSlides/_rels/notesSlide7.xml.rels>&#65279;<?xml version="1.0" encoding="utf-8"?><Relationships xmlns="http://schemas.openxmlformats.org/package/2006/relationships"><Relationship Type="http://schemas.openxmlformats.org/officeDocument/2006/relationships/slide" Target="/ppt/slides/slide7.xml" Id="R91654f1cd0da45f8" /><Relationship Type="http://schemas.openxmlformats.org/officeDocument/2006/relationships/notesMaster" Target="/ppt/notesMasters/notesMaster1.xml" Id="R8ad3865bff43450a" /></Relationships>
</file>

<file path=ppt/notesSlides/_rels/notesSlide8.xml.rels>&#65279;<?xml version="1.0" encoding="utf-8"?><Relationships xmlns="http://schemas.openxmlformats.org/package/2006/relationships"><Relationship Type="http://schemas.openxmlformats.org/officeDocument/2006/relationships/slide" Target="/ppt/slides/slide8.xml" Id="R231cf5367e2d4cb1" /><Relationship Type="http://schemas.openxmlformats.org/officeDocument/2006/relationships/notesMaster" Target="/ppt/notesMasters/notesMaster1.xml" Id="Rf97dc39996c948a4" /></Relationships>
</file>

<file path=ppt/notesSlides/_rels/notesSlide9.xml.rels>&#65279;<?xml version="1.0" encoding="utf-8"?><Relationships xmlns="http://schemas.openxmlformats.org/package/2006/relationships"><Relationship Type="http://schemas.openxmlformats.org/officeDocument/2006/relationships/slide" Target="/ppt/slides/slide9.xml" Id="Rd494f4d25a7f449a" /><Relationship Type="http://schemas.openxmlformats.org/officeDocument/2006/relationships/notesMaster" Target="/ppt/notesMasters/notesMaster1.xml" Id="R340c4c955d73455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be37f30ffe84693" /><Relationship Type="http://schemas.openxmlformats.org/officeDocument/2006/relationships/notesMaster" Target="/ppt/notesMasters/notesMaster1.xml" Id="Rbed92606db68411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dcd87f4efdd4b63" /><Relationship Type="http://schemas.openxmlformats.org/officeDocument/2006/relationships/notesMaster" Target="/ppt/notesMasters/notesMaster1.xml" Id="R1104cbd31ad549a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59350127cfd4032" /><Relationship Type="http://schemas.openxmlformats.org/officeDocument/2006/relationships/notesMaster" Target="/ppt/notesMasters/notesMaster1.xml" Id="Re0f995519328448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6e5a25bae064fa4" /><Relationship Type="http://schemas.openxmlformats.org/officeDocument/2006/relationships/notesMaster" Target="/ppt/notesMasters/notesMaster1.xml" Id="R54a097223e8840f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fa5d246692e4f57" /><Relationship Type="http://schemas.openxmlformats.org/officeDocument/2006/relationships/notesMaster" Target="/ppt/notesMasters/notesMaster1.xml" Id="R43942eb731324a1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6a02dfc94fc46a8" /><Relationship Type="http://schemas.openxmlformats.org/officeDocument/2006/relationships/notesMaster" Target="/ppt/notesMasters/notesMaster1.xml" Id="R1f22f56e7d384ea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48cee856825492a" /><Relationship Type="http://schemas.openxmlformats.org/officeDocument/2006/relationships/notesMaster" Target="/ppt/notesMasters/notesMaster1.xml" Id="R4b204266a09b4f8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4f071d1797042d2" /><Relationship Type="http://schemas.openxmlformats.org/officeDocument/2006/relationships/notesMaster" Target="/ppt/notesMasters/notesMaster1.xml" Id="Rac961d39a9a6498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63879f1a1fb4b31" /><Relationship Type="http://schemas.openxmlformats.org/officeDocument/2006/relationships/notesMaster" Target="/ppt/notesMasters/notesMaster1.xml" Id="R2e4ef1f476ca433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b347fd0fd794c57" /><Relationship Type="http://schemas.openxmlformats.org/officeDocument/2006/relationships/notesMaster" Target="/ppt/notesMasters/notesMaster1.xml" Id="R816fabbe0299415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096d88c5b744146" /><Relationship Type="http://schemas.openxmlformats.org/officeDocument/2006/relationships/notesMaster" Target="/ppt/notesMasters/notesMaster1.xml" Id="Rad2c1ba9e41a460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668545ca5ff4fc8" /><Relationship Type="http://schemas.openxmlformats.org/officeDocument/2006/relationships/notesMaster" Target="/ppt/notesMasters/notesMaster1.xml" Id="R64c05cfae6fb4f6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82cce6e15134622" /><Relationship Type="http://schemas.openxmlformats.org/officeDocument/2006/relationships/notesMaster" Target="/ppt/notesMasters/notesMaster1.xml" Id="R869b8c96db5e49c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71a37e549a44aca" /><Relationship Type="http://schemas.openxmlformats.org/officeDocument/2006/relationships/notesMaster" Target="/ppt/notesMasters/notesMaster1.xml" Id="R2ada85bc55cd41a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b8ade8b30f24671" /><Relationship Type="http://schemas.openxmlformats.org/officeDocument/2006/relationships/notesMaster" Target="/ppt/notesMasters/notesMaster1.xml" Id="Rb25766adfae740a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bbd666ea541424b" /><Relationship Type="http://schemas.openxmlformats.org/officeDocument/2006/relationships/notesMaster" Target="/ppt/notesMasters/notesMaster1.xml" Id="R3914e09c10ab4ee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43cec2c4fca428b" /><Relationship Type="http://schemas.openxmlformats.org/officeDocument/2006/relationships/notesMaster" Target="/ppt/notesMasters/notesMaster1.xml" Id="R6613e668e95f430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c8e74e3c1214532" /><Relationship Type="http://schemas.openxmlformats.org/officeDocument/2006/relationships/notesMaster" Target="/ppt/notesMasters/notesMaster1.xml" Id="Rcb4429022a3f4b0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8d43474a1484541" /><Relationship Type="http://schemas.openxmlformats.org/officeDocument/2006/relationships/notesMaster" Target="/ppt/notesMasters/notesMaster1.xml" Id="R76433b9a890a4d7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01251a6da364700" /><Relationship Type="http://schemas.openxmlformats.org/officeDocument/2006/relationships/notesMaster" Target="/ppt/notesMasters/notesMaster1.xml" Id="R738949ea90194bb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31e7758c11f4934" /><Relationship Type="http://schemas.openxmlformats.org/officeDocument/2006/relationships/notesMaster" Target="/ppt/notesMasters/notesMaster1.xml" Id="Ra20d7a751bd94a0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4a22c03e39a4787" /><Relationship Type="http://schemas.openxmlformats.org/officeDocument/2006/relationships/notesMaster" Target="/ppt/notesMasters/notesMaster1.xml" Id="R939b6ca3ae954ad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a5999898b084f26" /><Relationship Type="http://schemas.openxmlformats.org/officeDocument/2006/relationships/notesMaster" Target="/ppt/notesMasters/notesMaster1.xml" Id="R139726e2746941f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a7f733f798345ab" /><Relationship Type="http://schemas.openxmlformats.org/officeDocument/2006/relationships/notesMaster" Target="/ppt/notesMasters/notesMaster1.xml" Id="Rabc7d61b53944f13"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12f67292add4383" /><Relationship Type="http://schemas.openxmlformats.org/officeDocument/2006/relationships/notesMaster" Target="/ppt/notesMasters/notesMaster1.xml" Id="R607cf47965ef4e1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a3fb2d0d07c42ba" /><Relationship Type="http://schemas.openxmlformats.org/officeDocument/2006/relationships/notesMaster" Target="/ppt/notesMasters/notesMaster1.xml" Id="R75bbcc45534d41a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6e9f2358f4e4be7" /><Relationship Type="http://schemas.openxmlformats.org/officeDocument/2006/relationships/notesMaster" Target="/ppt/notesMasters/notesMaster1.xml" Id="Ra0e22a09671e4461"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77dada389ad4f8a" /><Relationship Type="http://schemas.openxmlformats.org/officeDocument/2006/relationships/notesMaster" Target="/ppt/notesMasters/notesMaster1.xml" Id="R8249125e36ea4d6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f46c45165f64716" /><Relationship Type="http://schemas.openxmlformats.org/officeDocument/2006/relationships/notesMaster" Target="/ppt/notesMasters/notesMaster1.xml" Id="R5fa6f02c14434bb3"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b10866620874b39" /><Relationship Type="http://schemas.openxmlformats.org/officeDocument/2006/relationships/notesMaster" Target="/ppt/notesMasters/notesMaster1.xml" Id="Rcd293d6eb6ab4de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e5867a6dea54343" /><Relationship Type="http://schemas.openxmlformats.org/officeDocument/2006/relationships/notesMaster" Target="/ppt/notesMasters/notesMaster1.xml" Id="R57fa8117a95b4360"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0096f3c490b42e0" /><Relationship Type="http://schemas.openxmlformats.org/officeDocument/2006/relationships/notesMaster" Target="/ppt/notesMasters/notesMaster1.xml" Id="Rafea5d94c63846b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d80211a8a1b4aed" /><Relationship Type="http://schemas.openxmlformats.org/officeDocument/2006/relationships/notesMaster" Target="/ppt/notesMasters/notesMaster1.xml" Id="R563bdde43484400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7e3689728b8842f6" /><Relationship Type="http://schemas.openxmlformats.org/officeDocument/2006/relationships/notesMaster" Target="/ppt/notesMasters/notesMaster1.xml" Id="Rbabb77601b454cb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5c429cf921a41ca" /><Relationship Type="http://schemas.openxmlformats.org/officeDocument/2006/relationships/notesMaster" Target="/ppt/notesMasters/notesMaster1.xml" Id="Rc28d2f915b244b9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302579de14e450e" /><Relationship Type="http://schemas.openxmlformats.org/officeDocument/2006/relationships/notesMaster" Target="/ppt/notesMasters/notesMaster1.xml" Id="R64fff52409ff45c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052d8e8f15b14c12" /><Relationship Type="http://schemas.openxmlformats.org/officeDocument/2006/relationships/notesMaster" Target="/ppt/notesMasters/notesMaster1.xml" Id="R4b774e10ca1847fd"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8098541a18544a3" /><Relationship Type="http://schemas.openxmlformats.org/officeDocument/2006/relationships/notesMaster" Target="/ppt/notesMasters/notesMaster1.xml" Id="R0a765dcc120e485f"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8440901c8b1a4960" /><Relationship Type="http://schemas.openxmlformats.org/officeDocument/2006/relationships/notesMaster" Target="/ppt/notesMasters/notesMaster1.xml" Id="R8d57df6d4b9d4ba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da9e935e727f4686" /><Relationship Type="http://schemas.openxmlformats.org/officeDocument/2006/relationships/notesMaster" Target="/ppt/notesMasters/notesMaster1.xml" Id="Rcc430b8a009642b0"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33da5438bae4278" /><Relationship Type="http://schemas.openxmlformats.org/officeDocument/2006/relationships/notesMaster" Target="/ppt/notesMasters/notesMaster1.xml" Id="R2cc31f52cdc846f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c40d18e9b6742d8" /><Relationship Type="http://schemas.openxmlformats.org/officeDocument/2006/relationships/notesMaster" Target="/ppt/notesMasters/notesMaster1.xml" Id="R0c11f5b5eae64f11"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31e5a2b6d1a43e7" /><Relationship Type="http://schemas.openxmlformats.org/officeDocument/2006/relationships/notesMaster" Target="/ppt/notesMasters/notesMaster1.xml" Id="R5035a6c4e74b472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48a557bc6ab447be" /><Relationship Type="http://schemas.openxmlformats.org/officeDocument/2006/relationships/notesMaster" Target="/ppt/notesMasters/notesMaster1.xml" Id="R2bb02f6923684666"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04c3578afc044881" /><Relationship Type="http://schemas.openxmlformats.org/officeDocument/2006/relationships/notesMaster" Target="/ppt/notesMasters/notesMaster1.xml" Id="R0b2fe354a15643c3"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bc6a2e2506fc4b97" /><Relationship Type="http://schemas.openxmlformats.org/officeDocument/2006/relationships/notesMaster" Target="/ppt/notesMasters/notesMaster1.xml" Id="R4072f7db892d4e7f"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8e0aa43d0b89428e" /><Relationship Type="http://schemas.openxmlformats.org/officeDocument/2006/relationships/notesMaster" Target="/ppt/notesMasters/notesMaster1.xml" Id="Rbce8454ec8044dac"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5b9fb5b958e94990" /><Relationship Type="http://schemas.openxmlformats.org/officeDocument/2006/relationships/notesMaster" Target="/ppt/notesMasters/notesMaster1.xml" Id="Rdf9f38b8535b422e"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d5153bc9135a4e0e" /><Relationship Type="http://schemas.openxmlformats.org/officeDocument/2006/relationships/notesMaster" Target="/ppt/notesMasters/notesMaster1.xml" Id="R174270ce99bf41d4"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ceb800e51c04fd4" /><Relationship Type="http://schemas.openxmlformats.org/officeDocument/2006/relationships/notesMaster" Target="/ppt/notesMasters/notesMaster1.xml" Id="R74a63011e6f24cf7"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da707bbb0b0d443a" /><Relationship Type="http://schemas.openxmlformats.org/officeDocument/2006/relationships/notesMaster" Target="/ppt/notesMasters/notesMaster1.xml" Id="Rbefdf08a4e5d4982"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394762f3cca4784" /><Relationship Type="http://schemas.openxmlformats.org/officeDocument/2006/relationships/notesMaster" Target="/ppt/notesMasters/notesMaster1.xml" Id="Rd5004c00413c43f0"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9e484ab03455495b" /><Relationship Type="http://schemas.openxmlformats.org/officeDocument/2006/relationships/notesMaster" Target="/ppt/notesMasters/notesMaster1.xml" Id="R42760c33f12d470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714be2384834dc9" /><Relationship Type="http://schemas.openxmlformats.org/officeDocument/2006/relationships/notesMaster" Target="/ppt/notesMasters/notesMaster1.xml" Id="R67695630d7a54b1e"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eec2fe33b0664b38" /><Relationship Type="http://schemas.openxmlformats.org/officeDocument/2006/relationships/notesMaster" Target="/ppt/notesMasters/notesMaster1.xml" Id="R92e2d2ea969d4528"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589f494475ba422b" /><Relationship Type="http://schemas.openxmlformats.org/officeDocument/2006/relationships/notesMaster" Target="/ppt/notesMasters/notesMaster1.xml" Id="Rf572a17fa4bb4dbc"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453d371544e646c9" /><Relationship Type="http://schemas.openxmlformats.org/officeDocument/2006/relationships/notesMaster" Target="/ppt/notesMasters/notesMaster1.xml" Id="R6245996e10a74013"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eb7aba473541441c" /><Relationship Type="http://schemas.openxmlformats.org/officeDocument/2006/relationships/notesMaster" Target="/ppt/notesMasters/notesMaster1.xml" Id="R76d35dcdd4604b4b"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a52ce44fd9e47d0" /><Relationship Type="http://schemas.openxmlformats.org/officeDocument/2006/relationships/notesMaster" Target="/ppt/notesMasters/notesMaster1.xml" Id="R268bb3d651af444d"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bf590385d46348a7" /><Relationship Type="http://schemas.openxmlformats.org/officeDocument/2006/relationships/notesMaster" Target="/ppt/notesMasters/notesMaster1.xml" Id="R196d583910d44b57"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3625e7f13a6f45e9" /><Relationship Type="http://schemas.openxmlformats.org/officeDocument/2006/relationships/notesMaster" Target="/ppt/notesMasters/notesMaster1.xml" Id="R3b31b210dc6f48aa"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b604a0f4c7464d75" /><Relationship Type="http://schemas.openxmlformats.org/officeDocument/2006/relationships/notesMaster" Target="/ppt/notesMasters/notesMaster1.xml" Id="R607096896fdb4872"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532df3cabaf64f96" /><Relationship Type="http://schemas.openxmlformats.org/officeDocument/2006/relationships/notesMaster" Target="/ppt/notesMasters/notesMaster1.xml" Id="R1218ca3c2e5d44d9"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63f7b1b9f10849ed" /><Relationship Type="http://schemas.openxmlformats.org/officeDocument/2006/relationships/notesMaster" Target="/ppt/notesMasters/notesMaster1.xml" Id="Ra37e2b9ee44a4686"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6ee978e87aaa42bf" /><Relationship Type="http://schemas.openxmlformats.org/officeDocument/2006/relationships/notesMaster" Target="/ppt/notesMasters/notesMaster1.xml" Id="R9058e13ae3374971"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c0edf17dab724cd5" /><Relationship Type="http://schemas.openxmlformats.org/officeDocument/2006/relationships/notesMaster" Target="/ppt/notesMasters/notesMaster1.xml" Id="Refbb2e1b6f8b4df4"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12c0f2da22fc4788" /><Relationship Type="http://schemas.openxmlformats.org/officeDocument/2006/relationships/notesMaster" Target="/ppt/notesMasters/notesMaster1.xml" Id="R3d8aa45d0a094663"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3fa176e8014b4716" /><Relationship Type="http://schemas.openxmlformats.org/officeDocument/2006/relationships/notesMaster" Target="/ppt/notesMasters/notesMaster1.xml" Id="R07618ebe63634218"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69b2160b8576456b" /><Relationship Type="http://schemas.openxmlformats.org/officeDocument/2006/relationships/notesMaster" Target="/ppt/notesMasters/notesMaster1.xml" Id="R63d085ce91074ce8"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5f1d51e9724a47d9" /><Relationship Type="http://schemas.openxmlformats.org/officeDocument/2006/relationships/notesMaster" Target="/ppt/notesMasters/notesMaster1.xml" Id="R82614352447941a7"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567cefe434204276" /><Relationship Type="http://schemas.openxmlformats.org/officeDocument/2006/relationships/notesMaster" Target="/ppt/notesMasters/notesMaster1.xml" Id="R7baa038e07ad4d88"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d35c992189f947d2" /><Relationship Type="http://schemas.openxmlformats.org/officeDocument/2006/relationships/notesMaster" Target="/ppt/notesMasters/notesMaster1.xml" Id="R6f1d3f2b44be4056"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bbeeb1ddf4bd438d" /><Relationship Type="http://schemas.openxmlformats.org/officeDocument/2006/relationships/notesMaster" Target="/ppt/notesMasters/notesMaster1.xml" Id="R6ced3ccfc7694048"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0318287f224e4705" /><Relationship Type="http://schemas.openxmlformats.org/officeDocument/2006/relationships/notesMaster" Target="/ppt/notesMasters/notesMaster1.xml" Id="Rbe2d9811d5854c25"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9c12cf04ee0a4912" /><Relationship Type="http://schemas.openxmlformats.org/officeDocument/2006/relationships/notesMaster" Target="/ppt/notesMasters/notesMaster1.xml" Id="R3762437768154d0c"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94f6a6464cb94430" /><Relationship Type="http://schemas.openxmlformats.org/officeDocument/2006/relationships/notesMaster" Target="/ppt/notesMasters/notesMaster1.xml" Id="R967fa0d00a5949de"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575dbddfe2b44c39" /><Relationship Type="http://schemas.openxmlformats.org/officeDocument/2006/relationships/notesMaster" Target="/ppt/notesMasters/notesMaster1.xml" Id="R4aec3e4794c54802"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621ea543378e4d68" /><Relationship Type="http://schemas.openxmlformats.org/officeDocument/2006/relationships/notesMaster" Target="/ppt/notesMasters/notesMaster1.xml" Id="Rd96fbdb46787474d"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ffe81f6ac0994b7e" /><Relationship Type="http://schemas.openxmlformats.org/officeDocument/2006/relationships/notesMaster" Target="/ppt/notesMasters/notesMaster1.xml" Id="R8caa8f162a9042f8"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53e4140ad6f0435b" /><Relationship Type="http://schemas.openxmlformats.org/officeDocument/2006/relationships/notesMaster" Target="/ppt/notesMasters/notesMaster1.xml" Id="R03d05f82cc664b5d"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51f3db22b23e4393" /><Relationship Type="http://schemas.openxmlformats.org/officeDocument/2006/relationships/notesMaster" Target="/ppt/notesMasters/notesMaster1.xml" Id="R5d32f5d494ee449b"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aed9a57f671547fd" /><Relationship Type="http://schemas.openxmlformats.org/officeDocument/2006/relationships/notesMaster" Target="/ppt/notesMasters/notesMaster1.xml" Id="R1617bad96cb04e05"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be5216b4e24942ca" /><Relationship Type="http://schemas.openxmlformats.org/officeDocument/2006/relationships/notesMaster" Target="/ppt/notesMasters/notesMaster1.xml" Id="R5fff2299ed214076"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a9ec017dd7c44937" /><Relationship Type="http://schemas.openxmlformats.org/officeDocument/2006/relationships/notesMaster" Target="/ppt/notesMasters/notesMaster1.xml" Id="R0e6d7272262645f9"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d755c3a1ece54d72" /><Relationship Type="http://schemas.openxmlformats.org/officeDocument/2006/relationships/notesMaster" Target="/ppt/notesMasters/notesMaster1.xml" Id="R9c9ad0dbcbe544f7"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f8dcda3bc0b64792" /><Relationship Type="http://schemas.openxmlformats.org/officeDocument/2006/relationships/notesMaster" Target="/ppt/notesMasters/notesMaster1.xml" Id="R0d0af850b718482d"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1cea603ef774411d" /><Relationship Type="http://schemas.openxmlformats.org/officeDocument/2006/relationships/notesMaster" Target="/ppt/notesMasters/notesMaster1.xml" Id="R881652558c7749bc"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a0a45ede97b1401a" /><Relationship Type="http://schemas.openxmlformats.org/officeDocument/2006/relationships/notesMaster" Target="/ppt/notesMasters/notesMaster1.xml" Id="R7957566914824f5c"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c4702aa81f9c4ed5" /><Relationship Type="http://schemas.openxmlformats.org/officeDocument/2006/relationships/notesMaster" Target="/ppt/notesMasters/notesMaster1.xml" Id="R600e1399340a435d"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fd603da9add745d3" /><Relationship Type="http://schemas.openxmlformats.org/officeDocument/2006/relationships/notesMaster" Target="/ppt/notesMasters/notesMaster1.xml" Id="R9902bd6ac7d544e3"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c07eb67575c2474d" /><Relationship Type="http://schemas.openxmlformats.org/officeDocument/2006/relationships/notesMaster" Target="/ppt/notesMasters/notesMaster1.xml" Id="Re5a66d09e0aa44b2"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6cc45f9e2e1b4ed8" /><Relationship Type="http://schemas.openxmlformats.org/officeDocument/2006/relationships/notesMaster" Target="/ppt/notesMasters/notesMaster1.xml" Id="R32b706a943cc493a"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a9324572e72a4019" /><Relationship Type="http://schemas.openxmlformats.org/officeDocument/2006/relationships/notesMaster" Target="/ppt/notesMasters/notesMaster1.xml" Id="R1ccc38c1d87f495d"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5809c8f6cffe433b" /><Relationship Type="http://schemas.openxmlformats.org/officeDocument/2006/relationships/notesMaster" Target="/ppt/notesMasters/notesMaster1.xml" Id="Ra075df0c422a4f12"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cf2d0fe27a0041e7" /><Relationship Type="http://schemas.openxmlformats.org/officeDocument/2006/relationships/notesMaster" Target="/ppt/notesMasters/notesMaster1.xml" Id="R1a0bef26915d4c2d"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0a676df6bb684cc0" /><Relationship Type="http://schemas.openxmlformats.org/officeDocument/2006/relationships/notesMaster" Target="/ppt/notesMasters/notesMaster1.xml" Id="R16a0804e21cd4eed"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98f1a482f55f4f4d" /><Relationship Type="http://schemas.openxmlformats.org/officeDocument/2006/relationships/notesMaster" Target="/ppt/notesMasters/notesMaster1.xml" Id="R0486375a0a064d1e"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6f6dc948f4674ce7" /><Relationship Type="http://schemas.openxmlformats.org/officeDocument/2006/relationships/notesMaster" Target="/ppt/notesMasters/notesMaster1.xml" Id="R708d8ed771ad419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2026-10-22 · 처음 시작</a:t>
            </a:r>
          </a:p>
          <a:p xmlns:a="http://schemas.openxmlformats.org/drawingml/2006/main">
            <a:r>
              <a:t/>
            </a:r>
          </a:p>
          <a:p xmlns:a="http://schemas.openxmlformats.org/drawingml/2006/main">
            <a:r>
              <a:t>기본 경로는 파일 이미지입니다. 개인 실행은 Python 3 설치 후 터미널에서 `python -m pip install opencv-python==4.12.0.88`을 사용할 수 있는 환경이 필요합니다. 설치 권한이 없으면 강사 시연·제공 출력 비교로 진행합니다. 실제 웹캠 스크립트는 강사가 장치·권한·촬영 범위를 확인한 뒤에만 선택해서 실행합니다.</a:t>
            </a:r>
          </a:p>
          <a:p xmlns:a="http://schemas.openxmlformats.org/drawingml/2006/main">
            <a:r>
              <a:t/>
            </a:r>
          </a:p>
          <a:p xmlns:a="http://schemas.openxmlformats.org/drawingml/2006/main">
            <a:r>
              <a:t>파일과 실행</a:t>
            </a:r>
          </a:p>
          <a:p xmlns:a="http://schemas.openxmlformats.org/drawingml/2006/main">
            <a:r>
              <a:t/>
            </a:r>
          </a:p>
          <a:p xmlns:a="http://schemas.openxmlformats.org/drawingml/2006/main">
            <a:r>
              <a:t>`examples/course/data`는 읽을 입력, `code`는 완성 시연 코드, `work`는 나의 작성·수정 파일입니다. ZIP을 풀고 폴더 구조를 유지합니다. 터미널은 명령을 실행하는 창이며, 에디터는 파일 내용을 쓰고 저장하는 창입니다. 저장만으로 코드가 실행되지는 않습니다.</a:t>
            </a:r>
          </a:p>
          <a:p xmlns:a="http://schemas.openxmlformats.org/drawingml/2006/main">
            <a:r>
              <a:t/>
            </a:r>
          </a:p>
          <a:p xmlns:a="http://schemas.openxmlformats.org/drawingml/2006/main">
            <a:r>
              <a:t>1. [용어](glossary.md)에서 낯선 말을 확인합니다.</a:t>
            </a:r>
          </a:p>
          <a:p xmlns:a="http://schemas.openxmlformats.org/drawingml/2006/main">
            <a:r>
              <a:t>2. [교안](lesson.md)의 개념과 예를 읽습니다.</a:t>
            </a:r>
          </a:p>
          <a:p xmlns:a="http://schemas.openxmlformats.org/drawingml/2006/main">
            <a:r>
              <a:t>3. [활동지](practice-guide.md)의 A01부터 입력을 열고 work 양식에 기록합니다.</a:t>
            </a:r>
          </a:p>
          <a:p xmlns:a="http://schemas.openxmlformats.org/drawingml/2006/main">
            <a:r>
              <a:t>4. 코드 실행은 code/line-guide.md의 명령과 조건을 따릅니다.</a:t>
            </a:r>
          </a:p>
          <a:p xmlns:a="http://schemas.openxmlformats.org/drawingml/2006/main">
            <a:r>
              <a:t/>
            </a:r>
          </a:p>
          <a:p xmlns:a="http://schemas.openxmlformats.org/drawingml/2006/main">
            <a:r>
              <a:t>최소 성공: 기본 count2와 임계값60의 count3 차이, 입력 실패와 빈장면0 차이, release의 이유를 설명하고 근거를 남깁니다.</a:t>
            </a:r>
          </a:p>
          <a:p xmlns:a="http://schemas.openxmlformats.org/drawingml/2006/main">
            <a:r>
              <a:t/>
            </a:r>
          </a:p>
          <a:p xmlns:a="http://schemas.openxmlformats.org/drawingml/2006/main">
            <a:r>
              <a:t/>
            </a:r>
          </a:p>
          <a:p xmlns:a="http://schemas.openxmlformats.org/drawingml/2006/main">
            <a:r>
              <a:t/>
            </a:r>
          </a:p>
          <a:p xmlns:a="http://schemas.openxmlformats.org/drawingml/2006/main">
            <a:r>
              <a:t>수업 전, 이 세 가지부터 확인하세요</a:t>
            </a:r>
          </a:p>
          <a:p xmlns:a="http://schemas.openxmlformats.org/drawingml/2006/main">
            <a:r>
              <a:t/>
            </a:r>
          </a:p>
          <a:p xmlns:a="http://schemas.openxmlformats.org/drawingml/2006/main">
            <a:r>
              <a:t>앞선 수업을 기억하지 못해도 아래 질문과 풀이부터 다시 읽으면 됩니다. 먼저 자기 말로 답한 뒤 풀이와 비교하세요.</a:t>
            </a:r>
          </a:p>
          <a:p xmlns:a="http://schemas.openxmlformats.org/drawingml/2006/main">
            <a:r>
              <a:t/>
            </a:r>
          </a:p>
          <a:p xmlns:a="http://schemas.openxmlformats.org/drawingml/2006/main">
            <a:r>
              <a:t>픽셀</a:t>
            </a:r>
          </a:p>
          <a:p xmlns:a="http://schemas.openxmlformats.org/drawingml/2006/main">
            <a:r>
              <a:t/>
            </a:r>
          </a:p>
          <a:p xmlns:a="http://schemas.openxmlformats.org/drawingml/2006/main">
            <a:r>
              <a:t>질문: 이미지 폭 100과 높이 60이면 (80,70)은 안쪽인가요?</a:t>
            </a:r>
          </a:p>
          <a:p xmlns:a="http://schemas.openxmlformats.org/drawingml/2006/main">
            <a:r>
              <a:t/>
            </a:r>
          </a:p>
          <a:p xmlns:a="http://schemas.openxmlformats.org/drawingml/2006/main">
            <a:r>
              <a:t>풀이: x=80은 폭 안쪽이지만 y=70은 높이 범위를 벗어납니다. 좌표는 보통 0부터 세며 배열 접근의 행·열 순서를 확인합니다.</a:t>
            </a:r>
          </a:p>
          <a:p xmlns:a="http://schemas.openxmlformats.org/drawingml/2006/main">
            <a:r>
              <a:t/>
            </a:r>
          </a:p>
          <a:p xmlns:a="http://schemas.openxmlformats.org/drawingml/2006/main">
            <a:r>
              <a:t>검출</a:t>
            </a:r>
          </a:p>
          <a:p xmlns:a="http://schemas.openxmlformats.org/drawingml/2006/main">
            <a:r>
              <a:t/>
            </a:r>
          </a:p>
          <a:p xmlns:a="http://schemas.openxmlformats.org/drawingml/2006/main">
            <a:r>
              <a:t>질문: 밝은 영역 두 개를 찾으면 물체 두 개라고 확정하나요?</a:t>
            </a:r>
          </a:p>
          <a:p xmlns:a="http://schemas.openxmlformats.org/drawingml/2006/main">
            <a:r>
              <a:t/>
            </a:r>
          </a:p>
          <a:p xmlns:a="http://schemas.openxmlformats.org/drawingml/2006/main">
            <a:r>
              <a:t>풀이: 그 설정에서 조건을 만족하는 영역 두 개를 찾은 결과입니다. 반사·그림자·붙은 영역 때문에 실제 물체와 다를 수 있습니다.</a:t>
            </a:r>
          </a:p>
          <a:p xmlns:a="http://schemas.openxmlformats.org/drawingml/2006/main">
            <a:r>
              <a:t/>
            </a:r>
          </a:p>
          <a:p xmlns:a="http://schemas.openxmlformats.org/drawingml/2006/main">
            <a:r>
              <a:t>비교</a:t>
            </a:r>
          </a:p>
          <a:p xmlns:a="http://schemas.openxmlformats.org/drawingml/2006/main">
            <a:r>
              <a:t/>
            </a:r>
          </a:p>
          <a:p xmlns:a="http://schemas.openxmlformats.org/drawingml/2006/main">
            <a:r>
              <a:t>질문: 밝기 기준과 최소 면적을 함께 바꾸면 이유를 알 수 있나요?</a:t>
            </a:r>
          </a:p>
          <a:p xmlns:a="http://schemas.openxmlformats.org/drawingml/2006/main">
            <a:r>
              <a:t/>
            </a:r>
          </a:p>
          <a:p xmlns:a="http://schemas.openxmlformats.org/drawingml/2006/main">
            <a:r>
              <a:t>풀이: 조건을 하나만 바꾸고 나머지를 고정해야 어떤 변화가 결과에 영향을 주었는지 비교하기 쉽습니다.</a:t>
            </a:r>
          </a:p>
          <a:p xmlns:a="http://schemas.openxmlformats.org/drawingml/2006/main">
            <a:r>
              <a:t/>
            </a:r>
          </a:p>
          <a:p xmlns:a="http://schemas.openxmlformats.org/drawingml/2006/main">
            <a:r>
              <a:t>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A03 | 새 입력으로 한 번 더 확인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쉬운 사례와 단계별 풀이를 먼저 읽고 필수 결과를 직접 만들어 봅니다. 새 독립 문제는 결과를 확인한 뒤 복습하거나 도전합니다. 모든 페이지를 같은 시간에 끝내라는 뜻은 아닙니다. 설치가 막혔을 때는 제공 출력과 수동 추적으로 개념을</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outputs/2026-10-22/beginner-start.md</a:t>
            </a:r>
          </a:p>
          <a:p xmlns:a="http://schemas.openxmlformats.org/drawingml/2006/main">
            <a:r>
              <a:t>ZIP은 일반 폴더에 풀고 data·code·work 구조를 유지한다. data는 입력,code는 참고,work는 학생 복사본이다. 에디터는 파일 작성·저장,터미널은명령실행창이다. 저장만누르면실행되지는않는다. 파일이름과확장자를확인한뒤현재폴더에서명령을실행한다. 개인실행이막히면오류문구와경로를남기고강사결과또는제공출력과예상을대조한다.</a:t>
            </a:r>
          </a:p>
          <a:p xmlns:a="http://schemas.openxmlformats.org/drawingml/2006/main">
            <a:r>
              <a:t/>
            </a:r>
          </a:p>
          <a:p xmlns:a="http://schemas.openxmlformats.org/drawingml/2006/main">
            <a:r>
              <a:t>자료 위치: outputs/2026-10-22/beginner-start.md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docs/schedule.md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
            </a:r>
          </a:p>
          <a:p xmlns:a="http://schemas.openxmlformats.org/drawingml/2006/main">
            <a:r>
              <a:t>자료 위치: docs/schedule.md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outputs/2026-10-22/beginner-start.md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설치·계정·장비문제는학습성취와분리한다. 개인실행·강사실행관찰·제공출력비교·수동추적중어느방법으로확인했는지기록한다.</a:t>
            </a:r>
          </a:p>
          <a:p xmlns:a="http://schemas.openxmlformats.org/drawingml/2006/main">
            <a:r>
              <a:t/>
            </a:r>
          </a:p>
          <a:p xmlns:a="http://schemas.openxmlformats.org/drawingml/2006/main">
            <a:r>
              <a:t>자료 위치: outputs/2026-10-22/beginner-start.md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1교시 필수 개념 보충 · 좌표를 알아야 검사 위치를 정할 수 있다</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포장 검사 담당자가 사진 오른쪽 위의 인쇄만 확인하려고 합니다. 사진 파일을 보았다는 사실과 컴퓨터가 그 위치를 읽었다는 사실은 다릅니다. 파일은 저장된 자료이고, 배열은 읽은 뒤 메모리에서 값이 놓인 표입니다. 격자의 한 칸인 픽셀에 번호를 붙이면 위치를 정확히 전달할 수 있습니다. 왼쪽 위를 출발점으로 가로 번호 x, 세로 번호 y가 각각 0부터 시작합니다.</a:t>
            </a:r>
          </a:p>
          <a:p xmlns:a="http://schemas.openxmlformats.org/drawingml/2006/main">
            <a:r>
              <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
            </a:r>
          </a:p>
          <a:p xmlns:a="http://schemas.openxmlformats.org/drawingml/2006/main">
            <a:r>
              <a:t>완성 예를 종이에 추적합니다. 입력은 shape (3,4,3), 질문은 오른쪽 끝 아래 칸입니다. 처리에서 x의 마지막 번호는 4−1=3, y의 마지막 번호는 3−1=2로 계산합니다. 출력 위치는 image[2,3]입니다. 번호 4와 3을 그대로 쓰면 범위를 벗어납니다. 해상도만으로 실제 물체가 몇 mm인지 계산하지 못하며 촬영 거리와 기준 길이가 필요합니다.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높이 5, 너비 8인 새 사진의 왼쪽 아래 픽셀과 전체 위치 수를 직접 작성하세요. 채널이 3일 때 색 성분 수도 별도로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정답은 image[4,0], 위치 40곳, 색 성분 120개입니다. image[0,4]는 첫 행의 다섯 번째 위치라서 아래 칸이 아닙니다. 120을 물체 개수로 쓰면 색 성분과 검사 대상을 혼동한 것입니다.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shape의 첫 값은? → 높이입니다.</a:t>
            </a:r>
          </a:p>
          <a:p xmlns:a="http://schemas.openxmlformats.org/drawingml/2006/main">
            <a:r>
              <a:t>2. x=3,y=2의 배열 표기는? → image[2,3]입니다.</a:t>
            </a:r>
          </a:p>
          <a:p xmlns:a="http://schemas.openxmlformats.org/drawingml/2006/main">
            <a:r>
              <a:t>3. BGR의 마지막 값은? → 빨강 성분입니다.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사진 파일을 읽으면 배열이 됩니다.</a:t>
            </a:r>
          </a:p>
          <a:p xmlns:a="http://schemas.openxmlformats.org/drawingml/2006/main">
            <a:r>
              <a:t>한 칸의 색과 밝기를 픽셀 값으로 읽습니다.</a:t>
            </a:r>
          </a:p>
          <a:p xmlns:a="http://schemas.openxmlformats.org/drawingml/2006/main">
            <a:r>
              <a:t>포장 검사 담당자가 사진 오른쪽 위의 인쇄만 확인하려고 합니다. 사진 파일을 보았다는 사실과 컴퓨터가 그 위치를 읽었다는 사실은 다릅니다. 파일은 저장된 자료이고, 배열은 읽은 뒤 메모리에서 값이 놓인 표입니다. 격자의 한 칸인 픽셀에 번호를 붙이면 위치를 정확히 전달할 수 있습니다. 왼쪽 위를 출발점으로 가로 번호 x, 세로 번호 y가 각각 0부터 시작합니다.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shape (240, 320, 3)</a:t>
            </a:r>
          </a:p>
          <a:p xmlns:a="http://schemas.openxmlformats.org/drawingml/2006/main">
            <a:r>
              <a:t>높이 240 · 너비 320 · 색 채널 3</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왼쪽 위는 x=0, y=0입니다.</a:t>
            </a:r>
          </a:p>
          <a:p xmlns:a="http://schemas.openxmlformats.org/drawingml/2006/main">
            <a:r>
              <a:t>오른쪽 끝 번호는 너비−1입니다.</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화면 좌표 x=30, y=40</a:t>
            </a:r>
          </a:p>
          <a:p xmlns:a="http://schemas.openxmlformats.org/drawingml/2006/main">
            <a:r>
              <a:t>배열 위치는 image[40, 30]입니다.</a:t>
            </a:r>
          </a:p>
          <a:p xmlns:a="http://schemas.openxmlformats.org/drawingml/2006/main">
            <a:r>
              <a:t>완성 예를 종이에 추적합니다. 입력은 shape (3,4,3), 질문은 오른쪽 끝 아래 칸입니다. 처리에서 x의 마지막 번호는 4−1=3, y의 마지막 번호는 3−1=2로 계산합니다. 출력 위치는 image[2,3]입니다. 번호 4와 3을 그대로 쓰면 범위를 벗어납니다. 해상도만으로 실제 물체가 몇 mm인지 계산하지 못하며 촬영 거리와 기준 길이가 필요합니다.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B는 파랑 · G는 초록 · R은 빨강</a:t>
            </a:r>
          </a:p>
          <a:p xmlns:a="http://schemas.openxmlformats.org/drawingml/2006/main">
            <a:r>
              <a:t>[0, 0, 255]는 빨강입니다.</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work/pixel_trace.py에 저장합니다.</a:t>
            </a:r>
          </a:p>
          <a:p xmlns:a="http://schemas.openxmlformats.org/drawingml/2006/main">
            <a:r>
              <a:t>course 폴더에서 터미널 명령을 실행합니다.</a:t>
            </a:r>
          </a:p>
          <a:p xmlns:a="http://schemas.openxmlformats.org/drawingml/2006/main">
            <a:r>
              <a:t>포장 검사 담당자가 사진 오른쪽 위의 인쇄만 확인하려고 합니다. 사진 파일을 보았다는 사실과 컴퓨터가 그 위치를 읽었다는 사실은 다릅니다. 파일은 저장된 자료이고, 배열은 읽은 뒤 메모리에서 값이 놓인 표입니다. 격자의 한 칸인 픽셀에 번호를 붙이면 위치를 정확히 전달할 수 있습니다. 왼쪽 위를 출발점으로 가로 번호 x, 세로 번호 y가 각각 0부터 시작합니다.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도구 가져오기 → 0으로 찬 3×4×3 배열 → 선택 위치에 값 저장 → 출력 순서다. np는 numpy의 짧은 이름, 대괄호는 행·열 위치 선택, .shape는 크기, .tolist()는 배열을 목록으로 바꾸는 호출이다.</a:t>
            </a:r>
          </a:p>
          <a:p xmlns:a="http://schemas.openxmlformats.org/drawingml/2006/main">
            <a:r>
              <a:t>최신 운영은 50분×6</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도구 가져오기 → 0으로 찬 3×4×3 배열 → 선택 위치에 값 저장 → 출력 순서다. np는 numpy의 짧은 이름, 대괄호는 행·열 위치 선택, .shape는 크기, .tolist()는 배열을 목록으로 바꾸는 호출이다.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도구 가져오기 → 0으로 찬 3×4×3 배열 → 선택 위치에 값 저장 → 출력 순서다. np는 numpy의 짧은 이름, 대괄호는 행·열 위치 선택, .shape는 크기, .tolist()는 배열을 목록으로 바꾸는 호출이다.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(3, 4, 3)</a:t>
            </a:r>
          </a:p>
          <a:p xmlns:a="http://schemas.openxmlformats.org/drawingml/2006/main">
            <a:r>
              <a:t>[0, 0, 255]</a:t>
            </a:r>
          </a:p>
          <a:p xmlns:a="http://schemas.openxmlformats.org/drawingml/2006/main">
            <a:r>
              <a:t>위치는 12곳, 색 성분은 36개입니다.</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높이 5, 너비 8인 사진입니다.</a:t>
            </a:r>
          </a:p>
          <a:p xmlns:a="http://schemas.openxmlformats.org/drawingml/2006/main">
            <a:r>
              <a:t>왼쪽 아래 위치와 픽셀 수를 쓰세요.</a:t>
            </a:r>
          </a:p>
          <a:p xmlns:a="http://schemas.openxmlformats.org/drawingml/2006/main">
            <a:r>
              <a:t>포장 검사 담당자가 사진 오른쪽 위의 인쇄만 확인하려고 합니다. 사진 파일을 보았다는 사실과 컴퓨터가 그 위치를 읽었다는 사실은 다릅니다. 파일은 저장된 자료이고, 배열은 읽은 뒤 메모리에서 값이 놓인 표입니다. 격자의 한 칸인 픽셀에 번호를 붙이면 위치를 정확히 전달할 수 있습니다. 왼쪽 위를 출발점으로 가로 번호 x, 세로 번호 y가 각각 0부터 시작합니다.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위치: image[4, 0]</a:t>
            </a:r>
          </a:p>
          <a:p xmlns:a="http://schemas.openxmlformats.org/drawingml/2006/main">
            <a:r>
              <a:t>픽셀 수: 5×8=40</a:t>
            </a:r>
          </a:p>
          <a:p xmlns:a="http://schemas.openxmlformats.org/drawingml/2006/main">
            <a:r>
              <a:t>색 채널 3이면 색 성분은 120개입니다.</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[0, 0, 255]를 [255, 0, 0]으로 바꿉니다.</a:t>
            </a:r>
          </a:p>
          <a:p xmlns:a="http://schemas.openxmlformats.org/drawingml/2006/main">
            <a:r>
              <a:t>같은 위치가 파랑으로 바뀝니다.</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outputs/2026-10-22/beginner-start.md</a:t>
            </a:r>
          </a:p>
          <a:p xmlns:a="http://schemas.openxmlformats.org/drawingml/2006/main">
            <a:r>
              <a:t>화면 초점:</a:t>
            </a:r>
          </a:p>
          <a:p xmlns:a="http://schemas.openxmlformats.org/drawingml/2006/main">
            <a:r>
              <a:t>image[5, 0]은 행 범위를 벗어납니다.</a:t>
            </a:r>
          </a:p>
          <a:p xmlns:a="http://schemas.openxmlformats.org/drawingml/2006/main">
            <a:r>
              <a:t>마지막 행 번호는 높이−1입니다.</a:t>
            </a:r>
          </a:p>
          <a:p xmlns:a="http://schemas.openxmlformats.org/drawingml/2006/main">
            <a:r>
              <a:t>완성 예를 종이에 추적합니다. 입력은 shape (3,4,3), 질문은 오른쪽 끝 아래 칸입니다. 처리에서 x의 마지막 번호는 4−1=3, y의 마지막 번호는 3−1=2로 계산합니다. 출력 위치는 image[2,3]입니다. 번호 4와 3을 그대로 쓰면 범위를 벗어납니다. 해상도만으로 실제 물체가 몇 mm인지 계산하지 못하며 촬영 거리와 기준 길이가 필요합니다.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outputs/2026-10-22/beginner-start.md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image[y, x]가 무엇을 고르는지 말해 봅시다.</a:t>
            </a:r>
          </a:p>
          <a:p xmlns:a="http://schemas.openxmlformats.org/drawingml/2006/main">
            <a:r>
              <a:t>픽셀 수와 색 성분 수를 구분해 설명합니다.</a:t>
            </a:r>
          </a:p>
          <a:p xmlns:a="http://schemas.openxmlformats.org/drawingml/2006/main">
            <a:r>
              <a:t>포장 검사 담당자가 사진 오른쪽 위의 인쇄만 확인하려고 합니다. 사진 파일을 보았다는 사실과 컴퓨터가 그 위치를 읽었다는 사실은 다릅니다. 파일은 저장된 자료이고, 배열은 읽은 뒤 메모리에서 값이 놓인 표입니다. 격자의 한 칸인 픽셀에 번호를 붙이면 위치를 정확히 전달할 수 있습니다. 왼쪽 위를 출발점으로 가로 번호 x, 세로 번호 y가 각각 0부터 시작합니다.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outputs/2026-10-22/assessment.md</a:t>
            </a:r>
          </a:p>
          <a:p xmlns:a="http://schemas.openxmlformats.org/drawingml/2006/main">
            <a:r>
              <a:t>화면 초점:</a:t>
            </a:r>
          </a:p>
          <a:p xmlns:a="http://schemas.openxmlformats.org/drawingml/2006/main">
            <a:r>
              <a:t>추가·복습: 가로 7, 세로 2, 채널 3</a:t>
            </a:r>
          </a:p>
          <a:p xmlns:a="http://schemas.openxmlformats.org/drawingml/2006/main">
            <a:r>
              <a:t>x=6, y=1 위치와 색 성분 수를 구하세요.</a:t>
            </a:r>
          </a:p>
          <a:p xmlns:a="http://schemas.openxmlformats.org/drawingml/2006/main">
            <a:r>
              <a:t>포장 검사 담당자가 사진 오른쪽 위의 인쇄만 확인하려고 합니다. 사진 파일을 보았다는 사실과 컴퓨터가 그 위치를 읽었다는 사실은 다릅니다. 파일은 저장된 자료이고, 배열은 읽은 뒤 메모리에서 값이 놓인 표입니다. 격자의 한 칸인 픽셀에 번호를 붙이면 위치를 정확히 전달할 수 있습니다. 왼쪽 위를 출발점으로 가로 번호 x, 세로 번호 y가 각각 0부터 시작합니다.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가로 7·세로 2·채널 3인 사진에서 x=6,y=1의 표기와 색 성분 수를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image[1,6], 42개입니다. 가로·세로 순서를 뒤집거나 42를 물체 수로 쓰지 않습니다.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outputs/2026-10-22/assessment.md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2교시 필수 개념 보충 · 잘라내기와 밝기 변환이 바꾸는 정보</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작업대 사진에는 부품과 함께 창문 반사가 들어 있습니다. 검사자는 작업대 가운데만 보고 싶습니다. 관심 영역은 전체 사진에서 필요한 작은 구역이며 ROI라고 부릅니다. 잘라내기는 바깥 픽셀을 제외하고, 크기 변경은 새 격자로 값을 다시 배치합니다. 둘을 같은 일이라고 생각하면 검사 위치와 면적 기준이 틀어집니다.</a:t>
            </a:r>
          </a:p>
          <a:p xmlns:a="http://schemas.openxmlformats.org/drawingml/2006/main">
            <a:r>
              <a:t/>
            </a:r>
          </a:p>
          <a:p xmlns:a="http://schemas.openxmlformats.org/drawingml/2006/main">
            <a:r>
              <a:t>image[20:80,30:130]은 행 20부터 79, 열 30부터 129까지 가져옵니다. 콜론 뒤의 끝 번호는 포함하지 않습니다. 따라서 높이는 80−20=60, 너비는 130−30=100입니다. 잘린 사진의 (0,0)은 원본의 (30,20)입니다. 원본 좌표가 필요하면 잘린 x에 30, y에 20을 더합니다. 가로와 세로를 각각 절반으로 줄이면 같은 물체의 면적은 대략 4분의 1이 됩니다. 정확한 경계 값은 다시 만든 픽셀과 윤곽선에 따라 달라집니다.</a:t>
            </a:r>
          </a:p>
          <a:p xmlns:a="http://schemas.openxmlformats.org/drawingml/2006/main">
            <a:r>
              <a:t/>
            </a:r>
          </a:p>
          <a:p xmlns:a="http://schemas.openxmlformats.org/drawingml/2006/main">
            <a:r>
              <a:t>회색조는 여러 색 성분을 밝기 하나로 바꿉니다. 세 성분의 단순 평균이 아니라 변환 규칙을 사용합니다. 예제의 순수 빨강 BGR [0,0,255]는 대략 76, 초록 [0,255,0]은 150, 파랑 [255,0,0]은 29입니다. 밝은 부품을 찾기에는 편하지만 같은 밝기의 서로 다른 색은 구분하기 어렵습니다. 완성 흐름은 원본 읽기 → 필요한 영역 자르기 → 회색조 변환 → 높이와 너비 기록입니다. 회색조 결과의 shape는 (60,100)이며 채널 3이 사라집니다.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image[10:50,20:90]을 새로 해석하고, 잘린 좌표 x=4,y=7의 원본 좌표를 계산하세요. 빨간 라벨과 녹색 라벨을 구별할 때 회색조만으로 충분한지도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높이 40, 너비 70, 원본 x=24,y=17입니다. 색이 업무 판단의 핵심이면 원본 색 정보를 보존해야 합니다. 끝 번호를 포함해 41×71로 쓰거나 모든 색 차이가 밝기 차이로 유지된다고 쓰면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끝 번호 50은 포함되나요? → 아닙니다.</a:t>
            </a:r>
          </a:p>
          <a:p xmlns:a="http://schemas.openxmlformats.org/drawingml/2006/main">
            <a:r>
              <a:t>2. 잘린 좌표의 출발점은? → 잘라낸 영역의 왼쪽 위입니다.</a:t>
            </a:r>
          </a:p>
          <a:p xmlns:a="http://schemas.openxmlformats.org/drawingml/2006/main">
            <a:r>
              <a:t>3. 반으로 축소한 면적 기준은? → 기존 기준을 그대로 확정하지 말고 재검증합니다.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imread 실패 결과는 None입니다.</a:t>
            </a:r>
          </a:p>
          <a:p xmlns:a="http://schemas.openxmlformats.org/drawingml/2006/main">
            <a:r>
              <a:t>색 변환 전에 읽기 성공부터 확인합니다.</a:t>
            </a:r>
          </a:p>
          <a:p xmlns:a="http://schemas.openxmlformats.org/drawingml/2006/main">
            <a:r>
              <a:t>회색조는 여러 색 성분을 밝기 하나로 바꿉니다. 세 성분의 단순 평균이 아니라 변환 규칙을 사용합니다. 예제의 순수 빨강 BGR [0,0,255]는 대략 76, 초록 [0,255,0]은 150, 파랑 [255,0,0]은 29입니다. 밝은 부품을 찾기에는 편하지만 같은 밝기의 서로 다른 색은 구분하기 어렵습니다. 완성 흐름은 원본 읽기 → 필요한 영역 자르기 → 회색조 변환 → 높이와 너비 기록입니다. 회색조 결과의 shape는 (60,100)이며 채널 3이 사라집니다.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작업대만 검사하려면 사진 일부를 자릅니다.</a:t>
            </a:r>
          </a:p>
          <a:p xmlns:a="http://schemas.openxmlformats.org/drawingml/2006/main">
            <a:r>
              <a:t>잘라낸 영역을 ROI라고 부릅니다.</a:t>
            </a:r>
          </a:p>
          <a:p xmlns:a="http://schemas.openxmlformats.org/drawingml/2006/main">
            <a:r>
              <a:t>작업대 사진에는 부품과 함께 창문 반사가 들어 있습니다. 검사자는 작업대 가운데만 보고 싶습니다. 관심 영역은 전체 사진에서 필요한 작은 구역이며 ROI라고 부릅니다. 잘라내기는 바깥 픽셀을 제외하고, 크기 변경은 새 격자로 값을 다시 배치합니다. 둘을 같은 일이라고 생각하면 검사 위치와 면적 기준이 틀어집니다.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image[20:80, 30:130]</a:t>
            </a:r>
          </a:p>
          <a:p xmlns:a="http://schemas.openxmlformats.org/drawingml/2006/main">
            <a:r>
              <a:t>높이 60 · 너비 100입니다.</a:t>
            </a:r>
          </a:p>
          <a:p xmlns:a="http://schemas.openxmlformats.org/drawingml/2006/main">
            <a:r>
              <a:t>image[20:80,30:130]은 행 20부터 79, 열 30부터 129까지 가져옵니다. 콜론 뒤의 끝 번호는 포함하지 않습니다. 따라서 높이는 80−20=60, 너비는 130−30=100입니다. 잘린 사진의 (0,0)은 원본의 (30,20)입니다. 원본 좌표가 필요하면 잘린 x에 30, y에 20을 더합니다. 가로와 세로를 각각 절반으로 줄이면 같은 물체의 면적은 대략 4분의 1이 됩니다. 정확한 경계 값은 다시 만든 픽셀과 윤곽선에 따라 달라집니다.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잘린 사진의 (0,0)</a:t>
            </a:r>
          </a:p>
          <a:p xmlns:a="http://schemas.openxmlformats.org/drawingml/2006/main">
            <a:r>
              <a:t>원본에서는 x=30, y=20입니다.</a:t>
            </a:r>
          </a:p>
          <a:p xmlns:a="http://schemas.openxmlformats.org/drawingml/2006/main">
            <a:r>
              <a:t>image[20:80,30:130]은 행 20부터 79, 열 30부터 129까지 가져옵니다. 콜론 뒤의 끝 번호는 포함하지 않습니다. 따라서 높이는 80−20=60, 너비는 130−30=100입니다. 잘린 사진의 (0,0)은 원본의 (30,20)입니다. 원본 좌표가 필요하면 잘린 x에 30, y에 20을 더합니다. 가로와 세로를 각각 절반으로 줄이면 같은 물체의 면적은 대략 4분의 1이 됩니다. 정확한 경계 값은 다시 만든 픽셀과 윤곽선에 따라 달라집니다.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가로·세로를 절반으로 줄이면</a:t>
            </a:r>
          </a:p>
          <a:p xmlns:a="http://schemas.openxmlformats.org/drawingml/2006/main">
            <a:r>
              <a:t>면적은 대략 4분의 1이 됩니다.</a:t>
            </a:r>
          </a:p>
          <a:p xmlns:a="http://schemas.openxmlformats.org/drawingml/2006/main">
            <a:r>
              <a:t>image[20:80,30:130]은 행 20부터 79, 열 30부터 129까지 가져옵니다. 콜론 뒤의 끝 번호는 포함하지 않습니다. 따라서 높이는 80−20=60, 너비는 130−30=100입니다. 잘린 사진의 (0,0)은 원본의 (30,20)입니다. 원본 좌표가 필요하면 잘린 x에 30, y에 20을 더합니다. 가로와 세로를 각각 절반으로 줄이면 같은 물체의 면적은 대략 4분의 1이 됩니다. 정확한 경계 값은 다시 만든 픽셀과 윤곽선에 따라 달라집니다.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색 성분 3개를 밝기 1개로 바꿉니다.</a:t>
            </a:r>
          </a:p>
          <a:p xmlns:a="http://schemas.openxmlformats.org/drawingml/2006/main">
            <a:r>
              <a:t>같은 밝기의 다른 색은 구별하기 어렵습니다.</a:t>
            </a:r>
          </a:p>
          <a:p xmlns:a="http://schemas.openxmlformats.org/drawingml/2006/main">
            <a:r>
              <a:t>회색조는 여러 색 성분을 밝기 하나로 바꿉니다. 세 성분의 단순 평균이 아니라 변환 규칙을 사용합니다. 예제의 순수 빨강 BGR [0,0,255]는 대략 76, 초록 [0,255,0]은 150, 파랑 [255,0,0]은 29입니다. 밝은 부품을 찾기에는 편하지만 같은 밝기의 서로 다른 색은 구분하기 어렵습니다. 완성 흐름은 원본 읽기 → 필요한 영역 자르기 → 회색조 변환 → 높이와 너비 기록입니다. 회색조 결과의 shape는 (60,100)이며 채널 3이 사라집니다.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원본은 240×320, 잘라낸 행 범위는20~79,열 범위는30~129다. image[20:80,30:130]의 첫 콜론은 행, 둘째 콜론은 열이다. 원본을 직접 지우는 것이 아니라 잘린 배열을 roi로 고른다. 실제 사진과 달리 전부0인 합성 배열이므로 모양의 뜻보다 크기 추적에 집중한다.</a:t>
            </a:r>
          </a:p>
          <a:p xmlns:a="http://schemas.openxmlformats.org/drawingml/2006/main">
            <a:r>
              <a:t>최신 운영은 50분×6</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원본은 240×320, 잘라낸 행 범위는20~79,열 범위는30~129다. image[20:80,30:130]의 첫 콜론은 행, 둘째 콜론은 열이다. 원본을 직접 지우는 것이 아니라 잘린 배열을 roi로 고른다. 실제 사진과 달리 전부0인 합성 배열이므로 모양의 뜻보다 크기 추적에 집중한다.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원본은 240×320, 잘라낸 행 범위는20~79,열 범위는30~129다. image[20:80,30:130]의 첫 콜론은 행, 둘째 콜론은 열이다. 원본을 직접 지우는 것이 아니라 잘린 배열을 roi로 고른다. 실제 사진과 달리 전부0인 합성 배열이므로 모양의 뜻보다 크기 추적에 집중한다.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원본: (240, 320, 3)</a:t>
            </a:r>
          </a:p>
          <a:p xmlns:a="http://schemas.openxmlformats.org/drawingml/2006/main">
            <a:r>
              <a:t>ROI: (60, 100, 3)</a:t>
            </a:r>
          </a:p>
          <a:p xmlns:a="http://schemas.openxmlformats.org/drawingml/2006/main">
            <a:r>
              <a:t>원본 좌표가 필요하면 시작점을 더합니다.</a:t>
            </a:r>
          </a:p>
          <a:p xmlns:a="http://schemas.openxmlformats.org/drawingml/2006/main">
            <a:r>
              <a:t>image[20:80,30:130]은 행 20부터 79, 열 30부터 129까지 가져옵니다. 콜론 뒤의 끝 번호는 포함하지 않습니다. 따라서 높이는 80−20=60, 너비는 130−30=100입니다. 잘린 사진의 (0,0)은 원본의 (30,20)입니다. 원본 좌표가 필요하면 잘린 x에 30, y에 20을 더합니다. 가로와 세로를 각각 절반으로 줄이면 같은 물체의 면적은 대략 4분의 1이 됩니다. 정확한 경계 값은 다시 만든 픽셀과 윤곽선에 따라 달라집니다.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image[10:50, 20:90]의 크기는?</a:t>
            </a:r>
          </a:p>
          <a:p xmlns:a="http://schemas.openxmlformats.org/drawingml/2006/main">
            <a:r>
              <a:t>ROI (x=4,y=7)의 원본 좌표는?</a:t>
            </a:r>
          </a:p>
          <a:p xmlns:a="http://schemas.openxmlformats.org/drawingml/2006/main">
            <a:r>
              <a:t>복습 문제: image[10:50,20:90]을 새로 해석하고, 잘린 좌표 x=4,y=7의 원본 좌표를 계산하세요. 빨간 라벨과 녹색 라벨을 구별할 때 회색조만으로 충분한지도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높이 40 · 너비 70</a:t>
            </a:r>
          </a:p>
          <a:p xmlns:a="http://schemas.openxmlformats.org/drawingml/2006/main">
            <a:r>
              <a:t>원본 x=24, y=17</a:t>
            </a:r>
          </a:p>
          <a:p xmlns:a="http://schemas.openxmlformats.org/drawingml/2006/main">
            <a:r>
              <a:t>끝 번호를 더해 41×71로 세지 않습니다.</a:t>
            </a:r>
          </a:p>
          <a:p xmlns:a="http://schemas.openxmlformats.org/drawingml/2006/main">
            <a:r>
              <a:t>높이 40, 너비 70, 원본 x=24,y=17입니다. 색이 업무 판단의 핵심이면 원본 색 정보를 보존해야 합니다. 끝 번호를 포함해 41×71로 쓰거나 모든 색 차이가 밝기 차이로 유지된다고 쓰면 오답입니다.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ROI를 [20:60, 30:130]으로 바꿉니다.</a:t>
            </a:r>
          </a:p>
          <a:p xmlns:a="http://schemas.openxmlformats.org/drawingml/2006/main">
            <a:r>
              <a:t>새 높이는 40, 너비는 100입니다.</a:t>
            </a:r>
          </a:p>
          <a:p xmlns:a="http://schemas.openxmlformats.org/drawingml/2006/main">
            <a:r>
              <a:t>image[20:80,30:130]은 행 20부터 79, 열 30부터 129까지 가져옵니다. 콜론 뒤의 끝 번호는 포함하지 않습니다. 따라서 높이는 80−20=60, 너비는 130−30=100입니다. 잘린 사진의 (0,0)은 원본의 (30,20)입니다. 원본 좌표가 필요하면 잘린 x에 30, y에 20을 더합니다. 가로와 세로를 각각 절반으로 줄이면 같은 물체의 면적은 대략 4분의 1이 됩니다. 정확한 경계 값은 다시 만든 픽셀과 윤곽선에 따라 달라집니다.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outputs/2026-10-22/beginner-start.md</a:t>
            </a:r>
          </a:p>
          <a:p xmlns:a="http://schemas.openxmlformats.org/drawingml/2006/main">
            <a:r>
              <a:t>화면 초점:</a:t>
            </a:r>
          </a:p>
          <a:p xmlns:a="http://schemas.openxmlformats.org/drawingml/2006/main">
            <a:r>
              <a:t>파일 오류면 폴더·확장자·이름을 확인합니다.</a:t>
            </a:r>
          </a:p>
          <a:p xmlns:a="http://schemas.openxmlformats.org/drawingml/2006/main">
            <a:r>
              <a:t>cv2 설치 오류와 파일 경로 오류를 나눕니다.</a:t>
            </a:r>
          </a:p>
          <a:p xmlns:a="http://schemas.openxmlformats.org/drawingml/2006/main">
            <a:r>
              <a:t>작업대 사진에는 부품과 함께 창문 반사가 들어 있습니다. 검사자는 작업대 가운데만 보고 싶습니다. 관심 영역은 전체 사진에서 필요한 작은 구역이며 ROI라고 부릅니다. 잘라내기는 바깥 픽셀을 제외하고, 크기 변경은 새 격자로 값을 다시 배치합니다. 둘을 같은 일이라고 생각하면 검사 위치와 면적 기준이 틀어집니다.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outputs/2026-10-22/beginner-start.md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자르기와 크기 변경의 차이를 말해 봅시다.</a:t>
            </a:r>
          </a:p>
          <a:p xmlns:a="http://schemas.openxmlformats.org/drawingml/2006/main">
            <a:r>
              <a:t>색이 필요한 검사에서 회색조만 써도 될까요?</a:t>
            </a:r>
          </a:p>
          <a:p xmlns:a="http://schemas.openxmlformats.org/drawingml/2006/main">
            <a:r>
              <a:t>작업대 사진에는 부품과 함께 창문 반사가 들어 있습니다. 검사자는 작업대 가운데만 보고 싶습니다. 관심 영역은 전체 사진에서 필요한 작은 구역이며 ROI라고 부릅니다. 잘라내기는 바깥 픽셀을 제외하고, 크기 변경은 새 격자로 값을 다시 배치합니다. 둘을 같은 일이라고 생각하면 검사 위치와 면적 기준이 틀어집니다.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outputs/2026-10-22/assessment.md</a:t>
            </a:r>
          </a:p>
          <a:p xmlns:a="http://schemas.openxmlformats.org/drawingml/2006/main">
            <a:r>
              <a:t>화면 초점:</a:t>
            </a:r>
          </a:p>
          <a:p xmlns:a="http://schemas.openxmlformats.org/drawingml/2006/main">
            <a:r>
              <a:t>추가·도전: 빨간 라벨과 초록 라벨 검사</a:t>
            </a:r>
          </a:p>
          <a:p xmlns:a="http://schemas.openxmlformats.org/drawingml/2006/main">
            <a:r>
              <a:t>밝기만 남기면 어떤 정보가 사라질까요?</a:t>
            </a:r>
          </a:p>
          <a:p xmlns:a="http://schemas.openxmlformats.org/drawingml/2006/main">
            <a:r>
              <a:t>복습 문제: image[10:50,20:90]을 새로 해석하고, 잘린 좌표 x=4,y=7의 원본 좌표를 계산하세요. 빨간 라벨과 녹색 라벨을 구별할 때 회색조만으로 충분한지도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ROI가 [5:25,10:60]일 때 크기와 ROI (3,4)의 원본 (x,y)를 계산하세요.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높이 20·너비 50, 원본 (13,9)입니다. 끝 번호는 제외하고 원본 시작점만 더합니다.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outputs/2026-10-22/assessment.md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3교시 필수 개념 보충 · 임계값과 면적 기준은 서로 다른 질문이다</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검사 화면에서 밝은 부품 세 개와 작은 먼지 하나가 보입니다. 먼저 밝은 위치를 고르고, 그다음 너무 작은 영역을 제외하려 합니다. 첫 단계는 어떤 픽셀을 남길지 묻고, 두 번째는 남은 덩어리 중 어떤 크기를 셀지 묻습니다. 이 두 질문에 각각 threshold와 min_area라는 설정 이름을 붙입니다.</a:t>
            </a:r>
          </a:p>
          <a:p xmlns:a="http://schemas.openxmlformats.org/drawingml/2006/main">
            <a:r>
              <a:t/>
            </a:r>
          </a:p>
          <a:p xmlns:a="http://schemas.openxmlformats.org/drawingml/2006/main">
            <a:r>
              <a:t>THRESH_BINARY는 밝기가 임계값보다 클 때 255, 작거나 같을 때 0을 출력합니다. 입력 밝기 [80,100,101,220]과 임계값 100이면 출력은 [0,0,255,255]입니다. 100이 흰색이 되지 않는 이유는 비교가 크거나 같음이 아니라 엄격한 초과이기 때문입니다. 흰색은 조건 통과 위치를 뜻하며 부품 종류나 불량의 의미까지 알려 주지 않습니다.</a:t>
            </a:r>
          </a:p>
          <a:p xmlns:a="http://schemas.openxmlformats.org/drawingml/2006/main">
            <a:r>
              <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밝기 [60,90,91,200], threshold=90의 마스크를 작성하세요. 이어서 윤곽선 면적 [49,50,120], min_area=50에서 남는 영역 수를 별도로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마스크는 [0,0,255,255], 영역 수는 2입니다. 밝기 90을 남기는 답은 경계 비교 오류이고, 면적 50을 버리는 답은 코드의 &gt;=를 &gt;로 바꿔 읽은 오류입니다. 두 흰 픽셀과 두 영역이 같은 수라는 일반 규칙은 없습니다.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threshold의 단위는? → 이 예의 8비트 밝기 값입니다.</a:t>
            </a:r>
          </a:p>
          <a:p xmlns:a="http://schemas.openxmlformats.org/drawingml/2006/main">
            <a:r>
              <a:t>2. min_area의 역할은? → 작은 윤곽선 영역을 제외합니다.</a:t>
            </a:r>
          </a:p>
          <a:p xmlns:a="http://schemas.openxmlformats.org/drawingml/2006/main">
            <a:r>
              <a:t>3. 붙은 부품 둘은 반드시 두 영역인가요? → 아닙니다.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threshold는 픽셀의 밝기 기준입니다.</a:t>
            </a:r>
          </a:p>
          <a:p xmlns:a="http://schemas.openxmlformats.org/drawingml/2006/main">
            <a:r>
              <a:t>물체 종류를 알아내는 규칙은 아닙니다.</a:t>
            </a:r>
          </a:p>
          <a:p xmlns:a="http://schemas.openxmlformats.org/drawingml/2006/main">
            <a:r>
              <a:t>마스크는 [0,0,255,255], 영역 수는 2입니다. 밝기 90을 남기는 답은 경계 비교 오류이고, 면적 50을 버리는 답은 코드의 &gt;=를 &gt;로 바꿔 읽은 오류입니다. 두 흰 픽셀과 두 영역이 같은 수라는 일반 규칙은 없습니다.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THRESH_BINARY: 밝기 &gt; 기준 → 255</a:t>
            </a:r>
          </a:p>
          <a:p xmlns:a="http://schemas.openxmlformats.org/drawingml/2006/main">
            <a:r>
              <a:t>기준 이하 → 0</a:t>
            </a:r>
          </a:p>
          <a:p xmlns:a="http://schemas.openxmlformats.org/drawingml/2006/main">
            <a:r>
              <a:t>THRESH_BINARY는 밝기가 임계값보다 클 때 255, 작거나 같을 때 0을 출력합니다. 입력 밝기 [80,100,101,220]과 임계값 100이면 출력은 [0,0,255,255]입니다. 100이 흰색이 되지 않는 이유는 비교가 크거나 같음이 아니라 엄격한 초과이기 때문입니다. 흰색은 조건 통과 위치를 뜻하며 부품 종류나 불량의 의미까지 알려 주지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흰색은 조건을 만족한 위치입니다.</a:t>
            </a:r>
          </a:p>
          <a:p xmlns:a="http://schemas.openxmlformats.org/drawingml/2006/main">
            <a:r>
              <a:t>검출 성공이나 불량 판정을 뜻하지 않습니다.</a:t>
            </a:r>
          </a:p>
          <a:p xmlns:a="http://schemas.openxmlformats.org/drawingml/2006/main">
            <a:r>
              <a:t>THRESH_BINARY는 밝기가 임계값보다 클 때 255, 작거나 같을 때 0을 출력합니다. 입력 밝기 [80,100,101,220]과 임계값 100이면 출력은 [0,0,255,255]입니다. 100이 흰색이 되지 않는 이유는 비교가 크거나 같음이 아니라 엄격한 초과이기 때문입니다. 흰색은 조건 통과 위치를 뜻하며 부품 종류나 불량의 의미까지 알려 주지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붙은 부품 둘이 한 영역이 될 수 있습니다.</a:t>
            </a:r>
          </a:p>
          <a:p xmlns:a="http://schemas.openxmlformats.org/drawingml/2006/main">
            <a:r>
              <a:t>영역 수와 물품 수를 구분합니다.</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min_area는 윤곽선 면적의 최소 기준입니다.</a:t>
            </a:r>
          </a:p>
          <a:p xmlns:a="http://schemas.openxmlformats.org/drawingml/2006/main">
            <a:r>
              <a:t>현재 코드는 면적 &gt;= 기준을 남깁니다.</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contourArea는 경계 좌표로 면적을 구합니다.</a:t>
            </a:r>
          </a:p>
          <a:p xmlns:a="http://schemas.openxmlformats.org/drawingml/2006/main">
            <a:r>
              <a:t>흰 픽셀 개수와 항상 같지는 않습니다.</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cv2는 영상 도구, numpy는 배열 도구다. uint8은0~255정수 저장형식이다. threshold의 입력 인자는 배열,밝기 기준,최댓값,방식 순서다. used와mask는 함수의 반환값 두 개를 나눠받은 이름이다. 함수는 brightness &gt;100이면255를 반환하므로100은0이 된다. 현재 화면은 참고 코드의 출력 라벨만 짧게 바꾼 완결 예다.</a:t>
            </a:r>
          </a:p>
          <a:p xmlns:a="http://schemas.openxmlformats.org/drawingml/2006/main">
            <a:r>
              <a:t>최신 운영은 50분×6</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cv2는 영상 도구, numpy는 배열 도구다. uint8은0~255정수 저장형식이다. threshold의 입력 인자는 배열,밝기 기준,최댓값,방식 순서다. used와mask는 함수의 반환값 두 개를 나눠받은 이름이다. 함수는 brightness &gt;100이면255를 반환하므로100은0이 된다. 현재 화면은 참고 코드의 출력 라벨만 짧게 바꾼 완결 예다.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cv2는 영상 도구, numpy는 배열 도구다. uint8은0~255정수 저장형식이다. threshold의 입력 인자는 배열,밝기 기준,최댓값,방식 순서다. used와mask는 함수의 반환값 두 개를 나눠받은 이름이다. 함수는 brightness &gt;100이면255를 반환하므로100은0이 된다. 현재 화면은 참고 코드의 출력 라벨만 짧게 바꾼 완결 예다.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이 사진은 합성 검사 입력입니다.</a:t>
            </a:r>
          </a:p>
          <a:p xmlns:a="http://schemas.openxmlformats.org/drawingml/2006/main">
            <a:r>
              <a:t>같은 사진으로 조건을 비교합니다.</a:t>
            </a:r>
          </a:p>
          <a:p xmlns:a="http://schemas.openxmlformats.org/drawingml/2006/main">
            <a:r>
              <a:t>검사 화면에서 밝은 부품 세 개와 작은 먼지 하나가 보입니다. 먼저 밝은 위치를 고르고, 그다음 너무 작은 영역을 제외하려 합니다. 첫 단계는 어떤 픽셀을 남길지 묻고, 두 번째는 남은 덩어리 중 어떤 크기를 셀지 묻습니다. 이 두 질문에 각각 threshold와 min_area라는 설정 이름을 붙입니다.</a:t>
            </a:r>
          </a:p>
          <a:p xmlns:a="http://schemas.openxmlformats.org/drawingml/2006/main">
            <a:r>
              <a:t>원본과 중간 처리 결과를 같은 조건의 증거로 비교한다. 제공 합성 입력이며 실물 성능 보증이 아니다.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밝기 100 초과 위치가 흰색입니다.</a:t>
            </a:r>
          </a:p>
          <a:p xmlns:a="http://schemas.openxmlformats.org/drawingml/2006/main">
            <a:r>
              <a:t>원본과 남은 영역을 대조합니다.</a:t>
            </a:r>
          </a:p>
          <a:p xmlns:a="http://schemas.openxmlformats.org/drawingml/2006/main">
            <a:r>
              <a:t>검사 화면에서 밝은 부품 세 개와 작은 먼지 하나가 보입니다. 먼저 밝은 위치를 고르고, 그다음 너무 작은 영역을 제외하려 합니다. 첫 단계는 어떤 픽셀을 남길지 묻고, 두 번째는 남은 덩어리 중 어떤 크기를 셀지 묻습니다. 이 두 질문에 각각 threshold와 min_area라는 설정 이름을 붙입니다.</a:t>
            </a:r>
          </a:p>
          <a:p xmlns:a="http://schemas.openxmlformats.org/drawingml/2006/main">
            <a:r>
              <a:t>원본과 중간 처리 결과를 같은 조건의 증거로 비교한다. 제공 합성 입력이며 실물 성능 보증이 아니다.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기본 설정에서 남긴 영역은 2개입니다.</a:t>
            </a:r>
          </a:p>
          <a:p xmlns:a="http://schemas.openxmlformats.org/drawingml/2006/main">
            <a:r>
              <a:t>박스가 어떤 영역을 둘렀는지 봅니다.</a:t>
            </a:r>
          </a:p>
          <a:p xmlns:a="http://schemas.openxmlformats.org/drawingml/2006/main">
            <a:r>
              <a:t>검사 화면에서 밝은 부품 세 개와 작은 먼지 하나가 보입니다. 먼저 밝은 위치를 고르고, 그다음 너무 작은 영역을 제외하려 합니다. 첫 단계는 어떤 픽셀을 남길지 묻고, 두 번째는 남은 덩어리 중 어떤 크기를 셀지 묻습니다. 이 두 질문에 각각 threshold와 min_area라는 설정 이름을 붙입니다.</a:t>
            </a:r>
          </a:p>
          <a:p xmlns:a="http://schemas.openxmlformats.org/drawingml/2006/main">
            <a:r>
              <a:t>원본과 중간 처리 결과를 같은 조건의 증거로 비교한다. 제공 합성 입력이며 실물 성능 보증이 아니다.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기준: 100.0</a:t>
            </a:r>
          </a:p>
          <a:p xmlns:a="http://schemas.openxmlformats.org/drawingml/2006/main">
            <a:r>
              <a:t>마스크: [[0, 0, 255, 255]]</a:t>
            </a:r>
          </a:p>
          <a:p xmlns:a="http://schemas.openxmlformats.org/drawingml/2006/main">
            <a:r>
              <a:t>100은 기준과 같아서 0이 됩니다.</a:t>
            </a:r>
          </a:p>
          <a:p xmlns:a="http://schemas.openxmlformats.org/drawingml/2006/main">
            <a:r>
              <a:t>THRESH_BINARY는 밝기가 임계값보다 클 때 255, 작거나 같을 때 0을 출력합니다. 입력 밝기 [80,100,101,220]과 임계값 100이면 출력은 [0,0,255,255]입니다. 100이 흰색이 되지 않는 이유는 비교가 크거나 같음이 아니라 엄격한 초과이기 때문입니다. 흰색은 조건 통과 위치를 뜻하며 부품 종류나 불량의 의미까지 알려 주지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밝기 [60,90,91,200], 기준 90</a:t>
            </a:r>
          </a:p>
          <a:p xmlns:a="http://schemas.openxmlformats.org/drawingml/2006/main">
            <a:r>
              <a:t>면적 [49,50,120], 최소 면적 50</a:t>
            </a:r>
          </a:p>
          <a:p xmlns:a="http://schemas.openxmlformats.org/drawingml/2006/main">
            <a:r>
              <a:t>남는 값과 영역 수를 각각 쓰세요.</a:t>
            </a:r>
          </a:p>
          <a:p xmlns:a="http://schemas.openxmlformats.org/drawingml/2006/main">
            <a:r>
              <a:t>복습 문제: 밝기 [60,90,91,200], threshold=90의 마스크를 작성하세요. 이어서 윤곽선 면적 [49,50,120], min_area=50에서 남는 영역 수를 별도로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마스크: [0,0,255,255]</a:t>
            </a:r>
          </a:p>
          <a:p xmlns:a="http://schemas.openxmlformats.org/drawingml/2006/main">
            <a:r>
              <a:t>영역 수: 2개</a:t>
            </a:r>
          </a:p>
          <a:p xmlns:a="http://schemas.openxmlformats.org/drawingml/2006/main">
            <a:r>
              <a:t>밝기는 &gt;, 면적은 &gt;=를 확인합니다.</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threshold를 101로 바꿉니다.</a:t>
            </a:r>
          </a:p>
          <a:p xmlns:a="http://schemas.openxmlformats.org/drawingml/2006/main">
            <a:r>
              <a:t>마스크: [[0,0,0,255]]</a:t>
            </a:r>
          </a:p>
          <a:p xmlns:a="http://schemas.openxmlformats.org/drawingml/2006/main">
            <a:r>
              <a:t>마스크는 [0,0,255,255], 영역 수는 2입니다. 밝기 90을 남기는 답은 경계 비교 오류이고, 면적 50을 버리는 답은 코드의 &gt;=를 &gt;로 바꿔 읽은 오류입니다. 두 흰 픽셀과 두 영역이 같은 수라는 일반 규칙은 없습니다.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outputs/2026-10-22/beginner-start.md</a:t>
            </a:r>
          </a:p>
          <a:p xmlns:a="http://schemas.openxmlformats.org/drawingml/2006/main">
            <a:r>
              <a:t>화면 초점:</a:t>
            </a:r>
          </a:p>
          <a:p xmlns:a="http://schemas.openxmlformats.org/drawingml/2006/main">
            <a:r>
              <a:t>설정을 동시에 바꾸지 않습니다.</a:t>
            </a:r>
          </a:p>
          <a:p xmlns:a="http://schemas.openxmlformats.org/drawingml/2006/main">
            <a:r>
              <a:t>먼저 마스크와 박스 그림을 대조합니다.</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outputs/2026-10-22/beginner-start.md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threshold와 min_area는 다른 질문입니다.</a:t>
            </a:r>
          </a:p>
          <a:p xmlns:a="http://schemas.openxmlformats.org/drawingml/2006/main">
            <a:r>
              <a:t>두 기준의 역할을 한 문장씩 설명합니다.</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outputs/2026-10-22/assessment.md</a:t>
            </a:r>
          </a:p>
          <a:p xmlns:a="http://schemas.openxmlformats.org/drawingml/2006/main">
            <a:r>
              <a:t>화면 초점:</a:t>
            </a:r>
          </a:p>
          <a:p xmlns:a="http://schemas.openxmlformats.org/drawingml/2006/main">
            <a:r>
              <a:t>추가·도전: 부품 두 개가 붙었습니다.</a:t>
            </a:r>
          </a:p>
          <a:p xmlns:a="http://schemas.openxmlformats.org/drawingml/2006/main">
            <a:r>
              <a:t>영역 하나가 나올 수 있는 이유를 설명하세요.</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밝기 [99,100,101], threshold=100과 면적 [99,100,101], min_area=100을 각각 판정하세요.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마스크 [0,0,255], 남는 영역 2개입니다. 밝기의 &gt;와 면적의 &gt;=를 구별합니다.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outputs/2026-10-22/assessment.md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4교시 필수 개념 보충 · 한 조건씩 바꾸고 새 장면으로 시험한다</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밝은 작업대에서는 검출이 잘 되는데 조명을 줄이자 부품 하나가 사라졌습니다. 담당자는 숫자가 맞을 때까지 여러 설정을 동시에 바꾸고 싶습니다. 그러나 원인을 설명하려면 비교 조건을 관리해야 합니다. 같은 사진과 같은 크기를 유지하고 threshold만 바꾸는 실험과 min_area만 바꾸는 실험을 나눕니다.</a:t>
            </a:r>
          </a:p>
          <a:p xmlns:a="http://schemas.openxmlformats.org/drawingml/2006/main">
            <a:r>
              <a:t/>
            </a:r>
          </a:p>
          <a:p xmlns:a="http://schemas.openxmlformats.org/drawingml/2006/main">
            <a:r>
              <a:t>완성 비교표의 기본 행은 파일 P, threshold 100, min_area 100, 관찰 영역 3입니다. 두 번째 행은 같은 P, threshold 150, min_area 100, 관찰 영역 2라는 가상 관찰입니다. 여기서는 밝기 기준 변화의 영향을 비교할 수 있습니다. 세 번째 행에서 파일까지 어두운 D로 바꾸면 두 변화가 섞여 두 번째 행과 같은 근거로 읽지 못합니다. 값이 달라졌다는 관찰과 왜 달라졌다는 설명을 분리합니다.</a:t>
            </a:r>
          </a:p>
          <a:p xmlns:a="http://schemas.openxmlformats.org/drawingml/2006/main">
            <a:r>
              <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증거를 덮어쓰는 일을 막을 수 있습니다.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원본 조건 (100,100)에서 한 팀은 (80,50)으로, 다른 팀은 (80,100)으로 바꾸었습니다. 밝기 기준의 영향만 설명할 수 있는 팀과 이유를 쓰고 새 보류 입력 한 종류를 제안하세요.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두 번째 팀은 면적 기준을 유지했으므로 밝기 기준 비교에 적합합니다. 첫 팀의 결과에는 두 설정 변화가 섞였습니다. 다른 배치나 다른 조명 사진을 제안하되 무엇을 확인하고 무엇을 아직 확인하지 못하는지 적으면 인정합니다.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기대값은 언제 쓰나요? → 실행 전에 씁니다.</a:t>
            </a:r>
          </a:p>
          <a:p xmlns:a="http://schemas.openxmlformats.org/drawingml/2006/main">
            <a:r>
              <a:t>2. 새 설정이면 무엇을 재시험하나요? → 기존 입력과 새 입력을 함께 봅니다.</a:t>
            </a:r>
          </a:p>
          <a:p xmlns:a="http://schemas.openxmlformats.org/drawingml/2006/main">
            <a:r>
              <a:t>3. 파일 통과가 실물 통과인가요? → 아닙니다.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parts.png · threshold 100 · min_area 100</a:t>
            </a:r>
          </a:p>
          <a:p xmlns:a="http://schemas.openxmlformats.org/drawingml/2006/main">
            <a:r>
              <a:t>기본 관찰 영역 수는 2개입니다.</a:t>
            </a:r>
          </a:p>
          <a:p xmlns:a="http://schemas.openxmlformats.org/drawingml/2006/main">
            <a:r>
              <a:t>완성 비교표의 기본 행은 파일 P, threshold 100, min_area 100, 관찰 영역 3입니다. 두 번째 행은 같은 P, threshold 150, min_area 100, 관찰 영역 2라는 가상 관찰입니다. 여기서는 밝기 기준 변화의 영향을 비교할 수 있습니다. 세 번째 행에서 파일까지 어두운 D로 바꾸면 두 변화가 섞여 두 번째 행과 같은 근거로 읽지 못합니다. 값이 달라졌다는 관찰과 왜 달라졌다는 설명을 분리합니다.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같은 사진과 면적 기준을 유지합니다.</a:t>
            </a:r>
          </a:p>
          <a:p xmlns:a="http://schemas.openxmlformats.org/drawingml/2006/main">
            <a:r>
              <a:t>밝기 기준의 영향만 비교합니다.</a:t>
            </a:r>
          </a:p>
          <a:p xmlns:a="http://schemas.openxmlformats.org/drawingml/2006/main">
            <a:r>
              <a:t>복습 문제: 원본 조건 (100,100)에서 한 팀은 (80,50)으로, 다른 팀은 (80,100)으로 바꾸었습니다. 밝기 기준의 영향만 설명할 수 있는 팀과 이유를 쓰고 새 보류 입력 한 종류를 제안하세요.</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parts.png · threshold 60 · min_area 100</a:t>
            </a:r>
          </a:p>
          <a:p xmlns:a="http://schemas.openxmlformats.org/drawingml/2006/main">
            <a:r>
              <a:t>관찰 영역 수는 3개입니다.</a:t>
            </a:r>
          </a:p>
          <a:p xmlns:a="http://schemas.openxmlformats.org/drawingml/2006/main">
            <a:r>
              <a:t>완성 비교표의 기본 행은 파일 P, threshold 100, min_area 100, 관찰 영역 3입니다. 두 번째 행은 같은 P, threshold 150, min_area 100, 관찰 영역 2라는 가상 관찰입니다. 여기서는 밝기 기준 변화의 영향을 비교할 수 있습니다. 세 번째 행에서 파일까지 어두운 D로 바꾸면 두 변화가 섞여 두 번째 행과 같은 근거로 읽지 못합니다. 값이 달라졌다는 관찰과 왜 달라졌다는 설명을 분리합니다.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settings · mask · detected · report</a:t>
            </a:r>
          </a:p>
          <a:p xmlns:a="http://schemas.openxmlformats.org/drawingml/2006/main">
            <a:r>
              <a:t>다음 실행 전에 별도 폴더에 복사합니다.</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증거를 덮어쓰는 일을 막을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빈 장면 · 어두운 장면 · 붙은 부품</a:t>
            </a:r>
          </a:p>
          <a:p xmlns:a="http://schemas.openxmlformats.org/drawingml/2006/main">
            <a:r>
              <a:t>서로 다른 실패 조건을 드러냅니다.</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증거를 덮어쓰는 일을 막을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holdout.png는 새 배치의 입력입니다.</a:t>
            </a:r>
          </a:p>
          <a:p xmlns:a="http://schemas.openxmlformats.org/drawingml/2006/main">
            <a:r>
              <a:t>설정을 유지한 뒤 기대값과 비교합니다.</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증거를 덮어쓰는 일을 막을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증거를 덮어쓰는 일을 막을 수 있습니다.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2→3은 같은 사진에서 밝기 기준을 바꾼 결과입니다.</a:t>
            </a:r>
          </a:p>
          <a:p xmlns:a="http://schemas.openxmlformats.org/drawingml/2006/main">
            <a:r>
              <a:t>어느 영역이 추가됐는지 그림으로 확인합니다.</a:t>
            </a:r>
          </a:p>
          <a:p xmlns:a="http://schemas.openxmlformats.org/drawingml/2006/main">
            <a:r>
              <a:t>완성 비교표의 기본 행은 파일 P, threshold 100, min_area 100, 관찰 영역 3입니다. 두 번째 행은 같은 P, threshold 150, min_area 100, 관찰 영역 2라는 가상 관찰입니다. 여기서는 밝기 기준 변화의 영향을 비교할 수 있습니다. 세 번째 행에서 파일까지 어두운 D로 바꾸면 두 변화가 섞여 두 번째 행과 같은 근거로 읽지 못합니다. 값이 달라졌다는 관찰과 왜 달라졌다는 설명을 분리합니다.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(100,100)을 (80,50)으로 바꾼 팀</a:t>
            </a:r>
          </a:p>
          <a:p xmlns:a="http://schemas.openxmlformats.org/drawingml/2006/main">
            <a:r>
              <a:t>(100,100)을 (80,100)으로 바꾼 팀</a:t>
            </a:r>
          </a:p>
          <a:p xmlns:a="http://schemas.openxmlformats.org/drawingml/2006/main">
            <a:r>
              <a:t>밝기 영향만 비교하기 좋은 팀은?</a:t>
            </a:r>
          </a:p>
          <a:p xmlns:a="http://schemas.openxmlformats.org/drawingml/2006/main">
            <a:r>
              <a:t>복습 문제: 원본 조건 (100,100)에서 한 팀은 (80,50)으로, 다른 팀은 (80,100)으로 바꾸었습니다. 밝기 기준의 영향만 설명할 수 있는 팀과 이유를 쓰고 새 보류 입력 한 종류를 제안하세요.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두 번째 팀입니다.</a:t>
            </a:r>
          </a:p>
          <a:p xmlns:a="http://schemas.openxmlformats.org/drawingml/2006/main">
            <a:r>
              <a:t>면적 기준을 유지했기 때문입니다.</a:t>
            </a:r>
          </a:p>
          <a:p xmlns:a="http://schemas.openxmlformats.org/drawingml/2006/main">
            <a:r>
              <a:t>첫 번째 팀은 두 조건이 함께 바뀌었습니다.</a:t>
            </a:r>
          </a:p>
          <a:p xmlns:a="http://schemas.openxmlformats.org/drawingml/2006/main">
            <a:r>
              <a:t>두 번째 팀은 면적 기준을 유지했으므로 밝기 기준 비교에 적합합니다. 첫 팀의 결과에는 두 설정 변화가 섞였습니다. 다른 배치나 다른 조명 사진을 제안하되 무엇을 확인하고 무엇을 아직 확인하지 못하는지 적으면 인정합니다.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새 threshold를 시험했다면</a:t>
            </a:r>
          </a:p>
          <a:p xmlns:a="http://schemas.openxmlformats.org/drawingml/2006/main">
            <a:r>
              <a:t>기존 입력과 새 입력을 함께 재시험합니다.</a:t>
            </a:r>
          </a:p>
          <a:p xmlns:a="http://schemas.openxmlformats.org/drawingml/2006/main">
            <a:r>
              <a:t>1. 기대값은 언제 쓰나요? → 실행 전에 씁니다.</a:t>
            </a:r>
          </a:p>
          <a:p xmlns:a="http://schemas.openxmlformats.org/drawingml/2006/main">
            <a:r>
              <a:t>2. 새 설정이면 무엇을 재시험하나요? → 기존 입력과 새 입력을 함께 봅니다.</a:t>
            </a:r>
          </a:p>
          <a:p xmlns:a="http://schemas.openxmlformats.org/drawingml/2006/main">
            <a:r>
              <a:t>3. 파일 통과가 실물 통과인가요? → 아닙니다.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outputs/2026-10-22/beginner-start.md</a:t>
            </a:r>
          </a:p>
          <a:p xmlns:a="http://schemas.openxmlformats.org/drawingml/2006/main">
            <a:r>
              <a:t>화면 초점:</a:t>
            </a:r>
          </a:p>
          <a:p xmlns:a="http://schemas.openxmlformats.org/drawingml/2006/main">
            <a:r>
              <a:t>마지막 출력만 세 실험의 증거로 쓰지 않습니다.</a:t>
            </a:r>
          </a:p>
          <a:p xmlns:a="http://schemas.openxmlformats.org/drawingml/2006/main">
            <a:r>
              <a:t>실행 직후 조건과 결과를 묶어 보관합니다.</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증거를 덮어쓰는 일을 막을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outputs/2026-10-22/beginner-start.md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기대값과 관찰이 다르면 어떻게 기록하나요?</a:t>
            </a:r>
          </a:p>
          <a:p xmlns:a="http://schemas.openxmlformats.org/drawingml/2006/main">
            <a:r>
              <a:t>실패를 숨기지 않고 원인 후보를 씁니다.</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증거를 덮어쓰는 일을 막을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outputs/2026-10-22/assessment.md</a:t>
            </a:r>
          </a:p>
          <a:p xmlns:a="http://schemas.openxmlformats.org/drawingml/2006/main">
            <a:r>
              <a:t>화면 초점:</a:t>
            </a:r>
          </a:p>
          <a:p xmlns:a="http://schemas.openxmlformats.org/drawingml/2006/main">
            <a:r>
              <a:t>추가·복습: 조명을 줄인 새 사진</a:t>
            </a:r>
          </a:p>
          <a:p xmlns:a="http://schemas.openxmlformats.org/drawingml/2006/main">
            <a:r>
              <a:t>무엇을 확인하고 무엇이 미확인인지 쓰세요.</a:t>
            </a:r>
          </a:p>
          <a:p xmlns:a="http://schemas.openxmlformats.org/drawingml/2006/main">
            <a:r>
              <a:t>두 번째 팀은 면적 기준을 유지했으므로 밝기 기준 비교에 적합합니다. 첫 팀의 결과에는 두 설정 변화가 섞였습니다. 다른 배치나 다른 조명 사진을 제안하되 무엇을 확인하고 무엇을 아직 확인하지 못하는지 적으면 인정합니다.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밝기와 면적 기준을 동시에 바꿔 수가 4에서 3이 되었습니다. 원인 검증용 다음 시험을 작성하세요.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같은 파일과 면적 기준을 고정하고 밝기만 바꾸거나 반대로 한 조건만 비교합니다. 현재 숫자만으로 원인을 확정할 수 없습니다.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outputs/2026-10-22/assessment.md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5교시 필수 개념 보충 · 프레임마다 초기화와 장치 자원 종료</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같은 부품이 세 프레임에 계속 보이면 검출 결과가 세 번 나옵니다. 이를 물품 세 개가 지나갔다고 보고하면 수량이 틀립니다. 프레임은 한 시점의 사진이며, 프레임별 영역 수는 그 시점에 보이는 영역 수입니다. 고유 물체의 이동과 통과를 세려면 별도의 추적 규칙과 시험이 필요합니다.</a:t>
            </a:r>
          </a:p>
          <a:p xmlns:a="http://schemas.openxmlformats.org/drawingml/2006/main">
            <a:r>
              <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
            </a:r>
          </a:p>
          <a:p xmlns:a="http://schemas.openxmlformats.org/drawingml/2006/main">
            <a:r>
              <a:t>실제 카메라 경로에서는 VideoCapture로 장치를 열고 isOpened로 열기 성공을 확인합니다. read의 ok는 프레임을 받았는지 알리는 값입니다. 장치 열기 성공과 계속 프레임을 받는 성공은 별도입니다. 실패한 프레임에 바로 색 변환을 적용하지 않습니다. finally는 정상 종료와 오류 종료 뒤 모두 자원을 정리할 자리를 제공합니다. release는 카메라 점유를 풀고 destroyAllWindows는 만든 창을 닫습니다. 파일 재생이 완료되어도 권한, 장치 번호, GUI 창, 프레임 지연은 확인하지 않은 상태입니다. 실제 장비가 없으면 장치를 임의로 열지 않고 종료 흐름을 종이에서 설명합니다.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프레임의 영역 수가 [2,1,0]일 때 매번 초기화한 출력과 누적 출력의 차이를 직접 쓰세요. 카메라 열기 성공 뒤 read가 실패하면 다음 행동도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프레임별 출력은 2,1,0이고 누적은 2,3,3입니다. read 실패이면 처리 반복을 끝내고 자원을 해제합니다. 마지막 정상 프레임을 새 측정처럼 반복 출력하면 관찰 시각이 틀린 보고가 됩니다.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프레임 세 장은 물품 세 개인가요? → 그렇게 단정할 수 없습니다.</a:t>
            </a:r>
          </a:p>
          <a:p xmlns:a="http://schemas.openxmlformats.org/drawingml/2006/main">
            <a:r>
              <a:t>2. count=0 위치는? → 프레임 처리 반복 안입니다.</a:t>
            </a:r>
          </a:p>
          <a:p xmlns:a="http://schemas.openxmlformats.org/drawingml/2006/main">
            <a:r>
              <a:t>3. finally의 목적은? → 종료 경로에서 장치와 창을 정리합니다.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같은 물체가 여러 프레임에 반복됩니다.</a:t>
            </a:r>
          </a:p>
          <a:p xmlns:a="http://schemas.openxmlformats.org/drawingml/2006/main">
            <a:r>
              <a:t>프레임 수를 물품 수로 세지 않습니다.</a:t>
            </a:r>
          </a:p>
          <a:p xmlns:a="http://schemas.openxmlformats.org/drawingml/2006/main">
            <a:r>
              <a:t>같은 부품이 세 프레임에 계속 보이면 검출 결과가 세 번 나옵니다. 이를 물품 세 개가 지나갔다고 보고하면 수량이 틀립니다. 프레임은 한 시점의 사진이며, 프레임별 영역 수는 그 시점에 보이는 영역 수입니다. 고유 물체의 이동과 통과를 세려면 별도의 추적 규칙과 시험이 필요합니다.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parts.png 2 · empty.png 0 · holdout.png 3</a:t>
            </a:r>
          </a:p>
          <a:p xmlns:a="http://schemas.openxmlformats.org/drawingml/2006/main">
            <a:r>
              <a:t>같은 설정으로 순서대로 처리합니다.</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count=0은 프레임 처리 반복 안에 둡니다.</a:t>
            </a:r>
          </a:p>
          <a:p xmlns:a="http://schemas.openxmlformats.org/drawingml/2006/main">
            <a:r>
              <a:t>반복 밖이면 누적 수가 됩니다.</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isOpened는 장치 열기를 확인합니다.</a:t>
            </a:r>
          </a:p>
          <a:p xmlns:a="http://schemas.openxmlformats.org/drawingml/2006/main">
            <a:r>
              <a:t>read의 ok는 프레임 수신을 확인합니다.</a:t>
            </a:r>
          </a:p>
          <a:p xmlns:a="http://schemas.openxmlformats.org/drawingml/2006/main">
            <a:r>
              <a:t>실제 카메라 경로에서는 VideoCapture로 장치를 열고 isOpened로 열기 성공을 확인합니다. read의 ok는 프레임을 받았는지 알리는 값입니다. 장치 열기 성공과 계속 프레임을 받는 성공은 별도입니다. 실패한 프레임에 바로 색 변환을 적용하지 않습니다. finally는 정상 종료와 오류 종료 뒤 모두 자원을 정리할 자리를 제공합니다. release는 카메라 점유를 풀고 destroyAllWindows는 만든 창을 닫습니다. 파일 재생이 완료되어도 권한, 장치 번호, GUI 창, 프레임 지연은 확인하지 않은 상태입니다. 실제 장비가 없으면 장치를 임의로 열지 않고 종료 흐름을 종이에서 설명합니다.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ok가 거짓이면 반복을 끝냅니다.</a:t>
            </a:r>
          </a:p>
          <a:p xmlns:a="http://schemas.openxmlformats.org/drawingml/2006/main">
            <a:r>
              <a:t>이전 프레임을 새 관찰처럼 쓰지 않습니다.</a:t>
            </a:r>
          </a:p>
          <a:p xmlns:a="http://schemas.openxmlformats.org/drawingml/2006/main">
            <a:r>
              <a:t>실제 카메라 경로에서는 VideoCapture로 장치를 열고 isOpened로 열기 성공을 확인합니다. read의 ok는 프레임을 받았는지 알리는 값입니다. 장치 열기 성공과 계속 프레임을 받는 성공은 별도입니다. 실패한 프레임에 바로 색 변환을 적용하지 않습니다. finally는 정상 종료와 오류 종료 뒤 모두 자원을 정리할 자리를 제공합니다. release는 카메라 점유를 풀고 destroyAllWindows는 만든 창을 닫습니다. 파일 재생이 완료되어도 권한, 장치 번호, GUI 창, 프레임 지연은 확인하지 않은 상태입니다. 실제 장비가 없으면 장치를 임의로 열지 않고 종료 흐름을 종이에서 설명합니다.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release는 장치 점유를 풉니다.</a:t>
            </a:r>
          </a:p>
          <a:p xmlns:a="http://schemas.openxmlformats.org/drawingml/2006/main">
            <a:r>
              <a:t>finally에서 정상·오류 종료를 정리합니다.</a:t>
            </a:r>
          </a:p>
          <a:p xmlns:a="http://schemas.openxmlformats.org/drawingml/2006/main">
            <a:r>
              <a:t>실제 카메라 경로에서는 VideoCapture로 장치를 열고 isOpened로 열기 성공을 확인합니다. read의 ok는 프레임을 받았는지 알리는 값입니다. 장치 열기 성공과 계속 프레임을 받는 성공은 별도입니다. 실패한 프레임에 바로 색 변환을 적용하지 않습니다. finally는 정상 종료와 오류 종료 뒤 모두 자원을 정리할 자리를 제공합니다. release는 카메라 점유를 풀고 destroyAllWindows는 만든 창을 닫습니다. 파일 재생이 완료되어도 권한, 장치 번호, GUI 창, 프레임 지연은 확인하지 않은 상태입니다. 실제 장비가 없으면 장치를 임의로 열지 않고 종료 흐름을 종이에서 설명합니다.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counts는 실제 제공파일 재생 결과2,0,3을옮긴 값 목록이다. total은누적 합이며 반복 밖에서0으로 시작한다. count는 이번 장면의 수, total은 지금까지 더한 수다. for와들여쓰기는한항목씩같은문장을반복한다. 이짧은예는물체추적이나사진분석을하지않으며 고유물품개수와누적프레임검출수를혼동하지않게설명한다.</a:t>
            </a:r>
          </a:p>
          <a:p xmlns:a="http://schemas.openxmlformats.org/drawingml/2006/main">
            <a:r>
              <a:t>최신 운영은 50분×6</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counts는 실제 제공파일 재생 결과2,0,3을옮긴 값 목록이다. total은누적 합이며 반복 밖에서0으로 시작한다. count는 이번 장면의 수, total은 지금까지 더한 수다. for와들여쓰기는한항목씩같은문장을반복한다. 이짧은예는물체추적이나사진분석을하지않으며 고유물품개수와누적프레임검출수를혼동하지않게설명한다.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counts는 실제 제공파일 재생 결과2,0,3을옮긴 값 목록이다. total은누적 합이며 반복 밖에서0으로 시작한다. count는 이번 장면의 수, total은 지금까지 더한 수다. for와들여쓰기는한항목씩같은문장을반복한다. 이짧은예는물체추적이나사진분석을하지않으며 고유물품개수와누적프레임검출수를혼동하지않게설명한다.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장면별: 2, 0, 3</a:t>
            </a:r>
          </a:p>
          <a:p xmlns:a="http://schemas.openxmlformats.org/drawingml/2006/main">
            <a:r>
              <a:t>누적: 2, 2, 5</a:t>
            </a:r>
          </a:p>
          <a:p xmlns:a="http://schemas.openxmlformats.org/drawingml/2006/main">
            <a:r>
              <a:t>현재 장면의 수와 누적 합은 다릅니다.</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프레임의 수가 [2,1,0]입니다.</a:t>
            </a:r>
          </a:p>
          <a:p xmlns:a="http://schemas.openxmlformats.org/drawingml/2006/main">
            <a:r>
              <a:t>장면별 수와 누적 수를 각각 쓰세요.</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장면별: 2,1,0</a:t>
            </a:r>
          </a:p>
          <a:p xmlns:a="http://schemas.openxmlformats.org/drawingml/2006/main">
            <a:r>
              <a:t>누적: 2,3,3</a:t>
            </a:r>
          </a:p>
          <a:p xmlns:a="http://schemas.openxmlformats.org/drawingml/2006/main">
            <a:r>
              <a:t>누적 합을 현재 장면 수로 읽지 않습니다.</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counts를 [1,0,2]로 바꿉니다.</a:t>
            </a:r>
          </a:p>
          <a:p xmlns:a="http://schemas.openxmlformats.org/drawingml/2006/main">
            <a:r>
              <a:t>누적은 1,1,3입니다.</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outputs/2026-10-22/beginner-start.md</a:t>
            </a:r>
          </a:p>
          <a:p xmlns:a="http://schemas.openxmlformats.org/drawingml/2006/main">
            <a:r>
              <a:t>화면 초점:</a:t>
            </a:r>
          </a:p>
          <a:p xmlns:a="http://schemas.openxmlformats.org/drawingml/2006/main">
            <a:r>
              <a:t>웹캠 실패: 권한·점유·장치 번호를 확인합니다.</a:t>
            </a:r>
          </a:p>
          <a:p xmlns:a="http://schemas.openxmlformats.org/drawingml/2006/main">
            <a:r>
              <a:t>장치가 없으면 파일 재생 경로로 진행합니다.</a:t>
            </a:r>
          </a:p>
          <a:p xmlns:a="http://schemas.openxmlformats.org/drawingml/2006/main">
            <a:r>
              <a:t>실제 카메라 경로에서는 VideoCapture로 장치를 열고 isOpened로 열기 성공을 확인합니다. read의 ok는 프레임을 받았는지 알리는 값입니다. 장치 열기 성공과 계속 프레임을 받는 성공은 별도입니다. 실패한 프레임에 바로 색 변환을 적용하지 않습니다. finally는 정상 종료와 오류 종료 뒤 모두 자원을 정리할 자리를 제공합니다. release는 카메라 점유를 풀고 destroyAllWindows는 만든 창을 닫습니다. 파일 재생이 완료되어도 권한, 장치 번호, GUI 창, 프레임 지연은 확인하지 않은 상태입니다. 실제 장비가 없으면 장치를 임의로 열지 않고 종료 흐름을 종이에서 설명합니다.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outputs/2026-10-22/beginner-start.md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파일 재생이 확인한 것과</a:t>
            </a:r>
          </a:p>
          <a:p xmlns:a="http://schemas.openxmlformats.org/drawingml/2006/main">
            <a:r>
              <a:t>카메라에서 더 확인할 것을 나눠 말합니다.</a:t>
            </a:r>
          </a:p>
          <a:p xmlns:a="http://schemas.openxmlformats.org/drawingml/2006/main">
            <a:r>
              <a:t>실제 카메라 경로에서는 VideoCapture로 장치를 열고 isOpened로 열기 성공을 확인합니다. read의 ok는 프레임을 받았는지 알리는 값입니다. 장치 열기 성공과 계속 프레임을 받는 성공은 별도입니다. 실패한 프레임에 바로 색 변환을 적용하지 않습니다. finally는 정상 종료와 오류 종료 뒤 모두 자원을 정리할 자리를 제공합니다. release는 카메라 점유를 풀고 destroyAllWindows는 만든 창을 닫습니다. 파일 재생이 완료되어도 권한, 장치 번호, GUI 창, 프레임 지연은 확인하지 않은 상태입니다. 실제 장비가 없으면 장치를 임의로 열지 않고 종료 흐름을 종이에서 설명합니다.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outputs/2026-10-22/assessment.md</a:t>
            </a:r>
          </a:p>
          <a:p xmlns:a="http://schemas.openxmlformats.org/drawingml/2006/main">
            <a:r>
              <a:t>화면 초점:</a:t>
            </a:r>
          </a:p>
          <a:p xmlns:a="http://schemas.openxmlformats.org/drawingml/2006/main">
            <a:r>
              <a:t>추가·도전: 한 물체가 10프레임에 보였습니다.</a:t>
            </a:r>
          </a:p>
          <a:p xmlns:a="http://schemas.openxmlformats.org/drawingml/2006/main">
            <a:r>
              <a:t>통과 물품 10개라고 보고해도 될까요?</a:t>
            </a:r>
          </a:p>
          <a:p xmlns:a="http://schemas.openxmlformats.org/drawingml/2006/main">
            <a:r>
              <a:t>같은 부품이 세 프레임에 계속 보이면 검출 결과가 세 번 나옵니다. 이를 물품 세 개가 지나갔다고 보고하면 수량이 틀립니다. 프레임은 한 시점의 사진이며, 프레임별 영역 수는 그 시점에 보이는 영역 수입니다. 고유 물체의 이동과 통과를 세려면 별도의 추적 규칙과 시험이 필요합니다.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한 물체가 10프레임에서 계속 검출됐습니다. 통과 물품 수를 10이라 보고해도 될까요?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아닙니다. 프레임별 관찰과 고유 물체를 구별해야 하며 이동 추적·통과 기준·중복 시험이 필요합니다.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outputs/2026-10-22/assessment.md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6교시 필수 개념 보충 · 검출 요구와 결과 보고를 연결하기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현장 담당자가 “잘 세어 주세요”라고 요청하면 개발자는 어떤 장면에서 몇 개를 어떻게 셀지 알 수 없습니다. 요구사항은 확인 가능한 입력 조건과 결과의 약속입니다. “분리된 밝은 부품의 외곽 영역을 세고, 입력 파일명과 설정을 함께 저장한다”처럼 관찰 대상과 출력부터 정합니다.</a:t>
            </a:r>
          </a:p>
          <a:p xmlns:a="http://schemas.openxmlformats.org/drawingml/2006/main">
            <a:r>
              <a:t/>
            </a:r>
          </a:p>
          <a:p xmlns:a="http://schemas.openxmlformats.org/drawingml/2006/main">
            <a:r>
              <a:t>완성 예의 요구 R1은 합성 파일 H에서 사람이 지정한 영역 4개와 프로그램 수를 비교하는 것입니다. 시험 T1의 입력은 H와 설정 (100,100), 기대값은 4입니다. 관찰이 4면 그 시험은 통과이고, 3이면 실패입니다. 실물 카메라 시험 T2는 장치가 없어 미실행이라고 씁니다. R1의 파일 통과가 T2의 미실행을 덮지 않습니다. 숫자 일치 외에 박스가 어떤 영역을 둘렀는지도 살피면 반사와 누락이 우연히 서로 상쇄된 경우를 발견할 수 있습니다.</a:t>
            </a:r>
          </a:p>
          <a:p xmlns:a="http://schemas.openxmlformats.org/drawingml/2006/main">
            <a:r>
              <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“컨베이어의 모든 부품을 100% 검출”이라는 요청을 현재 합성 파일 범위에 맞는 작은 요구 하나와 미확인 항목 두 개로 다시 작성하세요.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예: “고정 크기의 제공 사진 H에서 분리된 밝은 영역 4개를 세고 설정을 기록한다.” 실제 속도와 조명 변화는 미확인입니다. 4개 일치만으로 모든 현장 장면의 정확도를 100%라 쓰면 시험 범위를 확대해 해석한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통과의 단위는? → 특정 입력과 기대값을 가진 시험입니다.</a:t>
            </a:r>
          </a:p>
          <a:p xmlns:a="http://schemas.openxmlformats.org/drawingml/2006/main">
            <a:r>
              <a:t>2. 박스 그림도 보는 이유는? → 어떤 영역을 셌는지 확인하려고입니다.</a:t>
            </a:r>
          </a:p>
          <a:p xmlns:a="http://schemas.openxmlformats.org/drawingml/2006/main">
            <a:r>
              <a:t>3. 장치가 없었던 시험 상태는? → 미실행입니다.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어떤 사진에서 어떤 영역을 셀지 정합니다.</a:t>
            </a:r>
          </a:p>
          <a:p xmlns:a="http://schemas.openxmlformats.org/drawingml/2006/main">
            <a:r>
              <a:t>입력 조건과 출력부터 약속합니다.</a:t>
            </a:r>
          </a:p>
          <a:p xmlns:a="http://schemas.openxmlformats.org/drawingml/2006/main">
            <a:r>
              <a:t>현장 담당자가 “잘 세어 주세요”라고 요청하면 개발자는 어떤 장면에서 몇 개를 어떻게 셀지 알 수 없습니다. 요구사항은 확인 가능한 입력 조건과 결과의 약속입니다. “분리된 밝은 부품의 외곽 영역을 세고, 입력 파일명과 설정을 함께 저장한다”처럼 관찰 대상과 출력부터 정합니다.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R1: 합성 사진 H의 분리 영역을 셉니다.</a:t>
            </a:r>
          </a:p>
          <a:p xmlns:a="http://schemas.openxmlformats.org/drawingml/2006/main">
            <a:r>
              <a:t>T1: 입력 H와 설정, 기대 수 4를 적습니다.</a:t>
            </a:r>
          </a:p>
          <a:p xmlns:a="http://schemas.openxmlformats.org/drawingml/2006/main">
            <a:r>
              <a:t>완성 예의 요구 R1은 합성 파일 H에서 사람이 지정한 영역 4개와 프로그램 수를 비교하는 것입니다. 시험 T1의 입력은 H와 설정 (100,100), 기대값은 4입니다. 관찰이 4면 그 시험은 통과이고, 3이면 실패입니다. 실물 카메라 시험 T2는 장치가 없어 미실행이라고 씁니다. R1의 파일 통과가 T2의 미실행을 덮지 않습니다. 숫자 일치 외에 박스가 어떤 영역을 둘렀는지도 살피면 반사와 누락이 우연히 서로 상쇄된 경우를 발견할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누락과 반사가 서로 상쇄될 수 있습니다.</a:t>
            </a:r>
          </a:p>
          <a:p xmlns:a="http://schemas.openxmlformats.org/drawingml/2006/main">
            <a:r>
              <a:t>숫자뿐 아니라 선택한 영역을 확인합니다.</a:t>
            </a:r>
          </a:p>
          <a:p xmlns:a="http://schemas.openxmlformats.org/drawingml/2006/main">
            <a:r>
              <a:t>완성 예의 요구 R1은 합성 파일 H에서 사람이 지정한 영역 4개와 프로그램 수를 비교하는 것입니다. 시험 T1의 입력은 H와 설정 (100,100), 기대값은 4입니다. 관찰이 4면 그 시험은 통과이고, 3이면 실패입니다. 실물 카메라 시험 T2는 장치가 없어 미실행이라고 씁니다. R1의 파일 통과가 T2의 미실행을 덮지 않습니다. 숫자 일치 외에 박스가 어떤 영역을 둘렀는지도 살피면 반사와 누락이 우연히 서로 상쇄된 경우를 발견할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통과 · 실패 · 미실행</a:t>
            </a:r>
          </a:p>
          <a:p xmlns:a="http://schemas.openxmlformats.org/drawingml/2006/main">
            <a:r>
              <a:t>장치가 없었던 시험은 미실행입니다.</a:t>
            </a:r>
          </a:p>
          <a:p xmlns:a="http://schemas.openxmlformats.org/drawingml/2006/main">
            <a:r>
              <a:t>1. 통과의 단위는? → 특정 입력과 기대값을 가진 시험입니다.</a:t>
            </a:r>
          </a:p>
          <a:p xmlns:a="http://schemas.openxmlformats.org/drawingml/2006/main">
            <a:r>
              <a:t>2. 박스 그림도 보는 이유는? → 어떤 영역을 셌는지 확인하려고입니다.</a:t>
            </a:r>
          </a:p>
          <a:p xmlns:a="http://schemas.openxmlformats.org/drawingml/2006/main">
            <a:r>
              <a:t>3. 장치가 없었던 시험 상태는? → 미실행입니다.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원본 · 설정 · 명령 · 마스크 · 박스 · 보고서</a:t>
            </a:r>
          </a:p>
          <a:p xmlns:a="http://schemas.openxmlformats.org/drawingml/2006/main">
            <a:r>
              <a:t>같은 실행에서 나온 결과를 묶습니다.</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대상 밝기 · 간격 · 크기 · 조명</a:t>
            </a:r>
          </a:p>
          <a:p xmlns:a="http://schemas.openxmlformats.org/drawingml/2006/main">
            <a:r>
              <a:t>파일 결과를 전체 현장 정확도로 확대하지 않습니다.</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
            </a:r>
          </a:p>
          <a:p xmlns:a="http://schemas.openxmlformats.org/drawingml/2006/main">
            <a:r>
              <a:t>현장 담당자가 “잘 세어 주세요”라고 요청하면 개발자는 어떤 장면에서 몇 개를 어떻게 셀지 알 수 없습니다. 요구사항은 확인 가능한 입력 조건과 결과의 약속입니다. “분리된 밝은 부품의 외곽 영역을 세고, 입력 파일명과 설정을 함께 저장한다”처럼 관찰 대상과 출력부터 정합니다.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파일 비교는 해당 입력의 결과입니다.</a:t>
            </a:r>
          </a:p>
          <a:p xmlns:a="http://schemas.openxmlformats.org/drawingml/2006/main">
            <a:r>
              <a:t>실물 수용 여부는 별도의 증거가 필요합니다.</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모든 부품을 100% 검출해 달라는 요청</a:t>
            </a:r>
          </a:p>
          <a:p xmlns:a="http://schemas.openxmlformats.org/drawingml/2006/main">
            <a:r>
              <a:t>현재 파일 범위의 작은 요구로 다시 쓰세요.</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고정 합성 사진에서 분리된 밝은 영역을 셉니다.</a:t>
            </a:r>
          </a:p>
          <a:p xmlns:a="http://schemas.openxmlformats.org/drawingml/2006/main">
            <a:r>
              <a:t>설정과 박스 그림을 함께 저장합니다.</a:t>
            </a:r>
          </a:p>
          <a:p xmlns:a="http://schemas.openxmlformats.org/drawingml/2006/main">
            <a:r>
              <a:t>실물 속도와 조명 변화는 미확인입니다.</a:t>
            </a:r>
          </a:p>
          <a:p xmlns:a="http://schemas.openxmlformats.org/drawingml/2006/main">
            <a:r>
              <a:t>예: “고정 크기의 제공 사진 H에서 분리된 밝은 영역 4개를 세고 설정을 기록한다.” 실제 속도와 조명 변화는 미확인입니다. 4개 일치만으로 모든 현장 장면의 정확도를 100%라 쓰면 시험 범위를 확대해 해석한 오답입니다.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outputs/2026-10-22/practice-guide.md</a:t>
            </a:r>
          </a:p>
          <a:p xmlns:a="http://schemas.openxmlformats.org/drawingml/2006/main">
            <a:r>
              <a:t>화면 초점:</a:t>
            </a:r>
          </a:p>
          <a:p xmlns:a="http://schemas.openxmlformats.org/drawingml/2006/main">
            <a:r>
              <a:t>새 요구가 들어오면</a:t>
            </a:r>
          </a:p>
          <a:p xmlns:a="http://schemas.openxmlformats.org/drawingml/2006/main">
            <a:r>
              <a:t>조건·기대값·설정·시험을 함께 갱신합니다.</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outputs/2026-10-22/practice-guide.md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outputs/2026-10-22/beginner-start.md</a:t>
            </a:r>
          </a:p>
          <a:p xmlns:a="http://schemas.openxmlformats.org/drawingml/2006/main">
            <a:r>
              <a:t>화면 초점:</a:t>
            </a:r>
          </a:p>
          <a:p xmlns:a="http://schemas.openxmlformats.org/drawingml/2006/main">
            <a:r>
              <a:t>실물 미실행을 통과로 쓰지 않습니다.</a:t>
            </a:r>
          </a:p>
          <a:p xmlns:a="http://schemas.openxmlformats.org/drawingml/2006/main">
            <a:r>
              <a:t>검증한 파일과 조건을 정확히 적습니다.</a:t>
            </a:r>
          </a:p>
          <a:p xmlns:a="http://schemas.openxmlformats.org/drawingml/2006/main">
            <a:r>
              <a:t>완성 예의 요구 R1은 합성 파일 H에서 사람이 지정한 영역 4개와 프로그램 수를 비교하는 것입니다. 시험 T1의 입력은 H와 설정 (100,100), 기대값은 4입니다. 관찰이 4면 그 시험은 통과이고, 3이면 실패입니다. 실물 카메라 시험 T2는 장치가 없어 미실행이라고 씁니다. R1의 파일 통과가 T2의 미실행을 덮지 않습니다. 숫자 일치 외에 박스가 어떤 영역을 둘렀는지도 살피면 반사와 누락이 우연히 서로 상쇄된 경우를 발견할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outputs/2026-10-22/beginner-start.md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outputs/2026-10-22/lesson.md</a:t>
            </a:r>
          </a:p>
          <a:p xmlns:a="http://schemas.openxmlformats.org/drawingml/2006/main">
            <a:r>
              <a:t>화면 초점:</a:t>
            </a:r>
          </a:p>
          <a:p xmlns:a="http://schemas.openxmlformats.org/drawingml/2006/main">
            <a:r>
              <a:t>오늘 확인한 근거를 자기 말로 설명합니다.</a:t>
            </a:r>
          </a:p>
          <a:p xmlns:a="http://schemas.openxmlformats.org/drawingml/2006/main">
            <a:r>
              <a:t>동료가 다시 실행할 묶음을 가리켜 봅니다.</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outputs/2026-10-22/lesson.md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outputs/2026-10-22/assessment.md</a:t>
            </a:r>
          </a:p>
          <a:p xmlns:a="http://schemas.openxmlformats.org/drawingml/2006/main">
            <a:r>
              <a:t>화면 초점:</a:t>
            </a:r>
          </a:p>
          <a:p xmlns:a="http://schemas.openxmlformats.org/drawingml/2006/main">
            <a:r>
              <a:t>추가·복습: 파일 두 개 통과</a:t>
            </a:r>
          </a:p>
          <a:p xmlns:a="http://schemas.openxmlformats.org/drawingml/2006/main">
            <a:r>
              <a:t>실물 컨베이어 인수 상태를 어떻게 쓰나요?</a:t>
            </a:r>
          </a:p>
          <a:p xmlns:a="http://schemas.openxmlformats.org/drawingml/2006/main">
            <a:r>
              <a:t>완성 예의 요구 R1은 합성 파일 H에서 사람이 지정한 영역 4개와 프로그램 수를 비교하는 것입니다. 시험 T1의 입력은 H와 설정 (100,100), 기대값은 4입니다. 관찰이 4면 그 시험은 통과이고, 3이면 실패입니다. 실물 카메라 시험 T2는 장치가 없어 미실행이라고 씁니다. R1의 파일 통과가 T2의 미실행을 덮지 않습니다. 숫자 일치 외에 박스가 어떤 영역을 둘렀는지도 살피면 반사와 누락이 우연히 서로 상쇄된 경우를 발견할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합성 사진 두 개에서 예상 수가 맞았습니다. 실물 컨베이어 인수 보고의 상태를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해당 파일 비교는 통과, 실물 속도·조명·장치 시험은 미실행입니다. 합성 입력 결과를 전체 현장 정확도로 확대하지 않습니다.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outputs/2026-10-22/assessment.md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outputs/2026-10-22/assessment.md</a:t>
            </a:r>
          </a:p>
          <a:p xmlns:a="http://schemas.openxmlformats.org/drawingml/2006/main">
            <a:r>
              <a:t>화면 초점:</a:t>
            </a:r>
          </a:p>
          <a:p xmlns:a="http://schemas.openxmlformats.org/drawingml/2006/main">
            <a:r>
              <a:t>work의 기록과 수정본을 저장합니다.</a:t>
            </a:r>
          </a:p>
          <a:p xmlns:a="http://schemas.openxmlformats.org/drawingml/2006/main">
            <a:r>
              <a:t>입력·설정·결과가 같은 실행인지 확인합니다.</a:t>
            </a:r>
          </a:p>
          <a:p xmlns:a="http://schemas.openxmlformats.org/drawingml/2006/main">
            <a:r>
              <a:t>확인 방법과 아직 하지 않은 일을 적습니다.</a:t>
            </a:r>
          </a:p>
          <a:p xmlns:a="http://schemas.openxmlformats.org/drawingml/2006/main">
            <a:r>
              <a:t>현장 담당자가 “잘 세어 주세요”라고 요청하면 개발자는 어떤 장면에서 몇 개를 어떻게 셀지 알 수 없습니다. 요구사항은 확인 가능한 입력 조건과 결과의 약속입니다. “분리된 밝은 부품의 외곽 영역을 세고, 입력 파일명과 설정을 함께 저장한다”처럼 관찰 대상과 출력부터 정합니다.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outputs/2026-10-22/assessment.md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outputs/2026-10-22/instructor-notes.md</a:t>
            </a:r>
          </a:p>
          <a:p xmlns:a="http://schemas.openxmlformats.org/drawingml/2006/main">
            <a:r>
              <a:t>화면 초점:</a:t>
            </a:r>
          </a:p>
          <a:p xmlns:a="http://schemas.openxmlformats.org/drawingml/2006/main">
            <a:r>
              <a:t>시작 폴더와 실행 명령을 설명합니다.</a:t>
            </a:r>
          </a:p>
          <a:p xmlns:a="http://schemas.openxmlformats.org/drawingml/2006/main">
            <a:r>
              <a:t>결과의 의미와 한계를 말합니다.</a:t>
            </a:r>
          </a:p>
          <a:p xmlns:a="http://schemas.openxmlformats.org/drawingml/2006/main">
            <a:r>
              <a:t>막혔던 단계와 다음 확인을 적습니다.</a:t>
            </a:r>
          </a:p>
          <a:p xmlns:a="http://schemas.openxmlformats.org/drawingml/2006/main">
            <a:r>
              <a:t>현장 담당자가 “잘 세어 주세요”라고 요청하면 개발자는 어떤 장면에서 몇 개를 어떻게 셀지 알 수 없습니다. 요구사항은 확인 가능한 입력 조건과 결과의 약속입니다. “분리된 밝은 부품의 외곽 영역을 세고, 입력 파일명과 설정을 함께 저장한다”처럼 관찰 대상과 출력부터 정합니다.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outputs/2026-10-22/instructor-notes.md</a:t>
            </a:r>
          </a:p>
          <a:p xmlns:a="http://schemas.openxmlformats.org/drawingml/2006/main">
            <a:r>
              <a:t>웹 교안: https://zeusk302-png.github.io/kdigital-physical-ai/#/sessions/2026-10-22/lesson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e37b25ef24748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257e0e2addd4700" /><Relationship Type="http://schemas.openxmlformats.org/officeDocument/2006/relationships/slideLayout" Target="/ppt/slideLayouts/slideLayout1.xml" Id="R78a9f7825edb496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8a9f7825edb496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1d5880b67484cb2" /><Relationship Type="http://schemas.openxmlformats.org/officeDocument/2006/relationships/notesSlide" Target="/ppt/notesSlides/notesSlide1.xml" Id="R36fd4a71dfce41c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01403e5e67e4087" /><Relationship Type="http://schemas.openxmlformats.org/officeDocument/2006/relationships/notesSlide" Target="/ppt/notesSlides/notesSlide2.xml" Id="R38ee50e3f38b434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beff03158a846de" /><Relationship Type="http://schemas.openxmlformats.org/officeDocument/2006/relationships/notesSlide" Target="/ppt/notesSlides/notesSlide3.xml" Id="R07f804f91a844b4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ab0f767bdc447bd" /><Relationship Type="http://schemas.openxmlformats.org/officeDocument/2006/relationships/notesSlide" Target="/ppt/notesSlides/notesSlide4.xml" Id="Rfb4a39798c5b4ae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99137929e0d45f3" /><Relationship Type="http://schemas.openxmlformats.org/officeDocument/2006/relationships/notesSlide" Target="/ppt/notesSlides/notesSlide5.xml" Id="Rb84e6a0e84c3403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3cae75049624e40" /><Relationship Type="http://schemas.openxmlformats.org/officeDocument/2006/relationships/notesSlide" Target="/ppt/notesSlides/notesSlide6.xml" Id="R71ca98411aef4c2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ab44def65584fd2" /><Relationship Type="http://schemas.openxmlformats.org/officeDocument/2006/relationships/notesSlide" Target="/ppt/notesSlides/notesSlide7.xml" Id="R8095587d9e604fe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2ef8b4843af4381" /><Relationship Type="http://schemas.openxmlformats.org/officeDocument/2006/relationships/notesSlide" Target="/ppt/notesSlides/notesSlide8.xml" Id="R08b43015357e46d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498de3c09a5497a" /><Relationship Type="http://schemas.openxmlformats.org/officeDocument/2006/relationships/notesSlide" Target="/ppt/notesSlides/notesSlide9.xml" Id="R7359802c31fa4ab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c189ef85ab3408e" /><Relationship Type="http://schemas.openxmlformats.org/officeDocument/2006/relationships/notesSlide" Target="/ppt/notesSlides/notesSlide10.xml" Id="Rc1b83f4aee38413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8eebffeb5984cf4" /><Relationship Type="http://schemas.openxmlformats.org/officeDocument/2006/relationships/notesSlide" Target="/ppt/notesSlides/notesSlide11.xml" Id="Ra0ea342f0bce4c3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d8825cb25324b52" /><Relationship Type="http://schemas.openxmlformats.org/officeDocument/2006/relationships/notesSlide" Target="/ppt/notesSlides/notesSlide12.xml" Id="Rfca95573698941e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c80863ca0d443f0" /><Relationship Type="http://schemas.openxmlformats.org/officeDocument/2006/relationships/notesSlide" Target="/ppt/notesSlides/notesSlide13.xml" Id="Rd3d146ed014f4fd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454de2d700b480a" /><Relationship Type="http://schemas.openxmlformats.org/officeDocument/2006/relationships/notesSlide" Target="/ppt/notesSlides/notesSlide14.xml" Id="Rb648f203ee9541a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bb903ee643240a6" /><Relationship Type="http://schemas.openxmlformats.org/officeDocument/2006/relationships/notesSlide" Target="/ppt/notesSlides/notesSlide15.xml" Id="R841a4adaf7d14e9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9b869991e7a483f" /><Relationship Type="http://schemas.openxmlformats.org/officeDocument/2006/relationships/notesSlide" Target="/ppt/notesSlides/notesSlide16.xml" Id="R23cab9d9105641b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02d647de61e43f7" /><Relationship Type="http://schemas.openxmlformats.org/officeDocument/2006/relationships/notesSlide" Target="/ppt/notesSlides/notesSlide17.xml" Id="R2c69c1382893419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2f12baab48045dd" /><Relationship Type="http://schemas.openxmlformats.org/officeDocument/2006/relationships/notesSlide" Target="/ppt/notesSlides/notesSlide18.xml" Id="R3dbf600b69ea441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f3a0387b8b148d1" /><Relationship Type="http://schemas.openxmlformats.org/officeDocument/2006/relationships/notesSlide" Target="/ppt/notesSlides/notesSlide19.xml" Id="Ra8c2d53928144bd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13cefca7f494c10" /><Relationship Type="http://schemas.openxmlformats.org/officeDocument/2006/relationships/notesSlide" Target="/ppt/notesSlides/notesSlide20.xml" Id="Rf38ee935c1b5454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75cee87dc0443e3" /><Relationship Type="http://schemas.openxmlformats.org/officeDocument/2006/relationships/notesSlide" Target="/ppt/notesSlides/notesSlide21.xml" Id="Rbb91e44130c24e0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0ce241d349a4d2e" /><Relationship Type="http://schemas.openxmlformats.org/officeDocument/2006/relationships/notesSlide" Target="/ppt/notesSlides/notesSlide22.xml" Id="R6d023e95e5b4479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d9dbdc972eae492e" /><Relationship Type="http://schemas.openxmlformats.org/officeDocument/2006/relationships/notesSlide" Target="/ppt/notesSlides/notesSlide23.xml" Id="R97029addcd77491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e6ba365d44540fb" /><Relationship Type="http://schemas.openxmlformats.org/officeDocument/2006/relationships/notesSlide" Target="/ppt/notesSlides/notesSlide24.xml" Id="Rdf59a1be1a1b4bb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43d5a79c8f1e4e72" /><Relationship Type="http://schemas.openxmlformats.org/officeDocument/2006/relationships/notesSlide" Target="/ppt/notesSlides/notesSlide25.xml" Id="R756068d2a1ad43a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32a857b812a74923" /><Relationship Type="http://schemas.openxmlformats.org/officeDocument/2006/relationships/notesSlide" Target="/ppt/notesSlides/notesSlide26.xml" Id="R106cbc1751e7453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2105b1638284ff1" /><Relationship Type="http://schemas.openxmlformats.org/officeDocument/2006/relationships/notesSlide" Target="/ppt/notesSlides/notesSlide27.xml" Id="R6d89902672574d9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0b605453e3ed4175" /><Relationship Type="http://schemas.openxmlformats.org/officeDocument/2006/relationships/notesSlide" Target="/ppt/notesSlides/notesSlide28.xml" Id="Rd2b87afebfca4b3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f87ae681eaff41ad" /><Relationship Type="http://schemas.openxmlformats.org/officeDocument/2006/relationships/notesSlide" Target="/ppt/notesSlides/notesSlide29.xml" Id="Rc7b6b15c3bc44a0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c435a50a3974138" /><Relationship Type="http://schemas.openxmlformats.org/officeDocument/2006/relationships/notesSlide" Target="/ppt/notesSlides/notesSlide30.xml" Id="Ra3c0aa37b8dd478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8e88af9947fa4657" /><Relationship Type="http://schemas.openxmlformats.org/officeDocument/2006/relationships/notesSlide" Target="/ppt/notesSlides/notesSlide31.xml" Id="R25d3da58831644c5"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5079e714329d4dca" /><Relationship Type="http://schemas.openxmlformats.org/officeDocument/2006/relationships/notesSlide" Target="/ppt/notesSlides/notesSlide32.xml" Id="Rce009d9916fd468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5d070384e27a41f9" /><Relationship Type="http://schemas.openxmlformats.org/officeDocument/2006/relationships/notesSlide" Target="/ppt/notesSlides/notesSlide33.xml" Id="Rc14fb4bea2aa4df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74e8a34ad282490b" /><Relationship Type="http://schemas.openxmlformats.org/officeDocument/2006/relationships/notesSlide" Target="/ppt/notesSlides/notesSlide34.xml" Id="Reb18629c257746e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9a21fc67b3d94640" /><Relationship Type="http://schemas.openxmlformats.org/officeDocument/2006/relationships/notesSlide" Target="/ppt/notesSlides/notesSlide35.xml" Id="Rd502553caeb84f2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9214567f3544d41" /><Relationship Type="http://schemas.openxmlformats.org/officeDocument/2006/relationships/notesSlide" Target="/ppt/notesSlides/notesSlide36.xml" Id="Rc00dd4e7d0a049e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4dc1ad736ce644ad" /><Relationship Type="http://schemas.openxmlformats.org/officeDocument/2006/relationships/notesSlide" Target="/ppt/notesSlides/notesSlide37.xml" Id="R821e379c30ba4f0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0c9fa7526f7e4b98" /><Relationship Type="http://schemas.openxmlformats.org/officeDocument/2006/relationships/notesSlide" Target="/ppt/notesSlides/notesSlide38.xml" Id="R9e5a271c83fa465b"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b2f633b5d8ee4d7c" /><Relationship Type="http://schemas.openxmlformats.org/officeDocument/2006/relationships/notesSlide" Target="/ppt/notesSlides/notesSlide39.xml" Id="R13af2aa447b443e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67dcb17675304a16" /><Relationship Type="http://schemas.openxmlformats.org/officeDocument/2006/relationships/notesSlide" Target="/ppt/notesSlides/notesSlide40.xml" Id="Re1dfe2ee4a6a43e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9e98072e07784b06" /><Relationship Type="http://schemas.openxmlformats.org/officeDocument/2006/relationships/notesSlide" Target="/ppt/notesSlides/notesSlide41.xml" Id="R3a6e5ed0a6534545"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c0d49fed0d4b4ee5" /><Relationship Type="http://schemas.openxmlformats.org/officeDocument/2006/relationships/notesSlide" Target="/ppt/notesSlides/notesSlide42.xml" Id="R1ca7cdb23ac7430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e1beb07f5cb94a92" /><Relationship Type="http://schemas.openxmlformats.org/officeDocument/2006/relationships/notesSlide" Target="/ppt/notesSlides/notesSlide43.xml" Id="Rdcabb17a2ec8489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6998f291c5b544ee" /><Relationship Type="http://schemas.openxmlformats.org/officeDocument/2006/relationships/notesSlide" Target="/ppt/notesSlides/notesSlide44.xml" Id="Rd3bc304e58104cd6"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d43ff19e97744d67" /><Relationship Type="http://schemas.openxmlformats.org/officeDocument/2006/relationships/notesSlide" Target="/ppt/notesSlides/notesSlide45.xml" Id="R15f54b4a784a4d1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fe81ff8e834e4eda" /><Relationship Type="http://schemas.openxmlformats.org/officeDocument/2006/relationships/notesSlide" Target="/ppt/notesSlides/notesSlide46.xml" Id="R7f6e2d1c98114ef1"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76c2761f2e19457a" /><Relationship Type="http://schemas.openxmlformats.org/officeDocument/2006/relationships/notesSlide" Target="/ppt/notesSlides/notesSlide47.xml" Id="R7fe4fa1ee7b74388"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8080e88be0e3457d" /><Relationship Type="http://schemas.openxmlformats.org/officeDocument/2006/relationships/notesSlide" Target="/ppt/notesSlides/notesSlide48.xml" Id="R104760d8459c4f40"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f8f123ea964041be" /><Relationship Type="http://schemas.openxmlformats.org/officeDocument/2006/relationships/image" Target="/ppt/media/image.png" Id="R3e3a545e701f45d9" /><Relationship Type="http://schemas.openxmlformats.org/officeDocument/2006/relationships/notesSlide" Target="/ppt/notesSlides/notesSlide49.xml" Id="R091bb61e88d34bf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7df64fa6db6b4c1d" /><Relationship Type="http://schemas.openxmlformats.org/officeDocument/2006/relationships/image" Target="/ppt/media/image2.png" Id="R4357aab561c54f2a" /><Relationship Type="http://schemas.openxmlformats.org/officeDocument/2006/relationships/notesSlide" Target="/ppt/notesSlides/notesSlide50.xml" Id="Rb0818c9e5139457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9e1e9da56eb441d6" /><Relationship Type="http://schemas.openxmlformats.org/officeDocument/2006/relationships/image" Target="/ppt/media/image3.png" Id="R803a9c8101944d28" /><Relationship Type="http://schemas.openxmlformats.org/officeDocument/2006/relationships/notesSlide" Target="/ppt/notesSlides/notesSlide51.xml" Id="Rc6a826e9921a470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5a53a6ebe75e48b4" /><Relationship Type="http://schemas.openxmlformats.org/officeDocument/2006/relationships/notesSlide" Target="/ppt/notesSlides/notesSlide52.xml" Id="Rd3a03196bb4b4ea8"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3c11d9da6cdd443d" /><Relationship Type="http://schemas.openxmlformats.org/officeDocument/2006/relationships/notesSlide" Target="/ppt/notesSlides/notesSlide53.xml" Id="Rfeb39e5d1a1146df"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e4450aa8bcbf4059" /><Relationship Type="http://schemas.openxmlformats.org/officeDocument/2006/relationships/notesSlide" Target="/ppt/notesSlides/notesSlide54.xml" Id="R2a96c23db0324978"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4bc1207cc491459e" /><Relationship Type="http://schemas.openxmlformats.org/officeDocument/2006/relationships/notesSlide" Target="/ppt/notesSlides/notesSlide55.xml" Id="Rb5d4195762dc45c0"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a47d33c595864847" /><Relationship Type="http://schemas.openxmlformats.org/officeDocument/2006/relationships/notesSlide" Target="/ppt/notesSlides/notesSlide56.xml" Id="R46cb557accb0421b"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20dad8fd4ed84397" /><Relationship Type="http://schemas.openxmlformats.org/officeDocument/2006/relationships/notesSlide" Target="/ppt/notesSlides/notesSlide57.xml" Id="R116827bf2c944c83"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907e7513fa784e02" /><Relationship Type="http://schemas.openxmlformats.org/officeDocument/2006/relationships/notesSlide" Target="/ppt/notesSlides/notesSlide58.xml" Id="R5474ecb11f8c40e8"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159850296a564952" /><Relationship Type="http://schemas.openxmlformats.org/officeDocument/2006/relationships/notesSlide" Target="/ppt/notesSlides/notesSlide59.xml" Id="R65188f9b73784a34"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dc75971b66084b83" /><Relationship Type="http://schemas.openxmlformats.org/officeDocument/2006/relationships/notesSlide" Target="/ppt/notesSlides/notesSlide60.xml" Id="R2794440167b8449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7d0847794c514678" /><Relationship Type="http://schemas.openxmlformats.org/officeDocument/2006/relationships/notesSlide" Target="/ppt/notesSlides/notesSlide61.xml" Id="Rf19346e7f8a64d11"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e9186fb3188f479f" /><Relationship Type="http://schemas.openxmlformats.org/officeDocument/2006/relationships/notesSlide" Target="/ppt/notesSlides/notesSlide62.xml" Id="Rd73d4ad55dd1491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03eb520c3aee426a" /><Relationship Type="http://schemas.openxmlformats.org/officeDocument/2006/relationships/notesSlide" Target="/ppt/notesSlides/notesSlide63.xml" Id="Rebe79dd81d1f4bd5"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d280e2f4320e43fe" /><Relationship Type="http://schemas.openxmlformats.org/officeDocument/2006/relationships/notesSlide" Target="/ppt/notesSlides/notesSlide64.xml" Id="R15188e167b034f74"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7399f7a975214d0c" /><Relationship Type="http://schemas.openxmlformats.org/officeDocument/2006/relationships/notesSlide" Target="/ppt/notesSlides/notesSlide65.xml" Id="Rf860e1df0a63429a"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e210eb5bf4a84aa8" /><Relationship Type="http://schemas.openxmlformats.org/officeDocument/2006/relationships/notesSlide" Target="/ppt/notesSlides/notesSlide66.xml" Id="R1bed78ef65bc4705"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35d9438689f64f74" /><Relationship Type="http://schemas.openxmlformats.org/officeDocument/2006/relationships/notesSlide" Target="/ppt/notesSlides/notesSlide67.xml" Id="Rbbfc532faef6428c"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91620234a9c64e65" /><Relationship Type="http://schemas.openxmlformats.org/officeDocument/2006/relationships/notesSlide" Target="/ppt/notesSlides/notesSlide68.xml" Id="Rc2a6ea2699574898"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2bed235012cd4253" /><Relationship Type="http://schemas.openxmlformats.org/officeDocument/2006/relationships/notesSlide" Target="/ppt/notesSlides/notesSlide69.xml" Id="Reddf717a76ea4b06"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380911be3f584a1d" /><Relationship Type="http://schemas.openxmlformats.org/officeDocument/2006/relationships/notesSlide" Target="/ppt/notesSlides/notesSlide70.xml" Id="Rdf3b9c08cfab4a12"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b4c1436d730c4417" /><Relationship Type="http://schemas.openxmlformats.org/officeDocument/2006/relationships/notesSlide" Target="/ppt/notesSlides/notesSlide71.xml" Id="Rbf75ccacb92641d9"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41210481f1b1437c" /><Relationship Type="http://schemas.openxmlformats.org/officeDocument/2006/relationships/notesSlide" Target="/ppt/notesSlides/notesSlide72.xml" Id="R24d1b92c0c8c40b3"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73dbd3f048f14388" /><Relationship Type="http://schemas.openxmlformats.org/officeDocument/2006/relationships/notesSlide" Target="/ppt/notesSlides/notesSlide73.xml" Id="Rac37f59c024c445b"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ac1695f0b718444b" /><Relationship Type="http://schemas.openxmlformats.org/officeDocument/2006/relationships/notesSlide" Target="/ppt/notesSlides/notesSlide74.xml" Id="Rd376ef741ccc4f81"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00283fb82d3d44e6" /><Relationship Type="http://schemas.openxmlformats.org/officeDocument/2006/relationships/notesSlide" Target="/ppt/notesSlides/notesSlide75.xml" Id="Rebb7417aa1cc46e7"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01a78fa928034dc9" /><Relationship Type="http://schemas.openxmlformats.org/officeDocument/2006/relationships/notesSlide" Target="/ppt/notesSlides/notesSlide76.xml" Id="R9dc71134357241e1"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5358e0aa8a114883" /><Relationship Type="http://schemas.openxmlformats.org/officeDocument/2006/relationships/notesSlide" Target="/ppt/notesSlides/notesSlide77.xml" Id="Rd8649f1bc2d04316"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f795f1ee99c74f24" /><Relationship Type="http://schemas.openxmlformats.org/officeDocument/2006/relationships/notesSlide" Target="/ppt/notesSlides/notesSlide78.xml" Id="R79180f66bb894e8c"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1bb6dd6b73a246eb" /><Relationship Type="http://schemas.openxmlformats.org/officeDocument/2006/relationships/notesSlide" Target="/ppt/notesSlides/notesSlide79.xml" Id="R4b316eb4f90f454b"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2354c42d666b42f9" /><Relationship Type="http://schemas.openxmlformats.org/officeDocument/2006/relationships/notesSlide" Target="/ppt/notesSlides/notesSlide80.xml" Id="R8c40e085533e423a"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3bbbc67cf0444508" /><Relationship Type="http://schemas.openxmlformats.org/officeDocument/2006/relationships/notesSlide" Target="/ppt/notesSlides/notesSlide81.xml" Id="R2673e43c3f084251"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2e13680071fb4d40" /><Relationship Type="http://schemas.openxmlformats.org/officeDocument/2006/relationships/notesSlide" Target="/ppt/notesSlides/notesSlide82.xml" Id="R8802228beba14ee6"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6e36262f117c4c94" /><Relationship Type="http://schemas.openxmlformats.org/officeDocument/2006/relationships/notesSlide" Target="/ppt/notesSlides/notesSlide83.xml" Id="R26ea106ed6d643cb"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07debc57c88441fd" /><Relationship Type="http://schemas.openxmlformats.org/officeDocument/2006/relationships/notesSlide" Target="/ppt/notesSlides/notesSlide84.xml" Id="R4b7907e8143f4d3a"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c3600f95e7954bb8" /><Relationship Type="http://schemas.openxmlformats.org/officeDocument/2006/relationships/notesSlide" Target="/ppt/notesSlides/notesSlide85.xml" Id="Rea2f2c2e861f4a01"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db196d40bf8742ce" /><Relationship Type="http://schemas.openxmlformats.org/officeDocument/2006/relationships/notesSlide" Target="/ppt/notesSlides/notesSlide86.xml" Id="Rd79c0aabcfd64b51"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e26a18115b9f40f8" /><Relationship Type="http://schemas.openxmlformats.org/officeDocument/2006/relationships/notesSlide" Target="/ppt/notesSlides/notesSlide87.xml" Id="Rabc31f0008ab4da1"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f85d60b0b54b40ff" /><Relationship Type="http://schemas.openxmlformats.org/officeDocument/2006/relationships/notesSlide" Target="/ppt/notesSlides/notesSlide88.xml" Id="R5bd9c69982624a94"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875a0ef283aa4778" /><Relationship Type="http://schemas.openxmlformats.org/officeDocument/2006/relationships/notesSlide" Target="/ppt/notesSlides/notesSlide89.xml" Id="R175377dc2ef84d1f"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482b28564f4b45f7" /><Relationship Type="http://schemas.openxmlformats.org/officeDocument/2006/relationships/notesSlide" Target="/ppt/notesSlides/notesSlide90.xml" Id="Ra2458ae7101a424d"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022865e8e7a14973" /><Relationship Type="http://schemas.openxmlformats.org/officeDocument/2006/relationships/notesSlide" Target="/ppt/notesSlides/notesSlide91.xml" Id="R3ba61641cefc4a21"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92c4c09fdb474cf1" /><Relationship Type="http://schemas.openxmlformats.org/officeDocument/2006/relationships/notesSlide" Target="/ppt/notesSlides/notesSlide92.xml" Id="R774dc8470ae94675"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c8239c2762774881" /><Relationship Type="http://schemas.openxmlformats.org/officeDocument/2006/relationships/notesSlide" Target="/ppt/notesSlides/notesSlide93.xml" Id="R9aa96daf06f14ca2"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31be8946affe4771" /><Relationship Type="http://schemas.openxmlformats.org/officeDocument/2006/relationships/notesSlide" Target="/ppt/notesSlides/notesSlide94.xml" Id="R2b304755706d418b"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e2fb7da95ef745aa" /><Relationship Type="http://schemas.openxmlformats.org/officeDocument/2006/relationships/notesSlide" Target="/ppt/notesSlides/notesSlide95.xml" Id="Rd9db0b29d29c43b9"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dc1a26f3b6d94fc3" /><Relationship Type="http://schemas.openxmlformats.org/officeDocument/2006/relationships/notesSlide" Target="/ppt/notesSlides/notesSlide96.xml" Id="R79f0fdf240db4624"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3d817ae28faa4f3d" /><Relationship Type="http://schemas.openxmlformats.org/officeDocument/2006/relationships/notesSlide" Target="/ppt/notesSlides/notesSlide97.xml" Id="R5827af6aea61429d"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9e5fa632445142ce" /><Relationship Type="http://schemas.openxmlformats.org/officeDocument/2006/relationships/notesSlide" Target="/ppt/notesSlides/notesSlide98.xml" Id="Raa0cef56fce749e8"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751e359954044040" /><Relationship Type="http://schemas.openxmlformats.org/officeDocument/2006/relationships/notesSlide" Target="/ppt/notesSlides/notesSlide99.xml" Id="Re9342022c30d4608"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b1f10b9eca2f456d" /><Relationship Type="http://schemas.openxmlformats.org/officeDocument/2006/relationships/notesSlide" Target="/ppt/notesSlides/notesSlide100.xml" Id="R629f43060fa948e8"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8e8b857c5aab4201" /><Relationship Type="http://schemas.openxmlformats.org/officeDocument/2006/relationships/notesSlide" Target="/ppt/notesSlides/notesSlide101.xml" Id="R99649f5b6eec48fe"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0d77c652f9f84b4e" /><Relationship Type="http://schemas.openxmlformats.org/officeDocument/2006/relationships/notesSlide" Target="/ppt/notesSlides/notesSlide102.xml" Id="R38427fce65344773"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594daee729e34c63" /><Relationship Type="http://schemas.openxmlformats.org/officeDocument/2006/relationships/notesSlide" Target="/ppt/notesSlides/notesSlide103.xml" Id="Rb5600921ef4747a2"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d5528204a314481e" /><Relationship Type="http://schemas.openxmlformats.org/officeDocument/2006/relationships/notesSlide" Target="/ppt/notesSlides/notesSlide104.xml" Id="R2166076aca804adb"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95f44fbdf1154e0f" /><Relationship Type="http://schemas.openxmlformats.org/officeDocument/2006/relationships/notesSlide" Target="/ppt/notesSlides/notesSlide105.xml" Id="R06c901adebcd4aa6"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79c4ff1fb328481d" /><Relationship Type="http://schemas.openxmlformats.org/officeDocument/2006/relationships/notesSlide" Target="/ppt/notesSlides/notesSlide106.xml" Id="Rdc45dc2837834b4f"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aa2c2a6780de4535" /><Relationship Type="http://schemas.openxmlformats.org/officeDocument/2006/relationships/notesSlide" Target="/ppt/notesSlides/notesSlide107.xml" Id="Rf161fcc6aca64056" /></Relationships>
</file>

<file path=ppt/slides/slide1.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43B14DE-AAC2-45EF-8C9B-B23221E6204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10/22  OpenCV와 웹캠</a:t>
            </a:r>
          </a:p>
        </p:txBody>
      </p:sp>
      <p:sp>
        <p:nvSpPr>
          <p:cNvPr id="2" name="">
            <a:extLst xmlns:a="http://schemas.openxmlformats.org/drawingml/2006/main">
              <a:ext uri="{FF2B5EF4-FFF2-40B4-BE49-F238E27FC236}">
                <a16:creationId xmlns:a16="http://schemas.microsoft.com/office/drawing/2014/main" id="{315C298C-6B77-4400-9DC7-1ED2486011E5}"/>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OpenCV와 웹캠</a:t>
            </a:r>
          </a:p>
        </p:txBody>
      </p:sp>
      <p:sp>
        <p:nvSpPr>
          <p:cNvPr id="3" name="">
            <a:extLst xmlns:a="http://schemas.openxmlformats.org/drawingml/2006/main">
              <a:ext uri="{FF2B5EF4-FFF2-40B4-BE49-F238E27FC236}">
                <a16:creationId xmlns:a16="http://schemas.microsoft.com/office/drawing/2014/main" id="{C3E79032-FB6B-43DB-A525-D46353E6A7BA}"/>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2026-10-22</a:t>
            </a:r>
          </a:p>
        </p:txBody>
      </p:sp>
      <p:sp>
        <p:nvSpPr>
          <p:cNvPr id="4" name="">
            <a:extLst xmlns:a="http://schemas.openxmlformats.org/drawingml/2006/main">
              <a:ext uri="{FF2B5EF4-FFF2-40B4-BE49-F238E27FC236}">
                <a16:creationId xmlns:a16="http://schemas.microsoft.com/office/drawing/2014/main" id="{FF98DF7D-E946-4BEC-8561-A2A169C189A0}"/>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오늘은 개념을 읽고 직접 예상해 봅니다.</a:t>
            </a:r>
          </a:p>
        </p:txBody>
      </p:sp>
      <p:sp>
        <p:nvSpPr>
          <p:cNvPr id="5" name="">
            <a:extLst xmlns:a="http://schemas.openxmlformats.org/drawingml/2006/main">
              <a:ext uri="{FF2B5EF4-FFF2-40B4-BE49-F238E27FC236}">
                <a16:creationId xmlns:a16="http://schemas.microsoft.com/office/drawing/2014/main" id="{8AEC33F0-A8E5-4C97-92DC-3E057D990290}"/>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파일·모의 결과와 실제 장비 증거를 나눕니다.</a:t>
            </a:r>
          </a:p>
        </p:txBody>
      </p:sp>
      <p:sp>
        <p:nvSpPr>
          <p:cNvPr id="6" name="">
            <a:extLst xmlns:a="http://schemas.openxmlformats.org/drawingml/2006/main">
              <a:ext uri="{FF2B5EF4-FFF2-40B4-BE49-F238E27FC236}">
                <a16:creationId xmlns:a16="http://schemas.microsoft.com/office/drawing/2014/main" id="{73D05021-AD49-4CAD-85DB-F0CF760E698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01</a:t>
            </a:r>
          </a:p>
        </p:txBody>
      </p:sp>
    </p:spTree>
    <p:extLst>
      <p:ext uri="{BB962C8B-B14F-4D97-AF65-F5344CB8AC3E}">
        <p14:creationId xmlns:p14="http://schemas.microsoft.com/office/powerpoint/2010/main" val="1114018906"/>
      </p:ext>
    </p:extLst>
  </p:cSld>
</p:sld>
</file>

<file path=ppt/slides/slide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7800232-11C6-48D6-8D93-3DCB02E98F3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10/22  OpenCV와 웹캠</a:t>
            </a:r>
          </a:p>
        </p:txBody>
      </p:sp>
      <p:sp>
        <p:nvSpPr>
          <p:cNvPr id="2" name="">
            <a:extLst xmlns:a="http://schemas.openxmlformats.org/drawingml/2006/main">
              <a:ext uri="{FF2B5EF4-FFF2-40B4-BE49-F238E27FC236}">
                <a16:creationId xmlns:a16="http://schemas.microsoft.com/office/drawing/2014/main" id="{00DD3892-BD0B-4C9C-B047-CB99EA993F0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자료 폴더와 학생 작업 파일</a:t>
            </a:r>
          </a:p>
        </p:txBody>
      </p:sp>
      <p:sp>
        <p:nvSpPr>
          <p:cNvPr id="3" name="">
            <a:extLst xmlns:a="http://schemas.openxmlformats.org/drawingml/2006/main">
              <a:ext uri="{FF2B5EF4-FFF2-40B4-BE49-F238E27FC236}">
                <a16:creationId xmlns:a16="http://schemas.microsoft.com/office/drawing/2014/main" id="{A294BDA5-B118-4E28-A8C7-2987A6DEB21D}"/>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data: 읽을 입력</a:t>
            </a:r>
          </a:p>
        </p:txBody>
      </p:sp>
      <p:sp>
        <p:nvSpPr>
          <p:cNvPr id="4" name="">
            <a:extLst xmlns:a="http://schemas.openxmlformats.org/drawingml/2006/main">
              <a:ext uri="{FF2B5EF4-FFF2-40B4-BE49-F238E27FC236}">
                <a16:creationId xmlns:a16="http://schemas.microsoft.com/office/drawing/2014/main" id="{2FB11E49-C78D-4AFC-A76E-0C277C353359}"/>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code: 제공 참고 코드</a:t>
            </a:r>
          </a:p>
        </p:txBody>
      </p:sp>
      <p:sp>
        <p:nvSpPr>
          <p:cNvPr id="5" name="">
            <a:extLst xmlns:a="http://schemas.openxmlformats.org/drawingml/2006/main">
              <a:ext uri="{FF2B5EF4-FFF2-40B4-BE49-F238E27FC236}">
                <a16:creationId xmlns:a16="http://schemas.microsoft.com/office/drawing/2014/main" id="{F86BA310-9E0A-461F-8B9D-8D600258EF59}"/>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work: 나의 복사본과 기록</a:t>
            </a:r>
          </a:p>
        </p:txBody>
      </p:sp>
      <p:sp>
        <p:nvSpPr>
          <p:cNvPr id="6" name="">
            <a:extLst xmlns:a="http://schemas.openxmlformats.org/drawingml/2006/main">
              <a:ext uri="{FF2B5EF4-FFF2-40B4-BE49-F238E27FC236}">
                <a16:creationId xmlns:a16="http://schemas.microsoft.com/office/drawing/2014/main" id="{10B90794-BC11-41B3-8BEB-AD27EC05C401}"/>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저장한 뒤 실행해야 결과가 나옵니다.</a:t>
            </a:r>
          </a:p>
        </p:txBody>
      </p:sp>
      <p:sp>
        <p:nvSpPr>
          <p:cNvPr id="7" name="">
            <a:extLst xmlns:a="http://schemas.openxmlformats.org/drawingml/2006/main">
              <a:ext uri="{FF2B5EF4-FFF2-40B4-BE49-F238E27FC236}">
                <a16:creationId xmlns:a16="http://schemas.microsoft.com/office/drawing/2014/main" id="{61CF7E45-D96E-45C5-868B-2D630835092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02</a:t>
            </a:r>
          </a:p>
        </p:txBody>
      </p:sp>
    </p:spTree>
    <p:extLst>
      <p:ext uri="{BB962C8B-B14F-4D97-AF65-F5344CB8AC3E}">
        <p14:creationId xmlns:p14="http://schemas.microsoft.com/office/powerpoint/2010/main" val="1524436242"/>
      </p:ext>
    </p:extLst>
  </p:cSld>
</p:sld>
</file>

<file path=ppt/slides/slide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1F15727-1676-4128-AB96-862350EFC00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10/22  OpenCV와 웹캠</a:t>
            </a:r>
          </a:p>
        </p:txBody>
      </p:sp>
      <p:sp>
        <p:nvSpPr>
          <p:cNvPr id="2" name="">
            <a:extLst xmlns:a="http://schemas.openxmlformats.org/drawingml/2006/main">
              <a:ext uri="{FF2B5EF4-FFF2-40B4-BE49-F238E27FC236}">
                <a16:creationId xmlns:a16="http://schemas.microsoft.com/office/drawing/2014/main" id="{6F64C19F-212B-4C27-9EA4-3E50BB07525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오늘의 6교시 일정</a:t>
            </a:r>
          </a:p>
        </p:txBody>
      </p:sp>
      <p:sp>
        <p:nvSpPr>
          <p:cNvPr id="3" name="">
            <a:extLst xmlns:a="http://schemas.openxmlformats.org/drawingml/2006/main">
              <a:ext uri="{FF2B5EF4-FFF2-40B4-BE49-F238E27FC236}">
                <a16:creationId xmlns:a16="http://schemas.microsoft.com/office/drawing/2014/main" id="{41336868-5B21-4F77-A7BB-547E832FCFB2}"/>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1·2교시 10:00~11:50</a:t>
            </a:r>
          </a:p>
        </p:txBody>
      </p:sp>
      <p:sp>
        <p:nvSpPr>
          <p:cNvPr id="4" name="">
            <a:extLst xmlns:a="http://schemas.openxmlformats.org/drawingml/2006/main">
              <a:ext uri="{FF2B5EF4-FFF2-40B4-BE49-F238E27FC236}">
                <a16:creationId xmlns:a16="http://schemas.microsoft.com/office/drawing/2014/main" id="{31471735-66EB-4B76-AE33-136E6D1C682B}"/>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중식 11:50~13:00</a:t>
            </a:r>
          </a:p>
        </p:txBody>
      </p:sp>
      <p:sp>
        <p:nvSpPr>
          <p:cNvPr id="5" name="">
            <a:extLst xmlns:a="http://schemas.openxmlformats.org/drawingml/2006/main">
              <a:ext uri="{FF2B5EF4-FFF2-40B4-BE49-F238E27FC236}">
                <a16:creationId xmlns:a16="http://schemas.microsoft.com/office/drawing/2014/main" id="{E034C8E1-AEE9-4ADF-AB10-E4AE70C0A1DF}"/>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3~6교시 13:00~16:50</a:t>
            </a:r>
          </a:p>
        </p:txBody>
      </p:sp>
      <p:sp>
        <p:nvSpPr>
          <p:cNvPr id="6" name="">
            <a:extLst xmlns:a="http://schemas.openxmlformats.org/drawingml/2006/main">
              <a:ext uri="{FF2B5EF4-FFF2-40B4-BE49-F238E27FC236}">
                <a16:creationId xmlns:a16="http://schemas.microsoft.com/office/drawing/2014/main" id="{07F93860-ECBC-48F5-93CB-2D162B36AB61}"/>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수업 300분 · 나머지는 휴식과 정리입니다.</a:t>
            </a:r>
          </a:p>
        </p:txBody>
      </p:sp>
      <p:sp>
        <p:nvSpPr>
          <p:cNvPr id="7" name="">
            <a:extLst xmlns:a="http://schemas.openxmlformats.org/drawingml/2006/main">
              <a:ext uri="{FF2B5EF4-FFF2-40B4-BE49-F238E27FC236}">
                <a16:creationId xmlns:a16="http://schemas.microsoft.com/office/drawing/2014/main" id="{6D40DA37-2FEF-49D5-992B-5B1B0D9E207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03</a:t>
            </a:r>
          </a:p>
        </p:txBody>
      </p:sp>
    </p:spTree>
    <p:extLst>
      <p:ext uri="{BB962C8B-B14F-4D97-AF65-F5344CB8AC3E}">
        <p14:creationId xmlns:p14="http://schemas.microsoft.com/office/powerpoint/2010/main" val="1599121551"/>
      </p:ext>
    </p:extLst>
  </p:cSld>
</p:sld>
</file>

<file path=ppt/slides/slide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63BECD9-C7D4-430C-BD48-48F8BD1ED7D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10/22  OpenCV와 웹캠</a:t>
            </a:r>
          </a:p>
        </p:txBody>
      </p:sp>
      <p:sp>
        <p:nvSpPr>
          <p:cNvPr id="2" name="">
            <a:extLst xmlns:a="http://schemas.openxmlformats.org/drawingml/2006/main">
              <a:ext uri="{FF2B5EF4-FFF2-40B4-BE49-F238E27FC236}">
                <a16:creationId xmlns:a16="http://schemas.microsoft.com/office/drawing/2014/main" id="{0E24C84B-DDB9-4409-B718-E6D8FDF6BB3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시연·수정·비교·설명</a:t>
            </a:r>
          </a:p>
        </p:txBody>
      </p:sp>
      <p:sp>
        <p:nvSpPr>
          <p:cNvPr id="3" name="">
            <a:extLst xmlns:a="http://schemas.openxmlformats.org/drawingml/2006/main">
              <a:ext uri="{FF2B5EF4-FFF2-40B4-BE49-F238E27FC236}">
                <a16:creationId xmlns:a16="http://schemas.microsoft.com/office/drawing/2014/main" id="{EA29075D-BEEC-4AC2-935A-8C5883D37C1C}"/>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시연을 봅니다.</a:t>
            </a:r>
          </a:p>
        </p:txBody>
      </p:sp>
      <p:sp>
        <p:nvSpPr>
          <p:cNvPr id="4" name="">
            <a:extLst xmlns:a="http://schemas.openxmlformats.org/drawingml/2006/main">
              <a:ext uri="{FF2B5EF4-FFF2-40B4-BE49-F238E27FC236}">
                <a16:creationId xmlns:a16="http://schemas.microsoft.com/office/drawing/2014/main" id="{C4EF2A40-B32C-4935-BFF6-863D4DBFDC7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같이 따라 하고 한 값을 바꿉니다.</a:t>
            </a:r>
          </a:p>
        </p:txBody>
      </p:sp>
      <p:sp>
        <p:nvSpPr>
          <p:cNvPr id="5" name="">
            <a:extLst xmlns:a="http://schemas.openxmlformats.org/drawingml/2006/main">
              <a:ext uri="{FF2B5EF4-FFF2-40B4-BE49-F238E27FC236}">
                <a16:creationId xmlns:a16="http://schemas.microsoft.com/office/drawing/2014/main" id="{EDCAEF9C-FE3B-4E56-B605-9ABA51E476B1}"/>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예상과 결과를 비교합니다.</a:t>
            </a:r>
          </a:p>
        </p:txBody>
      </p:sp>
      <p:sp>
        <p:nvSpPr>
          <p:cNvPr id="6" name="">
            <a:extLst xmlns:a="http://schemas.openxmlformats.org/drawingml/2006/main">
              <a:ext uri="{FF2B5EF4-FFF2-40B4-BE49-F238E27FC236}">
                <a16:creationId xmlns:a16="http://schemas.microsoft.com/office/drawing/2014/main" id="{22C6FA9D-3105-4201-955C-D5ED332A762C}"/>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왜 그런지 자기 말로 설명합니다.</a:t>
            </a:r>
          </a:p>
        </p:txBody>
      </p:sp>
      <p:sp>
        <p:nvSpPr>
          <p:cNvPr id="7" name="">
            <a:extLst xmlns:a="http://schemas.openxmlformats.org/drawingml/2006/main">
              <a:ext uri="{FF2B5EF4-FFF2-40B4-BE49-F238E27FC236}">
                <a16:creationId xmlns:a16="http://schemas.microsoft.com/office/drawing/2014/main" id="{DBE69528-CE61-4E2C-A4E5-12C6B656B76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04</a:t>
            </a:r>
          </a:p>
        </p:txBody>
      </p:sp>
    </p:spTree>
    <p:extLst>
      <p:ext uri="{BB962C8B-B14F-4D97-AF65-F5344CB8AC3E}">
        <p14:creationId xmlns:p14="http://schemas.microsoft.com/office/powerpoint/2010/main" val="911836263"/>
      </p:ext>
    </p:extLst>
  </p:cSld>
</p:sld>
</file>

<file path=ppt/slides/slide5.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4C67B75-762C-4ACF-BAE5-77F6946F495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29370C6E-9C8E-4121-BCCA-B93DCCF6E4BF}"/>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1교시 · 이미지의 값과 좌표</a:t>
            </a:r>
          </a:p>
        </p:txBody>
      </p:sp>
      <p:sp>
        <p:nvSpPr>
          <p:cNvPr id="3" name="">
            <a:extLst xmlns:a="http://schemas.openxmlformats.org/drawingml/2006/main">
              <a:ext uri="{FF2B5EF4-FFF2-40B4-BE49-F238E27FC236}">
                <a16:creationId xmlns:a16="http://schemas.microsoft.com/office/drawing/2014/main" id="{7A78E232-DBDF-42D3-85C8-A0432D9A3754}"/>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10:00~10:50 · 50분</a:t>
            </a:r>
          </a:p>
        </p:txBody>
      </p:sp>
      <p:sp>
        <p:nvSpPr>
          <p:cNvPr id="4" name="">
            <a:extLst xmlns:a="http://schemas.openxmlformats.org/drawingml/2006/main">
              <a:ext uri="{FF2B5EF4-FFF2-40B4-BE49-F238E27FC236}">
                <a16:creationId xmlns:a16="http://schemas.microsoft.com/office/drawing/2014/main" id="{94093B9D-A25F-4A1C-9D7A-3F755379C991}"/>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A01 · A02 · A03</a:t>
            </a:r>
          </a:p>
        </p:txBody>
      </p:sp>
      <p:sp>
        <p:nvSpPr>
          <p:cNvPr id="5" name="">
            <a:extLst xmlns:a="http://schemas.openxmlformats.org/drawingml/2006/main">
              <a:ext uri="{FF2B5EF4-FFF2-40B4-BE49-F238E27FC236}">
                <a16:creationId xmlns:a16="http://schemas.microsoft.com/office/drawing/2014/main" id="{C94AB0A1-929A-4C9D-9EC9-3A5139CF670B}"/>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2F684517-5918-4D47-8302-E5080F0098D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05</a:t>
            </a:r>
          </a:p>
        </p:txBody>
      </p:sp>
    </p:spTree>
    <p:extLst>
      <p:ext uri="{BB962C8B-B14F-4D97-AF65-F5344CB8AC3E}">
        <p14:creationId xmlns:p14="http://schemas.microsoft.com/office/powerpoint/2010/main" val="1613778449"/>
      </p:ext>
    </p:extLst>
  </p:cSld>
</p:sld>
</file>

<file path=ppt/slides/slide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BEC02F1-029A-4D45-8708-91F796FCBA8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2296E840-5005-4B11-AD47-DFF856A12AA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이미지와 픽셀 값</a:t>
            </a:r>
          </a:p>
        </p:txBody>
      </p:sp>
      <p:sp>
        <p:nvSpPr>
          <p:cNvPr id="3" name="">
            <a:extLst xmlns:a="http://schemas.openxmlformats.org/drawingml/2006/main">
              <a:ext uri="{FF2B5EF4-FFF2-40B4-BE49-F238E27FC236}">
                <a16:creationId xmlns:a16="http://schemas.microsoft.com/office/drawing/2014/main" id="{8256181A-B029-42C4-A9DF-EA9A1CF77D5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사진 파일을 읽으면 배열이 됩니다.</a:t>
            </a:r>
          </a:p>
        </p:txBody>
      </p:sp>
      <p:sp>
        <p:nvSpPr>
          <p:cNvPr id="4" name="">
            <a:extLst xmlns:a="http://schemas.openxmlformats.org/drawingml/2006/main">
              <a:ext uri="{FF2B5EF4-FFF2-40B4-BE49-F238E27FC236}">
                <a16:creationId xmlns:a16="http://schemas.microsoft.com/office/drawing/2014/main" id="{987A2B50-2437-4A48-A225-4E52A20AF28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한 칸의 색과 밝기를 픽셀 값으로 읽습니다.</a:t>
            </a:r>
          </a:p>
        </p:txBody>
      </p:sp>
      <p:sp>
        <p:nvSpPr>
          <p:cNvPr id="5" name="">
            <a:extLst xmlns:a="http://schemas.openxmlformats.org/drawingml/2006/main">
              <a:ext uri="{FF2B5EF4-FFF2-40B4-BE49-F238E27FC236}">
                <a16:creationId xmlns:a16="http://schemas.microsoft.com/office/drawing/2014/main" id="{95E59D33-EAE2-4978-BE04-CB99190EBFE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06</a:t>
            </a:r>
          </a:p>
        </p:txBody>
      </p:sp>
    </p:spTree>
    <p:extLst>
      <p:ext uri="{BB962C8B-B14F-4D97-AF65-F5344CB8AC3E}">
        <p14:creationId xmlns:p14="http://schemas.microsoft.com/office/powerpoint/2010/main" val="334883723"/>
      </p:ext>
    </p:extLst>
  </p:cSld>
</p:sld>
</file>

<file path=ppt/slides/slide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02045FE-E6A7-41D8-948B-6593D402668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99B796C6-2126-4FD8-99D0-D1F79C9A24C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shape의 높이·너비·채널</a:t>
            </a:r>
          </a:p>
        </p:txBody>
      </p:sp>
      <p:sp>
        <p:nvSpPr>
          <p:cNvPr id="3" name="">
            <a:extLst xmlns:a="http://schemas.openxmlformats.org/drawingml/2006/main">
              <a:ext uri="{FF2B5EF4-FFF2-40B4-BE49-F238E27FC236}">
                <a16:creationId xmlns:a16="http://schemas.microsoft.com/office/drawing/2014/main" id="{477A00B6-4672-44DD-A610-9E38F78E146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shape (240, 320, 3)</a:t>
            </a:r>
          </a:p>
        </p:txBody>
      </p:sp>
      <p:sp>
        <p:nvSpPr>
          <p:cNvPr id="4" name="">
            <a:extLst xmlns:a="http://schemas.openxmlformats.org/drawingml/2006/main">
              <a:ext uri="{FF2B5EF4-FFF2-40B4-BE49-F238E27FC236}">
                <a16:creationId xmlns:a16="http://schemas.microsoft.com/office/drawing/2014/main" id="{0AC55B5E-DAF3-41AF-8517-707F0725DF2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높이 240 · 너비 320 · 색 채널 3</a:t>
            </a:r>
          </a:p>
        </p:txBody>
      </p:sp>
      <p:sp>
        <p:nvSpPr>
          <p:cNvPr id="5" name="">
            <a:extLst xmlns:a="http://schemas.openxmlformats.org/drawingml/2006/main">
              <a:ext uri="{FF2B5EF4-FFF2-40B4-BE49-F238E27FC236}">
                <a16:creationId xmlns:a16="http://schemas.microsoft.com/office/drawing/2014/main" id="{1F8B53E4-59BC-406B-8911-BC8E60D095D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07</a:t>
            </a:r>
          </a:p>
        </p:txBody>
      </p:sp>
    </p:spTree>
    <p:extLst>
      <p:ext uri="{BB962C8B-B14F-4D97-AF65-F5344CB8AC3E}">
        <p14:creationId xmlns:p14="http://schemas.microsoft.com/office/powerpoint/2010/main" val="1265705584"/>
      </p:ext>
    </p:extLst>
  </p:cSld>
</p:sld>
</file>

<file path=ppt/slides/slide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0253A90-0092-4558-A898-7D6CE2620B0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1374570E-8CE8-4560-9435-9F7CA1242EC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0부터 시작하는 좌표</a:t>
            </a:r>
          </a:p>
        </p:txBody>
      </p:sp>
      <p:sp>
        <p:nvSpPr>
          <p:cNvPr id="3" name="">
            <a:extLst xmlns:a="http://schemas.openxmlformats.org/drawingml/2006/main">
              <a:ext uri="{FF2B5EF4-FFF2-40B4-BE49-F238E27FC236}">
                <a16:creationId xmlns:a16="http://schemas.microsoft.com/office/drawing/2014/main" id="{9734DA50-D0A3-4F4B-9A58-B3F1A87223A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왼쪽 위는 x=0, y=0입니다.</a:t>
            </a:r>
          </a:p>
        </p:txBody>
      </p:sp>
      <p:sp>
        <p:nvSpPr>
          <p:cNvPr id="4" name="">
            <a:extLst xmlns:a="http://schemas.openxmlformats.org/drawingml/2006/main">
              <a:ext uri="{FF2B5EF4-FFF2-40B4-BE49-F238E27FC236}">
                <a16:creationId xmlns:a16="http://schemas.microsoft.com/office/drawing/2014/main" id="{591F964E-BFF8-4BE4-8DD9-7EC9B7D81F6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오른쪽 끝 번호는 너비−1입니다.</a:t>
            </a:r>
          </a:p>
        </p:txBody>
      </p:sp>
      <p:sp>
        <p:nvSpPr>
          <p:cNvPr id="5" name="">
            <a:extLst xmlns:a="http://schemas.openxmlformats.org/drawingml/2006/main">
              <a:ext uri="{FF2B5EF4-FFF2-40B4-BE49-F238E27FC236}">
                <a16:creationId xmlns:a16="http://schemas.microsoft.com/office/drawing/2014/main" id="{F5D5DB05-509B-4ADF-8E6A-688121D12CB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08</a:t>
            </a:r>
          </a:p>
        </p:txBody>
      </p:sp>
    </p:spTree>
    <p:extLst>
      <p:ext uri="{BB962C8B-B14F-4D97-AF65-F5344CB8AC3E}">
        <p14:creationId xmlns:p14="http://schemas.microsoft.com/office/powerpoint/2010/main" val="454328198"/>
      </p:ext>
    </p:extLst>
  </p:cSld>
</p:sld>
</file>

<file path=ppt/slides/slide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2A8D4DA-AF1B-493C-8460-B2BA9CC4F2F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8DE82844-3658-464F-BC2D-A8111F73CC1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행·열과 좌표 순서</a:t>
            </a:r>
          </a:p>
        </p:txBody>
      </p:sp>
      <p:sp>
        <p:nvSpPr>
          <p:cNvPr id="3" name="">
            <a:extLst xmlns:a="http://schemas.openxmlformats.org/drawingml/2006/main">
              <a:ext uri="{FF2B5EF4-FFF2-40B4-BE49-F238E27FC236}">
                <a16:creationId xmlns:a16="http://schemas.microsoft.com/office/drawing/2014/main" id="{36EA0AD8-984A-4FE6-A822-9F460D8CC82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화면 좌표 x=30, y=40</a:t>
            </a:r>
          </a:p>
        </p:txBody>
      </p:sp>
      <p:sp>
        <p:nvSpPr>
          <p:cNvPr id="4" name="">
            <a:extLst xmlns:a="http://schemas.openxmlformats.org/drawingml/2006/main">
              <a:ext uri="{FF2B5EF4-FFF2-40B4-BE49-F238E27FC236}">
                <a16:creationId xmlns:a16="http://schemas.microsoft.com/office/drawing/2014/main" id="{4E8BF1C4-5203-441B-8454-8270731BC84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배열 위치는 image[40, 30]입니다.</a:t>
            </a:r>
          </a:p>
        </p:txBody>
      </p:sp>
      <p:sp>
        <p:nvSpPr>
          <p:cNvPr id="5" name="">
            <a:extLst xmlns:a="http://schemas.openxmlformats.org/drawingml/2006/main">
              <a:ext uri="{FF2B5EF4-FFF2-40B4-BE49-F238E27FC236}">
                <a16:creationId xmlns:a16="http://schemas.microsoft.com/office/drawing/2014/main" id="{EFC1EAC9-048E-4B64-B14C-036D7B3A388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09</a:t>
            </a:r>
          </a:p>
        </p:txBody>
      </p:sp>
    </p:spTree>
    <p:extLst>
      <p:ext uri="{BB962C8B-B14F-4D97-AF65-F5344CB8AC3E}">
        <p14:creationId xmlns:p14="http://schemas.microsoft.com/office/powerpoint/2010/main" val="505237148"/>
      </p:ext>
    </p:extLst>
  </p:cSld>
</p:sld>
</file>

<file path=ppt/slides/slide1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2DD6076-8D70-44DC-BB62-E173FE23070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C10E6DDE-E6C4-401F-97FC-6F6C0EB3FCB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BGR 색 채널 순서</a:t>
            </a:r>
          </a:p>
        </p:txBody>
      </p:sp>
      <p:sp>
        <p:nvSpPr>
          <p:cNvPr id="3" name="">
            <a:extLst xmlns:a="http://schemas.openxmlformats.org/drawingml/2006/main">
              <a:ext uri="{FF2B5EF4-FFF2-40B4-BE49-F238E27FC236}">
                <a16:creationId xmlns:a16="http://schemas.microsoft.com/office/drawing/2014/main" id="{3745BE27-8999-47E8-9682-F0476F4CEAF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B는 파랑 · G는 초록 · R은 빨강</a:t>
            </a:r>
          </a:p>
        </p:txBody>
      </p:sp>
      <p:sp>
        <p:nvSpPr>
          <p:cNvPr id="4" name="">
            <a:extLst xmlns:a="http://schemas.openxmlformats.org/drawingml/2006/main">
              <a:ext uri="{FF2B5EF4-FFF2-40B4-BE49-F238E27FC236}">
                <a16:creationId xmlns:a16="http://schemas.microsoft.com/office/drawing/2014/main" id="{BEEC787D-8B25-4652-8147-DDD04914307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[0, 0, 255]는 빨강입니다.</a:t>
            </a:r>
          </a:p>
        </p:txBody>
      </p:sp>
      <p:sp>
        <p:nvSpPr>
          <p:cNvPr id="5" name="">
            <a:extLst xmlns:a="http://schemas.openxmlformats.org/drawingml/2006/main">
              <a:ext uri="{FF2B5EF4-FFF2-40B4-BE49-F238E27FC236}">
                <a16:creationId xmlns:a16="http://schemas.microsoft.com/office/drawing/2014/main" id="{DAE67A57-BB71-4D15-A90A-58DA0C02B31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a:t>
            </a:r>
          </a:p>
        </p:txBody>
      </p:sp>
    </p:spTree>
    <p:extLst>
      <p:ext uri="{BB962C8B-B14F-4D97-AF65-F5344CB8AC3E}">
        <p14:creationId xmlns:p14="http://schemas.microsoft.com/office/powerpoint/2010/main" val="14089483"/>
      </p:ext>
    </p:extLst>
  </p:cSld>
</p:sld>
</file>

<file path=ppt/slides/slide1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1A3DD6D-D2B9-43EC-80C9-E5925D60177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A77FF013-DF7C-4901-8CE3-F20303C568B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저장과 실행의 차이</a:t>
            </a:r>
          </a:p>
        </p:txBody>
      </p:sp>
      <p:sp>
        <p:nvSpPr>
          <p:cNvPr id="3" name="">
            <a:extLst xmlns:a="http://schemas.openxmlformats.org/drawingml/2006/main">
              <a:ext uri="{FF2B5EF4-FFF2-40B4-BE49-F238E27FC236}">
                <a16:creationId xmlns:a16="http://schemas.microsoft.com/office/drawing/2014/main" id="{436B033D-9586-456D-97AE-627B9683827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work/pixel_trace.py에 저장합니다.</a:t>
            </a:r>
          </a:p>
        </p:txBody>
      </p:sp>
      <p:sp>
        <p:nvSpPr>
          <p:cNvPr id="4" name="">
            <a:extLst xmlns:a="http://schemas.openxmlformats.org/drawingml/2006/main">
              <a:ext uri="{FF2B5EF4-FFF2-40B4-BE49-F238E27FC236}">
                <a16:creationId xmlns:a16="http://schemas.microsoft.com/office/drawing/2014/main" id="{AE109885-BDFF-4722-B6F0-09FA13E4018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course 폴더에서 터미널 명령을 실행합니다.</a:t>
            </a:r>
          </a:p>
        </p:txBody>
      </p:sp>
      <p:sp>
        <p:nvSpPr>
          <p:cNvPr id="5" name="">
            <a:extLst xmlns:a="http://schemas.openxmlformats.org/drawingml/2006/main">
              <a:ext uri="{FF2B5EF4-FFF2-40B4-BE49-F238E27FC236}">
                <a16:creationId xmlns:a16="http://schemas.microsoft.com/office/drawing/2014/main" id="{A4EDF122-AC8F-4921-9DFA-205B0EB3783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11</a:t>
            </a:r>
          </a:p>
        </p:txBody>
      </p:sp>
    </p:spTree>
    <p:extLst>
      <p:ext uri="{BB962C8B-B14F-4D97-AF65-F5344CB8AC3E}">
        <p14:creationId xmlns:p14="http://schemas.microsoft.com/office/powerpoint/2010/main" val="92023351"/>
      </p:ext>
    </p:extLst>
  </p:cSld>
</p:sld>
</file>

<file path=ppt/slides/slide1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1764DE0-F6DB-4F96-BB8C-B0ADF3D6EB1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A46BE5A0-AECB-4642-9DF1-6D7BE3C956F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픽셀의 좌표와 색 값</a:t>
            </a:r>
          </a:p>
        </p:txBody>
      </p:sp>
      <p:sp>
        <p:nvSpPr>
          <p:cNvPr id="3" name="">
            <a:extLst xmlns:a="http://schemas.openxmlformats.org/drawingml/2006/main">
              <a:ext uri="{FF2B5EF4-FFF2-40B4-BE49-F238E27FC236}">
                <a16:creationId xmlns:a16="http://schemas.microsoft.com/office/drawing/2014/main" id="{906936B8-2615-480A-8918-1EC40DE68657}"/>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import numpy as np</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image = np.zeros((3, 4, 3), dtype=np.uint8)</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image[1, 2] = [0, 0, 255]</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print(image.shape)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print(image[1, 2].tolist())</a:t>
            </a:r>
          </a:p>
        </p:txBody>
      </p:sp>
      <p:sp>
        <p:nvSpPr>
          <p:cNvPr id="4" name="">
            <a:extLst xmlns:a="http://schemas.openxmlformats.org/drawingml/2006/main">
              <a:ext uri="{FF2B5EF4-FFF2-40B4-BE49-F238E27FC236}">
                <a16:creationId xmlns:a16="http://schemas.microsoft.com/office/drawing/2014/main" id="{F9957BCE-3CE3-4E5C-B449-0E364DE2C04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12</a:t>
            </a:r>
          </a:p>
        </p:txBody>
      </p:sp>
    </p:spTree>
    <p:extLst>
      <p:ext uri="{BB962C8B-B14F-4D97-AF65-F5344CB8AC3E}">
        <p14:creationId xmlns:p14="http://schemas.microsoft.com/office/powerpoint/2010/main" val="1700459201"/>
      </p:ext>
    </p:extLst>
  </p:cSld>
</p:sld>
</file>

<file path=ppt/slides/slide1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DDF0C0-E16D-45E9-AEC4-7BCF1CCF9BC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4A859248-116A-456F-AAD3-E0E74E8983E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코드의 줄별 역할</a:t>
            </a:r>
          </a:p>
        </p:txBody>
      </p:sp>
      <p:sp>
        <p:nvSpPr>
          <p:cNvPr id="3" name="">
            <a:extLst xmlns:a="http://schemas.openxmlformats.org/drawingml/2006/main">
              <a:ext uri="{FF2B5EF4-FFF2-40B4-BE49-F238E27FC236}">
                <a16:creationId xmlns:a16="http://schemas.microsoft.com/office/drawing/2014/main" id="{477AEA29-19EB-41C6-98A0-2858AAFCBE4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1~2행: 도구와 배열을 준비합니다.</a:t>
            </a:r>
          </a:p>
        </p:txBody>
      </p:sp>
      <p:sp>
        <p:nvSpPr>
          <p:cNvPr id="4" name="">
            <a:extLst xmlns:a="http://schemas.openxmlformats.org/drawingml/2006/main">
              <a:ext uri="{FF2B5EF4-FFF2-40B4-BE49-F238E27FC236}">
                <a16:creationId xmlns:a16="http://schemas.microsoft.com/office/drawing/2014/main" id="{63F503EE-B692-4A3E-9E91-31F83B27535A}"/>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3행: 한 픽셀의 BGR 값을 저장합니다.</a:t>
            </a:r>
          </a:p>
        </p:txBody>
      </p:sp>
      <p:sp>
        <p:nvSpPr>
          <p:cNvPr id="5" name="">
            <a:extLst xmlns:a="http://schemas.openxmlformats.org/drawingml/2006/main">
              <a:ext uri="{FF2B5EF4-FFF2-40B4-BE49-F238E27FC236}">
                <a16:creationId xmlns:a16="http://schemas.microsoft.com/office/drawing/2014/main" id="{0861D308-EE73-4858-9583-0FB1F2D45E5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4~5행: 크기와 색 값을 출력합니다.</a:t>
            </a:r>
          </a:p>
        </p:txBody>
      </p:sp>
      <p:sp>
        <p:nvSpPr>
          <p:cNvPr id="6" name="">
            <a:extLst xmlns:a="http://schemas.openxmlformats.org/drawingml/2006/main">
              <a:ext uri="{FF2B5EF4-FFF2-40B4-BE49-F238E27FC236}">
                <a16:creationId xmlns:a16="http://schemas.microsoft.com/office/drawing/2014/main" id="{2220E076-3F4D-492A-A272-854B9A80D3F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13</a:t>
            </a:r>
          </a:p>
        </p:txBody>
      </p:sp>
    </p:spTree>
    <p:extLst>
      <p:ext uri="{BB962C8B-B14F-4D97-AF65-F5344CB8AC3E}">
        <p14:creationId xmlns:p14="http://schemas.microsoft.com/office/powerpoint/2010/main" val="1371347042"/>
      </p:ext>
    </p:extLst>
  </p:cSld>
</p:sld>
</file>

<file path=ppt/slides/slide1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5F5B3A1-9767-4B2A-93C2-B9FD04C44F9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C57A15A9-65C4-49B2-B255-A699688D3D6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학생 파일과 실행 명령</a:t>
            </a:r>
          </a:p>
        </p:txBody>
      </p:sp>
      <p:sp>
        <p:nvSpPr>
          <p:cNvPr id="3" name="">
            <a:extLst xmlns:a="http://schemas.openxmlformats.org/drawingml/2006/main">
              <a:ext uri="{FF2B5EF4-FFF2-40B4-BE49-F238E27FC236}">
                <a16:creationId xmlns:a16="http://schemas.microsoft.com/office/drawing/2014/main" id="{D0B3055A-C66E-4086-BA21-70A9380B5DF2}"/>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현재 폴더: 압축을 푼 course</a:t>
            </a:r>
          </a:p>
        </p:txBody>
      </p:sp>
      <p:sp>
        <p:nvSpPr>
          <p:cNvPr id="4" name="">
            <a:extLst xmlns:a="http://schemas.openxmlformats.org/drawingml/2006/main">
              <a:ext uri="{FF2B5EF4-FFF2-40B4-BE49-F238E27FC236}">
                <a16:creationId xmlns:a16="http://schemas.microsoft.com/office/drawing/2014/main" id="{0A011797-D74A-4B54-8EB5-6AFC116DD87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학생 파일: work/pixel_trace.py</a:t>
            </a:r>
          </a:p>
        </p:txBody>
      </p:sp>
      <p:sp>
        <p:nvSpPr>
          <p:cNvPr id="5" name="">
            <a:extLst xmlns:a="http://schemas.openxmlformats.org/drawingml/2006/main">
              <a:ext uri="{FF2B5EF4-FFF2-40B4-BE49-F238E27FC236}">
                <a16:creationId xmlns:a16="http://schemas.microsoft.com/office/drawing/2014/main" id="{15C9EDAD-AF26-4D90-80E3-BC3657D833E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python -X utf8 work/pixel_trace.py</a:t>
            </a:r>
          </a:p>
        </p:txBody>
      </p:sp>
      <p:sp>
        <p:nvSpPr>
          <p:cNvPr id="6" name="">
            <a:extLst xmlns:a="http://schemas.openxmlformats.org/drawingml/2006/main">
              <a:ext uri="{FF2B5EF4-FFF2-40B4-BE49-F238E27FC236}">
                <a16:creationId xmlns:a16="http://schemas.microsoft.com/office/drawing/2014/main" id="{D2906158-DE5A-43CB-A4ED-D452A33B5C3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14</a:t>
            </a:r>
          </a:p>
        </p:txBody>
      </p:sp>
    </p:spTree>
    <p:extLst>
      <p:ext uri="{BB962C8B-B14F-4D97-AF65-F5344CB8AC3E}">
        <p14:creationId xmlns:p14="http://schemas.microsoft.com/office/powerpoint/2010/main" val="589960495"/>
      </p:ext>
    </p:extLst>
  </p:cSld>
</p:sld>
</file>

<file path=ppt/slides/slide1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AB4B8DD-B83E-4A3C-8F27-6CCE5E2CBD5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D503723E-676C-4FBD-BC45-D7FD80D643F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0B7BB4EF-A841-4460-89D2-D56F3731F8E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(3, 4, 3)</a:t>
            </a:r>
          </a:p>
        </p:txBody>
      </p:sp>
      <p:sp>
        <p:nvSpPr>
          <p:cNvPr id="4" name="">
            <a:extLst xmlns:a="http://schemas.openxmlformats.org/drawingml/2006/main">
              <a:ext uri="{FF2B5EF4-FFF2-40B4-BE49-F238E27FC236}">
                <a16:creationId xmlns:a16="http://schemas.microsoft.com/office/drawing/2014/main" id="{999E3132-98AD-4DC2-A4EC-6D7473E671B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[0, 0, 255]</a:t>
            </a:r>
          </a:p>
        </p:txBody>
      </p:sp>
      <p:sp>
        <p:nvSpPr>
          <p:cNvPr id="5" name="">
            <a:extLst xmlns:a="http://schemas.openxmlformats.org/drawingml/2006/main">
              <a:ext uri="{FF2B5EF4-FFF2-40B4-BE49-F238E27FC236}">
                <a16:creationId xmlns:a16="http://schemas.microsoft.com/office/drawing/2014/main" id="{7D683546-D3BF-4377-AF4C-399580BD2E11}"/>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위치는 12곳, 색 성분은 36개입니다.</a:t>
            </a:r>
          </a:p>
        </p:txBody>
      </p:sp>
      <p:sp>
        <p:nvSpPr>
          <p:cNvPr id="6" name="">
            <a:extLst xmlns:a="http://schemas.openxmlformats.org/drawingml/2006/main">
              <a:ext uri="{FF2B5EF4-FFF2-40B4-BE49-F238E27FC236}">
                <a16:creationId xmlns:a16="http://schemas.microsoft.com/office/drawing/2014/main" id="{5F90465B-6FF2-4E5C-A7F7-D1A09926B51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15</a:t>
            </a:r>
          </a:p>
        </p:txBody>
      </p:sp>
    </p:spTree>
    <p:extLst>
      <p:ext uri="{BB962C8B-B14F-4D97-AF65-F5344CB8AC3E}">
        <p14:creationId xmlns:p14="http://schemas.microsoft.com/office/powerpoint/2010/main" val="1654997023"/>
      </p:ext>
    </p:extLst>
  </p:cSld>
</p:sld>
</file>

<file path=ppt/slides/slide1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A9974A9-D256-4C7F-88DC-A965E32E6F4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CA137E9D-8977-4111-A2EF-F992F243CB8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9EA41AE9-0986-4EFC-916A-75D5134FA9A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높이 5, 너비 8인 사진입니다.</a:t>
            </a:r>
          </a:p>
        </p:txBody>
      </p:sp>
      <p:sp>
        <p:nvSpPr>
          <p:cNvPr id="4" name="">
            <a:extLst xmlns:a="http://schemas.openxmlformats.org/drawingml/2006/main">
              <a:ext uri="{FF2B5EF4-FFF2-40B4-BE49-F238E27FC236}">
                <a16:creationId xmlns:a16="http://schemas.microsoft.com/office/drawing/2014/main" id="{F1F4BA7A-6D19-44BD-B6FD-A17D5DE8990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왼쪽 아래 위치와 픽셀 수를 쓰세요.</a:t>
            </a:r>
          </a:p>
        </p:txBody>
      </p:sp>
      <p:sp>
        <p:nvSpPr>
          <p:cNvPr id="5" name="">
            <a:extLst xmlns:a="http://schemas.openxmlformats.org/drawingml/2006/main">
              <a:ext uri="{FF2B5EF4-FFF2-40B4-BE49-F238E27FC236}">
                <a16:creationId xmlns:a16="http://schemas.microsoft.com/office/drawing/2014/main" id="{047C0783-AB0E-4C65-9E4E-61CFCF10666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16</a:t>
            </a:r>
          </a:p>
        </p:txBody>
      </p:sp>
    </p:spTree>
    <p:extLst>
      <p:ext uri="{BB962C8B-B14F-4D97-AF65-F5344CB8AC3E}">
        <p14:creationId xmlns:p14="http://schemas.microsoft.com/office/powerpoint/2010/main" val="110916188"/>
      </p:ext>
    </p:extLst>
  </p:cSld>
</p:sld>
</file>

<file path=ppt/slides/slide1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49AC98E-D3C8-416D-994F-297B355A938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8242633F-3864-4781-844C-B97941E9690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2176ADEC-EB78-4DC3-AE6A-8616293C72C8}"/>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위치: image[4, 0]</a:t>
            </a:r>
          </a:p>
        </p:txBody>
      </p:sp>
      <p:sp>
        <p:nvSpPr>
          <p:cNvPr id="4" name="">
            <a:extLst xmlns:a="http://schemas.openxmlformats.org/drawingml/2006/main">
              <a:ext uri="{FF2B5EF4-FFF2-40B4-BE49-F238E27FC236}">
                <a16:creationId xmlns:a16="http://schemas.microsoft.com/office/drawing/2014/main" id="{AC915DE1-68A6-41A4-92CE-3B6A8777F404}"/>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픽셀 수: 5×8=40</a:t>
            </a:r>
          </a:p>
        </p:txBody>
      </p:sp>
      <p:sp>
        <p:nvSpPr>
          <p:cNvPr id="5" name="">
            <a:extLst xmlns:a="http://schemas.openxmlformats.org/drawingml/2006/main">
              <a:ext uri="{FF2B5EF4-FFF2-40B4-BE49-F238E27FC236}">
                <a16:creationId xmlns:a16="http://schemas.microsoft.com/office/drawing/2014/main" id="{64D34300-09C7-463C-8CC8-A05EBBE4A9DA}"/>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색 채널 3이면 색 성분은 120개입니다.</a:t>
            </a:r>
          </a:p>
        </p:txBody>
      </p:sp>
      <p:sp>
        <p:nvSpPr>
          <p:cNvPr id="6" name="">
            <a:extLst xmlns:a="http://schemas.openxmlformats.org/drawingml/2006/main">
              <a:ext uri="{FF2B5EF4-FFF2-40B4-BE49-F238E27FC236}">
                <a16:creationId xmlns:a16="http://schemas.microsoft.com/office/drawing/2014/main" id="{F678A721-E598-49A8-8303-F230D176420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17</a:t>
            </a:r>
          </a:p>
        </p:txBody>
      </p:sp>
    </p:spTree>
    <p:extLst>
      <p:ext uri="{BB962C8B-B14F-4D97-AF65-F5344CB8AC3E}">
        <p14:creationId xmlns:p14="http://schemas.microsoft.com/office/powerpoint/2010/main" val="912662854"/>
      </p:ext>
    </p:extLst>
  </p:cSld>
</p:sld>
</file>

<file path=ppt/slides/slide1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03E8277-B097-447A-B8A1-11D7E1476ED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3670AA85-A19D-4242-8A10-A90F9351B88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BCD6A37B-63A9-424A-AD09-3D3B14DBA0B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[0, 0, 255]를 [255, 0, 0]으로 바꿉니다.</a:t>
            </a:r>
          </a:p>
        </p:txBody>
      </p:sp>
      <p:sp>
        <p:nvSpPr>
          <p:cNvPr id="4" name="">
            <a:extLst xmlns:a="http://schemas.openxmlformats.org/drawingml/2006/main">
              <a:ext uri="{FF2B5EF4-FFF2-40B4-BE49-F238E27FC236}">
                <a16:creationId xmlns:a16="http://schemas.microsoft.com/office/drawing/2014/main" id="{E3FB48A5-2BF6-4A41-B697-F96335F2C62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같은 위치가 파랑으로 바뀝니다.</a:t>
            </a:r>
          </a:p>
        </p:txBody>
      </p:sp>
      <p:sp>
        <p:nvSpPr>
          <p:cNvPr id="5" name="">
            <a:extLst xmlns:a="http://schemas.openxmlformats.org/drawingml/2006/main">
              <a:ext uri="{FF2B5EF4-FFF2-40B4-BE49-F238E27FC236}">
                <a16:creationId xmlns:a16="http://schemas.microsoft.com/office/drawing/2014/main" id="{0B07AEEE-1AFB-4670-A5B8-FE39CBD8BBB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18</a:t>
            </a:r>
          </a:p>
        </p:txBody>
      </p:sp>
    </p:spTree>
    <p:extLst>
      <p:ext uri="{BB962C8B-B14F-4D97-AF65-F5344CB8AC3E}">
        <p14:creationId xmlns:p14="http://schemas.microsoft.com/office/powerpoint/2010/main" val="334375494"/>
      </p:ext>
    </p:extLst>
  </p:cSld>
</p:sld>
</file>

<file path=ppt/slides/slide1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A7AB782-740B-4EAC-89A3-12B47FF284F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A0BD6918-C3FA-4DAF-9193-0ACB4471B6D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7F07F836-19E8-4E72-B929-CC9E6D3F3D9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image[5, 0]은 행 범위를 벗어납니다.</a:t>
            </a:r>
          </a:p>
        </p:txBody>
      </p:sp>
      <p:sp>
        <p:nvSpPr>
          <p:cNvPr id="4" name="">
            <a:extLst xmlns:a="http://schemas.openxmlformats.org/drawingml/2006/main">
              <a:ext uri="{FF2B5EF4-FFF2-40B4-BE49-F238E27FC236}">
                <a16:creationId xmlns:a16="http://schemas.microsoft.com/office/drawing/2014/main" id="{1C2E9FB1-9751-42AB-8952-1E84FD40355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마지막 행 번호는 높이−1입니다.</a:t>
            </a:r>
          </a:p>
        </p:txBody>
      </p:sp>
      <p:sp>
        <p:nvSpPr>
          <p:cNvPr id="5" name="">
            <a:extLst xmlns:a="http://schemas.openxmlformats.org/drawingml/2006/main">
              <a:ext uri="{FF2B5EF4-FFF2-40B4-BE49-F238E27FC236}">
                <a16:creationId xmlns:a16="http://schemas.microsoft.com/office/drawing/2014/main" id="{4912AE72-A0DA-4114-B48A-DC05B8249E5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19</a:t>
            </a:r>
          </a:p>
        </p:txBody>
      </p:sp>
    </p:spTree>
    <p:extLst>
      <p:ext uri="{BB962C8B-B14F-4D97-AF65-F5344CB8AC3E}">
        <p14:creationId xmlns:p14="http://schemas.microsoft.com/office/powerpoint/2010/main" val="2134285236"/>
      </p:ext>
    </p:extLst>
  </p:cSld>
</p:sld>
</file>

<file path=ppt/slides/slide2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D753FDB-7D1E-498D-9221-82489A767D6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B61EA147-0F25-490C-B3A3-DEA18AA2049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7A515C71-F444-40CF-84BC-ED1EF1F5D32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image[y, x]가 무엇을 고르는지 말해 봅시다.</a:t>
            </a:r>
          </a:p>
        </p:txBody>
      </p:sp>
      <p:sp>
        <p:nvSpPr>
          <p:cNvPr id="4" name="">
            <a:extLst xmlns:a="http://schemas.openxmlformats.org/drawingml/2006/main">
              <a:ext uri="{FF2B5EF4-FFF2-40B4-BE49-F238E27FC236}">
                <a16:creationId xmlns:a16="http://schemas.microsoft.com/office/drawing/2014/main" id="{ADC25AEC-D9F9-4704-91FE-EE13827285D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픽셀 수와 색 성분 수를 구분해 설명합니다.</a:t>
            </a:r>
          </a:p>
        </p:txBody>
      </p:sp>
      <p:sp>
        <p:nvSpPr>
          <p:cNvPr id="5" name="">
            <a:extLst xmlns:a="http://schemas.openxmlformats.org/drawingml/2006/main">
              <a:ext uri="{FF2B5EF4-FFF2-40B4-BE49-F238E27FC236}">
                <a16:creationId xmlns:a16="http://schemas.microsoft.com/office/drawing/2014/main" id="{3D223E6C-6AFF-48BC-AD03-F59FAF1183B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20</a:t>
            </a:r>
          </a:p>
        </p:txBody>
      </p:sp>
    </p:spTree>
    <p:extLst>
      <p:ext uri="{BB962C8B-B14F-4D97-AF65-F5344CB8AC3E}">
        <p14:creationId xmlns:p14="http://schemas.microsoft.com/office/powerpoint/2010/main" val="542177176"/>
      </p:ext>
    </p:extLst>
  </p:cSld>
</p:sld>
</file>

<file path=ppt/slides/slide2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359B0C1-6F61-45AF-9CD1-B011EF30B5D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ECEF3F13-F17C-43FD-8B17-3B526FD0DA9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776180B7-D1BB-4269-88D6-093DBFDCF89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추가·복습: 가로 7, 세로 2, 채널 3</a:t>
            </a:r>
          </a:p>
        </p:txBody>
      </p:sp>
      <p:sp>
        <p:nvSpPr>
          <p:cNvPr id="4" name="">
            <a:extLst xmlns:a="http://schemas.openxmlformats.org/drawingml/2006/main">
              <a:ext uri="{FF2B5EF4-FFF2-40B4-BE49-F238E27FC236}">
                <a16:creationId xmlns:a16="http://schemas.microsoft.com/office/drawing/2014/main" id="{DDC6FF5C-4EF8-410C-B8B9-DE6CA2AFC5E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x=6, y=1 위치와 색 성분 수를 구하세요.</a:t>
            </a:r>
          </a:p>
        </p:txBody>
      </p:sp>
      <p:sp>
        <p:nvSpPr>
          <p:cNvPr id="5" name="">
            <a:extLst xmlns:a="http://schemas.openxmlformats.org/drawingml/2006/main">
              <a:ext uri="{FF2B5EF4-FFF2-40B4-BE49-F238E27FC236}">
                <a16:creationId xmlns:a16="http://schemas.microsoft.com/office/drawing/2014/main" id="{4BD7BB73-385E-4DFB-9FAB-1E61745CEA3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21</a:t>
            </a:r>
          </a:p>
        </p:txBody>
      </p:sp>
    </p:spTree>
    <p:extLst>
      <p:ext uri="{BB962C8B-B14F-4D97-AF65-F5344CB8AC3E}">
        <p14:creationId xmlns:p14="http://schemas.microsoft.com/office/powerpoint/2010/main" val="807332574"/>
      </p:ext>
    </p:extLst>
  </p:cSld>
</p:sld>
</file>

<file path=ppt/slides/slide22.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98D4DD0-27B4-468D-B6C1-5300C9216AA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FB6CF52A-008C-49F2-A797-A3740470C381}"/>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2교시 · 읽기·자르기·밝기 변환</a:t>
            </a:r>
          </a:p>
        </p:txBody>
      </p:sp>
      <p:sp>
        <p:nvSpPr>
          <p:cNvPr id="3" name="">
            <a:extLst xmlns:a="http://schemas.openxmlformats.org/drawingml/2006/main">
              <a:ext uri="{FF2B5EF4-FFF2-40B4-BE49-F238E27FC236}">
                <a16:creationId xmlns:a16="http://schemas.microsoft.com/office/drawing/2014/main" id="{1C575C61-A9CD-4C05-90D3-BCF80393B054}"/>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11:00~11:50 · 50분</a:t>
            </a:r>
          </a:p>
        </p:txBody>
      </p:sp>
      <p:sp>
        <p:nvSpPr>
          <p:cNvPr id="4" name="">
            <a:extLst xmlns:a="http://schemas.openxmlformats.org/drawingml/2006/main">
              <a:ext uri="{FF2B5EF4-FFF2-40B4-BE49-F238E27FC236}">
                <a16:creationId xmlns:a16="http://schemas.microsoft.com/office/drawing/2014/main" id="{45440981-B281-4D0A-B3E0-988DE1ABE300}"/>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A04 · A05 · A06</a:t>
            </a:r>
          </a:p>
        </p:txBody>
      </p:sp>
      <p:sp>
        <p:nvSpPr>
          <p:cNvPr id="5" name="">
            <a:extLst xmlns:a="http://schemas.openxmlformats.org/drawingml/2006/main">
              <a:ext uri="{FF2B5EF4-FFF2-40B4-BE49-F238E27FC236}">
                <a16:creationId xmlns:a16="http://schemas.microsoft.com/office/drawing/2014/main" id="{03C03828-AB4F-40BF-B026-C0CF86FF4900}"/>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55C96128-C4E1-4240-81D1-A493A805C5A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22</a:t>
            </a:r>
          </a:p>
        </p:txBody>
      </p:sp>
    </p:spTree>
    <p:extLst>
      <p:ext uri="{BB962C8B-B14F-4D97-AF65-F5344CB8AC3E}">
        <p14:creationId xmlns:p14="http://schemas.microsoft.com/office/powerpoint/2010/main" val="1047628380"/>
      </p:ext>
    </p:extLst>
  </p:cSld>
</p:sld>
</file>

<file path=ppt/slides/slide2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9BC046D-070C-4CCA-9E40-1C13383CDE4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8B6B1B1E-0697-4A26-A7CE-AB0ABBF6405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이미지 읽기 실패와 None</a:t>
            </a:r>
          </a:p>
        </p:txBody>
      </p:sp>
      <p:sp>
        <p:nvSpPr>
          <p:cNvPr id="3" name="">
            <a:extLst xmlns:a="http://schemas.openxmlformats.org/drawingml/2006/main">
              <a:ext uri="{FF2B5EF4-FFF2-40B4-BE49-F238E27FC236}">
                <a16:creationId xmlns:a16="http://schemas.microsoft.com/office/drawing/2014/main" id="{374EB742-BC53-4EB3-B799-F25A7EBC0D5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imread 실패 결과는 None입니다.</a:t>
            </a:r>
          </a:p>
        </p:txBody>
      </p:sp>
      <p:sp>
        <p:nvSpPr>
          <p:cNvPr id="4" name="">
            <a:extLst xmlns:a="http://schemas.openxmlformats.org/drawingml/2006/main">
              <a:ext uri="{FF2B5EF4-FFF2-40B4-BE49-F238E27FC236}">
                <a16:creationId xmlns:a16="http://schemas.microsoft.com/office/drawing/2014/main" id="{533653E1-4C7C-4FD8-9397-3EBCE5F9423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색 변환 전에 읽기 성공부터 확인합니다.</a:t>
            </a:r>
          </a:p>
        </p:txBody>
      </p:sp>
      <p:sp>
        <p:nvSpPr>
          <p:cNvPr id="5" name="">
            <a:extLst xmlns:a="http://schemas.openxmlformats.org/drawingml/2006/main">
              <a:ext uri="{FF2B5EF4-FFF2-40B4-BE49-F238E27FC236}">
                <a16:creationId xmlns:a16="http://schemas.microsoft.com/office/drawing/2014/main" id="{6017E721-AD4A-4FD9-887B-98B210A214B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23</a:t>
            </a:r>
          </a:p>
        </p:txBody>
      </p:sp>
    </p:spTree>
    <p:extLst>
      <p:ext uri="{BB962C8B-B14F-4D97-AF65-F5344CB8AC3E}">
        <p14:creationId xmlns:p14="http://schemas.microsoft.com/office/powerpoint/2010/main" val="509570592"/>
      </p:ext>
    </p:extLst>
  </p:cSld>
</p:sld>
</file>

<file path=ppt/slides/slide2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2D9A59E-A29B-485A-A21F-921B850C89E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A4BEC158-0169-4596-A920-13E678AA722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관심 영역 ROI</a:t>
            </a:r>
          </a:p>
        </p:txBody>
      </p:sp>
      <p:sp>
        <p:nvSpPr>
          <p:cNvPr id="3" name="">
            <a:extLst xmlns:a="http://schemas.openxmlformats.org/drawingml/2006/main">
              <a:ext uri="{FF2B5EF4-FFF2-40B4-BE49-F238E27FC236}">
                <a16:creationId xmlns:a16="http://schemas.microsoft.com/office/drawing/2014/main" id="{8C4E318C-8509-420B-A2E0-1DD999D36E4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작업대만 검사하려면 사진 일부를 자릅니다.</a:t>
            </a:r>
          </a:p>
        </p:txBody>
      </p:sp>
      <p:sp>
        <p:nvSpPr>
          <p:cNvPr id="4" name="">
            <a:extLst xmlns:a="http://schemas.openxmlformats.org/drawingml/2006/main">
              <a:ext uri="{FF2B5EF4-FFF2-40B4-BE49-F238E27FC236}">
                <a16:creationId xmlns:a16="http://schemas.microsoft.com/office/drawing/2014/main" id="{43D975D0-56C5-44ED-9D7D-134A500560F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잘라낸 영역을 ROI라고 부릅니다.</a:t>
            </a:r>
          </a:p>
        </p:txBody>
      </p:sp>
      <p:sp>
        <p:nvSpPr>
          <p:cNvPr id="5" name="">
            <a:extLst xmlns:a="http://schemas.openxmlformats.org/drawingml/2006/main">
              <a:ext uri="{FF2B5EF4-FFF2-40B4-BE49-F238E27FC236}">
                <a16:creationId xmlns:a16="http://schemas.microsoft.com/office/drawing/2014/main" id="{B99698A7-8D9C-4BA7-9B98-7862EB8C856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24</a:t>
            </a:r>
          </a:p>
        </p:txBody>
      </p:sp>
    </p:spTree>
    <p:extLst>
      <p:ext uri="{BB962C8B-B14F-4D97-AF65-F5344CB8AC3E}">
        <p14:creationId xmlns:p14="http://schemas.microsoft.com/office/powerpoint/2010/main" val="1059107901"/>
      </p:ext>
    </p:extLst>
  </p:cSld>
</p:sld>
</file>

<file path=ppt/slides/slide2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43118A9-06D7-4191-A05E-84371A241CC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D7921D34-88AF-4ECB-B3F0-0CEF805351D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자르기 범위의 끝 번호</a:t>
            </a:r>
          </a:p>
        </p:txBody>
      </p:sp>
      <p:sp>
        <p:nvSpPr>
          <p:cNvPr id="3" name="">
            <a:extLst xmlns:a="http://schemas.openxmlformats.org/drawingml/2006/main">
              <a:ext uri="{FF2B5EF4-FFF2-40B4-BE49-F238E27FC236}">
                <a16:creationId xmlns:a16="http://schemas.microsoft.com/office/drawing/2014/main" id="{39973008-8C8A-4050-A669-45130AE0634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image[20:80, 30:130]</a:t>
            </a:r>
          </a:p>
        </p:txBody>
      </p:sp>
      <p:sp>
        <p:nvSpPr>
          <p:cNvPr id="4" name="">
            <a:extLst xmlns:a="http://schemas.openxmlformats.org/drawingml/2006/main">
              <a:ext uri="{FF2B5EF4-FFF2-40B4-BE49-F238E27FC236}">
                <a16:creationId xmlns:a16="http://schemas.microsoft.com/office/drawing/2014/main" id="{E150C86F-8425-4621-A708-6ABEF59EFC5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높이 60 · 너비 100입니다.</a:t>
            </a:r>
          </a:p>
        </p:txBody>
      </p:sp>
      <p:sp>
        <p:nvSpPr>
          <p:cNvPr id="5" name="">
            <a:extLst xmlns:a="http://schemas.openxmlformats.org/drawingml/2006/main">
              <a:ext uri="{FF2B5EF4-FFF2-40B4-BE49-F238E27FC236}">
                <a16:creationId xmlns:a16="http://schemas.microsoft.com/office/drawing/2014/main" id="{ED341A74-07AF-4F34-A9E5-8931F0B48EA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25</a:t>
            </a:r>
          </a:p>
        </p:txBody>
      </p:sp>
    </p:spTree>
    <p:extLst>
      <p:ext uri="{BB962C8B-B14F-4D97-AF65-F5344CB8AC3E}">
        <p14:creationId xmlns:p14="http://schemas.microsoft.com/office/powerpoint/2010/main" val="463216245"/>
      </p:ext>
    </p:extLst>
  </p:cSld>
</p:sld>
</file>

<file path=ppt/slides/slide2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D9702B5-0601-47AD-80FB-1C449BB84DB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0CB67B57-5785-4D64-B121-56F69722C60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ROI 좌표와 원본 좌표</a:t>
            </a:r>
          </a:p>
        </p:txBody>
      </p:sp>
      <p:sp>
        <p:nvSpPr>
          <p:cNvPr id="3" name="">
            <a:extLst xmlns:a="http://schemas.openxmlformats.org/drawingml/2006/main">
              <a:ext uri="{FF2B5EF4-FFF2-40B4-BE49-F238E27FC236}">
                <a16:creationId xmlns:a16="http://schemas.microsoft.com/office/drawing/2014/main" id="{D4738069-0ECC-4659-AA2A-E67447F203B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잘린 사진의 (0,0)</a:t>
            </a:r>
          </a:p>
        </p:txBody>
      </p:sp>
      <p:sp>
        <p:nvSpPr>
          <p:cNvPr id="4" name="">
            <a:extLst xmlns:a="http://schemas.openxmlformats.org/drawingml/2006/main">
              <a:ext uri="{FF2B5EF4-FFF2-40B4-BE49-F238E27FC236}">
                <a16:creationId xmlns:a16="http://schemas.microsoft.com/office/drawing/2014/main" id="{3FCD2E43-B857-4DB8-8B16-21A25F8B002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원본에서는 x=30, y=20입니다.</a:t>
            </a:r>
          </a:p>
        </p:txBody>
      </p:sp>
      <p:sp>
        <p:nvSpPr>
          <p:cNvPr id="5" name="">
            <a:extLst xmlns:a="http://schemas.openxmlformats.org/drawingml/2006/main">
              <a:ext uri="{FF2B5EF4-FFF2-40B4-BE49-F238E27FC236}">
                <a16:creationId xmlns:a16="http://schemas.microsoft.com/office/drawing/2014/main" id="{A0864251-2452-4B27-B79C-9BC917E0D4F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26</a:t>
            </a:r>
          </a:p>
        </p:txBody>
      </p:sp>
    </p:spTree>
    <p:extLst>
      <p:ext uri="{BB962C8B-B14F-4D97-AF65-F5344CB8AC3E}">
        <p14:creationId xmlns:p14="http://schemas.microsoft.com/office/powerpoint/2010/main" val="1659382667"/>
      </p:ext>
    </p:extLst>
  </p:cSld>
</p:sld>
</file>

<file path=ppt/slides/slide2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FC22063-5236-477F-B2AC-1C6A4A4376D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17086AF0-B297-43A7-ADA8-C92FD9FDE66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자르기와 크기 변경</a:t>
            </a:r>
          </a:p>
        </p:txBody>
      </p:sp>
      <p:sp>
        <p:nvSpPr>
          <p:cNvPr id="3" name="">
            <a:extLst xmlns:a="http://schemas.openxmlformats.org/drawingml/2006/main">
              <a:ext uri="{FF2B5EF4-FFF2-40B4-BE49-F238E27FC236}">
                <a16:creationId xmlns:a16="http://schemas.microsoft.com/office/drawing/2014/main" id="{39079BE9-F5A5-4E94-80FB-4CFBC1F1C8B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가로·세로를 절반으로 줄이면</a:t>
            </a:r>
          </a:p>
        </p:txBody>
      </p:sp>
      <p:sp>
        <p:nvSpPr>
          <p:cNvPr id="4" name="">
            <a:extLst xmlns:a="http://schemas.openxmlformats.org/drawingml/2006/main">
              <a:ext uri="{FF2B5EF4-FFF2-40B4-BE49-F238E27FC236}">
                <a16:creationId xmlns:a16="http://schemas.microsoft.com/office/drawing/2014/main" id="{F4968245-D921-4445-80B3-D6BC04FA48B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면적은 대략 4분의 1이 됩니다.</a:t>
            </a:r>
          </a:p>
        </p:txBody>
      </p:sp>
      <p:sp>
        <p:nvSpPr>
          <p:cNvPr id="5" name="">
            <a:extLst xmlns:a="http://schemas.openxmlformats.org/drawingml/2006/main">
              <a:ext uri="{FF2B5EF4-FFF2-40B4-BE49-F238E27FC236}">
                <a16:creationId xmlns:a16="http://schemas.microsoft.com/office/drawing/2014/main" id="{C12C11B5-C2B1-4554-BA4E-A860C06F859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27</a:t>
            </a:r>
          </a:p>
        </p:txBody>
      </p:sp>
    </p:spTree>
    <p:extLst>
      <p:ext uri="{BB962C8B-B14F-4D97-AF65-F5344CB8AC3E}">
        <p14:creationId xmlns:p14="http://schemas.microsoft.com/office/powerpoint/2010/main" val="880549273"/>
      </p:ext>
    </p:extLst>
  </p:cSld>
</p:sld>
</file>

<file path=ppt/slides/slide2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C36730D-1A31-47B0-8DD3-00B35178536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2E12FF0C-3182-4F97-97C8-F14BC248D43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회색조와 색 정보</a:t>
            </a:r>
          </a:p>
        </p:txBody>
      </p:sp>
      <p:sp>
        <p:nvSpPr>
          <p:cNvPr id="3" name="">
            <a:extLst xmlns:a="http://schemas.openxmlformats.org/drawingml/2006/main">
              <a:ext uri="{FF2B5EF4-FFF2-40B4-BE49-F238E27FC236}">
                <a16:creationId xmlns:a16="http://schemas.microsoft.com/office/drawing/2014/main" id="{18A3BB77-12B9-40A0-8C31-0362BB49105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색 성분 3개를 밝기 1개로 바꿉니다.</a:t>
            </a:r>
          </a:p>
        </p:txBody>
      </p:sp>
      <p:sp>
        <p:nvSpPr>
          <p:cNvPr id="4" name="">
            <a:extLst xmlns:a="http://schemas.openxmlformats.org/drawingml/2006/main">
              <a:ext uri="{FF2B5EF4-FFF2-40B4-BE49-F238E27FC236}">
                <a16:creationId xmlns:a16="http://schemas.microsoft.com/office/drawing/2014/main" id="{0D57646B-F12F-485D-9086-C70425CB8249}"/>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같은 밝기의 다른 색은 구별하기 어렵습니다.</a:t>
            </a:r>
          </a:p>
        </p:txBody>
      </p:sp>
      <p:sp>
        <p:nvSpPr>
          <p:cNvPr id="5" name="">
            <a:extLst xmlns:a="http://schemas.openxmlformats.org/drawingml/2006/main">
              <a:ext uri="{FF2B5EF4-FFF2-40B4-BE49-F238E27FC236}">
                <a16:creationId xmlns:a16="http://schemas.microsoft.com/office/drawing/2014/main" id="{BDE26199-6DB4-447C-8D1E-5B5498252E5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28</a:t>
            </a:r>
          </a:p>
        </p:txBody>
      </p:sp>
    </p:spTree>
    <p:extLst>
      <p:ext uri="{BB962C8B-B14F-4D97-AF65-F5344CB8AC3E}">
        <p14:creationId xmlns:p14="http://schemas.microsoft.com/office/powerpoint/2010/main" val="1039265238"/>
      </p:ext>
    </p:extLst>
  </p:cSld>
</p:sld>
</file>

<file path=ppt/slides/slide2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DCFC781-39D0-4E94-96B9-64688E4343E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EB952FE5-116B-49DC-9FB2-3D40986F86C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ROI 크기 계산</a:t>
            </a:r>
          </a:p>
        </p:txBody>
      </p:sp>
      <p:sp>
        <p:nvSpPr>
          <p:cNvPr id="3" name="">
            <a:extLst xmlns:a="http://schemas.openxmlformats.org/drawingml/2006/main">
              <a:ext uri="{FF2B5EF4-FFF2-40B4-BE49-F238E27FC236}">
                <a16:creationId xmlns:a16="http://schemas.microsoft.com/office/drawing/2014/main" id="{29510366-0AF5-4767-8A0E-EF45211D81FE}"/>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import numpy as np</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image = np.zeros((240, 320, 3), dtype=np.uint8)</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roi = image[20:80, 30:130]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print(image.shape)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print(roi.shape)</a:t>
            </a:r>
          </a:p>
        </p:txBody>
      </p:sp>
      <p:sp>
        <p:nvSpPr>
          <p:cNvPr id="4" name="">
            <a:extLst xmlns:a="http://schemas.openxmlformats.org/drawingml/2006/main">
              <a:ext uri="{FF2B5EF4-FFF2-40B4-BE49-F238E27FC236}">
                <a16:creationId xmlns:a16="http://schemas.microsoft.com/office/drawing/2014/main" id="{622F9718-F32A-40F7-BAE0-A21536D8200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29</a:t>
            </a:r>
          </a:p>
        </p:txBody>
      </p:sp>
    </p:spTree>
    <p:extLst>
      <p:ext uri="{BB962C8B-B14F-4D97-AF65-F5344CB8AC3E}">
        <p14:creationId xmlns:p14="http://schemas.microsoft.com/office/powerpoint/2010/main" val="513813550"/>
      </p:ext>
    </p:extLst>
  </p:cSld>
</p:sld>
</file>

<file path=ppt/slides/slide3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519E794-87B3-4D7D-BC36-E80CA747556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8FA50FBE-5E43-4029-81B1-C18866EA558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코드의 줄별 역할</a:t>
            </a:r>
          </a:p>
        </p:txBody>
      </p:sp>
      <p:sp>
        <p:nvSpPr>
          <p:cNvPr id="3" name="">
            <a:extLst xmlns:a="http://schemas.openxmlformats.org/drawingml/2006/main">
              <a:ext uri="{FF2B5EF4-FFF2-40B4-BE49-F238E27FC236}">
                <a16:creationId xmlns:a16="http://schemas.microsoft.com/office/drawing/2014/main" id="{70E169DA-785D-4D7A-94F8-9255E56872DF}"/>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1~2행: 원본 크기의 배열을 만듭니다.</a:t>
            </a:r>
          </a:p>
        </p:txBody>
      </p:sp>
      <p:sp>
        <p:nvSpPr>
          <p:cNvPr id="4" name="">
            <a:extLst xmlns:a="http://schemas.openxmlformats.org/drawingml/2006/main">
              <a:ext uri="{FF2B5EF4-FFF2-40B4-BE49-F238E27FC236}">
                <a16:creationId xmlns:a16="http://schemas.microsoft.com/office/drawing/2014/main" id="{38527ECC-D8BC-4A37-8A35-01512F4FA6CF}"/>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3행: 끝 번호를 빼고 영역을 자릅니다.</a:t>
            </a:r>
          </a:p>
        </p:txBody>
      </p:sp>
      <p:sp>
        <p:nvSpPr>
          <p:cNvPr id="5" name="">
            <a:extLst xmlns:a="http://schemas.openxmlformats.org/drawingml/2006/main">
              <a:ext uri="{FF2B5EF4-FFF2-40B4-BE49-F238E27FC236}">
                <a16:creationId xmlns:a16="http://schemas.microsoft.com/office/drawing/2014/main" id="{93582F47-2C22-4E33-B0CF-462B08C7C0AB}"/>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4~5행: 원본과 ROI 크기를 출력합니다.</a:t>
            </a:r>
          </a:p>
        </p:txBody>
      </p:sp>
      <p:sp>
        <p:nvSpPr>
          <p:cNvPr id="6" name="">
            <a:extLst xmlns:a="http://schemas.openxmlformats.org/drawingml/2006/main">
              <a:ext uri="{FF2B5EF4-FFF2-40B4-BE49-F238E27FC236}">
                <a16:creationId xmlns:a16="http://schemas.microsoft.com/office/drawing/2014/main" id="{4429B8B2-CA8E-4AC8-BD42-7CDADF4E2C8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30</a:t>
            </a:r>
          </a:p>
        </p:txBody>
      </p:sp>
    </p:spTree>
    <p:extLst>
      <p:ext uri="{BB962C8B-B14F-4D97-AF65-F5344CB8AC3E}">
        <p14:creationId xmlns:p14="http://schemas.microsoft.com/office/powerpoint/2010/main" val="643876874"/>
      </p:ext>
    </p:extLst>
  </p:cSld>
</p:sld>
</file>

<file path=ppt/slides/slide3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A0FC95D-6977-4122-93CA-22AD3BB966C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82C0C02F-A107-4288-9718-0AACE8F542C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학생 파일과 실행 명령</a:t>
            </a:r>
          </a:p>
        </p:txBody>
      </p:sp>
      <p:sp>
        <p:nvSpPr>
          <p:cNvPr id="3" name="">
            <a:extLst xmlns:a="http://schemas.openxmlformats.org/drawingml/2006/main">
              <a:ext uri="{FF2B5EF4-FFF2-40B4-BE49-F238E27FC236}">
                <a16:creationId xmlns:a16="http://schemas.microsoft.com/office/drawing/2014/main" id="{5B436D5E-90CB-403B-9F51-D7C9CB587BC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현재 폴더: 압축을 푼 course</a:t>
            </a:r>
          </a:p>
        </p:txBody>
      </p:sp>
      <p:sp>
        <p:nvSpPr>
          <p:cNvPr id="4" name="">
            <a:extLst xmlns:a="http://schemas.openxmlformats.org/drawingml/2006/main">
              <a:ext uri="{FF2B5EF4-FFF2-40B4-BE49-F238E27FC236}">
                <a16:creationId xmlns:a16="http://schemas.microsoft.com/office/drawing/2014/main" id="{EF2B33FB-1B02-4132-AAE0-2C09E942C39F}"/>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학생 파일: work/roi_trace.py</a:t>
            </a:r>
          </a:p>
        </p:txBody>
      </p:sp>
      <p:sp>
        <p:nvSpPr>
          <p:cNvPr id="5" name="">
            <a:extLst xmlns:a="http://schemas.openxmlformats.org/drawingml/2006/main">
              <a:ext uri="{FF2B5EF4-FFF2-40B4-BE49-F238E27FC236}">
                <a16:creationId xmlns:a16="http://schemas.microsoft.com/office/drawing/2014/main" id="{80C4D765-E601-4867-BEBB-358C1DC48B3E}"/>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python -X utf8 work/roi_trace.py</a:t>
            </a:r>
          </a:p>
        </p:txBody>
      </p:sp>
      <p:sp>
        <p:nvSpPr>
          <p:cNvPr id="6" name="">
            <a:extLst xmlns:a="http://schemas.openxmlformats.org/drawingml/2006/main">
              <a:ext uri="{FF2B5EF4-FFF2-40B4-BE49-F238E27FC236}">
                <a16:creationId xmlns:a16="http://schemas.microsoft.com/office/drawing/2014/main" id="{859A4625-79B8-469E-8568-162A82D7211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31</a:t>
            </a:r>
          </a:p>
        </p:txBody>
      </p:sp>
    </p:spTree>
    <p:extLst>
      <p:ext uri="{BB962C8B-B14F-4D97-AF65-F5344CB8AC3E}">
        <p14:creationId xmlns:p14="http://schemas.microsoft.com/office/powerpoint/2010/main" val="1583395532"/>
      </p:ext>
    </p:extLst>
  </p:cSld>
</p:sld>
</file>

<file path=ppt/slides/slide3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BF64195-42E7-4E92-85D6-2C8027899B5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C5B113A8-3E87-4B14-8D22-4A16D5BB05A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2B17910E-79DA-409E-B2FF-5BF0F576D958}"/>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원본: (240, 320, 3)</a:t>
            </a:r>
          </a:p>
        </p:txBody>
      </p:sp>
      <p:sp>
        <p:nvSpPr>
          <p:cNvPr id="4" name="">
            <a:extLst xmlns:a="http://schemas.openxmlformats.org/drawingml/2006/main">
              <a:ext uri="{FF2B5EF4-FFF2-40B4-BE49-F238E27FC236}">
                <a16:creationId xmlns:a16="http://schemas.microsoft.com/office/drawing/2014/main" id="{87147821-688D-4384-9BCB-E4CFBB2292F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ROI: (60, 100, 3)</a:t>
            </a:r>
          </a:p>
        </p:txBody>
      </p:sp>
      <p:sp>
        <p:nvSpPr>
          <p:cNvPr id="5" name="">
            <a:extLst xmlns:a="http://schemas.openxmlformats.org/drawingml/2006/main">
              <a:ext uri="{FF2B5EF4-FFF2-40B4-BE49-F238E27FC236}">
                <a16:creationId xmlns:a16="http://schemas.microsoft.com/office/drawing/2014/main" id="{1566C31B-08A5-4962-B67A-584E274DA56B}"/>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원본 좌표가 필요하면 시작점을 더합니다.</a:t>
            </a:r>
          </a:p>
        </p:txBody>
      </p:sp>
      <p:sp>
        <p:nvSpPr>
          <p:cNvPr id="6" name="">
            <a:extLst xmlns:a="http://schemas.openxmlformats.org/drawingml/2006/main">
              <a:ext uri="{FF2B5EF4-FFF2-40B4-BE49-F238E27FC236}">
                <a16:creationId xmlns:a16="http://schemas.microsoft.com/office/drawing/2014/main" id="{E08AA9E8-DB0A-4D25-AD11-AB8632F7B2F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32</a:t>
            </a:r>
          </a:p>
        </p:txBody>
      </p:sp>
    </p:spTree>
    <p:extLst>
      <p:ext uri="{BB962C8B-B14F-4D97-AF65-F5344CB8AC3E}">
        <p14:creationId xmlns:p14="http://schemas.microsoft.com/office/powerpoint/2010/main" val="1093875313"/>
      </p:ext>
    </p:extLst>
  </p:cSld>
</p:sld>
</file>

<file path=ppt/slides/slide3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27F13E3-35EA-4C55-A078-AA760D9F455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C9437283-E430-4DB5-B083-16F9D4544C4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A00C20D8-2E63-4F21-B273-24D75B66652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image[10:50, 20:90]의 크기는?</a:t>
            </a:r>
          </a:p>
        </p:txBody>
      </p:sp>
      <p:sp>
        <p:nvSpPr>
          <p:cNvPr id="4" name="">
            <a:extLst xmlns:a="http://schemas.openxmlformats.org/drawingml/2006/main">
              <a:ext uri="{FF2B5EF4-FFF2-40B4-BE49-F238E27FC236}">
                <a16:creationId xmlns:a16="http://schemas.microsoft.com/office/drawing/2014/main" id="{CAFC6757-6501-4118-B4ED-CD0D8397111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ROI (x=4,y=7)의 원본 좌표는?</a:t>
            </a:r>
          </a:p>
        </p:txBody>
      </p:sp>
      <p:sp>
        <p:nvSpPr>
          <p:cNvPr id="5" name="">
            <a:extLst xmlns:a="http://schemas.openxmlformats.org/drawingml/2006/main">
              <a:ext uri="{FF2B5EF4-FFF2-40B4-BE49-F238E27FC236}">
                <a16:creationId xmlns:a16="http://schemas.microsoft.com/office/drawing/2014/main" id="{EDCFDE1E-F18F-4F27-8CE7-FBA4F1C0737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33</a:t>
            </a:r>
          </a:p>
        </p:txBody>
      </p:sp>
    </p:spTree>
    <p:extLst>
      <p:ext uri="{BB962C8B-B14F-4D97-AF65-F5344CB8AC3E}">
        <p14:creationId xmlns:p14="http://schemas.microsoft.com/office/powerpoint/2010/main" val="1072969280"/>
      </p:ext>
    </p:extLst>
  </p:cSld>
</p:sld>
</file>

<file path=ppt/slides/slide3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B027B08-2233-476A-95D9-8568F3818C5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B4A2F32B-3CD4-42A9-A77E-7D0BF1F8F9D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94D93F0B-A58A-4715-845C-62291DD5EC98}"/>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높이 40 · 너비 70</a:t>
            </a:r>
          </a:p>
        </p:txBody>
      </p:sp>
      <p:sp>
        <p:nvSpPr>
          <p:cNvPr id="4" name="">
            <a:extLst xmlns:a="http://schemas.openxmlformats.org/drawingml/2006/main">
              <a:ext uri="{FF2B5EF4-FFF2-40B4-BE49-F238E27FC236}">
                <a16:creationId xmlns:a16="http://schemas.microsoft.com/office/drawing/2014/main" id="{AFF41F32-B0ED-46E7-A202-C7F74EA5258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원본 x=24, y=17</a:t>
            </a:r>
          </a:p>
        </p:txBody>
      </p:sp>
      <p:sp>
        <p:nvSpPr>
          <p:cNvPr id="5" name="">
            <a:extLst xmlns:a="http://schemas.openxmlformats.org/drawingml/2006/main">
              <a:ext uri="{FF2B5EF4-FFF2-40B4-BE49-F238E27FC236}">
                <a16:creationId xmlns:a16="http://schemas.microsoft.com/office/drawing/2014/main" id="{17E162D3-FF0D-4F5D-BFF5-95FA4B7A401C}"/>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끝 번호를 더해 41×71로 세지 않습니다.</a:t>
            </a:r>
          </a:p>
        </p:txBody>
      </p:sp>
      <p:sp>
        <p:nvSpPr>
          <p:cNvPr id="6" name="">
            <a:extLst xmlns:a="http://schemas.openxmlformats.org/drawingml/2006/main">
              <a:ext uri="{FF2B5EF4-FFF2-40B4-BE49-F238E27FC236}">
                <a16:creationId xmlns:a16="http://schemas.microsoft.com/office/drawing/2014/main" id="{82DEAF34-3575-4482-B674-C6B93C6BAC0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34</a:t>
            </a:r>
          </a:p>
        </p:txBody>
      </p:sp>
    </p:spTree>
    <p:extLst>
      <p:ext uri="{BB962C8B-B14F-4D97-AF65-F5344CB8AC3E}">
        <p14:creationId xmlns:p14="http://schemas.microsoft.com/office/powerpoint/2010/main" val="782156704"/>
      </p:ext>
    </p:extLst>
  </p:cSld>
</p:sld>
</file>

<file path=ppt/slides/slide3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455C1A9-3079-47C2-B78E-FEB2BD70FD7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FF5870F8-31D5-4263-9C05-3AB5759EE9C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4E18E63C-54E4-41DE-ACDC-5A284336B64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ROI를 [20:60, 30:130]으로 바꿉니다.</a:t>
            </a:r>
          </a:p>
        </p:txBody>
      </p:sp>
      <p:sp>
        <p:nvSpPr>
          <p:cNvPr id="4" name="">
            <a:extLst xmlns:a="http://schemas.openxmlformats.org/drawingml/2006/main">
              <a:ext uri="{FF2B5EF4-FFF2-40B4-BE49-F238E27FC236}">
                <a16:creationId xmlns:a16="http://schemas.microsoft.com/office/drawing/2014/main" id="{DE99CA47-177C-42D7-922F-A31C26A108B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새 높이는 40, 너비는 100입니다.</a:t>
            </a:r>
          </a:p>
        </p:txBody>
      </p:sp>
      <p:sp>
        <p:nvSpPr>
          <p:cNvPr id="5" name="">
            <a:extLst xmlns:a="http://schemas.openxmlformats.org/drawingml/2006/main">
              <a:ext uri="{FF2B5EF4-FFF2-40B4-BE49-F238E27FC236}">
                <a16:creationId xmlns:a16="http://schemas.microsoft.com/office/drawing/2014/main" id="{8C97ECE0-43FB-466E-916D-15040EDB4AA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35</a:t>
            </a:r>
          </a:p>
        </p:txBody>
      </p:sp>
    </p:spTree>
    <p:extLst>
      <p:ext uri="{BB962C8B-B14F-4D97-AF65-F5344CB8AC3E}">
        <p14:creationId xmlns:p14="http://schemas.microsoft.com/office/powerpoint/2010/main" val="1011667801"/>
      </p:ext>
    </p:extLst>
  </p:cSld>
</p:sld>
</file>

<file path=ppt/slides/slide3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5D1AFB1-3B9B-4603-AE27-EE1FF72CFA4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993A9D6D-ABC8-42BC-993B-0D41D4849E5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2F5D14C6-C1C4-4E08-9B2F-A56EE482B80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파일 오류면 폴더·확장자·이름을 확인합니다.</a:t>
            </a:r>
          </a:p>
        </p:txBody>
      </p:sp>
      <p:sp>
        <p:nvSpPr>
          <p:cNvPr id="4" name="">
            <a:extLst xmlns:a="http://schemas.openxmlformats.org/drawingml/2006/main">
              <a:ext uri="{FF2B5EF4-FFF2-40B4-BE49-F238E27FC236}">
                <a16:creationId xmlns:a16="http://schemas.microsoft.com/office/drawing/2014/main" id="{54AF0A3C-72AB-4A26-9205-2F23B84E024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cv2 설치 오류와 파일 경로 오류를 나눕니다.</a:t>
            </a:r>
          </a:p>
        </p:txBody>
      </p:sp>
      <p:sp>
        <p:nvSpPr>
          <p:cNvPr id="5" name="">
            <a:extLst xmlns:a="http://schemas.openxmlformats.org/drawingml/2006/main">
              <a:ext uri="{FF2B5EF4-FFF2-40B4-BE49-F238E27FC236}">
                <a16:creationId xmlns:a16="http://schemas.microsoft.com/office/drawing/2014/main" id="{5F19762F-7CBA-4B6C-8011-387450FF46D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36</a:t>
            </a:r>
          </a:p>
        </p:txBody>
      </p:sp>
    </p:spTree>
    <p:extLst>
      <p:ext uri="{BB962C8B-B14F-4D97-AF65-F5344CB8AC3E}">
        <p14:creationId xmlns:p14="http://schemas.microsoft.com/office/powerpoint/2010/main" val="138778165"/>
      </p:ext>
    </p:extLst>
  </p:cSld>
</p:sld>
</file>

<file path=ppt/slides/slide3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9B2C7CD-3BB2-4033-AA4F-FB6F7C32E4B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7531B217-72A7-43E5-89AE-B50730CAB4C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0972BA93-8178-4ACD-AC84-97309B8C7C0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자르기와 크기 변경의 차이를 말해 봅시다.</a:t>
            </a:r>
          </a:p>
        </p:txBody>
      </p:sp>
      <p:sp>
        <p:nvSpPr>
          <p:cNvPr id="4" name="">
            <a:extLst xmlns:a="http://schemas.openxmlformats.org/drawingml/2006/main">
              <a:ext uri="{FF2B5EF4-FFF2-40B4-BE49-F238E27FC236}">
                <a16:creationId xmlns:a16="http://schemas.microsoft.com/office/drawing/2014/main" id="{77401B73-97A0-44DF-8F38-58908E230B0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색이 필요한 검사에서 회색조만 써도 될까요?</a:t>
            </a:r>
          </a:p>
        </p:txBody>
      </p:sp>
      <p:sp>
        <p:nvSpPr>
          <p:cNvPr id="5" name="">
            <a:extLst xmlns:a="http://schemas.openxmlformats.org/drawingml/2006/main">
              <a:ext uri="{FF2B5EF4-FFF2-40B4-BE49-F238E27FC236}">
                <a16:creationId xmlns:a16="http://schemas.microsoft.com/office/drawing/2014/main" id="{D3BAB96E-2261-4BE8-BB33-F1283165816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37</a:t>
            </a:r>
          </a:p>
        </p:txBody>
      </p:sp>
    </p:spTree>
    <p:extLst>
      <p:ext uri="{BB962C8B-B14F-4D97-AF65-F5344CB8AC3E}">
        <p14:creationId xmlns:p14="http://schemas.microsoft.com/office/powerpoint/2010/main" val="240416372"/>
      </p:ext>
    </p:extLst>
  </p:cSld>
</p:sld>
</file>

<file path=ppt/slides/slide3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4F90EDC-A9AE-4EF3-B2F9-2D846D89C43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28C4EE28-E712-4324-881E-395368E267F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41C3EAF0-5867-44CE-8504-A6274ADFD38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추가·도전: 빨간 라벨과 초록 라벨 검사</a:t>
            </a:r>
          </a:p>
        </p:txBody>
      </p:sp>
      <p:sp>
        <p:nvSpPr>
          <p:cNvPr id="4" name="">
            <a:extLst xmlns:a="http://schemas.openxmlformats.org/drawingml/2006/main">
              <a:ext uri="{FF2B5EF4-FFF2-40B4-BE49-F238E27FC236}">
                <a16:creationId xmlns:a16="http://schemas.microsoft.com/office/drawing/2014/main" id="{12696827-4BB5-4FCF-B222-3EA1D75C6BB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밝기만 남기면 어떤 정보가 사라질까요?</a:t>
            </a:r>
          </a:p>
        </p:txBody>
      </p:sp>
      <p:sp>
        <p:nvSpPr>
          <p:cNvPr id="5" name="">
            <a:extLst xmlns:a="http://schemas.openxmlformats.org/drawingml/2006/main">
              <a:ext uri="{FF2B5EF4-FFF2-40B4-BE49-F238E27FC236}">
                <a16:creationId xmlns:a16="http://schemas.microsoft.com/office/drawing/2014/main" id="{BF779CEC-A595-4522-BA97-A3C4E05E5B6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38</a:t>
            </a:r>
          </a:p>
        </p:txBody>
      </p:sp>
    </p:spTree>
    <p:extLst>
      <p:ext uri="{BB962C8B-B14F-4D97-AF65-F5344CB8AC3E}">
        <p14:creationId xmlns:p14="http://schemas.microsoft.com/office/powerpoint/2010/main" val="1078483340"/>
      </p:ext>
    </p:extLst>
  </p:cSld>
</p:sld>
</file>

<file path=ppt/slides/slide39.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CF64C2B-5F38-4CF4-B07C-7D83985FB9D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DF1D8008-F045-44BE-ADA7-3DEFC98B0FFE}"/>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3교시 · 밝기 기준과 영역 크기</a:t>
            </a:r>
          </a:p>
        </p:txBody>
      </p:sp>
      <p:sp>
        <p:nvSpPr>
          <p:cNvPr id="3" name="">
            <a:extLst xmlns:a="http://schemas.openxmlformats.org/drawingml/2006/main">
              <a:ext uri="{FF2B5EF4-FFF2-40B4-BE49-F238E27FC236}">
                <a16:creationId xmlns:a16="http://schemas.microsoft.com/office/drawing/2014/main" id="{7F01F0A0-362C-4DAF-ACF8-7F5CA0E44649}"/>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13:00~13:50 · 50분</a:t>
            </a:r>
          </a:p>
        </p:txBody>
      </p:sp>
      <p:sp>
        <p:nvSpPr>
          <p:cNvPr id="4" name="">
            <a:extLst xmlns:a="http://schemas.openxmlformats.org/drawingml/2006/main">
              <a:ext uri="{FF2B5EF4-FFF2-40B4-BE49-F238E27FC236}">
                <a16:creationId xmlns:a16="http://schemas.microsoft.com/office/drawing/2014/main" id="{ABD59B28-5699-4F25-987A-88B4277ECAE1}"/>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A07 · A08 · A09</a:t>
            </a:r>
          </a:p>
        </p:txBody>
      </p:sp>
      <p:sp>
        <p:nvSpPr>
          <p:cNvPr id="5" name="">
            <a:extLst xmlns:a="http://schemas.openxmlformats.org/drawingml/2006/main">
              <a:ext uri="{FF2B5EF4-FFF2-40B4-BE49-F238E27FC236}">
                <a16:creationId xmlns:a16="http://schemas.microsoft.com/office/drawing/2014/main" id="{F7C315E8-40CE-4B88-B896-A444B208B0FC}"/>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4D9C2D6F-5803-4D93-8D3A-A9472B8418D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39</a:t>
            </a:r>
          </a:p>
        </p:txBody>
      </p:sp>
    </p:spTree>
    <p:extLst>
      <p:ext uri="{BB962C8B-B14F-4D97-AF65-F5344CB8AC3E}">
        <p14:creationId xmlns:p14="http://schemas.microsoft.com/office/powerpoint/2010/main" val="195193227"/>
      </p:ext>
    </p:extLst>
  </p:cSld>
</p:sld>
</file>

<file path=ppt/slides/slide4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5D4F422-539E-40D4-8AB5-B8BAC7BC6F2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C34C842C-F9CE-40DC-AD09-DD9B56A628A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밝기 임계값 threshold</a:t>
            </a:r>
          </a:p>
        </p:txBody>
      </p:sp>
      <p:sp>
        <p:nvSpPr>
          <p:cNvPr id="3" name="">
            <a:extLst xmlns:a="http://schemas.openxmlformats.org/drawingml/2006/main">
              <a:ext uri="{FF2B5EF4-FFF2-40B4-BE49-F238E27FC236}">
                <a16:creationId xmlns:a16="http://schemas.microsoft.com/office/drawing/2014/main" id="{CA1AFCC0-3C2F-43EC-9208-0629B0D90A9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threshold는 픽셀의 밝기 기준입니다.</a:t>
            </a:r>
          </a:p>
        </p:txBody>
      </p:sp>
      <p:sp>
        <p:nvSpPr>
          <p:cNvPr id="4" name="">
            <a:extLst xmlns:a="http://schemas.openxmlformats.org/drawingml/2006/main">
              <a:ext uri="{FF2B5EF4-FFF2-40B4-BE49-F238E27FC236}">
                <a16:creationId xmlns:a16="http://schemas.microsoft.com/office/drawing/2014/main" id="{9BFA13D6-0AAE-4535-9B6B-2959D0BC453D}"/>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물체 종류를 알아내는 규칙은 아닙니다.</a:t>
            </a:r>
          </a:p>
        </p:txBody>
      </p:sp>
      <p:sp>
        <p:nvSpPr>
          <p:cNvPr id="5" name="">
            <a:extLst xmlns:a="http://schemas.openxmlformats.org/drawingml/2006/main">
              <a:ext uri="{FF2B5EF4-FFF2-40B4-BE49-F238E27FC236}">
                <a16:creationId xmlns:a16="http://schemas.microsoft.com/office/drawing/2014/main" id="{316E9F89-3184-4FFF-90BA-1A7759FB0EA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40</a:t>
            </a:r>
          </a:p>
        </p:txBody>
      </p:sp>
    </p:spTree>
    <p:extLst>
      <p:ext uri="{BB962C8B-B14F-4D97-AF65-F5344CB8AC3E}">
        <p14:creationId xmlns:p14="http://schemas.microsoft.com/office/powerpoint/2010/main" val="2069962592"/>
      </p:ext>
    </p:extLst>
  </p:cSld>
</p:sld>
</file>

<file path=ppt/slides/slide4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93CC5B8-CF8D-4F8A-8D43-6A79D38A2DC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98035AE0-BD2F-4AE4-BAE8-1BA5EA834FB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기준 초과와 이진 출력</a:t>
            </a:r>
          </a:p>
        </p:txBody>
      </p:sp>
      <p:sp>
        <p:nvSpPr>
          <p:cNvPr id="3" name="">
            <a:extLst xmlns:a="http://schemas.openxmlformats.org/drawingml/2006/main">
              <a:ext uri="{FF2B5EF4-FFF2-40B4-BE49-F238E27FC236}">
                <a16:creationId xmlns:a16="http://schemas.microsoft.com/office/drawing/2014/main" id="{3182F618-9EE8-449E-A8A1-5F70CEA548E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THRESH_BINARY: 밝기 &gt; 기준 → 255</a:t>
            </a:r>
          </a:p>
        </p:txBody>
      </p:sp>
      <p:sp>
        <p:nvSpPr>
          <p:cNvPr id="4" name="">
            <a:extLst xmlns:a="http://schemas.openxmlformats.org/drawingml/2006/main">
              <a:ext uri="{FF2B5EF4-FFF2-40B4-BE49-F238E27FC236}">
                <a16:creationId xmlns:a16="http://schemas.microsoft.com/office/drawing/2014/main" id="{399C4A7A-A20B-4990-99BF-E6A07EC1530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기준 이하 → 0</a:t>
            </a:r>
          </a:p>
        </p:txBody>
      </p:sp>
      <p:sp>
        <p:nvSpPr>
          <p:cNvPr id="5" name="">
            <a:extLst xmlns:a="http://schemas.openxmlformats.org/drawingml/2006/main">
              <a:ext uri="{FF2B5EF4-FFF2-40B4-BE49-F238E27FC236}">
                <a16:creationId xmlns:a16="http://schemas.microsoft.com/office/drawing/2014/main" id="{112C02D5-77E4-4BA7-B007-B2D2EB8F24F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41</a:t>
            </a:r>
          </a:p>
        </p:txBody>
      </p:sp>
    </p:spTree>
    <p:extLst>
      <p:ext uri="{BB962C8B-B14F-4D97-AF65-F5344CB8AC3E}">
        <p14:creationId xmlns:p14="http://schemas.microsoft.com/office/powerpoint/2010/main" val="282043327"/>
      </p:ext>
    </p:extLst>
  </p:cSld>
</p:sld>
</file>

<file path=ppt/slides/slide4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8BCE99D-EBE2-4ACC-A2E4-2137E941A66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DBE0EDCF-8E64-4D30-8547-6AA88EA3676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이진 마스크의 의미</a:t>
            </a:r>
          </a:p>
        </p:txBody>
      </p:sp>
      <p:sp>
        <p:nvSpPr>
          <p:cNvPr id="3" name="">
            <a:extLst xmlns:a="http://schemas.openxmlformats.org/drawingml/2006/main">
              <a:ext uri="{FF2B5EF4-FFF2-40B4-BE49-F238E27FC236}">
                <a16:creationId xmlns:a16="http://schemas.microsoft.com/office/drawing/2014/main" id="{000DFE8C-E742-4820-ABAD-0D08D65952E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흰색은 조건을 만족한 위치입니다.</a:t>
            </a:r>
          </a:p>
        </p:txBody>
      </p:sp>
      <p:sp>
        <p:nvSpPr>
          <p:cNvPr id="4" name="">
            <a:extLst xmlns:a="http://schemas.openxmlformats.org/drawingml/2006/main">
              <a:ext uri="{FF2B5EF4-FFF2-40B4-BE49-F238E27FC236}">
                <a16:creationId xmlns:a16="http://schemas.microsoft.com/office/drawing/2014/main" id="{1F4B01C7-E2BF-4591-9630-E18A24E3F3F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검출 성공이나 불량 판정을 뜻하지 않습니다.</a:t>
            </a:r>
          </a:p>
        </p:txBody>
      </p:sp>
      <p:sp>
        <p:nvSpPr>
          <p:cNvPr id="5" name="">
            <a:extLst xmlns:a="http://schemas.openxmlformats.org/drawingml/2006/main">
              <a:ext uri="{FF2B5EF4-FFF2-40B4-BE49-F238E27FC236}">
                <a16:creationId xmlns:a16="http://schemas.microsoft.com/office/drawing/2014/main" id="{AFFB3496-343C-4712-BB39-ECDBCCE3AF8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42</a:t>
            </a:r>
          </a:p>
        </p:txBody>
      </p:sp>
    </p:spTree>
    <p:extLst>
      <p:ext uri="{BB962C8B-B14F-4D97-AF65-F5344CB8AC3E}">
        <p14:creationId xmlns:p14="http://schemas.microsoft.com/office/powerpoint/2010/main" val="1134257743"/>
      </p:ext>
    </p:extLst>
  </p:cSld>
</p:sld>
</file>

<file path=ppt/slides/slide4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FD0FFA1-D692-4AF8-8011-F79D9A8A5F6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3B337C2D-4196-422A-8AF1-0433BBD4C1F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윤곽선과 연결된 영역</a:t>
            </a:r>
          </a:p>
        </p:txBody>
      </p:sp>
      <p:sp>
        <p:nvSpPr>
          <p:cNvPr id="3" name="">
            <a:extLst xmlns:a="http://schemas.openxmlformats.org/drawingml/2006/main">
              <a:ext uri="{FF2B5EF4-FFF2-40B4-BE49-F238E27FC236}">
                <a16:creationId xmlns:a16="http://schemas.microsoft.com/office/drawing/2014/main" id="{894F1EBA-A0B9-4442-99C7-595B2CA716C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붙은 부품 둘이 한 영역이 될 수 있습니다.</a:t>
            </a:r>
          </a:p>
        </p:txBody>
      </p:sp>
      <p:sp>
        <p:nvSpPr>
          <p:cNvPr id="4" name="">
            <a:extLst xmlns:a="http://schemas.openxmlformats.org/drawingml/2006/main">
              <a:ext uri="{FF2B5EF4-FFF2-40B4-BE49-F238E27FC236}">
                <a16:creationId xmlns:a16="http://schemas.microsoft.com/office/drawing/2014/main" id="{9B0ACC00-C0EF-45D6-A8EB-90B55D52621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영역 수와 물품 수를 구분합니다.</a:t>
            </a:r>
          </a:p>
        </p:txBody>
      </p:sp>
      <p:sp>
        <p:nvSpPr>
          <p:cNvPr id="5" name="">
            <a:extLst xmlns:a="http://schemas.openxmlformats.org/drawingml/2006/main">
              <a:ext uri="{FF2B5EF4-FFF2-40B4-BE49-F238E27FC236}">
                <a16:creationId xmlns:a16="http://schemas.microsoft.com/office/drawing/2014/main" id="{5DBCD4D3-11ED-45E2-B5A9-724B8A152B8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43</a:t>
            </a:r>
          </a:p>
        </p:txBody>
      </p:sp>
    </p:spTree>
    <p:extLst>
      <p:ext uri="{BB962C8B-B14F-4D97-AF65-F5344CB8AC3E}">
        <p14:creationId xmlns:p14="http://schemas.microsoft.com/office/powerpoint/2010/main" val="1156941870"/>
      </p:ext>
    </p:extLst>
  </p:cSld>
</p:sld>
</file>

<file path=ppt/slides/slide4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9F3A3F6-D92C-4E38-9B2B-1DAD3C7B057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6E3C2879-8FA5-4B6D-A0EE-964E0106A83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최소 면적 min_area</a:t>
            </a:r>
          </a:p>
        </p:txBody>
      </p:sp>
      <p:sp>
        <p:nvSpPr>
          <p:cNvPr id="3" name="">
            <a:extLst xmlns:a="http://schemas.openxmlformats.org/drawingml/2006/main">
              <a:ext uri="{FF2B5EF4-FFF2-40B4-BE49-F238E27FC236}">
                <a16:creationId xmlns:a16="http://schemas.microsoft.com/office/drawing/2014/main" id="{77824BA5-044E-4804-8253-D5703167480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min_area는 윤곽선 면적의 최소 기준입니다.</a:t>
            </a:r>
          </a:p>
        </p:txBody>
      </p:sp>
      <p:sp>
        <p:nvSpPr>
          <p:cNvPr id="4" name="">
            <a:extLst xmlns:a="http://schemas.openxmlformats.org/drawingml/2006/main">
              <a:ext uri="{FF2B5EF4-FFF2-40B4-BE49-F238E27FC236}">
                <a16:creationId xmlns:a16="http://schemas.microsoft.com/office/drawing/2014/main" id="{46655E24-BC71-463B-A260-61363C2877F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현재 코드는 면적 &gt;= 기준을 남깁니다.</a:t>
            </a:r>
          </a:p>
        </p:txBody>
      </p:sp>
      <p:sp>
        <p:nvSpPr>
          <p:cNvPr id="5" name="">
            <a:extLst xmlns:a="http://schemas.openxmlformats.org/drawingml/2006/main">
              <a:ext uri="{FF2B5EF4-FFF2-40B4-BE49-F238E27FC236}">
                <a16:creationId xmlns:a16="http://schemas.microsoft.com/office/drawing/2014/main" id="{7A706E27-24D5-42C9-B8EF-D976E0533DA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44</a:t>
            </a:r>
          </a:p>
        </p:txBody>
      </p:sp>
    </p:spTree>
    <p:extLst>
      <p:ext uri="{BB962C8B-B14F-4D97-AF65-F5344CB8AC3E}">
        <p14:creationId xmlns:p14="http://schemas.microsoft.com/office/powerpoint/2010/main" val="1453400482"/>
      </p:ext>
    </p:extLst>
  </p:cSld>
</p:sld>
</file>

<file path=ppt/slides/slide4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71B9D97-000C-407E-AF29-4C35CB500AB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01441412-DF41-4CF5-8952-71B6DA09334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윤곽선 면적과 픽셀 수</a:t>
            </a:r>
          </a:p>
        </p:txBody>
      </p:sp>
      <p:sp>
        <p:nvSpPr>
          <p:cNvPr id="3" name="">
            <a:extLst xmlns:a="http://schemas.openxmlformats.org/drawingml/2006/main">
              <a:ext uri="{FF2B5EF4-FFF2-40B4-BE49-F238E27FC236}">
                <a16:creationId xmlns:a16="http://schemas.microsoft.com/office/drawing/2014/main" id="{D9E16583-BFD9-4E86-8B2F-E72B99FC5D5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contourArea는 경계 좌표로 면적을 구합니다.</a:t>
            </a:r>
          </a:p>
        </p:txBody>
      </p:sp>
      <p:sp>
        <p:nvSpPr>
          <p:cNvPr id="4" name="">
            <a:extLst xmlns:a="http://schemas.openxmlformats.org/drawingml/2006/main">
              <a:ext uri="{FF2B5EF4-FFF2-40B4-BE49-F238E27FC236}">
                <a16:creationId xmlns:a16="http://schemas.microsoft.com/office/drawing/2014/main" id="{93E328BD-DDDC-4880-807B-6116F6E0701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흰 픽셀 개수와 항상 같지는 않습니다.</a:t>
            </a:r>
          </a:p>
        </p:txBody>
      </p:sp>
      <p:sp>
        <p:nvSpPr>
          <p:cNvPr id="5" name="">
            <a:extLst xmlns:a="http://schemas.openxmlformats.org/drawingml/2006/main">
              <a:ext uri="{FF2B5EF4-FFF2-40B4-BE49-F238E27FC236}">
                <a16:creationId xmlns:a16="http://schemas.microsoft.com/office/drawing/2014/main" id="{847F4FE5-0456-4E48-85E6-F593B41C7BA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45</a:t>
            </a:r>
          </a:p>
        </p:txBody>
      </p:sp>
    </p:spTree>
    <p:extLst>
      <p:ext uri="{BB962C8B-B14F-4D97-AF65-F5344CB8AC3E}">
        <p14:creationId xmlns:p14="http://schemas.microsoft.com/office/powerpoint/2010/main" val="184107057"/>
      </p:ext>
    </p:extLst>
  </p:cSld>
</p:sld>
</file>

<file path=ppt/slides/slide4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C2DCF87-60C5-428C-8159-AC83C62070E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AE7F35CC-2217-4916-96DA-8E76F65F263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밝기 경계 코드 예제</a:t>
            </a:r>
          </a:p>
        </p:txBody>
      </p:sp>
      <p:sp>
        <p:nvSpPr>
          <p:cNvPr id="3" name="">
            <a:extLst xmlns:a="http://schemas.openxmlformats.org/drawingml/2006/main">
              <a:ext uri="{FF2B5EF4-FFF2-40B4-BE49-F238E27FC236}">
                <a16:creationId xmlns:a16="http://schemas.microsoft.com/office/drawing/2014/main" id="{F0070AAF-1D22-48D3-83E8-799303FEA3DE}"/>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import cv2</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import numpy as np</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gray = np.array([[80, 100, 101, 220]], dtype=np.uint8)</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used, mask = cv2.threshold(gray, 100, 255, cv2.THRESH_BINARY)</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print(used)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print(mask.tolist())</a:t>
            </a:r>
          </a:p>
        </p:txBody>
      </p:sp>
      <p:sp>
        <p:nvSpPr>
          <p:cNvPr id="4" name="">
            <a:extLst xmlns:a="http://schemas.openxmlformats.org/drawingml/2006/main">
              <a:ext uri="{FF2B5EF4-FFF2-40B4-BE49-F238E27FC236}">
                <a16:creationId xmlns:a16="http://schemas.microsoft.com/office/drawing/2014/main" id="{102FD7C6-298C-45F1-9808-22943D81CFE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46</a:t>
            </a:r>
          </a:p>
        </p:txBody>
      </p:sp>
    </p:spTree>
    <p:extLst>
      <p:ext uri="{BB962C8B-B14F-4D97-AF65-F5344CB8AC3E}">
        <p14:creationId xmlns:p14="http://schemas.microsoft.com/office/powerpoint/2010/main" val="1989682260"/>
      </p:ext>
    </p:extLst>
  </p:cSld>
</p:sld>
</file>

<file path=ppt/slides/slide4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10B2785-94A2-41F7-947C-CFBBCB7B33D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78446B21-4923-4A39-96FC-C9C1F2A15F4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코드의 줄별 역할</a:t>
            </a:r>
          </a:p>
        </p:txBody>
      </p:sp>
      <p:sp>
        <p:nvSpPr>
          <p:cNvPr id="3" name="">
            <a:extLst xmlns:a="http://schemas.openxmlformats.org/drawingml/2006/main">
              <a:ext uri="{FF2B5EF4-FFF2-40B4-BE49-F238E27FC236}">
                <a16:creationId xmlns:a16="http://schemas.microsoft.com/office/drawing/2014/main" id="{206CA942-0BF2-4CF9-B81F-79518421D62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1~3행: 도구와 밝기 입력을 준비합니다.</a:t>
            </a:r>
          </a:p>
        </p:txBody>
      </p:sp>
      <p:sp>
        <p:nvSpPr>
          <p:cNvPr id="4" name="">
            <a:extLst xmlns:a="http://schemas.openxmlformats.org/drawingml/2006/main">
              <a:ext uri="{FF2B5EF4-FFF2-40B4-BE49-F238E27FC236}">
                <a16:creationId xmlns:a16="http://schemas.microsoft.com/office/drawing/2014/main" id="{DB126E40-BA09-4C2E-96A1-78C9E081F7C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4행: 기준과 마스크를 돌려받습니다.</a:t>
            </a:r>
          </a:p>
        </p:txBody>
      </p:sp>
      <p:sp>
        <p:nvSpPr>
          <p:cNvPr id="5" name="">
            <a:extLst xmlns:a="http://schemas.openxmlformats.org/drawingml/2006/main">
              <a:ext uri="{FF2B5EF4-FFF2-40B4-BE49-F238E27FC236}">
                <a16:creationId xmlns:a16="http://schemas.microsoft.com/office/drawing/2014/main" id="{AECDAA62-7D9E-4681-8132-426DA69E9DA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5~6행: 두 결과를 출력합니다.</a:t>
            </a:r>
          </a:p>
        </p:txBody>
      </p:sp>
      <p:sp>
        <p:nvSpPr>
          <p:cNvPr id="6" name="">
            <a:extLst xmlns:a="http://schemas.openxmlformats.org/drawingml/2006/main">
              <a:ext uri="{FF2B5EF4-FFF2-40B4-BE49-F238E27FC236}">
                <a16:creationId xmlns:a16="http://schemas.microsoft.com/office/drawing/2014/main" id="{8863D7FB-A776-4E73-B2A4-DF7E9BCCC0E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47</a:t>
            </a:r>
          </a:p>
        </p:txBody>
      </p:sp>
    </p:spTree>
    <p:extLst>
      <p:ext uri="{BB962C8B-B14F-4D97-AF65-F5344CB8AC3E}">
        <p14:creationId xmlns:p14="http://schemas.microsoft.com/office/powerpoint/2010/main" val="302507996"/>
      </p:ext>
    </p:extLst>
  </p:cSld>
</p:sld>
</file>

<file path=ppt/slides/slide4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10BE5B0-766D-4B51-98D5-C439809F7F6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3199D540-E942-4E89-9558-E3F7062896E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학생 파일과 실행 명령</a:t>
            </a:r>
          </a:p>
        </p:txBody>
      </p:sp>
      <p:sp>
        <p:nvSpPr>
          <p:cNvPr id="3" name="">
            <a:extLst xmlns:a="http://schemas.openxmlformats.org/drawingml/2006/main">
              <a:ext uri="{FF2B5EF4-FFF2-40B4-BE49-F238E27FC236}">
                <a16:creationId xmlns:a16="http://schemas.microsoft.com/office/drawing/2014/main" id="{E5E31AC2-9E4E-4608-8F7F-5F7E0C9144FB}"/>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현재 폴더: 압축을 푼 course</a:t>
            </a:r>
          </a:p>
        </p:txBody>
      </p:sp>
      <p:sp>
        <p:nvSpPr>
          <p:cNvPr id="4" name="">
            <a:extLst xmlns:a="http://schemas.openxmlformats.org/drawingml/2006/main">
              <a:ext uri="{FF2B5EF4-FFF2-40B4-BE49-F238E27FC236}">
                <a16:creationId xmlns:a16="http://schemas.microsoft.com/office/drawing/2014/main" id="{7D51B140-4369-4B0E-992A-1372493E71A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학생 파일: work/05_threshold_trace.py</a:t>
            </a:r>
          </a:p>
        </p:txBody>
      </p:sp>
      <p:sp>
        <p:nvSpPr>
          <p:cNvPr id="5" name="">
            <a:extLst xmlns:a="http://schemas.openxmlformats.org/drawingml/2006/main">
              <a:ext uri="{FF2B5EF4-FFF2-40B4-BE49-F238E27FC236}">
                <a16:creationId xmlns:a16="http://schemas.microsoft.com/office/drawing/2014/main" id="{9603B48B-CE33-4E04-AEB7-0381CCA7CD27}"/>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python -X utf8 work/05_threshold_trace.py</a:t>
            </a:r>
          </a:p>
        </p:txBody>
      </p:sp>
      <p:sp>
        <p:nvSpPr>
          <p:cNvPr id="6" name="">
            <a:extLst xmlns:a="http://schemas.openxmlformats.org/drawingml/2006/main">
              <a:ext uri="{FF2B5EF4-FFF2-40B4-BE49-F238E27FC236}">
                <a16:creationId xmlns:a16="http://schemas.microsoft.com/office/drawing/2014/main" id="{8E8B69F5-BA4E-4ADF-98E3-90BB6604CD2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48</a:t>
            </a:r>
          </a:p>
        </p:txBody>
      </p:sp>
    </p:spTree>
    <p:extLst>
      <p:ext uri="{BB962C8B-B14F-4D97-AF65-F5344CB8AC3E}">
        <p14:creationId xmlns:p14="http://schemas.microsoft.com/office/powerpoint/2010/main" val="12569544"/>
      </p:ext>
    </p:extLst>
  </p:cSld>
</p:sld>
</file>

<file path=ppt/slides/slide4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C3904F6-1BC5-451B-8FBF-0E502E2AF3F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647A2D2E-DC5D-422F-891E-A299FD21FF7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원본 합성 입력 사진</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3e3a545e701f45d9"/>
          <a:stretch xmlns:a="http://schemas.openxmlformats.org/drawingml/2006/main"/>
        </p:blipFill>
        <p:spPr>
          <a:xfrm xmlns:a="http://schemas.openxmlformats.org/drawingml/2006/main">
            <a:off x="3778250" y="2190750"/>
            <a:ext cx="4635500" cy="3476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FCBB298-F9E4-4A97-8084-A637D4275482}"/>
              </a:ext>
            </a:extLst>
          </p:cNvPr>
          <p:cNvSpPr>
            <a:spLocks xmlns:a="http://schemas.openxmlformats.org/drawingml/2006/main" noGrp="1"/>
          </p:cNvSpPr>
          <p:nvPr/>
        </p:nvSpPr>
        <p:spPr>
          <a:xfrm xmlns:a="http://schemas.openxmlformats.org/drawingml/2006/main">
            <a:off x="762000" y="57626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0">
                <a:solidFill>
                  <a:srgbClr val="137A72"/>
                </a:solidFill>
                <a:latin typeface="Malgun Gothic"/>
                <a:ea typeface="Malgun Gothic"/>
                <a:cs typeface="Malgun Gothic"/>
              </a:defRPr>
            </a:pPr>
            <a:r>
              <a:rPr sz="2025" b="0">
                <a:solidFill>
                  <a:srgbClr val="137A72"/>
                </a:solidFill>
                <a:latin typeface="Malgun Gothic"/>
                <a:ea typeface="Malgun Gothic"/>
                <a:cs typeface="Malgun Gothic"/>
              </a:rPr>
              <a:t>이 사진은 합성 검사 입력입니다.</a:t>
            </a:r>
          </a:p>
          <a:p xmlns:a="http://schemas.openxmlformats.org/drawingml/2006/main">
            <a:pPr>
              <a:defRPr sz="2025" b="0">
                <a:solidFill>
                  <a:srgbClr val="137A72"/>
                </a:solidFill>
                <a:latin typeface="Malgun Gothic"/>
                <a:ea typeface="Malgun Gothic"/>
                <a:cs typeface="Malgun Gothic"/>
              </a:defRPr>
            </a:pPr>
            <a:r>
              <a:rPr sz="2025" b="0">
                <a:solidFill>
                  <a:srgbClr val="137A72"/>
                </a:solidFill>
                <a:latin typeface="Malgun Gothic"/>
                <a:ea typeface="Malgun Gothic"/>
                <a:cs typeface="Malgun Gothic"/>
              </a:rPr>
              <a:t>같은 사진으로 조건을 비교합니다.</a:t>
            </a:r>
          </a:p>
        </p:txBody>
      </p:sp>
      <p:sp>
        <p:nvSpPr>
          <p:cNvPr id="5" name="">
            <a:extLst xmlns:a="http://schemas.openxmlformats.org/drawingml/2006/main">
              <a:ext uri="{FF2B5EF4-FFF2-40B4-BE49-F238E27FC236}">
                <a16:creationId xmlns:a16="http://schemas.microsoft.com/office/drawing/2014/main" id="{6181BCB1-C7C4-4A4C-8C7C-05B79713F9A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49</a:t>
            </a:r>
          </a:p>
        </p:txBody>
      </p:sp>
    </p:spTree>
    <p:extLst>
      <p:ext uri="{BB962C8B-B14F-4D97-AF65-F5344CB8AC3E}">
        <p14:creationId xmlns:p14="http://schemas.microsoft.com/office/powerpoint/2010/main" val="1406921090"/>
      </p:ext>
    </p:extLst>
  </p:cSld>
</p:sld>
</file>

<file path=ppt/slides/slide5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E012B5C-D713-413D-BF26-CF4DE82F7CB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15A41B08-B2DE-4A60-A842-3ED1291F284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밝기 조건을 통과한 마스크</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4357aab561c54f2a"/>
          <a:stretch xmlns:a="http://schemas.openxmlformats.org/drawingml/2006/main"/>
        </p:blipFill>
        <p:spPr>
          <a:xfrm xmlns:a="http://schemas.openxmlformats.org/drawingml/2006/main">
            <a:off x="3778250" y="2190750"/>
            <a:ext cx="4635500" cy="3476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E43A2E4-4F83-4579-9525-1832CFBAA8FC}"/>
              </a:ext>
            </a:extLst>
          </p:cNvPr>
          <p:cNvSpPr>
            <a:spLocks xmlns:a="http://schemas.openxmlformats.org/drawingml/2006/main" noGrp="1"/>
          </p:cNvSpPr>
          <p:nvPr/>
        </p:nvSpPr>
        <p:spPr>
          <a:xfrm xmlns:a="http://schemas.openxmlformats.org/drawingml/2006/main">
            <a:off x="762000" y="57626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0">
                <a:solidFill>
                  <a:srgbClr val="137A72"/>
                </a:solidFill>
                <a:latin typeface="Malgun Gothic"/>
                <a:ea typeface="Malgun Gothic"/>
                <a:cs typeface="Malgun Gothic"/>
              </a:defRPr>
            </a:pPr>
            <a:r>
              <a:rPr sz="2025" b="0">
                <a:solidFill>
                  <a:srgbClr val="137A72"/>
                </a:solidFill>
                <a:latin typeface="Malgun Gothic"/>
                <a:ea typeface="Malgun Gothic"/>
                <a:cs typeface="Malgun Gothic"/>
              </a:rPr>
              <a:t>밝기 100 초과 위치가 흰색입니다.</a:t>
            </a:r>
          </a:p>
          <a:p xmlns:a="http://schemas.openxmlformats.org/drawingml/2006/main">
            <a:pPr>
              <a:defRPr sz="2025" b="0">
                <a:solidFill>
                  <a:srgbClr val="137A72"/>
                </a:solidFill>
                <a:latin typeface="Malgun Gothic"/>
                <a:ea typeface="Malgun Gothic"/>
                <a:cs typeface="Malgun Gothic"/>
              </a:defRPr>
            </a:pPr>
            <a:r>
              <a:rPr sz="2025" b="0">
                <a:solidFill>
                  <a:srgbClr val="137A72"/>
                </a:solidFill>
                <a:latin typeface="Malgun Gothic"/>
                <a:ea typeface="Malgun Gothic"/>
                <a:cs typeface="Malgun Gothic"/>
              </a:rPr>
              <a:t>원본과 남은 영역을 대조합니다.</a:t>
            </a:r>
          </a:p>
        </p:txBody>
      </p:sp>
      <p:sp>
        <p:nvSpPr>
          <p:cNvPr id="5" name="">
            <a:extLst xmlns:a="http://schemas.openxmlformats.org/drawingml/2006/main">
              <a:ext uri="{FF2B5EF4-FFF2-40B4-BE49-F238E27FC236}">
                <a16:creationId xmlns:a16="http://schemas.microsoft.com/office/drawing/2014/main" id="{52F8E345-FD48-4BD7-AD97-31B7D2457C5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50</a:t>
            </a:r>
          </a:p>
        </p:txBody>
      </p:sp>
    </p:spTree>
    <p:extLst>
      <p:ext uri="{BB962C8B-B14F-4D97-AF65-F5344CB8AC3E}">
        <p14:creationId xmlns:p14="http://schemas.microsoft.com/office/powerpoint/2010/main" val="1408219904"/>
      </p:ext>
    </p:extLst>
  </p:cSld>
</p:sld>
</file>

<file path=ppt/slides/slide5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8870EA5-5B34-4930-BA88-11DDAF7A2FE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4054E6AA-510A-4005-A043-EE0810E8DCC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검출 결과와 영역 박스</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803a9c8101944d28"/>
          <a:stretch xmlns:a="http://schemas.openxmlformats.org/drawingml/2006/main"/>
        </p:blipFill>
        <p:spPr>
          <a:xfrm xmlns:a="http://schemas.openxmlformats.org/drawingml/2006/main">
            <a:off x="3778250" y="2190750"/>
            <a:ext cx="4635500" cy="3476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9ABDF64-66D3-4EC9-ACBD-F68E4C1FDB2A}"/>
              </a:ext>
            </a:extLst>
          </p:cNvPr>
          <p:cNvSpPr>
            <a:spLocks xmlns:a="http://schemas.openxmlformats.org/drawingml/2006/main" noGrp="1"/>
          </p:cNvSpPr>
          <p:nvPr/>
        </p:nvSpPr>
        <p:spPr>
          <a:xfrm xmlns:a="http://schemas.openxmlformats.org/drawingml/2006/main">
            <a:off x="762000" y="5762625"/>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025" b="0">
                <a:solidFill>
                  <a:srgbClr val="137A72"/>
                </a:solidFill>
                <a:latin typeface="Malgun Gothic"/>
                <a:ea typeface="Malgun Gothic"/>
                <a:cs typeface="Malgun Gothic"/>
              </a:defRPr>
            </a:pPr>
            <a:r>
              <a:rPr sz="2025" b="0">
                <a:solidFill>
                  <a:srgbClr val="137A72"/>
                </a:solidFill>
                <a:latin typeface="Malgun Gothic"/>
                <a:ea typeface="Malgun Gothic"/>
                <a:cs typeface="Malgun Gothic"/>
              </a:rPr>
              <a:t>기본 설정에서 남긴 영역은 2개입니다.</a:t>
            </a:r>
          </a:p>
          <a:p xmlns:a="http://schemas.openxmlformats.org/drawingml/2006/main">
            <a:pPr>
              <a:defRPr sz="2025" b="0">
                <a:solidFill>
                  <a:srgbClr val="137A72"/>
                </a:solidFill>
                <a:latin typeface="Malgun Gothic"/>
                <a:ea typeface="Malgun Gothic"/>
                <a:cs typeface="Malgun Gothic"/>
              </a:defRPr>
            </a:pPr>
            <a:r>
              <a:rPr sz="2025" b="0">
                <a:solidFill>
                  <a:srgbClr val="137A72"/>
                </a:solidFill>
                <a:latin typeface="Malgun Gothic"/>
                <a:ea typeface="Malgun Gothic"/>
                <a:cs typeface="Malgun Gothic"/>
              </a:rPr>
              <a:t>박스가 어떤 영역을 둘렀는지 봅니다.</a:t>
            </a:r>
          </a:p>
        </p:txBody>
      </p:sp>
      <p:sp>
        <p:nvSpPr>
          <p:cNvPr id="5" name="">
            <a:extLst xmlns:a="http://schemas.openxmlformats.org/drawingml/2006/main">
              <a:ext uri="{FF2B5EF4-FFF2-40B4-BE49-F238E27FC236}">
                <a16:creationId xmlns:a16="http://schemas.microsoft.com/office/drawing/2014/main" id="{F606725E-BA40-41ED-8A7D-733A5556E22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51</a:t>
            </a:r>
          </a:p>
        </p:txBody>
      </p:sp>
    </p:spTree>
    <p:extLst>
      <p:ext uri="{BB962C8B-B14F-4D97-AF65-F5344CB8AC3E}">
        <p14:creationId xmlns:p14="http://schemas.microsoft.com/office/powerpoint/2010/main" val="1164196490"/>
      </p:ext>
    </p:extLst>
  </p:cSld>
</p:sld>
</file>

<file path=ppt/slides/slide5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905F6C6-09C0-4158-8FD4-C002D3BFA1E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12578504-BE1A-4471-8A06-6B9A516D4A1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91777A67-4D8F-4BBB-882A-1E7CC72FFB5A}"/>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기준: 100.0</a:t>
            </a:r>
          </a:p>
        </p:txBody>
      </p:sp>
      <p:sp>
        <p:nvSpPr>
          <p:cNvPr id="4" name="">
            <a:extLst xmlns:a="http://schemas.openxmlformats.org/drawingml/2006/main">
              <a:ext uri="{FF2B5EF4-FFF2-40B4-BE49-F238E27FC236}">
                <a16:creationId xmlns:a16="http://schemas.microsoft.com/office/drawing/2014/main" id="{46137075-21D3-4CD0-8303-11F128D8CA70}"/>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마스크: [[0, 0, 255, 255]]</a:t>
            </a:r>
          </a:p>
        </p:txBody>
      </p:sp>
      <p:sp>
        <p:nvSpPr>
          <p:cNvPr id="5" name="">
            <a:extLst xmlns:a="http://schemas.openxmlformats.org/drawingml/2006/main">
              <a:ext uri="{FF2B5EF4-FFF2-40B4-BE49-F238E27FC236}">
                <a16:creationId xmlns:a16="http://schemas.microsoft.com/office/drawing/2014/main" id="{58AF78CB-099F-4482-BC53-4A4BA8158883}"/>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100은 기준과 같아서 0이 됩니다.</a:t>
            </a:r>
          </a:p>
        </p:txBody>
      </p:sp>
      <p:sp>
        <p:nvSpPr>
          <p:cNvPr id="6" name="">
            <a:extLst xmlns:a="http://schemas.openxmlformats.org/drawingml/2006/main">
              <a:ext uri="{FF2B5EF4-FFF2-40B4-BE49-F238E27FC236}">
                <a16:creationId xmlns:a16="http://schemas.microsoft.com/office/drawing/2014/main" id="{E440EFF5-C4E7-4E44-89BA-6A990ABD32A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52</a:t>
            </a:r>
          </a:p>
        </p:txBody>
      </p:sp>
    </p:spTree>
    <p:extLst>
      <p:ext uri="{BB962C8B-B14F-4D97-AF65-F5344CB8AC3E}">
        <p14:creationId xmlns:p14="http://schemas.microsoft.com/office/powerpoint/2010/main" val="1101980333"/>
      </p:ext>
    </p:extLst>
  </p:cSld>
</p:sld>
</file>

<file path=ppt/slides/slide5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6F29AAE-9BFE-43E2-AC69-434B1550AFF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6582FFFE-B695-4183-9B92-AA645BA4B4B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A5290B00-859E-497E-A0D8-83D9B1A3F10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밝기 [60,90,91,200], 기준 90</a:t>
            </a:r>
          </a:p>
        </p:txBody>
      </p:sp>
      <p:sp>
        <p:nvSpPr>
          <p:cNvPr id="4" name="">
            <a:extLst xmlns:a="http://schemas.openxmlformats.org/drawingml/2006/main">
              <a:ext uri="{FF2B5EF4-FFF2-40B4-BE49-F238E27FC236}">
                <a16:creationId xmlns:a16="http://schemas.microsoft.com/office/drawing/2014/main" id="{B135423B-B0FE-40D4-AEA6-06ED71137CA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면적 [49,50,120], 최소 면적 50</a:t>
            </a:r>
          </a:p>
        </p:txBody>
      </p:sp>
      <p:sp>
        <p:nvSpPr>
          <p:cNvPr id="5" name="">
            <a:extLst xmlns:a="http://schemas.openxmlformats.org/drawingml/2006/main">
              <a:ext uri="{FF2B5EF4-FFF2-40B4-BE49-F238E27FC236}">
                <a16:creationId xmlns:a16="http://schemas.microsoft.com/office/drawing/2014/main" id="{3FCAC50C-F017-408D-AA5F-BB819D8CA112}"/>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남는 값과 영역 수를 각각 쓰세요.</a:t>
            </a:r>
          </a:p>
        </p:txBody>
      </p:sp>
      <p:sp>
        <p:nvSpPr>
          <p:cNvPr id="6" name="">
            <a:extLst xmlns:a="http://schemas.openxmlformats.org/drawingml/2006/main">
              <a:ext uri="{FF2B5EF4-FFF2-40B4-BE49-F238E27FC236}">
                <a16:creationId xmlns:a16="http://schemas.microsoft.com/office/drawing/2014/main" id="{451A7727-4E8E-4878-A013-BA703775A18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53</a:t>
            </a:r>
          </a:p>
        </p:txBody>
      </p:sp>
    </p:spTree>
    <p:extLst>
      <p:ext uri="{BB962C8B-B14F-4D97-AF65-F5344CB8AC3E}">
        <p14:creationId xmlns:p14="http://schemas.microsoft.com/office/powerpoint/2010/main" val="2880009"/>
      </p:ext>
    </p:extLst>
  </p:cSld>
</p:sld>
</file>

<file path=ppt/slides/slide5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08BFEBA-9074-41A8-82FB-290A57D513F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A29DAAFE-7ABA-44B4-B9F5-6BD8E34B297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93D416D3-91C6-4D41-91A8-1DA3D6195991}"/>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마스크: [0,0,255,255]</a:t>
            </a:r>
          </a:p>
        </p:txBody>
      </p:sp>
      <p:sp>
        <p:nvSpPr>
          <p:cNvPr id="4" name="">
            <a:extLst xmlns:a="http://schemas.openxmlformats.org/drawingml/2006/main">
              <a:ext uri="{FF2B5EF4-FFF2-40B4-BE49-F238E27FC236}">
                <a16:creationId xmlns:a16="http://schemas.microsoft.com/office/drawing/2014/main" id="{2333C2CF-4D81-420E-B500-75E60B4AD94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영역 수: 2개</a:t>
            </a:r>
          </a:p>
        </p:txBody>
      </p:sp>
      <p:sp>
        <p:nvSpPr>
          <p:cNvPr id="5" name="">
            <a:extLst xmlns:a="http://schemas.openxmlformats.org/drawingml/2006/main">
              <a:ext uri="{FF2B5EF4-FFF2-40B4-BE49-F238E27FC236}">
                <a16:creationId xmlns:a16="http://schemas.microsoft.com/office/drawing/2014/main" id="{08C02E37-5959-4800-BF8C-4680DBDD10DD}"/>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밝기는 &gt;, 면적은 &gt;=를 확인합니다.</a:t>
            </a:r>
          </a:p>
        </p:txBody>
      </p:sp>
      <p:sp>
        <p:nvSpPr>
          <p:cNvPr id="6" name="">
            <a:extLst xmlns:a="http://schemas.openxmlformats.org/drawingml/2006/main">
              <a:ext uri="{FF2B5EF4-FFF2-40B4-BE49-F238E27FC236}">
                <a16:creationId xmlns:a16="http://schemas.microsoft.com/office/drawing/2014/main" id="{29495DA5-98D5-4404-BE03-1463E62FBA9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54</a:t>
            </a:r>
          </a:p>
        </p:txBody>
      </p:sp>
    </p:spTree>
    <p:extLst>
      <p:ext uri="{BB962C8B-B14F-4D97-AF65-F5344CB8AC3E}">
        <p14:creationId xmlns:p14="http://schemas.microsoft.com/office/powerpoint/2010/main" val="1685722955"/>
      </p:ext>
    </p:extLst>
  </p:cSld>
</p:sld>
</file>

<file path=ppt/slides/slide5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8C6423C-DBA5-4165-AC1A-B80B5514F8F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4B781598-2241-41AD-BC5C-1FDAAD8A38B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573BA90D-A03F-47B6-9583-A19104DA6BB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threshold를 101로 바꿉니다.</a:t>
            </a:r>
          </a:p>
        </p:txBody>
      </p:sp>
      <p:sp>
        <p:nvSpPr>
          <p:cNvPr id="4" name="">
            <a:extLst xmlns:a="http://schemas.openxmlformats.org/drawingml/2006/main">
              <a:ext uri="{FF2B5EF4-FFF2-40B4-BE49-F238E27FC236}">
                <a16:creationId xmlns:a16="http://schemas.microsoft.com/office/drawing/2014/main" id="{621275B2-BFAF-43E4-A99F-9A29ABDCBF6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마스크: [[0,0,0,255]]</a:t>
            </a:r>
          </a:p>
        </p:txBody>
      </p:sp>
      <p:sp>
        <p:nvSpPr>
          <p:cNvPr id="5" name="">
            <a:extLst xmlns:a="http://schemas.openxmlformats.org/drawingml/2006/main">
              <a:ext uri="{FF2B5EF4-FFF2-40B4-BE49-F238E27FC236}">
                <a16:creationId xmlns:a16="http://schemas.microsoft.com/office/drawing/2014/main" id="{B3B8AC1A-E8D4-4585-BD32-ACEC70BB86E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55</a:t>
            </a:r>
          </a:p>
        </p:txBody>
      </p:sp>
    </p:spTree>
    <p:extLst>
      <p:ext uri="{BB962C8B-B14F-4D97-AF65-F5344CB8AC3E}">
        <p14:creationId xmlns:p14="http://schemas.microsoft.com/office/powerpoint/2010/main" val="1800111645"/>
      </p:ext>
    </p:extLst>
  </p:cSld>
</p:sld>
</file>

<file path=ppt/slides/slide5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B612FE8-5D5E-4AC0-836B-3E0756BC528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EED51CBB-323D-42D5-B55D-85596346091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725A731F-7A52-4EDD-A851-51C28282ED1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설정을 동시에 바꾸지 않습니다.</a:t>
            </a:r>
          </a:p>
        </p:txBody>
      </p:sp>
      <p:sp>
        <p:nvSpPr>
          <p:cNvPr id="4" name="">
            <a:extLst xmlns:a="http://schemas.openxmlformats.org/drawingml/2006/main">
              <a:ext uri="{FF2B5EF4-FFF2-40B4-BE49-F238E27FC236}">
                <a16:creationId xmlns:a16="http://schemas.microsoft.com/office/drawing/2014/main" id="{EBA05FCC-6AC7-408A-AAE2-F2CF71140F9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먼저 마스크와 박스 그림을 대조합니다.</a:t>
            </a:r>
          </a:p>
        </p:txBody>
      </p:sp>
      <p:sp>
        <p:nvSpPr>
          <p:cNvPr id="5" name="">
            <a:extLst xmlns:a="http://schemas.openxmlformats.org/drawingml/2006/main">
              <a:ext uri="{FF2B5EF4-FFF2-40B4-BE49-F238E27FC236}">
                <a16:creationId xmlns:a16="http://schemas.microsoft.com/office/drawing/2014/main" id="{67F53D94-E9F0-41D6-8B8D-9C7E7447420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56</a:t>
            </a:r>
          </a:p>
        </p:txBody>
      </p:sp>
    </p:spTree>
    <p:extLst>
      <p:ext uri="{BB962C8B-B14F-4D97-AF65-F5344CB8AC3E}">
        <p14:creationId xmlns:p14="http://schemas.microsoft.com/office/powerpoint/2010/main" val="1591436707"/>
      </p:ext>
    </p:extLst>
  </p:cSld>
</p:sld>
</file>

<file path=ppt/slides/slide5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7983934-4A0D-46F3-A022-6DE14D4808F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2D273E67-A551-48B8-85AC-6ECB47FE825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AE4372BC-37B7-42CF-AE03-7DC58819F25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threshold와 min_area는 다른 질문입니다.</a:t>
            </a:r>
          </a:p>
        </p:txBody>
      </p:sp>
      <p:sp>
        <p:nvSpPr>
          <p:cNvPr id="4" name="">
            <a:extLst xmlns:a="http://schemas.openxmlformats.org/drawingml/2006/main">
              <a:ext uri="{FF2B5EF4-FFF2-40B4-BE49-F238E27FC236}">
                <a16:creationId xmlns:a16="http://schemas.microsoft.com/office/drawing/2014/main" id="{1820D160-84AD-40E7-A527-BD3FC15866C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두 기준의 역할을 한 문장씩 설명합니다.</a:t>
            </a:r>
          </a:p>
        </p:txBody>
      </p:sp>
      <p:sp>
        <p:nvSpPr>
          <p:cNvPr id="5" name="">
            <a:extLst xmlns:a="http://schemas.openxmlformats.org/drawingml/2006/main">
              <a:ext uri="{FF2B5EF4-FFF2-40B4-BE49-F238E27FC236}">
                <a16:creationId xmlns:a16="http://schemas.microsoft.com/office/drawing/2014/main" id="{5ABE8020-03C6-4D36-8B1D-171B3FC66B5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57</a:t>
            </a:r>
          </a:p>
        </p:txBody>
      </p:sp>
    </p:spTree>
    <p:extLst>
      <p:ext uri="{BB962C8B-B14F-4D97-AF65-F5344CB8AC3E}">
        <p14:creationId xmlns:p14="http://schemas.microsoft.com/office/powerpoint/2010/main" val="387985221"/>
      </p:ext>
    </p:extLst>
  </p:cSld>
</p:sld>
</file>

<file path=ppt/slides/slide5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70CA400-6E29-491B-B551-CAA59035AFC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D93F13F0-C2A6-4D6A-A32D-00F0CDA8B40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2E9DC25D-2419-4C53-B47C-B4510776AFF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추가·도전: 부품 두 개가 붙었습니다.</a:t>
            </a:r>
          </a:p>
        </p:txBody>
      </p:sp>
      <p:sp>
        <p:nvSpPr>
          <p:cNvPr id="4" name="">
            <a:extLst xmlns:a="http://schemas.openxmlformats.org/drawingml/2006/main">
              <a:ext uri="{FF2B5EF4-FFF2-40B4-BE49-F238E27FC236}">
                <a16:creationId xmlns:a16="http://schemas.microsoft.com/office/drawing/2014/main" id="{4D6526BA-3FD8-4F68-BF5B-AC2564E5F76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영역 하나가 나올 수 있는 이유를 설명하세요.</a:t>
            </a:r>
          </a:p>
        </p:txBody>
      </p:sp>
      <p:sp>
        <p:nvSpPr>
          <p:cNvPr id="5" name="">
            <a:extLst xmlns:a="http://schemas.openxmlformats.org/drawingml/2006/main">
              <a:ext uri="{FF2B5EF4-FFF2-40B4-BE49-F238E27FC236}">
                <a16:creationId xmlns:a16="http://schemas.microsoft.com/office/drawing/2014/main" id="{1DB7B17C-2912-4697-996D-105B459A93E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58</a:t>
            </a:r>
          </a:p>
        </p:txBody>
      </p:sp>
    </p:spTree>
    <p:extLst>
      <p:ext uri="{BB962C8B-B14F-4D97-AF65-F5344CB8AC3E}">
        <p14:creationId xmlns:p14="http://schemas.microsoft.com/office/powerpoint/2010/main" val="1107757335"/>
      </p:ext>
    </p:extLst>
  </p:cSld>
</p:sld>
</file>

<file path=ppt/slides/slide59.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59EF499-08C1-4607-8E24-B9A81AE5D45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54EF8F77-11F2-4AC4-BEB2-09F6A9325827}"/>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4교시 · 한 조건씩 비교하기</a:t>
            </a:r>
          </a:p>
        </p:txBody>
      </p:sp>
      <p:sp>
        <p:nvSpPr>
          <p:cNvPr id="3" name="">
            <a:extLst xmlns:a="http://schemas.openxmlformats.org/drawingml/2006/main">
              <a:ext uri="{FF2B5EF4-FFF2-40B4-BE49-F238E27FC236}">
                <a16:creationId xmlns:a16="http://schemas.microsoft.com/office/drawing/2014/main" id="{39C7207D-26D2-4DCF-8E0A-9A767955A0AC}"/>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14:00~14:50 · 50분</a:t>
            </a:r>
          </a:p>
        </p:txBody>
      </p:sp>
      <p:sp>
        <p:nvSpPr>
          <p:cNvPr id="4" name="">
            <a:extLst xmlns:a="http://schemas.openxmlformats.org/drawingml/2006/main">
              <a:ext uri="{FF2B5EF4-FFF2-40B4-BE49-F238E27FC236}">
                <a16:creationId xmlns:a16="http://schemas.microsoft.com/office/drawing/2014/main" id="{EE0B2868-911A-4216-ABFE-77AFCEF525A7}"/>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A10 · A11 · A12</a:t>
            </a:r>
          </a:p>
        </p:txBody>
      </p:sp>
      <p:sp>
        <p:nvSpPr>
          <p:cNvPr id="5" name="">
            <a:extLst xmlns:a="http://schemas.openxmlformats.org/drawingml/2006/main">
              <a:ext uri="{FF2B5EF4-FFF2-40B4-BE49-F238E27FC236}">
                <a16:creationId xmlns:a16="http://schemas.microsoft.com/office/drawing/2014/main" id="{D71B6E91-F521-4CBB-A2F3-69C8D9A05C47}"/>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A4B13A4E-0F67-4E1A-9403-D5683B31174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59</a:t>
            </a:r>
          </a:p>
        </p:txBody>
      </p:sp>
    </p:spTree>
    <p:extLst>
      <p:ext uri="{BB962C8B-B14F-4D97-AF65-F5344CB8AC3E}">
        <p14:creationId xmlns:p14="http://schemas.microsoft.com/office/powerpoint/2010/main" val="141715642"/>
      </p:ext>
    </p:extLst>
  </p:cSld>
</p:sld>
</file>

<file path=ppt/slides/slide6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C241F7C-D1DE-45B6-AFF1-81966C63966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4B6FFF12-55D9-4D61-855B-E69E03F40BF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기본 설정과 관찰값</a:t>
            </a:r>
          </a:p>
        </p:txBody>
      </p:sp>
      <p:sp>
        <p:nvSpPr>
          <p:cNvPr id="3" name="">
            <a:extLst xmlns:a="http://schemas.openxmlformats.org/drawingml/2006/main">
              <a:ext uri="{FF2B5EF4-FFF2-40B4-BE49-F238E27FC236}">
                <a16:creationId xmlns:a16="http://schemas.microsoft.com/office/drawing/2014/main" id="{9693906C-18CA-4F47-9E70-FC169CC596E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parts.png · threshold 100 · min_area 100</a:t>
            </a:r>
          </a:p>
        </p:txBody>
      </p:sp>
      <p:sp>
        <p:nvSpPr>
          <p:cNvPr id="4" name="">
            <a:extLst xmlns:a="http://schemas.openxmlformats.org/drawingml/2006/main">
              <a:ext uri="{FF2B5EF4-FFF2-40B4-BE49-F238E27FC236}">
                <a16:creationId xmlns:a16="http://schemas.microsoft.com/office/drawing/2014/main" id="{7BF51D72-3FFD-48E8-B6F4-70FB08C4EEB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기본 관찰 영역 수는 2개입니다.</a:t>
            </a:r>
          </a:p>
        </p:txBody>
      </p:sp>
      <p:sp>
        <p:nvSpPr>
          <p:cNvPr id="5" name="">
            <a:extLst xmlns:a="http://schemas.openxmlformats.org/drawingml/2006/main">
              <a:ext uri="{FF2B5EF4-FFF2-40B4-BE49-F238E27FC236}">
                <a16:creationId xmlns:a16="http://schemas.microsoft.com/office/drawing/2014/main" id="{60C647BE-732E-4334-932E-CDBC2C724A7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60</a:t>
            </a:r>
          </a:p>
        </p:txBody>
      </p:sp>
    </p:spTree>
    <p:extLst>
      <p:ext uri="{BB962C8B-B14F-4D97-AF65-F5344CB8AC3E}">
        <p14:creationId xmlns:p14="http://schemas.microsoft.com/office/powerpoint/2010/main" val="129011611"/>
      </p:ext>
    </p:extLst>
  </p:cSld>
</p:sld>
</file>

<file path=ppt/slides/slide6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83FC004-A449-4AF7-A802-BBE069C3EBB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9F8D45DB-4387-4ECC-9B1F-3F5EFD6EE34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조건만 바꾸는 비교</a:t>
            </a:r>
          </a:p>
        </p:txBody>
      </p:sp>
      <p:sp>
        <p:nvSpPr>
          <p:cNvPr id="3" name="">
            <a:extLst xmlns:a="http://schemas.openxmlformats.org/drawingml/2006/main">
              <a:ext uri="{FF2B5EF4-FFF2-40B4-BE49-F238E27FC236}">
                <a16:creationId xmlns:a16="http://schemas.microsoft.com/office/drawing/2014/main" id="{65B7FCCD-ED98-4CD3-8514-27B16AB5979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같은 사진과 면적 기준을 유지합니다.</a:t>
            </a:r>
          </a:p>
        </p:txBody>
      </p:sp>
      <p:sp>
        <p:nvSpPr>
          <p:cNvPr id="4" name="">
            <a:extLst xmlns:a="http://schemas.openxmlformats.org/drawingml/2006/main">
              <a:ext uri="{FF2B5EF4-FFF2-40B4-BE49-F238E27FC236}">
                <a16:creationId xmlns:a16="http://schemas.microsoft.com/office/drawing/2014/main" id="{980932B5-4AB6-4307-9393-BB88B5D71A3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밝기 기준의 영향만 비교합니다.</a:t>
            </a:r>
          </a:p>
        </p:txBody>
      </p:sp>
      <p:sp>
        <p:nvSpPr>
          <p:cNvPr id="5" name="">
            <a:extLst xmlns:a="http://schemas.openxmlformats.org/drawingml/2006/main">
              <a:ext uri="{FF2B5EF4-FFF2-40B4-BE49-F238E27FC236}">
                <a16:creationId xmlns:a16="http://schemas.microsoft.com/office/drawing/2014/main" id="{3218927B-EC71-4F2D-B49E-18BD00E4EC0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61</a:t>
            </a:r>
          </a:p>
        </p:txBody>
      </p:sp>
    </p:spTree>
    <p:extLst>
      <p:ext uri="{BB962C8B-B14F-4D97-AF65-F5344CB8AC3E}">
        <p14:creationId xmlns:p14="http://schemas.microsoft.com/office/powerpoint/2010/main" val="330223160"/>
      </p:ext>
    </p:extLst>
  </p:cSld>
</p:sld>
</file>

<file path=ppt/slides/slide6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4F1FE96-677E-4171-967C-9437E74BD57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C49A41DE-ED86-41D2-9795-0C8A035559F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임계값 60의 결과</a:t>
            </a:r>
          </a:p>
        </p:txBody>
      </p:sp>
      <p:sp>
        <p:nvSpPr>
          <p:cNvPr id="3" name="">
            <a:extLst xmlns:a="http://schemas.openxmlformats.org/drawingml/2006/main">
              <a:ext uri="{FF2B5EF4-FFF2-40B4-BE49-F238E27FC236}">
                <a16:creationId xmlns:a16="http://schemas.microsoft.com/office/drawing/2014/main" id="{E71B4AC9-4BF7-46F2-B972-EBAD18DFBD0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parts.png · threshold 60 · min_area 100</a:t>
            </a:r>
          </a:p>
        </p:txBody>
      </p:sp>
      <p:sp>
        <p:nvSpPr>
          <p:cNvPr id="4" name="">
            <a:extLst xmlns:a="http://schemas.openxmlformats.org/drawingml/2006/main">
              <a:ext uri="{FF2B5EF4-FFF2-40B4-BE49-F238E27FC236}">
                <a16:creationId xmlns:a16="http://schemas.microsoft.com/office/drawing/2014/main" id="{CBD18859-87C7-4F5C-B707-8EBCB79E13E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관찰 영역 수는 3개입니다.</a:t>
            </a:r>
          </a:p>
        </p:txBody>
      </p:sp>
      <p:sp>
        <p:nvSpPr>
          <p:cNvPr id="5" name="">
            <a:extLst xmlns:a="http://schemas.openxmlformats.org/drawingml/2006/main">
              <a:ext uri="{FF2B5EF4-FFF2-40B4-BE49-F238E27FC236}">
                <a16:creationId xmlns:a16="http://schemas.microsoft.com/office/drawing/2014/main" id="{C6B57FB7-0E03-42FD-9047-9EC59E22537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62</a:t>
            </a:r>
          </a:p>
        </p:txBody>
      </p:sp>
    </p:spTree>
    <p:extLst>
      <p:ext uri="{BB962C8B-B14F-4D97-AF65-F5344CB8AC3E}">
        <p14:creationId xmlns:p14="http://schemas.microsoft.com/office/powerpoint/2010/main" val="1273601471"/>
      </p:ext>
    </p:extLst>
  </p:cSld>
</p:sld>
</file>

<file path=ppt/slides/slide6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ECEC79C-7384-4ABE-9685-2246F283C9D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4541CD43-28DB-4459-B48A-0F4EAC2F88F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실험별 설정과 출력 보관</a:t>
            </a:r>
          </a:p>
        </p:txBody>
      </p:sp>
      <p:sp>
        <p:nvSpPr>
          <p:cNvPr id="3" name="">
            <a:extLst xmlns:a="http://schemas.openxmlformats.org/drawingml/2006/main">
              <a:ext uri="{FF2B5EF4-FFF2-40B4-BE49-F238E27FC236}">
                <a16:creationId xmlns:a16="http://schemas.microsoft.com/office/drawing/2014/main" id="{0FDF1E31-7C1B-45EB-B703-D5D92C0ABC4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settings · mask · detected · report</a:t>
            </a:r>
          </a:p>
        </p:txBody>
      </p:sp>
      <p:sp>
        <p:nvSpPr>
          <p:cNvPr id="4" name="">
            <a:extLst xmlns:a="http://schemas.openxmlformats.org/drawingml/2006/main">
              <a:ext uri="{FF2B5EF4-FFF2-40B4-BE49-F238E27FC236}">
                <a16:creationId xmlns:a16="http://schemas.microsoft.com/office/drawing/2014/main" id="{E298C334-07D3-4BE2-8E27-2264E5B539F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다음 실행 전에 별도 폴더에 복사합니다.</a:t>
            </a:r>
          </a:p>
        </p:txBody>
      </p:sp>
      <p:sp>
        <p:nvSpPr>
          <p:cNvPr id="5" name="">
            <a:extLst xmlns:a="http://schemas.openxmlformats.org/drawingml/2006/main">
              <a:ext uri="{FF2B5EF4-FFF2-40B4-BE49-F238E27FC236}">
                <a16:creationId xmlns:a16="http://schemas.microsoft.com/office/drawing/2014/main" id="{61BCA005-C7B3-43D2-BCB8-FD20D103897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63</a:t>
            </a:r>
          </a:p>
        </p:txBody>
      </p:sp>
    </p:spTree>
    <p:extLst>
      <p:ext uri="{BB962C8B-B14F-4D97-AF65-F5344CB8AC3E}">
        <p14:creationId xmlns:p14="http://schemas.microsoft.com/office/powerpoint/2010/main" val="1640151410"/>
      </p:ext>
    </p:extLst>
  </p:cSld>
</p:sld>
</file>

<file path=ppt/slides/slide6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D1072C3-E0A9-4B76-87EF-85E6252DE75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54762822-5140-4B15-8F5C-60686549DB5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장면별 실패 조건</a:t>
            </a:r>
          </a:p>
        </p:txBody>
      </p:sp>
      <p:sp>
        <p:nvSpPr>
          <p:cNvPr id="3" name="">
            <a:extLst xmlns:a="http://schemas.openxmlformats.org/drawingml/2006/main">
              <a:ext uri="{FF2B5EF4-FFF2-40B4-BE49-F238E27FC236}">
                <a16:creationId xmlns:a16="http://schemas.microsoft.com/office/drawing/2014/main" id="{AABD4D86-577E-46E7-AA3F-A37B2CBCCFC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빈 장면 · 어두운 장면 · 붙은 부품</a:t>
            </a:r>
          </a:p>
        </p:txBody>
      </p:sp>
      <p:sp>
        <p:nvSpPr>
          <p:cNvPr id="4" name="">
            <a:extLst xmlns:a="http://schemas.openxmlformats.org/drawingml/2006/main">
              <a:ext uri="{FF2B5EF4-FFF2-40B4-BE49-F238E27FC236}">
                <a16:creationId xmlns:a16="http://schemas.microsoft.com/office/drawing/2014/main" id="{3763D2FA-9A26-4469-9189-1CE2AD94FD8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서로 다른 실패 조건을 드러냅니다.</a:t>
            </a:r>
          </a:p>
        </p:txBody>
      </p:sp>
      <p:sp>
        <p:nvSpPr>
          <p:cNvPr id="5" name="">
            <a:extLst xmlns:a="http://schemas.openxmlformats.org/drawingml/2006/main">
              <a:ext uri="{FF2B5EF4-FFF2-40B4-BE49-F238E27FC236}">
                <a16:creationId xmlns:a16="http://schemas.microsoft.com/office/drawing/2014/main" id="{27A71919-1E5D-4627-B8E4-B711107F5E6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64</a:t>
            </a:r>
          </a:p>
        </p:txBody>
      </p:sp>
    </p:spTree>
    <p:extLst>
      <p:ext uri="{BB962C8B-B14F-4D97-AF65-F5344CB8AC3E}">
        <p14:creationId xmlns:p14="http://schemas.microsoft.com/office/powerpoint/2010/main" val="353740414"/>
      </p:ext>
    </p:extLst>
  </p:cSld>
</p:sld>
</file>

<file path=ppt/slides/slide6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F630860-DBF4-40D3-959C-0EB2A66DF79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6104D421-DF00-4F58-A4A5-0A8AAEA1514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입력의 기대값</a:t>
            </a:r>
          </a:p>
        </p:txBody>
      </p:sp>
      <p:sp>
        <p:nvSpPr>
          <p:cNvPr id="3" name="">
            <a:extLst xmlns:a="http://schemas.openxmlformats.org/drawingml/2006/main">
              <a:ext uri="{FF2B5EF4-FFF2-40B4-BE49-F238E27FC236}">
                <a16:creationId xmlns:a16="http://schemas.microsoft.com/office/drawing/2014/main" id="{C3B8FC74-E3AE-400E-B0B0-F4F5B02FAF5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holdout.png는 새 배치의 입력입니다.</a:t>
            </a:r>
          </a:p>
        </p:txBody>
      </p:sp>
      <p:sp>
        <p:nvSpPr>
          <p:cNvPr id="4" name="">
            <a:extLst xmlns:a="http://schemas.openxmlformats.org/drawingml/2006/main">
              <a:ext uri="{FF2B5EF4-FFF2-40B4-BE49-F238E27FC236}">
                <a16:creationId xmlns:a16="http://schemas.microsoft.com/office/drawing/2014/main" id="{BFA72F4D-09E5-4ED2-857F-FD58528D92D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설정을 유지한 뒤 기대값과 비교합니다.</a:t>
            </a:r>
          </a:p>
        </p:txBody>
      </p:sp>
      <p:sp>
        <p:nvSpPr>
          <p:cNvPr id="5" name="">
            <a:extLst xmlns:a="http://schemas.openxmlformats.org/drawingml/2006/main">
              <a:ext uri="{FF2B5EF4-FFF2-40B4-BE49-F238E27FC236}">
                <a16:creationId xmlns:a16="http://schemas.microsoft.com/office/drawing/2014/main" id="{4E29DA8C-2E78-4F5F-BC20-9A92335E6CC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65</a:t>
            </a:r>
          </a:p>
        </p:txBody>
      </p:sp>
    </p:spTree>
    <p:extLst>
      <p:ext uri="{BB962C8B-B14F-4D97-AF65-F5344CB8AC3E}">
        <p14:creationId xmlns:p14="http://schemas.microsoft.com/office/powerpoint/2010/main" val="1808488509"/>
      </p:ext>
    </p:extLst>
  </p:cSld>
</p:sld>
</file>

<file path=ppt/slides/slide6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BE9F286-7F95-44E2-8358-AF866469CDE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78DAE151-AD16-4277-9D5B-D448D6C55A7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입력·설정·관찰 비교표</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2667000"/>
                <a:gridCol w="2667000"/>
                <a:gridCol w="2667000"/>
                <a:gridCol w="2667000"/>
              </a:tblGrid>
              <a:tr h="723900">
                <a:tc>
                  <a:txBody>
                    <a:bodyPr wrap="square"/>
                    <a:lstStyle/>
                    <a:p>
                      <a:pPr>
                        <a:lnSpc>
                          <a:spcPct val="93000"/>
                        </a:lnSpc>
                        <a:buNone/>
                      </a:pPr>
                      <a:r>
                        <a:rPr sz="2100" b="1">
                          <a:solidFill>
                            <a:srgbClr val="FFFFFF"/>
                          </a:solidFill>
                          <a:latin typeface="Malgun Gothic"/>
                          <a:ea typeface="Malgun Gothic"/>
                          <a:cs typeface="Malgun Gothic"/>
                        </a:rPr>
                        <a:t>입력</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밝기 기준</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최소 면적</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영역</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parts.png</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100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100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parts.png</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60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100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3</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empty.png</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100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100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0</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holdout.png</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100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100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3</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0F078DD1-0CF8-4BC6-BE97-E156A1CCEE8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66</a:t>
            </a:r>
          </a:p>
        </p:txBody>
      </p:sp>
    </p:spTree>
    <p:extLst>
      <p:ext uri="{BB962C8B-B14F-4D97-AF65-F5344CB8AC3E}">
        <p14:creationId xmlns:p14="http://schemas.microsoft.com/office/powerpoint/2010/main" val="743558564"/>
      </p:ext>
    </p:extLst>
  </p:cSld>
</p:sld>
</file>

<file path=ppt/slides/slide6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2370593-ED21-4D15-B2E7-01DC7CE1E0F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35287B0E-FD4D-482E-BDE5-AECD79CDA41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F06019EA-2CDC-447F-99AD-DFE7830C415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2→3은 같은 사진에서 밝기 기준을 바꾼 결과입니다.</a:t>
            </a:r>
          </a:p>
        </p:txBody>
      </p:sp>
      <p:sp>
        <p:nvSpPr>
          <p:cNvPr id="4" name="">
            <a:extLst xmlns:a="http://schemas.openxmlformats.org/drawingml/2006/main">
              <a:ext uri="{FF2B5EF4-FFF2-40B4-BE49-F238E27FC236}">
                <a16:creationId xmlns:a16="http://schemas.microsoft.com/office/drawing/2014/main" id="{96FFF6CB-FAB8-4929-A9A1-1D3D7FB573C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어느 영역이 추가됐는지 그림으로 확인합니다.</a:t>
            </a:r>
          </a:p>
        </p:txBody>
      </p:sp>
      <p:sp>
        <p:nvSpPr>
          <p:cNvPr id="5" name="">
            <a:extLst xmlns:a="http://schemas.openxmlformats.org/drawingml/2006/main">
              <a:ext uri="{FF2B5EF4-FFF2-40B4-BE49-F238E27FC236}">
                <a16:creationId xmlns:a16="http://schemas.microsoft.com/office/drawing/2014/main" id="{EBACFB43-B852-4DEB-BDAB-F4E69350B21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67</a:t>
            </a:r>
          </a:p>
        </p:txBody>
      </p:sp>
    </p:spTree>
    <p:extLst>
      <p:ext uri="{BB962C8B-B14F-4D97-AF65-F5344CB8AC3E}">
        <p14:creationId xmlns:p14="http://schemas.microsoft.com/office/powerpoint/2010/main" val="2027964798"/>
      </p:ext>
    </p:extLst>
  </p:cSld>
</p:sld>
</file>

<file path=ppt/slides/slide6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50532F3-2BCC-4EED-AB85-55BE029E467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A1B60D8D-2EE9-4F54-A288-1BBF965EB9E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F282894A-BF59-4CB7-BA5C-39B38923762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(100,100)을 (80,50)으로 바꾼 팀</a:t>
            </a:r>
          </a:p>
        </p:txBody>
      </p:sp>
      <p:sp>
        <p:nvSpPr>
          <p:cNvPr id="4" name="">
            <a:extLst xmlns:a="http://schemas.openxmlformats.org/drawingml/2006/main">
              <a:ext uri="{FF2B5EF4-FFF2-40B4-BE49-F238E27FC236}">
                <a16:creationId xmlns:a16="http://schemas.microsoft.com/office/drawing/2014/main" id="{7B8AA4AF-1480-4DDE-8A7F-0882AB372BF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(100,100)을 (80,100)으로 바꾼 팀</a:t>
            </a:r>
          </a:p>
        </p:txBody>
      </p:sp>
      <p:sp>
        <p:nvSpPr>
          <p:cNvPr id="5" name="">
            <a:extLst xmlns:a="http://schemas.openxmlformats.org/drawingml/2006/main">
              <a:ext uri="{FF2B5EF4-FFF2-40B4-BE49-F238E27FC236}">
                <a16:creationId xmlns:a16="http://schemas.microsoft.com/office/drawing/2014/main" id="{BF44DCA2-60B2-4A78-A8E5-EF74C003EC3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밝기 영향만 비교하기 좋은 팀은?</a:t>
            </a:r>
          </a:p>
        </p:txBody>
      </p:sp>
      <p:sp>
        <p:nvSpPr>
          <p:cNvPr id="6" name="">
            <a:extLst xmlns:a="http://schemas.openxmlformats.org/drawingml/2006/main">
              <a:ext uri="{FF2B5EF4-FFF2-40B4-BE49-F238E27FC236}">
                <a16:creationId xmlns:a16="http://schemas.microsoft.com/office/drawing/2014/main" id="{10D6CABF-81F7-4BB8-88C1-F073FA708C0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68</a:t>
            </a:r>
          </a:p>
        </p:txBody>
      </p:sp>
    </p:spTree>
    <p:extLst>
      <p:ext uri="{BB962C8B-B14F-4D97-AF65-F5344CB8AC3E}">
        <p14:creationId xmlns:p14="http://schemas.microsoft.com/office/powerpoint/2010/main" val="1960915775"/>
      </p:ext>
    </p:extLst>
  </p:cSld>
</p:sld>
</file>

<file path=ppt/slides/slide6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15EB1CD-E166-4189-B5EF-A4C0E1C2211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F432E612-8057-4973-84C1-3AA0DADC3D1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528D7458-6C92-42CF-A603-99B83C20C13A}"/>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두 번째 팀입니다.</a:t>
            </a:r>
          </a:p>
        </p:txBody>
      </p:sp>
      <p:sp>
        <p:nvSpPr>
          <p:cNvPr id="4" name="">
            <a:extLst xmlns:a="http://schemas.openxmlformats.org/drawingml/2006/main">
              <a:ext uri="{FF2B5EF4-FFF2-40B4-BE49-F238E27FC236}">
                <a16:creationId xmlns:a16="http://schemas.microsoft.com/office/drawing/2014/main" id="{A4C2466D-067E-4D86-8145-88CF6F5F9240}"/>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면적 기준을 유지했기 때문입니다.</a:t>
            </a:r>
          </a:p>
        </p:txBody>
      </p:sp>
      <p:sp>
        <p:nvSpPr>
          <p:cNvPr id="5" name="">
            <a:extLst xmlns:a="http://schemas.openxmlformats.org/drawingml/2006/main">
              <a:ext uri="{FF2B5EF4-FFF2-40B4-BE49-F238E27FC236}">
                <a16:creationId xmlns:a16="http://schemas.microsoft.com/office/drawing/2014/main" id="{3F2FD7A7-5164-4A1A-AFAB-FC7E45DCCFFF}"/>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첫 번째 팀은 두 조건이 함께 바뀌었습니다.</a:t>
            </a:r>
          </a:p>
        </p:txBody>
      </p:sp>
      <p:sp>
        <p:nvSpPr>
          <p:cNvPr id="6" name="">
            <a:extLst xmlns:a="http://schemas.openxmlformats.org/drawingml/2006/main">
              <a:ext uri="{FF2B5EF4-FFF2-40B4-BE49-F238E27FC236}">
                <a16:creationId xmlns:a16="http://schemas.microsoft.com/office/drawing/2014/main" id="{1C150287-5F0F-44D5-9F01-35E2E4B65B8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69</a:t>
            </a:r>
          </a:p>
        </p:txBody>
      </p:sp>
    </p:spTree>
    <p:extLst>
      <p:ext uri="{BB962C8B-B14F-4D97-AF65-F5344CB8AC3E}">
        <p14:creationId xmlns:p14="http://schemas.microsoft.com/office/powerpoint/2010/main" val="749588544"/>
      </p:ext>
    </p:extLst>
  </p:cSld>
</p:sld>
</file>

<file path=ppt/slides/slide7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9B40634-02D0-473D-9A8A-FD973D74868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96BAC5C5-6F92-4870-A503-BE67B86CB0E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004835C2-2006-4DCB-8267-4CEFF460D95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새 threshold를 시험했다면</a:t>
            </a:r>
          </a:p>
        </p:txBody>
      </p:sp>
      <p:sp>
        <p:nvSpPr>
          <p:cNvPr id="4" name="">
            <a:extLst xmlns:a="http://schemas.openxmlformats.org/drawingml/2006/main">
              <a:ext uri="{FF2B5EF4-FFF2-40B4-BE49-F238E27FC236}">
                <a16:creationId xmlns:a16="http://schemas.microsoft.com/office/drawing/2014/main" id="{12CAB4F8-7B95-4F8B-A493-CD037B3C6D0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기존 입력과 새 입력을 함께 재시험합니다.</a:t>
            </a:r>
          </a:p>
        </p:txBody>
      </p:sp>
      <p:sp>
        <p:nvSpPr>
          <p:cNvPr id="5" name="">
            <a:extLst xmlns:a="http://schemas.openxmlformats.org/drawingml/2006/main">
              <a:ext uri="{FF2B5EF4-FFF2-40B4-BE49-F238E27FC236}">
                <a16:creationId xmlns:a16="http://schemas.microsoft.com/office/drawing/2014/main" id="{A28F7B1D-3483-4708-819E-33CC126F23D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70</a:t>
            </a:r>
          </a:p>
        </p:txBody>
      </p:sp>
    </p:spTree>
    <p:extLst>
      <p:ext uri="{BB962C8B-B14F-4D97-AF65-F5344CB8AC3E}">
        <p14:creationId xmlns:p14="http://schemas.microsoft.com/office/powerpoint/2010/main" val="50597814"/>
      </p:ext>
    </p:extLst>
  </p:cSld>
</p:sld>
</file>

<file path=ppt/slides/slide7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39D2AFD-EB63-4CAE-A50F-F99409CA3A4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9441D1DA-D6DD-43E7-A5BE-E8E274E0E76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1D1B3D5A-637D-4658-B198-5DE5FCAD758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마지막 출력만 세 실험의 증거로 쓰지 않습니다.</a:t>
            </a:r>
          </a:p>
        </p:txBody>
      </p:sp>
      <p:sp>
        <p:nvSpPr>
          <p:cNvPr id="4" name="">
            <a:extLst xmlns:a="http://schemas.openxmlformats.org/drawingml/2006/main">
              <a:ext uri="{FF2B5EF4-FFF2-40B4-BE49-F238E27FC236}">
                <a16:creationId xmlns:a16="http://schemas.microsoft.com/office/drawing/2014/main" id="{F3E3A21E-141F-48D3-AEDF-A56BAADAFBD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실행 직후 조건과 결과를 묶어 보관합니다.</a:t>
            </a:r>
          </a:p>
        </p:txBody>
      </p:sp>
      <p:sp>
        <p:nvSpPr>
          <p:cNvPr id="5" name="">
            <a:extLst xmlns:a="http://schemas.openxmlformats.org/drawingml/2006/main">
              <a:ext uri="{FF2B5EF4-FFF2-40B4-BE49-F238E27FC236}">
                <a16:creationId xmlns:a16="http://schemas.microsoft.com/office/drawing/2014/main" id="{820117D3-EA58-450A-8E15-D4B10F19D43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71</a:t>
            </a:r>
          </a:p>
        </p:txBody>
      </p:sp>
    </p:spTree>
    <p:extLst>
      <p:ext uri="{BB962C8B-B14F-4D97-AF65-F5344CB8AC3E}">
        <p14:creationId xmlns:p14="http://schemas.microsoft.com/office/powerpoint/2010/main" val="1155018198"/>
      </p:ext>
    </p:extLst>
  </p:cSld>
</p:sld>
</file>

<file path=ppt/slides/slide7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B3A54B8-D181-4B67-9BDF-82C4FF828F6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5C590168-191A-449F-BA00-6EFE8041F1B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2CFA403D-257D-4510-9676-9751F55B164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기대값과 관찰이 다르면 어떻게 기록하나요?</a:t>
            </a:r>
          </a:p>
        </p:txBody>
      </p:sp>
      <p:sp>
        <p:nvSpPr>
          <p:cNvPr id="4" name="">
            <a:extLst xmlns:a="http://schemas.openxmlformats.org/drawingml/2006/main">
              <a:ext uri="{FF2B5EF4-FFF2-40B4-BE49-F238E27FC236}">
                <a16:creationId xmlns:a16="http://schemas.microsoft.com/office/drawing/2014/main" id="{325D5218-76EF-4460-ADA6-A73A023F980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실패를 숨기지 않고 원인 후보를 씁니다.</a:t>
            </a:r>
          </a:p>
        </p:txBody>
      </p:sp>
      <p:sp>
        <p:nvSpPr>
          <p:cNvPr id="5" name="">
            <a:extLst xmlns:a="http://schemas.openxmlformats.org/drawingml/2006/main">
              <a:ext uri="{FF2B5EF4-FFF2-40B4-BE49-F238E27FC236}">
                <a16:creationId xmlns:a16="http://schemas.microsoft.com/office/drawing/2014/main" id="{686B1E80-C857-487E-9D0B-C361F09B7A3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72</a:t>
            </a:r>
          </a:p>
        </p:txBody>
      </p:sp>
    </p:spTree>
    <p:extLst>
      <p:ext uri="{BB962C8B-B14F-4D97-AF65-F5344CB8AC3E}">
        <p14:creationId xmlns:p14="http://schemas.microsoft.com/office/powerpoint/2010/main" val="169092763"/>
      </p:ext>
    </p:extLst>
  </p:cSld>
</p:sld>
</file>

<file path=ppt/slides/slide7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CA4836F-335D-4A8A-85AC-273DB07D61E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E62D6E3B-1F3C-400D-9C27-CF80BB980FA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342E944B-E0BA-4190-9732-7D4B7AA82EF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추가·복습: 조명을 줄인 새 사진</a:t>
            </a:r>
          </a:p>
        </p:txBody>
      </p:sp>
      <p:sp>
        <p:nvSpPr>
          <p:cNvPr id="4" name="">
            <a:extLst xmlns:a="http://schemas.openxmlformats.org/drawingml/2006/main">
              <a:ext uri="{FF2B5EF4-FFF2-40B4-BE49-F238E27FC236}">
                <a16:creationId xmlns:a16="http://schemas.microsoft.com/office/drawing/2014/main" id="{3B909AFC-A644-4452-8D09-95DA8908CF0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무엇을 확인하고 무엇이 미확인인지 쓰세요.</a:t>
            </a:r>
          </a:p>
        </p:txBody>
      </p:sp>
      <p:sp>
        <p:nvSpPr>
          <p:cNvPr id="5" name="">
            <a:extLst xmlns:a="http://schemas.openxmlformats.org/drawingml/2006/main">
              <a:ext uri="{FF2B5EF4-FFF2-40B4-BE49-F238E27FC236}">
                <a16:creationId xmlns:a16="http://schemas.microsoft.com/office/drawing/2014/main" id="{1934A004-5212-41BC-9832-7655F5A6E3C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73</a:t>
            </a:r>
          </a:p>
        </p:txBody>
      </p:sp>
    </p:spTree>
    <p:extLst>
      <p:ext uri="{BB962C8B-B14F-4D97-AF65-F5344CB8AC3E}">
        <p14:creationId xmlns:p14="http://schemas.microsoft.com/office/powerpoint/2010/main" val="2004549746"/>
      </p:ext>
    </p:extLst>
  </p:cSld>
</p:sld>
</file>

<file path=ppt/slides/slide74.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516686-5DF3-414C-89D9-B47486DB1A9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8DA930F6-5FE3-45B7-ADF6-9A807F872E9A}"/>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5교시 · 프레임 반복과 장치 종료</a:t>
            </a:r>
          </a:p>
        </p:txBody>
      </p:sp>
      <p:sp>
        <p:nvSpPr>
          <p:cNvPr id="3" name="">
            <a:extLst xmlns:a="http://schemas.openxmlformats.org/drawingml/2006/main">
              <a:ext uri="{FF2B5EF4-FFF2-40B4-BE49-F238E27FC236}">
                <a16:creationId xmlns:a16="http://schemas.microsoft.com/office/drawing/2014/main" id="{3519E842-311F-4065-9009-7304A7C62BC9}"/>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15:00~15:50 · 50분</a:t>
            </a:r>
          </a:p>
        </p:txBody>
      </p:sp>
      <p:sp>
        <p:nvSpPr>
          <p:cNvPr id="4" name="">
            <a:extLst xmlns:a="http://schemas.openxmlformats.org/drawingml/2006/main">
              <a:ext uri="{FF2B5EF4-FFF2-40B4-BE49-F238E27FC236}">
                <a16:creationId xmlns:a16="http://schemas.microsoft.com/office/drawing/2014/main" id="{D00F6E7E-3989-445B-8688-B0B4525D5B42}"/>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A13 · A14 · A15</a:t>
            </a:r>
          </a:p>
        </p:txBody>
      </p:sp>
      <p:sp>
        <p:nvSpPr>
          <p:cNvPr id="5" name="">
            <a:extLst xmlns:a="http://schemas.openxmlformats.org/drawingml/2006/main">
              <a:ext uri="{FF2B5EF4-FFF2-40B4-BE49-F238E27FC236}">
                <a16:creationId xmlns:a16="http://schemas.microsoft.com/office/drawing/2014/main" id="{403ED653-7378-4B2F-B487-E65F92CAF146}"/>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E4F89BB9-BA1B-4B38-9F39-3824431B1AB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74</a:t>
            </a:r>
          </a:p>
        </p:txBody>
      </p:sp>
    </p:spTree>
    <p:extLst>
      <p:ext uri="{BB962C8B-B14F-4D97-AF65-F5344CB8AC3E}">
        <p14:creationId xmlns:p14="http://schemas.microsoft.com/office/powerpoint/2010/main" val="565994425"/>
      </p:ext>
    </p:extLst>
  </p:cSld>
</p:sld>
</file>

<file path=ppt/slides/slide7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6F23E4D-4D87-4B08-AA3E-687A573FB5E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24E8F064-F71F-4987-881B-EEB3834F418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프레임과 물품 수</a:t>
            </a:r>
          </a:p>
        </p:txBody>
      </p:sp>
      <p:sp>
        <p:nvSpPr>
          <p:cNvPr id="3" name="">
            <a:extLst xmlns:a="http://schemas.openxmlformats.org/drawingml/2006/main">
              <a:ext uri="{FF2B5EF4-FFF2-40B4-BE49-F238E27FC236}">
                <a16:creationId xmlns:a16="http://schemas.microsoft.com/office/drawing/2014/main" id="{6BB776D6-5067-4A03-BF38-CDD8E093F6C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같은 물체가 여러 프레임에 반복됩니다.</a:t>
            </a:r>
          </a:p>
        </p:txBody>
      </p:sp>
      <p:sp>
        <p:nvSpPr>
          <p:cNvPr id="4" name="">
            <a:extLst xmlns:a="http://schemas.openxmlformats.org/drawingml/2006/main">
              <a:ext uri="{FF2B5EF4-FFF2-40B4-BE49-F238E27FC236}">
                <a16:creationId xmlns:a16="http://schemas.microsoft.com/office/drawing/2014/main" id="{5ED0ECBE-115A-4E8F-81E7-5A47B82BFB0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프레임 수를 물품 수로 세지 않습니다.</a:t>
            </a:r>
          </a:p>
        </p:txBody>
      </p:sp>
      <p:sp>
        <p:nvSpPr>
          <p:cNvPr id="5" name="">
            <a:extLst xmlns:a="http://schemas.openxmlformats.org/drawingml/2006/main">
              <a:ext uri="{FF2B5EF4-FFF2-40B4-BE49-F238E27FC236}">
                <a16:creationId xmlns:a16="http://schemas.microsoft.com/office/drawing/2014/main" id="{42431DD1-300F-4926-B09D-3D01C2F3367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75</a:t>
            </a:r>
          </a:p>
        </p:txBody>
      </p:sp>
    </p:spTree>
    <p:extLst>
      <p:ext uri="{BB962C8B-B14F-4D97-AF65-F5344CB8AC3E}">
        <p14:creationId xmlns:p14="http://schemas.microsoft.com/office/powerpoint/2010/main" val="1298291510"/>
      </p:ext>
    </p:extLst>
  </p:cSld>
</p:sld>
</file>

<file path=ppt/slides/slide7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653AD50-8CD0-4068-A515-368F70C99CA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2F889A3B-B3D1-488F-A4F0-253D660838C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제공 파일의 재생 결과</a:t>
            </a:r>
          </a:p>
        </p:txBody>
      </p:sp>
      <p:sp>
        <p:nvSpPr>
          <p:cNvPr id="3" name="">
            <a:extLst xmlns:a="http://schemas.openxmlformats.org/drawingml/2006/main">
              <a:ext uri="{FF2B5EF4-FFF2-40B4-BE49-F238E27FC236}">
                <a16:creationId xmlns:a16="http://schemas.microsoft.com/office/drawing/2014/main" id="{06214A99-B464-4575-84FE-7015429FF23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parts.png 2 · empty.png 0 · holdout.png 3</a:t>
            </a:r>
          </a:p>
        </p:txBody>
      </p:sp>
      <p:sp>
        <p:nvSpPr>
          <p:cNvPr id="4" name="">
            <a:extLst xmlns:a="http://schemas.openxmlformats.org/drawingml/2006/main">
              <a:ext uri="{FF2B5EF4-FFF2-40B4-BE49-F238E27FC236}">
                <a16:creationId xmlns:a16="http://schemas.microsoft.com/office/drawing/2014/main" id="{8924606C-3476-4743-9F68-B68200A1833D}"/>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같은 설정으로 순서대로 처리합니다.</a:t>
            </a:r>
          </a:p>
        </p:txBody>
      </p:sp>
      <p:sp>
        <p:nvSpPr>
          <p:cNvPr id="5" name="">
            <a:extLst xmlns:a="http://schemas.openxmlformats.org/drawingml/2006/main">
              <a:ext uri="{FF2B5EF4-FFF2-40B4-BE49-F238E27FC236}">
                <a16:creationId xmlns:a16="http://schemas.microsoft.com/office/drawing/2014/main" id="{FBD1C5B8-3B7E-4648-8095-B21AF53D16A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76</a:t>
            </a:r>
          </a:p>
        </p:txBody>
      </p:sp>
    </p:spTree>
    <p:extLst>
      <p:ext uri="{BB962C8B-B14F-4D97-AF65-F5344CB8AC3E}">
        <p14:creationId xmlns:p14="http://schemas.microsoft.com/office/powerpoint/2010/main" val="1177891157"/>
      </p:ext>
    </p:extLst>
  </p:cSld>
</p:sld>
</file>

<file path=ppt/slides/slide7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2BA3B00-1BCF-4B75-8BA5-57C4A26C352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AFA4610C-2FA8-4273-AE6F-70B5D644CF7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프레임별 개수 초기화</a:t>
            </a:r>
          </a:p>
        </p:txBody>
      </p:sp>
      <p:sp>
        <p:nvSpPr>
          <p:cNvPr id="3" name="">
            <a:extLst xmlns:a="http://schemas.openxmlformats.org/drawingml/2006/main">
              <a:ext uri="{FF2B5EF4-FFF2-40B4-BE49-F238E27FC236}">
                <a16:creationId xmlns:a16="http://schemas.microsoft.com/office/drawing/2014/main" id="{3403051D-FD38-4D8B-A75E-3E6D4FC7A22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count=0은 프레임 처리 반복 안에 둡니다.</a:t>
            </a:r>
          </a:p>
        </p:txBody>
      </p:sp>
      <p:sp>
        <p:nvSpPr>
          <p:cNvPr id="4" name="">
            <a:extLst xmlns:a="http://schemas.openxmlformats.org/drawingml/2006/main">
              <a:ext uri="{FF2B5EF4-FFF2-40B4-BE49-F238E27FC236}">
                <a16:creationId xmlns:a16="http://schemas.microsoft.com/office/drawing/2014/main" id="{26B5142B-FD2B-46A6-B9CB-F14E5A67252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반복 밖이면 누적 수가 됩니다.</a:t>
            </a:r>
          </a:p>
        </p:txBody>
      </p:sp>
      <p:sp>
        <p:nvSpPr>
          <p:cNvPr id="5" name="">
            <a:extLst xmlns:a="http://schemas.openxmlformats.org/drawingml/2006/main">
              <a:ext uri="{FF2B5EF4-FFF2-40B4-BE49-F238E27FC236}">
                <a16:creationId xmlns:a16="http://schemas.microsoft.com/office/drawing/2014/main" id="{8FD0323C-0EAC-4DB4-BEE7-E66B3DFCF9A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77</a:t>
            </a:r>
          </a:p>
        </p:txBody>
      </p:sp>
    </p:spTree>
    <p:extLst>
      <p:ext uri="{BB962C8B-B14F-4D97-AF65-F5344CB8AC3E}">
        <p14:creationId xmlns:p14="http://schemas.microsoft.com/office/powerpoint/2010/main" val="2114991081"/>
      </p:ext>
    </p:extLst>
  </p:cSld>
</p:sld>
</file>

<file path=ppt/slides/slide7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75119F2-0B27-407B-AC80-B9B3A92A837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37D4C40D-347A-4BAB-BED5-B6A5CE61211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장치 열기와 프레임 수신</a:t>
            </a:r>
          </a:p>
        </p:txBody>
      </p:sp>
      <p:sp>
        <p:nvSpPr>
          <p:cNvPr id="3" name="">
            <a:extLst xmlns:a="http://schemas.openxmlformats.org/drawingml/2006/main">
              <a:ext uri="{FF2B5EF4-FFF2-40B4-BE49-F238E27FC236}">
                <a16:creationId xmlns:a16="http://schemas.microsoft.com/office/drawing/2014/main" id="{6A941BA0-7135-4BAA-9271-366A4E86731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isOpened는 장치 열기를 확인합니다.</a:t>
            </a:r>
          </a:p>
        </p:txBody>
      </p:sp>
      <p:sp>
        <p:nvSpPr>
          <p:cNvPr id="4" name="">
            <a:extLst xmlns:a="http://schemas.openxmlformats.org/drawingml/2006/main">
              <a:ext uri="{FF2B5EF4-FFF2-40B4-BE49-F238E27FC236}">
                <a16:creationId xmlns:a16="http://schemas.microsoft.com/office/drawing/2014/main" id="{D6FB1595-FD4E-4D8E-8E91-12443177490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read의 ok는 프레임 수신을 확인합니다.</a:t>
            </a:r>
          </a:p>
        </p:txBody>
      </p:sp>
      <p:sp>
        <p:nvSpPr>
          <p:cNvPr id="5" name="">
            <a:extLst xmlns:a="http://schemas.openxmlformats.org/drawingml/2006/main">
              <a:ext uri="{FF2B5EF4-FFF2-40B4-BE49-F238E27FC236}">
                <a16:creationId xmlns:a16="http://schemas.microsoft.com/office/drawing/2014/main" id="{DB871C85-9E30-4B6A-9F8B-1876FD5D58C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78</a:t>
            </a:r>
          </a:p>
        </p:txBody>
      </p:sp>
    </p:spTree>
    <p:extLst>
      <p:ext uri="{BB962C8B-B14F-4D97-AF65-F5344CB8AC3E}">
        <p14:creationId xmlns:p14="http://schemas.microsoft.com/office/powerpoint/2010/main" val="1601238989"/>
      </p:ext>
    </p:extLst>
  </p:cSld>
</p:sld>
</file>

<file path=ppt/slides/slide7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F11FF71-48B1-4861-9BCB-3D6086B7C8D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C0EDC48E-B6DA-4941-8D4A-5490F0F21B2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프레임 실패 처리</a:t>
            </a:r>
          </a:p>
        </p:txBody>
      </p:sp>
      <p:sp>
        <p:nvSpPr>
          <p:cNvPr id="3" name="">
            <a:extLst xmlns:a="http://schemas.openxmlformats.org/drawingml/2006/main">
              <a:ext uri="{FF2B5EF4-FFF2-40B4-BE49-F238E27FC236}">
                <a16:creationId xmlns:a16="http://schemas.microsoft.com/office/drawing/2014/main" id="{F120463F-6B78-4379-B6C1-0DFA8C10132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ok가 거짓이면 반복을 끝냅니다.</a:t>
            </a:r>
          </a:p>
        </p:txBody>
      </p:sp>
      <p:sp>
        <p:nvSpPr>
          <p:cNvPr id="4" name="">
            <a:extLst xmlns:a="http://schemas.openxmlformats.org/drawingml/2006/main">
              <a:ext uri="{FF2B5EF4-FFF2-40B4-BE49-F238E27FC236}">
                <a16:creationId xmlns:a16="http://schemas.microsoft.com/office/drawing/2014/main" id="{6DA87A74-4CE7-499A-984A-D7F05CA8CB8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이전 프레임을 새 관찰처럼 쓰지 않습니다.</a:t>
            </a:r>
          </a:p>
        </p:txBody>
      </p:sp>
      <p:sp>
        <p:nvSpPr>
          <p:cNvPr id="5" name="">
            <a:extLst xmlns:a="http://schemas.openxmlformats.org/drawingml/2006/main">
              <a:ext uri="{FF2B5EF4-FFF2-40B4-BE49-F238E27FC236}">
                <a16:creationId xmlns:a16="http://schemas.microsoft.com/office/drawing/2014/main" id="{47679534-5A7C-4275-AE11-E03725380AA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79</a:t>
            </a:r>
          </a:p>
        </p:txBody>
      </p:sp>
    </p:spTree>
    <p:extLst>
      <p:ext uri="{BB962C8B-B14F-4D97-AF65-F5344CB8AC3E}">
        <p14:creationId xmlns:p14="http://schemas.microsoft.com/office/powerpoint/2010/main" val="1229537231"/>
      </p:ext>
    </p:extLst>
  </p:cSld>
</p:sld>
</file>

<file path=ppt/slides/slide8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3D5A69E-D193-4F93-A8BA-A96E1CCA2DB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E0D0CC93-28DC-42FE-8A93-447B2B5CE57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장치와 창의 종료 처리</a:t>
            </a:r>
          </a:p>
        </p:txBody>
      </p:sp>
      <p:sp>
        <p:nvSpPr>
          <p:cNvPr id="3" name="">
            <a:extLst xmlns:a="http://schemas.openxmlformats.org/drawingml/2006/main">
              <a:ext uri="{FF2B5EF4-FFF2-40B4-BE49-F238E27FC236}">
                <a16:creationId xmlns:a16="http://schemas.microsoft.com/office/drawing/2014/main" id="{00FF9545-F60B-427C-9654-847170B562F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release는 장치 점유를 풉니다.</a:t>
            </a:r>
          </a:p>
        </p:txBody>
      </p:sp>
      <p:sp>
        <p:nvSpPr>
          <p:cNvPr id="4" name="">
            <a:extLst xmlns:a="http://schemas.openxmlformats.org/drawingml/2006/main">
              <a:ext uri="{FF2B5EF4-FFF2-40B4-BE49-F238E27FC236}">
                <a16:creationId xmlns:a16="http://schemas.microsoft.com/office/drawing/2014/main" id="{8BE5A2CD-99B3-4217-B64B-20BE721E2DE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finally에서 정상·오류 종료를 정리합니다.</a:t>
            </a:r>
          </a:p>
        </p:txBody>
      </p:sp>
      <p:sp>
        <p:nvSpPr>
          <p:cNvPr id="5" name="">
            <a:extLst xmlns:a="http://schemas.openxmlformats.org/drawingml/2006/main">
              <a:ext uri="{FF2B5EF4-FFF2-40B4-BE49-F238E27FC236}">
                <a16:creationId xmlns:a16="http://schemas.microsoft.com/office/drawing/2014/main" id="{5B487A67-218B-4C0B-836E-6A479D87ACE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80</a:t>
            </a:r>
          </a:p>
        </p:txBody>
      </p:sp>
    </p:spTree>
    <p:extLst>
      <p:ext uri="{BB962C8B-B14F-4D97-AF65-F5344CB8AC3E}">
        <p14:creationId xmlns:p14="http://schemas.microsoft.com/office/powerpoint/2010/main" val="1019047189"/>
      </p:ext>
    </p:extLst>
  </p:cSld>
</p:sld>
</file>

<file path=ppt/slides/slide8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0127266-F5DB-4BEE-AFBF-7062A328AFA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1ECF8A55-AD2F-4BD2-8CEE-5D8B8B4A319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장면별 수와 누적 합</a:t>
            </a:r>
          </a:p>
        </p:txBody>
      </p:sp>
      <p:sp>
        <p:nvSpPr>
          <p:cNvPr id="3" name="">
            <a:extLst xmlns:a="http://schemas.openxmlformats.org/drawingml/2006/main">
              <a:ext uri="{FF2B5EF4-FFF2-40B4-BE49-F238E27FC236}">
                <a16:creationId xmlns:a16="http://schemas.microsoft.com/office/drawing/2014/main" id="{CBBFBE1A-7D75-4F6A-BD72-0791C40A845F}"/>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counts = [2, 0, 3]</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total = 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for count in counts:</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total = total + count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print(count, total)</a:t>
            </a:r>
          </a:p>
        </p:txBody>
      </p:sp>
      <p:sp>
        <p:nvSpPr>
          <p:cNvPr id="4" name="">
            <a:extLst xmlns:a="http://schemas.openxmlformats.org/drawingml/2006/main">
              <a:ext uri="{FF2B5EF4-FFF2-40B4-BE49-F238E27FC236}">
                <a16:creationId xmlns:a16="http://schemas.microsoft.com/office/drawing/2014/main" id="{B0E3FE12-9AE2-4F04-8985-3283F8C645C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81</a:t>
            </a:r>
          </a:p>
        </p:txBody>
      </p:sp>
    </p:spTree>
    <p:extLst>
      <p:ext uri="{BB962C8B-B14F-4D97-AF65-F5344CB8AC3E}">
        <p14:creationId xmlns:p14="http://schemas.microsoft.com/office/powerpoint/2010/main" val="1717316772"/>
      </p:ext>
    </p:extLst>
  </p:cSld>
</p:sld>
</file>

<file path=ppt/slides/slide8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30A88A4-8AA3-4902-9CA7-8F922F8C35B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A6D230A9-BF5C-47D0-9C05-754572CE067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코드의 줄별 역할</a:t>
            </a:r>
          </a:p>
        </p:txBody>
      </p:sp>
      <p:sp>
        <p:nvSpPr>
          <p:cNvPr id="3" name="">
            <a:extLst xmlns:a="http://schemas.openxmlformats.org/drawingml/2006/main">
              <a:ext uri="{FF2B5EF4-FFF2-40B4-BE49-F238E27FC236}">
                <a16:creationId xmlns:a16="http://schemas.microsoft.com/office/drawing/2014/main" id="{07FC16FB-D9DA-42E1-989C-AA29E9E412AB}"/>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1~2행: 장면별 수와 누적 합을 준비합니다.</a:t>
            </a:r>
          </a:p>
        </p:txBody>
      </p:sp>
      <p:sp>
        <p:nvSpPr>
          <p:cNvPr id="4" name="">
            <a:extLst xmlns:a="http://schemas.openxmlformats.org/drawingml/2006/main">
              <a:ext uri="{FF2B5EF4-FFF2-40B4-BE49-F238E27FC236}">
                <a16:creationId xmlns:a16="http://schemas.microsoft.com/office/drawing/2014/main" id="{8275CA79-E7B4-463D-BB68-F9FD19422821}"/>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3~4행: 한 장면의 수를 누적합니다.</a:t>
            </a:r>
          </a:p>
        </p:txBody>
      </p:sp>
      <p:sp>
        <p:nvSpPr>
          <p:cNvPr id="5" name="">
            <a:extLst xmlns:a="http://schemas.openxmlformats.org/drawingml/2006/main">
              <a:ext uri="{FF2B5EF4-FFF2-40B4-BE49-F238E27FC236}">
                <a16:creationId xmlns:a16="http://schemas.microsoft.com/office/drawing/2014/main" id="{7B7C022F-6F2B-4B24-8144-76C85D226301}"/>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5행: 현재 수와 누적 수를 출력합니다.</a:t>
            </a:r>
          </a:p>
        </p:txBody>
      </p:sp>
      <p:sp>
        <p:nvSpPr>
          <p:cNvPr id="6" name="">
            <a:extLst xmlns:a="http://schemas.openxmlformats.org/drawingml/2006/main">
              <a:ext uri="{FF2B5EF4-FFF2-40B4-BE49-F238E27FC236}">
                <a16:creationId xmlns:a16="http://schemas.microsoft.com/office/drawing/2014/main" id="{02D2A54E-C20C-497B-B084-3BCC063BA4F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82</a:t>
            </a:r>
          </a:p>
        </p:txBody>
      </p:sp>
    </p:spTree>
    <p:extLst>
      <p:ext uri="{BB962C8B-B14F-4D97-AF65-F5344CB8AC3E}">
        <p14:creationId xmlns:p14="http://schemas.microsoft.com/office/powerpoint/2010/main" val="965444038"/>
      </p:ext>
    </p:extLst>
  </p:cSld>
</p:sld>
</file>

<file path=ppt/slides/slide8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19F5286-E283-4788-B589-FDCE689C932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908CDB9C-1DE1-4F74-9E18-04F8A369015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학생 파일과 실행 명령</a:t>
            </a:r>
          </a:p>
        </p:txBody>
      </p:sp>
      <p:sp>
        <p:nvSpPr>
          <p:cNvPr id="3" name="">
            <a:extLst xmlns:a="http://schemas.openxmlformats.org/drawingml/2006/main">
              <a:ext uri="{FF2B5EF4-FFF2-40B4-BE49-F238E27FC236}">
                <a16:creationId xmlns:a16="http://schemas.microsoft.com/office/drawing/2014/main" id="{717E9CD9-1A7B-415A-8557-CE18A81DA78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현재 폴더: 압축을 푼 course</a:t>
            </a:r>
          </a:p>
        </p:txBody>
      </p:sp>
      <p:sp>
        <p:nvSpPr>
          <p:cNvPr id="4" name="">
            <a:extLst xmlns:a="http://schemas.openxmlformats.org/drawingml/2006/main">
              <a:ext uri="{FF2B5EF4-FFF2-40B4-BE49-F238E27FC236}">
                <a16:creationId xmlns:a16="http://schemas.microsoft.com/office/drawing/2014/main" id="{547DD28E-59ED-4656-AB7D-8897DA6A431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학생 파일: work/frame_trace.py</a:t>
            </a:r>
          </a:p>
        </p:txBody>
      </p:sp>
      <p:sp>
        <p:nvSpPr>
          <p:cNvPr id="5" name="">
            <a:extLst xmlns:a="http://schemas.openxmlformats.org/drawingml/2006/main">
              <a:ext uri="{FF2B5EF4-FFF2-40B4-BE49-F238E27FC236}">
                <a16:creationId xmlns:a16="http://schemas.microsoft.com/office/drawing/2014/main" id="{6C2154A4-2653-454F-9B8F-8F8F44C6B44B}"/>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python -X utf8 work/frame_trace.py</a:t>
            </a:r>
          </a:p>
        </p:txBody>
      </p:sp>
      <p:sp>
        <p:nvSpPr>
          <p:cNvPr id="6" name="">
            <a:extLst xmlns:a="http://schemas.openxmlformats.org/drawingml/2006/main">
              <a:ext uri="{FF2B5EF4-FFF2-40B4-BE49-F238E27FC236}">
                <a16:creationId xmlns:a16="http://schemas.microsoft.com/office/drawing/2014/main" id="{DDB61D38-EAC8-45C4-BFBC-64A920F677B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83</a:t>
            </a:r>
          </a:p>
        </p:txBody>
      </p:sp>
    </p:spTree>
    <p:extLst>
      <p:ext uri="{BB962C8B-B14F-4D97-AF65-F5344CB8AC3E}">
        <p14:creationId xmlns:p14="http://schemas.microsoft.com/office/powerpoint/2010/main" val="2001381456"/>
      </p:ext>
    </p:extLst>
  </p:cSld>
</p:sld>
</file>

<file path=ppt/slides/slide8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6F10438-95E0-4764-BDF8-2F1E8D2556F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4713F9DF-F2A5-490D-969A-8621A4D08D0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58DC3827-99E8-4BC0-B07A-0D33DEE0A4A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장면별: 2, 0, 3</a:t>
            </a:r>
          </a:p>
        </p:txBody>
      </p:sp>
      <p:sp>
        <p:nvSpPr>
          <p:cNvPr id="4" name="">
            <a:extLst xmlns:a="http://schemas.openxmlformats.org/drawingml/2006/main">
              <a:ext uri="{FF2B5EF4-FFF2-40B4-BE49-F238E27FC236}">
                <a16:creationId xmlns:a16="http://schemas.microsoft.com/office/drawing/2014/main" id="{02F9D317-9E14-4EE3-82F7-8CF8DE192FAB}"/>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누적: 2, 2, 5</a:t>
            </a:r>
          </a:p>
        </p:txBody>
      </p:sp>
      <p:sp>
        <p:nvSpPr>
          <p:cNvPr id="5" name="">
            <a:extLst xmlns:a="http://schemas.openxmlformats.org/drawingml/2006/main">
              <a:ext uri="{FF2B5EF4-FFF2-40B4-BE49-F238E27FC236}">
                <a16:creationId xmlns:a16="http://schemas.microsoft.com/office/drawing/2014/main" id="{771130FB-FD86-4D66-B650-FA2F69F6DF75}"/>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현재 장면의 수와 누적 합은 다릅니다.</a:t>
            </a:r>
          </a:p>
        </p:txBody>
      </p:sp>
      <p:sp>
        <p:nvSpPr>
          <p:cNvPr id="6" name="">
            <a:extLst xmlns:a="http://schemas.openxmlformats.org/drawingml/2006/main">
              <a:ext uri="{FF2B5EF4-FFF2-40B4-BE49-F238E27FC236}">
                <a16:creationId xmlns:a16="http://schemas.microsoft.com/office/drawing/2014/main" id="{30A605D3-F0F4-4B0D-81ED-97ADEEFE213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84</a:t>
            </a:r>
          </a:p>
        </p:txBody>
      </p:sp>
    </p:spTree>
    <p:extLst>
      <p:ext uri="{BB962C8B-B14F-4D97-AF65-F5344CB8AC3E}">
        <p14:creationId xmlns:p14="http://schemas.microsoft.com/office/powerpoint/2010/main" val="231286405"/>
      </p:ext>
    </p:extLst>
  </p:cSld>
</p:sld>
</file>

<file path=ppt/slides/slide8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E564252-04D5-4C15-AB8C-D47383E5D7B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A70DC328-4913-4DE5-8604-4CCC29D2ED6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FBE289B5-631F-48CF-9330-29CA508187A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프레임의 수가 [2,1,0]입니다.</a:t>
            </a:r>
          </a:p>
        </p:txBody>
      </p:sp>
      <p:sp>
        <p:nvSpPr>
          <p:cNvPr id="4" name="">
            <a:extLst xmlns:a="http://schemas.openxmlformats.org/drawingml/2006/main">
              <a:ext uri="{FF2B5EF4-FFF2-40B4-BE49-F238E27FC236}">
                <a16:creationId xmlns:a16="http://schemas.microsoft.com/office/drawing/2014/main" id="{C17CD2A6-56DC-4A02-8F1D-F9B42C6E839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장면별 수와 누적 수를 각각 쓰세요.</a:t>
            </a:r>
          </a:p>
        </p:txBody>
      </p:sp>
      <p:sp>
        <p:nvSpPr>
          <p:cNvPr id="5" name="">
            <a:extLst xmlns:a="http://schemas.openxmlformats.org/drawingml/2006/main">
              <a:ext uri="{FF2B5EF4-FFF2-40B4-BE49-F238E27FC236}">
                <a16:creationId xmlns:a16="http://schemas.microsoft.com/office/drawing/2014/main" id="{589BA66C-A281-4D5A-88E1-B8070442D6A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85</a:t>
            </a:r>
          </a:p>
        </p:txBody>
      </p:sp>
    </p:spTree>
    <p:extLst>
      <p:ext uri="{BB962C8B-B14F-4D97-AF65-F5344CB8AC3E}">
        <p14:creationId xmlns:p14="http://schemas.microsoft.com/office/powerpoint/2010/main" val="905121950"/>
      </p:ext>
    </p:extLst>
  </p:cSld>
</p:sld>
</file>

<file path=ppt/slides/slide8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C6804FC-CBA6-453A-95C3-C57118581AB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E2A8B9EB-441F-4DFB-B771-DF974B07F3A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1D234BDF-8294-492E-A42B-50BE35F0FBF3}"/>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장면별: 2,1,0</a:t>
            </a:r>
          </a:p>
        </p:txBody>
      </p:sp>
      <p:sp>
        <p:nvSpPr>
          <p:cNvPr id="4" name="">
            <a:extLst xmlns:a="http://schemas.openxmlformats.org/drawingml/2006/main">
              <a:ext uri="{FF2B5EF4-FFF2-40B4-BE49-F238E27FC236}">
                <a16:creationId xmlns:a16="http://schemas.microsoft.com/office/drawing/2014/main" id="{74400C38-4EA1-4F2A-ACD5-903B21E73F7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누적: 2,3,3</a:t>
            </a:r>
          </a:p>
        </p:txBody>
      </p:sp>
      <p:sp>
        <p:nvSpPr>
          <p:cNvPr id="5" name="">
            <a:extLst xmlns:a="http://schemas.openxmlformats.org/drawingml/2006/main">
              <a:ext uri="{FF2B5EF4-FFF2-40B4-BE49-F238E27FC236}">
                <a16:creationId xmlns:a16="http://schemas.microsoft.com/office/drawing/2014/main" id="{A4B717DE-6BB6-4AB5-BA62-DC52472C0D59}"/>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누적 합을 현재 장면 수로 읽지 않습니다.</a:t>
            </a:r>
          </a:p>
        </p:txBody>
      </p:sp>
      <p:sp>
        <p:nvSpPr>
          <p:cNvPr id="6" name="">
            <a:extLst xmlns:a="http://schemas.openxmlformats.org/drawingml/2006/main">
              <a:ext uri="{FF2B5EF4-FFF2-40B4-BE49-F238E27FC236}">
                <a16:creationId xmlns:a16="http://schemas.microsoft.com/office/drawing/2014/main" id="{E1BB1818-B606-4856-A92A-C9134D99EEF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86</a:t>
            </a:r>
          </a:p>
        </p:txBody>
      </p:sp>
    </p:spTree>
    <p:extLst>
      <p:ext uri="{BB962C8B-B14F-4D97-AF65-F5344CB8AC3E}">
        <p14:creationId xmlns:p14="http://schemas.microsoft.com/office/powerpoint/2010/main" val="359129434"/>
      </p:ext>
    </p:extLst>
  </p:cSld>
</p:sld>
</file>

<file path=ppt/slides/slide8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7F18769-AB13-41F4-874D-7A6A3D748E9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F670797C-E95B-4C85-BF04-296C592ED79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A91122CF-65B0-40ED-8EBB-56AA8AC32F9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counts를 [1,0,2]로 바꿉니다.</a:t>
            </a:r>
          </a:p>
        </p:txBody>
      </p:sp>
      <p:sp>
        <p:nvSpPr>
          <p:cNvPr id="4" name="">
            <a:extLst xmlns:a="http://schemas.openxmlformats.org/drawingml/2006/main">
              <a:ext uri="{FF2B5EF4-FFF2-40B4-BE49-F238E27FC236}">
                <a16:creationId xmlns:a16="http://schemas.microsoft.com/office/drawing/2014/main" id="{55BE0ACD-4E91-41D6-8CE1-DB060990C71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누적은 1,1,3입니다.</a:t>
            </a:r>
          </a:p>
        </p:txBody>
      </p:sp>
      <p:sp>
        <p:nvSpPr>
          <p:cNvPr id="5" name="">
            <a:extLst xmlns:a="http://schemas.openxmlformats.org/drawingml/2006/main">
              <a:ext uri="{FF2B5EF4-FFF2-40B4-BE49-F238E27FC236}">
                <a16:creationId xmlns:a16="http://schemas.microsoft.com/office/drawing/2014/main" id="{A164676F-762B-4A78-BB6E-4DF1CF88B40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87</a:t>
            </a:r>
          </a:p>
        </p:txBody>
      </p:sp>
    </p:spTree>
    <p:extLst>
      <p:ext uri="{BB962C8B-B14F-4D97-AF65-F5344CB8AC3E}">
        <p14:creationId xmlns:p14="http://schemas.microsoft.com/office/powerpoint/2010/main" val="844814117"/>
      </p:ext>
    </p:extLst>
  </p:cSld>
</p:sld>
</file>

<file path=ppt/slides/slide8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235587F-CDCD-4FD3-9A41-3D938FDAFBB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B9003958-5D60-4E56-B32E-D0EAE2D6D45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1351A920-E2F6-4A91-BBF9-4A4B957101C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웹캠 실패: 권한·점유·장치 번호를 확인합니다.</a:t>
            </a:r>
          </a:p>
        </p:txBody>
      </p:sp>
      <p:sp>
        <p:nvSpPr>
          <p:cNvPr id="4" name="">
            <a:extLst xmlns:a="http://schemas.openxmlformats.org/drawingml/2006/main">
              <a:ext uri="{FF2B5EF4-FFF2-40B4-BE49-F238E27FC236}">
                <a16:creationId xmlns:a16="http://schemas.microsoft.com/office/drawing/2014/main" id="{AF7779EB-4FF8-4D05-B832-BA3E45ED833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장치가 없으면 파일 재생 경로로 진행합니다.</a:t>
            </a:r>
          </a:p>
        </p:txBody>
      </p:sp>
      <p:sp>
        <p:nvSpPr>
          <p:cNvPr id="5" name="">
            <a:extLst xmlns:a="http://schemas.openxmlformats.org/drawingml/2006/main">
              <a:ext uri="{FF2B5EF4-FFF2-40B4-BE49-F238E27FC236}">
                <a16:creationId xmlns:a16="http://schemas.microsoft.com/office/drawing/2014/main" id="{5833A2EB-BDFF-45CA-93E6-6DF0D25DA4E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88</a:t>
            </a:r>
          </a:p>
        </p:txBody>
      </p:sp>
    </p:spTree>
    <p:extLst>
      <p:ext uri="{BB962C8B-B14F-4D97-AF65-F5344CB8AC3E}">
        <p14:creationId xmlns:p14="http://schemas.microsoft.com/office/powerpoint/2010/main" val="2045008316"/>
      </p:ext>
    </p:extLst>
  </p:cSld>
</p:sld>
</file>

<file path=ppt/slides/slide8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AE061DF-2A10-49E7-A371-AC44C8A907F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FA528206-33B3-47F7-B715-2CF4C774517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09AE2C25-0C57-4864-9C8E-7FBA207595D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파일 재생이 확인한 것과</a:t>
            </a:r>
          </a:p>
        </p:txBody>
      </p:sp>
      <p:sp>
        <p:nvSpPr>
          <p:cNvPr id="4" name="">
            <a:extLst xmlns:a="http://schemas.openxmlformats.org/drawingml/2006/main">
              <a:ext uri="{FF2B5EF4-FFF2-40B4-BE49-F238E27FC236}">
                <a16:creationId xmlns:a16="http://schemas.microsoft.com/office/drawing/2014/main" id="{C7BA3FF8-3D4B-4B62-8165-B11EC441567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카메라에서 더 확인할 것을 나눠 말합니다.</a:t>
            </a:r>
          </a:p>
        </p:txBody>
      </p:sp>
      <p:sp>
        <p:nvSpPr>
          <p:cNvPr id="5" name="">
            <a:extLst xmlns:a="http://schemas.openxmlformats.org/drawingml/2006/main">
              <a:ext uri="{FF2B5EF4-FFF2-40B4-BE49-F238E27FC236}">
                <a16:creationId xmlns:a16="http://schemas.microsoft.com/office/drawing/2014/main" id="{9DF03F74-8BB8-444A-9BE4-809FB054283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89</a:t>
            </a:r>
          </a:p>
        </p:txBody>
      </p:sp>
    </p:spTree>
    <p:extLst>
      <p:ext uri="{BB962C8B-B14F-4D97-AF65-F5344CB8AC3E}">
        <p14:creationId xmlns:p14="http://schemas.microsoft.com/office/powerpoint/2010/main" val="597564623"/>
      </p:ext>
    </p:extLst>
  </p:cSld>
</p:sld>
</file>

<file path=ppt/slides/slide9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0E2DDE5-3CF5-4A75-AE8C-FCF95640634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D87E38FA-DAEE-4452-865C-F618607DD1D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B674C5E4-53E5-4CE1-9A1F-C8282B42A16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추가·도전: 한 물체가 10프레임에 보였습니다.</a:t>
            </a:r>
          </a:p>
        </p:txBody>
      </p:sp>
      <p:sp>
        <p:nvSpPr>
          <p:cNvPr id="4" name="">
            <a:extLst xmlns:a="http://schemas.openxmlformats.org/drawingml/2006/main">
              <a:ext uri="{FF2B5EF4-FFF2-40B4-BE49-F238E27FC236}">
                <a16:creationId xmlns:a16="http://schemas.microsoft.com/office/drawing/2014/main" id="{79E1EDDA-7D0E-4243-B606-7E484145F94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통과 물품 10개라고 보고해도 될까요?</a:t>
            </a:r>
          </a:p>
        </p:txBody>
      </p:sp>
      <p:sp>
        <p:nvSpPr>
          <p:cNvPr id="5" name="">
            <a:extLst xmlns:a="http://schemas.openxmlformats.org/drawingml/2006/main">
              <a:ext uri="{FF2B5EF4-FFF2-40B4-BE49-F238E27FC236}">
                <a16:creationId xmlns:a16="http://schemas.microsoft.com/office/drawing/2014/main" id="{073A19F2-86D4-482E-B6A4-F98C883D666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90</a:t>
            </a:r>
          </a:p>
        </p:txBody>
      </p:sp>
    </p:spTree>
    <p:extLst>
      <p:ext uri="{BB962C8B-B14F-4D97-AF65-F5344CB8AC3E}">
        <p14:creationId xmlns:p14="http://schemas.microsoft.com/office/powerpoint/2010/main" val="1400960531"/>
      </p:ext>
    </p:extLst>
  </p:cSld>
</p:sld>
</file>

<file path=ppt/slides/slide91.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7C4AC2E-C3FA-4EAB-9B0A-1FCFDE25812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0A6DBD15-3390-4AAC-B5B6-E8FBCC80DB6E}"/>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6교시 · 요구와 검출 결과 전달</a:t>
            </a:r>
          </a:p>
        </p:txBody>
      </p:sp>
      <p:sp>
        <p:nvSpPr>
          <p:cNvPr id="3" name="">
            <a:extLst xmlns:a="http://schemas.openxmlformats.org/drawingml/2006/main">
              <a:ext uri="{FF2B5EF4-FFF2-40B4-BE49-F238E27FC236}">
                <a16:creationId xmlns:a16="http://schemas.microsoft.com/office/drawing/2014/main" id="{AB1994EE-79CA-4C2A-93E2-79F515AE63DF}"/>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16:00~16:50 · 50분</a:t>
            </a:r>
          </a:p>
        </p:txBody>
      </p:sp>
      <p:sp>
        <p:nvSpPr>
          <p:cNvPr id="4" name="">
            <a:extLst xmlns:a="http://schemas.openxmlformats.org/drawingml/2006/main">
              <a:ext uri="{FF2B5EF4-FFF2-40B4-BE49-F238E27FC236}">
                <a16:creationId xmlns:a16="http://schemas.microsoft.com/office/drawing/2014/main" id="{593E3FF1-48E5-4E1B-80AF-946860800F07}"/>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A16 · A17 · A18</a:t>
            </a:r>
          </a:p>
        </p:txBody>
      </p:sp>
      <p:sp>
        <p:nvSpPr>
          <p:cNvPr id="5" name="">
            <a:extLst xmlns:a="http://schemas.openxmlformats.org/drawingml/2006/main">
              <a:ext uri="{FF2B5EF4-FFF2-40B4-BE49-F238E27FC236}">
                <a16:creationId xmlns:a16="http://schemas.microsoft.com/office/drawing/2014/main" id="{236677C2-9AFF-4F1C-980B-9309C33A70BF}"/>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개념 → 시연 → 필수 적용 → 확인</a:t>
            </a:r>
          </a:p>
        </p:txBody>
      </p:sp>
      <p:sp>
        <p:nvSpPr>
          <p:cNvPr id="6" name="">
            <a:extLst xmlns:a="http://schemas.openxmlformats.org/drawingml/2006/main">
              <a:ext uri="{FF2B5EF4-FFF2-40B4-BE49-F238E27FC236}">
                <a16:creationId xmlns:a16="http://schemas.microsoft.com/office/drawing/2014/main" id="{7797D8A5-F004-4A8A-BDC9-6905C7E8C4D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91</a:t>
            </a:r>
          </a:p>
        </p:txBody>
      </p:sp>
    </p:spTree>
    <p:extLst>
      <p:ext uri="{BB962C8B-B14F-4D97-AF65-F5344CB8AC3E}">
        <p14:creationId xmlns:p14="http://schemas.microsoft.com/office/powerpoint/2010/main" val="466908119"/>
      </p:ext>
    </p:extLst>
  </p:cSld>
</p:sld>
</file>

<file path=ppt/slides/slide9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EB0E854-CF7A-418E-86FA-D41947AEB11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EC0DC853-A146-4F7F-A90D-4398319E72B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검출 요구의 입력과 결과</a:t>
            </a:r>
          </a:p>
        </p:txBody>
      </p:sp>
      <p:sp>
        <p:nvSpPr>
          <p:cNvPr id="3" name="">
            <a:extLst xmlns:a="http://schemas.openxmlformats.org/drawingml/2006/main">
              <a:ext uri="{FF2B5EF4-FFF2-40B4-BE49-F238E27FC236}">
                <a16:creationId xmlns:a16="http://schemas.microsoft.com/office/drawing/2014/main" id="{C1EBFEDA-D163-416B-9572-69C225EC26E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어떤 사진에서 어떤 영역을 셀지 정합니다.</a:t>
            </a:r>
          </a:p>
        </p:txBody>
      </p:sp>
      <p:sp>
        <p:nvSpPr>
          <p:cNvPr id="4" name="">
            <a:extLst xmlns:a="http://schemas.openxmlformats.org/drawingml/2006/main">
              <a:ext uri="{FF2B5EF4-FFF2-40B4-BE49-F238E27FC236}">
                <a16:creationId xmlns:a16="http://schemas.microsoft.com/office/drawing/2014/main" id="{17DE972C-EA96-4BAE-8010-6E1DE9EC1F0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입력 조건과 출력부터 약속합니다.</a:t>
            </a:r>
          </a:p>
        </p:txBody>
      </p:sp>
      <p:sp>
        <p:nvSpPr>
          <p:cNvPr id="5" name="">
            <a:extLst xmlns:a="http://schemas.openxmlformats.org/drawingml/2006/main">
              <a:ext uri="{FF2B5EF4-FFF2-40B4-BE49-F238E27FC236}">
                <a16:creationId xmlns:a16="http://schemas.microsoft.com/office/drawing/2014/main" id="{3339E74B-ECA2-4C0D-BCAB-F647ADB7ACE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92</a:t>
            </a:r>
          </a:p>
        </p:txBody>
      </p:sp>
    </p:spTree>
    <p:extLst>
      <p:ext uri="{BB962C8B-B14F-4D97-AF65-F5344CB8AC3E}">
        <p14:creationId xmlns:p14="http://schemas.microsoft.com/office/powerpoint/2010/main" val="1002654438"/>
      </p:ext>
    </p:extLst>
  </p:cSld>
</p:sld>
</file>

<file path=ppt/slides/slide9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EEE6AC7-F7DC-4D42-BF2B-94E67380DAD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4AD01555-C7DA-4F3F-B308-B8B5FCA731E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요구와 시험의 연결</a:t>
            </a:r>
          </a:p>
        </p:txBody>
      </p:sp>
      <p:sp>
        <p:nvSpPr>
          <p:cNvPr id="3" name="">
            <a:extLst xmlns:a="http://schemas.openxmlformats.org/drawingml/2006/main">
              <a:ext uri="{FF2B5EF4-FFF2-40B4-BE49-F238E27FC236}">
                <a16:creationId xmlns:a16="http://schemas.microsoft.com/office/drawing/2014/main" id="{BD062E6D-BE36-4697-A3AD-3558418B243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R1: 합성 사진 H의 분리 영역을 셉니다.</a:t>
            </a:r>
          </a:p>
        </p:txBody>
      </p:sp>
      <p:sp>
        <p:nvSpPr>
          <p:cNvPr id="4" name="">
            <a:extLst xmlns:a="http://schemas.openxmlformats.org/drawingml/2006/main">
              <a:ext uri="{FF2B5EF4-FFF2-40B4-BE49-F238E27FC236}">
                <a16:creationId xmlns:a16="http://schemas.microsoft.com/office/drawing/2014/main" id="{B1389A2A-BF23-4D9C-B9FD-58C5D50CC91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T1: 입력 H와 설정, 기대 수 4를 적습니다.</a:t>
            </a:r>
          </a:p>
        </p:txBody>
      </p:sp>
      <p:sp>
        <p:nvSpPr>
          <p:cNvPr id="5" name="">
            <a:extLst xmlns:a="http://schemas.openxmlformats.org/drawingml/2006/main">
              <a:ext uri="{FF2B5EF4-FFF2-40B4-BE49-F238E27FC236}">
                <a16:creationId xmlns:a16="http://schemas.microsoft.com/office/drawing/2014/main" id="{ABEA5D61-A41B-4CDE-93C1-42B4651DA44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93</a:t>
            </a:r>
          </a:p>
        </p:txBody>
      </p:sp>
    </p:spTree>
    <p:extLst>
      <p:ext uri="{BB962C8B-B14F-4D97-AF65-F5344CB8AC3E}">
        <p14:creationId xmlns:p14="http://schemas.microsoft.com/office/powerpoint/2010/main" val="795879198"/>
      </p:ext>
    </p:extLst>
  </p:cSld>
</p:sld>
</file>

<file path=ppt/slides/slide9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8326570-6895-42A8-851A-765E4B12337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99B60708-33CB-409A-AC55-BAAA3050032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숫자와 박스 위치의 검수</a:t>
            </a:r>
          </a:p>
        </p:txBody>
      </p:sp>
      <p:sp>
        <p:nvSpPr>
          <p:cNvPr id="3" name="">
            <a:extLst xmlns:a="http://schemas.openxmlformats.org/drawingml/2006/main">
              <a:ext uri="{FF2B5EF4-FFF2-40B4-BE49-F238E27FC236}">
                <a16:creationId xmlns:a16="http://schemas.microsoft.com/office/drawing/2014/main" id="{3323E5C2-5F2E-4545-A774-95CCB91FC01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누락과 반사가 서로 상쇄될 수 있습니다.</a:t>
            </a:r>
          </a:p>
        </p:txBody>
      </p:sp>
      <p:sp>
        <p:nvSpPr>
          <p:cNvPr id="4" name="">
            <a:extLst xmlns:a="http://schemas.openxmlformats.org/drawingml/2006/main">
              <a:ext uri="{FF2B5EF4-FFF2-40B4-BE49-F238E27FC236}">
                <a16:creationId xmlns:a16="http://schemas.microsoft.com/office/drawing/2014/main" id="{A1144A1E-EEAF-452C-AA1B-570B272A623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숫자뿐 아니라 선택한 영역을 확인합니다.</a:t>
            </a:r>
          </a:p>
        </p:txBody>
      </p:sp>
      <p:sp>
        <p:nvSpPr>
          <p:cNvPr id="5" name="">
            <a:extLst xmlns:a="http://schemas.openxmlformats.org/drawingml/2006/main">
              <a:ext uri="{FF2B5EF4-FFF2-40B4-BE49-F238E27FC236}">
                <a16:creationId xmlns:a16="http://schemas.microsoft.com/office/drawing/2014/main" id="{C894DCD9-64EB-4B60-8C88-36F1499FB24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94</a:t>
            </a:r>
          </a:p>
        </p:txBody>
      </p:sp>
    </p:spTree>
    <p:extLst>
      <p:ext uri="{BB962C8B-B14F-4D97-AF65-F5344CB8AC3E}">
        <p14:creationId xmlns:p14="http://schemas.microsoft.com/office/powerpoint/2010/main" val="1395068046"/>
      </p:ext>
    </p:extLst>
  </p:cSld>
</p:sld>
</file>

<file path=ppt/slides/slide9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318019B-4D4B-406C-B360-427EC83468D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B84A4A15-0F34-499A-A832-27F8D663810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통과·실패·미실행</a:t>
            </a:r>
          </a:p>
        </p:txBody>
      </p:sp>
      <p:sp>
        <p:nvSpPr>
          <p:cNvPr id="3" name="">
            <a:extLst xmlns:a="http://schemas.openxmlformats.org/drawingml/2006/main">
              <a:ext uri="{FF2B5EF4-FFF2-40B4-BE49-F238E27FC236}">
                <a16:creationId xmlns:a16="http://schemas.microsoft.com/office/drawing/2014/main" id="{266E235D-1860-4EFD-8800-9C48F9FBB3F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통과 · 실패 · 미실행</a:t>
            </a:r>
          </a:p>
        </p:txBody>
      </p:sp>
      <p:sp>
        <p:nvSpPr>
          <p:cNvPr id="4" name="">
            <a:extLst xmlns:a="http://schemas.openxmlformats.org/drawingml/2006/main">
              <a:ext uri="{FF2B5EF4-FFF2-40B4-BE49-F238E27FC236}">
                <a16:creationId xmlns:a16="http://schemas.microsoft.com/office/drawing/2014/main" id="{B5DDFBE2-016C-4432-94E9-54CA15A5D5B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장치가 없었던 시험은 미실행입니다.</a:t>
            </a:r>
          </a:p>
        </p:txBody>
      </p:sp>
      <p:sp>
        <p:nvSpPr>
          <p:cNvPr id="5" name="">
            <a:extLst xmlns:a="http://schemas.openxmlformats.org/drawingml/2006/main">
              <a:ext uri="{FF2B5EF4-FFF2-40B4-BE49-F238E27FC236}">
                <a16:creationId xmlns:a16="http://schemas.microsoft.com/office/drawing/2014/main" id="{941C7919-8F5A-4664-A305-3F0955AF6BD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95</a:t>
            </a:r>
          </a:p>
        </p:txBody>
      </p:sp>
    </p:spTree>
    <p:extLst>
      <p:ext uri="{BB962C8B-B14F-4D97-AF65-F5344CB8AC3E}">
        <p14:creationId xmlns:p14="http://schemas.microsoft.com/office/powerpoint/2010/main" val="815250073"/>
      </p:ext>
    </p:extLst>
  </p:cSld>
</p:sld>
</file>

<file path=ppt/slides/slide9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497531D-2ED0-4952-88CE-A8EEEFC4327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19FE6A16-E164-4ECC-992C-FAA621C1CDD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인수인계 증거 묶음</a:t>
            </a:r>
          </a:p>
        </p:txBody>
      </p:sp>
      <p:sp>
        <p:nvSpPr>
          <p:cNvPr id="3" name="">
            <a:extLst xmlns:a="http://schemas.openxmlformats.org/drawingml/2006/main">
              <a:ext uri="{FF2B5EF4-FFF2-40B4-BE49-F238E27FC236}">
                <a16:creationId xmlns:a16="http://schemas.microsoft.com/office/drawing/2014/main" id="{FF7C16E3-CFEF-4FD1-B514-1A949F9E2A2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원본 · 설정 · 명령 · 마스크 · 박스 · 보고서</a:t>
            </a:r>
          </a:p>
        </p:txBody>
      </p:sp>
      <p:sp>
        <p:nvSpPr>
          <p:cNvPr id="4" name="">
            <a:extLst xmlns:a="http://schemas.openxmlformats.org/drawingml/2006/main">
              <a:ext uri="{FF2B5EF4-FFF2-40B4-BE49-F238E27FC236}">
                <a16:creationId xmlns:a16="http://schemas.microsoft.com/office/drawing/2014/main" id="{D7AE28D4-7DDA-4A29-85CC-155672D127F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같은 실행에서 나온 결과를 묶습니다.</a:t>
            </a:r>
          </a:p>
        </p:txBody>
      </p:sp>
      <p:sp>
        <p:nvSpPr>
          <p:cNvPr id="5" name="">
            <a:extLst xmlns:a="http://schemas.openxmlformats.org/drawingml/2006/main">
              <a:ext uri="{FF2B5EF4-FFF2-40B4-BE49-F238E27FC236}">
                <a16:creationId xmlns:a16="http://schemas.microsoft.com/office/drawing/2014/main" id="{7AF15D00-E46C-4C5F-8360-233939537BF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96</a:t>
            </a:r>
          </a:p>
        </p:txBody>
      </p:sp>
    </p:spTree>
    <p:extLst>
      <p:ext uri="{BB962C8B-B14F-4D97-AF65-F5344CB8AC3E}">
        <p14:creationId xmlns:p14="http://schemas.microsoft.com/office/powerpoint/2010/main" val="2071888944"/>
      </p:ext>
    </p:extLst>
  </p:cSld>
</p:sld>
</file>

<file path=ppt/slides/slide9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AE45B17-92BA-4F9D-92D5-51A3958A9B8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5466F262-8B66-4D62-9AE2-3CA73826695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검출 규칙의 적용 조건</a:t>
            </a:r>
          </a:p>
        </p:txBody>
      </p:sp>
      <p:sp>
        <p:nvSpPr>
          <p:cNvPr id="3" name="">
            <a:extLst xmlns:a="http://schemas.openxmlformats.org/drawingml/2006/main">
              <a:ext uri="{FF2B5EF4-FFF2-40B4-BE49-F238E27FC236}">
                <a16:creationId xmlns:a16="http://schemas.microsoft.com/office/drawing/2014/main" id="{6F24D21A-84C3-47EF-B6BB-DACEA3753CA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대상 밝기 · 간격 · 크기 · 조명</a:t>
            </a:r>
          </a:p>
        </p:txBody>
      </p:sp>
      <p:sp>
        <p:nvSpPr>
          <p:cNvPr id="4" name="">
            <a:extLst xmlns:a="http://schemas.openxmlformats.org/drawingml/2006/main">
              <a:ext uri="{FF2B5EF4-FFF2-40B4-BE49-F238E27FC236}">
                <a16:creationId xmlns:a16="http://schemas.microsoft.com/office/drawing/2014/main" id="{56B28824-5F31-4347-94AF-7530AA0AD16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파일 결과를 전체 현장 정확도로 확대하지 않습니다.</a:t>
            </a:r>
          </a:p>
        </p:txBody>
      </p:sp>
      <p:sp>
        <p:nvSpPr>
          <p:cNvPr id="5" name="">
            <a:extLst xmlns:a="http://schemas.openxmlformats.org/drawingml/2006/main">
              <a:ext uri="{FF2B5EF4-FFF2-40B4-BE49-F238E27FC236}">
                <a16:creationId xmlns:a16="http://schemas.microsoft.com/office/drawing/2014/main" id="{97344238-03F8-4379-9146-5698DE7E85F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97</a:t>
            </a:r>
          </a:p>
        </p:txBody>
      </p:sp>
    </p:spTree>
    <p:extLst>
      <p:ext uri="{BB962C8B-B14F-4D97-AF65-F5344CB8AC3E}">
        <p14:creationId xmlns:p14="http://schemas.microsoft.com/office/powerpoint/2010/main" val="34068371"/>
      </p:ext>
    </p:extLst>
  </p:cSld>
</p:sld>
</file>

<file path=ppt/slides/slide9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9709DFC-8193-4A2F-9DC7-AA5251AE311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034AF2C6-3C6C-4237-899B-7D3F56E68D4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인수인계에 필요한 기록</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항목</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기록 예</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입력</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합성 H</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설정</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100 / 100</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기대 / 관찰</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4 / 3 → 실패</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실물 시험</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미실행</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DD5DA7DB-1E58-4B5A-8C7D-8D73149C1DC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98</a:t>
            </a:r>
          </a:p>
        </p:txBody>
      </p:sp>
    </p:spTree>
    <p:extLst>
      <p:ext uri="{BB962C8B-B14F-4D97-AF65-F5344CB8AC3E}">
        <p14:creationId xmlns:p14="http://schemas.microsoft.com/office/powerpoint/2010/main" val="1357086034"/>
      </p:ext>
    </p:extLst>
  </p:cSld>
</p:sld>
</file>

<file path=ppt/slides/slide9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7B29444-2791-4A4F-8197-B1DCBDB1A9A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B318BC4E-DC16-4D4A-BB53-D87FD3B6C72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예상 출력</a:t>
            </a:r>
          </a:p>
        </p:txBody>
      </p:sp>
      <p:sp>
        <p:nvSpPr>
          <p:cNvPr id="3" name="">
            <a:extLst xmlns:a="http://schemas.openxmlformats.org/drawingml/2006/main">
              <a:ext uri="{FF2B5EF4-FFF2-40B4-BE49-F238E27FC236}">
                <a16:creationId xmlns:a16="http://schemas.microsoft.com/office/drawing/2014/main" id="{6391EB21-A137-4EB5-AE9A-7C3FE170CDB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파일 비교는 해당 입력의 결과입니다.</a:t>
            </a:r>
          </a:p>
        </p:txBody>
      </p:sp>
      <p:sp>
        <p:nvSpPr>
          <p:cNvPr id="4" name="">
            <a:extLst xmlns:a="http://schemas.openxmlformats.org/drawingml/2006/main">
              <a:ext uri="{FF2B5EF4-FFF2-40B4-BE49-F238E27FC236}">
                <a16:creationId xmlns:a16="http://schemas.microsoft.com/office/drawing/2014/main" id="{55A40E0C-35EF-4673-8AC6-20C354E887E9}"/>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실물 수용 여부는 별도의 증거가 필요합니다.</a:t>
            </a:r>
          </a:p>
        </p:txBody>
      </p:sp>
      <p:sp>
        <p:nvSpPr>
          <p:cNvPr id="5" name="">
            <a:extLst xmlns:a="http://schemas.openxmlformats.org/drawingml/2006/main">
              <a:ext uri="{FF2B5EF4-FFF2-40B4-BE49-F238E27FC236}">
                <a16:creationId xmlns:a16="http://schemas.microsoft.com/office/drawing/2014/main" id="{EF838091-3F19-4271-B5F1-00E66A6D9ED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99</a:t>
            </a:r>
          </a:p>
        </p:txBody>
      </p:sp>
    </p:spTree>
    <p:extLst>
      <p:ext uri="{BB962C8B-B14F-4D97-AF65-F5344CB8AC3E}">
        <p14:creationId xmlns:p14="http://schemas.microsoft.com/office/powerpoint/2010/main" val="1222720307"/>
      </p:ext>
    </p:extLst>
  </p:cSld>
</p:sld>
</file>

<file path=ppt/slides/slide10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FAB2F96-066A-43BD-8341-EBA81C8141C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0DC6AAE6-78E7-4A3F-AE0C-92B3D2F6994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문제</a:t>
            </a:r>
          </a:p>
        </p:txBody>
      </p:sp>
      <p:sp>
        <p:nvSpPr>
          <p:cNvPr id="3" name="">
            <a:extLst xmlns:a="http://schemas.openxmlformats.org/drawingml/2006/main">
              <a:ext uri="{FF2B5EF4-FFF2-40B4-BE49-F238E27FC236}">
                <a16:creationId xmlns:a16="http://schemas.microsoft.com/office/drawing/2014/main" id="{D633EDAE-DF14-4304-A310-77527651AAC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모든 부품을 100% 검출해 달라는 요청</a:t>
            </a:r>
          </a:p>
        </p:txBody>
      </p:sp>
      <p:sp>
        <p:nvSpPr>
          <p:cNvPr id="4" name="">
            <a:extLst xmlns:a="http://schemas.openxmlformats.org/drawingml/2006/main">
              <a:ext uri="{FF2B5EF4-FFF2-40B4-BE49-F238E27FC236}">
                <a16:creationId xmlns:a16="http://schemas.microsoft.com/office/drawing/2014/main" id="{8D5D7A95-250C-4C29-9DF7-69D77347CB0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현재 파일 범위의 작은 요구로 다시 쓰세요.</a:t>
            </a:r>
          </a:p>
        </p:txBody>
      </p:sp>
      <p:sp>
        <p:nvSpPr>
          <p:cNvPr id="5" name="">
            <a:extLst xmlns:a="http://schemas.openxmlformats.org/drawingml/2006/main">
              <a:ext uri="{FF2B5EF4-FFF2-40B4-BE49-F238E27FC236}">
                <a16:creationId xmlns:a16="http://schemas.microsoft.com/office/drawing/2014/main" id="{4C807E17-2929-421F-B197-ABF6A1A6870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100</a:t>
            </a:r>
          </a:p>
        </p:txBody>
      </p:sp>
    </p:spTree>
    <p:extLst>
      <p:ext uri="{BB962C8B-B14F-4D97-AF65-F5344CB8AC3E}">
        <p14:creationId xmlns:p14="http://schemas.microsoft.com/office/powerpoint/2010/main" val="2063325892"/>
      </p:ext>
    </p:extLst>
  </p:cSld>
</p:sld>
</file>

<file path=ppt/slides/slide10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846A8C7-93D3-4787-BBB5-F798BE0D344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CC8E9090-72B8-45DF-80CE-20A82435C8D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풀이와 판단 근거</a:t>
            </a:r>
          </a:p>
        </p:txBody>
      </p:sp>
      <p:sp>
        <p:nvSpPr>
          <p:cNvPr id="3" name="">
            <a:extLst xmlns:a="http://schemas.openxmlformats.org/drawingml/2006/main">
              <a:ext uri="{FF2B5EF4-FFF2-40B4-BE49-F238E27FC236}">
                <a16:creationId xmlns:a16="http://schemas.microsoft.com/office/drawing/2014/main" id="{E08D1EE3-CD53-4FFD-A21F-E15FF73B0F3B}"/>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고정 합성 사진에서 분리된 밝은 영역을 셉니다.</a:t>
            </a:r>
          </a:p>
        </p:txBody>
      </p:sp>
      <p:sp>
        <p:nvSpPr>
          <p:cNvPr id="4" name="">
            <a:extLst xmlns:a="http://schemas.openxmlformats.org/drawingml/2006/main">
              <a:ext uri="{FF2B5EF4-FFF2-40B4-BE49-F238E27FC236}">
                <a16:creationId xmlns:a16="http://schemas.microsoft.com/office/drawing/2014/main" id="{30D976A7-AFC1-41B2-8B9C-B8E25E3918C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설정과 박스 그림을 함께 저장합니다.</a:t>
            </a:r>
          </a:p>
        </p:txBody>
      </p:sp>
      <p:sp>
        <p:nvSpPr>
          <p:cNvPr id="5" name="">
            <a:extLst xmlns:a="http://schemas.openxmlformats.org/drawingml/2006/main">
              <a:ext uri="{FF2B5EF4-FFF2-40B4-BE49-F238E27FC236}">
                <a16:creationId xmlns:a16="http://schemas.microsoft.com/office/drawing/2014/main" id="{BCF92057-D0E4-458F-A553-5E85E16815D2}"/>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실물 속도와 조명 변화는 미확인입니다.</a:t>
            </a:r>
          </a:p>
        </p:txBody>
      </p:sp>
      <p:sp>
        <p:nvSpPr>
          <p:cNvPr id="6" name="">
            <a:extLst xmlns:a="http://schemas.openxmlformats.org/drawingml/2006/main">
              <a:ext uri="{FF2B5EF4-FFF2-40B4-BE49-F238E27FC236}">
                <a16:creationId xmlns:a16="http://schemas.microsoft.com/office/drawing/2014/main" id="{BE0834A9-922E-4188-AA0F-4CF82BACFBF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101</a:t>
            </a:r>
          </a:p>
        </p:txBody>
      </p:sp>
    </p:spTree>
    <p:extLst>
      <p:ext uri="{BB962C8B-B14F-4D97-AF65-F5344CB8AC3E}">
        <p14:creationId xmlns:p14="http://schemas.microsoft.com/office/powerpoint/2010/main" val="967258903"/>
      </p:ext>
    </p:extLst>
  </p:cSld>
</p:sld>
</file>

<file path=ppt/slides/slide10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EA338AB-1ABC-4400-AAB2-3A17EC7014E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719E4597-0A63-409B-ACD0-505509F0C26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조건 변경 실습</a:t>
            </a:r>
          </a:p>
        </p:txBody>
      </p:sp>
      <p:sp>
        <p:nvSpPr>
          <p:cNvPr id="3" name="">
            <a:extLst xmlns:a="http://schemas.openxmlformats.org/drawingml/2006/main">
              <a:ext uri="{FF2B5EF4-FFF2-40B4-BE49-F238E27FC236}">
                <a16:creationId xmlns:a16="http://schemas.microsoft.com/office/drawing/2014/main" id="{CBE838EE-2BE6-40FB-9D11-3A69A4CDACA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새 요구가 들어오면</a:t>
            </a:r>
          </a:p>
        </p:txBody>
      </p:sp>
      <p:sp>
        <p:nvSpPr>
          <p:cNvPr id="4" name="">
            <a:extLst xmlns:a="http://schemas.openxmlformats.org/drawingml/2006/main">
              <a:ext uri="{FF2B5EF4-FFF2-40B4-BE49-F238E27FC236}">
                <a16:creationId xmlns:a16="http://schemas.microsoft.com/office/drawing/2014/main" id="{0E8802C8-F6A5-4749-B155-1B62BFABD71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조건·기대값·설정·시험을 함께 갱신합니다.</a:t>
            </a:r>
          </a:p>
        </p:txBody>
      </p:sp>
      <p:sp>
        <p:nvSpPr>
          <p:cNvPr id="5" name="">
            <a:extLst xmlns:a="http://schemas.openxmlformats.org/drawingml/2006/main">
              <a:ext uri="{FF2B5EF4-FFF2-40B4-BE49-F238E27FC236}">
                <a16:creationId xmlns:a16="http://schemas.microsoft.com/office/drawing/2014/main" id="{AA0A13A9-F811-4242-80FF-F8FEB0F7315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102</a:t>
            </a:r>
          </a:p>
        </p:txBody>
      </p:sp>
    </p:spTree>
    <p:extLst>
      <p:ext uri="{BB962C8B-B14F-4D97-AF65-F5344CB8AC3E}">
        <p14:creationId xmlns:p14="http://schemas.microsoft.com/office/powerpoint/2010/main" val="965315061"/>
      </p:ext>
    </p:extLst>
  </p:cSld>
</p:sld>
</file>

<file path=ppt/slides/slide10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82BB12C-2DB6-40C2-8F6F-A2A4F3BED70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6352FEA8-2549-4D8C-9E46-354C04CFA20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오류 원인과 복구</a:t>
            </a:r>
          </a:p>
        </p:txBody>
      </p:sp>
      <p:sp>
        <p:nvSpPr>
          <p:cNvPr id="3" name="">
            <a:extLst xmlns:a="http://schemas.openxmlformats.org/drawingml/2006/main">
              <a:ext uri="{FF2B5EF4-FFF2-40B4-BE49-F238E27FC236}">
                <a16:creationId xmlns:a16="http://schemas.microsoft.com/office/drawing/2014/main" id="{2300F24C-0C15-4CED-879E-A96F225FA3F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실물 미실행을 통과로 쓰지 않습니다.</a:t>
            </a:r>
          </a:p>
        </p:txBody>
      </p:sp>
      <p:sp>
        <p:nvSpPr>
          <p:cNvPr id="4" name="">
            <a:extLst xmlns:a="http://schemas.openxmlformats.org/drawingml/2006/main">
              <a:ext uri="{FF2B5EF4-FFF2-40B4-BE49-F238E27FC236}">
                <a16:creationId xmlns:a16="http://schemas.microsoft.com/office/drawing/2014/main" id="{1BDB0B1E-3E4C-4C7C-97E9-8BA3F6CF56A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검증한 파일과 조건을 정확히 적습니다.</a:t>
            </a:r>
          </a:p>
        </p:txBody>
      </p:sp>
      <p:sp>
        <p:nvSpPr>
          <p:cNvPr id="5" name="">
            <a:extLst xmlns:a="http://schemas.openxmlformats.org/drawingml/2006/main">
              <a:ext uri="{FF2B5EF4-FFF2-40B4-BE49-F238E27FC236}">
                <a16:creationId xmlns:a16="http://schemas.microsoft.com/office/drawing/2014/main" id="{24017F35-16C2-4B86-A078-594865A2116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103</a:t>
            </a:r>
          </a:p>
        </p:txBody>
      </p:sp>
    </p:spTree>
    <p:extLst>
      <p:ext uri="{BB962C8B-B14F-4D97-AF65-F5344CB8AC3E}">
        <p14:creationId xmlns:p14="http://schemas.microsoft.com/office/powerpoint/2010/main" val="645218124"/>
      </p:ext>
    </p:extLst>
  </p:cSld>
</p:sld>
</file>

<file path=ppt/slides/slide10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E0F06AB-BF1A-450D-9339-CFC9CBF8677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A11D2DFC-BB66-4F74-9BE8-390ED6526A1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개념 확인 질문</a:t>
            </a:r>
          </a:p>
        </p:txBody>
      </p:sp>
      <p:sp>
        <p:nvSpPr>
          <p:cNvPr id="3" name="">
            <a:extLst xmlns:a="http://schemas.openxmlformats.org/drawingml/2006/main">
              <a:ext uri="{FF2B5EF4-FFF2-40B4-BE49-F238E27FC236}">
                <a16:creationId xmlns:a16="http://schemas.microsoft.com/office/drawing/2014/main" id="{C10264D1-5B4A-46F6-A5B4-2D17B86709C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오늘 확인한 근거를 자기 말로 설명합니다.</a:t>
            </a:r>
          </a:p>
        </p:txBody>
      </p:sp>
      <p:sp>
        <p:nvSpPr>
          <p:cNvPr id="4" name="">
            <a:extLst xmlns:a="http://schemas.openxmlformats.org/drawingml/2006/main">
              <a:ext uri="{FF2B5EF4-FFF2-40B4-BE49-F238E27FC236}">
                <a16:creationId xmlns:a16="http://schemas.microsoft.com/office/drawing/2014/main" id="{7C4F1BA7-8AF7-43FF-B6FE-41662CFF096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동료가 다시 실행할 묶음을 가리켜 봅니다.</a:t>
            </a:r>
          </a:p>
        </p:txBody>
      </p:sp>
      <p:sp>
        <p:nvSpPr>
          <p:cNvPr id="5" name="">
            <a:extLst xmlns:a="http://schemas.openxmlformats.org/drawingml/2006/main">
              <a:ext uri="{FF2B5EF4-FFF2-40B4-BE49-F238E27FC236}">
                <a16:creationId xmlns:a16="http://schemas.microsoft.com/office/drawing/2014/main" id="{ACCA1E26-8244-443D-9326-C32539AB036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104</a:t>
            </a:r>
          </a:p>
        </p:txBody>
      </p:sp>
    </p:spTree>
    <p:extLst>
      <p:ext uri="{BB962C8B-B14F-4D97-AF65-F5344CB8AC3E}">
        <p14:creationId xmlns:p14="http://schemas.microsoft.com/office/powerpoint/2010/main" val="267290912"/>
      </p:ext>
    </p:extLst>
  </p:cSld>
</p:sld>
</file>

<file path=ppt/slides/slide10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47D147B-E86A-4BC4-9A43-AB0AE3C26B7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B6149B13-DEBD-4C68-BBA0-D43ED8D2180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추가·복습 문제</a:t>
            </a:r>
          </a:p>
        </p:txBody>
      </p:sp>
      <p:sp>
        <p:nvSpPr>
          <p:cNvPr id="3" name="">
            <a:extLst xmlns:a="http://schemas.openxmlformats.org/drawingml/2006/main">
              <a:ext uri="{FF2B5EF4-FFF2-40B4-BE49-F238E27FC236}">
                <a16:creationId xmlns:a16="http://schemas.microsoft.com/office/drawing/2014/main" id="{8E02EFC3-6DF2-4E72-973F-13B1B141B2A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추가·복습: 파일 두 개 통과</a:t>
            </a:r>
          </a:p>
        </p:txBody>
      </p:sp>
      <p:sp>
        <p:nvSpPr>
          <p:cNvPr id="4" name="">
            <a:extLst xmlns:a="http://schemas.openxmlformats.org/drawingml/2006/main">
              <a:ext uri="{FF2B5EF4-FFF2-40B4-BE49-F238E27FC236}">
                <a16:creationId xmlns:a16="http://schemas.microsoft.com/office/drawing/2014/main" id="{955009FC-FB70-4A5F-BCBF-CAEAF625C42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실물 컨베이어 인수 상태를 어떻게 쓰나요?</a:t>
            </a:r>
          </a:p>
        </p:txBody>
      </p:sp>
      <p:sp>
        <p:nvSpPr>
          <p:cNvPr id="5" name="">
            <a:extLst xmlns:a="http://schemas.openxmlformats.org/drawingml/2006/main">
              <a:ext uri="{FF2B5EF4-FFF2-40B4-BE49-F238E27FC236}">
                <a16:creationId xmlns:a16="http://schemas.microsoft.com/office/drawing/2014/main" id="{04469480-D9E0-4680-82D2-1191611D623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105</a:t>
            </a:r>
          </a:p>
        </p:txBody>
      </p:sp>
    </p:spTree>
    <p:extLst>
      <p:ext uri="{BB962C8B-B14F-4D97-AF65-F5344CB8AC3E}">
        <p14:creationId xmlns:p14="http://schemas.microsoft.com/office/powerpoint/2010/main" val="1361489648"/>
      </p:ext>
    </p:extLst>
  </p:cSld>
</p:sld>
</file>

<file path=ppt/slides/slide10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6A4148D-5C03-45D2-882B-B6FD38CCF83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76A97B7C-AA8C-4694-AE44-C55BEB7754B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제출할 기록과 파일</a:t>
            </a:r>
          </a:p>
        </p:txBody>
      </p:sp>
      <p:sp>
        <p:nvSpPr>
          <p:cNvPr id="3" name="">
            <a:extLst xmlns:a="http://schemas.openxmlformats.org/drawingml/2006/main">
              <a:ext uri="{FF2B5EF4-FFF2-40B4-BE49-F238E27FC236}">
                <a16:creationId xmlns:a16="http://schemas.microsoft.com/office/drawing/2014/main" id="{0528C750-0D93-4305-9A21-C4E5D63ED3C4}"/>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work의 기록과 수정본을 저장합니다.</a:t>
            </a:r>
          </a:p>
        </p:txBody>
      </p:sp>
      <p:sp>
        <p:nvSpPr>
          <p:cNvPr id="4" name="">
            <a:extLst xmlns:a="http://schemas.openxmlformats.org/drawingml/2006/main">
              <a:ext uri="{FF2B5EF4-FFF2-40B4-BE49-F238E27FC236}">
                <a16:creationId xmlns:a16="http://schemas.microsoft.com/office/drawing/2014/main" id="{78747AD0-34B2-4643-A6E9-E2A76A791971}"/>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입력·설정·결과가 같은 실행인지 확인합니다.</a:t>
            </a:r>
          </a:p>
        </p:txBody>
      </p:sp>
      <p:sp>
        <p:nvSpPr>
          <p:cNvPr id="5" name="">
            <a:extLst xmlns:a="http://schemas.openxmlformats.org/drawingml/2006/main">
              <a:ext uri="{FF2B5EF4-FFF2-40B4-BE49-F238E27FC236}">
                <a16:creationId xmlns:a16="http://schemas.microsoft.com/office/drawing/2014/main" id="{71633319-657A-45B0-985E-4F990D355FE2}"/>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확인 방법과 아직 하지 않은 일을 적습니다.</a:t>
            </a:r>
          </a:p>
        </p:txBody>
      </p:sp>
      <p:sp>
        <p:nvSpPr>
          <p:cNvPr id="6" name="">
            <a:extLst xmlns:a="http://schemas.openxmlformats.org/drawingml/2006/main">
              <a:ext uri="{FF2B5EF4-FFF2-40B4-BE49-F238E27FC236}">
                <a16:creationId xmlns:a16="http://schemas.microsoft.com/office/drawing/2014/main" id="{BCAC4CA7-98BD-4F6A-8250-9B1B097A076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106</a:t>
            </a:r>
          </a:p>
        </p:txBody>
      </p:sp>
    </p:spTree>
    <p:extLst>
      <p:ext uri="{BB962C8B-B14F-4D97-AF65-F5344CB8AC3E}">
        <p14:creationId xmlns:p14="http://schemas.microsoft.com/office/powerpoint/2010/main" val="1572587782"/>
      </p:ext>
    </p:extLst>
  </p:cSld>
</p:sld>
</file>

<file path=ppt/slides/slide10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198F7FA-9F77-42E5-AAC2-93A05DDCF41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767C51F3-02D8-475E-B662-30019C5709A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인수인계 확인 질문</a:t>
            </a:r>
          </a:p>
        </p:txBody>
      </p:sp>
      <p:sp>
        <p:nvSpPr>
          <p:cNvPr id="3" name="">
            <a:extLst xmlns:a="http://schemas.openxmlformats.org/drawingml/2006/main">
              <a:ext uri="{FF2B5EF4-FFF2-40B4-BE49-F238E27FC236}">
                <a16:creationId xmlns:a16="http://schemas.microsoft.com/office/drawing/2014/main" id="{DA0F2B38-98BA-45E3-94D6-BB63AAE30E89}"/>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시작 폴더와 실행 명령을 설명합니다.</a:t>
            </a:r>
          </a:p>
        </p:txBody>
      </p:sp>
      <p:sp>
        <p:nvSpPr>
          <p:cNvPr id="4" name="">
            <a:extLst xmlns:a="http://schemas.openxmlformats.org/drawingml/2006/main">
              <a:ext uri="{FF2B5EF4-FFF2-40B4-BE49-F238E27FC236}">
                <a16:creationId xmlns:a16="http://schemas.microsoft.com/office/drawing/2014/main" id="{A3D5BF3C-513C-4432-88F9-39FD40270744}"/>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결과의 의미와 한계를 말합니다.</a:t>
            </a:r>
          </a:p>
        </p:txBody>
      </p:sp>
      <p:sp>
        <p:nvSpPr>
          <p:cNvPr id="5" name="">
            <a:extLst xmlns:a="http://schemas.openxmlformats.org/drawingml/2006/main">
              <a:ext uri="{FF2B5EF4-FFF2-40B4-BE49-F238E27FC236}">
                <a16:creationId xmlns:a16="http://schemas.microsoft.com/office/drawing/2014/main" id="{EEA98ADD-E67A-4514-B3A2-96A304F417B2}"/>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막혔던 단계와 다음 확인을 적습니다.</a:t>
            </a:r>
          </a:p>
        </p:txBody>
      </p:sp>
      <p:sp>
        <p:nvSpPr>
          <p:cNvPr id="6" name="">
            <a:extLst xmlns:a="http://schemas.openxmlformats.org/drawingml/2006/main">
              <a:ext uri="{FF2B5EF4-FFF2-40B4-BE49-F238E27FC236}">
                <a16:creationId xmlns:a16="http://schemas.microsoft.com/office/drawing/2014/main" id="{81B8EBCF-CFB0-4B2C-BCFA-724358C6A10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107</a:t>
            </a:r>
          </a:p>
        </p:txBody>
      </p:sp>
    </p:spTree>
    <p:extLst>
      <p:ext uri="{BB962C8B-B14F-4D97-AF65-F5344CB8AC3E}">
        <p14:creationId xmlns:p14="http://schemas.microsoft.com/office/powerpoint/2010/main" val="20425520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2026-10-05T03:03:08.5680000Z</dcterms:created>
  <dcterms:modified xsi:type="dcterms:W3CDTF">2026-10-05T03:03:08.5680000Z</dcterms:modified>
</coreProperties>
</file>