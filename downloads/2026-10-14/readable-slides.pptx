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67b8d834d01d4a17" /><ns0:Relationship Type="http://schemas.openxmlformats.org/officeDocument/2006/relationships/extended-properties" Target="/docProps/app.xml" Id="R6f1eb3ba160349af" /><ns0:Relationship Type="http://schemas.openxmlformats.org/officeDocument/2006/relationships/officeDocument" Target="/ppt/presentation.xml" Id="R974d8ae2e9094810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a1f9ffe8c9fc4487"/>
  </ns0:sldMasterIdLst>
  <ns0:sldIdLst>
    <ns0:sldId id="256" ns1:id="R61c06385b136473f"/>
    <ns0:sldId id="257" ns1:id="R995b98c6653940e1"/>
    <ns0:sldId id="258" ns1:id="R4d29f60dccb24c6f"/>
    <ns0:sldId id="259" ns1:id="R222d3d5a4b3f486d"/>
    <ns0:sldId id="260" ns1:id="Rce1530e6b6a04e6b"/>
    <ns0:sldId id="261" ns1:id="R1f3acdb72e104484"/>
    <ns0:sldId id="262" ns1:id="R837f1d5ee2f64ee5"/>
    <ns0:sldId id="263" ns1:id="Rf14d993401644588"/>
    <ns0:sldId id="264" ns1:id="R3222440963ba4ca4"/>
    <ns0:sldId id="265" ns1:id="R0884756062e641e0"/>
    <ns0:sldId id="266" ns1:id="R5410892df2ae4b87"/>
    <ns0:sldId id="267" ns1:id="R3d81024f085846f3"/>
    <ns0:sldId id="268" ns1:id="R0b47bd365f1642ac"/>
    <ns0:sldId id="269" ns1:id="Ra2a4a955cdca4291"/>
    <ns0:sldId id="270" ns1:id="R75e3c327a91d4ce9"/>
    <ns0:sldId id="271" ns1:id="Rd1883de6a5a341ed"/>
    <ns0:sldId id="272" ns1:id="R169f9aa8ece14f3d"/>
    <ns0:sldId id="273" ns1:id="Rd1abeafa1d2d495d"/>
    <ns0:sldId id="274" ns1:id="R581c06ed7a474d7b"/>
    <ns0:sldId id="275" ns1:id="Rac22613d25494716"/>
    <ns0:sldId id="276" ns1:id="R02eb8c49d30b4459"/>
    <ns0:sldId id="277" ns1:id="R9596f18228e847e0"/>
    <ns0:sldId id="278" ns1:id="R4011c6182e7c49cb"/>
    <ns0:sldId id="279" ns1:id="Rc0c3d71243c14f8e"/>
    <ns0:sldId id="280" ns1:id="Ra879cc4179e94a4c"/>
    <ns0:sldId id="281" ns1:id="Rb4c612b923fc4335"/>
    <ns0:sldId id="282" ns1:id="R3591b35e3bea45f3"/>
    <ns0:sldId id="283" ns1:id="R20e6de5bce9b4b23"/>
    <ns0:sldId id="284" ns1:id="Rb4f3db9993a54285"/>
    <ns0:sldId id="285" ns1:id="R5166d8ea311f4f26"/>
    <ns0:sldId id="286" ns1:id="Rfe20716df6aa4f11"/>
    <ns0:sldId id="287" ns1:id="R82f6b98f0a5d4195"/>
    <ns0:sldId id="288" ns1:id="Rd66f358ad73d470a"/>
    <ns0:sldId id="289" ns1:id="R8841e85f50834b1e"/>
    <ns0:sldId id="290" ns1:id="R886ead0c9943416f"/>
    <ns0:sldId id="291" ns1:id="R6ba3ecc05499435d"/>
    <ns0:sldId id="292" ns1:id="R584f8078d5204fd3"/>
    <ns0:sldId id="293" ns1:id="R1ac45e2921484067"/>
    <ns0:sldId id="294" ns1:id="Racac5445476b4e33"/>
    <ns0:sldId id="295" ns1:id="R6bfc4dd728454760"/>
    <ns0:sldId id="296" ns1:id="Rb07f8800b09342d0"/>
    <ns0:sldId id="297" ns1:id="Ra45fcfe17ccc45f3"/>
    <ns0:sldId id="298" ns1:id="R8cef3ff9f53e4c5e"/>
    <ns0:sldId id="299" ns1:id="R2aa509e7a4f64995"/>
    <ns0:sldId id="300" ns1:id="R7a62bbbbdd5b41e0"/>
    <ns0:sldId id="301" ns1:id="R7d8d3069e7f04070"/>
    <ns0:sldId id="302" ns1:id="R8cb3f6aab73f4c1c"/>
    <ns0:sldId id="303" ns1:id="R51f68b717a654fe8"/>
    <ns0:sldId id="304" ns1:id="R8f92b91793464897"/>
    <ns0:sldId id="305" ns1:id="Ra1f5499059c44ff6"/>
    <ns0:sldId id="306" ns1:id="Re3519dfe7e8a44d3"/>
    <ns0:sldId id="307" ns1:id="Rf9b9d1758ec74b4e"/>
    <ns0:sldId id="308" ns1:id="R53fcc3016d67456f"/>
    <ns0:sldId id="309" ns1:id="R3e1ccb12078c43f3"/>
    <ns0:sldId id="310" ns1:id="R6598579dc1c743cc"/>
    <ns0:sldId id="311" ns1:id="R9b7915680df745d3"/>
    <ns0:sldId id="312" ns1:id="R2482a4aa9bc44fd8"/>
    <ns0:sldId id="313" ns1:id="R1bf475c15e754648"/>
    <ns0:sldId id="314" ns1:id="R5d43ff78bcdd4603"/>
    <ns0:sldId id="315" ns1:id="R91e7c51a20fb4cc9"/>
    <ns0:sldId id="316" ns1:id="R12632bddf5b243bf"/>
    <ns0:sldId id="317" ns1:id="R7e2444e504c144c0"/>
    <ns0:sldId id="318" ns1:id="R94bdb5987cbb476a"/>
    <ns0:sldId id="319" ns1:id="R44090b5046e04166"/>
    <ns0:sldId id="320" ns1:id="Rc56a658d3c884d5a"/>
    <ns0:sldId id="321" ns1:id="R680c4d4288c64a67"/>
    <ns0:sldId id="322" ns1:id="R3b659909c8a6420b"/>
    <ns0:sldId id="323" ns1:id="Raea24448bdec4ad8"/>
    <ns0:sldId id="324" ns1:id="Rc1ccecf351f44d73"/>
    <ns0:sldId id="325" ns1:id="R2563b5171c464a89"/>
    <ns0:sldId id="326" ns1:id="R4418ac7cca674ff6"/>
    <ns0:sldId id="327" ns1:id="Rf370a4f7b44b4ed2"/>
    <ns0:sldId id="328" ns1:id="Rd724c22bf6ca42d8"/>
    <ns0:sldId id="329" ns1:id="Reddeb97ddd0d474a"/>
    <ns0:sldId id="330" ns1:id="R3d7d8351c0944b27"/>
    <ns0:sldId id="331" ns1:id="R940b1f39ed3d4826"/>
    <ns0:sldId id="332" ns1:id="R7a1ec7f094264cba"/>
    <ns0:sldId id="333" ns1:id="R404ed5bbfd134042"/>
    <ns0:sldId id="334" ns1:id="R1388721677a9483d"/>
    <ns0:sldId id="335" ns1:id="R62322d295b014850"/>
    <ns0:sldId id="336" ns1:id="R62e9b7f6deb846cd"/>
    <ns0:sldId id="337" ns1:id="Rc6b7dcbc103b42f4"/>
    <ns0:sldId id="338" ns1:id="R4125ea5106704cde"/>
    <ns0:sldId id="339" ns1:id="R74239de090c746ac"/>
    <ns0:sldId id="340" ns1:id="R69a0a32e2f4a45c5"/>
    <ns0:sldId id="341" ns1:id="R3f6f59b62f2f43be"/>
    <ns0:sldId id="342" ns1:id="Rc146c265cb154a78"/>
    <ns0:sldId id="343" ns1:id="Rfadf249381ad4f65"/>
    <ns0:sldId id="344" ns1:id="Ra3892ae37ff1447d"/>
    <ns0:sldId id="345" ns1:id="Rd863abe0cb1e4555"/>
    <ns0:sldId id="346" ns1:id="Rda1d696a405343a9"/>
    <ns0:sldId id="347" ns1:id="R6c0a2e0f293b415d"/>
    <ns0:sldId id="348" ns1:id="R4a96c8a5ea5b47ec"/>
    <ns0:sldId id="349" ns1:id="Rb4b589997a8d442a"/>
    <ns0:sldId id="350" ns1:id="R1d01a8e3cd8e421e"/>
    <ns0:sldId id="351" ns1:id="Rfe28f63dde524153"/>
    <ns0:sldId id="352" ns1:id="R46cf1dbaede44aca"/>
    <ns0:sldId id="353" ns1:id="R8c1661b2b2a541a2"/>
    <ns0:sldId id="354" ns1:id="Rdec391ea679e49cf"/>
    <ns0:sldId id="355" ns1:id="Reea2f2fff4944177"/>
    <ns0:sldId id="356" ns1:id="R0ae6deb0b08a4aaa"/>
    <ns0:sldId id="357" ns1:id="R98c52914541b4768"/>
    <ns0:sldId id="358" ns1:id="Rf825e2d6a5824180"/>
    <ns0:sldId id="359" ns1:id="R0b668d6f03c2453b"/>
    <ns0:sldId id="360" ns1:id="R4e2efc8cb50045bc"/>
    <ns0:sldId id="361" ns1:id="R156b3f0b6e4a4b76"/>
    <ns0:sldId id="362" ns1:id="R804609dc6ce14a72"/>
    <ns0:sldId id="363" ns1:id="R68e4e1d423a44fb8"/>
    <ns0:sldId id="364" ns1:id="R458f3ead18424635"/>
    <ns0:sldId id="365" ns1:id="Raf4dd37e06714794"/>
    <ns0:sldId id="366" ns1:id="R6aaa1acee09f4f1c"/>
    <ns0:sldId id="367" ns1:id="R0799a59f9c5c45b6"/>
    <ns0:sldId id="368" ns1:id="Rb2ad402968b44e01"/>
    <ns0:sldId id="369" ns1:id="Raa497e8bdbb4470a"/>
    <ns0:sldId id="370" ns1:id="R88b4a6f3ca394004"/>
    <ns0:sldId id="371" ns1:id="R82c70ea7b3e14c1a"/>
    <ns0:sldId id="372" ns1:id="Ra93da30261714b21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dfad2bd07ef54e20" /><ns0:Relationship Type="http://schemas.openxmlformats.org/officeDocument/2006/relationships/slideMaster" Target="/ppt/slideMasters/slideMaster1.xml" Id="Ra1f9ffe8c9fc4487" /><ns0:Relationship Type="http://schemas.openxmlformats.org/officeDocument/2006/relationships/presProps" Target="/ppt/presProps.xml" Id="R012b6dcbb770404a" /><ns0:Relationship Type="http://schemas.openxmlformats.org/officeDocument/2006/relationships/tableStyles" Target="/ppt/tableStyles.xml" Id="R2d01fab2005f4a7a" /><ns0:Relationship Type="http://schemas.openxmlformats.org/officeDocument/2006/relationships/slide" Target="/ppt/slides/slide1.xml" Id="R61c06385b136473f" /><ns0:Relationship Type="http://schemas.openxmlformats.org/officeDocument/2006/relationships/slide" Target="/ppt/slides/slide2.xml" Id="R995b98c6653940e1" /><ns0:Relationship Type="http://schemas.openxmlformats.org/officeDocument/2006/relationships/slide" Target="/ppt/slides/slide3.xml" Id="R4d29f60dccb24c6f" /><ns0:Relationship Type="http://schemas.openxmlformats.org/officeDocument/2006/relationships/slide" Target="/ppt/slides/slide4.xml" Id="R222d3d5a4b3f486d" /><ns0:Relationship Type="http://schemas.openxmlformats.org/officeDocument/2006/relationships/slide" Target="/ppt/slides/slide5.xml" Id="Rce1530e6b6a04e6b" /><ns0:Relationship Type="http://schemas.openxmlformats.org/officeDocument/2006/relationships/slide" Target="/ppt/slides/slide6.xml" Id="R1f3acdb72e104484" /><ns0:Relationship Type="http://schemas.openxmlformats.org/officeDocument/2006/relationships/slide" Target="/ppt/slides/slide7.xml" Id="R837f1d5ee2f64ee5" /><ns0:Relationship Type="http://schemas.openxmlformats.org/officeDocument/2006/relationships/slide" Target="/ppt/slides/slide8.xml" Id="Rf14d993401644588" /><ns0:Relationship Type="http://schemas.openxmlformats.org/officeDocument/2006/relationships/slide" Target="/ppt/slides/slide9.xml" Id="R3222440963ba4ca4" /><ns0:Relationship Type="http://schemas.openxmlformats.org/officeDocument/2006/relationships/slide" Target="/ppt/slides/slide10.xml" Id="R0884756062e641e0" /><ns0:Relationship Type="http://schemas.openxmlformats.org/officeDocument/2006/relationships/slide" Target="/ppt/slides/slide11.xml" Id="R5410892df2ae4b87" /><ns0:Relationship Type="http://schemas.openxmlformats.org/officeDocument/2006/relationships/slide" Target="/ppt/slides/slide12.xml" Id="R3d81024f085846f3" /><ns0:Relationship Type="http://schemas.openxmlformats.org/officeDocument/2006/relationships/slide" Target="/ppt/slides/slide13.xml" Id="R0b47bd365f1642ac" /><ns0:Relationship Type="http://schemas.openxmlformats.org/officeDocument/2006/relationships/slide" Target="/ppt/slides/slide14.xml" Id="Ra2a4a955cdca4291" /><ns0:Relationship Type="http://schemas.openxmlformats.org/officeDocument/2006/relationships/slide" Target="/ppt/slides/slide15.xml" Id="R75e3c327a91d4ce9" /><ns0:Relationship Type="http://schemas.openxmlformats.org/officeDocument/2006/relationships/slide" Target="/ppt/slides/slide16.xml" Id="Rd1883de6a5a341ed" /><ns0:Relationship Type="http://schemas.openxmlformats.org/officeDocument/2006/relationships/slide" Target="/ppt/slides/slide17.xml" Id="R169f9aa8ece14f3d" /><ns0:Relationship Type="http://schemas.openxmlformats.org/officeDocument/2006/relationships/slide" Target="/ppt/slides/slide18.xml" Id="Rd1abeafa1d2d495d" /><ns0:Relationship Type="http://schemas.openxmlformats.org/officeDocument/2006/relationships/slide" Target="/ppt/slides/slide19.xml" Id="R581c06ed7a474d7b" /><ns0:Relationship Type="http://schemas.openxmlformats.org/officeDocument/2006/relationships/slide" Target="/ppt/slides/slide20.xml" Id="Rac22613d25494716" /><ns0:Relationship Type="http://schemas.openxmlformats.org/officeDocument/2006/relationships/slide" Target="/ppt/slides/slide21.xml" Id="R02eb8c49d30b4459" /><ns0:Relationship Type="http://schemas.openxmlformats.org/officeDocument/2006/relationships/slide" Target="/ppt/slides/slide22.xml" Id="R9596f18228e847e0" /><ns0:Relationship Type="http://schemas.openxmlformats.org/officeDocument/2006/relationships/slide" Target="/ppt/slides/slide23.xml" Id="R4011c6182e7c49cb" /><ns0:Relationship Type="http://schemas.openxmlformats.org/officeDocument/2006/relationships/slide" Target="/ppt/slides/slide24.xml" Id="Rc0c3d71243c14f8e" /><ns0:Relationship Type="http://schemas.openxmlformats.org/officeDocument/2006/relationships/slide" Target="/ppt/slides/slide25.xml" Id="Ra879cc4179e94a4c" /><ns0:Relationship Type="http://schemas.openxmlformats.org/officeDocument/2006/relationships/slide" Target="/ppt/slides/slide26.xml" Id="Rb4c612b923fc4335" /><ns0:Relationship Type="http://schemas.openxmlformats.org/officeDocument/2006/relationships/slide" Target="/ppt/slides/slide27.xml" Id="R3591b35e3bea45f3" /><ns0:Relationship Type="http://schemas.openxmlformats.org/officeDocument/2006/relationships/slide" Target="/ppt/slides/slide28.xml" Id="R20e6de5bce9b4b23" /><ns0:Relationship Type="http://schemas.openxmlformats.org/officeDocument/2006/relationships/slide" Target="/ppt/slides/slide29.xml" Id="Rb4f3db9993a54285" /><ns0:Relationship Type="http://schemas.openxmlformats.org/officeDocument/2006/relationships/slide" Target="/ppt/slides/slide30.xml" Id="R5166d8ea311f4f26" /><ns0:Relationship Type="http://schemas.openxmlformats.org/officeDocument/2006/relationships/slide" Target="/ppt/slides/slide31.xml" Id="Rfe20716df6aa4f11" /><ns0:Relationship Type="http://schemas.openxmlformats.org/officeDocument/2006/relationships/slide" Target="/ppt/slides/slide32.xml" Id="R82f6b98f0a5d4195" /><ns0:Relationship Type="http://schemas.openxmlformats.org/officeDocument/2006/relationships/slide" Target="/ppt/slides/slide33.xml" Id="Rd66f358ad73d470a" /><ns0:Relationship Type="http://schemas.openxmlformats.org/officeDocument/2006/relationships/slide" Target="/ppt/slides/slide34.xml" Id="R8841e85f50834b1e" /><ns0:Relationship Type="http://schemas.openxmlformats.org/officeDocument/2006/relationships/slide" Target="/ppt/slides/slide35.xml" Id="R886ead0c9943416f" /><ns0:Relationship Type="http://schemas.openxmlformats.org/officeDocument/2006/relationships/slide" Target="/ppt/slides/slide36.xml" Id="R6ba3ecc05499435d" /><ns0:Relationship Type="http://schemas.openxmlformats.org/officeDocument/2006/relationships/slide" Target="/ppt/slides/slide37.xml" Id="R584f8078d5204fd3" /><ns0:Relationship Type="http://schemas.openxmlformats.org/officeDocument/2006/relationships/slide" Target="/ppt/slides/slide38.xml" Id="R1ac45e2921484067" /><ns0:Relationship Type="http://schemas.openxmlformats.org/officeDocument/2006/relationships/slide" Target="/ppt/slides/slide39.xml" Id="Racac5445476b4e33" /><ns0:Relationship Type="http://schemas.openxmlformats.org/officeDocument/2006/relationships/slide" Target="/ppt/slides/slide40.xml" Id="R6bfc4dd728454760" /><ns0:Relationship Type="http://schemas.openxmlformats.org/officeDocument/2006/relationships/slide" Target="/ppt/slides/slide41.xml" Id="Rb07f8800b09342d0" /><ns0:Relationship Type="http://schemas.openxmlformats.org/officeDocument/2006/relationships/slide" Target="/ppt/slides/slide42.xml" Id="Ra45fcfe17ccc45f3" /><ns0:Relationship Type="http://schemas.openxmlformats.org/officeDocument/2006/relationships/slide" Target="/ppt/slides/slide43.xml" Id="R8cef3ff9f53e4c5e" /><ns0:Relationship Type="http://schemas.openxmlformats.org/officeDocument/2006/relationships/slide" Target="/ppt/slides/slide44.xml" Id="R2aa509e7a4f64995" /><ns0:Relationship Type="http://schemas.openxmlformats.org/officeDocument/2006/relationships/slide" Target="/ppt/slides/slide45.xml" Id="R7a62bbbbdd5b41e0" /><ns0:Relationship Type="http://schemas.openxmlformats.org/officeDocument/2006/relationships/slide" Target="/ppt/slides/slide46.xml" Id="R7d8d3069e7f04070" /><ns0:Relationship Type="http://schemas.openxmlformats.org/officeDocument/2006/relationships/slide" Target="/ppt/slides/slide47.xml" Id="R8cb3f6aab73f4c1c" /><ns0:Relationship Type="http://schemas.openxmlformats.org/officeDocument/2006/relationships/slide" Target="/ppt/slides/slide48.xml" Id="R51f68b717a654fe8" /><ns0:Relationship Type="http://schemas.openxmlformats.org/officeDocument/2006/relationships/slide" Target="/ppt/slides/slide49.xml" Id="R8f92b91793464897" /><ns0:Relationship Type="http://schemas.openxmlformats.org/officeDocument/2006/relationships/slide" Target="/ppt/slides/slide50.xml" Id="Ra1f5499059c44ff6" /><ns0:Relationship Type="http://schemas.openxmlformats.org/officeDocument/2006/relationships/slide" Target="/ppt/slides/slide51.xml" Id="Re3519dfe7e8a44d3" /><ns0:Relationship Type="http://schemas.openxmlformats.org/officeDocument/2006/relationships/slide" Target="/ppt/slides/slide52.xml" Id="Rf9b9d1758ec74b4e" /><ns0:Relationship Type="http://schemas.openxmlformats.org/officeDocument/2006/relationships/slide" Target="/ppt/slides/slide53.xml" Id="R53fcc3016d67456f" /><ns0:Relationship Type="http://schemas.openxmlformats.org/officeDocument/2006/relationships/slide" Target="/ppt/slides/slide54.xml" Id="R3e1ccb12078c43f3" /><ns0:Relationship Type="http://schemas.openxmlformats.org/officeDocument/2006/relationships/slide" Target="/ppt/slides/slide55.xml" Id="R6598579dc1c743cc" /><ns0:Relationship Type="http://schemas.openxmlformats.org/officeDocument/2006/relationships/slide" Target="/ppt/slides/slide56.xml" Id="R9b7915680df745d3" /><ns0:Relationship Type="http://schemas.openxmlformats.org/officeDocument/2006/relationships/slide" Target="/ppt/slides/slide57.xml" Id="R2482a4aa9bc44fd8" /><ns0:Relationship Type="http://schemas.openxmlformats.org/officeDocument/2006/relationships/slide" Target="/ppt/slides/slide58.xml" Id="R1bf475c15e754648" /><ns0:Relationship Type="http://schemas.openxmlformats.org/officeDocument/2006/relationships/slide" Target="/ppt/slides/slide59.xml" Id="R5d43ff78bcdd4603" /><ns0:Relationship Type="http://schemas.openxmlformats.org/officeDocument/2006/relationships/slide" Target="/ppt/slides/slide60.xml" Id="R91e7c51a20fb4cc9" /><ns0:Relationship Type="http://schemas.openxmlformats.org/officeDocument/2006/relationships/slide" Target="/ppt/slides/slide61.xml" Id="R12632bddf5b243bf" /><ns0:Relationship Type="http://schemas.openxmlformats.org/officeDocument/2006/relationships/slide" Target="/ppt/slides/slide62.xml" Id="R7e2444e504c144c0" /><ns0:Relationship Type="http://schemas.openxmlformats.org/officeDocument/2006/relationships/slide" Target="/ppt/slides/slide63.xml" Id="R94bdb5987cbb476a" /><ns0:Relationship Type="http://schemas.openxmlformats.org/officeDocument/2006/relationships/slide" Target="/ppt/slides/slide64.xml" Id="R44090b5046e04166" /><ns0:Relationship Type="http://schemas.openxmlformats.org/officeDocument/2006/relationships/slide" Target="/ppt/slides/slide65.xml" Id="Rc56a658d3c884d5a" /><ns0:Relationship Type="http://schemas.openxmlformats.org/officeDocument/2006/relationships/slide" Target="/ppt/slides/slide66.xml" Id="R680c4d4288c64a67" /><ns0:Relationship Type="http://schemas.openxmlformats.org/officeDocument/2006/relationships/slide" Target="/ppt/slides/slide67.xml" Id="R3b659909c8a6420b" /><ns0:Relationship Type="http://schemas.openxmlformats.org/officeDocument/2006/relationships/slide" Target="/ppt/slides/slide68.xml" Id="Raea24448bdec4ad8" /><ns0:Relationship Type="http://schemas.openxmlformats.org/officeDocument/2006/relationships/slide" Target="/ppt/slides/slide69.xml" Id="Rc1ccecf351f44d73" /><ns0:Relationship Type="http://schemas.openxmlformats.org/officeDocument/2006/relationships/slide" Target="/ppt/slides/slide70.xml" Id="R2563b5171c464a89" /><ns0:Relationship Type="http://schemas.openxmlformats.org/officeDocument/2006/relationships/slide" Target="/ppt/slides/slide71.xml" Id="R4418ac7cca674ff6" /><ns0:Relationship Type="http://schemas.openxmlformats.org/officeDocument/2006/relationships/slide" Target="/ppt/slides/slide72.xml" Id="Rf370a4f7b44b4ed2" /><ns0:Relationship Type="http://schemas.openxmlformats.org/officeDocument/2006/relationships/slide" Target="/ppt/slides/slide73.xml" Id="Rd724c22bf6ca42d8" /><ns0:Relationship Type="http://schemas.openxmlformats.org/officeDocument/2006/relationships/slide" Target="/ppt/slides/slide74.xml" Id="Reddeb97ddd0d474a" /><ns0:Relationship Type="http://schemas.openxmlformats.org/officeDocument/2006/relationships/slide" Target="/ppt/slides/slide75.xml" Id="R3d7d8351c0944b27" /><ns0:Relationship Type="http://schemas.openxmlformats.org/officeDocument/2006/relationships/slide" Target="/ppt/slides/slide76.xml" Id="R940b1f39ed3d4826" /><ns0:Relationship Type="http://schemas.openxmlformats.org/officeDocument/2006/relationships/slide" Target="/ppt/slides/slide77.xml" Id="R7a1ec7f094264cba" /><ns0:Relationship Type="http://schemas.openxmlformats.org/officeDocument/2006/relationships/slide" Target="/ppt/slides/slide78.xml" Id="R404ed5bbfd134042" /><ns0:Relationship Type="http://schemas.openxmlformats.org/officeDocument/2006/relationships/slide" Target="/ppt/slides/slide79.xml" Id="R1388721677a9483d" /><ns0:Relationship Type="http://schemas.openxmlformats.org/officeDocument/2006/relationships/slide" Target="/ppt/slides/slide80.xml" Id="R62322d295b014850" /><ns0:Relationship Type="http://schemas.openxmlformats.org/officeDocument/2006/relationships/slide" Target="/ppt/slides/slide81.xml" Id="R62e9b7f6deb846cd" /><ns0:Relationship Type="http://schemas.openxmlformats.org/officeDocument/2006/relationships/slide" Target="/ppt/slides/slide82.xml" Id="Rc6b7dcbc103b42f4" /><ns0:Relationship Type="http://schemas.openxmlformats.org/officeDocument/2006/relationships/slide" Target="/ppt/slides/slide83.xml" Id="R4125ea5106704cde" /><ns0:Relationship Type="http://schemas.openxmlformats.org/officeDocument/2006/relationships/slide" Target="/ppt/slides/slide84.xml" Id="R74239de090c746ac" /><ns0:Relationship Type="http://schemas.openxmlformats.org/officeDocument/2006/relationships/slide" Target="/ppt/slides/slide85.xml" Id="R69a0a32e2f4a45c5" /><ns0:Relationship Type="http://schemas.openxmlformats.org/officeDocument/2006/relationships/slide" Target="/ppt/slides/slide86.xml" Id="R3f6f59b62f2f43be" /><ns0:Relationship Type="http://schemas.openxmlformats.org/officeDocument/2006/relationships/slide" Target="/ppt/slides/slide87.xml" Id="Rc146c265cb154a78" /><ns0:Relationship Type="http://schemas.openxmlformats.org/officeDocument/2006/relationships/slide" Target="/ppt/slides/slide88.xml" Id="Rfadf249381ad4f65" /><ns0:Relationship Type="http://schemas.openxmlformats.org/officeDocument/2006/relationships/slide" Target="/ppt/slides/slide89.xml" Id="Ra3892ae37ff1447d" /><ns0:Relationship Type="http://schemas.openxmlformats.org/officeDocument/2006/relationships/slide" Target="/ppt/slides/slide90.xml" Id="Rd863abe0cb1e4555" /><ns0:Relationship Type="http://schemas.openxmlformats.org/officeDocument/2006/relationships/slide" Target="/ppt/slides/slide91.xml" Id="Rda1d696a405343a9" /><ns0:Relationship Type="http://schemas.openxmlformats.org/officeDocument/2006/relationships/slide" Target="/ppt/slides/slide92.xml" Id="R6c0a2e0f293b415d" /><ns0:Relationship Type="http://schemas.openxmlformats.org/officeDocument/2006/relationships/slide" Target="/ppt/slides/slide93.xml" Id="R4a96c8a5ea5b47ec" /><ns0:Relationship Type="http://schemas.openxmlformats.org/officeDocument/2006/relationships/slide" Target="/ppt/slides/slide94.xml" Id="Rb4b589997a8d442a" /><ns0:Relationship Type="http://schemas.openxmlformats.org/officeDocument/2006/relationships/slide" Target="/ppt/slides/slide95.xml" Id="R1d01a8e3cd8e421e" /><ns0:Relationship Type="http://schemas.openxmlformats.org/officeDocument/2006/relationships/slide" Target="/ppt/slides/slide96.xml" Id="Rfe28f63dde524153" /><ns0:Relationship Type="http://schemas.openxmlformats.org/officeDocument/2006/relationships/slide" Target="/ppt/slides/slide97.xml" Id="R46cf1dbaede44aca" /><ns0:Relationship Type="http://schemas.openxmlformats.org/officeDocument/2006/relationships/slide" Target="/ppt/slides/slide98.xml" Id="R8c1661b2b2a541a2" /><ns0:Relationship Type="http://schemas.openxmlformats.org/officeDocument/2006/relationships/slide" Target="/ppt/slides/slide99.xml" Id="Rdec391ea679e49cf" /><ns0:Relationship Type="http://schemas.openxmlformats.org/officeDocument/2006/relationships/slide" Target="/ppt/slides/slide100.xml" Id="Reea2f2fff4944177" /><ns0:Relationship Type="http://schemas.openxmlformats.org/officeDocument/2006/relationships/slide" Target="/ppt/slides/slide101.xml" Id="R0ae6deb0b08a4aaa" /><ns0:Relationship Type="http://schemas.openxmlformats.org/officeDocument/2006/relationships/slide" Target="/ppt/slides/slide102.xml" Id="R98c52914541b4768" /><ns0:Relationship Type="http://schemas.openxmlformats.org/officeDocument/2006/relationships/slide" Target="/ppt/slides/slide103.xml" Id="Rf825e2d6a5824180" /><ns0:Relationship Type="http://schemas.openxmlformats.org/officeDocument/2006/relationships/slide" Target="/ppt/slides/slide104.xml" Id="R0b668d6f03c2453b" /><ns0:Relationship Type="http://schemas.openxmlformats.org/officeDocument/2006/relationships/slide" Target="/ppt/slides/slide105.xml" Id="R4e2efc8cb50045bc" /><ns0:Relationship Type="http://schemas.openxmlformats.org/officeDocument/2006/relationships/slide" Target="/ppt/slides/slide106.xml" Id="R156b3f0b6e4a4b76" /><ns0:Relationship Type="http://schemas.openxmlformats.org/officeDocument/2006/relationships/slide" Target="/ppt/slides/slide107.xml" Id="R804609dc6ce14a72" /><ns0:Relationship Type="http://schemas.openxmlformats.org/officeDocument/2006/relationships/slide" Target="/ppt/slides/slide108.xml" Id="R68e4e1d423a44fb8" /><ns0:Relationship Type="http://schemas.openxmlformats.org/officeDocument/2006/relationships/slide" Target="/ppt/slides/slide109.xml" Id="R458f3ead18424635" /><ns0:Relationship Type="http://schemas.openxmlformats.org/officeDocument/2006/relationships/slide" Target="/ppt/slides/slide110.xml" Id="Raf4dd37e06714794" /><ns0:Relationship Type="http://schemas.openxmlformats.org/officeDocument/2006/relationships/slide" Target="/ppt/slides/slide111.xml" Id="R6aaa1acee09f4f1c" /><ns0:Relationship Type="http://schemas.openxmlformats.org/officeDocument/2006/relationships/slide" Target="/ppt/slides/slide112.xml" Id="R0799a59f9c5c45b6" /><ns0:Relationship Type="http://schemas.openxmlformats.org/officeDocument/2006/relationships/slide" Target="/ppt/slides/slide113.xml" Id="Rb2ad402968b44e01" /><ns0:Relationship Type="http://schemas.openxmlformats.org/officeDocument/2006/relationships/slide" Target="/ppt/slides/slide114.xml" Id="Raa497e8bdbb4470a" /><ns0:Relationship Type="http://schemas.openxmlformats.org/officeDocument/2006/relationships/slide" Target="/ppt/slides/slide115.xml" Id="R88b4a6f3ca394004" /><ns0:Relationship Type="http://schemas.openxmlformats.org/officeDocument/2006/relationships/slide" Target="/ppt/slides/slide116.xml" Id="R82c70ea7b3e14c1a" /><ns0:Relationship Type="http://schemas.openxmlformats.org/officeDocument/2006/relationships/slide" Target="/ppt/slides/slide117.xml" Id="Ra93da30261714b21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d1472b2fec8442b0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b6a82db6f65a44b7" /><ns0:Relationship Type="http://schemas.openxmlformats.org/officeDocument/2006/relationships/slideLayout" Target="/ppt/slideLayouts/slideLayout1.xml" Id="R0a1fedb9b11e4583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1fedb9b11e45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7f1c69722d4464" /><ns0:Relationship Type="http://schemas.openxmlformats.org/officeDocument/2006/relationships/image" Target="/ppt/media/image.png" Id="R4db8af3db0344e7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f7a838cd4f4802" /><ns0:Relationship Type="http://schemas.openxmlformats.org/officeDocument/2006/relationships/image" Target="/ppt/media/image2.png" Id="Rae56f5cf39a7420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68478feb744da2" /><ns0:Relationship Type="http://schemas.openxmlformats.org/officeDocument/2006/relationships/image" Target="../media/image2.png" Id="R2056005f91114c8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38b86cba824cd5" /><ns0:Relationship Type="http://schemas.openxmlformats.org/officeDocument/2006/relationships/image" Target="../media/image2.png" Id="R4d35e47873d44698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5b17fe8a424715" /><ns0:Relationship Type="http://schemas.openxmlformats.org/officeDocument/2006/relationships/image" Target="../media/image2.png" Id="R3889d3abcec8436d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2c56882eeb442f" /><ns0:Relationship Type="http://schemas.openxmlformats.org/officeDocument/2006/relationships/image" Target="../media/image2.png" Id="Rbeae783140ea4a7d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1c6006a33d428c" /><ns0:Relationship Type="http://schemas.openxmlformats.org/officeDocument/2006/relationships/image" Target="../media/image2.png" Id="Ra5f145be16f0435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5c66fed5f8418d" /><ns0:Relationship Type="http://schemas.openxmlformats.org/officeDocument/2006/relationships/image" Target="../media/image.png" Id="Rf7c1535ecaf743af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5c4eb7ce6504357" /><ns0:Relationship Type="http://schemas.openxmlformats.org/officeDocument/2006/relationships/image" Target="../media/image2.png" Id="R70fb5dcd0b33468b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b976ebde0b451a" /><ns0:Relationship Type="http://schemas.openxmlformats.org/officeDocument/2006/relationships/image" Target="../media/image2.png" Id="R93f71ab776d444c5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6c16d89c32474f" /><ns0:Relationship Type="http://schemas.openxmlformats.org/officeDocument/2006/relationships/image" Target="../media/image2.png" Id="R3efc80412010412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f39abc22df4478" /><ns0:Relationship Type="http://schemas.openxmlformats.org/officeDocument/2006/relationships/image" Target="../media/image2.png" Id="Rf5b353e9dfb44290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bb8cfc48ab4a01" /><ns0:Relationship Type="http://schemas.openxmlformats.org/officeDocument/2006/relationships/image" Target="../media/image2.png" Id="R25d008b294dd49c7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0173c0c290431c" /><ns0:Relationship Type="http://schemas.openxmlformats.org/officeDocument/2006/relationships/image" Target="../media/image2.png" Id="R18993fb04aa1471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53049e4905344b9" /><ns0:Relationship Type="http://schemas.openxmlformats.org/officeDocument/2006/relationships/image" Target="../media/image2.png" Id="R0b81d492d8b34609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af9f201e234905" /><ns0:Relationship Type="http://schemas.openxmlformats.org/officeDocument/2006/relationships/image" Target="../media/image2.png" Id="R884a5fddd64a4ec2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b5431c91b44b06" /><ns0:Relationship Type="http://schemas.openxmlformats.org/officeDocument/2006/relationships/image" Target="../media/image2.png" Id="R83b91279ef2b4317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b27bc7ca034eb9" /><ns0:Relationship Type="http://schemas.openxmlformats.org/officeDocument/2006/relationships/image" Target="../media/image2.png" Id="Re064a730f5d94ba8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086a71273943e1" /><ns0:Relationship Type="http://schemas.openxmlformats.org/officeDocument/2006/relationships/image" Target="../media/image2.png" Id="Rb786b8f5a9514dfb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06942195cb4e7a" /><ns0:Relationship Type="http://schemas.openxmlformats.org/officeDocument/2006/relationships/image" Target="../media/image.png" Id="R2b72ae539e2647f4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c291f35786044d2" /><ns0:Relationship Type="http://schemas.openxmlformats.org/officeDocument/2006/relationships/image" Target="../media/image2.png" Id="Rc9557d9a2f1742f5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7dd25eb96f4ff7" /><ns0:Relationship Type="http://schemas.openxmlformats.org/officeDocument/2006/relationships/image" Target="../media/image.png" Id="R2bcdd06f9b9740f0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614669700e4e03" /><ns0:Relationship Type="http://schemas.openxmlformats.org/officeDocument/2006/relationships/image" Target="../media/image2.png" Id="Rc2934a60bbb745b4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86575ebcbd4bca" /><ns0:Relationship Type="http://schemas.openxmlformats.org/officeDocument/2006/relationships/image" Target="../media/image.png" Id="R843f5c438cfb4314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e4677a4aa4454a" /><ns0:Relationship Type="http://schemas.openxmlformats.org/officeDocument/2006/relationships/image" Target="../media/image2.png" Id="Re6e30f5fc2474b6b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15c8d00b8148c1" /><ns0:Relationship Type="http://schemas.openxmlformats.org/officeDocument/2006/relationships/image" Target="../media/image2.png" Id="Rbd0ae1c0e9144e35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fc2c3fc6094acd" /><ns0:Relationship Type="http://schemas.openxmlformats.org/officeDocument/2006/relationships/image" Target="../media/image2.png" Id="Rc4e83d9c04824be3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87e18235d24eff" /><ns0:Relationship Type="http://schemas.openxmlformats.org/officeDocument/2006/relationships/image" Target="../media/image2.png" Id="Ra00560a87af64aba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885df273f34b76" /><ns0:Relationship Type="http://schemas.openxmlformats.org/officeDocument/2006/relationships/image" Target="../media/image2.png" Id="Rb536220a2f9047b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0239c6222f4572" /><ns0:Relationship Type="http://schemas.openxmlformats.org/officeDocument/2006/relationships/image" Target="../media/image2.png" Id="R03fecbbabc7d48e1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c0cc193015c417d" /><ns0:Relationship Type="http://schemas.openxmlformats.org/officeDocument/2006/relationships/image" Target="../media/image2.png" Id="Rdba2fb7438e84a87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3c05fdfa7944af1" /><ns0:Relationship Type="http://schemas.openxmlformats.org/officeDocument/2006/relationships/image" Target="../media/image2.png" Id="R7d9aec4dc08e4896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04086e00d94547" /><ns0:Relationship Type="http://schemas.openxmlformats.org/officeDocument/2006/relationships/image" Target="../media/image2.png" Id="Rbceacbcd8f1a44b2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54635e63f0409b" /><ns0:Relationship Type="http://schemas.openxmlformats.org/officeDocument/2006/relationships/image" Target="../media/image2.png" Id="Rf8a411dd18f44337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8556d6d51d4d8a" /><ns0:Relationship Type="http://schemas.openxmlformats.org/officeDocument/2006/relationships/image" Target="../media/image2.png" Id="R656acfb4441c440f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f8ca0cffbc4937" /><ns0:Relationship Type="http://schemas.openxmlformats.org/officeDocument/2006/relationships/image" Target="../media/image2.png" Id="Rf420ab5f34694c84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091b99b2fd4e19" /><ns0:Relationship Type="http://schemas.openxmlformats.org/officeDocument/2006/relationships/image" Target="../media/image.png" Id="Rbb076eb76c82449b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4c006af8fd4ed4" /><ns0:Relationship Type="http://schemas.openxmlformats.org/officeDocument/2006/relationships/image" Target="../media/image2.png" Id="R22b4ab5dbac045e8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424cee542bf4bd2" /><ns0:Relationship Type="http://schemas.openxmlformats.org/officeDocument/2006/relationships/image" Target="../media/image.png" Id="Rde7ddbc358334ac5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d35907b3604583" /><ns0:Relationship Type="http://schemas.openxmlformats.org/officeDocument/2006/relationships/image" Target="../media/image2.png" Id="Rc0f8bc8401e74800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70e05ed55c4fd3" /><ns0:Relationship Type="http://schemas.openxmlformats.org/officeDocument/2006/relationships/image" Target="../media/image.png" Id="R2c68dc74aca64747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1c845bebbc4042" /><ns0:Relationship Type="http://schemas.openxmlformats.org/officeDocument/2006/relationships/image" Target="../media/image2.png" Id="Rcb25d734154e42b4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0bd5c3825b49d7" /><ns0:Relationship Type="http://schemas.openxmlformats.org/officeDocument/2006/relationships/image" Target="../media/image2.png" Id="R56e551539c5b4d57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3b1c66ee0345bf" /><ns0:Relationship Type="http://schemas.openxmlformats.org/officeDocument/2006/relationships/image" Target="../media/image2.png" Id="R8af254f7b85443b4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23b10846c34f6e" /><ns0:Relationship Type="http://schemas.openxmlformats.org/officeDocument/2006/relationships/image" Target="../media/image2.png" Id="R66a78bcaa27243e6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b2d6ee11b6435b" /><ns0:Relationship Type="http://schemas.openxmlformats.org/officeDocument/2006/relationships/image" Target="../media/image2.png" Id="Re73ca29a079647cf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d07d59dfb54557" /><ns0:Relationship Type="http://schemas.openxmlformats.org/officeDocument/2006/relationships/image" Target="../media/image2.png" Id="Rb9120b6b0f1a4836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e4665e14bc4f25" /><ns0:Relationship Type="http://schemas.openxmlformats.org/officeDocument/2006/relationships/image" Target="../media/image2.png" Id="Rcd2c53fc6e52454b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95674979214f70" /><ns0:Relationship Type="http://schemas.openxmlformats.org/officeDocument/2006/relationships/image" Target="../media/image2.png" Id="R22ee3e4d771d47e9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941590767c4d4f" /><ns0:Relationship Type="http://schemas.openxmlformats.org/officeDocument/2006/relationships/image" Target="../media/image2.png" Id="Rba3ee50ac2ad4179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b0e6a9ad2746a8" /><ns0:Relationship Type="http://schemas.openxmlformats.org/officeDocument/2006/relationships/image" Target="../media/image2.png" Id="R4ca751cc94ee45b9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e3a558674444d8" /><ns0:Relationship Type="http://schemas.openxmlformats.org/officeDocument/2006/relationships/image" Target="../media/image2.png" Id="Rdbdcdc9a57754ee3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3d35be4a2046db" /><ns0:Relationship Type="http://schemas.openxmlformats.org/officeDocument/2006/relationships/image" Target="../media/image2.png" Id="Rc99161058feb47e0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4eb4bc3a0e4c31" /><ns0:Relationship Type="http://schemas.openxmlformats.org/officeDocument/2006/relationships/image" Target="../media/image2.png" Id="Rba930b9b686846d0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3db539d4d14dd5" /><ns0:Relationship Type="http://schemas.openxmlformats.org/officeDocument/2006/relationships/image" Target="../media/image2.png" Id="R33a4cf1c367b4ea2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1b54a6aeca45f5" /><ns0:Relationship Type="http://schemas.openxmlformats.org/officeDocument/2006/relationships/image" Target="../media/image2.png" Id="R6eb0d89d5f834bef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d11fe25f29459f" /><ns0:Relationship Type="http://schemas.openxmlformats.org/officeDocument/2006/relationships/image" Target="../media/image.png" Id="Rce326a1791144b6e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bd52e930124da1" /><ns0:Relationship Type="http://schemas.openxmlformats.org/officeDocument/2006/relationships/image" Target="../media/image2.png" Id="R32ac64441df54b42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15b8d2d6844602" /><ns0:Relationship Type="http://schemas.openxmlformats.org/officeDocument/2006/relationships/image" Target="../media/image.png" Id="R6d24382bf1364629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76b748e50a471c" /><ns0:Relationship Type="http://schemas.openxmlformats.org/officeDocument/2006/relationships/image" Target="../media/image2.png" Id="R874618963b7640ec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9c5665632d4974" /><ns0:Relationship Type="http://schemas.openxmlformats.org/officeDocument/2006/relationships/image" Target="../media/image.png" Id="R556bcb6341284c4b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93c740c0bf45dd" /><ns0:Relationship Type="http://schemas.openxmlformats.org/officeDocument/2006/relationships/image" Target="../media/image2.png" Id="R347bf936c8c54fb2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ffd004ead343f3" /><ns0:Relationship Type="http://schemas.openxmlformats.org/officeDocument/2006/relationships/image" Target="../media/image2.png" Id="R8b109cba17e94f03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06605e30b54e93" /><ns0:Relationship Type="http://schemas.openxmlformats.org/officeDocument/2006/relationships/image" Target="../media/image2.png" Id="R28d2b433b46c4230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8151e374334adf" /><ns0:Relationship Type="http://schemas.openxmlformats.org/officeDocument/2006/relationships/image" Target="../media/image2.png" Id="R6d0a37c7d5f34e1d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717338243a400f" /><ns0:Relationship Type="http://schemas.openxmlformats.org/officeDocument/2006/relationships/image" Target="../media/image2.png" Id="Rce942d74cf414804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e393dc882f4720" /><ns0:Relationship Type="http://schemas.openxmlformats.org/officeDocument/2006/relationships/image" Target="../media/image2.png" Id="Re10056959b594f19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bf72d08ffd4bbe" /><ns0:Relationship Type="http://schemas.openxmlformats.org/officeDocument/2006/relationships/image" Target="../media/image2.png" Id="R3779aaf7e7af4d6f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5ca2dfcba24623" /><ns0:Relationship Type="http://schemas.openxmlformats.org/officeDocument/2006/relationships/image" Target="../media/image2.png" Id="Rf09c0224bd0c452d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d4ad53dca84a76" /><ns0:Relationship Type="http://schemas.openxmlformats.org/officeDocument/2006/relationships/image" Target="../media/image2.png" Id="R1a7e5ec1b41444d7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adee1520be4420" /><ns0:Relationship Type="http://schemas.openxmlformats.org/officeDocument/2006/relationships/image" Target="../media/image2.png" Id="Rb2aa8e9d7b354e0c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400946af004a56" /><ns0:Relationship Type="http://schemas.openxmlformats.org/officeDocument/2006/relationships/image" Target="../media/image2.png" Id="R77b16a850c164daa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5d1956e6a24326" /><ns0:Relationship Type="http://schemas.openxmlformats.org/officeDocument/2006/relationships/image" Target="../media/image2.png" Id="R190c0793ddb94cbe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0f88f846744b8c" /><ns0:Relationship Type="http://schemas.openxmlformats.org/officeDocument/2006/relationships/image" Target="../media/image.png" Id="Rf2fb5589a4c946b0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92e40e559b470a" /><ns0:Relationship Type="http://schemas.openxmlformats.org/officeDocument/2006/relationships/image" Target="../media/image2.png" Id="Rd870e0be931f43fc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37667fb32d4e9b" /><ns0:Relationship Type="http://schemas.openxmlformats.org/officeDocument/2006/relationships/image" Target="../media/image.png" Id="R553eb33191ed4fb5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16e15c85b2446d" /><ns0:Relationship Type="http://schemas.openxmlformats.org/officeDocument/2006/relationships/image" Target="../media/image2.png" Id="Rb5f7c4cbe7bf425e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c7c37fb01f48b5" /><ns0:Relationship Type="http://schemas.openxmlformats.org/officeDocument/2006/relationships/image" Target="../media/image.png" Id="R729f685c7f8449bc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556686ba7e4d58" /><ns0:Relationship Type="http://schemas.openxmlformats.org/officeDocument/2006/relationships/image" Target="../media/image2.png" Id="R4452ca9b4e044634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758aeb3b5a46ee" /><ns0:Relationship Type="http://schemas.openxmlformats.org/officeDocument/2006/relationships/image" Target="../media/image2.png" Id="R6ba1653c416949f2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a8519e3e344349" /><ns0:Relationship Type="http://schemas.openxmlformats.org/officeDocument/2006/relationships/image" Target="../media/image2.png" Id="R62ddc5b4a3524b84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4cad93a6174db4" /><ns0:Relationship Type="http://schemas.openxmlformats.org/officeDocument/2006/relationships/image" Target="../media/image2.png" Id="R071afe3664fe40b6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c8324b1ff64ba1" /><ns0:Relationship Type="http://schemas.openxmlformats.org/officeDocument/2006/relationships/image" Target="../media/image2.png" Id="R0ecef13cd6f74c9f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8bcbfca9444cb9" /><ns0:Relationship Type="http://schemas.openxmlformats.org/officeDocument/2006/relationships/image" Target="../media/image2.png" Id="R3e53ebc610ea4711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0a44b085e1490f" /><ns0:Relationship Type="http://schemas.openxmlformats.org/officeDocument/2006/relationships/image" Target="../media/image2.png" Id="Rcd5f12a515c2408a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1e10e1240b4bb8" /><ns0:Relationship Type="http://schemas.openxmlformats.org/officeDocument/2006/relationships/image" Target="../media/image2.png" Id="R4006a37030f94a31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6872be7c604d7d" /><ns0:Relationship Type="http://schemas.openxmlformats.org/officeDocument/2006/relationships/image" Target="../media/image2.png" Id="Rd05142e930804e24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4e7e9bce9d4e97" /><ns0:Relationship Type="http://schemas.openxmlformats.org/officeDocument/2006/relationships/image" Target="../media/image2.png" Id="R1a9f4cc9e4ee41ac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6cb6405d8b4e54" /><ns0:Relationship Type="http://schemas.openxmlformats.org/officeDocument/2006/relationships/image" Target="../media/image2.png" Id="Rc52d3586cb53412b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67b90760a14649" /><ns0:Relationship Type="http://schemas.openxmlformats.org/officeDocument/2006/relationships/image" Target="../media/image2.png" Id="R97afb71a22e94600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c475554fcf4f6d" /><ns0:Relationship Type="http://schemas.openxmlformats.org/officeDocument/2006/relationships/image" Target="../media/image2.png" Id="Rb091605ae5f94ecd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0ac8fc59f84671" /><ns0:Relationship Type="http://schemas.openxmlformats.org/officeDocument/2006/relationships/image" Target="../media/image2.png" Id="R118c292f3b224478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bd788133f9451f" /><ns0:Relationship Type="http://schemas.openxmlformats.org/officeDocument/2006/relationships/image" Target="../media/image.png" Id="R27610b346d054a0e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aaacf1d3fc4cdc" /><ns0:Relationship Type="http://schemas.openxmlformats.org/officeDocument/2006/relationships/image" Target="../media/image2.png" Id="R2e26a8356457401c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790c63729b4801" /><ns0:Relationship Type="http://schemas.openxmlformats.org/officeDocument/2006/relationships/image" Target="../media/image.png" Id="R28967b6a7c634ff2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e3ff09608f49a8" /><ns0:Relationship Type="http://schemas.openxmlformats.org/officeDocument/2006/relationships/image" Target="../media/image2.png" Id="R417e395f6cc54a9c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93cb8805954d2b" /><ns0:Relationship Type="http://schemas.openxmlformats.org/officeDocument/2006/relationships/image" Target="../media/image.png" Id="Ra5640d96580740a4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97f9e6089142fc" /><ns0:Relationship Type="http://schemas.openxmlformats.org/officeDocument/2006/relationships/image" Target="../media/image2.png" Id="Rf24a9c047972430b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282fdcd00242db" /><ns0:Relationship Type="http://schemas.openxmlformats.org/officeDocument/2006/relationships/image" Target="../media/image2.png" Id="R8ca43ef7666f4b69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a1455c54584e09" /><ns0:Relationship Type="http://schemas.openxmlformats.org/officeDocument/2006/relationships/image" Target="../media/image2.png" Id="R6d14472ff5d846a2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999d881c36418e" /><ns0:Relationship Type="http://schemas.openxmlformats.org/officeDocument/2006/relationships/image" Target="../media/image2.png" Id="Rbd30ed1d83c34626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5a847575d54f81" /><ns0:Relationship Type="http://schemas.openxmlformats.org/officeDocument/2006/relationships/image" Target="../media/image2.png" Id="R58f5dd04e29a4734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186948efee45d4" /><ns0:Relationship Type="http://schemas.openxmlformats.org/officeDocument/2006/relationships/image" Target="../media/image2.png" Id="R92c4d5f6cb66469f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d7cf8c2407422e" /><ns0:Relationship Type="http://schemas.openxmlformats.org/officeDocument/2006/relationships/image" Target="../media/image2.png" Id="Rb31e34d093fc4fbd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e88d11ce7249e2" /><ns0:Relationship Type="http://schemas.openxmlformats.org/officeDocument/2006/relationships/image" Target="../media/image2.png" Id="R2e39a7c6ea66447f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003daf977cf4ed3" /><ns0:Relationship Type="http://schemas.openxmlformats.org/officeDocument/2006/relationships/image" Target="../media/image2.png" Id="Rca5a78019cd84f60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aeba8b666e64f84" /><ns0:Relationship Type="http://schemas.openxmlformats.org/officeDocument/2006/relationships/image" Target="../media/image2.png" Id="R9e179d9c90ed4763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9293f2f3bb4821" /><ns0:Relationship Type="http://schemas.openxmlformats.org/officeDocument/2006/relationships/image" Target="../media/image2.png" Id="R9660b07202554da0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569ff40da7417a" /><ns0:Relationship Type="http://schemas.openxmlformats.org/officeDocument/2006/relationships/image" Target="../media/image2.png" Id="R9d46fa4f1cb44c30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7f7829fd504571" /><ns0:Relationship Type="http://schemas.openxmlformats.org/officeDocument/2006/relationships/image" Target="../media/image2.png" Id="Rf85d40141a1e47e4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6a90bf32104aeb" /><ns0:Relationship Type="http://schemas.openxmlformats.org/officeDocument/2006/relationships/image" Target="../media/image.png" Id="Rced09a123e774ad8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b0cba3a7104e58" /><ns0:Relationship Type="http://schemas.openxmlformats.org/officeDocument/2006/relationships/image" Target="../media/image2.png" Id="Re485dbadeb0d45a2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77f940a90e46bb" /><ns0:Relationship Type="http://schemas.openxmlformats.org/officeDocument/2006/relationships/image" Target="../media/image.png" Id="R0ee25217b73e485b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4e4032a45a4206" /><ns0:Relationship Type="http://schemas.openxmlformats.org/officeDocument/2006/relationships/image" Target="../media/image2.png" Id="Rf8761c96aa184973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667939e0514d0e" /><ns0:Relationship Type="http://schemas.openxmlformats.org/officeDocument/2006/relationships/image" Target="../media/image2.png" Id="R5cf50a5e02244eab" /><ns0:Relationship Id="rIdLink1" Type="http://schemas.openxmlformats.org/officeDocument/2006/relationships/hyperlink" Target="https://docs.python.org/3/tutorial/introduction.html" TargetMode="External" /><ns0:Relationship Id="rIdLink2" Type="http://schemas.openxmlformats.org/officeDocument/2006/relationships/hyperlink" Target="https://docs.python.org/3/tutorial/introduction.html" TargetMode="External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e7bc2d891b46ec" /><ns0:Relationship Type="http://schemas.openxmlformats.org/officeDocument/2006/relationships/image" Target="../media/image2.png" Id="R40c2f385e98c4928" /><ns0:Relationship Id="rIdLink1" Type="http://schemas.openxmlformats.org/officeDocument/2006/relationships/hyperlink" Target="https://docs.python.org/3/tutorial/controlflow.html" TargetMode="External" /><ns0:Relationship Id="rIdLink2" Type="http://schemas.openxmlformats.org/officeDocument/2006/relationships/hyperlink" Target="https://docs.python.org/3/tutorial/controlflow.html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492f13aa0d4279" /><ns0:Relationship Type="http://schemas.openxmlformats.org/officeDocument/2006/relationships/image" Target="../media/image2.png" Id="Rb1eaaf57f8364921" /><ns0:Relationship Id="rIdLink1" Type="http://schemas.openxmlformats.org/officeDocument/2006/relationships/hyperlink" Target="https://docs.python.org/3/tutorial/errors.html" TargetMode="External" /><ns0:Relationship Id="rIdLink2" Type="http://schemas.openxmlformats.org/officeDocument/2006/relationships/hyperlink" Target="https://docs.python.org/3/tutorial/errors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db8af3db0344e7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A34795-8320-49B0-92A6-79E50454368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1ACD2638-4609-40B2-BA60-2FA10DB65DC2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기초 · 저장한 파일을 실행하고 값 추적하기</a:t>
            </a:r>
          </a:p>
        </p:txBody>
      </p:sp>
      <p:sp>
        <p:nvSpPr>
          <p:cNvPr id="4" name="">
            <a:extLst>
              <a:ext uri="{FF2B5EF4-FFF2-40B4-BE49-F238E27FC236}">
                <ns3:creationId id="{3181D094-B3D3-44C7-B63C-98CC44E3DAF0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2026-10-14</a:t>
            </a:r>
          </a:p>
        </p:txBody>
      </p:sp>
      <p:sp>
        <p:nvSpPr>
          <p:cNvPr id="5" name="">
            <a:extLst>
              <a:ext uri="{FF2B5EF4-FFF2-40B4-BE49-F238E27FC236}">
                <ns3:creationId id="{50205408-1349-44C8-BDFF-F33FBBE3F1CA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배우는 사람을 위한 실무 수업</a:t>
            </a:r>
          </a:p>
        </p:txBody>
      </p:sp>
      <p:sp>
        <p:nvSpPr>
          <p:cNvPr id="6" name="">
            <a:extLst>
              <a:ext uri="{FF2B5EF4-FFF2-40B4-BE49-F238E27FC236}">
                <ns3:creationId id="{62C9FAA2-2BB8-49CE-B937-DCF2256C52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A2423A6F-F574-4222-BA5A-5DD74267546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71467943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e56f5cf39a742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9F40EB-1D55-4E13-BF6A-135EC7C954C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53F74C8-6466-4C8B-A629-BEDA761C52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하루의 수업과 휴식</a:t>
            </a:r>
          </a:p>
        </p:txBody>
      </p:sp>
      <p:sp>
        <p:nvSpPr>
          <p:cNvPr id="4" name="">
            <a:extLst>
              <a:ext uri="{FF2B5EF4-FFF2-40B4-BE49-F238E27FC236}">
                <ns3:creationId id="{B9E1F0DA-70AC-4AF0-88A2-8A56D74E42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FF5A1D4-9FC4-4705-B15A-CD5439244E0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10:00~10:50,11:00~11:50에 수업하고 중식은11:50~13:00입니다.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C81EB1A-5C6E-4039-9B2A-6BED6818DD5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오후는13:00,14:00,15:00,16:00부터 각각50분씩 수업합니다.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3EC0392-6084-4603-850D-F978DF00B13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 사이10분은 휴식입니다.16:50~17:00은 저장 확인과 종료 준비입니다.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B4C76CB-AC59-4FEE-B020-29DB768BF3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7A88F476-27BA-48E3-B9C8-41A0C794B5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966447236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056005f91114c8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E63CD18-3033-4952-B6FC-349C45E154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7CD2CF1-0E9D-4CB2-8549-B39B2552D1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편집기·탐색기·터미널</a:t>
            </a:r>
          </a:p>
        </p:txBody>
      </p:sp>
      <p:sp>
        <p:nvSpPr>
          <p:cNvPr id="4" name="">
            <a:extLst>
              <a:ext uri="{FF2B5EF4-FFF2-40B4-BE49-F238E27FC236}">
                <ns3:creationId id="{86DE3831-370B-4063-8976-9F98A1542D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B8D8D1-DEB3-4620-983D-CF65CA5D019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탐색기는 파일 위치를 찾고, 편집기는 코드 내용을 입력합니다.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6D0123A-2C0A-46AC-813E-B1D01B2BD06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터미널은 명령을 입력해 저장된 Python 파일을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25F40ED-D4AA-40A0-B795-B55A5B780F9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화면에서 코드를 고쳤다면 저장한 뒤 터미널에서 다시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BE2D7F4-B97B-4554-92CF-9570DB58311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오늘은 제공 자료의 course/data·code·work 배치를 유지합니다.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458C22B-4412-4182-834D-11D7AD8B60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592B792F-290C-4EC7-980C-5F62CB87FF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534407884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d35e47873d446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7D445B-3B6F-4119-8B83-CFFCA977D0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DBAAB9-EB3E-427A-A2B0-59DF74F3A4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파일을 준비하기</a:t>
            </a:r>
          </a:p>
        </p:txBody>
      </p:sp>
      <p:sp>
        <p:nvSpPr>
          <p:cNvPr id="4" name="">
            <a:extLst>
              <a:ext uri="{FF2B5EF4-FFF2-40B4-BE49-F238E27FC236}">
                <ns3:creationId id="{8C32015D-0A4C-49A4-9925-75CD0920943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097DF45-EF1F-4263-B079-077E9F47147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 ZIP을 일반 폴더에 모두 풉니다. 압축 안에서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D31F8B-51EF-4E94-9454-D1A479E2C70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course/code/A02_print.py를 복사해 course/work/A02_print.py로 둡니다.</a:t>
            </a:r>
          </a:p>
        </p:txBody>
      </p:sp>
      <p:sp>
        <p:nvSpPr>
          <p:cNvPr id="7" name="">
            <a:extLst>
              <a:ext uri="{FF2B5EF4-FFF2-40B4-BE49-F238E27FC236}">
                <ns3:creationId id="{81C6CA54-7C91-4BA0-B73B-E28BFA9E2D0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work/A02_print.py를 텍스트 편집기로 열어 수정합니다.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6C8C2B5-5914-4A1C-AD45-C6EAF920D8C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UTF-8로 저장하고 이름이 A02_print.py.txt가 아닌지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8F48CE0-BA12-4A79-9DBB-A789575E837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4D2A9B1B-5D96-4977-A30F-EFC1567B51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303383521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889d3abcec843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DECEEF-838E-44E0-90E1-05086FC5601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A532C29-38C0-4696-B21E-F35F4D96A67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폴더부터</a:t>
            </a:r>
          </a:p>
        </p:txBody>
      </p:sp>
      <p:sp>
        <p:nvSpPr>
          <p:cNvPr id="4" name="">
            <a:extLst>
              <a:ext uri="{FF2B5EF4-FFF2-40B4-BE49-F238E27FC236}">
                <ns3:creationId id="{8B920753-91A8-4C07-B289-7AE01B651B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F2A46BC-AB42-4D6B-857C-50C66384E70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파일은 저장한 문서나 코드 한 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8C96CCF-BF0D-46ED-816C-934CE584EA4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둔 위치입니다.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171927D-D67D-471C-A626-544D51D6D55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확장자는 이름 끝의 .csv, .json, .py입니다.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679746D-C67A-4760-A739-629BCDB5D70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원본은 그대로 두고 복사한 파일을 수정합니다.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32CCC64-DCE0-4CCD-8884-51E97C09BD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E564F14A-A301-4D6E-8ADC-F0F7A34080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504686624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eae783140ea4a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F4AD996-97D8-4DC9-8FBD-8A1F318867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132525D-07A3-4622-A49C-69786B4806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될 때 수업 따라가기</a:t>
            </a:r>
          </a:p>
        </p:txBody>
      </p:sp>
      <p:sp>
        <p:nvSpPr>
          <p:cNvPr id="4" name="">
            <a:extLst>
              <a:ext uri="{FF2B5EF4-FFF2-40B4-BE49-F238E27FC236}">
                <ns3:creationId id="{2310F717-9990-476B-A2D2-57E7718070A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84EF41-5F5C-43D4-8CC5-1ABD770B752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설치가 안 된 것과 내용을 이해하지 못한 것은 따로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E362183-B5A6-411E-8E30-E642EF4DD82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되면 코드가 처리하는 순서를 종이에 적어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ADB3C21-DC28-43FC-B768-ABFD637D589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실행했는지, 강사의 시연을 보았는지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3C58EB9-2905-42B8-B78A-58DFA0E9B0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FC8CBA30-B430-4DA9-B66A-2AD8331141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970192868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5f145be16f0435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A83E414-2639-4E13-87B8-D7751F58CD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E4608B9-7C6B-4ADE-B451-4CF164448B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배울 여섯 가지</a:t>
            </a:r>
          </a:p>
        </p:txBody>
      </p:sp>
      <p:sp>
        <p:nvSpPr>
          <p:cNvPr id="4" name="">
            <a:extLst>
              <a:ext uri="{FF2B5EF4-FFF2-40B4-BE49-F238E27FC236}">
                <ns3:creationId id="{04DF1AEE-BDDD-4DD5-9506-DE6D435B97C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94DE12B-A8B5-440D-AA0E-044E8228F61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실행 → 변수 → 자료형과 연산</a:t>
            </a:r>
          </a:p>
        </p:txBody>
      </p:sp>
      <p:sp>
        <p:nvSpPr>
          <p:cNvPr id="6" name="">
            <a:extLst>
              <a:ext uri="{FF2B5EF4-FFF2-40B4-BE49-F238E27FC236}">
                <ns3:creationId id="{55B42625-0D2B-4016-92B8-7EBE30FACA2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비교와 조건 → 반복 → 작은 점검표</a:t>
            </a:r>
          </a:p>
        </p:txBody>
      </p:sp>
      <p:sp>
        <p:nvSpPr>
          <p:cNvPr id="7" name="">
            <a:extLst>
              <a:ext uri="{FF2B5EF4-FFF2-40B4-BE49-F238E27FC236}">
                <ns3:creationId id="{FB50BD24-65BD-4653-9AE1-0F3E1E1936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D85F7343-B1AF-4966-8CF7-551E0983009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876038686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f7c1535ecaf743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83FC51-7413-4C27-9727-A409840CC2E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5FABD55-F8BC-4838-9B0F-77C139F8426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파일에서 출력까지</a:t>
            </a:r>
          </a:p>
        </p:txBody>
      </p:sp>
      <p:sp>
        <p:nvSpPr>
          <p:cNvPr id="4" name="">
            <a:extLst>
              <a:ext uri="{FF2B5EF4-FFF2-40B4-BE49-F238E27FC236}">
                <ns3:creationId id="{CED85361-B688-4A2F-8672-E581C132F1B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A3208C8F-071D-44FD-AC69-7EA517AA8D6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AE24A6-EE0B-44E4-8540-1CB14FA12A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BA6CBA96-4B09-4766-845F-DE656E4008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988497472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0fb5dcd0b33468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CB5224-3F48-4A25-B694-E26FB1F6D4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6824B1E-4D71-404F-A80C-AB43AE3CF07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입력·처리·출력</a:t>
            </a:r>
          </a:p>
        </p:txBody>
      </p:sp>
      <p:sp>
        <p:nvSpPr>
          <p:cNvPr id="4" name="">
            <a:extLst>
              <a:ext uri="{FF2B5EF4-FFF2-40B4-BE49-F238E27FC236}">
                <ns3:creationId id="{A46895B5-3BF9-437B-9A54-38AE5EACFD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9D3E10-8509-4E70-B4CA-08904C0F32C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입력: 일을 시작하기 전에 주어진 값</a:t>
            </a:r>
          </a:p>
        </p:txBody>
      </p:sp>
      <p:sp>
        <p:nvSpPr>
          <p:cNvPr id="6" name="">
            <a:extLst>
              <a:ext uri="{FF2B5EF4-FFF2-40B4-BE49-F238E27FC236}">
                <ns3:creationId id="{99554C5F-6225-422F-A044-729866CCAA8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처리: 정해진 규칙을 적용하는 순서</a:t>
            </a:r>
          </a:p>
        </p:txBody>
      </p:sp>
      <p:sp>
        <p:nvSpPr>
          <p:cNvPr id="7" name="">
            <a:extLst>
              <a:ext uri="{FF2B5EF4-FFF2-40B4-BE49-F238E27FC236}">
                <ns3:creationId id="{9E7B627B-6A20-440A-9A2A-FF37433F6F6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출력: 처리한 뒤 보여 주는 결과</a:t>
            </a:r>
          </a:p>
        </p:txBody>
      </p:sp>
      <p:sp>
        <p:nvSpPr>
          <p:cNvPr id="8" name="">
            <a:extLst>
              <a:ext uri="{FF2B5EF4-FFF2-40B4-BE49-F238E27FC236}">
                <ns3:creationId id="{98D76C5F-59EC-4F34-9328-7B85B65ACE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9D7B9F40-79DE-4E5E-96DC-1E32FC2713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921558998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3f71ab776d444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9842B70-B10E-4DE5-8C9F-2283ED37841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0BF3AEC-5BF1-46E1-917B-8B146B238E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열기와 코드 실행하기</a:t>
            </a:r>
          </a:p>
        </p:txBody>
      </p:sp>
      <p:sp>
        <p:nvSpPr>
          <p:cNvPr id="4" name="">
            <a:extLst>
              <a:ext uri="{FF2B5EF4-FFF2-40B4-BE49-F238E27FC236}">
                <ns3:creationId id="{69EC6966-9D46-4E23-9FEF-2EDC4156BF8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802E39-CC9A-463E-9695-23DFE2A0A03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편집기는 코드 내용을 보여 줍니다.</a:t>
            </a:r>
          </a:p>
        </p:txBody>
      </p:sp>
      <p:sp>
        <p:nvSpPr>
          <p:cNvPr id="6" name="">
            <a:extLst>
              <a:ext uri="{FF2B5EF4-FFF2-40B4-BE49-F238E27FC236}">
                <ns3:creationId id="{622A25CF-92DF-4A38-BACB-8C4B7B30E96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Python은 파일의 명령을 처리합니다.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7A0DAF0-5BE4-4D23-AEC8-C58BBC5C90F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출력은 코드 파일과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09C6A27-5CF3-4CAF-80D3-F245F1B2E3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D6E6F891-2D1E-40A7-909C-BD17F29E908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958223481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efc80412010412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D0430F4-C4BE-4C60-9054-60FE22C3C0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54AF943-C9A7-4FAC-86FF-7412B15449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첫 출력</a:t>
            </a:r>
          </a:p>
        </p:txBody>
      </p:sp>
      <p:sp>
        <p:nvSpPr>
          <p:cNvPr id="4" name="">
            <a:extLst>
              <a:ext uri="{FF2B5EF4-FFF2-40B4-BE49-F238E27FC236}">
                <ns3:creationId id="{E782E050-8981-4FB6-8112-7043041D93B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061C42-78DB-4072-9E24-42A03968C39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course/work/A02_print.py</a:t>
            </a:r>
          </a:p>
        </p:txBody>
      </p:sp>
      <p:sp>
        <p:nvSpPr>
          <p:cNvPr id="6" name="">
            <a:extLst>
              <a:ext uri="{FF2B5EF4-FFF2-40B4-BE49-F238E27FC236}">
                <ns3:creationId id="{A887991C-4FB4-4B6F-9D45-5E50B25960BB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work/A02_print.py</a:t>
            </a:r>
          </a:p>
        </p:txBody>
      </p:sp>
      <p:sp>
        <p:nvSpPr>
          <p:cNvPr id="7" name="">
            <a:extLst>
              <a:ext uri="{FF2B5EF4-FFF2-40B4-BE49-F238E27FC236}">
                <ns3:creationId id="{BAA52FCA-5305-4278-A34F-F1505ADB46F5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B317BA6F-2B06-41D0-B41B-61352D7FAE7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45E441DB-DA06-4919-AC0F-D73894B44AB1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화면에 수업 시작을 표시합니다.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0ADD843-1CCA-41FD-A1A6-E56F7F15033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630CC7FB-3F61-4880-81FB-B8EDAD66A589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print("Python 점검 시작")</a:t>
            </a:r>
          </a:p>
        </p:txBody>
      </p:sp>
      <p:sp>
        <p:nvSpPr>
          <p:cNvPr id="12" name="">
            <a:extLst>
              <a:ext uri="{FF2B5EF4-FFF2-40B4-BE49-F238E27FC236}">
                <ns3:creationId id="{435CDB8F-1EE9-4114-8A91-F02D5D8141CA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35C930FF-B797-4F28-937C-5C1984875DF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print("S01", 22.5)</a:t>
            </a:r>
          </a:p>
        </p:txBody>
      </p:sp>
      <p:sp>
        <p:nvSpPr>
          <p:cNvPr id="14" name="">
            <a:extLst>
              <a:ext uri="{FF2B5EF4-FFF2-40B4-BE49-F238E27FC236}">
                <ns3:creationId id="{8D481712-AE84-41A7-AF1A-92B4C76A81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5" name="">
            <a:extLst>
              <a:ext uri="{FF2B5EF4-FFF2-40B4-BE49-F238E27FC236}">
                <ns3:creationId id="{28E4C8FD-C92A-444B-8AB1-93E711633E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2055358049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5b353e9dfb4429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828A84B-DE19-4F62-92A5-64DFB2E2B4D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E9F237D-9A54-43F4-B105-E93AD0A2DF2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첫 출력</a:t>
            </a:r>
          </a:p>
        </p:txBody>
      </p:sp>
      <p:sp>
        <p:nvSpPr>
          <p:cNvPr id="4" name="">
            <a:extLst>
              <a:ext uri="{FF2B5EF4-FFF2-40B4-BE49-F238E27FC236}">
                <ns3:creationId id="{666E7BE3-9DDF-4B6A-995A-F5757420A7E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74FA539-12E3-4250-91C9-77634142B5B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# 뒤의 글은 사람이 읽는 주석이며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07502A0-44D3-4BBF-B579-9FEC1127F86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print는 괄호 안 값을 화면에 표시합니다. 괄호는 호출의 시작과 끝입니다.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F544CC2-B571-4F8C-BF80-67E6FF9B51F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큰따옴표는 글자의 경계이고, 쉼표는 두 출력 값을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049E4C2F-CA40-45DC-AB20-660F1BA49E8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"S01"은 글자, 22.5는 수치입니다. 쉼표 자리에는 공백이 출력됩니다.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A3234B0-FAFD-4BE9-98DF-B7289D5CB3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4E196054-42E2-4FCE-9429-B0CB0113CE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422434997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5d008b294dd49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FA2009F-7D8D-42E5-BFF6-9913B8B5983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EF3F976-B126-46B8-9BDA-1B38BA496D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코드의 세 줄</a:t>
            </a:r>
          </a:p>
        </p:txBody>
      </p:sp>
      <p:sp>
        <p:nvSpPr>
          <p:cNvPr id="4" name="">
            <a:extLst>
              <a:ext uri="{FF2B5EF4-FFF2-40B4-BE49-F238E27FC236}">
                <ns3:creationId id="{8036AF0C-F73C-41D3-A112-6140627E0E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EEDE81-5D8D-4233-9819-F841502E54F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#으로 시작한 줄은 주석입니다.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BA5B94B-87D2-4D72-AFF3-967805364FC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print는 괄호 안 값을 화면에 보여 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66BEED-C2E8-4FC3-B2A0-3372DBA6304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큰따옴표 안 글자는 문자열입니다.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834A6C6-C844-4B2D-A777-4E7FB05801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4445F5D2-DBB5-4705-8491-61540E18DB0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183910610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8993fb04aa147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E7D732-ABF5-499B-8CA1-CEAA65AB33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C1804DC-8EB3-4E0E-9B2F-CA41EA5FF11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두 줄</a:t>
            </a:r>
          </a:p>
        </p:txBody>
      </p:sp>
      <p:sp>
        <p:nvSpPr>
          <p:cNvPr id="4" name="">
            <a:extLst>
              <a:ext uri="{FF2B5EF4-FFF2-40B4-BE49-F238E27FC236}">
                <ns3:creationId id="{B4346366-8379-4B2F-ADFF-03CD75EC67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007BB50-9364-4697-8214-16DDD7A9F8B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5D6FF92-6FB9-43A1-9F34-34390957BE26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BD1E544-FD80-4411-9ABA-CE8D025BDCDC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점검 시작</a:t>
            </a:r>
          </a:p>
        </p:txBody>
      </p:sp>
      <p:sp>
        <p:nvSpPr>
          <p:cNvPr id="8" name="">
            <a:extLst>
              <a:ext uri="{FF2B5EF4-FFF2-40B4-BE49-F238E27FC236}">
                <ns3:creationId id="{312DB849-7AFA-45DB-AFF1-C1D62FC2938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94D38E8-A478-4BF3-9B1F-6805B3326927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 22.5</a:t>
            </a:r>
          </a:p>
        </p:txBody>
      </p:sp>
      <p:sp>
        <p:nvSpPr>
          <p:cNvPr id="10" name="">
            <a:extLst>
              <a:ext uri="{FF2B5EF4-FFF2-40B4-BE49-F238E27FC236}">
                <ns3:creationId id="{FBDF3F52-CCFC-456B-BBEC-ACA6052E91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1" name="">
            <a:extLst>
              <a:ext uri="{FF2B5EF4-FFF2-40B4-BE49-F238E27FC236}">
                <ns3:creationId id="{03A2BC82-E979-4A86-BF79-20112990030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450002705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b81d492d8b346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CC11CB-4D20-4751-AC2E-569D83D878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9F5A21D-110E-4CEA-9C89-F3DE9E40DE9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위치를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59006468-9C9A-4D7D-AF39-EEDB66D911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073D14-9AE2-43AE-94D1-A8801A00FA2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ZIP을 모두 추출합니다.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B13F496-4837-43D2-9C66-5E08C40CEB0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폴더에서 PowerShell을 엽니다.</a:t>
            </a:r>
          </a:p>
        </p:txBody>
      </p:sp>
      <p:sp>
        <p:nvSpPr>
          <p:cNvPr id="7" name="">
            <a:extLst>
              <a:ext uri="{FF2B5EF4-FFF2-40B4-BE49-F238E27FC236}">
                <ns3:creationId id="{46ABF49B-BD45-47F4-B1CD-F65AFEA9975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code·data·work가 보이는지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3308286-3FAD-4697-8DAD-5A9455DD04B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81AC59A4-FCF1-421A-B087-AE29E7A835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763817082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884a5fddd64a4e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5F40671-40EA-41D5-87B0-8657A6BE40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0878BBC4-F077-4505-B984-6258D249F49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폴더에서 실행</a:t>
            </a:r>
          </a:p>
        </p:txBody>
      </p:sp>
      <p:sp>
        <p:nvSpPr>
          <p:cNvPr id="4" name="">
            <a:extLst>
              <a:ext uri="{FF2B5EF4-FFF2-40B4-BE49-F238E27FC236}">
                <ns3:creationId id="{565BDF2E-10C1-4A27-8861-E40BB7F1E4A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1E79591-4CB7-4B9D-92E0-233D9F00759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PowerShell의 PS …&gt;는 안내 표시입니다. 명령에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1BAF173-DF26-4333-8845-18F52504BAA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python은 실행 도구, -X utf8은 글자 인코딩 설정입니다.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4F30CD0-78CA-42B6-AF04-E49273956F2A}"/>
              </a:ext>
            </a:extLst>
          </p:cNvPr>
          <p:cNvSpPr>
            <a:spLocks noGrp="1"/>
          </p:cNvSpPr>
          <p:nvPr/>
        </p:nvSpPr>
        <p:spPr>
          <a:xfrm>
            <a:off x="685800" y="284607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work/A02_print.py는 지금 실행할 파일입니다. 원본 code와 구별합니다.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1438EB7-714A-46FE-B851-41C5725F54B4}"/>
              </a:ext>
            </a:extLst>
          </p:cNvPr>
          <p:cNvSpPr>
            <a:spLocks noGrp="1"/>
          </p:cNvSpPr>
          <p:nvPr/>
        </p:nvSpPr>
        <p:spPr>
          <a:xfrm>
            <a:off x="685800" y="342138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F0AA82AC-80CD-4D4D-B3A2-3F3811677329}"/>
              </a:ext>
            </a:extLst>
          </p:cNvPr>
          <p:cNvSpPr>
            <a:spLocks noGrp="1"/>
          </p:cNvSpPr>
          <p:nvPr/>
        </p:nvSpPr>
        <p:spPr>
          <a:xfrm>
            <a:off x="838200" y="357378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10" name="">
            <a:extLst>
              <a:ext uri="{FF2B5EF4-FFF2-40B4-BE49-F238E27FC236}">
                <ns3:creationId id="{02070D15-1BA0-4A63-8AA8-C48F0799EE7D}"/>
              </a:ext>
            </a:extLst>
          </p:cNvPr>
          <p:cNvSpPr>
            <a:spLocks noGrp="1"/>
          </p:cNvSpPr>
          <p:nvPr/>
        </p:nvSpPr>
        <p:spPr>
          <a:xfrm>
            <a:off x="1343025" y="354520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work/A02_print.py</a:t>
            </a:r>
          </a:p>
        </p:txBody>
      </p:sp>
      <p:sp>
        <p:nvSpPr>
          <p:cNvPr id="11" name="">
            <a:extLst>
              <a:ext uri="{FF2B5EF4-FFF2-40B4-BE49-F238E27FC236}">
                <ns3:creationId id="{97BD57EC-86D7-4FD6-B007-5A8F08DFDBE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2" name="">
            <a:extLst>
              <a:ext uri="{FF2B5EF4-FFF2-40B4-BE49-F238E27FC236}">
                <ns3:creationId id="{093DAC32-DEF8-458A-A31D-D1627B0B842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036489482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3b91279ef2b431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0BB0FC-6E12-4F3E-90A2-22D2D5A3F24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D770598-C47E-4CF0-B620-8BD974BD14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실행이 안 되면</a:t>
            </a:r>
          </a:p>
        </p:txBody>
      </p:sp>
      <p:sp>
        <p:nvSpPr>
          <p:cNvPr id="4" name="">
            <a:extLst>
              <a:ext uri="{FF2B5EF4-FFF2-40B4-BE49-F238E27FC236}">
                <ns3:creationId id="{4B0728CC-A015-4177-9059-1A2D792ECE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EC93F5F-A3A8-4A39-80F9-6B584DE7918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python을 찾지 못한다는 메시지: 실행 도구 설치·등록을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EEEA30E-38F0-4901-84B4-7567DB54BF6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못 연다는 메시지: 현재 폴더가 course인지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F3F8076-A888-455B-9E80-3AB4BEC067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SyntaxError: 오류 줄의 큰따옴표·괄호가 짝을 이루는지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2C471CB-1870-4830-A8FF-3636DE4B45D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수정했는데 옛 글이 보이면 저장 여부와 명령의 work 파일명을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DCA539E-844B-4E2A-AB40-F1E5548F20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6F34BD78-E9E1-4F22-AA93-5CF179C6F5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596677641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064a730f5d94ba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0022D25-2A2B-4663-9683-43BD95B73A2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8C3684B-817B-45AC-949F-417040BEE1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나면 무엇부터 볼까요?</a:t>
            </a:r>
          </a:p>
        </p:txBody>
      </p:sp>
      <p:sp>
        <p:nvSpPr>
          <p:cNvPr id="4" name="">
            <a:extLst>
              <a:ext uri="{FF2B5EF4-FFF2-40B4-BE49-F238E27FC236}">
                <ns3:creationId id="{CDE4492A-B822-439C-B02D-DD3A471263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5B7C2B3-7E97-4ADC-A135-37BEE8AFDB6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없음: 위치·이름·확장자를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6FC6E9C-BA0C-464F-8AFB-95BF667CD69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문법 오류: 따옴표와 괄호의 짝을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2C4AE83-94D3-416C-B86B-BE4DDC7446D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옛 문구: 저장 여부와 실행 경로를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E3297FC-F7B0-45A7-A341-BB53078000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D6EB1308-BB42-4684-B17A-06B7A18605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126143043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b786b8f5a9514df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BF2C763-8FA7-4867-A3C0-A71C0609E8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5AF09F35-2AA9-450E-BF35-793085AD4BD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편집한 파일과 실행한 파일</a:t>
            </a:r>
          </a:p>
        </p:txBody>
      </p:sp>
      <p:sp>
        <p:nvSpPr>
          <p:cNvPr id="4" name="">
            <a:extLst>
              <a:ext uri="{FF2B5EF4-FFF2-40B4-BE49-F238E27FC236}">
                <ns3:creationId id="{7D5233AB-781F-4418-997A-495E40F410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312367"/>
                <a:gridCol w="750803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대상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화면에 쓴 새 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디스크의 work 파일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명령이 가리키는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D5FA178-F3A1-4179-860E-7F3F100D9636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문구를 고쳤는데 실행 결과는 이전 문구입니다.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390C66B-3C81-4353-8786-5D2E20C3EDA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92C7C907-E0BD-42AA-9321-A095EFA488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1317546916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b72ae539e2647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522913A-EE9A-4116-BDFA-01B55B4748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E99C07A-544E-4BD5-84B5-F928850559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F9D0618-05EC-4854-A3B5-09257F1C13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1교시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E2ABF7AD-F60B-4F9C-B400-B359881FAB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7BCCB26-5010-4D0A-8BDF-B9496BCF267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ECF986E-A30F-4F30-8CE6-43FD860E824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work에는 검사 B가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F72A216-EC97-442B-B5B5-7E287719D21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431021E-0816-4D91-9EC5-3F128CDA6AD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code를 실행하니 검사 A가 나옵니다.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8699335-047D-471B-808A-DAE69D84BF7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5074ECC-F1CC-4AD0-9B33-BBCA4808642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확인할 사실과 다음 행동을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95F5CDCA-012C-43A4-8A8D-B4B47B9597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ED1B99E0-D73D-45DC-96A5-6923C7E33B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371176502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9557d9a2f1742f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8491E9-1AA1-4302-A739-3E71D66DB65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0A6CB0B-5C5A-4AFF-971E-8915E02CBF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work 파일 저장·실행</a:t>
            </a:r>
          </a:p>
        </p:txBody>
      </p:sp>
      <p:sp>
        <p:nvSpPr>
          <p:cNvPr id="4" name="">
            <a:extLst>
              <a:ext uri="{FF2B5EF4-FFF2-40B4-BE49-F238E27FC236}">
                <ns3:creationId id="{BF7C3E33-7A4F-4ED3-BB5C-4685A6B7D2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B5ED0A6-C451-4939-AB68-355DD4553D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경로와 실행 경로가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3119F39-A1A3-4609-B4AE-BCA3A1DCCEB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work를 저장한 뒤 같은 주소를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D9110B8-9300-434E-936E-97961E455B8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C1F589D9-6406-4EC3-82E0-383AA471931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83554488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bcdd06f9b9740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5F8D0CB-B9F6-4ABF-BE32-C27548FDE5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14B735F-9999-42AE-AC68-94DF4DF599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83CE613-906D-438D-8FE5-DE4E2F04AB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첫 출력 저장·실행</a:t>
            </a:r>
          </a:p>
        </p:txBody>
      </p:sp>
      <p:sp>
        <p:nvSpPr>
          <p:cNvPr id="5" name="">
            <a:extLst>
              <a:ext uri="{FF2B5EF4-FFF2-40B4-BE49-F238E27FC236}">
                <ns3:creationId id="{8DE6A9D1-28B4-4496-A89D-FE64FA96E48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F458231-F124-41AD-928E-145A9419D6C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1EA2533-0740-4A5F-9832-83973D22837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work/A02_print.py의 S01을 S02로,22.5를24.0으로 바꾸세요.</a:t>
            </a:r>
          </a:p>
        </p:txBody>
      </p:sp>
      <p:sp>
        <p:nvSpPr>
          <p:cNvPr id="8" name="">
            <a:extLst>
              <a:ext uri="{FF2B5EF4-FFF2-40B4-BE49-F238E27FC236}">
                <ns3:creationId id="{4B17547F-9F63-4F73-8313-48BB2803932E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54B7233-68A0-4FB9-A48C-981E5FEC50CC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 전에 예상 두 줄을 적고 저장·실행 후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FDCB193-4228-4611-9D07-1BC0205F749B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251FFF6-CD63-41AF-9FD3-BCD1D4BA05C2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명령이 code가 아닌 work 파일을 가리키는지 확인하세요.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EBEA48A2-3ABD-461C-B3DF-1CE7BAC8ACF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1A9CD73D-014A-4AB2-B95F-294E5F557B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1536434834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2934a60bbb745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6FD63CB-1BDC-4406-A550-F94BEAEFA5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0F1A477-C13B-4796-BC74-5394C907094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첫 출력 저장·실행</a:t>
            </a:r>
          </a:p>
        </p:txBody>
      </p:sp>
      <p:sp>
        <p:nvSpPr>
          <p:cNvPr id="4" name="">
            <a:extLst>
              <a:ext uri="{FF2B5EF4-FFF2-40B4-BE49-F238E27FC236}">
                <ns3:creationId id="{8C5CC9D7-5F71-40CC-B07E-0062355724B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C9F897-39AA-41C9-8F90-AABAC801DA0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점검 시작 / S02 24.0 두 줄이 나옵니다.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F6A6A45-6981-470F-9C34-2B871AADB0E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문자열은 고치지 않았으므로 유지됩니다. 쉼표가 두 값을 공백으로 나눕니다.</a:t>
            </a:r>
          </a:p>
        </p:txBody>
      </p:sp>
      <p:sp>
        <p:nvSpPr>
          <p:cNvPr id="7" name="">
            <a:extLst>
              <a:ext uri="{FF2B5EF4-FFF2-40B4-BE49-F238E27FC236}">
                <ns3:creationId id="{781D6A8C-3A47-4CF7-9019-CCDCB07A0CB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옛값이 보이면 저장 여부·파일 이름·실행 경로를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3950CB5-741E-437E-95BC-51A8BCB3800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2081A0CA-F80E-44D2-9011-ABF7EEE8F2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1120737082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43f5c438cfb43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2740D0A-4BDD-4A16-8851-6B828D429F1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D239A214-BA19-41A4-877B-87BBB6C8CCB9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값에 이름 붙이기</a:t>
            </a:r>
          </a:p>
        </p:txBody>
      </p:sp>
      <p:sp>
        <p:nvSpPr>
          <p:cNvPr id="4" name="">
            <a:extLst>
              <a:ext uri="{FF2B5EF4-FFF2-40B4-BE49-F238E27FC236}">
                <ns3:creationId id="{10A8A92E-198E-4AC5-B357-5B8A2D80FB64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9808001-B671-4D82-88F1-93F21F3626E4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ED6A14E-0BB9-43F9-92FF-BF0A778DDD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325F6859-BCF2-422E-909C-B1270086758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046125389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e6e30f5fc2474b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148CD3-8731-45FA-B1DA-BAACC34248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34A571D-233F-4564-9C5C-53FDADE559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변수 이름</a:t>
            </a:r>
          </a:p>
        </p:txBody>
      </p:sp>
      <p:sp>
        <p:nvSpPr>
          <p:cNvPr id="4" name="">
            <a:extLst>
              <a:ext uri="{FF2B5EF4-FFF2-40B4-BE49-F238E27FC236}">
                <ns3:creationId id="{D710A2BB-74FE-4F22-87F5-027BB17EDB6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7522DDB-FD90-4A5D-BD35-1349D4FCAE5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course/work/A04_example.py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44D9D928-88D3-42AD-8169-EC9FAACB9A2C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work/A04_example.py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EDC9775A-C2D6-4654-85B4-5805AF0CA0B2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32D4582-FC2C-466D-B209-1848A2673044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50529C32-8143-4107-98C5-2B0140F85331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location = "입구"</a:t>
            </a:r>
          </a:p>
        </p:txBody>
      </p:sp>
      <p:sp>
        <p:nvSpPr>
          <p:cNvPr id="10" name="">
            <a:extLst>
              <a:ext uri="{FF2B5EF4-FFF2-40B4-BE49-F238E27FC236}">
                <ns3:creationId id="{FFE4A96B-8457-4E25-B6D8-DADA0FC47542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75E0AC3E-C682-40AB-B417-CEF2B4454CCB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22.5</a:t>
            </a:r>
          </a:p>
        </p:txBody>
      </p:sp>
      <p:sp>
        <p:nvSpPr>
          <p:cNvPr id="12" name="">
            <a:extLst>
              <a:ext uri="{FF2B5EF4-FFF2-40B4-BE49-F238E27FC236}">
                <ns3:creationId id="{FF09C54B-A38A-4E99-80EE-FACD2ED514DA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79C0866C-E89D-4320-A243-4827D3D4F2B6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print(location)</a:t>
            </a:r>
          </a:p>
        </p:txBody>
      </p:sp>
      <p:sp>
        <p:nvSpPr>
          <p:cNvPr id="14" name="">
            <a:extLst>
              <a:ext uri="{FF2B5EF4-FFF2-40B4-BE49-F238E27FC236}">
                <ns3:creationId id="{80B34436-7939-4D7F-A6A2-4A033D55431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FA321429-53A2-4262-8A27-5B6F460A201E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print(temperature_c)</a:t>
            </a:r>
          </a:p>
        </p:txBody>
      </p:sp>
      <p:sp>
        <p:nvSpPr>
          <p:cNvPr id="16" name="">
            <a:extLst>
              <a:ext uri="{FF2B5EF4-FFF2-40B4-BE49-F238E27FC236}">
                <ns3:creationId id="{9BC43E35-D567-40E3-8132-369A8705E5A5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2E20700B-4608-4244-8CAC-806A8EA01ABE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print("location")</a:t>
            </a:r>
          </a:p>
        </p:txBody>
      </p:sp>
      <p:sp>
        <p:nvSpPr>
          <p:cNvPr id="18" name="">
            <a:extLst>
              <a:ext uri="{FF2B5EF4-FFF2-40B4-BE49-F238E27FC236}">
                <ns3:creationId id="{B100B4B7-24A2-4B2C-9F7E-344C9916958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0085D42A-FD2B-4E75-88CF-6B5EF21BDE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77678064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d0ae1c0e9144e3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EEFADCD-2044-411D-BDB8-94D091293A9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8324998-735F-41AE-8A9D-191203B4444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변수 이름</a:t>
            </a:r>
          </a:p>
        </p:txBody>
      </p:sp>
      <p:sp>
        <p:nvSpPr>
          <p:cNvPr id="4" name="">
            <a:extLst>
              <a:ext uri="{FF2B5EF4-FFF2-40B4-BE49-F238E27FC236}">
                <ns3:creationId id="{A3D95ED4-70D5-4C38-BFC3-BD2A4A08EE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954F9C-6C66-4105-BE5F-2EC1E4020F8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오른쪽 값을 왼쪽 이름에 저장하는 대입입니다. 수학의 등호와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A01AFA6-EA0F-4462-93FE-E56EF15E1CB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location은 변수 이름, "입구"는 문자열 값입니다.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8887747-2030-4276-88D9-E4785719E72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print(location)은 현재 값을 읽고 print("location")은 이름 글자를 출력합니다.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9F138F9-E4A9-4D5E-A729-0C21B8B2C8EA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변수 이름은 대소문자까지 똑같이 써야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CF145D0-BF36-4A16-9CCC-4D3FB00F8EB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86C9B017-6E2F-4ECC-8984-8BDE022149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498617934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4e83d9c04824b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E5DE4F7-5035-4430-BAFD-DACDEBAC16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44365C3-9083-4919-B889-00A32F68828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변수와 문자열은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E4304893-B873-4EC1-AB09-DD1ADC51513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66A5FBF-2FFE-4B76-A511-7361F7AF94B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location을 쓰면 그 변수의 현재 값을 가져옵니다.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08B8F4C-5B58-4EC4-9091-96D3E113251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"location"은 글자 자체입니다.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CE5B34-F952-4A6E-8287-9AA764727AB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오른쪽 값을 왼쪽 이름에 연결합니다.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6D8D68D-2287-497B-83FD-CA357DEE1E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F143E143-C9E7-4475-9CAA-C12A4BB49A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631459823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a00560a87af64a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C26963-AF36-4ACD-8A54-06E139A788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659FF10-2562-4B7E-9D8F-E38A89ABA16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이름과 글자</a:t>
            </a:r>
          </a:p>
        </p:txBody>
      </p:sp>
      <p:sp>
        <p:nvSpPr>
          <p:cNvPr id="4" name="">
            <a:extLst>
              <a:ext uri="{FF2B5EF4-FFF2-40B4-BE49-F238E27FC236}">
                <ns3:creationId id="{1998343E-8A75-4B32-BB56-FAA7097A0B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0BCEC4F-955F-4C9B-9566-0E22C565738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85845D8-6996-4391-8394-EA7B9C990A0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070524C-9B3B-4DC4-9B91-332B4577C2B1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입구</a:t>
            </a:r>
          </a:p>
        </p:txBody>
      </p:sp>
      <p:sp>
        <p:nvSpPr>
          <p:cNvPr id="8" name="">
            <a:extLst>
              <a:ext uri="{FF2B5EF4-FFF2-40B4-BE49-F238E27FC236}">
                <ns3:creationId id="{BC516607-A804-463B-96FB-BC55C20303A1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CD740C8-E3B6-48F9-9E3C-B4662B9E5EAC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10" name="">
            <a:extLst>
              <a:ext uri="{FF2B5EF4-FFF2-40B4-BE49-F238E27FC236}">
                <ns3:creationId id="{9A646DE7-C4F3-4A3B-925B-6BD51FA98126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B088E84-5FCA-4E5D-B715-4D09F32A3B51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location</a:t>
            </a:r>
          </a:p>
        </p:txBody>
      </p:sp>
      <p:sp>
        <p:nvSpPr>
          <p:cNvPr id="12" name="">
            <a:extLst>
              <a:ext uri="{FF2B5EF4-FFF2-40B4-BE49-F238E27FC236}">
                <ns3:creationId id="{34648470-C4EA-4E22-B947-A2AECD174C3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043CD76D-A067-4EEC-80FD-48F58B6DC0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61292798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b536220a2f9047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878AE9-107C-4C27-AE63-3EBC0E4AA3B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3454AD6-CE17-4972-B3FE-FFDD8FD6EE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다시 대입하기</a:t>
            </a:r>
          </a:p>
        </p:txBody>
      </p:sp>
      <p:sp>
        <p:nvSpPr>
          <p:cNvPr id="4" name="">
            <a:extLst>
              <a:ext uri="{FF2B5EF4-FFF2-40B4-BE49-F238E27FC236}">
                <ns3:creationId id="{63DF32FE-B1F6-4C81-81BA-07519B0C5D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AE54B9-CD51-43C5-86E1-12EFD601879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course/work/A05_example.py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F6C4B966-2A46-491B-9219-538B18888776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work/A05_example.py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C31F726E-1B6A-4B35-8B93-E46CDC3CD323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9A10FE5-7046-4454-8EEE-772D2E507F71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54BF1CAF-29FB-4B56-B48A-A7113A2E5179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22.5</a:t>
            </a:r>
          </a:p>
        </p:txBody>
      </p:sp>
      <p:sp>
        <p:nvSpPr>
          <p:cNvPr id="10" name="">
            <a:extLst>
              <a:ext uri="{FF2B5EF4-FFF2-40B4-BE49-F238E27FC236}">
                <ns3:creationId id="{B1E5285A-4AE2-4FBE-AC9A-628B29E0FB08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A3AEDC42-371C-4C18-9735-6DA7984003E1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print(temperature_c)</a:t>
            </a:r>
          </a:p>
        </p:txBody>
      </p:sp>
      <p:sp>
        <p:nvSpPr>
          <p:cNvPr id="12" name="">
            <a:extLst>
              <a:ext uri="{FF2B5EF4-FFF2-40B4-BE49-F238E27FC236}">
                <ns3:creationId id="{6008568C-A321-498E-A5D0-9AB02A996B9F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56592C6-0B45-4825-9FAE-65E51280730A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24.0</a:t>
            </a:r>
          </a:p>
        </p:txBody>
      </p:sp>
      <p:sp>
        <p:nvSpPr>
          <p:cNvPr id="14" name="">
            <a:extLst>
              <a:ext uri="{FF2B5EF4-FFF2-40B4-BE49-F238E27FC236}">
                <ns3:creationId id="{C983C21F-489B-467D-AA1A-659FCFBC1E76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F81F89F0-6F91-4D00-AFDA-2FE54B4310FD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print(temperature_c)</a:t>
            </a:r>
          </a:p>
        </p:txBody>
      </p:sp>
      <p:sp>
        <p:nvSpPr>
          <p:cNvPr id="16" name="">
            <a:extLst>
              <a:ext uri="{FF2B5EF4-FFF2-40B4-BE49-F238E27FC236}">
                <ns3:creationId id="{F8AFF637-6060-4224-8124-9069DD700F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7" name="">
            <a:extLst>
              <a:ext uri="{FF2B5EF4-FFF2-40B4-BE49-F238E27FC236}">
                <ns3:creationId id="{122343FC-3DD0-4C3B-BAE1-0A21C51E12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765467926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3fecbbabc7d48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0C23031-4B98-4063-92E3-93304FF99B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EDE9961-34D8-43DD-A7BF-33A29B89A94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다시 대입하기</a:t>
            </a:r>
          </a:p>
        </p:txBody>
      </p:sp>
      <p:sp>
        <p:nvSpPr>
          <p:cNvPr id="4" name="">
            <a:extLst>
              <a:ext uri="{FF2B5EF4-FFF2-40B4-BE49-F238E27FC236}">
                <ns3:creationId id="{4E3492A1-023A-4D34-99CA-74ED766215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00C754B-1026-49CD-B0DD-B66D4A1689A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위에서 아래로 한 줄씩 실행하며 같은 이름에 새 값을 저장할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F437D2A-230D-40D0-8018-4CEFEFCB439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print 때 현재 값은 22.5, 두 번째 대입 뒤에는 24.0입니다.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2D7017-9E0A-4EF1-8757-B68360C3AD7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출력 22.5가 화면에서 소급해 바뀌지는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C4D64D7-C057-4A09-AB54-089EADF634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0B5DA967-8702-49A3-AA30-903E75322A8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1376683888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dba2fb7438e84a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7A18EB3-7DB3-44EF-A4BC-79B512E6A1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511F1D12-8E25-4B34-87E7-2A24399435E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순서로 현재 값 보기</a:t>
            </a:r>
          </a:p>
        </p:txBody>
      </p:sp>
      <p:sp>
        <p:nvSpPr>
          <p:cNvPr id="4" name="">
            <a:extLst>
              <a:ext uri="{FF2B5EF4-FFF2-40B4-BE49-F238E27FC236}">
                <ns3:creationId id="{BDE634E1-5CC6-4280-BBAC-95D7F4867C7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143387"/>
                <a:gridCol w="3872761"/>
                <a:gridCol w="280425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행동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대입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print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 대입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둘째 print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8477FF43-1506-460B-A664-EE46D0EFDA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DBF8B2B6-0968-49E1-847F-7AA539F0A73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864183207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d9aec4dc08e489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C8E242-4087-499D-B241-527468D10EE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85C60E8-308C-4EF8-B59F-1CD7083C1D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뒤 어떤 출력이 바뀌나요?</a:t>
            </a:r>
          </a:p>
        </p:txBody>
      </p:sp>
      <p:sp>
        <p:nvSpPr>
          <p:cNvPr id="4" name="">
            <a:extLst>
              <a:ext uri="{FF2B5EF4-FFF2-40B4-BE49-F238E27FC236}">
                <ns3:creationId id="{F67E625D-789F-4669-9088-89FD0ADE76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E5B2AA-F8C5-4C8E-BC49-85C61C4FFD4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둘째 대입을 25.0으로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980E6742-EE64-4BE2-A0D2-5BC8FCE19A2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출력은 22.5를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8346939-12B6-4CBA-91A7-44360700F37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둘째 출력은 25.0이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ABC5B17-916F-4309-8AEC-044264F9FC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95535129-9B75-4783-A04B-0E03DCE2613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1762387623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ceacbcd8f1a44b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8AD9037-006A-460C-95DA-3187808E00B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00AAAD2-FF34-41CA-89A1-A0B2A2F303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이름을 똑같이 쓰기</a:t>
            </a:r>
          </a:p>
        </p:txBody>
      </p:sp>
      <p:sp>
        <p:nvSpPr>
          <p:cNvPr id="4" name="">
            <a:extLst>
              <a:ext uri="{FF2B5EF4-FFF2-40B4-BE49-F238E27FC236}">
                <ns3:creationId id="{42A009F0-656A-44AE-97EE-F22A6A2924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188B476-5CC9-48A8-831B-5387F339168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course/work/A06_example.py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C8B17E0D-A112-4E22-8783-71899ACFA086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work/A06_example.py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81DEA2D9-4145-468A-96BE-95DCBBB5FFF3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7B43A54D-F567-4945-8D4A-2743D04733C1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7E0F9B6A-A84E-4B5F-9677-61706C5E927F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sensor_id = "S01"</a:t>
            </a:r>
          </a:p>
        </p:txBody>
      </p:sp>
      <p:sp>
        <p:nvSpPr>
          <p:cNvPr id="10" name="">
            <a:extLst>
              <a:ext uri="{FF2B5EF4-FFF2-40B4-BE49-F238E27FC236}">
                <ns3:creationId id="{8AB1E72B-90F1-42F5-8EAB-E5D7A6A75C30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1B8B26AE-83B0-4D0E-B99F-8B4A0DD07F78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22.5</a:t>
            </a:r>
          </a:p>
        </p:txBody>
      </p:sp>
      <p:sp>
        <p:nvSpPr>
          <p:cNvPr id="12" name="">
            <a:extLst>
              <a:ext uri="{FF2B5EF4-FFF2-40B4-BE49-F238E27FC236}">
                <ns3:creationId id="{0233DDBA-849E-48BA-B74B-D0B16A3D5E29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5D24A5F5-94FA-4112-8E03-154F251E111A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print(sensor_id, temperature_c)</a:t>
            </a:r>
          </a:p>
        </p:txBody>
      </p:sp>
      <p:sp>
        <p:nvSpPr>
          <p:cNvPr id="14" name="">
            <a:extLst>
              <a:ext uri="{FF2B5EF4-FFF2-40B4-BE49-F238E27FC236}">
                <ns3:creationId id="{36F3A627-3E05-4F82-8F64-7B049A7A6F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5" name="">
            <a:extLst>
              <a:ext uri="{FF2B5EF4-FFF2-40B4-BE49-F238E27FC236}">
                <ns3:creationId id="{D7BAA57D-8867-4494-ACE0-4E841DAA5ED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490926646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8a411dd18f4433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80F093C-3A06-43AA-9A8A-AEB42F9FBC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5B378A3-3AD1-4BA7-A39B-B6211270DC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이름을 똑같이 쓰기</a:t>
            </a:r>
          </a:p>
        </p:txBody>
      </p:sp>
      <p:sp>
        <p:nvSpPr>
          <p:cNvPr id="4" name="">
            <a:extLst>
              <a:ext uri="{FF2B5EF4-FFF2-40B4-BE49-F238E27FC236}">
                <ns3:creationId id="{0FC84EA0-57DD-40A5-8B01-F91B3A9AB73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DDE9EEF-7A7D-4D77-B486-BEFB8EF1BE1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sensor_id는 센서 이름표를 담는 변수이며 S01은 문자열입니다.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2C04E84-3D29-422B-BAC1-8A401A2245A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temperature_c는 온도 숫자를 담습니다. 이름의 밑줄은 빈칸이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E90D45DE-5236-4664-B496-9260E0A2E11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정의한 이름과 다른 Sensor_id를 읽으면 NameError가 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5851E14-8421-474C-9B8C-B48781172A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82F7CF83-7539-4E56-A60D-09C282B8AD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076934504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56acfb4441c440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D573F6-070A-4B85-B35C-F8B5158882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D09E49A-BAF7-4A4B-B784-281D555633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 오류는 철자부터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4E953A18-5548-48CC-B180-45E320ECAB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3A431C5-7021-4AAA-B95C-22C0B15E827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sensor_id와 Sensor_id는 다른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DBD107-BF23-435F-9084-050A796F75F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정의한 이름과 사용하는 이름을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0EB20FF-3CBC-434D-B021-47C33C48DC3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사용하기 전에 대입한 줄이 실행되어야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8277AEE-03BD-4736-B3EE-BC016C78FA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E32F8146-9F67-405F-ADE9-055F950B28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161716528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f420ab5f34694c8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D18E1F-F39A-40F5-8D01-40387B77C0E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820C3F91-F522-4848-9807-CAB7E22843B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재고를 순서대로 계산</a:t>
            </a:r>
          </a:p>
        </p:txBody>
      </p:sp>
      <p:sp>
        <p:nvSpPr>
          <p:cNvPr id="4" name="">
            <a:extLst>
              <a:ext uri="{FF2B5EF4-FFF2-40B4-BE49-F238E27FC236}">
                <ns3:creationId id="{14B9D116-6FC8-4AA6-9161-14BEEAC952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703026"/>
                <a:gridCol w="2986311"/>
                <a:gridCol w="413106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아직 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입고 +3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출고 -2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E315689-8C63-4C16-8529-9E0017096F4E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재고 8개에 3개 입고, 2개 출고가 이어집니다.</a:t>
            </a:r>
          </a:p>
        </p:txBody>
      </p:sp>
      <p:sp>
        <p:nvSpPr>
          <p:cNvPr id="7" name="">
            <a:extLst>
              <a:ext uri="{FF2B5EF4-FFF2-40B4-BE49-F238E27FC236}">
                <ns3:creationId id="{15FE816F-4BC3-49D7-8A0E-5A48982E967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20136DFF-EC6D-4504-901C-F040047198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300963881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bb076eb76c82449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B387BCE-1B89-4955-808C-184C9F36A1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4A591C6-6D2C-4CC3-BB5D-A80BB99AFD3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31358BC-DF2C-4AAC-9F21-C03082EF1E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2교시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AEF83F4D-5FE4-4BC3-8D54-790DEE9EA4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9E3087D-F197-4CD4-9940-C5277B59C2B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36C3056-B7D8-47C9-85EA-90C7C8321BD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물 12병에서 4병을 배부합니다.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2E2D004-BE22-4F93-8ADD-60580A4B5E3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A001B8C-4FD2-47A9-B9C2-86092DF5DDA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다시 6병을 받은 뒤 안내합니다.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28979F7-4F7B-451A-8C77-77C9A320CBA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2D558DC-F915-4FA1-BD98-0C0B922A1C1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두 안내값과 print 위치를 정하세요.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0CF3323E-D899-40B7-977F-97C4738E3D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307B5C62-F1D2-4253-8D17-0BCB37E0D05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961135322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22b4ab5dbac045e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271C4B-B759-4C1C-98C4-8A06DE4C03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B472D4D-A5AD-4747-8E89-815B8E9954E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언제 출력해야 8과 14일까요?</a:t>
            </a:r>
          </a:p>
        </p:txBody>
      </p:sp>
      <p:sp>
        <p:nvSpPr>
          <p:cNvPr id="4" name="">
            <a:extLst>
              <a:ext uri="{FF2B5EF4-FFF2-40B4-BE49-F238E27FC236}">
                <ns3:creationId id="{089EA159-9300-4F4F-BD18-2EF54B4E17E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035B4B-9048-483B-9204-24BBE892321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배부 뒤 8, 추가 입고 뒤 14입니다.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490EBFD-C14A-49F0-92C6-70FECB4DB8F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모든 대입 뒤 두 번 출력하면 14·14가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8351D0A-0043-453A-A0A6-21AF065D23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4C176B81-6ABE-4487-ACAB-4FC1C978903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2057274275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de7ddbc358334a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F29975-C437-4A6E-8503-5A20F706A1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026B371-7CC8-4826-A136-6C6BE74A3FE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D590347-8C6A-49A5-B1B9-EA0B546F776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대입을 순서대로 추적</a:t>
            </a:r>
          </a:p>
        </p:txBody>
      </p:sp>
      <p:sp>
        <p:nvSpPr>
          <p:cNvPr id="5" name="">
            <a:extLst>
              <a:ext uri="{FF2B5EF4-FFF2-40B4-BE49-F238E27FC236}">
                <ns3:creationId id="{9B312D2D-67E0-4036-BD21-CFF347D6D1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41DC456-3A5C-4302-A51F-19E4FA116FD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AE297BA-3F5B-4755-8CB9-383C0320514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재고 stock=8로 시작해 입고3개,출고2개를 차례로 대입하세요.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27AE720F-65CE-47EE-9F90-2DA4ACEDE843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19A0691-A0A7-4597-BA6B-574CCF1812F7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단계 뒤 stock을 출력하는 완성 코드를 작성하세요.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602BBF00-D070-4EC9-9505-8759B5CD8BF7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63AA56F-B641-43BC-93F0-85A1769D2880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대입식 왼쪽과 오른쪽에 같은 이름이 있어도 되는 이유를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A07320D9-DAF5-40F9-B597-8A653556333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8F058798-4F83-494A-A1B2-E0DAB2E7F91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887188718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0f8bc8401e748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7487CD-75AE-48D5-A116-B1CE4B1656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40501A5-5410-4584-8478-ABA7F21EA8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대입을 순서대로 추적</a:t>
            </a:r>
          </a:p>
        </p:txBody>
      </p:sp>
      <p:sp>
        <p:nvSpPr>
          <p:cNvPr id="4" name="">
            <a:extLst>
              <a:ext uri="{FF2B5EF4-FFF2-40B4-BE49-F238E27FC236}">
                <ns3:creationId id="{2557B00E-9F49-4861-9A00-4406438876D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4525290-AC91-4FE9-89CD-C2FBD537175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stock=8; stock=stock+3; print(stock); stock=stock-2; print(stock)를 줄별로 씁니다.</a:t>
            </a:r>
          </a:p>
        </p:txBody>
      </p:sp>
      <p:sp>
        <p:nvSpPr>
          <p:cNvPr id="6" name="">
            <a:extLst>
              <a:ext uri="{FF2B5EF4-FFF2-40B4-BE49-F238E27FC236}">
                <ns3:creationId id="{395F9EE3-65D4-4EB1-A3B0-97FB8BDF6FD3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11,9입니다. 오른쪽의 이전 값을 계산한 뒤 왼쪽에 새 값을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DDBAB1-CE50-4145-8C95-49D4C8E16B95}"/>
              </a:ext>
            </a:extLst>
          </p:cNvPr>
          <p:cNvSpPr>
            <a:spLocks noGrp="1"/>
          </p:cNvSpPr>
          <p:nvPr/>
        </p:nvSpPr>
        <p:spPr>
          <a:xfrm>
            <a:off x="685800" y="34251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출고를 먼저 계산하면 중간 출력과 처리 순서가 달라집니다.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5BC95B-9298-471E-96C6-ECCAD16F0A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62B877EF-4FA3-42CA-82AE-868E05D17D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52656794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c68dc74aca647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CA71F18-ECA1-4916-9FF9-E21C69385B8E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844922D-77F7-4644-9AC1-FABEB32CEC10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문자와 숫자의 연산</a:t>
            </a:r>
          </a:p>
        </p:txBody>
      </p:sp>
      <p:sp>
        <p:nvSpPr>
          <p:cNvPr id="4" name="">
            <a:extLst>
              <a:ext uri="{FF2B5EF4-FFF2-40B4-BE49-F238E27FC236}">
                <ns3:creationId id="{D34D7D9B-11BB-4E47-B59A-D10D83B447B9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0D86B039-8DAA-4E3D-B4AD-F1D60C7BD599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EE504F0-0E77-49CF-8E50-FCDA4E7EEB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37BD97D6-606C-4F62-9B8B-81787E67DC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884390150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cb25d734154e42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AD8D11B-5802-435C-80A0-CC2A16E4DEF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A91E73C-EB26-4A91-970A-9A40A06D1A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덧셈과 연결</a:t>
            </a:r>
          </a:p>
        </p:txBody>
      </p:sp>
      <p:sp>
        <p:nvSpPr>
          <p:cNvPr id="4" name="">
            <a:extLst>
              <a:ext uri="{FF2B5EF4-FFF2-40B4-BE49-F238E27FC236}">
                <ns3:creationId id="{23986415-9322-4A58-98B9-ABF9210466A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F0F7BBC-EBAB-47C0-A614-B4E46C08EB5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course/work/A07_example.py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B2B168DC-6D95-452B-B2ED-0882B589C6CF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work/A07_example.py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F50B39B6-B171-44F7-A3EA-C4FCAF5289D4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AE5EB14E-70B1-4629-83FF-BC289F44076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7939A667-B21F-4126-B689-7A91A99B2BB0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10" name="">
            <a:extLst>
              <a:ext uri="{FF2B5EF4-FFF2-40B4-BE49-F238E27FC236}">
                <ns3:creationId id="{B6321675-35EF-4F9D-94E4-21D82DE644C4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41B3D16E-FB21-48E6-B18A-FA326F465398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text_count = "3"</a:t>
            </a:r>
          </a:p>
        </p:txBody>
      </p:sp>
      <p:sp>
        <p:nvSpPr>
          <p:cNvPr id="12" name="">
            <a:extLst>
              <a:ext uri="{FF2B5EF4-FFF2-40B4-BE49-F238E27FC236}">
                <ns3:creationId id="{261C20E0-5402-4CCB-A58F-54CBC746077F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F6834D1C-FE72-4EDE-991B-B321D4872544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print(count + 2)</a:t>
            </a:r>
          </a:p>
        </p:txBody>
      </p:sp>
      <p:sp>
        <p:nvSpPr>
          <p:cNvPr id="14" name="">
            <a:extLst>
              <a:ext uri="{FF2B5EF4-FFF2-40B4-BE49-F238E27FC236}">
                <ns3:creationId id="{B2112257-8DCE-44D6-8B94-244B9AA86CB9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35C1BBAB-7FB3-47B0-9D74-5BFDE37FBD29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print(text_count + "2")</a:t>
            </a:r>
          </a:p>
        </p:txBody>
      </p:sp>
      <p:sp>
        <p:nvSpPr>
          <p:cNvPr id="16" name="">
            <a:extLst>
              <a:ext uri="{FF2B5EF4-FFF2-40B4-BE49-F238E27FC236}">
                <ns3:creationId id="{AB9CD695-180E-419B-ACC1-269B43D1B3F9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2229841A-AC66-4264-AD9C-DD8165AE264B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print(type(count).__name__, type(text_count).__name__)</a:t>
            </a:r>
          </a:p>
        </p:txBody>
      </p:sp>
      <p:sp>
        <p:nvSpPr>
          <p:cNvPr id="18" name="">
            <a:extLst>
              <a:ext uri="{FF2B5EF4-FFF2-40B4-BE49-F238E27FC236}">
                <ns3:creationId id="{F04C1E65-00D1-479A-88A7-52D7CD9716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BCFDAD42-9EB3-4D46-BA5A-02C684F0608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087963118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6e551539c5b4d5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0AE76FB-82C0-4EAC-B761-F9CD5C3A567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3EEB928-5AA9-4875-B9D7-AA9FD45EB05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덧셈과 연결</a:t>
            </a:r>
          </a:p>
        </p:txBody>
      </p:sp>
      <p:sp>
        <p:nvSpPr>
          <p:cNvPr id="4" name="">
            <a:extLst>
              <a:ext uri="{FF2B5EF4-FFF2-40B4-BE49-F238E27FC236}">
                <ns3:creationId id="{8718BE0D-B074-40FB-9688-81FE41060B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80E5CC-9E6B-4BD3-95F3-97170982E75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3은 정수 int, "3"은 문자열 str입니다.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C197740-6363-46F0-B1B0-10C7BCF842B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+는 숫자끼리 더하고 문자열끼리는 이어 붙입니다.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1C84A8-166E-4844-856B-C72BCF39DE5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type는 값의 저장 자료형을 알려 줍니다. 같은 모양도 종류가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7BD256-3DBA-4162-89C4-89DA131D729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3과 문자열 "2"를 바로 더하면 TypeError입니다.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BF11DE83-DF8C-4B5D-86D9-2AB48AF638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ECEB450C-09F9-44B3-8EFB-805153BA3E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287851466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8af254f7b85443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50A1403-9282-4E0B-B2CF-1D3B0A5541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34E4361-5BE0-47E3-BCCA-5C6AC8C1A1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덧셈과 연결</a:t>
            </a:r>
          </a:p>
        </p:txBody>
      </p:sp>
      <p:sp>
        <p:nvSpPr>
          <p:cNvPr id="4" name="">
            <a:extLst>
              <a:ext uri="{FF2B5EF4-FFF2-40B4-BE49-F238E27FC236}">
                <ns3:creationId id="{90C56D66-FD89-47F9-AC1E-6C1273C7CE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F1B3E20-D630-4D4B-9B29-9F295D9DF2E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915478-86FF-4EC1-AC6C-F3756AC67C28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7B0F4A85-1A64-4871-93DC-9410F5252B76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279E6EA2-8FAD-4760-B622-AB7104306C1D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5</a:t>
            </a:r>
          </a:p>
        </p:txBody>
      </p:sp>
      <p:sp>
        <p:nvSpPr>
          <p:cNvPr id="9" name="">
            <a:extLst>
              <a:ext uri="{FF2B5EF4-FFF2-40B4-BE49-F238E27FC236}">
                <ns3:creationId id="{6B070FC7-8965-4AFF-BAA5-F5BE07BCFF6A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810EB6CE-31E1-46CD-BB76-E31903EBA445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32</a:t>
            </a:r>
          </a:p>
        </p:txBody>
      </p:sp>
      <p:sp>
        <p:nvSpPr>
          <p:cNvPr id="11" name="">
            <a:extLst>
              <a:ext uri="{FF2B5EF4-FFF2-40B4-BE49-F238E27FC236}">
                <ns3:creationId id="{37C67450-3F80-4796-8E23-05C23A931036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F35A10A9-09D2-4B5E-B2D5-EBA3E89EFEE0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int str</a:t>
            </a:r>
          </a:p>
        </p:txBody>
      </p:sp>
      <p:sp>
        <p:nvSpPr>
          <p:cNvPr id="13" name="">
            <a:extLst>
              <a:ext uri="{FF2B5EF4-FFF2-40B4-BE49-F238E27FC236}">
                <ns3:creationId id="{6E755EDB-F32A-406B-A697-3B58ACAA31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4" name="">
            <a:extLst>
              <a:ext uri="{FF2B5EF4-FFF2-40B4-BE49-F238E27FC236}">
                <ns3:creationId id="{7D8DA7CB-7265-4BDD-B2DA-F86C5A76B8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541779987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6a78bcaa27243e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15BAD7-A7BB-4DF5-A71D-2FD86F70C90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A1A6CAB-A05A-40F3-81FB-47CD97BC58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+, 다른 역할</a:t>
            </a:r>
          </a:p>
        </p:txBody>
      </p:sp>
      <p:sp>
        <p:nvSpPr>
          <p:cNvPr id="4" name="">
            <a:extLst>
              <a:ext uri="{FF2B5EF4-FFF2-40B4-BE49-F238E27FC236}">
                <ns3:creationId id="{8EF864DA-8951-40FD-B7A1-7ECA2905BA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3845562"/>
                <a:gridCol w="2811424"/>
                <a:gridCol w="416341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 + 2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덧셈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"3" + "2"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"32"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 연결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81B87EAA-FF70-4E42-AD7C-E7A056FED14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50674D04-9817-45BF-BD54-FEC28F60F9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244412552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73ca29a079647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EE2E93C-FA38-4B9C-8BD0-6295863A0B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C439DFF-B5BF-442B-842F-7DF36A4583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자료형 이름을 읽기</a:t>
            </a:r>
          </a:p>
        </p:txBody>
      </p:sp>
      <p:sp>
        <p:nvSpPr>
          <p:cNvPr id="4" name="">
            <a:extLst>
              <a:ext uri="{FF2B5EF4-FFF2-40B4-BE49-F238E27FC236}">
                <ns3:creationId id="{36B29656-F8F4-4941-AA43-6B8841BC87D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7FDD66E-93F6-47BA-92C1-5D5FE231E7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int는 정수입니다.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C256B59-4EE3-464C-9393-B387383C6D0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str은 문자열입니다.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DB5D4E1-514D-42D4-8A5C-F895CCFD3D6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float는 소수가 있는 수를 다룹니다.</a:t>
            </a:r>
          </a:p>
        </p:txBody>
      </p:sp>
      <p:sp>
        <p:nvSpPr>
          <p:cNvPr id="8" name="">
            <a:extLst>
              <a:ext uri="{FF2B5EF4-FFF2-40B4-BE49-F238E27FC236}">
                <ns3:creationId id="{A4570FB5-A7FE-42A8-9C2F-8098AC28442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C64C3128-026F-4C61-B972-D166EE2841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305106318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b9120b6b0f1a483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DFEAC5-3F50-4E75-B292-42C83949C8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06FD2FD-6CE4-45C2-878A-57A80CA46C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숫자 문자열 해석</a:t>
            </a:r>
          </a:p>
        </p:txBody>
      </p:sp>
      <p:sp>
        <p:nvSpPr>
          <p:cNvPr id="4" name="">
            <a:extLst>
              <a:ext uri="{FF2B5EF4-FFF2-40B4-BE49-F238E27FC236}">
                <ns3:creationId id="{439A9691-8E42-4049-BC77-A7DD2303D9C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53C06DA-561D-4B6C-A603-299C163999B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course/work/A08_example.py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5B39C9DE-BB2E-4D2E-BA58-58449C918FEF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work/A08_example.py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39D3FE94-4E13-496F-938B-D381CE7EA3A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72F13AD5-6883-4B8C-9E2E-89A5CCE22AB7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A7C99EA3-403B-4704-A800-114C1743C6F8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raw = "22.5"</a:t>
            </a:r>
          </a:p>
        </p:txBody>
      </p:sp>
      <p:sp>
        <p:nvSpPr>
          <p:cNvPr id="10" name="">
            <a:extLst>
              <a:ext uri="{FF2B5EF4-FFF2-40B4-BE49-F238E27FC236}">
                <ns3:creationId id="{CB7DE27A-4692-4B68-B08D-C006E85B21B4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C9CC6BE7-3510-4856-8C8D-27735375A108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float(raw)</a:t>
            </a:r>
          </a:p>
        </p:txBody>
      </p:sp>
      <p:sp>
        <p:nvSpPr>
          <p:cNvPr id="12" name="">
            <a:extLst>
              <a:ext uri="{FF2B5EF4-FFF2-40B4-BE49-F238E27FC236}">
                <ns3:creationId id="{3D6B470E-19C5-4F3C-B4C3-B8C6D8039E34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40E8F81B-1C13-487F-BCDD-E16775F1DBE2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print(raw, type(raw).__name__)</a:t>
            </a:r>
          </a:p>
        </p:txBody>
      </p:sp>
      <p:sp>
        <p:nvSpPr>
          <p:cNvPr id="14" name="">
            <a:extLst>
              <a:ext uri="{FF2B5EF4-FFF2-40B4-BE49-F238E27FC236}">
                <ns3:creationId id="{E96D8AA7-96B0-4F79-B27E-2BAD8B359D2D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EA2EDA2C-A230-4AF9-A303-A2E2D84BDE2E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print(temperature_c, type(temperature_c).__name__)</a:t>
            </a:r>
          </a:p>
        </p:txBody>
      </p:sp>
      <p:sp>
        <p:nvSpPr>
          <p:cNvPr id="16" name="">
            <a:extLst>
              <a:ext uri="{FF2B5EF4-FFF2-40B4-BE49-F238E27FC236}">
                <ns3:creationId id="{5126FFC2-9B10-4736-B7A0-5FF3AED38AE4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7FF539F-94AE-4630-937D-364008151622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+ 1)</a:t>
            </a:r>
          </a:p>
        </p:txBody>
      </p:sp>
      <p:sp>
        <p:nvSpPr>
          <p:cNvPr id="18" name="">
            <a:extLst>
              <a:ext uri="{FF2B5EF4-FFF2-40B4-BE49-F238E27FC236}">
                <ns3:creationId id="{1164E53E-5D97-4D96-9CC2-E6633DA164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F560C436-AE67-4534-98D4-8A2EA7C383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334386206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d2c53fc6e5245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4F3089-FEDB-4A76-B201-FDFB7C89BA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9C1C49C-B8DD-4188-B088-9036C55D09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숫자 문자열 해석</a:t>
            </a:r>
          </a:p>
        </p:txBody>
      </p:sp>
      <p:sp>
        <p:nvSpPr>
          <p:cNvPr id="4" name="">
            <a:extLst>
              <a:ext uri="{FF2B5EF4-FFF2-40B4-BE49-F238E27FC236}">
                <ns3:creationId id="{F3869D68-7432-4DF6-BC1D-5B9BF5D7E2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80A51D0-CB14-4F10-99B0-F4438E6874B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float(raw)는 숫자 모양 문자열을 실수로 해석합니다.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796178-50A6-4585-A172-DB87EB8C7AA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raw 원문은 "22.5" 그대로이고 새 변수 temperature_c가 22.5를 받습니다.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AD5C660-7710-423B-9F9D-8A84B75C471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줄은 새 수치에 1을 더해 23.5를 출력합니다.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EC6D2BE-F46B-45E3-80E3-65EDDFC368E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"뜨거움"은 숫자 표현이 아니므로 float에서 ValueError가 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43B8EF1-5E6D-452F-91F0-DB331FC3B9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3A595EF6-8751-417F-99FA-B66671B7501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241847327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22ee3e4d771d47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2526ACA-3714-412A-9117-07E39EEBAE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FCD395D-88C2-4D2F-B317-F6522BBD9EE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숫자 문자열 해석</a:t>
            </a:r>
          </a:p>
        </p:txBody>
      </p:sp>
      <p:sp>
        <p:nvSpPr>
          <p:cNvPr id="4" name="">
            <a:extLst>
              <a:ext uri="{FF2B5EF4-FFF2-40B4-BE49-F238E27FC236}">
                <ns3:creationId id="{48728EE0-F6D8-4EE2-AC7C-CA55B891A6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EF2D7B2-5275-461D-A8B9-F0A236C94D3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88A4059-D741-4A13-B754-0BBA9C6E1035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F4DF6E1E-99DC-40E8-9354-6A5800032560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52A55A84-C72A-477E-A7DB-66CE3F9EF7F2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 str</a:t>
            </a:r>
          </a:p>
        </p:txBody>
      </p:sp>
      <p:sp>
        <p:nvSpPr>
          <p:cNvPr id="9" name="">
            <a:extLst>
              <a:ext uri="{FF2B5EF4-FFF2-40B4-BE49-F238E27FC236}">
                <ns3:creationId id="{02652CF4-0D1B-41D3-9ECD-10293AC305FC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770F4EDD-B0AC-4BF9-B5F1-C21E2E43FBA0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 float</a:t>
            </a:r>
          </a:p>
        </p:txBody>
      </p:sp>
      <p:sp>
        <p:nvSpPr>
          <p:cNvPr id="11" name="">
            <a:extLst>
              <a:ext uri="{FF2B5EF4-FFF2-40B4-BE49-F238E27FC236}">
                <ns3:creationId id="{6FDAEA99-59F7-4A87-99E0-5FE1962EC9D8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5CC2C6EA-5885-46AA-B28D-A7DB4EE7C653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23.5</a:t>
            </a:r>
          </a:p>
        </p:txBody>
      </p:sp>
      <p:sp>
        <p:nvSpPr>
          <p:cNvPr id="13" name="">
            <a:extLst>
              <a:ext uri="{FF2B5EF4-FFF2-40B4-BE49-F238E27FC236}">
                <ns3:creationId id="{DC58D65B-E787-4E41-A3CD-DBFC1DECC1C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4" name="">
            <a:extLst>
              <a:ext uri="{FF2B5EF4-FFF2-40B4-BE49-F238E27FC236}">
                <ns3:creationId id="{D48CD390-B103-4298-99C3-DEAF6D2777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615898482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a3ee50ac2ad417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9FF048E-A601-444A-AA79-4E2C13885C9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AD807DA-305E-439C-B963-D10E1B72DC3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문자열을 숫자로 바꾸는 순서</a:t>
            </a:r>
          </a:p>
        </p:txBody>
      </p:sp>
      <p:sp>
        <p:nvSpPr>
          <p:cNvPr id="4" name="">
            <a:extLst>
              <a:ext uri="{FF2B5EF4-FFF2-40B4-BE49-F238E27FC236}">
                <ns3:creationId id="{956B05B9-BDDA-4F5C-AD35-6A543A7B96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4172173"/>
                <a:gridCol w="3359351"/>
                <a:gridCol w="328887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"22.5"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float 변환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더하기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9BCCD5E-F8CB-4DA9-BE65-2665D9CB9D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9AEB22DE-A6D2-4898-B49F-F5E83DA127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875141513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ca751cc94ee45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E609F7D-51C0-4AAC-988A-7342BDECF9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FBB46E9-9298-40A7-94F8-304D39DC9B2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변환 오류를 무시하지 않습니다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529C7E50-D7E9-4595-A8B9-61E6399B69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A1081A7-37DB-4F58-AF41-FC06BA672EF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"22.5"는 실수 표현으로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ABF4A05-3C38-4A54-9288-20C88E12F3D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"뜨거움"은 숫자로 읽을 수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120E3D-1322-48E4-8810-37C3154A3C6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원문을 보존하고 종류와 뜻을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9A6E20E-C62C-40AB-AB2E-D7724F17D0D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BB00E898-4F4B-43D7-AA86-3468FD4505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714026435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dbdcdc9a57754e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03B46E3-392B-46B0-B2CF-E116F77946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AA3EBD2-B94B-4B1A-B4FA-689A7456B19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평균 계산</a:t>
            </a:r>
          </a:p>
        </p:txBody>
      </p:sp>
      <p:sp>
        <p:nvSpPr>
          <p:cNvPr id="4" name="">
            <a:extLst>
              <a:ext uri="{FF2B5EF4-FFF2-40B4-BE49-F238E27FC236}">
                <ns3:creationId id="{B6FF7DBF-0EC8-4992-A166-F32BD05240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CAB59C2-18B2-430F-9F71-E2C726B8248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course/work/A09_example.py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252E7267-9D33-456B-A2D5-87ED1CD085A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work/A09_example.py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AE365071-67EE-426D-9EB9-C308BFFBF94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6F391B24-C898-4A15-BEF1-A4DCAFBFD3A4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9A9A55FB-A8E5-478A-A2E4-D6E262E78304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 = 22.5 + 24.0 + 23.5</a:t>
            </a:r>
          </a:p>
        </p:txBody>
      </p:sp>
      <p:sp>
        <p:nvSpPr>
          <p:cNvPr id="10" name="">
            <a:extLst>
              <a:ext uri="{FF2B5EF4-FFF2-40B4-BE49-F238E27FC236}">
                <ns3:creationId id="{428D0A20-6C94-4EF4-985A-9CFA821680F9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AF5B5A1B-420A-4B44-A74F-CE3928FBACF9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12" name="">
            <a:extLst>
              <a:ext uri="{FF2B5EF4-FFF2-40B4-BE49-F238E27FC236}">
                <ns3:creationId id="{DDB24AD7-A63B-4000-A1A1-3701ACEA9A75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939B96AF-6B50-4F4E-91A3-7A40D2A37CEC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average = total / count</a:t>
            </a:r>
          </a:p>
        </p:txBody>
      </p:sp>
      <p:sp>
        <p:nvSpPr>
          <p:cNvPr id="14" name="">
            <a:extLst>
              <a:ext uri="{FF2B5EF4-FFF2-40B4-BE49-F238E27FC236}">
                <ns3:creationId id="{7BC5495F-357B-4D73-8B24-3A39EF2B3AE5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6133B7C8-6DC1-4B02-BB71-BDB683364B6E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print(total)</a:t>
            </a:r>
          </a:p>
        </p:txBody>
      </p:sp>
      <p:sp>
        <p:nvSpPr>
          <p:cNvPr id="16" name="">
            <a:extLst>
              <a:ext uri="{FF2B5EF4-FFF2-40B4-BE49-F238E27FC236}">
                <ns3:creationId id="{D9BB0F55-282C-4F1E-BAF5-C290410AC185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1A67C1AA-9C30-4B6F-A349-B864E379F378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print(round(average, 2))</a:t>
            </a:r>
          </a:p>
        </p:txBody>
      </p:sp>
      <p:sp>
        <p:nvSpPr>
          <p:cNvPr id="18" name="">
            <a:extLst>
              <a:ext uri="{FF2B5EF4-FFF2-40B4-BE49-F238E27FC236}">
                <ns3:creationId id="{0BD16528-997D-474B-9475-0DE525E58BF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D0A773BF-E3E1-44E6-AA68-16A084D9D5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027908079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99161058feb47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70DD41-21CA-4FD7-AC46-F2C3852C90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B6F544C-DAC3-49D3-BBE0-56295C35F96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평균 계산</a:t>
            </a:r>
          </a:p>
        </p:txBody>
      </p:sp>
      <p:sp>
        <p:nvSpPr>
          <p:cNvPr id="4" name="">
            <a:extLst>
              <a:ext uri="{FF2B5EF4-FFF2-40B4-BE49-F238E27FC236}">
                <ns3:creationId id="{3A94CC4E-50AA-4CB2-9264-68F5CF28E0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0346BEA-9F78-4A41-8C02-28B59B284C8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total은 22.5+24.0+23.5=70.0입니다. count는 측정 건수 3입니다.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9B4E43-92EE-407B-B383-41C3CE4315F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/는 나눗셈입니다. 평균은 합계를 측정 건수로 나눈 값입니다.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77EA4AC-B313-4377-9588-C23C94E51AF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round(average, 2)는 화면에 소수 둘째 자리까지 반올림해 표시합니다.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61F0A1-F556-4A65-9906-08698837862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 값을 실제 0으로 채워 분모에 넣지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F28CAE3-659F-4B9A-8D52-2B252A403B1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AC16EFE5-4471-4DA6-9C30-1086507E4C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224304693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a930b9b686846d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DCAB535-FEC5-40AE-A2A3-0DEE64BDFF4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2A7632C-68C1-4994-AEEE-EA198A0314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평균의 계산 순서</a:t>
            </a:r>
          </a:p>
        </p:txBody>
      </p:sp>
      <p:sp>
        <p:nvSpPr>
          <p:cNvPr id="4" name="">
            <a:extLst>
              <a:ext uri="{FF2B5EF4-FFF2-40B4-BE49-F238E27FC236}">
                <ns3:creationId id="{2B9E6B3F-F3AF-4D17-9B18-D4CB41036D3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6994532"/>
                <a:gridCol w="382586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22.5+24.0+23.5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70.0÷3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23.333…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소수 둘째 자리로 반올림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23.33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391B2B3-C609-435E-ACE5-C7A59D6F7B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E59148B2-6548-47FB-8C18-5FBE68097F0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629166634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3a4cf1c367b4e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4D0FFA2-9EF4-4973-AC0B-8B95737E8C3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3020926-CDC9-4442-90E9-3A8550FC16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평균을 낼 대상부터 정합니다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D7433092-0831-4D69-BE98-0469C79C1E5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5B2E530-B5FA-4EAC-B68B-30B6DEE6671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단위와 의미의 값을 모읍니다.</a:t>
            </a:r>
          </a:p>
        </p:txBody>
      </p:sp>
      <p:sp>
        <p:nvSpPr>
          <p:cNvPr id="6" name="">
            <a:extLst>
              <a:ext uri="{FF2B5EF4-FFF2-40B4-BE49-F238E27FC236}">
                <ns3:creationId id="{6443C263-E345-4239-B2DA-FC7A6F51AA1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수치 0은 포함합니다.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EEAB689-C0EE-4587-9E84-14D806772A8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미측정은 임의의 0으로 넣지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412A8F9-BEB7-4168-98E7-091C00A38F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44266368-FD41-4FB1-96B6-57732A794D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842358837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eb0d89d5f834be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7494158-6126-40B1-B879-044D43A1E3E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B04D6C7-C08E-4BD4-9DCA-6DE0C0B160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번호는 보존하고 무게는 계산</a:t>
            </a:r>
          </a:p>
        </p:txBody>
      </p:sp>
      <p:sp>
        <p:nvSpPr>
          <p:cNvPr id="4" name="">
            <a:extLst>
              <a:ext uri="{FF2B5EF4-FFF2-40B4-BE49-F238E27FC236}">
                <ns3:creationId id="{A1AA0D4D-DAAD-49CB-AA38-593253861CB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169652"/>
                <a:gridCol w="4413741"/>
                <a:gridCol w="323700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상품번호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 유지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앞 0 보존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 해석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2.5kg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운송비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2.5×2000+1000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6000원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157D0C18-2AF2-4FE3-B0E1-284DD083C3B1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상품번호 0012와 무게 "2.5"를 함께 받았습니다.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D33CE0F-3437-4E7B-A72C-1EB3602D46C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A4469D2E-FB29-4D79-971F-C2BCC4668A5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940960350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ce326a1791144b6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A34DC95-06F6-4817-B5A0-5B8BFA1C48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2A5C7AC-E1AF-4B6B-9120-80E125FF43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1C08C79-9DFD-4B89-9BDA-15B9572A0EA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3교시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60E7D9B7-1A11-46E3-9AC8-940F55BC04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B1C4F34-CBF9-4089-92F5-2779D714088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388DDFB-FB6F-4F88-B416-487386CA6B9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주문번호 0009, 단가 "1500"</a:t>
            </a:r>
          </a:p>
        </p:txBody>
      </p:sp>
      <p:sp>
        <p:nvSpPr>
          <p:cNvPr id="8" name="">
            <a:extLst>
              <a:ext uri="{FF2B5EF4-FFF2-40B4-BE49-F238E27FC236}">
                <ns3:creationId id="{28422A46-7C17-4A94-9B7E-2938457FC12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AEFB420-FD22-404B-ACC9-732A67ED765D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수량 "3", 배송비 2000원입니다.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050C234-79B9-42F2-9E5E-E143F89B10F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BCE975D-3BC2-45C5-AE66-DABC213F3705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종류와 상품 총액·최종액을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6BBEFC8C-60D0-4539-BBCF-D7385330860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AF0B2F26-AED1-4B5F-97DD-56463AEDC1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644651727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2ac64441df54b4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FBCED10-9650-4575-86B7-76D3EF3E3E4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E8B485D-5A82-4C2C-9D26-6CF15778B6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상품 금액과 배송비 계산</a:t>
            </a:r>
          </a:p>
        </p:txBody>
      </p:sp>
      <p:sp>
        <p:nvSpPr>
          <p:cNvPr id="4" name="">
            <a:extLst>
              <a:ext uri="{FF2B5EF4-FFF2-40B4-BE49-F238E27FC236}">
                <ns3:creationId id="{564DB22C-39FA-46E8-ACFF-45984996106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DBD460-7578-42BE-B5B4-44C0531AC3B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주문번호는 문자열, 단가·수량은 정수입니다.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A7BF59-A274-4AC3-A83C-6BF9A3DF786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총액 4500원, 배송비 포함 6500원입니다.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239387FE-5FA8-45AC-8142-49379590CC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43343366-0651-4A39-9B46-B0CCE99ED93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438407296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6d24382bf13646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66A7F82-38C8-4E94-AADE-6030099CB4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B651B8B-C3AB-4486-910F-806D39CD9BC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483A654-EC00-4B25-906B-1997F1249E8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문자열을 계산에 쓰기</a:t>
            </a:r>
          </a:p>
        </p:txBody>
      </p:sp>
      <p:sp>
        <p:nvSpPr>
          <p:cNvPr id="5" name="">
            <a:extLst>
              <a:ext uri="{FF2B5EF4-FFF2-40B4-BE49-F238E27FC236}">
                <ns3:creationId id="{E45EB724-838A-40E1-B84F-DD199800FC9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A0A7E65-F6A2-4DE1-B861-7D1BB33EDA1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A43DF0B-3E92-431E-A0E3-9EE03E6D09E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상품번호 "0007", 무게 "2.5"kg,1kg당2000원,기본1000원입니다.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B1A3DDA-4C12-4430-8136-F38C0FE739C0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1D45A44-96EB-4AB6-9033-88A619FCED04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어떤 값은 보존하고 어떤 값은 숫자로 바꿀지 정하세요.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8FD2B1C2-7129-4C28-8A56-1780EE2C4BC2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5E1B056-2FF8-4583-821A-DE485AB4929F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운송비 식과 결과를 적고 float를 적용할 위치를 표시하세요.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D427F228-7009-4CB6-9FBD-B7CECD32F92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3AF3870D-E6CB-4707-AD35-97D97CF1E8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929911710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74618963b7640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D2C5E0F-F98C-42A9-A1BD-6B4E429B9A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1B1C329-2629-4C2E-B63D-ED5F535F1E5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문자열을 계산에 쓰기</a:t>
            </a:r>
          </a:p>
        </p:txBody>
      </p:sp>
      <p:sp>
        <p:nvSpPr>
          <p:cNvPr id="4" name="">
            <a:extLst>
              <a:ext uri="{FF2B5EF4-FFF2-40B4-BE49-F238E27FC236}">
                <ns3:creationId id="{7C2CCD16-8D91-41E6-BDB8-8F228C5A97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0044DCE-0FA0-4D13-93FB-CD76B7A6CC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상품번호는 문자열을 보존합니다. float("2.5")로 무게만 해석합니다.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F132239-735A-444F-9B65-BDDB8101406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운송비=2.5×2000+1000=6000원입니다.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7F2F4A-88B1-4301-AC7F-C6F577D5417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상품번호를 숫자로 바꾸면 앞0이 사라지고 업무상 계산도 의미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B1201F5-1EB3-46B9-8609-87E5C759E4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4CC15813-A7F1-43E5-88B0-57D78974C1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82532947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56bcb6341284c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DDBA380-5859-43AC-A1A9-59632CC47F7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D8D4A85-3BA0-4F08-B691-D08874C67208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기준에 따라 나누기</a:t>
            </a:r>
          </a:p>
        </p:txBody>
      </p:sp>
      <p:sp>
        <p:nvSpPr>
          <p:cNvPr id="4" name="">
            <a:extLst>
              <a:ext uri="{FF2B5EF4-FFF2-40B4-BE49-F238E27FC236}">
                <ns3:creationId id="{C8AB30D5-090E-4F28-B30F-1D6313BF197C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85D754A5-FE84-426B-8574-9B9C61C8A547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C216CED-1F1D-4F23-B398-8BEAD3BB84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7D176224-C82B-44D4-9551-7C0DACA68ED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924541569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347bf936c8c54fb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CB8D0A8-D25D-4632-AE79-AA5985736AC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2249254-B6C9-40F5-99AB-C739A0D8C8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세 비교</a:t>
            </a:r>
          </a:p>
        </p:txBody>
      </p:sp>
      <p:sp>
        <p:nvSpPr>
          <p:cNvPr id="4" name="">
            <a:extLst>
              <a:ext uri="{FF2B5EF4-FFF2-40B4-BE49-F238E27FC236}">
                <ns3:creationId id="{F93FBD52-C9A9-4483-B591-6CD459B4FB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699317A-5C6D-4687-A070-D2A6913A102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course/work/A10_example.py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BAC344BD-8AA0-49B9-9512-5EFC4E83F9E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work/A10_example.py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B50FFDDD-CFC4-4D0B-AD99-4A1856354F4C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B519724-9E72-4798-BF1B-D0E4FD9630A7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8FAB1C3A-848C-4902-8F07-7CF385377765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24.0</a:t>
            </a:r>
          </a:p>
        </p:txBody>
      </p:sp>
      <p:sp>
        <p:nvSpPr>
          <p:cNvPr id="10" name="">
            <a:extLst>
              <a:ext uri="{FF2B5EF4-FFF2-40B4-BE49-F238E27FC236}">
                <ns3:creationId id="{9B1EA3EB-4DAC-469D-B9E6-CAD0B70EB0A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9FF575F4-1DA9-4103-99F4-6E29BA44DAA4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limit = 24.0</a:t>
            </a:r>
          </a:p>
        </p:txBody>
      </p:sp>
      <p:sp>
        <p:nvSpPr>
          <p:cNvPr id="12" name="">
            <a:extLst>
              <a:ext uri="{FF2B5EF4-FFF2-40B4-BE49-F238E27FC236}">
                <ns3:creationId id="{943DA4B5-284D-48A8-81FB-E1587E4D3937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AC4A23C-E7B1-4E7D-88A8-A5A08A709641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&gt; limit)</a:t>
            </a:r>
          </a:p>
        </p:txBody>
      </p:sp>
      <p:sp>
        <p:nvSpPr>
          <p:cNvPr id="14" name="">
            <a:extLst>
              <a:ext uri="{FF2B5EF4-FFF2-40B4-BE49-F238E27FC236}">
                <ns3:creationId id="{B22BCE66-FF3D-49FA-BC1D-EC77A5FDB12D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0B3B08A1-DDC5-45EF-9989-EED1489EAB70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&gt;= limit)</a:t>
            </a:r>
          </a:p>
        </p:txBody>
      </p:sp>
      <p:sp>
        <p:nvSpPr>
          <p:cNvPr id="16" name="">
            <a:extLst>
              <a:ext uri="{FF2B5EF4-FFF2-40B4-BE49-F238E27FC236}">
                <ns3:creationId id="{FEA15871-12CD-4ADD-810C-EE8F7FDB5DD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047FDA2-941D-4C7A-AAF4-BD7EA65DF329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== limit)</a:t>
            </a:r>
          </a:p>
        </p:txBody>
      </p:sp>
      <p:sp>
        <p:nvSpPr>
          <p:cNvPr id="18" name="">
            <a:extLst>
              <a:ext uri="{FF2B5EF4-FFF2-40B4-BE49-F238E27FC236}">
                <ns3:creationId id="{CC26AA41-F0CF-4508-984E-E171FCD48D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147FB74F-DB56-4123-8091-FC07D50470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514352081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b109cba17e94f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7AAEF9-AFAA-4235-B80D-3E931D0814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099CAD4-0BE5-4E51-94F0-318CAC46F2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세 비교</a:t>
            </a:r>
          </a:p>
        </p:txBody>
      </p:sp>
      <p:sp>
        <p:nvSpPr>
          <p:cNvPr id="4" name="">
            <a:extLst>
              <a:ext uri="{FF2B5EF4-FFF2-40B4-BE49-F238E27FC236}">
                <ns3:creationId id="{89F119BD-66DD-4A90-88A4-EB17F42E924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FC1C45D-5210-414C-8B07-22E4EBB3E60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&gt;는 초과, &gt;=는 이상, ==는 값이 같은지 묻는 비교입니다.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F436A61-A13A-47FD-879E-ADD8A24C22A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비교의 답은 True 또는 False입니다. 대입 =와 비교 ==를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FB370F7-8522-4516-8DCD-0A69D05A068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24.0은 24.0을 초과하지 않지만 이상이고 같은 값입니다.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F69E036-D40E-4038-B043-EFFE78DA52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6445110A-B61D-4F94-BE54-27FC8AAC393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086255448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8d2b433b46c42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2A942A7-2751-4E6D-9176-74A96F597F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792D007-C651-4C5D-B9C2-61FDFBA17DF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경계값 24.0에서 비교하기</a:t>
            </a:r>
          </a:p>
        </p:txBody>
      </p:sp>
      <p:sp>
        <p:nvSpPr>
          <p:cNvPr id="4" name="">
            <a:extLst>
              <a:ext uri="{FF2B5EF4-FFF2-40B4-BE49-F238E27FC236}">
                <ns3:creationId id="{7A087E2F-C02A-4FD5-B5DF-1B610DAFA8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6463103"/>
                <a:gridCol w="435729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 &gt; 24.0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 &gt;= 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 == 24.0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55031188-F152-48CE-A2F7-1819936E36A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E3AA7200-1A24-45F8-A13E-6E7F4CF4AC6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633771902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d0a37c7d5f34e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E7FD0D-C32D-4666-A9D9-FE999D5955B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0034811-ABE2-49AE-82BD-32AA208DB4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True와 False는 조건의 결과입니다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319EF5EA-09A9-4906-B6DC-1611672E76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F1CE8E-BDA0-415A-9876-205E3627447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True는 비교한 조건이 맞다는 뜻입니다.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A9F5FA4-87AD-4B5A-B0FD-22E2707F7AB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False는 비교한 조건이 맞지 않는다는 뜻입니다.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6BAAE2C-C8BF-4ADE-A772-B5C1BB1E80A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참이 늘 정상이나 안전을 뜻하지는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A09F2E-932D-4AA8-9D91-E170C46678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F61EABAB-6CAC-426F-AED0-AC203C234A8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793578524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ce942d74cf4148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2F4F373-157D-4C9B-9692-2CBB028746C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B2674D3-AC21-4FC7-9B22-FB2E008F14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두 갈래 선택</a:t>
            </a:r>
          </a:p>
        </p:txBody>
      </p:sp>
      <p:sp>
        <p:nvSpPr>
          <p:cNvPr id="4" name="">
            <a:extLst>
              <a:ext uri="{FF2B5EF4-FFF2-40B4-BE49-F238E27FC236}">
                <ns3:creationId id="{94C14107-694F-407F-91DE-405261717F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F798C50-C95E-4DA3-9A1C-92BE2366086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course/work/A11_example.py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ECA2833F-20E1-452D-BBFF-D4C0A2755FD3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work/A11_example.py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C8BD1165-3CBF-40CE-A55B-CDEDFD7E32FD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A0A75F1D-F4E0-417A-A095-815CCE5C1B0C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8C9BDD84-7E5F-4049-8E91-A484DDFB963C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23.5</a:t>
            </a:r>
          </a:p>
        </p:txBody>
      </p:sp>
      <p:sp>
        <p:nvSpPr>
          <p:cNvPr id="10" name="">
            <a:extLst>
              <a:ext uri="{FF2B5EF4-FFF2-40B4-BE49-F238E27FC236}">
                <ns3:creationId id="{540DE6C6-072C-4340-8782-61CD808BDE1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DC5862D1-4738-414A-8918-69F4F03DE7D1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limit = 24.0</a:t>
            </a:r>
          </a:p>
        </p:txBody>
      </p:sp>
      <p:sp>
        <p:nvSpPr>
          <p:cNvPr id="12" name="">
            <a:extLst>
              <a:ext uri="{FF2B5EF4-FFF2-40B4-BE49-F238E27FC236}">
                <ns3:creationId id="{B13261CB-F975-4B85-98E5-0CF4AE779893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951E4D51-ACE6-479B-947E-A8F79A4F97B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temperature_c &gt; limit:</a:t>
            </a:r>
          </a:p>
        </p:txBody>
      </p:sp>
      <p:sp>
        <p:nvSpPr>
          <p:cNvPr id="14" name="">
            <a:extLst>
              <a:ext uri="{FF2B5EF4-FFF2-40B4-BE49-F238E27FC236}">
                <ns3:creationId id="{CDB9890D-D61F-4C57-874B-6F3A3ABDADC2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A7CE1AD1-3539-40BE-A540-C44F917EBFC6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print("확인")</a:t>
            </a:r>
          </a:p>
        </p:txBody>
      </p:sp>
      <p:sp>
        <p:nvSpPr>
          <p:cNvPr id="16" name="">
            <a:extLst>
              <a:ext uri="{FF2B5EF4-FFF2-40B4-BE49-F238E27FC236}">
                <ns3:creationId id="{BC3F3B12-85CA-4735-8EAB-B4B93107DDF4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E10DD692-0150-4909-8661-1663D873B0CA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18" name="">
            <a:extLst>
              <a:ext uri="{FF2B5EF4-FFF2-40B4-BE49-F238E27FC236}">
                <ns3:creationId id="{CD10A508-31B0-4E95-99A4-7D5C64B02F86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FFEBB2A1-4D20-4099-9A9F-B27247DA92D7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print("정상")</a:t>
            </a:r>
          </a:p>
        </p:txBody>
      </p:sp>
      <p:sp>
        <p:nvSpPr>
          <p:cNvPr id="20" name="">
            <a:extLst>
              <a:ext uri="{FF2B5EF4-FFF2-40B4-BE49-F238E27FC236}">
                <ns3:creationId id="{403044CF-BB15-43F4-BE58-C46EE78BF5B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1" name="">
            <a:extLst>
              <a:ext uri="{FF2B5EF4-FFF2-40B4-BE49-F238E27FC236}">
                <ns3:creationId id="{9A0F93FA-16C5-4FFE-8DAD-E0D2F659B3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1734927441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10056959b594f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227CD0-3F0E-4E39-B3D6-7A99F9CB63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3ED9B02-080E-48A8-9C5A-DE54921E272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두 갈래 선택</a:t>
            </a:r>
          </a:p>
        </p:txBody>
      </p:sp>
      <p:sp>
        <p:nvSpPr>
          <p:cNvPr id="4" name="">
            <a:extLst>
              <a:ext uri="{FF2B5EF4-FFF2-40B4-BE49-F238E27FC236}">
                <ns3:creationId id="{35AE022C-5FC7-485A-8F70-3FDA6D0AB0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1D31573-4552-4A37-AE71-7C4690AE4E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 뒤 조건이 참이면 들여쓴 첫 묶음을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AC66F2-213A-43F3-A792-8D52679A24F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else는 앞 조건이 거짓일 때 실행하는 다른 묶음입니다.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BAF3EC-2F96-4895-83C8-EC509FA0776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콜론 :은 묶음의 시작, 들여쓰기 네 칸은 그 안에 속한 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D037E33-EAB8-41C2-9B72-7C07ED874B8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23.5 &gt; 24.0은 거짓이므로 정상 한 줄만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F607316-3955-4801-8448-3D2487C8AEF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5A3F0B78-BEFB-4FD6-A6E8-C548D387F1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302176522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779aaf7e7af4d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D82673-D210-4E66-AE98-C92148A4D78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947F907-81B8-4C52-AF58-908E0CB097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if와 else를 읽기</a:t>
            </a:r>
          </a:p>
        </p:txBody>
      </p:sp>
      <p:sp>
        <p:nvSpPr>
          <p:cNvPr id="4" name="">
            <a:extLst>
              <a:ext uri="{FF2B5EF4-FFF2-40B4-BE49-F238E27FC236}">
                <ns3:creationId id="{6F289C18-5C58-4203-8974-628941F85EB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9B846FB-1514-4D41-ACBE-6BDDD6A2468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 뒤 조건을 먼저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4BB2734-30F0-4572-AE67-1AC28CF73E2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참이면 들여쓴 첫 갈래를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50D42EA-36F4-4810-9EFB-3E186DF4366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거짓이면 else 갈래를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7C9A5D2-D326-4CE2-A8DA-24A9D5349A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B5149FA7-E098-45A0-88CB-56064ED5A43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890071871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09c0224bd0c452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AEBD0D-FFB0-478B-A728-4402733DE40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9749AEC-33CA-4D94-9796-858B684421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예상과 수정 결과</a:t>
            </a:r>
          </a:p>
        </p:txBody>
      </p:sp>
      <p:sp>
        <p:nvSpPr>
          <p:cNvPr id="4" name="">
            <a:extLst>
              <a:ext uri="{FF2B5EF4-FFF2-40B4-BE49-F238E27FC236}">
                <ns3:creationId id="{3D0D7AE2-9B16-484D-951F-B2F0A73472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958E7A1-E1B3-47B3-B3CA-0C462759CB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23.5는 24.0 초과가 아니므로 정상입니다.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37F7B5F-DAAD-4ADE-9408-4253CA28403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25.0으로 바꾸면 확인을 출력합니다.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1FAD71A-E67E-4600-8677-A7D962A31AD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 자체는 초과에 포함되지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DDFEFD4-7B58-4901-9E98-619709E806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CEFA5F11-7C0D-4E4B-8254-D60DCB2AB05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687769911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1a7e5ec1b41444d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B2F8A3-F664-4868-B05B-010F8C37C6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167AB11-7F76-47F0-89E7-716C747DA05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미측정 먼저 처리</a:t>
            </a:r>
          </a:p>
        </p:txBody>
      </p:sp>
      <p:sp>
        <p:nvSpPr>
          <p:cNvPr id="4" name="">
            <a:extLst>
              <a:ext uri="{FF2B5EF4-FFF2-40B4-BE49-F238E27FC236}">
                <ns3:creationId id="{0045ED70-5F8C-490C-B75B-F2CA1D2886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1B2BD66-CEE3-41C9-ADE0-1E6247020F3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course/work/A12_example.py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67171F10-5304-4E2E-8E9E-FC3BB415757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work/A12_example.py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CFA2D86C-1DA5-4A3E-AD9D-134DCC56B4F8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0499485-1A3A-46DC-9D42-5E064777B23B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C45D3728-152A-46E1-8BCC-02AF4126FA1B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None</a:t>
            </a:r>
          </a:p>
        </p:txBody>
      </p:sp>
      <p:sp>
        <p:nvSpPr>
          <p:cNvPr id="10" name="">
            <a:extLst>
              <a:ext uri="{FF2B5EF4-FFF2-40B4-BE49-F238E27FC236}">
                <ns3:creationId id="{ADCA4602-74FA-4ED2-A21E-5ECE30838616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F02F71C2-CF47-4174-A1A6-3EB1D717E7B7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temperature_c is None:</a:t>
            </a:r>
          </a:p>
        </p:txBody>
      </p:sp>
      <p:sp>
        <p:nvSpPr>
          <p:cNvPr id="12" name="">
            <a:extLst>
              <a:ext uri="{FF2B5EF4-FFF2-40B4-BE49-F238E27FC236}">
                <ns3:creationId id="{847E4086-07D3-4ADB-83E5-425888BE81ED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E726D035-A41B-4D76-A694-B9F4D95F4804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print("미측정")</a:t>
            </a:r>
          </a:p>
        </p:txBody>
      </p:sp>
      <p:sp>
        <p:nvSpPr>
          <p:cNvPr id="14" name="">
            <a:extLst>
              <a:ext uri="{FF2B5EF4-FFF2-40B4-BE49-F238E27FC236}">
                <ns3:creationId id="{115B4340-0F11-4E2B-8DC3-B316FCCEF167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8E756BFD-5367-4201-9DCD-4521F9186234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temperature_c &gt; 24.0:</a:t>
            </a:r>
          </a:p>
        </p:txBody>
      </p:sp>
      <p:sp>
        <p:nvSpPr>
          <p:cNvPr id="16" name="">
            <a:extLst>
              <a:ext uri="{FF2B5EF4-FFF2-40B4-BE49-F238E27FC236}">
                <ns3:creationId id="{EC2F8680-1A29-44C2-93FB-A9263D285AA7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F84DE99-1F10-44EA-9C0E-64969945F6CE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print("확인")</a:t>
            </a:r>
          </a:p>
        </p:txBody>
      </p:sp>
      <p:sp>
        <p:nvSpPr>
          <p:cNvPr id="18" name="">
            <a:extLst>
              <a:ext uri="{FF2B5EF4-FFF2-40B4-BE49-F238E27FC236}">
                <ns3:creationId id="{8C42EF75-049B-4B92-947B-472FC1D20529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5FFC397E-F382-4506-B717-A1113954E5E7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20" name="">
            <a:extLst>
              <a:ext uri="{FF2B5EF4-FFF2-40B4-BE49-F238E27FC236}">
                <ns3:creationId id="{BBEC6EBC-8769-4E6A-ACDF-9C5089A6498C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F3C33CB7-7DAA-4ACE-8E1D-0BFF5E7890D5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print("정상")</a:t>
            </a:r>
          </a:p>
        </p:txBody>
      </p:sp>
      <p:sp>
        <p:nvSpPr>
          <p:cNvPr id="22" name="">
            <a:extLst>
              <a:ext uri="{FF2B5EF4-FFF2-40B4-BE49-F238E27FC236}">
                <ns3:creationId id="{1888D88F-F962-45EE-B857-1DCEE5919D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3" name="">
            <a:extLst>
              <a:ext uri="{FF2B5EF4-FFF2-40B4-BE49-F238E27FC236}">
                <ns3:creationId id="{85D38F84-0DBB-4924-B6C8-EC56EFAB7B4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853897670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2aa8e9d7b354e0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FB2462-106E-4364-A0A2-7F6DA0770E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BE32108-BA05-486C-BCDA-77FA0DA773D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미측정 먼저 처리</a:t>
            </a:r>
          </a:p>
        </p:txBody>
      </p:sp>
      <p:sp>
        <p:nvSpPr>
          <p:cNvPr id="4" name="">
            <a:extLst>
              <a:ext uri="{FF2B5EF4-FFF2-40B4-BE49-F238E27FC236}">
                <ns3:creationId id="{06CC78E4-3539-4517-849B-0DCA73F4F7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399DF7-E0FA-482D-8B8B-FDDA99BF870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이 수업에서 미측정을 표현합니다. 문자열 "None"과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BC41C8A-4C81-480F-9836-323A1DAE97A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is None으로 미측정을 먼저 구별한 뒤 숫자를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7117934-A288-46C5-9380-EFB2090F708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elif는 앞 조건이 거짓일 때 다음 조건을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16F2833-FBE5-43A8-B5F0-8592DE7A49A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 &gt; 24.0을 먼저 실행하면 TypeError가 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E364512B-4E64-4C22-A8AB-1979883DCE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718E33EC-A4A7-4804-8555-2E668915EDF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41578940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7b16a850c164da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1087983-5D0F-4BA3-BD32-3411662A131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DE1F06C-5FCD-49C0-BD4C-95C8D85110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None을 숫자와 먼저 비교하지 않습니다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E3E00A42-3154-45E5-A01C-01ECCD7136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A1A2DD4-F606-4A58-9002-A331A6B406E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미측정을 출력합니다.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28847FA-3B2D-4DD1-8F39-1FD8C7E953A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숫자일 때만 기준과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B18D72D-B9FA-4F8A-933C-2DD80A0747E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미측정을 0으로 바꾸면 뜻이 달라집니다.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40880A05-E692-4211-85E0-A01C13F75F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951F0EC-C7FF-4B61-9746-CBABAEC49A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1987740312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90c0793ddb94cb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412205B-9F50-49A3-93A2-9911C85D2FF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E8E15F63-4A29-43C1-9778-BCDB22640F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9명·10명·11명 비교</a:t>
            </a:r>
          </a:p>
        </p:txBody>
      </p:sp>
      <p:sp>
        <p:nvSpPr>
          <p:cNvPr id="4" name="">
            <a:extLst>
              <a:ext uri="{FF2B5EF4-FFF2-40B4-BE49-F238E27FC236}">
                <ns3:creationId id="{5C4069F6-8F15-49DE-91D6-60BAA8A910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078976"/>
                <a:gridCol w="3650785"/>
                <a:gridCol w="409063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이상?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실습실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큰 실습실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큰 실습실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 보류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인원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0159A52-E9FF-45D3-B6F5-BB8F397A8F82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10명 이상이면 큰 실습실을 배정합니다.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B939CA8-6550-4410-8A84-E7730240D5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8AD21CFE-9E53-44B8-9D42-5183FD325A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19339262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2fb5589a4c946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AE4991-3974-4720-AC43-6118DC9070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838C68F-D450-4462-94B9-DC8A6405EF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5AF682A-4D94-440A-9A64-2B553B3E0B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4교시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51E87DB7-052E-4065-B447-36A0F6AB6A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EFEA0E5-7FFF-4B56-8BE0-075D92FC770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AABF439-4075-46C7-8509-DFF660D4392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5개 이하이면 보충 요청</a:t>
            </a:r>
          </a:p>
        </p:txBody>
      </p:sp>
      <p:sp>
        <p:nvSpPr>
          <p:cNvPr id="8" name="">
            <a:extLst>
              <a:ext uri="{FF2B5EF4-FFF2-40B4-BE49-F238E27FC236}">
                <ns3:creationId id="{20F8B7E5-741D-4EAB-ACC5-B26BE948D76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E2F0481-C5D4-425A-994E-CFCAE966926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 4·5·6·미확인의 결과를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6DB9937-00A6-4FA3-8F58-F42303B0DADA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20793F4-F022-4330-A5FE-4E4E752EB097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값과 계산 순서를 적고 다음 풀이와 비교하세요.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C13C3D45-1236-4B21-91BB-B12CB63FD1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B80292FB-9E7A-4B24-9910-0973FB2F0FD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2065283607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d870e0be931f43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FB80322-0DA5-4142-AA7D-FF4B2924D03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4E506A0-64F3-4C5F-8698-F319D5235EE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4·5·6·미확인의 결과</a:t>
            </a:r>
          </a:p>
        </p:txBody>
      </p:sp>
      <p:sp>
        <p:nvSpPr>
          <p:cNvPr id="4" name="">
            <a:extLst>
              <a:ext uri="{FF2B5EF4-FFF2-40B4-BE49-F238E27FC236}">
                <ns3:creationId id="{0D018000-198B-4509-8114-B42FD127C1D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37BEA0D-CA6A-4A38-94E9-FB366F48F4E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4와 5는 보충, 6은 요청 없음입니다.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E9F789F-8541-420C-A4BC-65CDFE272DE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미확인은 확인 요청이며 0으로 채우지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5F8C5C9A-3896-4608-A879-B8B4E41B7A0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08F0C8CA-D24F-454A-9D04-2B1ACBB970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255395937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553eb33191ed4f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630096-4DC8-4DB3-970D-26834BE8DD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C302B9F-5C62-40C7-A0B4-2555816B3A1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C80753F-E173-4690-820B-50C162D15B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경계와 미측정 판정</a:t>
            </a:r>
          </a:p>
        </p:txBody>
      </p:sp>
      <p:sp>
        <p:nvSpPr>
          <p:cNvPr id="5" name="">
            <a:extLst>
              <a:ext uri="{FF2B5EF4-FFF2-40B4-BE49-F238E27FC236}">
                <ns3:creationId id="{73151D9C-E176-4540-89AC-CD2A4F71AE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FA6903B-E8D4-4411-A686-1919C42D54F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98FFBBA-7B51-4554-99B4-6E781801E73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수업 기준은 신청인원10명 이상이면 큰 실습실입니다.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0CEB6F4-C283-40C3-AF14-1B49A709D25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219363A-1976-48DA-BB98-DA9A9572F7D7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9·10·11·None의 기대값을 표로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CF29C630-6E5B-411A-A2D2-18BCE9B47474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CCCD140-9F37-4ED0-BC32-11F77749A45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미측정이 먼저 오도록 if/elif/else 코드의 조건 순서를 정하세요.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906B8401-6AC7-449A-8898-452F67D41F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C7E8CA4E-6B94-4202-A11E-9A808DDDCC9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552705826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5f7c4cbe7bf425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41A6351-8E3E-447D-B13B-DA71B1B0C8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08703E9-E597-432F-85A2-A2251880134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경계와 미측정 판정</a:t>
            </a:r>
          </a:p>
        </p:txBody>
      </p:sp>
      <p:sp>
        <p:nvSpPr>
          <p:cNvPr id="4" name="">
            <a:extLst>
              <a:ext uri="{FF2B5EF4-FFF2-40B4-BE49-F238E27FC236}">
                <ns3:creationId id="{BB93D39E-810C-45F1-9773-AE0DC9DFE5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5A2819B-A2A4-48F8-8017-A151BCE5983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인원확인,9는 작은실,10·11은 큰실입니다.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A33DBB-E30C-4F9D-9DE5-E27F52F3481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is None, 다음 &gt;=10, 나머지는 작은실입니다.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1CF570A-8720-4633-BC65-6A6C6EFB3D4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&gt;10으로 쓰면 경계10을 잘못 배정합니다. None은 숫자 비교 전에 처리합니다.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7BDD90F-0C45-4197-8229-0BD3DBB058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45D552C-7F9F-428F-9DB1-42830AC614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978060862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29f685c7f8449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3BC19F-8E12-4B53-A1DF-8AF0147BA96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1E571F4E-7A3C-466E-936E-413006DDFF13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여러 기록을 반복하기</a:t>
            </a:r>
          </a:p>
        </p:txBody>
      </p:sp>
      <p:sp>
        <p:nvSpPr>
          <p:cNvPr id="4" name="">
            <a:extLst>
              <a:ext uri="{FF2B5EF4-FFF2-40B4-BE49-F238E27FC236}">
                <ns3:creationId id="{F237CF11-8309-44F6-8F7D-31DEB9675D5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ED2124C-13B4-4D99-AA24-05061156094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27561AF-A7EF-442B-8437-982EE5D48B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37B2E2BF-7F10-4FA4-9F81-1F94EE6A78A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286005896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4452ca9b4e04463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C0D0C48-A098-4092-85A9-BB9F2AD69B3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FE276A9-3EA6-48AB-B30F-170A26D38F6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목록과 위치</a:t>
            </a:r>
          </a:p>
        </p:txBody>
      </p:sp>
      <p:sp>
        <p:nvSpPr>
          <p:cNvPr id="4" name="">
            <a:extLst>
              <a:ext uri="{FF2B5EF4-FFF2-40B4-BE49-F238E27FC236}">
                <ns3:creationId id="{29858275-4E97-4351-B6F4-52239938B9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03CB5A-11F9-4660-83C0-1E650130B4F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course/work/A13_example.py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E35727A9-8D1D-4317-80DC-D391FDA31498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work/A13_example.py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817BE0A2-8323-4920-A86D-4CC1C1FBEDF1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EB535EC8-D694-4138-A7B3-D4D4147CFF62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DB0B6059-F602-4C7E-9BF4-83EA926EA7C8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10" name="">
            <a:extLst>
              <a:ext uri="{FF2B5EF4-FFF2-40B4-BE49-F238E27FC236}">
                <ns3:creationId id="{C909E695-67C0-485F-93C4-CB5CFE5F5F46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77E831A6-788C-4D65-BCBA-7FDD7187799A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print(temperatures[0])</a:t>
            </a:r>
          </a:p>
        </p:txBody>
      </p:sp>
      <p:sp>
        <p:nvSpPr>
          <p:cNvPr id="12" name="">
            <a:extLst>
              <a:ext uri="{FF2B5EF4-FFF2-40B4-BE49-F238E27FC236}">
                <ns3:creationId id="{54AA1581-234F-4238-9753-AA2F7D8C84B6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DFE6F75A-E4AE-4191-8064-CB5732F6444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print(len(temperatures))</a:t>
            </a:r>
          </a:p>
        </p:txBody>
      </p:sp>
      <p:sp>
        <p:nvSpPr>
          <p:cNvPr id="14" name="">
            <a:extLst>
              <a:ext uri="{FF2B5EF4-FFF2-40B4-BE49-F238E27FC236}">
                <ns3:creationId id="{1D2D20FE-F742-45D8-80F8-F228A7F38C1C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FBBADD49-E0CB-4B05-90C9-F090AED784E5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temperatures.append(25.0)</a:t>
            </a:r>
          </a:p>
        </p:txBody>
      </p:sp>
      <p:sp>
        <p:nvSpPr>
          <p:cNvPr id="16" name="">
            <a:extLst>
              <a:ext uri="{FF2B5EF4-FFF2-40B4-BE49-F238E27FC236}">
                <ns3:creationId id="{CCC1FC4D-EDFF-48CA-BB6D-15CF5B78575E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B2308E7C-FD61-436F-B691-32CB33FE65A9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print(len(temperatures))</a:t>
            </a:r>
          </a:p>
        </p:txBody>
      </p:sp>
      <p:sp>
        <p:nvSpPr>
          <p:cNvPr id="18" name="">
            <a:extLst>
              <a:ext uri="{FF2B5EF4-FFF2-40B4-BE49-F238E27FC236}">
                <ns3:creationId id="{F389BA68-96F6-49A3-A6C4-229D8D5D9756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E22C19D2-45F6-4977-A1FC-C665A9CD6F27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print(temperatures[3])</a:t>
            </a:r>
          </a:p>
        </p:txBody>
      </p:sp>
      <p:sp>
        <p:nvSpPr>
          <p:cNvPr id="20" name="">
            <a:extLst>
              <a:ext uri="{FF2B5EF4-FFF2-40B4-BE49-F238E27FC236}">
                <ns3:creationId id="{69F55EDF-9841-4F8D-A5D4-901615F2F5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1" name="">
            <a:extLst>
              <a:ext uri="{FF2B5EF4-FFF2-40B4-BE49-F238E27FC236}">
                <ns3:creationId id="{F9519514-1CAD-49D4-8970-A7A26DEBEEB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277377872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ba1653c416949f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CF493F7-DE74-474E-B90A-5F28B8516B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707B7FC-E982-4B31-AC73-D9EA8F9429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목록과 위치</a:t>
            </a:r>
          </a:p>
        </p:txBody>
      </p:sp>
      <p:sp>
        <p:nvSpPr>
          <p:cNvPr id="4" name="">
            <a:extLst>
              <a:ext uri="{FF2B5EF4-FFF2-40B4-BE49-F238E27FC236}">
                <ns3:creationId id="{0851EA87-D1AC-4C71-909E-21C80984436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0B1AD5-06F8-4C44-9B86-74FC7B2DE62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 ]는 여러 값을 순서대로 담는 리스트입니다. 쉼표는 항목을 나눕니다.</a:t>
            </a:r>
          </a:p>
        </p:txBody>
      </p:sp>
      <p:sp>
        <p:nvSpPr>
          <p:cNvPr id="6" name="">
            <a:extLst>
              <a:ext uri="{FF2B5EF4-FFF2-40B4-BE49-F238E27FC236}">
                <ns3:creationId id="{83B67342-6D13-460C-93F2-9255E012B77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항목 위치는 0입니다. 처음 세 항목의 위치는 0·1·2입니다.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8F98061-1472-43A7-8B6F-3F1DBA57486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len은 항목 수 3, append는 끝에 새 값을 추가하는 동작입니다.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BE3DB9D-8F97-45CB-841D-420C66A1243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25.0을 추가하면 길이4, 마지막 위치3입니다.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F775DF5C-B80B-471D-8FD2-60EBD0C1F1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5947558F-A117-4B9A-9A53-A865ECD1214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2008995584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62ddc5b4a3524b8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A029B4F-FCD1-4831-9456-A8A4F4F159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5142B1E-F22D-49CF-81C9-FB559F18617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목록과 위치</a:t>
            </a:r>
          </a:p>
        </p:txBody>
      </p:sp>
      <p:sp>
        <p:nvSpPr>
          <p:cNvPr id="4" name="">
            <a:extLst>
              <a:ext uri="{FF2B5EF4-FFF2-40B4-BE49-F238E27FC236}">
                <ns3:creationId id="{8CD514ED-6814-4743-970B-FBEC65EAD45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28AC63-4DCB-413B-BCA6-7077736322A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D54778-14F9-4834-A0A6-CEBF704CC171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3F3A1F9-9CF8-414C-ACA2-2C8D44507E78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B3016962-6B62-4F72-B298-E348E438DFDD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9" name="">
            <a:extLst>
              <a:ext uri="{FF2B5EF4-FFF2-40B4-BE49-F238E27FC236}">
                <ns3:creationId id="{C11867DA-4BF0-4811-B6AB-2EC5DF041F02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7BB3C01C-C0B5-44F5-BBC8-DAFECF0E8B1A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3</a:t>
            </a:r>
          </a:p>
        </p:txBody>
      </p:sp>
      <p:sp>
        <p:nvSpPr>
          <p:cNvPr id="11" name="">
            <a:extLst>
              <a:ext uri="{FF2B5EF4-FFF2-40B4-BE49-F238E27FC236}">
                <ns3:creationId id="{AE035BC0-D58E-4AF2-AA28-0841B04B5D8A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06D8CC8C-AC6F-44E6-9227-F694D1B5B1E8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4</a:t>
            </a:r>
          </a:p>
        </p:txBody>
      </p:sp>
      <p:sp>
        <p:nvSpPr>
          <p:cNvPr id="13" name="">
            <a:extLst>
              <a:ext uri="{FF2B5EF4-FFF2-40B4-BE49-F238E27FC236}">
                <ns3:creationId id="{4D87E29E-B6F3-4582-9AC4-A0991E09905F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55E8C6EB-0214-4DA7-8258-6B32F050FCD8}"/>
              </a:ext>
            </a:extLst>
          </p:cNvPr>
          <p:cNvSpPr>
            <a:spLocks noGrp="1"/>
          </p:cNvSpPr>
          <p:nvPr/>
        </p:nvSpPr>
        <p:spPr>
          <a:xfrm>
            <a:off x="1343025" y="355187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25.0</a:t>
            </a:r>
          </a:p>
        </p:txBody>
      </p:sp>
      <p:sp>
        <p:nvSpPr>
          <p:cNvPr id="15" name="">
            <a:extLst>
              <a:ext uri="{FF2B5EF4-FFF2-40B4-BE49-F238E27FC236}">
                <ns3:creationId id="{2D7670D2-8039-4579-A8B7-48975301C6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6" name="">
            <a:extLst>
              <a:ext uri="{FF2B5EF4-FFF2-40B4-BE49-F238E27FC236}">
                <ns3:creationId id="{FC441095-D671-47E9-8C9A-41B2E79959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623070611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71afe3664fe40b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231B524-DB9A-4E60-A10F-A45D49AB6E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6B1CC8D-62B4-496C-8D34-A110B78DE9D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리스트 위치의 약속</a:t>
            </a:r>
          </a:p>
        </p:txBody>
      </p:sp>
      <p:sp>
        <p:nvSpPr>
          <p:cNvPr id="4" name="">
            <a:extLst>
              <a:ext uri="{FF2B5EF4-FFF2-40B4-BE49-F238E27FC236}">
                <ns3:creationId id="{3D4B89E9-C8AA-4588-A2B3-951872B1A28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757008"/>
                <a:gridCol w="506339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 번호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2B7C3A88-BD40-4A76-84CC-15B641EE990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4AB9FCEF-C9BB-4F9A-8560-935297C513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1881619524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ecef13cd6f74c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9289DB8-93B4-473A-AAF8-C41BFC434E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63680E-467E-47FC-9965-060180802E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길이와 마지막 위치는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3527687A-9106-471B-BF77-2C7FC6F35D7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3C16B3-718F-4B17-9DA6-BA5A7D5403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항목 수는 3개입니다.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E2EF47A-9CB7-4D1B-84B3-C5A3B3DD8A9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위치 번호는 2입니다.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8CB4291-099C-40BF-9AC6-F1456619C36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append 뒤에는 4개, 마지막 번호는 3입니다.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760C814-453D-44B8-AAC1-42DDFB63FFD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82C2D7A0-BC81-4D02-A6ED-613876FBDB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701901920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e53ebc610ea471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48BD168-D6E6-47AA-88AB-6533BBB30A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1F43652-2CEF-4AD2-9EC0-9BE47A9FCDD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없는 위치를 찾으면 어떻게 될까요?</a:t>
            </a:r>
          </a:p>
        </p:txBody>
      </p:sp>
      <p:sp>
        <p:nvSpPr>
          <p:cNvPr id="4" name="">
            <a:extLst>
              <a:ext uri="{FF2B5EF4-FFF2-40B4-BE49-F238E27FC236}">
                <ns3:creationId id="{ADDABB02-A6DA-40F8-9673-230DC42702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F8877F1-1756-46F0-A00D-22C20D1F66A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길이 3인 목록에 위치 3은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9A0F61-A367-4475-BBEF-BB4DECA981C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IndexError가 나면 길이와 위치를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36AE49E-8015-4F40-84A8-113133D186F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항목을 추가한 시점도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6A4600-0043-4632-AFC2-55B34155DED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CB2345B-1DFA-4447-896B-6294125F1D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734954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cd5f12a515c2408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65D265A-5E3A-4451-903E-4DA06088B99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B7DF7D8-B0BE-4946-95F0-3A64E31849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한 항목씩 읽기</a:t>
            </a:r>
          </a:p>
        </p:txBody>
      </p:sp>
      <p:sp>
        <p:nvSpPr>
          <p:cNvPr id="4" name="">
            <a:extLst>
              <a:ext uri="{FF2B5EF4-FFF2-40B4-BE49-F238E27FC236}">
                <ns3:creationId id="{12A87498-2CC8-4EE2-881A-5A253869A8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A80C9C-2A70-463A-A1FE-19B5B306A61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course/work/A14_example.py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98599C3D-EE2A-4C6D-B83D-32FB6A983AF7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work/A14_example.py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64FFD9E4-581F-4528-881B-15A29B9B332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2B982148-0830-4758-B4E1-B49F72D7AF8E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1ACDD812-C7B1-4C87-A977-0BE270C14BDC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10" name="">
            <a:extLst>
              <a:ext uri="{FF2B5EF4-FFF2-40B4-BE49-F238E27FC236}">
                <ns3:creationId id="{F908BF12-3D13-4757-8186-64FF164F9C5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D7AD35B3-7CE8-4B4A-9A6D-99D5CE087B15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temperature_c in temperatures:</a:t>
            </a:r>
          </a:p>
        </p:txBody>
      </p:sp>
      <p:sp>
        <p:nvSpPr>
          <p:cNvPr id="12" name="">
            <a:extLst>
              <a:ext uri="{FF2B5EF4-FFF2-40B4-BE49-F238E27FC236}">
                <ns3:creationId id="{1F48C99D-5565-4F56-9146-403336E59058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DA4E262C-D3AD-4CBD-B2FE-4EAEC40DA691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print(temperature_c)</a:t>
            </a:r>
          </a:p>
        </p:txBody>
      </p:sp>
      <p:sp>
        <p:nvSpPr>
          <p:cNvPr id="14" name="">
            <a:extLst>
              <a:ext uri="{FF2B5EF4-FFF2-40B4-BE49-F238E27FC236}">
                <ns3:creationId id="{947F7149-A71D-4AA9-97E0-184156FCE564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D8F7ABBE-5217-41C1-A832-0B31D405A351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print("완료")</a:t>
            </a:r>
          </a:p>
        </p:txBody>
      </p:sp>
      <p:sp>
        <p:nvSpPr>
          <p:cNvPr id="16" name="">
            <a:extLst>
              <a:ext uri="{FF2B5EF4-FFF2-40B4-BE49-F238E27FC236}">
                <ns3:creationId id="{A25C7E46-0575-40F5-98E8-EF2EA7FAA9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7" name="">
            <a:extLst>
              <a:ext uri="{FF2B5EF4-FFF2-40B4-BE49-F238E27FC236}">
                <ns3:creationId id="{2C84F661-F591-41F3-B090-502EE7A49D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668203397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006a37030f94a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37F2FA-3A0E-4438-A885-FAD717A2AD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D463504-8A1A-4D02-9E4C-A2B1EA9856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한 항목씩 읽기</a:t>
            </a:r>
          </a:p>
        </p:txBody>
      </p:sp>
      <p:sp>
        <p:nvSpPr>
          <p:cNvPr id="4" name="">
            <a:extLst>
              <a:ext uri="{FF2B5EF4-FFF2-40B4-BE49-F238E27FC236}">
                <ns3:creationId id="{70527851-08CB-4AFD-B37C-A6EA7B02C4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0EE1960-55FB-4F8E-A1F3-4AF6389456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for는 목록에서 한 값을 꺼내 temperature_c에 넣는 일을 반복합니다.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1CF58BF-6AA4-48E6-A620-A9E62CF52C5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 뒤는 읽을 목록이고 콜론 뒤 들여쓴 줄을 항목마다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CC9E7F4-74BD-4B5A-A5F5-DF2EE8C9A4E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완료 출력은 들여쓰기가 없어 반복이 끝난 뒤 한 번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D52DE86-9A48-4F48-8201-0C37144B1B7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줄을 들여쓰면 완료도 세 번 출력됩니다.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232E6BA-2775-44C4-93FD-9072C397EDE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ADF8E8D6-90E1-4F8F-88D9-F0E6CB58154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663855360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05142e930804e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022FE13-2378-4F6F-BDF1-AE2A3191C1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F5C2BC1-775C-4AC8-A3BF-5E77231FF7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for의 한 바퀴를 따라가기</a:t>
            </a:r>
          </a:p>
        </p:txBody>
      </p:sp>
      <p:sp>
        <p:nvSpPr>
          <p:cNvPr id="4" name="">
            <a:extLst>
              <a:ext uri="{FF2B5EF4-FFF2-40B4-BE49-F238E27FC236}">
                <ns3:creationId id="{0FC95A07-CCE9-4A42-8E93-0A596B3333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EDFDBFD-8B75-433F-AAD2-791EDA8C4A1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목록에서 다음 값을 하나 꺼냅니다.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FE3B8BF-D806-44E9-9322-A2AD1C4791C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들여쓴 본문을 그 값으로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E61C766-B831-47AB-A50C-B2911721EF0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목록을 다 읽으면 반복문 다음 코드를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1C7DA0-4F25-4FEC-9E20-EA47BEE3ACE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57AFF19-8EDB-4185-9D8F-1F0D6A1C9AC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2072539638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1a9f4cc9e4ee41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156B8F-6617-41A9-9EF8-9D21D784CE0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C020F1E-FEA0-4CB9-9409-74AC70BEA3E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반복과 완료</a:t>
            </a:r>
          </a:p>
        </p:txBody>
      </p:sp>
      <p:sp>
        <p:nvSpPr>
          <p:cNvPr id="4" name="">
            <a:extLst>
              <a:ext uri="{FF2B5EF4-FFF2-40B4-BE49-F238E27FC236}">
                <ns3:creationId id="{FE2FE74A-F6FE-4A80-9049-85AD4EE3B5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924A5C-25F8-4917-82B3-A7D0C7BAE6B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D973283-AF70-48F6-9212-A7AB826ACFF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1B0FACB-03F5-4F36-BF06-6547B1F7B199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8" name="">
            <a:extLst>
              <a:ext uri="{FF2B5EF4-FFF2-40B4-BE49-F238E27FC236}">
                <ns3:creationId id="{503E1623-14F7-486A-96A7-97D8E410855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9214F8D-4A2B-4145-A198-478AC1672FBF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24.0</a:t>
            </a:r>
          </a:p>
        </p:txBody>
      </p:sp>
      <p:sp>
        <p:nvSpPr>
          <p:cNvPr id="10" name="">
            <a:extLst>
              <a:ext uri="{FF2B5EF4-FFF2-40B4-BE49-F238E27FC236}">
                <ns3:creationId id="{81E387EB-477E-4527-A2BB-C9517B0936E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7CAADA7-5EAA-498A-8F52-F85D9EFD2FBD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23.5</a:t>
            </a:r>
          </a:p>
        </p:txBody>
      </p:sp>
      <p:sp>
        <p:nvSpPr>
          <p:cNvPr id="12" name="">
            <a:extLst>
              <a:ext uri="{FF2B5EF4-FFF2-40B4-BE49-F238E27FC236}">
                <ns3:creationId id="{E93A7742-484F-41B7-9D1F-84C3AA7FE3B0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B14A179-990B-4B2E-A8D7-F3FD10F0C696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완료</a:t>
            </a:r>
          </a:p>
        </p:txBody>
      </p:sp>
      <p:sp>
        <p:nvSpPr>
          <p:cNvPr id="14" name="">
            <a:extLst>
              <a:ext uri="{FF2B5EF4-FFF2-40B4-BE49-F238E27FC236}">
                <ns3:creationId id="{DDB97F4E-5DAC-487F-B63E-CFB39F932A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5" name="">
            <a:extLst>
              <a:ext uri="{FF2B5EF4-FFF2-40B4-BE49-F238E27FC236}">
                <ns3:creationId id="{68B9DA53-C081-406D-A8C7-54BD3BCC75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447361677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c52d3586cb5341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BB6320-13C7-46D6-8A9A-03C42DF0C0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119EEAC-CE61-4DCE-B233-D02CCCA432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조건에 맞는 건수</a:t>
            </a:r>
          </a:p>
        </p:txBody>
      </p:sp>
      <p:sp>
        <p:nvSpPr>
          <p:cNvPr id="4" name="">
            <a:extLst>
              <a:ext uri="{FF2B5EF4-FFF2-40B4-BE49-F238E27FC236}">
                <ns3:creationId id="{148A131D-AB01-49D6-B6AF-2C861E1193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DF0EFC0-C7DF-416C-8849-F7853848D1B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course/work/A15_example.py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001AC38F-1FA7-4DC5-9802-B64D3A08C64B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work/A15_example.py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5342BC88-025F-448B-9AEE-A7951A37281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B9F7624-59B5-48C8-860C-0FBFF23975C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5547C0D0-BFF9-4519-8F16-D84679BFF296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25.0]</a:t>
            </a:r>
          </a:p>
        </p:txBody>
      </p:sp>
      <p:sp>
        <p:nvSpPr>
          <p:cNvPr id="10" name="">
            <a:extLst>
              <a:ext uri="{FF2B5EF4-FFF2-40B4-BE49-F238E27FC236}">
                <ns3:creationId id="{B9668C22-080E-48E3-91EB-D7F61199DF1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C851A19E-D492-44F7-BB9F-55A5E1D8DCEF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0</a:t>
            </a:r>
          </a:p>
        </p:txBody>
      </p:sp>
      <p:sp>
        <p:nvSpPr>
          <p:cNvPr id="12" name="">
            <a:extLst>
              <a:ext uri="{FF2B5EF4-FFF2-40B4-BE49-F238E27FC236}">
                <ns3:creationId id="{B52D1701-12E1-4D14-A45A-A7FECE943995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0CDB9CAF-6218-46B3-BC09-1DE537B6E040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temperature_c in temperatures:</a:t>
            </a:r>
          </a:p>
        </p:txBody>
      </p:sp>
      <p:sp>
        <p:nvSpPr>
          <p:cNvPr id="14" name="">
            <a:extLst>
              <a:ext uri="{FF2B5EF4-FFF2-40B4-BE49-F238E27FC236}">
                <ns3:creationId id="{10105EAE-9E1B-4FB9-ADFB-BABC568E16A5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E9016DDE-2E01-463D-AF9C-EC1600C0BE17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temperature_c &gt; 24.0:</a:t>
            </a:r>
          </a:p>
        </p:txBody>
      </p:sp>
      <p:sp>
        <p:nvSpPr>
          <p:cNvPr id="16" name="">
            <a:extLst>
              <a:ext uri="{FF2B5EF4-FFF2-40B4-BE49-F238E27FC236}">
                <ns3:creationId id="{653ADE70-3629-442C-AC10-8781BE5F80F3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B9507450-1C28-489D-8934-F427C1B6DA5D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count = count + 1</a:t>
            </a:r>
          </a:p>
        </p:txBody>
      </p:sp>
      <p:sp>
        <p:nvSpPr>
          <p:cNvPr id="18" name="">
            <a:extLst>
              <a:ext uri="{FF2B5EF4-FFF2-40B4-BE49-F238E27FC236}">
                <ns3:creationId id="{E8E2E4C0-8EB8-41DE-BDCA-FDCC3D1986D8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E57C2E0A-3E2F-44EF-9B60-87A1EEDE65AD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print("확인 건수", count)</a:t>
            </a:r>
          </a:p>
        </p:txBody>
      </p:sp>
      <p:sp>
        <p:nvSpPr>
          <p:cNvPr id="20" name="">
            <a:extLst>
              <a:ext uri="{FF2B5EF4-FFF2-40B4-BE49-F238E27FC236}">
                <ns3:creationId id="{917B3B5D-C8F3-4834-A231-6C8E10E518F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1" name="">
            <a:extLst>
              <a:ext uri="{FF2B5EF4-FFF2-40B4-BE49-F238E27FC236}">
                <ns3:creationId id="{4DC9C559-78B4-4BA0-8C8C-94217378C5E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71076566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7afb71a22e946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35CF482-AAD3-4F6F-A911-F419BD03DE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66F60E1-39C9-4C36-8040-C3E5415EB50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조건에 맞는 건수</a:t>
            </a:r>
          </a:p>
        </p:txBody>
      </p:sp>
      <p:sp>
        <p:nvSpPr>
          <p:cNvPr id="4" name="">
            <a:extLst>
              <a:ext uri="{FF2B5EF4-FFF2-40B4-BE49-F238E27FC236}">
                <ns3:creationId id="{4052071C-C00A-4807-95EC-3E3C8C84FE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4C323F1-7A79-4137-A37D-CFD03475199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count=0으로 시작해 확인 대상 하나마다 1을 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8CE3B2-233E-4DF2-8AC5-9C283FC9877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count=count+1은 이전 건수에 1을 더해 다시 저장한다는 뜻입니다.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79EC287-E6D4-4350-9B56-704DA344B7A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조건 안쪽은 여덟 칸, 반복 바깥 마지막 출력은 들여쓰지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AC8808A-94BA-41FA-B6AA-F094246CC51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24.0은 초과가 아니므로 25.0 한 건만 셉니다.</a:t>
            </a:r>
          </a:p>
        </p:txBody>
      </p:sp>
      <p:sp>
        <p:nvSpPr>
          <p:cNvPr id="9" name="">
            <a:extLst>
              <a:ext uri="{FF2B5EF4-FFF2-40B4-BE49-F238E27FC236}">
                <ns3:creationId id="{E0F16739-1FC0-4B86-BB6A-175D09A8EFD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72FF6748-6F70-4E71-831A-8768F616543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854830404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091605ae5f94e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43BE29B-DAD6-410C-940E-CF5A94E344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4512795-D285-4868-BB85-0008EDC8B89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 건수의 현재 값</a:t>
            </a:r>
          </a:p>
        </p:txBody>
      </p:sp>
      <p:sp>
        <p:nvSpPr>
          <p:cNvPr id="4" name="">
            <a:extLst>
              <a:ext uri="{FF2B5EF4-FFF2-40B4-BE49-F238E27FC236}">
                <ns3:creationId id="{B13AE38E-AC82-45A5-9E53-AB06B10B6D9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248282"/>
                <a:gridCol w="4329241"/>
                <a:gridCol w="324287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 초과?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거짓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거짓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36BA6451-018C-4EEE-8A4B-E99B6CE609E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B5F0F097-E490-4595-B61B-9AB08B8258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915647124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18c292f3b22447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2901E9-2FCD-4EBF-8841-5E7D376C34E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9F0A805-62BE-4CA3-88E5-23819BBF7B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무게 합과 상자 수 따로 세기</a:t>
            </a:r>
          </a:p>
        </p:txBody>
      </p:sp>
      <p:sp>
        <p:nvSpPr>
          <p:cNvPr id="4" name="">
            <a:extLst>
              <a:ext uri="{FF2B5EF4-FFF2-40B4-BE49-F238E27FC236}">
                <ns3:creationId id="{2B843D72-E94C-4700-B0DD-4DABF1B42A6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7131627"/>
                <a:gridCol w="368877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총무게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8kg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4kg 초과 상자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길이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마지막 위치 번호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83D5A044-D430-48C9-807E-E4178276F77A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상자 무게 2·5·1kg의 합과 초과 건수를 셉니다.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0D2F42-8090-4B5E-8432-D9EBB2BA0C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15CE2FA8-BF58-4BF9-AA39-5664D31C1FF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719605204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7610b346d054a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C152D9C-E30B-4C16-815C-BA06326C0A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7C38B6F-68B5-484B-BE86-CE5AD4B457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05B45CC-494B-47B5-AA39-E14990F1563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5교시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45A6EDFA-07E9-49A4-8DFC-D4B3015547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74D3C14-ACF4-4789-B7C9-9E22EE21866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D2A1952-07C1-4AF8-893F-B868D1E0DA0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수량 목록 3·0·7·2</a:t>
            </a:r>
          </a:p>
        </p:txBody>
      </p:sp>
      <p:sp>
        <p:nvSpPr>
          <p:cNvPr id="8" name="">
            <a:extLst>
              <a:ext uri="{FF2B5EF4-FFF2-40B4-BE49-F238E27FC236}">
                <ns3:creationId id="{A6EED1FB-CE77-45F3-8A56-9CE7CBB661C1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3B6A150-90BE-4849-A4AA-E872CB86B87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총수량과 2개 초과 주문 수를 구하세요.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48476881-0D7C-4928-9063-E4FB52B249B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E017572-1F45-4C3F-8EB6-C502C5A0A91F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값과 계산 순서를 적고 다음 풀이와 비교하세요.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290F87BB-FE21-492A-8EC0-258EBD4CEA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81210AD7-79A2-4C70-9D97-4B518C0944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598958862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2e26a835645740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921E326-0660-4953-9108-9BFAA0ABF0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ED95E32-6879-43D8-BE1C-44A87DD2BC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총수량과 초과 주문 수</a:t>
            </a:r>
          </a:p>
        </p:txBody>
      </p:sp>
      <p:sp>
        <p:nvSpPr>
          <p:cNvPr id="4" name="">
            <a:extLst>
              <a:ext uri="{FF2B5EF4-FFF2-40B4-BE49-F238E27FC236}">
                <ns3:creationId id="{FA157AC6-6269-43BE-8239-13EE58FED9E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933037D-7DEA-4C4D-8DD0-0F00C80E43F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총수량은 12개, 초과 주문은 2건입니다.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77E697-A7E6-49A8-B983-E96EC1E6DA8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목록에서는 반복하지 않아 합계와 건수가 처음 값 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F104824-DA9A-4601-8D6F-E82785AE11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E6EC4B7D-0487-44AA-AB24-6D98AA5C92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841373070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8967b6a7c634ff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6332286-E850-48AF-848B-6E9711517C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D8C6EE0-6AC4-4A07-BDCB-FD53BF59AB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28E456D-EC08-4F52-845D-5D56B8EC3F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목록의 합과 조건 건수</a:t>
            </a:r>
          </a:p>
        </p:txBody>
      </p:sp>
      <p:sp>
        <p:nvSpPr>
          <p:cNvPr id="5" name="">
            <a:extLst>
              <a:ext uri="{FF2B5EF4-FFF2-40B4-BE49-F238E27FC236}">
                <ns3:creationId id="{34185549-9356-4A4B-912A-F9233718494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3F3076C-1314-4078-88BD-6F13A010469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3158A59-1983-4B4C-9ACB-DD03B3748BC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상자 무게[1,5,2]에서 총무게와4kg 초과 상자 수를 구하세요.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2C25B7F0-843C-4067-BEC8-B2E7C926FD11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55C70B9-E077-44D1-827C-A4D445744C05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총합과 건수 변수를0으로 시작해 각 항목 뒤의 값을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39D14620-3F9A-455E-86B5-93233BF45375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15DAE38-77DE-41F2-A2E7-7F19CDEDBB86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목록 길이와 마지막 위치 번호도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7BA08D06-C90F-4235-9126-7529705703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DBB1F836-5EB6-4546-858F-B2FBAC0422D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1709137168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17e395f6cc54a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92898D7-FC8F-436D-94A2-D5A1B2F0E8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D548B03-A9AD-4C8A-8361-63104BAF9E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목록의 합과 조건 건수</a:t>
            </a:r>
          </a:p>
        </p:txBody>
      </p:sp>
      <p:sp>
        <p:nvSpPr>
          <p:cNvPr id="4" name="">
            <a:extLst>
              <a:ext uri="{FF2B5EF4-FFF2-40B4-BE49-F238E27FC236}">
                <ns3:creationId id="{0C840442-29EB-4FE9-B01F-503FA5B02B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DECA04-11E7-4827-B316-D6F69D62B4B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총합은1→6→8,초과 건수는0→1→1입니다.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DED8B53-26E3-4B6B-889F-0B4BD17A571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 길이3,마지막 위치2입니다. 항목 수와 위치 번호는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65AAD74-F362-45F3-926A-81313C473923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4kg 자체는 초과가 아닙니다. 건수는 무게 합이 아닌 조건에 맞는 항목 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D09485D-8D31-42A7-8069-1884BB6DA6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7BBF8DAA-54F8-4072-8612-6FE108B686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378219138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5640d96580740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588514-2437-4585-8330-6B11CA7CAE5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D40A74B-82EE-451D-A2DD-D0BC5AB118EB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작은 점검 프로그램</a:t>
            </a:r>
          </a:p>
        </p:txBody>
      </p:sp>
      <p:sp>
        <p:nvSpPr>
          <p:cNvPr id="4" name="">
            <a:extLst>
              <a:ext uri="{FF2B5EF4-FFF2-40B4-BE49-F238E27FC236}">
                <ns3:creationId id="{C52424D3-60AA-43E9-B2B6-32EA64FC5357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0A58BA38-08D5-4CB3-A868-A38124B39267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6C83D62-20A4-483C-ACD1-B05C769C99D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07BA3211-3A04-4171-8A58-F5DDE761E9E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752066238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f24a9c047972430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021157E-F1A6-4133-B887-16883DCA1C3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D863120-E7C2-4F2C-A1C1-1D4877C8C9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이름표가 있는 기록</a:t>
            </a:r>
          </a:p>
        </p:txBody>
      </p:sp>
      <p:sp>
        <p:nvSpPr>
          <p:cNvPr id="4" name="">
            <a:extLst>
              <a:ext uri="{FF2B5EF4-FFF2-40B4-BE49-F238E27FC236}">
                <ns3:creationId id="{49D5BD56-1D4C-4983-9EED-34A038A36D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6170B5-64C3-45B8-B84F-71EB8EB9C09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course/work/A16_example.py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81757A7E-B6D0-42B6-A98A-5C8BAC12A7D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work/A16_example.py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723B3995-8D39-4AC8-8169-459B5A34305C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1E1ADBE0-3292-4D64-9CF5-19346EAEE4B8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883DD0C4-54B6-4B27-957F-9C8312621040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records = [</a:t>
            </a:r>
          </a:p>
        </p:txBody>
      </p:sp>
      <p:sp>
        <p:nvSpPr>
          <p:cNvPr id="10" name="">
            <a:extLst>
              <a:ext uri="{FF2B5EF4-FFF2-40B4-BE49-F238E27FC236}">
                <ns3:creationId id="{472BA7E4-9859-4D7B-8899-41F0B1E140B2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81D40B54-14F0-4745-9037-BFCC251F2F55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"S01", "temperature_c": 22.5},</a:t>
            </a:r>
          </a:p>
        </p:txBody>
      </p:sp>
      <p:sp>
        <p:nvSpPr>
          <p:cNvPr id="12" name="">
            <a:extLst>
              <a:ext uri="{FF2B5EF4-FFF2-40B4-BE49-F238E27FC236}">
                <ns3:creationId id="{38653A0B-560E-4F58-9CF8-EBF1F013EE1E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668A1AD0-C706-4DBA-84E2-50413270776E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"S02", "temperature_c": 24.0},</a:t>
            </a:r>
          </a:p>
        </p:txBody>
      </p:sp>
      <p:sp>
        <p:nvSpPr>
          <p:cNvPr id="14" name="">
            <a:extLst>
              <a:ext uri="{FF2B5EF4-FFF2-40B4-BE49-F238E27FC236}">
                <ns3:creationId id="{5FCE34CD-ABE2-43D3-97A5-0D6B997FAEE3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D354A822-7060-4444-8E48-A07DCC4A45EA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16" name="">
            <a:extLst>
              <a:ext uri="{FF2B5EF4-FFF2-40B4-BE49-F238E27FC236}">
                <ns3:creationId id="{FD5C251A-B219-4762-87E4-32ACFA6A83BC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93902DE6-B579-4ACC-B1BF-048B27638C1E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record in records:</a:t>
            </a:r>
          </a:p>
        </p:txBody>
      </p:sp>
      <p:sp>
        <p:nvSpPr>
          <p:cNvPr id="18" name="">
            <a:extLst>
              <a:ext uri="{FF2B5EF4-FFF2-40B4-BE49-F238E27FC236}">
                <ns3:creationId id="{6D6EB609-6133-4FB7-BDB5-3AD896890EBE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0604519D-DD79-4A45-8B3E-114300086730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print(record["sensor_id"], record["temperature_c"])</a:t>
            </a:r>
          </a:p>
        </p:txBody>
      </p:sp>
      <p:sp>
        <p:nvSpPr>
          <p:cNvPr id="20" name="">
            <a:extLst>
              <a:ext uri="{FF2B5EF4-FFF2-40B4-BE49-F238E27FC236}">
                <ns3:creationId id="{8F921437-E590-4C23-B09E-07F38AD258D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1" name="">
            <a:extLst>
              <a:ext uri="{FF2B5EF4-FFF2-40B4-BE49-F238E27FC236}">
                <ns3:creationId id="{4498F71A-4EFE-42E5-9A5A-DA229860758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816620821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ca43ef7666f4b6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26BD4B-A7A0-4576-941E-8565602E71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3EEE9F2-2CFA-4371-A40D-1286B75E083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이름표가 있는 기록</a:t>
            </a:r>
          </a:p>
        </p:txBody>
      </p:sp>
      <p:sp>
        <p:nvSpPr>
          <p:cNvPr id="4" name="">
            <a:extLst>
              <a:ext uri="{FF2B5EF4-FFF2-40B4-BE49-F238E27FC236}">
                <ns3:creationId id="{46D6C160-73D8-49BE-A65C-7351BDB26E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9C2872E-654F-410C-B59B-9BBB5A74142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바깥 [ ]는 기록 목록, 안쪽 { }는 이름표와 값으로 된 딕셔너리입니다.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C413736-F4C6-451B-B3A5-8A7A7B6FECA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record["sensor_id"]는 이번 기록에서 sensor_id 키의 값을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7E2D8A4-4C4D-45FD-9F83-68E2A700463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키의 철자가 다르면 KeyError이며 목록 위치 오류와는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0AFDDC-95E4-4CE0-AE92-099A57E3E66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열을 가진 두 기록을 반복하며 S01 22.5, S02 24.0을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8287402-150D-4597-8DB5-FE40FFF43B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2967D080-E3EE-47F1-BF7E-F39485F1B8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836112865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d14472ff5d846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E1113BC-FA8F-4CB0-B718-9C4168397E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64A755B-DA76-49F3-B4A9-F05E58C349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 안의 딕셔너리 읽기</a:t>
            </a:r>
          </a:p>
        </p:txBody>
      </p:sp>
      <p:sp>
        <p:nvSpPr>
          <p:cNvPr id="4" name="">
            <a:extLst>
              <a:ext uri="{FF2B5EF4-FFF2-40B4-BE49-F238E27FC236}">
                <ns3:creationId id="{5B5F2433-05F4-411B-B30A-2EDA0F557F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6A94A6C-B93D-4265-8B4A-F25CC1252AA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리스트는 여러 기록을 묶습니다.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016155-90E0-43E7-894A-A0667766EF6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딕셔너리는 한 기록의 이름과 값을 묶습니다.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C06F673-976C-45F7-A9C3-8F276DB3DF9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장치명과 온도를 같은 기록에서 꺼냅니다.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7490AFE-D864-45C4-87CF-495318956A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36E301B-5509-4780-B27D-1C6C20EDD4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48310442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d30ed1d83c3462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A89D5A-86C8-4DE4-8F88-BC66C2612FA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18ACB06-3A8E-4834-B7C8-2F4D09CC528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두 기록</a:t>
            </a:r>
          </a:p>
        </p:txBody>
      </p:sp>
      <p:sp>
        <p:nvSpPr>
          <p:cNvPr id="4" name="">
            <a:extLst>
              <a:ext uri="{FF2B5EF4-FFF2-40B4-BE49-F238E27FC236}">
                <ns3:creationId id="{B3730D7B-2D49-414E-802E-0B0EE7DC71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C341CA-FA4B-4D3F-938B-A083E42C850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5808049-918E-4E3A-A999-63EDDFCFA21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1F92B7A-CE70-44D3-8A55-A22BA46E7CE7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 22.5</a:t>
            </a:r>
          </a:p>
        </p:txBody>
      </p:sp>
      <p:sp>
        <p:nvSpPr>
          <p:cNvPr id="8" name="">
            <a:extLst>
              <a:ext uri="{FF2B5EF4-FFF2-40B4-BE49-F238E27FC236}">
                <ns3:creationId id="{4D2B4AE4-C8C8-4760-ADE3-40D5EA6BBCA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5A92857-7AB5-485B-A23F-AF5941B6B811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S02 24.0</a:t>
            </a:r>
          </a:p>
        </p:txBody>
      </p:sp>
      <p:sp>
        <p:nvSpPr>
          <p:cNvPr id="10" name="">
            <a:extLst>
              <a:ext uri="{FF2B5EF4-FFF2-40B4-BE49-F238E27FC236}">
                <ns3:creationId id="{B07DE39B-8E6D-47A1-9931-1E1C3D1100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1" name="">
            <a:extLst>
              <a:ext uri="{FF2B5EF4-FFF2-40B4-BE49-F238E27FC236}">
                <ns3:creationId id="{62E84F99-5913-42E3-B6BB-A3D08D53712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670557707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8f5dd04e29a473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EBF357E-0244-4544-9C10-1B17C1A348E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CB43423-035D-40A0-BD1F-D8F014181D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상태표의 세 갈래</a:t>
            </a:r>
          </a:p>
        </p:txBody>
      </p:sp>
      <p:sp>
        <p:nvSpPr>
          <p:cNvPr id="4" name="">
            <a:extLst>
              <a:ext uri="{FF2B5EF4-FFF2-40B4-BE49-F238E27FC236}">
                <ns3:creationId id="{805F731A-50FC-4B80-8FAF-11A73F149A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1783BDD-D1DF-48A4-BB21-FC434BE432D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미측정입니다.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819A257-4F7F-43CE-8A8C-434B28BE405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 초과이면 확인입니다.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4E11043-2FBC-4721-BE95-9FB8CB723A1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외 숫자는 정상입니다.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80162F3-470F-4125-8F7A-65AEC08874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7596E534-B650-46FA-93FF-11B4AE7736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893987382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92c4d5f6cb6646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2A52CE-B003-473C-8BA9-79DFA3C4A17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C301CF2-BEA7-4E06-B075-C9A0A663425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기록 하나의 상태</a:t>
            </a:r>
          </a:p>
        </p:txBody>
      </p:sp>
      <p:sp>
        <p:nvSpPr>
          <p:cNvPr id="4" name="">
            <a:extLst>
              <a:ext uri="{FF2B5EF4-FFF2-40B4-BE49-F238E27FC236}">
                <ns3:creationId id="{4854185C-A2D1-4EAB-B828-16191B5CB8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C4B0577-771D-4C19-9E0B-664D1BD0406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92DBBD5-B7C0-4EB4-8473-FBFD8F871B71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FD53876-A384-4265-9BCB-6A129AB21AD3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 = None</a:t>
            </a:r>
          </a:p>
        </p:txBody>
      </p:sp>
      <p:sp>
        <p:nvSpPr>
          <p:cNvPr id="8" name="">
            <a:extLst>
              <a:ext uri="{FF2B5EF4-FFF2-40B4-BE49-F238E27FC236}">
                <ns3:creationId id="{C242A9F0-B902-42BC-9CE1-F335C03B65C1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4A212E2-09B3-45AC-A69C-E2549FE9638C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267A4168-46BE-405A-BF83-60AA83D45CC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553A6E6-D664-429C-B619-52C50CF8D2DA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status =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CFE75F88-832A-4F8A-8F05-6CDE504081F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4297391-E978-4788-91C5-349D79522C5E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value &gt; 24.0:</a:t>
            </a:r>
          </a:p>
        </p:txBody>
      </p:sp>
      <p:sp>
        <p:nvSpPr>
          <p:cNvPr id="14" name="">
            <a:extLst>
              <a:ext uri="{FF2B5EF4-FFF2-40B4-BE49-F238E27FC236}">
                <ns3:creationId id="{63566BE1-02BC-4CAE-9363-EF3BB315F6D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82C054E0-855E-4481-BCA3-C8EB482FA391}"/>
              </a:ext>
            </a:extLst>
          </p:cNvPr>
          <p:cNvSpPr>
            <a:spLocks noGrp="1"/>
          </p:cNvSpPr>
          <p:nvPr/>
        </p:nvSpPr>
        <p:spPr>
          <a:xfrm>
            <a:off x="1343025" y="328612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status = "확인"</a:t>
            </a:r>
          </a:p>
        </p:txBody>
      </p:sp>
      <p:sp>
        <p:nvSpPr>
          <p:cNvPr id="16" name="">
            <a:extLst>
              <a:ext uri="{FF2B5EF4-FFF2-40B4-BE49-F238E27FC236}">
                <ns3:creationId id="{946DFE85-3922-4C8E-B0C9-883DC4200149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89E42F22-1EF5-49C8-AF63-C485D70442EA}"/>
              </a:ext>
            </a:extLst>
          </p:cNvPr>
          <p:cNvSpPr>
            <a:spLocks noGrp="1"/>
          </p:cNvSpPr>
          <p:nvPr/>
        </p:nvSpPr>
        <p:spPr>
          <a:xfrm>
            <a:off x="1343025" y="359568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18" name="">
            <a:extLst>
              <a:ext uri="{FF2B5EF4-FFF2-40B4-BE49-F238E27FC236}">
                <ns3:creationId id="{08ACA799-2D72-45AF-BDED-5E49233AD956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744D74BE-D6F1-45F6-9D9F-FC4EEF99F9B2}"/>
              </a:ext>
            </a:extLst>
          </p:cNvPr>
          <p:cNvSpPr>
            <a:spLocks noGrp="1"/>
          </p:cNvSpPr>
          <p:nvPr/>
        </p:nvSpPr>
        <p:spPr>
          <a:xfrm>
            <a:off x="1343025" y="390525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status = "정상"</a:t>
            </a:r>
          </a:p>
        </p:txBody>
      </p:sp>
      <p:sp>
        <p:nvSpPr>
          <p:cNvPr id="20" name="">
            <a:extLst>
              <a:ext uri="{FF2B5EF4-FFF2-40B4-BE49-F238E27FC236}">
                <ns3:creationId id="{6100F055-8A85-4D59-A6A0-1C9DBD4AE096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1004A0A5-6B35-4B5B-9268-355A1E6C2CA1}"/>
              </a:ext>
            </a:extLst>
          </p:cNvPr>
          <p:cNvSpPr>
            <a:spLocks noGrp="1"/>
          </p:cNvSpPr>
          <p:nvPr/>
        </p:nvSpPr>
        <p:spPr>
          <a:xfrm>
            <a:off x="1343025" y="421481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print(status)</a:t>
            </a:r>
          </a:p>
        </p:txBody>
      </p:sp>
      <p:sp>
        <p:nvSpPr>
          <p:cNvPr id="22" name="">
            <a:extLst>
              <a:ext uri="{FF2B5EF4-FFF2-40B4-BE49-F238E27FC236}">
                <ns3:creationId id="{76E82754-2385-444F-80F2-392F0F8D9B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3" name="">
            <a:extLst>
              <a:ext uri="{FF2B5EF4-FFF2-40B4-BE49-F238E27FC236}">
                <ns3:creationId id="{8DB0E7F5-A927-4D9D-8FCA-830B18B77B2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932174921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5" name=""/>
          <p:cNvPicPr>
            <a:picLocks noChangeAspect="1"/>
          </p:cNvPicPr>
          <p:nvPr/>
        </p:nvPicPr>
        <p:blipFill>
          <a:blip r:embed="Rb31e34d093fc4fb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43F9514-5C1E-4CBC-BAED-21C5561013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CF707FF-EC99-4D5C-9E42-F79629EC248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점검표 전체 코드 · 1/2</a:t>
            </a:r>
          </a:p>
        </p:txBody>
      </p:sp>
      <p:sp>
        <p:nvSpPr>
          <p:cNvPr id="4" name="">
            <a:extLst>
              <a:ext uri="{FF2B5EF4-FFF2-40B4-BE49-F238E27FC236}">
                <ns3:creationId id="{F8ED5ED1-4DFB-4425-94B1-0AA2E546054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61B0DA-73AE-4736-AF4D-94162A84078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course/work/A17_sensor_summary.py에 두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3496854-4760-469C-97D7-373F3BAF3D83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2F53D0BF-EEE4-49F4-9E64-05273C436DD3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196B242B-8465-4DFE-8256-F0D7A73C87BC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records = [</a:t>
            </a:r>
          </a:p>
        </p:txBody>
      </p:sp>
      <p:sp>
        <p:nvSpPr>
          <p:cNvPr id="9" name="">
            <a:extLst>
              <a:ext uri="{FF2B5EF4-FFF2-40B4-BE49-F238E27FC236}">
                <ns3:creationId id="{A8C40609-62E5-47BE-B0E6-AD05A0820E8F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E222E721-C2B1-48E1-9DA0-FA83C358DF91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"S01", "temperature_c": 22.5},</a:t>
            </a:r>
          </a:p>
        </p:txBody>
      </p:sp>
      <p:sp>
        <p:nvSpPr>
          <p:cNvPr id="11" name="">
            <a:extLst>
              <a:ext uri="{FF2B5EF4-FFF2-40B4-BE49-F238E27FC236}">
                <ns3:creationId id="{85C56CAD-D414-47CA-8424-B00220068897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7FFE2519-1876-4C69-AFA4-228390103209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"S02", "temperature_c": 25.0},</a:t>
            </a:r>
          </a:p>
        </p:txBody>
      </p:sp>
      <p:sp>
        <p:nvSpPr>
          <p:cNvPr id="13" name="">
            <a:extLst>
              <a:ext uri="{FF2B5EF4-FFF2-40B4-BE49-F238E27FC236}">
                <ns3:creationId id="{BB611A08-D345-4E3B-BB2B-DDF9048EFE3B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A67814A7-419B-4D14-A5D6-5CEECCF4750D}"/>
              </a:ext>
            </a:extLst>
          </p:cNvPr>
          <p:cNvSpPr>
            <a:spLocks noGrp="1"/>
          </p:cNvSpPr>
          <p:nvPr/>
        </p:nvSpPr>
        <p:spPr>
          <a:xfrm>
            <a:off x="1343025" y="355187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"S03", "temperature_c": None},</a:t>
            </a:r>
          </a:p>
        </p:txBody>
      </p:sp>
      <p:sp>
        <p:nvSpPr>
          <p:cNvPr id="15" name="">
            <a:extLst>
              <a:ext uri="{FF2B5EF4-FFF2-40B4-BE49-F238E27FC236}">
                <ns3:creationId id="{26DF4B2B-9D1A-4121-8FAC-AE42F56938B9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ACD0670B-B573-4A54-9CC3-297C5428D3F2}"/>
              </a:ext>
            </a:extLst>
          </p:cNvPr>
          <p:cNvSpPr>
            <a:spLocks noGrp="1"/>
          </p:cNvSpPr>
          <p:nvPr/>
        </p:nvSpPr>
        <p:spPr>
          <a:xfrm>
            <a:off x="1343025" y="386143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17" name="">
            <a:extLst>
              <a:ext uri="{FF2B5EF4-FFF2-40B4-BE49-F238E27FC236}">
                <ns3:creationId id="{BC2982BD-AF4E-4DE5-BD00-5015189E7BD4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3FA70DC1-DB64-4656-B988-E97A5F4C299D}"/>
              </a:ext>
            </a:extLst>
          </p:cNvPr>
          <p:cNvSpPr>
            <a:spLocks noGrp="1"/>
          </p:cNvSpPr>
          <p:nvPr/>
        </p:nvSpPr>
        <p:spPr>
          <a:xfrm>
            <a:off x="1343025" y="417099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limit = 24.0</a:t>
            </a:r>
          </a:p>
        </p:txBody>
      </p:sp>
      <p:sp>
        <p:nvSpPr>
          <p:cNvPr id="19" name="">
            <a:extLst>
              <a:ext uri="{FF2B5EF4-FFF2-40B4-BE49-F238E27FC236}">
                <ns3:creationId id="{612D84ED-F913-4378-8283-69168F0677E8}"/>
              </a:ext>
            </a:extLst>
          </p:cNvPr>
          <p:cNvSpPr>
            <a:spLocks noGrp="1"/>
          </p:cNvSpPr>
          <p:nvPr/>
        </p:nvSpPr>
        <p:spPr>
          <a:xfrm>
            <a:off x="838200" y="450913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8ACE2842-2FC5-43AB-AC2B-274FA021A099}"/>
              </a:ext>
            </a:extLst>
          </p:cNvPr>
          <p:cNvSpPr>
            <a:spLocks noGrp="1"/>
          </p:cNvSpPr>
          <p:nvPr/>
        </p:nvSpPr>
        <p:spPr>
          <a:xfrm>
            <a:off x="1343025" y="448056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record in records:</a:t>
            </a:r>
          </a:p>
        </p:txBody>
      </p:sp>
      <p:sp>
        <p:nvSpPr>
          <p:cNvPr id="21" name="">
            <a:extLst>
              <a:ext uri="{FF2B5EF4-FFF2-40B4-BE49-F238E27FC236}">
                <ns3:creationId id="{97B270FF-4250-4869-84E2-46E9B5C7C41B}"/>
              </a:ext>
            </a:extLst>
          </p:cNvPr>
          <p:cNvSpPr>
            <a:spLocks noGrp="1"/>
          </p:cNvSpPr>
          <p:nvPr/>
        </p:nvSpPr>
        <p:spPr>
          <a:xfrm>
            <a:off x="838200" y="481869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2" name="">
            <a:extLst>
              <a:ext uri="{FF2B5EF4-FFF2-40B4-BE49-F238E27FC236}">
                <ns3:creationId id="{F9B3B3D1-464F-46D3-B9BC-5218D0F04730}"/>
              </a:ext>
            </a:extLst>
          </p:cNvPr>
          <p:cNvSpPr>
            <a:spLocks noGrp="1"/>
          </p:cNvSpPr>
          <p:nvPr/>
        </p:nvSpPr>
        <p:spPr>
          <a:xfrm>
            <a:off x="1343025" y="479012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temperature_c = record["temperature_c"]</a:t>
            </a:r>
          </a:p>
        </p:txBody>
      </p:sp>
      <p:sp>
        <p:nvSpPr>
          <p:cNvPr id="23" name="">
            <a:extLst>
              <a:ext uri="{FF2B5EF4-FFF2-40B4-BE49-F238E27FC236}">
                <ns3:creationId id="{DC08E782-4766-4B7E-94D2-8763F46AED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4" name="">
            <a:extLst>
              <a:ext uri="{FF2B5EF4-FFF2-40B4-BE49-F238E27FC236}">
                <ns3:creationId id="{808D0A40-0E31-4658-88D9-ACBD903210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889940196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2e39a7c6ea66447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0CDF3A-A8AF-4920-9198-51E2093AE8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015E1D04-6BDF-4CC4-BE29-17E97011FA8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점검표 전체 코드 · 2/2</a:t>
            </a:r>
          </a:p>
        </p:txBody>
      </p:sp>
      <p:sp>
        <p:nvSpPr>
          <p:cNvPr id="4" name="">
            <a:extLst>
              <a:ext uri="{FF2B5EF4-FFF2-40B4-BE49-F238E27FC236}">
                <ns3:creationId id="{AB35A942-C137-47A4-AB34-2C8289FDB9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281E2F2-8DE1-47DB-9A39-0D41A71585E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앞 장의 for 안에 이어지는 줄입니다. 들여쓰기를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B2D0D2-5DE8-4812-8DC6-D3CA6BA3459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course에서 python -X utf8 work/A17_sensor_summary.py로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5D6DEBE-F2AF-4E9A-BE95-181E810EA86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1F55774A-5D1B-488C-A3D5-295B3AA2B40D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EE3B7AD2-EFA3-4F66-A610-6057161B06CD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temperature_c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C00B6A8A-A849-4020-845E-6397BEAD1446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155A4AC1-79AB-456B-8101-C9D57BF38B00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status =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EBAE1B1A-A29C-4498-B60A-79D97AE88F05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D81D3EAC-507B-4118-8B71-858854FE1ECB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elif temperature_c &gt; limit:</a:t>
            </a:r>
          </a:p>
        </p:txBody>
      </p:sp>
      <p:sp>
        <p:nvSpPr>
          <p:cNvPr id="14" name="">
            <a:extLst>
              <a:ext uri="{FF2B5EF4-FFF2-40B4-BE49-F238E27FC236}">
                <ns3:creationId id="{339FDAAB-D025-4A05-9E59-D1BFA66BA8F2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066CA015-CE47-49B9-BD99-B6B40E684300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status = "확인"</a:t>
            </a:r>
          </a:p>
        </p:txBody>
      </p:sp>
      <p:sp>
        <p:nvSpPr>
          <p:cNvPr id="16" name="">
            <a:extLst>
              <a:ext uri="{FF2B5EF4-FFF2-40B4-BE49-F238E27FC236}">
                <ns3:creationId id="{0E8217AC-F67C-4DB3-8A60-0E7A6DBDA6EA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A62646CD-9B52-4C0B-B197-075A12939C64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else:</a:t>
            </a:r>
          </a:p>
        </p:txBody>
      </p:sp>
      <p:sp>
        <p:nvSpPr>
          <p:cNvPr id="18" name="">
            <a:extLst>
              <a:ext uri="{FF2B5EF4-FFF2-40B4-BE49-F238E27FC236}">
                <ns3:creationId id="{12E34BD3-0607-4A66-9457-28C508006F85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A06AF0E2-6351-4D5E-B209-50028ECB11CD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status = "정상"</a:t>
            </a:r>
          </a:p>
        </p:txBody>
      </p:sp>
      <p:sp>
        <p:nvSpPr>
          <p:cNvPr id="20" name="">
            <a:extLst>
              <a:ext uri="{FF2B5EF4-FFF2-40B4-BE49-F238E27FC236}">
                <ns3:creationId id="{DE322AA5-1581-4638-A6F0-C18C9CA3E5C6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9E62A108-AD3D-4986-82FE-E738BD372488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print(record["sensor_id"], status)</a:t>
            </a:r>
          </a:p>
        </p:txBody>
      </p:sp>
      <p:sp>
        <p:nvSpPr>
          <p:cNvPr id="22" name="">
            <a:extLst>
              <a:ext uri="{FF2B5EF4-FFF2-40B4-BE49-F238E27FC236}">
                <ns3:creationId id="{B56D2ECB-0F49-46EB-A3CA-10961DC6BE5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3" name="">
            <a:extLst>
              <a:ext uri="{FF2B5EF4-FFF2-40B4-BE49-F238E27FC236}">
                <ns3:creationId id="{E5BCCA47-A67F-406D-A3C1-200044A7BA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1128944259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ca5a78019cd84f6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2B60CE-68A1-4C64-A46A-C1B02D48EF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757B552-DE80-4338-8E18-5DF1927233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점검표의 전체 출력</a:t>
            </a:r>
          </a:p>
        </p:txBody>
      </p:sp>
      <p:sp>
        <p:nvSpPr>
          <p:cNvPr id="4" name="">
            <a:extLst>
              <a:ext uri="{FF2B5EF4-FFF2-40B4-BE49-F238E27FC236}">
                <ns3:creationId id="{48AED85E-AA13-44AD-9225-9A461F12142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A2B390B-5731-4477-A763-7F0095C953F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기록에서 temperature_c를 읽고, 미측정 또는24℃ 초과 여부를 판단합니다.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8868FA0-36CF-48D6-A444-EA8536ECE0A3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3604876E-9378-487A-894E-BC32E7F64FAD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9A7EFB38-BDF1-4057-9F2C-B9ECC7713DB8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 정상</a:t>
            </a:r>
          </a:p>
        </p:txBody>
      </p:sp>
      <p:sp>
        <p:nvSpPr>
          <p:cNvPr id="9" name="">
            <a:extLst>
              <a:ext uri="{FF2B5EF4-FFF2-40B4-BE49-F238E27FC236}">
                <ns3:creationId id="{A247AD08-3577-457F-B651-A0C4F7C0F7FC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69335CD5-2C42-48A0-956F-352034790BDB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S02 확인</a:t>
            </a:r>
          </a:p>
        </p:txBody>
      </p:sp>
      <p:sp>
        <p:nvSpPr>
          <p:cNvPr id="11" name="">
            <a:extLst>
              <a:ext uri="{FF2B5EF4-FFF2-40B4-BE49-F238E27FC236}">
                <ns3:creationId id="{19E9E74E-987E-4ED0-BBB0-53C152162B5F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79EC37B9-5E14-4F6D-8ACD-66FF78DD6829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S03 미측정</a:t>
            </a:r>
          </a:p>
        </p:txBody>
      </p:sp>
      <p:sp>
        <p:nvSpPr>
          <p:cNvPr id="13" name="">
            <a:extLst>
              <a:ext uri="{FF2B5EF4-FFF2-40B4-BE49-F238E27FC236}">
                <ns3:creationId id="{2DE8B116-E47B-4EED-86C2-1CC62062D1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4" name="">
            <a:extLst>
              <a:ext uri="{FF2B5EF4-FFF2-40B4-BE49-F238E27FC236}">
                <ns3:creationId id="{AC05BC28-D58A-4B20-8208-0896B4183DD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902380166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e179d9c90ed476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C39DCC-8334-436D-A189-30C06CEDF40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D2280E4-B618-45F6-B933-CB29FD76B0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점검표의 결과</a:t>
            </a:r>
          </a:p>
        </p:txBody>
      </p:sp>
      <p:sp>
        <p:nvSpPr>
          <p:cNvPr id="4" name="">
            <a:extLst>
              <a:ext uri="{FF2B5EF4-FFF2-40B4-BE49-F238E27FC236}">
                <ns3:creationId id="{28DE76E6-19EE-4996-BE6E-D802A734CD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367344"/>
                <a:gridCol w="3524487"/>
                <a:gridCol w="392856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4772AF1-F987-4C7F-A9EC-1C7E06C6528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B2D8FCAF-CD57-4E9C-83D5-EDDF142351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683719356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660b07202554d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7EB80B-4391-4E16-A80A-658F0CC2DB3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C8B486E-6EB0-40C7-89CD-1D42611379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입력을 검수하기</a:t>
            </a:r>
          </a:p>
        </p:txBody>
      </p:sp>
      <p:sp>
        <p:nvSpPr>
          <p:cNvPr id="4" name="">
            <a:extLst>
              <a:ext uri="{FF2B5EF4-FFF2-40B4-BE49-F238E27FC236}">
                <ns3:creationId id="{35824914-FDDC-49CF-BE7E-A1C4FB2E7C3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5C9E00-F695-46AE-91D2-FBC078C813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기준과 미측정 규칙을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E4AB617-4274-482B-A7E6-2544D3E649B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 "24.0"은 숫자와 저장 종류가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3B5FCD5-335A-4451-8AE0-464C3AF7CB6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어떤 종류의 값을 받을 수 있는지 다음 담당자에게 알려 줍니다.</a:t>
            </a:r>
          </a:p>
        </p:txBody>
      </p:sp>
      <p:sp>
        <p:nvSpPr>
          <p:cNvPr id="8" name="">
            <a:extLst>
              <a:ext uri="{FF2B5EF4-FFF2-40B4-BE49-F238E27FC236}">
                <ns3:creationId id="{C583B1FA-B94F-4D72-B6C1-8EAABEA273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3C20B090-04D1-4F0C-AFA2-6287E876367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1376511645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d46fa4f1cb44c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8647E1-F468-4354-A16F-9704E3A844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EACF3DE-0094-4C16-934B-7120B89967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이름표가 없으면 KeyError를 봅니다</a:t>
            </a:r>
          </a:p>
        </p:txBody>
      </p:sp>
      <p:sp>
        <p:nvSpPr>
          <p:cNvPr id="4" name="">
            <a:extLst>
              <a:ext uri="{FF2B5EF4-FFF2-40B4-BE49-F238E27FC236}">
                <ns3:creationId id="{58ED7CA4-FCC6-40A6-AE41-DC11D3D9C5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639A88E-5982-4506-8EEE-E51780B0E55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temperature와 temperature_c는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275928C-63B3-4C7C-BA64-C116367C0F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파일의 항목 이름과 코드에서 찾는 키를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D5B95A-38F8-4DFF-92A4-26E04C9B751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임의의 새 값을 만들어 오류를 숨기지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9354024-E1A3-4094-BD7B-FF25D2B1342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881EFB82-EBFF-45CD-8E9C-8B75FEE811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587409587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f85d40141a1e47e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DD93E4-2420-477B-9CED-3BF0983C8A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940751C-FD86-417C-839F-0AB2F4F481F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온도와 미확인을 각각 처리</a:t>
            </a:r>
          </a:p>
        </p:txBody>
      </p:sp>
      <p:sp>
        <p:nvSpPr>
          <p:cNvPr id="4" name="">
            <a:extLst>
              <a:ext uri="{FF2B5EF4-FFF2-40B4-BE49-F238E27FC236}">
                <ns3:creationId id="{DB99B8FF-3ABE-479D-964D-E38593D7AB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734726"/>
                <a:gridCol w="4895160"/>
                <a:gridCol w="319051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25℃ 초과 기준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16579010-C6C6-4C4D-B4D2-738FE19C59C1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D01=18, D02=미확인, D03=26을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1E22FB-2219-4505-AA43-224E3D70C5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CFD6FB46-7FFC-4F29-96EB-41E903D80B1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1795152439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ced09a123e774ad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1AFE9B-A36E-4F9E-93C3-60F8C663F1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1F29988-AEE4-461A-AAE1-02CABDC10C7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5BFF85B-D3B3-4BA3-93C7-319B8BF1100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6교시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21684832-FDAD-4629-9B44-CE015E10446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FDBFB87-1511-478E-8BDD-6161C45091B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09B69FF-27A3-4696-844C-5E720ECF8A4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P01=0개, P02=미확인, P03=2개</a:t>
            </a:r>
          </a:p>
        </p:txBody>
      </p:sp>
      <p:sp>
        <p:nvSpPr>
          <p:cNvPr id="8" name="">
            <a:extLst>
              <a:ext uri="{FF2B5EF4-FFF2-40B4-BE49-F238E27FC236}">
                <ns3:creationId id="{9B93E464-F14A-4A8E-A438-203BEBB2C31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1FCD844-A938-4C79-AA8D-D36CE60D04A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2개 이하이면 주문 요청입니다.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0890C35-1EB1-4A16-877B-DEBE9D1E4E51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E0A8282-1F1A-4C05-BD4C-513413EE73EF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이름표와 세 상태를 설계하세요.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9A405D6F-60D0-49A0-8726-B49ED8EAAF1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2E7194D9-5F19-4C9E-9076-58F813790D3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1961267321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e485dbadeb0d45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F80261-A79A-493E-989D-742240F3DEB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23B4C82-AEEE-4CAF-8581-5363A11075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 요청과 수량 확인</a:t>
            </a:r>
          </a:p>
        </p:txBody>
      </p:sp>
      <p:sp>
        <p:nvSpPr>
          <p:cNvPr id="4" name="">
            <a:extLst>
              <a:ext uri="{FF2B5EF4-FFF2-40B4-BE49-F238E27FC236}">
                <ns3:creationId id="{8B38862D-17CD-4614-998F-D9075F0610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B2E35A-EF2A-4BBC-94C4-18248A6C807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P01·P03은 주문 요청, P02는 수량 확인입니다.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47B3C6A-E855-4ACA-A46E-9B12205665B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물품번호와 수량의 이름표를 새 업무에 맞춥니다.</a:t>
            </a:r>
          </a:p>
        </p:txBody>
      </p:sp>
      <p:sp>
        <p:nvSpPr>
          <p:cNvPr id="7" name="">
            <a:extLst>
              <a:ext uri="{FF2B5EF4-FFF2-40B4-BE49-F238E27FC236}">
                <ns3:creationId id="{C1052EB2-12B6-4687-8F1A-D805D31135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128E538A-515A-4290-96ED-085B7C65919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2039384782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ee25217b73e485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53AE83-927A-4563-BE10-8D93742B97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7342775-B2CE-4E1C-87C9-96BF957AD5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27FF5B2-7615-400A-A36E-6B8184BFA4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새 점검표 완성</a:t>
            </a:r>
          </a:p>
        </p:txBody>
      </p:sp>
      <p:sp>
        <p:nvSpPr>
          <p:cNvPr id="5" name="">
            <a:extLst>
              <a:ext uri="{FF2B5EF4-FFF2-40B4-BE49-F238E27FC236}">
                <ns3:creationId id="{08AC3229-139A-4F17-9CE7-38D03043FF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3684A06-114E-445A-B1EA-CEE75EF552F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54BC074-D417-4A29-A35F-23D23A5EDC2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D01=18,D02=미확인,D03=26입니다. 수업 기준은25℃ 초과입니다.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353F771-344A-4E36-BF04-B196A073EA60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1709200-98C2-4BA5-B71D-A90650372C3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장치·온도·상태 세 열로 결과를 작성하세요.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695CE309-20DF-4D8A-BB2A-23FD43DEEF5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6632371-3918-461E-870D-C80A6FE764F7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D02를0으로 바꾸지 않고 어떤 질문이 필요한지 남기세요.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19144BEA-1F7F-4C47-8DC6-D8A70543C5D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7EFE4C3A-3D69-45B1-9939-2AFE72FECF9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68027154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8761c96aa1849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73CEA1-8BB0-45BA-A80C-704EC64FF6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B37D25F-824E-4CFE-9482-6D32888B20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새 점검표 완성</a:t>
            </a:r>
          </a:p>
        </p:txBody>
      </p:sp>
      <p:sp>
        <p:nvSpPr>
          <p:cNvPr id="4" name="">
            <a:extLst>
              <a:ext uri="{FF2B5EF4-FFF2-40B4-BE49-F238E27FC236}">
                <ns3:creationId id="{FEB63067-0FEB-4A1F-A4C1-2977B3989F7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6CB1329-1CBE-48F4-94FE-55BD593C15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D01 정상,D02 미측정,D03 확인입니다.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F9AA026-2FBE-4897-8519-5ADAFAA2E10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기준25와 실제 값26을 구별하고 None을 숫자 비교 전에 처리합니다.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F7E3B89-1ADD-4542-946D-3F4CA0145C4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D02는 측정 시각·값 확인이 필요합니다. 상태 판정만으로 실제 고장 원인은 모릅니다.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23A6550-6DF4-4332-836C-C4AE0C44C8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2BF1A77F-CC91-4A63-ACB6-8CAF9D49FA0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451813582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cf50a5e02244e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8C67E7-3232-4C5C-9E55-DCFBFD75716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DEC3B99-C988-42C0-A127-59676C37659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Python 문법의 기본</a:t>
            </a:r>
          </a:p>
        </p:txBody>
      </p:sp>
      <p:sp>
        <p:nvSpPr>
          <p:cNvPr id="4" name="">
            <a:extLst>
              <a:ext uri="{FF2B5EF4-FFF2-40B4-BE49-F238E27FC236}">
                <ns3:creationId id="{434739DB-27B1-4769-818A-420027FBFEE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06C322C-28E2-4A4D-BFD0-49065157153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223F4A-1E93-4424-9AC5-6CB59D48CA6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7" name="">
            <a:extLst>
              <a:ext uri="{FF2B5EF4-FFF2-40B4-BE49-F238E27FC236}">
                <ns3:creationId id="{C2F32B89-584A-4152-A245-E1E4D2034F3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932D25DD-01CD-4459-834B-A304AD02EF7F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9" name="">
            <a:extLst>
              <a:ext uri="{FF2B5EF4-FFF2-40B4-BE49-F238E27FC236}">
                <ns3:creationId id="{5C69C927-8C1D-48E0-9445-7EF40CEE74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CDF4C891-A1C2-4846-9947-572E8AFA36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2133068482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0c2f385e98c492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725876-5DBC-4556-8E7C-49B14C3672A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D77F195-F3AD-4A8E-8F15-8E70823D21D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조건·반복·함수</a:t>
            </a:r>
          </a:p>
        </p:txBody>
      </p:sp>
      <p:sp>
        <p:nvSpPr>
          <p:cNvPr id="4" name="">
            <a:extLst>
              <a:ext uri="{FF2B5EF4-FFF2-40B4-BE49-F238E27FC236}">
                <ns3:creationId id="{3944D1D4-B3F9-4692-9D8D-1CA4896244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0AD9C2-AAA5-4F87-853E-2DE1CCA4A4A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A49CA3D-57CB-4BBC-96F7-6D0692FCCC6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7" name="">
            <a:extLst>
              <a:ext uri="{FF2B5EF4-FFF2-40B4-BE49-F238E27FC236}">
                <ns3:creationId id="{4FF71866-FB06-4E60-A2D3-D3A676B442C7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DE9523FB-7E3F-4BD5-99F7-F5BFFEE8EF65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9" name="">
            <a:extLst>
              <a:ext uri="{FF2B5EF4-FFF2-40B4-BE49-F238E27FC236}">
                <ns3:creationId id="{C02BCF70-D0E5-451F-8F32-049671DEC4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95B7BEF0-8989-4812-9A68-14E5798231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496031216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1eaaf57f83649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91709A7-43B0-4230-BD69-C59DD142F8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5884149-F7DD-4D28-BA87-B80CAAD14F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오류와 예외</a:t>
            </a:r>
          </a:p>
        </p:txBody>
      </p:sp>
      <p:sp>
        <p:nvSpPr>
          <p:cNvPr id="4" name="">
            <a:extLst>
              <a:ext uri="{FF2B5EF4-FFF2-40B4-BE49-F238E27FC236}">
                <ns3:creationId id="{12DBCFDD-E834-4080-96EC-F69CB3AC4D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B22956-73E2-44C2-A13E-E8AA036266B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0033DCD-FA02-441E-84AF-22FDC885326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7" name="">
            <a:extLst>
              <a:ext uri="{FF2B5EF4-FFF2-40B4-BE49-F238E27FC236}">
                <ns3:creationId id="{540B3C19-869D-4FA9-884B-0B2F21171DAF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A19CDB1B-244C-40C1-8BE0-D9322495FB8A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9" name="">
            <a:extLst>
              <a:ext uri="{FF2B5EF4-FFF2-40B4-BE49-F238E27FC236}">
                <ns3:creationId id="{BD380AC6-A538-4485-8AC4-630F092BA4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D71FE56B-0643-4D58-BD29-C3C6AB7F4B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20213115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Presentation</dc:title>
  <dcterms:created xsi:type="dcterms:W3CDTF">2026-10-05T07:56:39.5880000Z</dcterms:created>
  <dcterms:modified xsi:type="dcterms:W3CDTF">2026-10-05T07:56:39.5880000Z</dcterms:modified>
</cp:coreProperties>
</file>