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be2f8d0c6d4d85" /><Relationship Type="http://schemas.openxmlformats.org/officeDocument/2006/relationships/extended-properties" Target="/docProps/app.xml" Id="Rf0a37dd6e961429a" /><Relationship Type="http://schemas.openxmlformats.org/officeDocument/2006/relationships/officeDocument" Target="/ppt/presentation.xml" Id="Rd8d8db49a4f14add" /></Relationships>
</file>

<file path=ppt/presentation.xml><?xml version="1.0" encoding="utf-8"?>
<p:presentation xmlns:p="http://schemas.openxmlformats.org/presentationml/2006/main">
  <p:sldMasterIdLst>
    <p:sldMasterId xmlns:r="http://schemas.openxmlformats.org/officeDocument/2006/relationships" id="2147483648" r:id="Rf17acef107224593"/>
  </p:sldMasterIdLst>
  <p:notesMasterIdLst>
    <p:notesMasterId xmlns:r="http://schemas.openxmlformats.org/officeDocument/2006/relationships" r:id="R3107fa7060d049b6"/>
  </p:notesMasterIdLst>
  <p:sldIdLst>
    <p:sldId xmlns:r="http://schemas.openxmlformats.org/officeDocument/2006/relationships" id="256" r:id="Ra09593f5af01454d"/>
    <p:sldId xmlns:r="http://schemas.openxmlformats.org/officeDocument/2006/relationships" id="257" r:id="Rdc87a69f50854f5d"/>
    <p:sldId xmlns:r="http://schemas.openxmlformats.org/officeDocument/2006/relationships" id="258" r:id="R5f145770029a40d1"/>
    <p:sldId xmlns:r="http://schemas.openxmlformats.org/officeDocument/2006/relationships" id="259" r:id="Rbe3c86e482bf4212"/>
    <p:sldId xmlns:r="http://schemas.openxmlformats.org/officeDocument/2006/relationships" id="260" r:id="Rb7e78ae4a3fd4193"/>
    <p:sldId xmlns:r="http://schemas.openxmlformats.org/officeDocument/2006/relationships" id="261" r:id="R4a936da3974f4b9b"/>
    <p:sldId xmlns:r="http://schemas.openxmlformats.org/officeDocument/2006/relationships" id="262" r:id="Rb682d2c15ada41e5"/>
    <p:sldId xmlns:r="http://schemas.openxmlformats.org/officeDocument/2006/relationships" id="263" r:id="R1d82d19e9ce64090"/>
    <p:sldId xmlns:r="http://schemas.openxmlformats.org/officeDocument/2006/relationships" id="264" r:id="R01c58534b9874a5d"/>
    <p:sldId xmlns:r="http://schemas.openxmlformats.org/officeDocument/2006/relationships" id="265" r:id="Rb9016339117f407c"/>
    <p:sldId xmlns:r="http://schemas.openxmlformats.org/officeDocument/2006/relationships" id="266" r:id="Rb105f1cf41254e8c"/>
    <p:sldId xmlns:r="http://schemas.openxmlformats.org/officeDocument/2006/relationships" id="267" r:id="R41e123728cab4f01"/>
    <p:sldId xmlns:r="http://schemas.openxmlformats.org/officeDocument/2006/relationships" id="268" r:id="Rc67b2442d8bf49aa"/>
    <p:sldId xmlns:r="http://schemas.openxmlformats.org/officeDocument/2006/relationships" id="269" r:id="Rd8252bb0deb440f7"/>
    <p:sldId xmlns:r="http://schemas.openxmlformats.org/officeDocument/2006/relationships" id="270" r:id="R0f539a5db9f14b1c"/>
    <p:sldId xmlns:r="http://schemas.openxmlformats.org/officeDocument/2006/relationships" id="271" r:id="R81e8ed6eae634357"/>
    <p:sldId xmlns:r="http://schemas.openxmlformats.org/officeDocument/2006/relationships" id="272" r:id="R6410f58d7607444a"/>
    <p:sldId xmlns:r="http://schemas.openxmlformats.org/officeDocument/2006/relationships" id="273" r:id="R034d729cc2314cf5"/>
    <p:sldId xmlns:r="http://schemas.openxmlformats.org/officeDocument/2006/relationships" id="274" r:id="Rc62b1f36a4bb46f6"/>
    <p:sldId xmlns:r="http://schemas.openxmlformats.org/officeDocument/2006/relationships" id="275" r:id="R0a41611e179c4bc6"/>
    <p:sldId xmlns:r="http://schemas.openxmlformats.org/officeDocument/2006/relationships" id="276" r:id="R35a8e932fa864023"/>
    <p:sldId xmlns:r="http://schemas.openxmlformats.org/officeDocument/2006/relationships" id="277" r:id="R097a788d31064c53"/>
    <p:sldId xmlns:r="http://schemas.openxmlformats.org/officeDocument/2006/relationships" id="278" r:id="R5643e1e5c61442ab"/>
    <p:sldId xmlns:r="http://schemas.openxmlformats.org/officeDocument/2006/relationships" id="279" r:id="R0f5257e951ef4d68"/>
    <p:sldId xmlns:r="http://schemas.openxmlformats.org/officeDocument/2006/relationships" id="280" r:id="Raf4a5dce94be470e"/>
    <p:sldId xmlns:r="http://schemas.openxmlformats.org/officeDocument/2006/relationships" id="281" r:id="Rb67b2b4cbc9b4a95"/>
    <p:sldId xmlns:r="http://schemas.openxmlformats.org/officeDocument/2006/relationships" id="282" r:id="R04a05c27201742b4"/>
    <p:sldId xmlns:r="http://schemas.openxmlformats.org/officeDocument/2006/relationships" id="283" r:id="R2312f34da75241b2"/>
    <p:sldId xmlns:r="http://schemas.openxmlformats.org/officeDocument/2006/relationships" id="284" r:id="R6e95ebf7d7b94ffa"/>
    <p:sldId xmlns:r="http://schemas.openxmlformats.org/officeDocument/2006/relationships" id="285" r:id="R104e1ceeaa7b4f8e"/>
    <p:sldId xmlns:r="http://schemas.openxmlformats.org/officeDocument/2006/relationships" id="286" r:id="R01476fed19da460b"/>
    <p:sldId xmlns:r="http://schemas.openxmlformats.org/officeDocument/2006/relationships" id="287" r:id="R5523d51797a141b7"/>
    <p:sldId xmlns:r="http://schemas.openxmlformats.org/officeDocument/2006/relationships" id="288" r:id="R7f1f86dc62e949ea"/>
    <p:sldId xmlns:r="http://schemas.openxmlformats.org/officeDocument/2006/relationships" id="289" r:id="R4d81986de5914cd5"/>
    <p:sldId xmlns:r="http://schemas.openxmlformats.org/officeDocument/2006/relationships" id="290" r:id="R3402b77e67ee4e97"/>
    <p:sldId xmlns:r="http://schemas.openxmlformats.org/officeDocument/2006/relationships" id="291" r:id="R21519054c23346ed"/>
    <p:sldId xmlns:r="http://schemas.openxmlformats.org/officeDocument/2006/relationships" id="292" r:id="Re08ba263d40e4bae"/>
    <p:sldId xmlns:r="http://schemas.openxmlformats.org/officeDocument/2006/relationships" id="293" r:id="Re136b79655a54033"/>
    <p:sldId xmlns:r="http://schemas.openxmlformats.org/officeDocument/2006/relationships" id="294" r:id="R6951a25f98f34368"/>
    <p:sldId xmlns:r="http://schemas.openxmlformats.org/officeDocument/2006/relationships" id="295" r:id="R324c882efbe3470a"/>
    <p:sldId xmlns:r="http://schemas.openxmlformats.org/officeDocument/2006/relationships" id="296" r:id="R00ad73a714984a7f"/>
    <p:sldId xmlns:r="http://schemas.openxmlformats.org/officeDocument/2006/relationships" id="297" r:id="R6a9e649204454dc1"/>
    <p:sldId xmlns:r="http://schemas.openxmlformats.org/officeDocument/2006/relationships" id="298" r:id="R8a4ef592cf8c4873"/>
    <p:sldId xmlns:r="http://schemas.openxmlformats.org/officeDocument/2006/relationships" id="299" r:id="Rfc18b0354a2a483b"/>
    <p:sldId xmlns:r="http://schemas.openxmlformats.org/officeDocument/2006/relationships" id="300" r:id="Rca08d5eedbce4771"/>
    <p:sldId xmlns:r="http://schemas.openxmlformats.org/officeDocument/2006/relationships" id="301" r:id="R699bd0e5e64c4562"/>
    <p:sldId xmlns:r="http://schemas.openxmlformats.org/officeDocument/2006/relationships" id="302" r:id="R5b949ef7c9b7412e"/>
    <p:sldId xmlns:r="http://schemas.openxmlformats.org/officeDocument/2006/relationships" id="303" r:id="R952d45dccaea4975"/>
    <p:sldId xmlns:r="http://schemas.openxmlformats.org/officeDocument/2006/relationships" id="304" r:id="R17beb535566c4437"/>
    <p:sldId xmlns:r="http://schemas.openxmlformats.org/officeDocument/2006/relationships" id="305" r:id="R5781f8202ff54e2d"/>
    <p:sldId xmlns:r="http://schemas.openxmlformats.org/officeDocument/2006/relationships" id="306" r:id="Raff04329e31d432b"/>
    <p:sldId xmlns:r="http://schemas.openxmlformats.org/officeDocument/2006/relationships" id="307" r:id="R4d95554ce9cb4d34"/>
    <p:sldId xmlns:r="http://schemas.openxmlformats.org/officeDocument/2006/relationships" id="308" r:id="R10bd375c0c224f46"/>
    <p:sldId xmlns:r="http://schemas.openxmlformats.org/officeDocument/2006/relationships" id="309" r:id="R8f9d29fe7de54540"/>
    <p:sldId xmlns:r="http://schemas.openxmlformats.org/officeDocument/2006/relationships" id="310" r:id="Rbe286e42138b456f"/>
    <p:sldId xmlns:r="http://schemas.openxmlformats.org/officeDocument/2006/relationships" id="311" r:id="Rd51fb01e04b24111"/>
    <p:sldId xmlns:r="http://schemas.openxmlformats.org/officeDocument/2006/relationships" id="312" r:id="R4b5513927d7f48a2"/>
    <p:sldId xmlns:r="http://schemas.openxmlformats.org/officeDocument/2006/relationships" id="313" r:id="R3db379bd38314cca"/>
    <p:sldId xmlns:r="http://schemas.openxmlformats.org/officeDocument/2006/relationships" id="314" r:id="Rea7525a8544f4855"/>
    <p:sldId xmlns:r="http://schemas.openxmlformats.org/officeDocument/2006/relationships" id="315" r:id="R2abb7bfd489d4340"/>
    <p:sldId xmlns:r="http://schemas.openxmlformats.org/officeDocument/2006/relationships" id="316" r:id="Rd8a71c2c04ac4876"/>
    <p:sldId xmlns:r="http://schemas.openxmlformats.org/officeDocument/2006/relationships" id="317" r:id="R5e45ec9b9a324b1b"/>
    <p:sldId xmlns:r="http://schemas.openxmlformats.org/officeDocument/2006/relationships" id="318" r:id="R1ce5350535d04afd"/>
    <p:sldId xmlns:r="http://schemas.openxmlformats.org/officeDocument/2006/relationships" id="319" r:id="Rfd90815b32dd4acc"/>
    <p:sldId xmlns:r="http://schemas.openxmlformats.org/officeDocument/2006/relationships" id="320" r:id="Radf2df785a0b4f3b"/>
    <p:sldId xmlns:r="http://schemas.openxmlformats.org/officeDocument/2006/relationships" id="321" r:id="R200d04c6a3d44f59"/>
    <p:sldId xmlns:r="http://schemas.openxmlformats.org/officeDocument/2006/relationships" id="322" r:id="R9b9a9cfef02341a0"/>
    <p:sldId xmlns:r="http://schemas.openxmlformats.org/officeDocument/2006/relationships" id="323" r:id="R948bcba6b7e24ef6"/>
    <p:sldId xmlns:r="http://schemas.openxmlformats.org/officeDocument/2006/relationships" id="324" r:id="R4888159430814ea2"/>
    <p:sldId xmlns:r="http://schemas.openxmlformats.org/officeDocument/2006/relationships" id="325" r:id="R336a81d4c03d429d"/>
    <p:sldId xmlns:r="http://schemas.openxmlformats.org/officeDocument/2006/relationships" id="326" r:id="Rf8a08e88a4d14988"/>
    <p:sldId xmlns:r="http://schemas.openxmlformats.org/officeDocument/2006/relationships" id="327" r:id="R5de13dd0fc784a1b"/>
    <p:sldId xmlns:r="http://schemas.openxmlformats.org/officeDocument/2006/relationships" id="328" r:id="R2c1ef2213c1c4fbe"/>
    <p:sldId xmlns:r="http://schemas.openxmlformats.org/officeDocument/2006/relationships" id="329" r:id="R98b70357607241df"/>
    <p:sldId xmlns:r="http://schemas.openxmlformats.org/officeDocument/2006/relationships" id="330" r:id="Rde9a52a78f4445a2"/>
    <p:sldId xmlns:r="http://schemas.openxmlformats.org/officeDocument/2006/relationships" id="331" r:id="R235d7d7269c14d23"/>
    <p:sldId xmlns:r="http://schemas.openxmlformats.org/officeDocument/2006/relationships" id="332" r:id="R9a503bcd222245d0"/>
    <p:sldId xmlns:r="http://schemas.openxmlformats.org/officeDocument/2006/relationships" id="333" r:id="Raec302317c824b0d"/>
    <p:sldId xmlns:r="http://schemas.openxmlformats.org/officeDocument/2006/relationships" id="334" r:id="R5c08254b903c4542"/>
    <p:sldId xmlns:r="http://schemas.openxmlformats.org/officeDocument/2006/relationships" id="335" r:id="R604fcd44e78a4718"/>
    <p:sldId xmlns:r="http://schemas.openxmlformats.org/officeDocument/2006/relationships" id="336" r:id="R265af4b47a6c4d4a"/>
    <p:sldId xmlns:r="http://schemas.openxmlformats.org/officeDocument/2006/relationships" id="337" r:id="Re7bb099128d340d6"/>
    <p:sldId xmlns:r="http://schemas.openxmlformats.org/officeDocument/2006/relationships" id="338" r:id="R0d01fcf4499c40cf"/>
    <p:sldId xmlns:r="http://schemas.openxmlformats.org/officeDocument/2006/relationships" id="339" r:id="R48c7102ce3f143f6"/>
    <p:sldId xmlns:r="http://schemas.openxmlformats.org/officeDocument/2006/relationships" id="340" r:id="R9d9b39fc81c5485a"/>
    <p:sldId xmlns:r="http://schemas.openxmlformats.org/officeDocument/2006/relationships" id="341" r:id="R0725d0a2fd404787"/>
    <p:sldId xmlns:r="http://schemas.openxmlformats.org/officeDocument/2006/relationships" id="342" r:id="R70379c955aaa4e4b"/>
    <p:sldId xmlns:r="http://schemas.openxmlformats.org/officeDocument/2006/relationships" id="343" r:id="Rfebb9031a04d482c"/>
    <p:sldId xmlns:r="http://schemas.openxmlformats.org/officeDocument/2006/relationships" id="344" r:id="Ra629df5f0dd24c01"/>
    <p:sldId xmlns:r="http://schemas.openxmlformats.org/officeDocument/2006/relationships" id="345" r:id="R0748d4944fbe456c"/>
    <p:sldId xmlns:r="http://schemas.openxmlformats.org/officeDocument/2006/relationships" id="346" r:id="R17277ee35fce4a3a"/>
    <p:sldId xmlns:r="http://schemas.openxmlformats.org/officeDocument/2006/relationships" id="347" r:id="Rf2ceb7615d93432e"/>
    <p:sldId xmlns:r="http://schemas.openxmlformats.org/officeDocument/2006/relationships" id="348" r:id="R6633396854344b15"/>
    <p:sldId xmlns:r="http://schemas.openxmlformats.org/officeDocument/2006/relationships" id="349" r:id="R3817786dff9a4296"/>
    <p:sldId xmlns:r="http://schemas.openxmlformats.org/officeDocument/2006/relationships" id="350" r:id="R4f8371bf6c0b49a8"/>
    <p:sldId xmlns:r="http://schemas.openxmlformats.org/officeDocument/2006/relationships" id="351" r:id="R8763a3c56e894587"/>
    <p:sldId xmlns:r="http://schemas.openxmlformats.org/officeDocument/2006/relationships" id="352" r:id="R01ddafc2290d4706"/>
    <p:sldId xmlns:r="http://schemas.openxmlformats.org/officeDocument/2006/relationships" id="353" r:id="R97a90c8faccc4962"/>
    <p:sldId xmlns:r="http://schemas.openxmlformats.org/officeDocument/2006/relationships" id="354" r:id="R6cb27310b60446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39bf03b33e486d" /><Relationship Type="http://schemas.openxmlformats.org/officeDocument/2006/relationships/slideMaster" Target="/ppt/slideMasters/slideMaster1.xml" Id="Rf17acef107224593" /><Relationship Type="http://schemas.openxmlformats.org/officeDocument/2006/relationships/notesMaster" Target="/ppt/notesMasters/notesMaster1.xml" Id="R3107fa7060d049b6" /><Relationship Type="http://schemas.openxmlformats.org/officeDocument/2006/relationships/presProps" Target="/ppt/presProps.xml" Id="Rbb28d7f97e8a4328" /><Relationship Type="http://schemas.openxmlformats.org/officeDocument/2006/relationships/tableStyles" Target="/ppt/tableStyles.xml" Id="Rbec4c1e6a6c74bca" /><Relationship Type="http://schemas.openxmlformats.org/officeDocument/2006/relationships/slide" Target="/ppt/slides/slide1.xml" Id="Ra09593f5af01454d" /><Relationship Type="http://schemas.openxmlformats.org/officeDocument/2006/relationships/slide" Target="/ppt/slides/slide2.xml" Id="Rdc87a69f50854f5d" /><Relationship Type="http://schemas.openxmlformats.org/officeDocument/2006/relationships/slide" Target="/ppt/slides/slide3.xml" Id="R5f145770029a40d1" /><Relationship Type="http://schemas.openxmlformats.org/officeDocument/2006/relationships/slide" Target="/ppt/slides/slide4.xml" Id="Rbe3c86e482bf4212" /><Relationship Type="http://schemas.openxmlformats.org/officeDocument/2006/relationships/slide" Target="/ppt/slides/slide5.xml" Id="Rb7e78ae4a3fd4193" /><Relationship Type="http://schemas.openxmlformats.org/officeDocument/2006/relationships/slide" Target="/ppt/slides/slide6.xml" Id="R4a936da3974f4b9b" /><Relationship Type="http://schemas.openxmlformats.org/officeDocument/2006/relationships/slide" Target="/ppt/slides/slide7.xml" Id="Rb682d2c15ada41e5" /><Relationship Type="http://schemas.openxmlformats.org/officeDocument/2006/relationships/slide" Target="/ppt/slides/slide8.xml" Id="R1d82d19e9ce64090" /><Relationship Type="http://schemas.openxmlformats.org/officeDocument/2006/relationships/slide" Target="/ppt/slides/slide9.xml" Id="R01c58534b9874a5d" /><Relationship Type="http://schemas.openxmlformats.org/officeDocument/2006/relationships/slide" Target="/ppt/slides/slide10.xml" Id="Rb9016339117f407c" /><Relationship Type="http://schemas.openxmlformats.org/officeDocument/2006/relationships/slide" Target="/ppt/slides/slide11.xml" Id="Rb105f1cf41254e8c" /><Relationship Type="http://schemas.openxmlformats.org/officeDocument/2006/relationships/slide" Target="/ppt/slides/slide12.xml" Id="R41e123728cab4f01" /><Relationship Type="http://schemas.openxmlformats.org/officeDocument/2006/relationships/slide" Target="/ppt/slides/slide13.xml" Id="Rc67b2442d8bf49aa" /><Relationship Type="http://schemas.openxmlformats.org/officeDocument/2006/relationships/slide" Target="/ppt/slides/slide14.xml" Id="Rd8252bb0deb440f7" /><Relationship Type="http://schemas.openxmlformats.org/officeDocument/2006/relationships/slide" Target="/ppt/slides/slide15.xml" Id="R0f539a5db9f14b1c" /><Relationship Type="http://schemas.openxmlformats.org/officeDocument/2006/relationships/slide" Target="/ppt/slides/slide16.xml" Id="R81e8ed6eae634357" /><Relationship Type="http://schemas.openxmlformats.org/officeDocument/2006/relationships/slide" Target="/ppt/slides/slide17.xml" Id="R6410f58d7607444a" /><Relationship Type="http://schemas.openxmlformats.org/officeDocument/2006/relationships/slide" Target="/ppt/slides/slide18.xml" Id="R034d729cc2314cf5" /><Relationship Type="http://schemas.openxmlformats.org/officeDocument/2006/relationships/slide" Target="/ppt/slides/slide19.xml" Id="Rc62b1f36a4bb46f6" /><Relationship Type="http://schemas.openxmlformats.org/officeDocument/2006/relationships/slide" Target="/ppt/slides/slide20.xml" Id="R0a41611e179c4bc6" /><Relationship Type="http://schemas.openxmlformats.org/officeDocument/2006/relationships/slide" Target="/ppt/slides/slide21.xml" Id="R35a8e932fa864023" /><Relationship Type="http://schemas.openxmlformats.org/officeDocument/2006/relationships/slide" Target="/ppt/slides/slide22.xml" Id="R097a788d31064c53" /><Relationship Type="http://schemas.openxmlformats.org/officeDocument/2006/relationships/slide" Target="/ppt/slides/slide23.xml" Id="R5643e1e5c61442ab" /><Relationship Type="http://schemas.openxmlformats.org/officeDocument/2006/relationships/slide" Target="/ppt/slides/slide24.xml" Id="R0f5257e951ef4d68" /><Relationship Type="http://schemas.openxmlformats.org/officeDocument/2006/relationships/slide" Target="/ppt/slides/slide25.xml" Id="Raf4a5dce94be470e" /><Relationship Type="http://schemas.openxmlformats.org/officeDocument/2006/relationships/slide" Target="/ppt/slides/slide26.xml" Id="Rb67b2b4cbc9b4a95" /><Relationship Type="http://schemas.openxmlformats.org/officeDocument/2006/relationships/slide" Target="/ppt/slides/slide27.xml" Id="R04a05c27201742b4" /><Relationship Type="http://schemas.openxmlformats.org/officeDocument/2006/relationships/slide" Target="/ppt/slides/slide28.xml" Id="R2312f34da75241b2" /><Relationship Type="http://schemas.openxmlformats.org/officeDocument/2006/relationships/slide" Target="/ppt/slides/slide29.xml" Id="R6e95ebf7d7b94ffa" /><Relationship Type="http://schemas.openxmlformats.org/officeDocument/2006/relationships/slide" Target="/ppt/slides/slide30.xml" Id="R104e1ceeaa7b4f8e" /><Relationship Type="http://schemas.openxmlformats.org/officeDocument/2006/relationships/slide" Target="/ppt/slides/slide31.xml" Id="R01476fed19da460b" /><Relationship Type="http://schemas.openxmlformats.org/officeDocument/2006/relationships/slide" Target="/ppt/slides/slide32.xml" Id="R5523d51797a141b7" /><Relationship Type="http://schemas.openxmlformats.org/officeDocument/2006/relationships/slide" Target="/ppt/slides/slide33.xml" Id="R7f1f86dc62e949ea" /><Relationship Type="http://schemas.openxmlformats.org/officeDocument/2006/relationships/slide" Target="/ppt/slides/slide34.xml" Id="R4d81986de5914cd5" /><Relationship Type="http://schemas.openxmlformats.org/officeDocument/2006/relationships/slide" Target="/ppt/slides/slide35.xml" Id="R3402b77e67ee4e97" /><Relationship Type="http://schemas.openxmlformats.org/officeDocument/2006/relationships/slide" Target="/ppt/slides/slide36.xml" Id="R21519054c23346ed" /><Relationship Type="http://schemas.openxmlformats.org/officeDocument/2006/relationships/slide" Target="/ppt/slides/slide37.xml" Id="Re08ba263d40e4bae" /><Relationship Type="http://schemas.openxmlformats.org/officeDocument/2006/relationships/slide" Target="/ppt/slides/slide38.xml" Id="Re136b79655a54033" /><Relationship Type="http://schemas.openxmlformats.org/officeDocument/2006/relationships/slide" Target="/ppt/slides/slide39.xml" Id="R6951a25f98f34368" /><Relationship Type="http://schemas.openxmlformats.org/officeDocument/2006/relationships/slide" Target="/ppt/slides/slide40.xml" Id="R324c882efbe3470a" /><Relationship Type="http://schemas.openxmlformats.org/officeDocument/2006/relationships/slide" Target="/ppt/slides/slide41.xml" Id="R00ad73a714984a7f" /><Relationship Type="http://schemas.openxmlformats.org/officeDocument/2006/relationships/slide" Target="/ppt/slides/slide42.xml" Id="R6a9e649204454dc1" /><Relationship Type="http://schemas.openxmlformats.org/officeDocument/2006/relationships/slide" Target="/ppt/slides/slide43.xml" Id="R8a4ef592cf8c4873" /><Relationship Type="http://schemas.openxmlformats.org/officeDocument/2006/relationships/slide" Target="/ppt/slides/slide44.xml" Id="Rfc18b0354a2a483b" /><Relationship Type="http://schemas.openxmlformats.org/officeDocument/2006/relationships/slide" Target="/ppt/slides/slide45.xml" Id="Rca08d5eedbce4771" /><Relationship Type="http://schemas.openxmlformats.org/officeDocument/2006/relationships/slide" Target="/ppt/slides/slide46.xml" Id="R699bd0e5e64c4562" /><Relationship Type="http://schemas.openxmlformats.org/officeDocument/2006/relationships/slide" Target="/ppt/slides/slide47.xml" Id="R5b949ef7c9b7412e" /><Relationship Type="http://schemas.openxmlformats.org/officeDocument/2006/relationships/slide" Target="/ppt/slides/slide48.xml" Id="R952d45dccaea4975" /><Relationship Type="http://schemas.openxmlformats.org/officeDocument/2006/relationships/slide" Target="/ppt/slides/slide49.xml" Id="R17beb535566c4437" /><Relationship Type="http://schemas.openxmlformats.org/officeDocument/2006/relationships/slide" Target="/ppt/slides/slide50.xml" Id="R5781f8202ff54e2d" /><Relationship Type="http://schemas.openxmlformats.org/officeDocument/2006/relationships/slide" Target="/ppt/slides/slide51.xml" Id="Raff04329e31d432b" /><Relationship Type="http://schemas.openxmlformats.org/officeDocument/2006/relationships/slide" Target="/ppt/slides/slide52.xml" Id="R4d95554ce9cb4d34" /><Relationship Type="http://schemas.openxmlformats.org/officeDocument/2006/relationships/slide" Target="/ppt/slides/slide53.xml" Id="R10bd375c0c224f46" /><Relationship Type="http://schemas.openxmlformats.org/officeDocument/2006/relationships/slide" Target="/ppt/slides/slide54.xml" Id="R8f9d29fe7de54540" /><Relationship Type="http://schemas.openxmlformats.org/officeDocument/2006/relationships/slide" Target="/ppt/slides/slide55.xml" Id="Rbe286e42138b456f" /><Relationship Type="http://schemas.openxmlformats.org/officeDocument/2006/relationships/slide" Target="/ppt/slides/slide56.xml" Id="Rd51fb01e04b24111" /><Relationship Type="http://schemas.openxmlformats.org/officeDocument/2006/relationships/slide" Target="/ppt/slides/slide57.xml" Id="R4b5513927d7f48a2" /><Relationship Type="http://schemas.openxmlformats.org/officeDocument/2006/relationships/slide" Target="/ppt/slides/slide58.xml" Id="R3db379bd38314cca" /><Relationship Type="http://schemas.openxmlformats.org/officeDocument/2006/relationships/slide" Target="/ppt/slides/slide59.xml" Id="Rea7525a8544f4855" /><Relationship Type="http://schemas.openxmlformats.org/officeDocument/2006/relationships/slide" Target="/ppt/slides/slide60.xml" Id="R2abb7bfd489d4340" /><Relationship Type="http://schemas.openxmlformats.org/officeDocument/2006/relationships/slide" Target="/ppt/slides/slide61.xml" Id="Rd8a71c2c04ac4876" /><Relationship Type="http://schemas.openxmlformats.org/officeDocument/2006/relationships/slide" Target="/ppt/slides/slide62.xml" Id="R5e45ec9b9a324b1b" /><Relationship Type="http://schemas.openxmlformats.org/officeDocument/2006/relationships/slide" Target="/ppt/slides/slide63.xml" Id="R1ce5350535d04afd" /><Relationship Type="http://schemas.openxmlformats.org/officeDocument/2006/relationships/slide" Target="/ppt/slides/slide64.xml" Id="Rfd90815b32dd4acc" /><Relationship Type="http://schemas.openxmlformats.org/officeDocument/2006/relationships/slide" Target="/ppt/slides/slide65.xml" Id="Radf2df785a0b4f3b" /><Relationship Type="http://schemas.openxmlformats.org/officeDocument/2006/relationships/slide" Target="/ppt/slides/slide66.xml" Id="R200d04c6a3d44f59" /><Relationship Type="http://schemas.openxmlformats.org/officeDocument/2006/relationships/slide" Target="/ppt/slides/slide67.xml" Id="R9b9a9cfef02341a0" /><Relationship Type="http://schemas.openxmlformats.org/officeDocument/2006/relationships/slide" Target="/ppt/slides/slide68.xml" Id="R948bcba6b7e24ef6" /><Relationship Type="http://schemas.openxmlformats.org/officeDocument/2006/relationships/slide" Target="/ppt/slides/slide69.xml" Id="R4888159430814ea2" /><Relationship Type="http://schemas.openxmlformats.org/officeDocument/2006/relationships/slide" Target="/ppt/slides/slide70.xml" Id="R336a81d4c03d429d" /><Relationship Type="http://schemas.openxmlformats.org/officeDocument/2006/relationships/slide" Target="/ppt/slides/slide71.xml" Id="Rf8a08e88a4d14988" /><Relationship Type="http://schemas.openxmlformats.org/officeDocument/2006/relationships/slide" Target="/ppt/slides/slide72.xml" Id="R5de13dd0fc784a1b" /><Relationship Type="http://schemas.openxmlformats.org/officeDocument/2006/relationships/slide" Target="/ppt/slides/slide73.xml" Id="R2c1ef2213c1c4fbe" /><Relationship Type="http://schemas.openxmlformats.org/officeDocument/2006/relationships/slide" Target="/ppt/slides/slide74.xml" Id="R98b70357607241df" /><Relationship Type="http://schemas.openxmlformats.org/officeDocument/2006/relationships/slide" Target="/ppt/slides/slide75.xml" Id="Rde9a52a78f4445a2" /><Relationship Type="http://schemas.openxmlformats.org/officeDocument/2006/relationships/slide" Target="/ppt/slides/slide76.xml" Id="R235d7d7269c14d23" /><Relationship Type="http://schemas.openxmlformats.org/officeDocument/2006/relationships/slide" Target="/ppt/slides/slide77.xml" Id="R9a503bcd222245d0" /><Relationship Type="http://schemas.openxmlformats.org/officeDocument/2006/relationships/slide" Target="/ppt/slides/slide78.xml" Id="Raec302317c824b0d" /><Relationship Type="http://schemas.openxmlformats.org/officeDocument/2006/relationships/slide" Target="/ppt/slides/slide79.xml" Id="R5c08254b903c4542" /><Relationship Type="http://schemas.openxmlformats.org/officeDocument/2006/relationships/slide" Target="/ppt/slides/slide80.xml" Id="R604fcd44e78a4718" /><Relationship Type="http://schemas.openxmlformats.org/officeDocument/2006/relationships/slide" Target="/ppt/slides/slide81.xml" Id="R265af4b47a6c4d4a" /><Relationship Type="http://schemas.openxmlformats.org/officeDocument/2006/relationships/slide" Target="/ppt/slides/slide82.xml" Id="Re7bb099128d340d6" /><Relationship Type="http://schemas.openxmlformats.org/officeDocument/2006/relationships/slide" Target="/ppt/slides/slide83.xml" Id="R0d01fcf4499c40cf" /><Relationship Type="http://schemas.openxmlformats.org/officeDocument/2006/relationships/slide" Target="/ppt/slides/slide84.xml" Id="R48c7102ce3f143f6" /><Relationship Type="http://schemas.openxmlformats.org/officeDocument/2006/relationships/slide" Target="/ppt/slides/slide85.xml" Id="R9d9b39fc81c5485a" /><Relationship Type="http://schemas.openxmlformats.org/officeDocument/2006/relationships/slide" Target="/ppt/slides/slide86.xml" Id="R0725d0a2fd404787" /><Relationship Type="http://schemas.openxmlformats.org/officeDocument/2006/relationships/slide" Target="/ppt/slides/slide87.xml" Id="R70379c955aaa4e4b" /><Relationship Type="http://schemas.openxmlformats.org/officeDocument/2006/relationships/slide" Target="/ppt/slides/slide88.xml" Id="Rfebb9031a04d482c" /><Relationship Type="http://schemas.openxmlformats.org/officeDocument/2006/relationships/slide" Target="/ppt/slides/slide89.xml" Id="Ra629df5f0dd24c01" /><Relationship Type="http://schemas.openxmlformats.org/officeDocument/2006/relationships/slide" Target="/ppt/slides/slide90.xml" Id="R0748d4944fbe456c" /><Relationship Type="http://schemas.openxmlformats.org/officeDocument/2006/relationships/slide" Target="/ppt/slides/slide91.xml" Id="R17277ee35fce4a3a" /><Relationship Type="http://schemas.openxmlformats.org/officeDocument/2006/relationships/slide" Target="/ppt/slides/slide92.xml" Id="Rf2ceb7615d93432e" /><Relationship Type="http://schemas.openxmlformats.org/officeDocument/2006/relationships/slide" Target="/ppt/slides/slide93.xml" Id="R6633396854344b15" /><Relationship Type="http://schemas.openxmlformats.org/officeDocument/2006/relationships/slide" Target="/ppt/slides/slide94.xml" Id="R3817786dff9a4296" /><Relationship Type="http://schemas.openxmlformats.org/officeDocument/2006/relationships/slide" Target="/ppt/slides/slide95.xml" Id="R4f8371bf6c0b49a8" /><Relationship Type="http://schemas.openxmlformats.org/officeDocument/2006/relationships/slide" Target="/ppt/slides/slide96.xml" Id="R8763a3c56e894587" /><Relationship Type="http://schemas.openxmlformats.org/officeDocument/2006/relationships/slide" Target="/ppt/slides/slide97.xml" Id="R01ddafc2290d4706" /><Relationship Type="http://schemas.openxmlformats.org/officeDocument/2006/relationships/slide" Target="/ppt/slides/slide98.xml" Id="R97a90c8faccc4962" /><Relationship Type="http://schemas.openxmlformats.org/officeDocument/2006/relationships/slide" Target="/ppt/slides/slide99.xml" Id="R6cb27310b60446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f9025f024f4c9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1e335663c947ac" /><Relationship Type="http://schemas.openxmlformats.org/officeDocument/2006/relationships/notesMaster" Target="/ppt/notesMasters/notesMaster1.xml" Id="R740c449a7dd042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380203c0eb42ef" /><Relationship Type="http://schemas.openxmlformats.org/officeDocument/2006/relationships/notesMaster" Target="/ppt/notesMasters/notesMaster1.xml" Id="R49177b1f33b24d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deab32bff1472f" /><Relationship Type="http://schemas.openxmlformats.org/officeDocument/2006/relationships/notesMaster" Target="/ppt/notesMasters/notesMaster1.xml" Id="R9ee41471f20b4c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439f5eeca242f8" /><Relationship Type="http://schemas.openxmlformats.org/officeDocument/2006/relationships/notesMaster" Target="/ppt/notesMasters/notesMaster1.xml" Id="R90b3e94315f647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61ee4a9fb0d440e" /><Relationship Type="http://schemas.openxmlformats.org/officeDocument/2006/relationships/notesMaster" Target="/ppt/notesMasters/notesMaster1.xml" Id="Rf7c6a880f6ee46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006b43af2f47ec" /><Relationship Type="http://schemas.openxmlformats.org/officeDocument/2006/relationships/notesMaster" Target="/ppt/notesMasters/notesMaster1.xml" Id="Rca9501df5e8d4a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123bb378614310" /><Relationship Type="http://schemas.openxmlformats.org/officeDocument/2006/relationships/notesMaster" Target="/ppt/notesMasters/notesMaster1.xml" Id="Rc7fa2489512c4f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4b34b74ff44015" /><Relationship Type="http://schemas.openxmlformats.org/officeDocument/2006/relationships/notesMaster" Target="/ppt/notesMasters/notesMaster1.xml" Id="Rd5cfeb9a0afc425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92ffbede2144c5" /><Relationship Type="http://schemas.openxmlformats.org/officeDocument/2006/relationships/notesMaster" Target="/ppt/notesMasters/notesMaster1.xml" Id="R95402332757f462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54764c43b0411e" /><Relationship Type="http://schemas.openxmlformats.org/officeDocument/2006/relationships/notesMaster" Target="/ppt/notesMasters/notesMaster1.xml" Id="R94550106c2c0468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9971d2ad6e4e18" /><Relationship Type="http://schemas.openxmlformats.org/officeDocument/2006/relationships/notesMaster" Target="/ppt/notesMasters/notesMaster1.xml" Id="Rdeefea0447d4414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30890e761e402a" /><Relationship Type="http://schemas.openxmlformats.org/officeDocument/2006/relationships/notesMaster" Target="/ppt/notesMasters/notesMaster1.xml" Id="Rc1521ba6277c45a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5d871e7492c466d" /><Relationship Type="http://schemas.openxmlformats.org/officeDocument/2006/relationships/notesMaster" Target="/ppt/notesMasters/notesMaster1.xml" Id="Re07c14ff64d3474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180169b6124dd4" /><Relationship Type="http://schemas.openxmlformats.org/officeDocument/2006/relationships/notesMaster" Target="/ppt/notesMasters/notesMaster1.xml" Id="R092efee6bce94b3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91edd1f6edb4b74" /><Relationship Type="http://schemas.openxmlformats.org/officeDocument/2006/relationships/notesMaster" Target="/ppt/notesMasters/notesMaster1.xml" Id="Rdf4c575b696d417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0bc93a2b644655" /><Relationship Type="http://schemas.openxmlformats.org/officeDocument/2006/relationships/notesMaster" Target="/ppt/notesMasters/notesMaster1.xml" Id="R37cab997fc0440e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3776fab32e4b28" /><Relationship Type="http://schemas.openxmlformats.org/officeDocument/2006/relationships/notesMaster" Target="/ppt/notesMasters/notesMaster1.xml" Id="R31303f140da84c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bf0a54990494671" /><Relationship Type="http://schemas.openxmlformats.org/officeDocument/2006/relationships/notesMaster" Target="/ppt/notesMasters/notesMaster1.xml" Id="R01907a4a3a6d474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24d28a93e94221" /><Relationship Type="http://schemas.openxmlformats.org/officeDocument/2006/relationships/notesMaster" Target="/ppt/notesMasters/notesMaster1.xml" Id="R71707b3a953b4ed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99df729042f4431" /><Relationship Type="http://schemas.openxmlformats.org/officeDocument/2006/relationships/notesMaster" Target="/ppt/notesMasters/notesMaster1.xml" Id="R949d692a1a4f45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5dd3d1599a4e0d" /><Relationship Type="http://schemas.openxmlformats.org/officeDocument/2006/relationships/notesMaster" Target="/ppt/notesMasters/notesMaster1.xml" Id="Rd3864ba1c941417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68b99c4d799400c" /><Relationship Type="http://schemas.openxmlformats.org/officeDocument/2006/relationships/notesMaster" Target="/ppt/notesMasters/notesMaster1.xml" Id="R19f186eef75d4c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5fdff7b032743cd" /><Relationship Type="http://schemas.openxmlformats.org/officeDocument/2006/relationships/notesMaster" Target="/ppt/notesMasters/notesMaster1.xml" Id="R15ee595c9058431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1ed94c765f42e4" /><Relationship Type="http://schemas.openxmlformats.org/officeDocument/2006/relationships/notesMaster" Target="/ppt/notesMasters/notesMaster1.xml" Id="R73cedb6e04a3412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45d40da671f453c" /><Relationship Type="http://schemas.openxmlformats.org/officeDocument/2006/relationships/notesMaster" Target="/ppt/notesMasters/notesMaster1.xml" Id="R076a5302d0bc4ce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3e6e61c53624265" /><Relationship Type="http://schemas.openxmlformats.org/officeDocument/2006/relationships/notesMaster" Target="/ppt/notesMasters/notesMaster1.xml" Id="R303dc60d6eee4d1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f2d61201d7d44d8" /><Relationship Type="http://schemas.openxmlformats.org/officeDocument/2006/relationships/notesMaster" Target="/ppt/notesMasters/notesMaster1.xml" Id="R2fbe2d1cb39d40d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a186d9ec5874d18" /><Relationship Type="http://schemas.openxmlformats.org/officeDocument/2006/relationships/notesMaster" Target="/ppt/notesMasters/notesMaster1.xml" Id="R28e207c143b54d5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d448b269ec94740" /><Relationship Type="http://schemas.openxmlformats.org/officeDocument/2006/relationships/notesMaster" Target="/ppt/notesMasters/notesMaster1.xml" Id="Ra8a20cda8fb3427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27d89c4b2eb4abb" /><Relationship Type="http://schemas.openxmlformats.org/officeDocument/2006/relationships/notesMaster" Target="/ppt/notesMasters/notesMaster1.xml" Id="R5d536b2396284c1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4db8ed131c54f49" /><Relationship Type="http://schemas.openxmlformats.org/officeDocument/2006/relationships/notesMaster" Target="/ppt/notesMasters/notesMaster1.xml" Id="R2a416661004d48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37ef4620d0c4b6f" /><Relationship Type="http://schemas.openxmlformats.org/officeDocument/2006/relationships/notesMaster" Target="/ppt/notesMasters/notesMaster1.xml" Id="R99ea85890baf402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2e4dcf7b6c8430e" /><Relationship Type="http://schemas.openxmlformats.org/officeDocument/2006/relationships/notesMaster" Target="/ppt/notesMasters/notesMaster1.xml" Id="R46a424dfad8f495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cd108801b47454e" /><Relationship Type="http://schemas.openxmlformats.org/officeDocument/2006/relationships/notesMaster" Target="/ppt/notesMasters/notesMaster1.xml" Id="R1586ba513458481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63ef834e31a4c6e" /><Relationship Type="http://schemas.openxmlformats.org/officeDocument/2006/relationships/notesMaster" Target="/ppt/notesMasters/notesMaster1.xml" Id="Rcd67f52eb7a44f5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8414d3e875e454d" /><Relationship Type="http://schemas.openxmlformats.org/officeDocument/2006/relationships/notesMaster" Target="/ppt/notesMasters/notesMaster1.xml" Id="Rbeee13affcb747b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336ff37f3b84f9c" /><Relationship Type="http://schemas.openxmlformats.org/officeDocument/2006/relationships/notesMaster" Target="/ppt/notesMasters/notesMaster1.xml" Id="R26efcff5d742488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458bbd414544e1a" /><Relationship Type="http://schemas.openxmlformats.org/officeDocument/2006/relationships/notesMaster" Target="/ppt/notesMasters/notesMaster1.xml" Id="Re6a46b524c754e7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3d1932a287042cd" /><Relationship Type="http://schemas.openxmlformats.org/officeDocument/2006/relationships/notesMaster" Target="/ppt/notesMasters/notesMaster1.xml" Id="Rc5921150714a426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719fe4d740341f0" /><Relationship Type="http://schemas.openxmlformats.org/officeDocument/2006/relationships/notesMaster" Target="/ppt/notesMasters/notesMaster1.xml" Id="R1c68923208ef4d4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65f82bfa3944399" /><Relationship Type="http://schemas.openxmlformats.org/officeDocument/2006/relationships/notesMaster" Target="/ppt/notesMasters/notesMaster1.xml" Id="Rc0621f51086948f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9ba46a9fa144ec1" /><Relationship Type="http://schemas.openxmlformats.org/officeDocument/2006/relationships/notesMaster" Target="/ppt/notesMasters/notesMaster1.xml" Id="Rdc79c5e03076484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72b3739a895448a" /><Relationship Type="http://schemas.openxmlformats.org/officeDocument/2006/relationships/notesMaster" Target="/ppt/notesMasters/notesMaster1.xml" Id="R8e021a4482e74ba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70176511f3e43c4" /><Relationship Type="http://schemas.openxmlformats.org/officeDocument/2006/relationships/notesMaster" Target="/ppt/notesMasters/notesMaster1.xml" Id="R391679d9e02e4ad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184e241ba354363" /><Relationship Type="http://schemas.openxmlformats.org/officeDocument/2006/relationships/notesMaster" Target="/ppt/notesMasters/notesMaster1.xml" Id="R4737aa385a32455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cebda751f14416d" /><Relationship Type="http://schemas.openxmlformats.org/officeDocument/2006/relationships/notesMaster" Target="/ppt/notesMasters/notesMaster1.xml" Id="R8e499c32d4834a1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7b664a263c941d0" /><Relationship Type="http://schemas.openxmlformats.org/officeDocument/2006/relationships/notesMaster" Target="/ppt/notesMasters/notesMaster1.xml" Id="Rdfb3763e3601443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82a8bbd1a284fd3" /><Relationship Type="http://schemas.openxmlformats.org/officeDocument/2006/relationships/notesMaster" Target="/ppt/notesMasters/notesMaster1.xml" Id="R0f7be55e604d432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75b238a12dc4161" /><Relationship Type="http://schemas.openxmlformats.org/officeDocument/2006/relationships/notesMaster" Target="/ppt/notesMasters/notesMaster1.xml" Id="R679018cce8b3433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4a2f2c59bdc463c" /><Relationship Type="http://schemas.openxmlformats.org/officeDocument/2006/relationships/notesMaster" Target="/ppt/notesMasters/notesMaster1.xml" Id="Rbe5a7a2061ae44a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c90ea147b51433b" /><Relationship Type="http://schemas.openxmlformats.org/officeDocument/2006/relationships/notesMaster" Target="/ppt/notesMasters/notesMaster1.xml" Id="Rf6ef15c129034b9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1a20b246b98402b" /><Relationship Type="http://schemas.openxmlformats.org/officeDocument/2006/relationships/notesMaster" Target="/ppt/notesMasters/notesMaster1.xml" Id="Rbe966a7c0ed3490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2381b9799dd4281" /><Relationship Type="http://schemas.openxmlformats.org/officeDocument/2006/relationships/notesMaster" Target="/ppt/notesMasters/notesMaster1.xml" Id="Redb930d142fe4b3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9ba318bfb1e48cb" /><Relationship Type="http://schemas.openxmlformats.org/officeDocument/2006/relationships/notesMaster" Target="/ppt/notesMasters/notesMaster1.xml" Id="R8b6895e052c5463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83145d7a89e45f7" /><Relationship Type="http://schemas.openxmlformats.org/officeDocument/2006/relationships/notesMaster" Target="/ppt/notesMasters/notesMaster1.xml" Id="R4da3eccce45944f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43c7be9bfe8492d" /><Relationship Type="http://schemas.openxmlformats.org/officeDocument/2006/relationships/notesMaster" Target="/ppt/notesMasters/notesMaster1.xml" Id="Rc67f77f66c21437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ea1d0f62c2647fb" /><Relationship Type="http://schemas.openxmlformats.org/officeDocument/2006/relationships/notesMaster" Target="/ppt/notesMasters/notesMaster1.xml" Id="R23e887d65f91444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b5144c7fc5a4596" /><Relationship Type="http://schemas.openxmlformats.org/officeDocument/2006/relationships/notesMaster" Target="/ppt/notesMasters/notesMaster1.xml" Id="R3cc18a669cfa46b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7aee9ab6f484f2d" /><Relationship Type="http://schemas.openxmlformats.org/officeDocument/2006/relationships/notesMaster" Target="/ppt/notesMasters/notesMaster1.xml" Id="R10f238c9526e4fc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801245f5431455b" /><Relationship Type="http://schemas.openxmlformats.org/officeDocument/2006/relationships/notesMaster" Target="/ppt/notesMasters/notesMaster1.xml" Id="R34af45269fcd4ad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b12cd712aba4360" /><Relationship Type="http://schemas.openxmlformats.org/officeDocument/2006/relationships/notesMaster" Target="/ppt/notesMasters/notesMaster1.xml" Id="Re3a871e701a7416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d2df4120a324f18" /><Relationship Type="http://schemas.openxmlformats.org/officeDocument/2006/relationships/notesMaster" Target="/ppt/notesMasters/notesMaster1.xml" Id="Rf0c4884b886e430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3ce9c0cae2a4823" /><Relationship Type="http://schemas.openxmlformats.org/officeDocument/2006/relationships/notesMaster" Target="/ppt/notesMasters/notesMaster1.xml" Id="Rd540585739a449b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8da3e88a28f4785" /><Relationship Type="http://schemas.openxmlformats.org/officeDocument/2006/relationships/notesMaster" Target="/ppt/notesMasters/notesMaster1.xml" Id="R169bd0f47e8a41d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94b35cf4b124004" /><Relationship Type="http://schemas.openxmlformats.org/officeDocument/2006/relationships/notesMaster" Target="/ppt/notesMasters/notesMaster1.xml" Id="R8de478bd4ef2455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c67ac0ce4fa43cd" /><Relationship Type="http://schemas.openxmlformats.org/officeDocument/2006/relationships/notesMaster" Target="/ppt/notesMasters/notesMaster1.xml" Id="R7652369636d44bd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726b4f12a49f44e8" /><Relationship Type="http://schemas.openxmlformats.org/officeDocument/2006/relationships/notesMaster" Target="/ppt/notesMasters/notesMaster1.xml" Id="R382ddfd16bab44b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522015f70054e13" /><Relationship Type="http://schemas.openxmlformats.org/officeDocument/2006/relationships/notesMaster" Target="/ppt/notesMasters/notesMaster1.xml" Id="R0bcb7623cb464b5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8b9426698ee460f" /><Relationship Type="http://schemas.openxmlformats.org/officeDocument/2006/relationships/notesMaster" Target="/ppt/notesMasters/notesMaster1.xml" Id="R295cd558894c493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cd2f3ae87c74dc9" /><Relationship Type="http://schemas.openxmlformats.org/officeDocument/2006/relationships/notesMaster" Target="/ppt/notesMasters/notesMaster1.xml" Id="R73e4658108e8464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9c49734b77d4be5" /><Relationship Type="http://schemas.openxmlformats.org/officeDocument/2006/relationships/notesMaster" Target="/ppt/notesMasters/notesMaster1.xml" Id="Rf74287dd8fa647d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42983eaeda44cf6" /><Relationship Type="http://schemas.openxmlformats.org/officeDocument/2006/relationships/notesMaster" Target="/ppt/notesMasters/notesMaster1.xml" Id="R23d9e9a0eba14ac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0a3d7c852e546ea" /><Relationship Type="http://schemas.openxmlformats.org/officeDocument/2006/relationships/notesMaster" Target="/ppt/notesMasters/notesMaster1.xml" Id="R85b71caf7e76442d"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6b6b56165ee4ff8" /><Relationship Type="http://schemas.openxmlformats.org/officeDocument/2006/relationships/notesMaster" Target="/ppt/notesMasters/notesMaster1.xml" Id="Rd6cb64489e144ee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75a49226b504852" /><Relationship Type="http://schemas.openxmlformats.org/officeDocument/2006/relationships/notesMaster" Target="/ppt/notesMasters/notesMaster1.xml" Id="R6abe05a807e94b7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98a7d2df1ef4273" /><Relationship Type="http://schemas.openxmlformats.org/officeDocument/2006/relationships/notesMaster" Target="/ppt/notesMasters/notesMaster1.xml" Id="R30739d8db2a4459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f1473221ca84dd6" /><Relationship Type="http://schemas.openxmlformats.org/officeDocument/2006/relationships/notesMaster" Target="/ppt/notesMasters/notesMaster1.xml" Id="R61dc225cb73347e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f940c1079bb8457a" /><Relationship Type="http://schemas.openxmlformats.org/officeDocument/2006/relationships/notesMaster" Target="/ppt/notesMasters/notesMaster1.xml" Id="R4d142f5ac96642cc"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b96056413e14fe0" /><Relationship Type="http://schemas.openxmlformats.org/officeDocument/2006/relationships/notesMaster" Target="/ppt/notesMasters/notesMaster1.xml" Id="R7711880ec55d426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b7cc2d115c84b3b" /><Relationship Type="http://schemas.openxmlformats.org/officeDocument/2006/relationships/notesMaster" Target="/ppt/notesMasters/notesMaster1.xml" Id="R09b83f66c35c478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8c217375fee4a12" /><Relationship Type="http://schemas.openxmlformats.org/officeDocument/2006/relationships/notesMaster" Target="/ppt/notesMasters/notesMaster1.xml" Id="Rcec50910f18946a8"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0ff490f704d447b5" /><Relationship Type="http://schemas.openxmlformats.org/officeDocument/2006/relationships/notesMaster" Target="/ppt/notesMasters/notesMaster1.xml" Id="Rb28a1c242348442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6b8839143a043ee" /><Relationship Type="http://schemas.openxmlformats.org/officeDocument/2006/relationships/notesMaster" Target="/ppt/notesMasters/notesMaster1.xml" Id="R2b6ccafe2da34df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fae4d5b105441b0" /><Relationship Type="http://schemas.openxmlformats.org/officeDocument/2006/relationships/notesMaster" Target="/ppt/notesMasters/notesMaster1.xml" Id="Ra28f58a164764633"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0b6937995414034" /><Relationship Type="http://schemas.openxmlformats.org/officeDocument/2006/relationships/notesMaster" Target="/ppt/notesMasters/notesMaster1.xml" Id="Raaf84714d8fb4cd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03eb5b9fef8d4f6c" /><Relationship Type="http://schemas.openxmlformats.org/officeDocument/2006/relationships/notesMaster" Target="/ppt/notesMasters/notesMaster1.xml" Id="R868068fed8f2411e"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964053c5abcf4e94" /><Relationship Type="http://schemas.openxmlformats.org/officeDocument/2006/relationships/notesMaster" Target="/ppt/notesMasters/notesMaster1.xml" Id="Rbc7d57544e4c4f9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730911600454107" /><Relationship Type="http://schemas.openxmlformats.org/officeDocument/2006/relationships/notesMaster" Target="/ppt/notesMasters/notesMaster1.xml" Id="R4113069f49a44b1f"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bc76e7b81864dd0" /><Relationship Type="http://schemas.openxmlformats.org/officeDocument/2006/relationships/notesMaster" Target="/ppt/notesMasters/notesMaster1.xml" Id="Re389fe18fdfb4e1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2f45c1b96c54c29" /><Relationship Type="http://schemas.openxmlformats.org/officeDocument/2006/relationships/notesMaster" Target="/ppt/notesMasters/notesMaster1.xml" Id="Ra3a5f7d74df34b3f"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62509a45114b4657" /><Relationship Type="http://schemas.openxmlformats.org/officeDocument/2006/relationships/notesMaster" Target="/ppt/notesMasters/notesMaster1.xml" Id="Rb16e5d52fd414c10"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fe11b9d4c9c4fc0" /><Relationship Type="http://schemas.openxmlformats.org/officeDocument/2006/relationships/notesMaster" Target="/ppt/notesMasters/notesMaster1.xml" Id="R39a20b1494f0413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55751d59b504e06" /><Relationship Type="http://schemas.openxmlformats.org/officeDocument/2006/relationships/notesMaster" Target="/ppt/notesMasters/notesMaster1.xml" Id="R9ecb73552c0b419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b4597af85aa649a9" /><Relationship Type="http://schemas.openxmlformats.org/officeDocument/2006/relationships/notesMaster" Target="/ppt/notesMasters/notesMaster1.xml" Id="R2430403069474092"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0e9fe0c364a440d7" /><Relationship Type="http://schemas.openxmlformats.org/officeDocument/2006/relationships/notesMaster" Target="/ppt/notesMasters/notesMaster1.xml" Id="R406a01e87cc348e6"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e7377db9234c45ee" /><Relationship Type="http://schemas.openxmlformats.org/officeDocument/2006/relationships/notesMaster" Target="/ppt/notesMasters/notesMaster1.xml" Id="R95fdc0eacfde4dc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2a8cce2284d48fe" /><Relationship Type="http://schemas.openxmlformats.org/officeDocument/2006/relationships/notesMaster" Target="/ppt/notesMasters/notesMaster1.xml" Id="R48c4346894fc461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bebadd6496c42f3" /><Relationship Type="http://schemas.openxmlformats.org/officeDocument/2006/relationships/notesMaster" Target="/ppt/notesMasters/notesMaster1.xml" Id="R54571a4152c24ce3"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ae25b3a88e746e6" /><Relationship Type="http://schemas.openxmlformats.org/officeDocument/2006/relationships/notesMaster" Target="/ppt/notesMasters/notesMaster1.xml" Id="R7db6cad243b54f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 경험을 선수 조건으로 삼지 않습니다. 상세 설명은 학생 교안과 발표자 노트로 연결합니다. 모든 수업 예시는 합성 데이터입니다.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 후 정확한 work 파일을 실행하거나 강사 출력·제공 예와 수동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 문제로 수업을 멈추지 말고 제공한 전체 코드·출력과 동일 입력을 사용해 줄별 값을 직접 추적합니다. 종이에도 같은 답칸을 작성합니다. 개인 실행은 강사가 환경을 준비한 뒤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설치를 혼자 진행하지 말고 예상·제공 출력 비교로 합류하고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 데이터와 명령</a:t>
            </a:r>
          </a:p>
          <a:p xmlns:a="http://schemas.openxmlformats.org/drawingml/2006/main">
            <a:r>
              <a:t/>
            </a:r>
          </a:p>
          <a:p xmlns:a="http://schemas.openxmlformats.org/drawingml/2006/main">
            <a:r>
              <a:t>질문: 22.5와 print(22.5)는 무엇이 다른가요?</a:t>
            </a:r>
          </a:p>
          <a:p xmlns:a="http://schemas.openxmlformats.org/drawingml/2006/main">
            <a:r>
              <a:t/>
            </a:r>
          </a:p>
          <a:p xmlns:a="http://schemas.openxmlformats.org/drawingml/2006/main">
            <a:r>
              <a:t>풀이: 22.5는 값입니다. print(22.5)는 그 값을 화면에 표시하라는 호출입니다. 저장된 명령을 실행해야 출력이 생깁니다.</a:t>
            </a:r>
          </a:p>
          <a:p xmlns:a="http://schemas.openxmlformats.org/drawingml/2006/main">
            <a:r>
              <a:t/>
            </a:r>
          </a:p>
          <a:p xmlns:a="http://schemas.openxmlformats.org/drawingml/2006/main">
            <a:r>
              <a:t>### 따옴표</a:t>
            </a:r>
          </a:p>
          <a:p xmlns:a="http://schemas.openxmlformats.org/drawingml/2006/main">
            <a:r>
              <a:t/>
            </a:r>
          </a:p>
          <a:p xmlns:a="http://schemas.openxmlformats.org/drawingml/2006/main">
            <a:r>
              <a:t>질문: "22.5" + "1"의 결과가 23.5인가요?</a:t>
            </a:r>
          </a:p>
          <a:p xmlns:a="http://schemas.openxmlformats.org/drawingml/2006/main">
            <a:r>
              <a:t/>
            </a:r>
          </a:p>
          <a:p xmlns:a="http://schemas.openxmlformats.org/drawingml/2006/main">
            <a:r>
              <a:t>풀이: 문자열을 잇는 결과는 "22.51"입니다. 계산할 숫자인지 식별자인지 먼저 결정하고 자료형을 확인합니다.</a:t>
            </a:r>
          </a:p>
          <a:p xmlns:a="http://schemas.openxmlformats.org/drawingml/2006/main">
            <a:r>
              <a:t/>
            </a:r>
          </a:p>
          <a:p xmlns:a="http://schemas.openxmlformats.org/drawingml/2006/main">
            <a:r>
              <a:t>### 분기</a:t>
            </a:r>
          </a:p>
          <a:p xmlns:a="http://schemas.openxmlformats.org/drawingml/2006/main">
            <a:r>
              <a:t/>
            </a:r>
          </a:p>
          <a:p xmlns:a="http://schemas.openxmlformats.org/drawingml/2006/main">
            <a:r>
              <a:t>질문: 온도가 기준과 정확히 같으면 &gt; 조건은 참인가요?</a:t>
            </a:r>
          </a:p>
          <a:p xmlns:a="http://schemas.openxmlformats.org/drawingml/2006/main">
            <a:r>
              <a:t/>
            </a:r>
          </a:p>
          <a:p xmlns:a="http://schemas.openxmlformats.org/drawingml/2006/main">
            <a:r>
              <a:t>풀이: 거짓입니다. 경계값을 직접 비교해야 &gt;와 &gt;=의 업무 의미 차이를 이해할 수 있습니다.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 A03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 지식을 기억한다고 가정하지 않습니다. .py 파일, 저장, 실행 위치부터 다시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code/A02_print.py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설치를 혼자 진행하지 말고 예상·제공 출력 비교로 합류하고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설치를 혼자 진행하지 말고 예상·제공 출력 비교로 합류하고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출력 예이며 실행할 코드가 아닙니다. 첫 print가 안내를, 둘째 print가 두 값을 공백으로 나누어 보여 줍니다.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폴더가 현재 위치입니다. 첫 줄은 원본 실행이고 work/A02_print.py를 고쳤다면 work 경로로 실행합니다. Windows 제작 가정이며 다른 운영체제에서는 강사 안내를 따릅니다.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핵심 질문과 해설:</a:t>
            </a:r>
          </a:p>
          <a:p xmlns:a="http://schemas.openxmlformats.org/drawingml/2006/main">
            <a:r>
              <a:t>저장과 실행은 같은 행동인가요? 저장은 파일 내용을 남기고 실행은 그 파일의 명령을 처리합니다.</a:t>
            </a:r>
          </a:p>
          <a:p xmlns:a="http://schemas.openxmlformats.org/drawingml/2006/main">
            <a:r>
              <a:t>파일 이름만 같으면 같은 파일인가요? 폴더까지 포함한 경로가 같아야 같은 대상을 찾습니다.</a:t>
            </a:r>
          </a:p>
          <a:p xmlns:a="http://schemas.openxmlformats.org/drawingml/2006/main">
            <a:r>
              <a:t>설치 실패면 개념도 틀린가요? 환경 준비와 파일·실행 개념의 이해는 따로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설치를 혼자 진행하지 말고 예상·제공 출력 비교로 합류하고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열기·저장·실행은 서로 다른 행동입니다.</a:t>
            </a:r>
          </a:p>
          <a:p xmlns:a="http://schemas.openxmlformats.org/drawingml/2006/main">
            <a:r>
              <a:t>원본과 작업본의 경로를 구별합니다.</a:t>
            </a:r>
          </a:p>
          <a:p xmlns:a="http://schemas.openxmlformats.org/drawingml/2006/main">
            <a:r>
              <a:t>환경 실패를 개념 실패로 처리하지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A04 제공 코드 출력입니다. 장소를 창고로 바꾸면 첫 줄만 창고가 되고 온도와 글자 location은 그대로입니다.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code/A06_example.py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핵심 질문과 해설:</a:t>
            </a:r>
          </a:p>
          <a:p xmlns:a="http://schemas.openxmlformats.org/drawingml/2006/main">
            <a:r>
              <a:t>오른쪽 stock은 언제 읽나요? 그 줄을 실행하는 시점에 연결된 현재 값을 먼저 읽습니다.</a:t>
            </a:r>
          </a:p>
          <a:p xmlns:a="http://schemas.openxmlformats.org/drawingml/2006/main">
            <a:r>
              <a:t>=는 ==와 같은가요? =는 대입이고 ==는 같은지 비교하는 기호입니다.</a:t>
            </a:r>
          </a:p>
          <a:p xmlns:a="http://schemas.openxmlformats.org/drawingml/2006/main">
            <a:r>
              <a:t>나중 갱신이 이전 화면을 바꾸나요? 이미 출력한 결과는 그때의 값으로 남습니다.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대입은 현재 연결을 바꿉니다.</a:t>
            </a:r>
          </a:p>
          <a:p xmlns:a="http://schemas.openxmlformats.org/drawingml/2006/main">
            <a:r>
              <a:t>이미 나온 출력은 나중에 바뀌지 않습니다.</a:t>
            </a:r>
          </a:p>
          <a:p xmlns:a="http://schemas.openxmlformats.org/drawingml/2006/main">
            <a:r>
              <a:t>이름을 따옴표로 감싸면 글자가 됩니다.</a:t>
            </a:r>
          </a:p>
          <a:p xmlns:a="http://schemas.openxmlformats.org/drawingml/2006/main">
            <a:r>
              <a:t/>
            </a:r>
          </a:p>
          <a:p xmlns:a="http://schemas.openxmlformats.org/drawingml/2006/main">
            <a:r>
              <a:t>관련 교시의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code/A08_example.py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code/A09_example.py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핵심 질문과 해설:</a:t>
            </a:r>
          </a:p>
          <a:p xmlns:a="http://schemas.openxmlformats.org/drawingml/2006/main">
            <a:r>
              <a:t>숫자처럼 보이면 모두 변환하나요? 식별자·등급인지 실제 계산량인지 의미를 먼저 봅니다.</a:t>
            </a:r>
          </a:p>
          <a:p xmlns:a="http://schemas.openxmlformats.org/drawingml/2006/main">
            <a:r>
              <a:t>소수 문자열을 정수로 바로 읽나요? 소수가 있는 표현에는 float 같은 의미에 맞는 변환이 필요합니다.</a:t>
            </a:r>
          </a:p>
          <a:p xmlns:a="http://schemas.openxmlformats.org/drawingml/2006/main">
            <a:r>
              <a:t>정상 종료면 요금도 맞나요? 단위·요금 규칙·입력 해석이 맞는지 별도 확인해야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숫자 모양 식별자를 계산량으로 바꾸지 않습니다.</a:t>
            </a:r>
          </a:p>
          <a:p xmlns:a="http://schemas.openxmlformats.org/drawingml/2006/main">
            <a:r>
              <a:t>실행 성공과 업무 계산의 정확성은 다릅니다.</a:t>
            </a:r>
          </a:p>
          <a:p xmlns:a="http://schemas.openxmlformats.org/drawingml/2006/main">
            <a:r>
              <a:t/>
            </a:r>
          </a:p>
          <a:p xmlns:a="http://schemas.openxmlformats.org/drawingml/2006/main">
            <a:r>
              <a:t>관련 교시의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code/A11_example.py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핵심 질문과 해설:</a:t>
            </a:r>
          </a:p>
          <a:p xmlns:a="http://schemas.openxmlformats.org/drawingml/2006/main">
            <a:r>
              <a:t>이상과 초과의 차이를 어느 입력으로 보나요? 경계값 자체를 넣어 포함 여부를 확인합니다.</a:t>
            </a:r>
          </a:p>
          <a:p xmlns:a="http://schemas.openxmlformats.org/drawingml/2006/main">
            <a:r>
              <a:t>True는 늘 정상인가요? 질문의 의미에 따라 보충·배정·초과 등 다른 업무 뜻이 됩니다.</a:t>
            </a:r>
          </a:p>
          <a:p xmlns:a="http://schemas.openxmlformats.org/drawingml/2006/main">
            <a:r>
              <a:t>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이상은 경계를 포함하고 초과는 제외합니다.</a:t>
            </a:r>
          </a:p>
          <a:p xmlns:a="http://schemas.openxmlformats.org/drawingml/2006/main">
            <a:r>
              <a:t>=는 대입, ==는 같은지 비교입니다.</a:t>
            </a:r>
          </a:p>
          <a:p xmlns:a="http://schemas.openxmlformats.org/drawingml/2006/main">
            <a:r>
              <a:t>경계 아래·경계·경계 위를 확인합니다.</a:t>
            </a:r>
          </a:p>
          <a:p xmlns:a="http://schemas.openxmlformats.org/drawingml/2006/main">
            <a:r>
              <a:t/>
            </a:r>
          </a:p>
          <a:p xmlns:a="http://schemas.openxmlformats.org/drawingml/2006/main">
            <a:r>
              <a:t>관련 교시의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code/A14_example.py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들여쓰기를 근거로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들여쓰기를 근거로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A14의 완료 print는 반복문 밖에 있으므로 한 번입니다. 반복 안으로 옮기면 각 항목 뒤에 안내가 반복됩니다.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code/A15_example.py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핵심 질문과 해설:</a:t>
            </a:r>
          </a:p>
          <a:p xmlns:a="http://schemas.openxmlformats.org/drawingml/2006/main">
            <a:r>
              <a:t>첫 위치가 왜 0인가요? Python 리스트가 정한 위치 번호 약속이므로 실제 목록을 그 규칙으로 읽습니다.</a:t>
            </a:r>
          </a:p>
          <a:p xmlns:a="http://schemas.openxmlformats.org/drawingml/2006/main">
            <a:r>
              <a:t>합계 초기화는 어디에 놓나요? 이전 바퀴 결과를 유지하도록 반복 전에 한 번 놓습니다.</a:t>
            </a:r>
          </a:p>
          <a:p xmlns:a="http://schemas.openxmlformats.org/drawingml/2006/main">
            <a:r>
              <a:t>길이 4이면 번호 4를 읽나요? 마지막 번호는 3이며 번호 4는 범위 밖입니다.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초기 합계와 건수는 반복 전에 둡니다.</a:t>
            </a:r>
          </a:p>
          <a:p xmlns:a="http://schemas.openxmlformats.org/drawingml/2006/main">
            <a:r>
              <a:t>총수량과 해당 주문 수는 다른 질문입니다.</a:t>
            </a:r>
          </a:p>
          <a:p xmlns:a="http://schemas.openxmlformats.org/drawingml/2006/main">
            <a:r>
              <a:t>반복 안팎의 들여쓰기를 확인합니다.</a:t>
            </a:r>
          </a:p>
          <a:p xmlns:a="http://schemas.openxmlformats.org/drawingml/2006/main">
            <a:r>
              <a:t/>
            </a:r>
          </a:p>
          <a:p xmlns:a="http://schemas.openxmlformats.org/drawingml/2006/main">
            <a:r>
              <a:t>관련 교시의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code/A16_example.py</a:t>
            </a:r>
          </a:p>
          <a:p xmlns:a="http://schemas.openxmlformats.org/drawingml/2006/main">
            <a:r>
              <a:t>작업본은 code 대신 work 경로를 지정합니다. 개인 실행이 막히면 같은 입력으로 수동 추적 후 강사 결과와 비교합니다.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A16 제공 코드의 실제 예측 출력입니다. 다른 시각의 같은 장치 기록은 삭제할 중복이라고 단정하지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전체 코드는 16줄이므로 노트와 제공 파일에 원문 보존합니다. 한 장에 작게 압축하지 않습니다. 다음 슬라이드들에서 한 기록의 전체 분류를 짧은 완결 코드로 설명합니다.</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새 문법을 많이 더하기보다 이미 읽은 조각이 어디에 놓였는지 연결합니다.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규칙을 한 기록에 적용하는 독립 완결 예입니다. value=25.0이면 확인, 24.0이면 정상, None이면 미측정입니다. 여러 기록 반복은 기존 A17 전체 파일로 연결합니다. 별도 생성 파일을 실행했다고 주장하지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새 문법을 많이 더하기보다 이미 읽은 조각이 어디에 놓였는지 연결합니다.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환경과 새 수정의 문제를 나눕니다.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환경과 새 수정의 문제를 나눕니다.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핵심 질문과 해설:</a:t>
            </a:r>
          </a:p>
          <a:p xmlns:a="http://schemas.openxmlformats.org/drawingml/2006/main">
            <a:r>
              <a:t>목록과 딕셔너리가 함께 필요한 이유는? 여러 건의 순서와 한 건 안의 항목 이름을 각각 보존하기 위해서입니다.</a:t>
            </a:r>
          </a:p>
          <a:p xmlns:a="http://schemas.openxmlformats.org/drawingml/2006/main">
            <a:r>
              <a:t>미확인을 숫자 비교 뒤에 두나요? 숫자로 비교할 수 없으므로 먼저 분기합니다.</a:t>
            </a:r>
          </a:p>
          <a:p xmlns:a="http://schemas.openxmlformats.org/drawingml/2006/main">
            <a:r>
              <a:t>상태표는 실제 고장을 증명하나요? 제공 입력과 수업 규칙을 적용한 결과이며 실제 원인은 별도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환경과 새 수정의 문제를 나눕니다.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한 기록의 값과 장치명을 함께 보존합니다.</a:t>
            </a:r>
          </a:p>
          <a:p xmlns:a="http://schemas.openxmlformats.org/drawingml/2006/main">
            <a:r>
              <a:t>미측정 갈래를 숫자 비교보다 앞에 둡니다.</a:t>
            </a:r>
          </a:p>
          <a:p xmlns:a="http://schemas.openxmlformats.org/drawingml/2006/main">
            <a:r>
              <a:t>합성 데이터 점검과 센서 성능 검증은 다릅니다.</a:t>
            </a:r>
          </a:p>
          <a:p xmlns:a="http://schemas.openxmlformats.org/drawingml/2006/main">
            <a:r>
              <a:t/>
            </a:r>
          </a:p>
          <a:p xmlns:a="http://schemas.openxmlformats.org/drawingml/2006/main">
            <a:r>
              <a:t>관련 교시의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기준은 ‘독립 설명 가능 / 힌트 후 가능 / 다시 연습’으로 기록합니다. 개인 실행 여부는 별도 체크하며 미실행을 실패한 개념 이해로 간주하지 않습니다.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오류 줄 번호가 마지막 줄을 가리키면 그 줄만 보면 충분할까요?</a:t>
            </a:r>
          </a:p>
          <a:p xmlns:a="http://schemas.openxmlformats.org/drawingml/2006/main">
            <a:r>
              <a:t>2. 오류가 사라졌다는 것만으로 올바른 수정이라고 할 수 있나요?</a:t>
            </a:r>
          </a:p>
          <a:p xmlns:a="http://schemas.openxmlformats.org/drawingml/2006/main">
            <a:r>
              <a:t>3. 코드가 종료 코드 0으로 끝났다면 평균의 업무 의미도 보장되나요?</a:t>
            </a:r>
          </a:p>
          <a:p xmlns:a="http://schemas.openxmlformats.org/drawingml/2006/main">
            <a:r>
              <a:t>4. None에 직접 &gt; 24.0을 적용하면 어떻게 될까요?</a:t>
            </a:r>
          </a:p>
          <a:p xmlns:a="http://schemas.openxmlformats.org/drawingml/2006/main">
            <a:r>
              <a:t>5. 한 번의 print인데 세 항목을 검사할 수 있는 이유는 무엇인가요?</a:t>
            </a:r>
          </a:p>
          <a:p xmlns:a="http://schemas.openxmlformats.org/drawingml/2006/main">
            <a:r>
              <a:t>6. 내일 파일에서 읽은 "24.0"을 그대로 이 코드에 넣으면 무엇이 추가로 필요할까요?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2026-10-05 보강 · 새 사례 전이 문제</a:t>
            </a:r>
          </a:p>
          <a:p xmlns:a="http://schemas.openxmlformats.org/drawingml/2006/main">
            <a:r>
              <a:t/>
            </a:r>
          </a:p>
          <a:p xmlns:a="http://schemas.openxmlformats.org/drawingml/2006/main">
            <a:r>
              <a:t>기존 평가를 보존합니다. 아래 여섯 문제는 복습·도전용이며 설치 성공과 개념 이해를 구별해 평가합니다. 답을 먼저 읽지 말고 근거와 예상값을 기록합니다.</a:t>
            </a:r>
          </a:p>
          <a:p xmlns:a="http://schemas.openxmlformats.org/drawingml/2006/main">
            <a:r>
              <a:t/>
            </a:r>
          </a:p>
          <a:p xmlns:a="http://schemas.openxmlformats.org/drawingml/2006/main">
            <a:r>
              <a:t>### 문제 1 · 편집 화면·저장 파일·실행 결과의 세 상태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**정답·해설:** 편집 경로·실행 경로가 다르며 화면 출력은 A입니다.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문제 2 · 재고 갱신을 한 줄씩 추적하기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**정답·해설:** 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문제 3 · 운송비 계산에서 문자열과 숫자 나누기</a:t>
            </a:r>
          </a:p>
          <a:p xmlns:a="http://schemas.openxmlformats.org/drawingml/2006/main">
            <a:r>
              <a:t/>
            </a:r>
          </a:p>
          <a:p xmlns:a="http://schemas.openxmlformats.org/drawingml/2006/main">
            <a:r>
              <a:t>복습·도전: 판매표의 주문번호 “0009”, 단가 “1500”, 수량 “3”을 보고 총액과 각 항목의 저장 계획을 쓰세요. 단가는 정수 원, 수량은 개수라는 계약입니다. 배송비 2000원을 포함한 최종액도 계산하세요.</a:t>
            </a:r>
          </a:p>
          <a:p xmlns:a="http://schemas.openxmlformats.org/drawingml/2006/main">
            <a:r>
              <a:t/>
            </a:r>
          </a:p>
          <a:p xmlns:a="http://schemas.openxmlformats.org/drawingml/2006/main">
            <a:r>
              <a:t>**정답·해설:** 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문제 4 · 이상과 초과를 업무 문장으로 읽기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**정답·해설:** 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문제 5 · 목록의 위치와 반복 누적을 함께 추적하기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**정답·해설:** 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문제 6 · 한 기록의 이름표를 지키며 상태표 만들기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**정답·해설:** 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D:\KDigital_PhysicalAI\outputs\2026-10-14\assessment.md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**50분씩 6교시의 필수 경로로 운영하며 실제 학습자 리허설 전입니다.** 원본을 보존하고 work의 지정한 부분을 수정합니다. 계정이나 실제 장비 없이 합성 자료로 진행합니다.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입력·처리·출력과 코드 파일</a:t>
            </a:r>
          </a:p>
          <a:p xmlns:a="http://schemas.openxmlformats.org/drawingml/2006/main">
            <a:r>
              <a:t/>
            </a:r>
          </a:p>
          <a:p xmlns:a="http://schemas.openxmlformats.org/drawingml/2006/main">
            <a:r>
              <a:t>**목적:**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방법:** 기준을 22.0으로 바꾸면 어느 단계의 값이 바뀌며 출력은 어떻게 될까요?</a:t>
            </a:r>
          </a:p>
          <a:p xmlns:a="http://schemas.openxmlformats.org/drawingml/2006/main">
            <a:r>
              <a:t/>
            </a:r>
          </a:p>
          <a:p xmlns:a="http://schemas.openxmlformats.org/drawingml/2006/main">
            <a:r>
              <a:t>**오류 해결:**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 A02 · 첫 출력과 주석</a:t>
            </a:r>
          </a:p>
          <a:p xmlns:a="http://schemas.openxmlformats.org/drawingml/2006/main">
            <a:r>
              <a:t/>
            </a:r>
          </a:p>
          <a:p xmlns:a="http://schemas.openxmlformats.org/drawingml/2006/main">
            <a:r>
              <a:t>**목적:**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[A02_print.py](examples/course/code/A02_print.py)</a:t>
            </a:r>
          </a:p>
          <a:p xmlns:a="http://schemas.openxmlformats.org/drawingml/2006/main">
            <a:r>
              <a:t>- [A02_notes.md](examples/course/work/A02_notes.md)</a:t>
            </a:r>
          </a:p>
          <a:p xmlns:a="http://schemas.openxmlformats.org/drawingml/2006/main">
            <a:r>
              <a:t>- [A02_print.py](examples/course/work/A02_print.py)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방법:** 주석의 문구만 바꾸면 출력은 달라질까요?</a:t>
            </a:r>
          </a:p>
          <a:p xmlns:a="http://schemas.openxmlformats.org/drawingml/2006/main">
            <a:r>
              <a:t/>
            </a:r>
          </a:p>
          <a:p xmlns:a="http://schemas.openxmlformats.org/drawingml/2006/main">
            <a:r>
              <a:t>**오류 해결:**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설치를 혼자 진행하지 말고 예상·제공 출력 비교로 합류하고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A03 · 저장·실행 순서와 오류 단서</a:t>
            </a:r>
          </a:p>
          <a:p xmlns:a="http://schemas.openxmlformats.org/drawingml/2006/main">
            <a:r>
              <a:t/>
            </a:r>
          </a:p>
          <a:p xmlns:a="http://schemas.openxmlformats.org/drawingml/2006/main">
            <a:r>
              <a:t>**목적:**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[A03_notes.md](examples/course/work/A03_notes.md)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방법:** 오류 줄 번호가 마지막 줄을 가리키면 그 줄만 보면 충분할까요?</a:t>
            </a:r>
          </a:p>
          <a:p xmlns:a="http://schemas.openxmlformats.org/drawingml/2006/main">
            <a:r>
              <a:t/>
            </a:r>
          </a:p>
          <a:p xmlns:a="http://schemas.openxmlformats.org/drawingml/2006/main">
            <a:r>
              <a:t>**오류 해결:**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 A04 · 변수는 값에 붙인 이름</a:t>
            </a:r>
          </a:p>
          <a:p xmlns:a="http://schemas.openxmlformats.org/drawingml/2006/main">
            <a:r>
              <a:t/>
            </a:r>
          </a:p>
          <a:p xmlns:a="http://schemas.openxmlformats.org/drawingml/2006/main">
            <a:r>
              <a:t>**목적:**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방법:** print(location)과 print("location")은 왜 다를까요?</a:t>
            </a:r>
          </a:p>
          <a:p xmlns:a="http://schemas.openxmlformats.org/drawingml/2006/main">
            <a:r>
              <a:t/>
            </a:r>
          </a:p>
          <a:p xmlns:a="http://schemas.openxmlformats.org/drawingml/2006/main">
            <a:r>
              <a:t>**오류 해결:**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 A05 · 다시 대입하면 현재 값이 바뀐다</a:t>
            </a:r>
          </a:p>
          <a:p xmlns:a="http://schemas.openxmlformats.org/drawingml/2006/main">
            <a:r>
              <a:t/>
            </a:r>
          </a:p>
          <a:p xmlns:a="http://schemas.openxmlformats.org/drawingml/2006/main">
            <a:r>
              <a:t>**목적:**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방법:** 마지막 print를 첫 대입 앞에 옮기면 어떤 문제가 생길까요?</a:t>
            </a:r>
          </a:p>
          <a:p xmlns:a="http://schemas.openxmlformats.org/drawingml/2006/main">
            <a:r>
              <a:t/>
            </a:r>
          </a:p>
          <a:p xmlns:a="http://schemas.openxmlformats.org/drawingml/2006/main">
            <a:r>
              <a:t>**오류 해결:**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 A06 · 이름 오류를 근거로 고치기</a:t>
            </a:r>
          </a:p>
          <a:p xmlns:a="http://schemas.openxmlformats.org/drawingml/2006/main">
            <a:r>
              <a:t/>
            </a:r>
          </a:p>
          <a:p xmlns:a="http://schemas.openxmlformats.org/drawingml/2006/main">
            <a:r>
              <a:t>**목적:**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[A06_example.py](examples/course/code/A06_example.py)</a:t>
            </a:r>
          </a:p>
          <a:p xmlns:a="http://schemas.openxmlformats.org/drawingml/2006/main">
            <a:r>
              <a:t>- [A06_notes.md](examples/course/work/A06_notes.md)</a:t>
            </a:r>
          </a:p>
          <a:p xmlns:a="http://schemas.openxmlformats.org/drawingml/2006/main">
            <a:r>
              <a:t>- [A06_example.py](examples/course/work/A06_example.py)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방법:** 오류가 사라졌다는 것만으로 올바른 수정이라고 할 수 있나요?</a:t>
            </a:r>
          </a:p>
          <a:p xmlns:a="http://schemas.openxmlformats.org/drawingml/2006/main">
            <a:r>
              <a:t/>
            </a:r>
          </a:p>
          <a:p xmlns:a="http://schemas.openxmlformats.org/drawingml/2006/main">
            <a:r>
              <a:t>**오류 해결:** 철자 차이를 찾지 못하면 이름을 한 글자씩 비교합니다. 영문 대소문자와 밑줄도 이름의 일부입니다.</a:t>
            </a:r>
          </a:p>
          <a:p xmlns:a="http://schemas.openxmlformats.org/drawingml/2006/main">
            <a:r>
              <a:t/>
            </a:r>
          </a:p>
          <a:p xmlns:a="http://schemas.openxmlformats.org/drawingml/2006/main">
            <a:r>
              <a:t>## A07 · 숫자 더하기와 문자열 연결</a:t>
            </a:r>
          </a:p>
          <a:p xmlns:a="http://schemas.openxmlformats.org/drawingml/2006/main">
            <a:r>
              <a:t/>
            </a:r>
          </a:p>
          <a:p xmlns:a="http://schemas.openxmlformats.org/drawingml/2006/main">
            <a:r>
              <a:t>**목적:**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방법:** "001"에 1을 더해 다음 직원을 정하는 것이 항상 적절할까요?</a:t>
            </a:r>
          </a:p>
          <a:p xmlns:a="http://schemas.openxmlformats.org/drawingml/2006/main">
            <a:r>
              <a:t/>
            </a:r>
          </a:p>
          <a:p xmlns:a="http://schemas.openxmlformats.org/drawingml/2006/main">
            <a:r>
              <a:t>**오류 해결:**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 A08 · 수치 문자열을 숫자로 변환하기</a:t>
            </a:r>
          </a:p>
          <a:p xmlns:a="http://schemas.openxmlformats.org/drawingml/2006/main">
            <a:r>
              <a:t/>
            </a:r>
          </a:p>
          <a:p xmlns:a="http://schemas.openxmlformats.org/drawingml/2006/main">
            <a:r>
              <a:t>**목적:**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방법:** 원문 raw를 남기는 이유는 무엇일까요?</a:t>
            </a:r>
          </a:p>
          <a:p xmlns:a="http://schemas.openxmlformats.org/drawingml/2006/main">
            <a:r>
              <a:t/>
            </a:r>
          </a:p>
          <a:p xmlns:a="http://schemas.openxmlformats.org/drawingml/2006/main">
            <a:r>
              <a:t>**오류 해결:**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 A09 · 연산과 괄호로 작은 계산 만들기</a:t>
            </a:r>
          </a:p>
          <a:p xmlns:a="http://schemas.openxmlformats.org/drawingml/2006/main">
            <a:r>
              <a:t/>
            </a:r>
          </a:p>
          <a:p xmlns:a="http://schemas.openxmlformats.org/drawingml/2006/main">
            <a:r>
              <a:t>**목적:**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방법:** 코드가 종료 코드 0으로 끝났다면 평균의 업무 의미도 보장되나요?</a:t>
            </a:r>
          </a:p>
          <a:p xmlns:a="http://schemas.openxmlformats.org/drawingml/2006/main">
            <a:r>
              <a:t/>
            </a:r>
          </a:p>
          <a:p xmlns:a="http://schemas.openxmlformats.org/drawingml/2006/main">
            <a:r>
              <a:t>**오류 해결:** ZeroDivisionError가 생기면 분모가 왜 0인지 먼저 확인합니다. 임의로 1을 넣어 원인을 숨기지 않습니다.</a:t>
            </a:r>
          </a:p>
          <a:p xmlns:a="http://schemas.openxmlformats.org/drawingml/2006/main">
            <a:r>
              <a:t/>
            </a:r>
          </a:p>
          <a:p xmlns:a="http://schemas.openxmlformats.org/drawingml/2006/main">
            <a:r>
              <a:t>## A10 · 비교 결과는 참 또는 거짓</a:t>
            </a:r>
          </a:p>
          <a:p xmlns:a="http://schemas.openxmlformats.org/drawingml/2006/main">
            <a:r>
              <a:t/>
            </a:r>
          </a:p>
          <a:p xmlns:a="http://schemas.openxmlformats.org/drawingml/2006/main">
            <a:r>
              <a:t>**목적:**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방법:** 변수에 값을 넣는 =와 비교하는 ==를 같은 기호처럼 쓰면 될까요?</a:t>
            </a:r>
          </a:p>
          <a:p xmlns:a="http://schemas.openxmlformats.org/drawingml/2006/main">
            <a:r>
              <a:t/>
            </a:r>
          </a:p>
          <a:p xmlns:a="http://schemas.openxmlformats.org/drawingml/2006/main">
            <a:r>
              <a:t>**오류 해결:** True/False를 외우기보다 ‘왼쪽 값이 오른쪽 기준보다 큰가?’라는 질문을 실제 숫자로 다시 읽습니다.</a:t>
            </a:r>
          </a:p>
          <a:p xmlns:a="http://schemas.openxmlformats.org/drawingml/2006/main">
            <a:r>
              <a:t/>
            </a:r>
          </a:p>
          <a:p xmlns:a="http://schemas.openxmlformats.org/drawingml/2006/main">
            <a:r>
              <a:t>## A11 · if와 else로 출력 선택하기</a:t>
            </a:r>
          </a:p>
          <a:p xmlns:a="http://schemas.openxmlformats.org/drawingml/2006/main">
            <a:r>
              <a:t/>
            </a:r>
          </a:p>
          <a:p xmlns:a="http://schemas.openxmlformats.org/drawingml/2006/main">
            <a:r>
              <a:t>**목적:**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[A11_example.py](examples/course/code/A11_example.py)</a:t>
            </a:r>
          </a:p>
          <a:p xmlns:a="http://schemas.openxmlformats.org/drawingml/2006/main">
            <a:r>
              <a:t>- [A11_notes.md](examples/course/work/A11_notes.md)</a:t>
            </a:r>
          </a:p>
          <a:p xmlns:a="http://schemas.openxmlformats.org/drawingml/2006/main">
            <a:r>
              <a:t>- [A11_example.py](examples/course/work/A11_example.py)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방법:** print("완료")를 들여쓰기 없이 맨 아래에 넣으면 언제 실행될까요?</a:t>
            </a:r>
          </a:p>
          <a:p xmlns:a="http://schemas.openxmlformats.org/drawingml/2006/main">
            <a:r>
              <a:t/>
            </a:r>
          </a:p>
          <a:p xmlns:a="http://schemas.openxmlformats.org/drawingml/2006/main">
            <a:r>
              <a:t>**오류 해결:**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 A12 · 미측정과 경계값의 세 갈래</a:t>
            </a:r>
          </a:p>
          <a:p xmlns:a="http://schemas.openxmlformats.org/drawingml/2006/main">
            <a:r>
              <a:t/>
            </a:r>
          </a:p>
          <a:p xmlns:a="http://schemas.openxmlformats.org/drawingml/2006/main">
            <a:r>
              <a:t>**목적:**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방법:** None에 직접 &gt; 24.0을 적용하면 어떻게 될까요?</a:t>
            </a:r>
          </a:p>
          <a:p xmlns:a="http://schemas.openxmlformats.org/drawingml/2006/main">
            <a:r>
              <a:t/>
            </a:r>
          </a:p>
          <a:p xmlns:a="http://schemas.openxmlformats.org/drawingml/2006/main">
            <a:r>
              <a:t>**오류 해결:** None을 "None"이라는 문자열로 바꾸지 않습니다. 따옴표가 붙으면 다른 값입니다.</a:t>
            </a:r>
          </a:p>
          <a:p xmlns:a="http://schemas.openxmlformats.org/drawingml/2006/main">
            <a:r>
              <a:t/>
            </a:r>
          </a:p>
          <a:p xmlns:a="http://schemas.openxmlformats.org/drawingml/2006/main">
            <a:r>
              <a:t>## A13 · 리스트와 위치로 여러 값 담기</a:t>
            </a:r>
          </a:p>
          <a:p xmlns:a="http://schemas.openxmlformats.org/drawingml/2006/main">
            <a:r>
              <a:t/>
            </a:r>
          </a:p>
          <a:p xmlns:a="http://schemas.openxmlformats.org/drawingml/2006/main">
            <a:r>
              <a:t>**목적:**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방법:** 값 하나를 수정하는 것과 append로 추가하는 것은 개수에 어떤 차이가 있나요?</a:t>
            </a:r>
          </a:p>
          <a:p xmlns:a="http://schemas.openxmlformats.org/drawingml/2006/main">
            <a:r>
              <a:t/>
            </a:r>
          </a:p>
          <a:p xmlns:a="http://schemas.openxmlformats.org/drawingml/2006/main">
            <a:r>
              <a:t>**오류 해결:**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 A14 · for로 목록을 한 항목씩 읽기</a:t>
            </a:r>
          </a:p>
          <a:p xmlns:a="http://schemas.openxmlformats.org/drawingml/2006/main">
            <a:r>
              <a:t/>
            </a:r>
          </a:p>
          <a:p xmlns:a="http://schemas.openxmlformats.org/drawingml/2006/main">
            <a:r>
              <a:t>**목적:**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[A14_example.py](examples/course/code/A14_example.py)</a:t>
            </a:r>
          </a:p>
          <a:p xmlns:a="http://schemas.openxmlformats.org/drawingml/2006/main">
            <a:r>
              <a:t>- [A14_notes.md](examples/course/work/A14_notes.md)</a:t>
            </a:r>
          </a:p>
          <a:p xmlns:a="http://schemas.openxmlformats.org/drawingml/2006/main">
            <a:r>
              <a:t>- [A14_example.py](examples/course/work/A14_example.py)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들여쓰기를 근거로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방법:** 완료 출력도 네 칸 들여쓰면 무엇이 바뀔까요?</a:t>
            </a:r>
          </a:p>
          <a:p xmlns:a="http://schemas.openxmlformats.org/drawingml/2006/main">
            <a:r>
              <a:t/>
            </a:r>
          </a:p>
          <a:p xmlns:a="http://schemas.openxmlformats.org/drawingml/2006/main">
            <a:r>
              <a:t>**오류 해결:** 출력 횟수가 다르면 들여쓰기 범위를 먼저 확인합니다. 코드 줄 수와 실행 횟수는 다를 수 있습니다.</a:t>
            </a:r>
          </a:p>
          <a:p xmlns:a="http://schemas.openxmlformats.org/drawingml/2006/main">
            <a:r>
              <a:t/>
            </a:r>
          </a:p>
          <a:p xmlns:a="http://schemas.openxmlformats.org/drawingml/2006/main">
            <a:r>
              <a:t>## A15 · 반복 안에서 조건 확인과 개수 세기</a:t>
            </a:r>
          </a:p>
          <a:p xmlns:a="http://schemas.openxmlformats.org/drawingml/2006/main">
            <a:r>
              <a:t/>
            </a:r>
          </a:p>
          <a:p xmlns:a="http://schemas.openxmlformats.org/drawingml/2006/main">
            <a:r>
              <a:t>**목적:**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[A15_example.py](examples/course/code/A15_example.py)</a:t>
            </a:r>
          </a:p>
          <a:p xmlns:a="http://schemas.openxmlformats.org/drawingml/2006/main">
            <a:r>
              <a:t>- [A15_notes.md](examples/course/work/A15_notes.md)</a:t>
            </a:r>
          </a:p>
          <a:p xmlns:a="http://schemas.openxmlformats.org/drawingml/2006/main">
            <a:r>
              <a:t>- [A15_example.py](examples/course/work/A15_example.py)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방법:** 한 번의 print인데 세 항목을 검사할 수 있는 이유는 무엇인가요?</a:t>
            </a:r>
          </a:p>
          <a:p xmlns:a="http://schemas.openxmlformats.org/drawingml/2006/main">
            <a:r>
              <a:t/>
            </a:r>
          </a:p>
          <a:p xmlns:a="http://schemas.openxmlformats.org/drawingml/2006/main">
            <a:r>
              <a:t>**오류 해결:** 건수가 항상 0 또는 1이면 초기화 위치와 누적 줄의 들여쓰기를 확인합니다.</a:t>
            </a:r>
          </a:p>
          <a:p xmlns:a="http://schemas.openxmlformats.org/drawingml/2006/main">
            <a:r>
              <a:t/>
            </a:r>
          </a:p>
          <a:p xmlns:a="http://schemas.openxmlformats.org/drawingml/2006/main">
            <a:r>
              <a:t>## A16 · 관찰 한 건과 점검표 구조</a:t>
            </a:r>
          </a:p>
          <a:p xmlns:a="http://schemas.openxmlformats.org/drawingml/2006/main">
            <a:r>
              <a:t/>
            </a:r>
          </a:p>
          <a:p xmlns:a="http://schemas.openxmlformats.org/drawingml/2006/main">
            <a:r>
              <a:t>**목적:**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[A16_example.py](examples/course/code/A16_example.py)</a:t>
            </a:r>
          </a:p>
          <a:p xmlns:a="http://schemas.openxmlformats.org/drawingml/2006/main">
            <a:r>
              <a:t>- [A16_notes.md](examples/course/work/A16_notes.md)</a:t>
            </a:r>
          </a:p>
          <a:p xmlns:a="http://schemas.openxmlformats.org/drawingml/2006/main">
            <a:r>
              <a:t>- [A16_example.py](examples/course/work/A16_example.py)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방법:** 딕셔너리 키 temperature_c를 오타로 읽으면 무엇부터 확인하나요?</a:t>
            </a:r>
          </a:p>
          <a:p xmlns:a="http://schemas.openxmlformats.org/drawingml/2006/main">
            <a:r>
              <a:t/>
            </a:r>
          </a:p>
          <a:p xmlns:a="http://schemas.openxmlformats.org/drawingml/2006/main">
            <a:r>
              <a:t>**오류 해결:** 괄호 짝을 찾기 어렵다면 먼저 리스트 외곽, 다음 각 딕셔너리 외곽을 따로 표시합니다.</a:t>
            </a:r>
          </a:p>
          <a:p xmlns:a="http://schemas.openxmlformats.org/drawingml/2006/main">
            <a:r>
              <a:t/>
            </a:r>
          </a:p>
          <a:p xmlns:a="http://schemas.openxmlformats.org/drawingml/2006/main">
            <a:r>
              <a:t>## A17 · 수업용 센서 요약 완성 예제</a:t>
            </a:r>
          </a:p>
          <a:p xmlns:a="http://schemas.openxmlformats.org/drawingml/2006/main">
            <a:r>
              <a:t/>
            </a:r>
          </a:p>
          <a:p xmlns:a="http://schemas.openxmlformats.org/drawingml/2006/main">
            <a:r>
              <a:t>**목적:**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[A17_sensor_summary.py](examples/course/code/A17_sensor_summary.py)</a:t>
            </a:r>
          </a:p>
          <a:p xmlns:a="http://schemas.openxmlformats.org/drawingml/2006/main">
            <a:r>
              <a:t>- [A17_notes.md](examples/course/work/A17_notes.md)</a:t>
            </a:r>
          </a:p>
          <a:p xmlns:a="http://schemas.openxmlformats.org/drawingml/2006/main">
            <a:r>
              <a:t>- [A17_sensor_summary.py](examples/course/work/A17_sensor_summary.py)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방법:** 기준만 바꿨는데 미측정 상태가 달라진다면 무엇을 점검해야 할까요?</a:t>
            </a:r>
          </a:p>
          <a:p xmlns:a="http://schemas.openxmlformats.org/drawingml/2006/main">
            <a:r>
              <a:t/>
            </a:r>
          </a:p>
          <a:p xmlns:a="http://schemas.openxmlformats.org/drawingml/2006/main">
            <a:r>
              <a:t>**오류 해결:**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 A18 · 새 입력 검수와 실행 인계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[A18_final.py](examples/course/work/A18_final.py)</a:t>
            </a:r>
          </a:p>
          <a:p xmlns:a="http://schemas.openxmlformats.org/drawingml/2006/main">
            <a:r>
              <a:t/>
            </a:r>
          </a:p>
          <a:p xmlns:a="http://schemas.openxmlformats.org/drawingml/2006/main">
            <a:r>
              <a:t>**목적:**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방법:** 내일 파일에서 읽은 "24.0"을 그대로 이 코드에 넣으면 무엇이 추가로 필요할까요?</a:t>
            </a:r>
          </a:p>
          <a:p xmlns:a="http://schemas.openxmlformats.org/drawingml/2006/main">
            <a:r>
              <a:t/>
            </a:r>
          </a:p>
          <a:p xmlns:a="http://schemas.openxmlformats.org/drawingml/2006/main">
            <a:r>
              <a:t>**오류 해결:** 새 파일이 실행되지 않으면 먼저 원본 A17을 실행해 실행 환경과 새 수정의 문제를 나눕니다. 원본까지 실패하면 환경 단서부터 확인합니다.</a:t>
            </a:r>
          </a:p>
          <a:p xmlns:a="http://schemas.openxmlformats.org/drawingml/2006/main">
            <a:r>
              <a:t/>
            </a:r>
          </a:p>
          <a:p xmlns:a="http://schemas.openxmlformats.org/drawingml/2006/main">
            <a:r>
              <a:t/>
            </a:r>
          </a:p>
          <a:p xmlns:a="http://schemas.openxmlformats.org/drawingml/2006/main">
            <a:r>
              <a:t>자료 위치: D:\KDigital_PhysicalAI\outputs\2026-10-14\practice-guide.md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47f8bdd21a48c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2f56131cff4add" /><Relationship Type="http://schemas.openxmlformats.org/officeDocument/2006/relationships/slideLayout" Target="/ppt/slideLayouts/slideLayout1.xml" Id="R89563683854e41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563683854e41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79706e16d074373" /><Relationship Type="http://schemas.openxmlformats.org/officeDocument/2006/relationships/notesSlide" Target="/ppt/notesSlides/notesSlide1.xml" Id="R517ae84378a149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5b1f2f346b44cd" /><Relationship Type="http://schemas.openxmlformats.org/officeDocument/2006/relationships/notesSlide" Target="/ppt/notesSlides/notesSlide2.xml" Id="Ra1e4f5f0d7e34b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9d68736bed64b70" /><Relationship Type="http://schemas.openxmlformats.org/officeDocument/2006/relationships/notesSlide" Target="/ppt/notesSlides/notesSlide3.xml" Id="R7dfeebf5298848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02cb866ad6e4238" /><Relationship Type="http://schemas.openxmlformats.org/officeDocument/2006/relationships/notesSlide" Target="/ppt/notesSlides/notesSlide4.xml" Id="R596f9c92b1594f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867faf04e24bfa" /><Relationship Type="http://schemas.openxmlformats.org/officeDocument/2006/relationships/notesSlide" Target="/ppt/notesSlides/notesSlide5.xml" Id="R7de8a30a5b804f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b809a9ee30042a2" /><Relationship Type="http://schemas.openxmlformats.org/officeDocument/2006/relationships/notesSlide" Target="/ppt/notesSlides/notesSlide6.xml" Id="Rce797c5c788748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8d667275d0a4256" /><Relationship Type="http://schemas.openxmlformats.org/officeDocument/2006/relationships/notesSlide" Target="/ppt/notesSlides/notesSlide7.xml" Id="Rc6390fe40f0b40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e69d842a70497e" /><Relationship Type="http://schemas.openxmlformats.org/officeDocument/2006/relationships/notesSlide" Target="/ppt/notesSlides/notesSlide8.xml" Id="Rae3cc98db8ee4d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732a1c0afba4510" /><Relationship Type="http://schemas.openxmlformats.org/officeDocument/2006/relationships/notesSlide" Target="/ppt/notesSlides/notesSlide9.xml" Id="Rc3940678b4b94f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94e5de70e74d86" /><Relationship Type="http://schemas.openxmlformats.org/officeDocument/2006/relationships/notesSlide" Target="/ppt/notesSlides/notesSlide10.xml" Id="R70eb3873a1d347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c1f4af1ec6d412b" /><Relationship Type="http://schemas.openxmlformats.org/officeDocument/2006/relationships/notesSlide" Target="/ppt/notesSlides/notesSlide11.xml" Id="R4b840b5bdc4f40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8441b7a46f0450d" /><Relationship Type="http://schemas.openxmlformats.org/officeDocument/2006/relationships/notesSlide" Target="/ppt/notesSlides/notesSlide12.xml" Id="R36f24105530b46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5cb94e5029148ce" /><Relationship Type="http://schemas.openxmlformats.org/officeDocument/2006/relationships/notesSlide" Target="/ppt/notesSlides/notesSlide13.xml" Id="Rfeb5ef4e8ba241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71a9e4ec8ac4015" /><Relationship Type="http://schemas.openxmlformats.org/officeDocument/2006/relationships/notesSlide" Target="/ppt/notesSlides/notesSlide14.xml" Id="R882791b51ab647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8aa588db6b6454b" /><Relationship Type="http://schemas.openxmlformats.org/officeDocument/2006/relationships/notesSlide" Target="/ppt/notesSlides/notesSlide15.xml" Id="R0b35c762eb5c4a0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196e8f4521a4be0" /><Relationship Type="http://schemas.openxmlformats.org/officeDocument/2006/relationships/notesSlide" Target="/ppt/notesSlides/notesSlide16.xml" Id="Rf188568d6c824e9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825408eb679486e" /><Relationship Type="http://schemas.openxmlformats.org/officeDocument/2006/relationships/notesSlide" Target="/ppt/notesSlides/notesSlide17.xml" Id="R33457cc0e9dd45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7367450d3724741" /><Relationship Type="http://schemas.openxmlformats.org/officeDocument/2006/relationships/notesSlide" Target="/ppt/notesSlides/notesSlide18.xml" Id="R5977c6f332984a0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3829124a0474384" /><Relationship Type="http://schemas.openxmlformats.org/officeDocument/2006/relationships/notesSlide" Target="/ppt/notesSlides/notesSlide19.xml" Id="Rfc7127d1e2ee44e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d40b701bf96499d" /><Relationship Type="http://schemas.openxmlformats.org/officeDocument/2006/relationships/notesSlide" Target="/ppt/notesSlides/notesSlide20.xml" Id="Rbd45c41c1a6e432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f9f0621d72d4036" /><Relationship Type="http://schemas.openxmlformats.org/officeDocument/2006/relationships/notesSlide" Target="/ppt/notesSlides/notesSlide21.xml" Id="R98eb2ba240274f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6a72a9d517a4a2e" /><Relationship Type="http://schemas.openxmlformats.org/officeDocument/2006/relationships/notesSlide" Target="/ppt/notesSlides/notesSlide22.xml" Id="R166b99cebb6d4cb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6dfac031c1a49b3" /><Relationship Type="http://schemas.openxmlformats.org/officeDocument/2006/relationships/notesSlide" Target="/ppt/notesSlides/notesSlide23.xml" Id="Raf690990034647d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40a23cd14e44609" /><Relationship Type="http://schemas.openxmlformats.org/officeDocument/2006/relationships/notesSlide" Target="/ppt/notesSlides/notesSlide24.xml" Id="R865da827d18a46c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20116ecbd884fd0" /><Relationship Type="http://schemas.openxmlformats.org/officeDocument/2006/relationships/notesSlide" Target="/ppt/notesSlides/notesSlide25.xml" Id="R0cabfff80776478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e26abad7bcc4b32" /><Relationship Type="http://schemas.openxmlformats.org/officeDocument/2006/relationships/notesSlide" Target="/ppt/notesSlides/notesSlide26.xml" Id="R26f76b425be1459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3a0deb5e9d74216" /><Relationship Type="http://schemas.openxmlformats.org/officeDocument/2006/relationships/notesSlide" Target="/ppt/notesSlides/notesSlide27.xml" Id="R3958575bd18343c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4aecf3910a54d53" /><Relationship Type="http://schemas.openxmlformats.org/officeDocument/2006/relationships/notesSlide" Target="/ppt/notesSlides/notesSlide28.xml" Id="R1c966dd3eacd4af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9f4e9c61b844bd2" /><Relationship Type="http://schemas.openxmlformats.org/officeDocument/2006/relationships/notesSlide" Target="/ppt/notesSlides/notesSlide29.xml" Id="R0e82e6fbf397411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a6dab99c8df4965" /><Relationship Type="http://schemas.openxmlformats.org/officeDocument/2006/relationships/notesSlide" Target="/ppt/notesSlides/notesSlide30.xml" Id="R56c66b19546d4d0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c6533f8e11749ac" /><Relationship Type="http://schemas.openxmlformats.org/officeDocument/2006/relationships/notesSlide" Target="/ppt/notesSlides/notesSlide31.xml" Id="Ra4845a67bb8448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038af386fb64211" /><Relationship Type="http://schemas.openxmlformats.org/officeDocument/2006/relationships/notesSlide" Target="/ppt/notesSlides/notesSlide32.xml" Id="R58d56c0aab7f499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1f34fbf4fda42fa" /><Relationship Type="http://schemas.openxmlformats.org/officeDocument/2006/relationships/notesSlide" Target="/ppt/notesSlides/notesSlide33.xml" Id="R32e2e2e6bff2481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76dd5615fef4a26" /><Relationship Type="http://schemas.openxmlformats.org/officeDocument/2006/relationships/notesSlide" Target="/ppt/notesSlides/notesSlide34.xml" Id="Rc7bcee72e90d411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73d189bb7e64939" /><Relationship Type="http://schemas.openxmlformats.org/officeDocument/2006/relationships/notesSlide" Target="/ppt/notesSlides/notesSlide35.xml" Id="R2042b9bb1d55453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fd5a55d93903420f" /><Relationship Type="http://schemas.openxmlformats.org/officeDocument/2006/relationships/notesSlide" Target="/ppt/notesSlides/notesSlide36.xml" Id="R072ab00669f24d6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0543df80ce44692" /><Relationship Type="http://schemas.openxmlformats.org/officeDocument/2006/relationships/notesSlide" Target="/ppt/notesSlides/notesSlide37.xml" Id="Ra8254f9662c04a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859ebbe934d40c9" /><Relationship Type="http://schemas.openxmlformats.org/officeDocument/2006/relationships/notesSlide" Target="/ppt/notesSlides/notesSlide38.xml" Id="R65e2176a74af4d1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3cb24cee72274f07" /><Relationship Type="http://schemas.openxmlformats.org/officeDocument/2006/relationships/notesSlide" Target="/ppt/notesSlides/notesSlide39.xml" Id="R23315f999b5244f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f71117dc8ec42b4" /><Relationship Type="http://schemas.openxmlformats.org/officeDocument/2006/relationships/notesSlide" Target="/ppt/notesSlides/notesSlide40.xml" Id="Rec00181807fc404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b667333b1554624" /><Relationship Type="http://schemas.openxmlformats.org/officeDocument/2006/relationships/notesSlide" Target="/ppt/notesSlides/notesSlide41.xml" Id="R06e6d4173f42496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7f3aa91ecc8648d0" /><Relationship Type="http://schemas.openxmlformats.org/officeDocument/2006/relationships/notesSlide" Target="/ppt/notesSlides/notesSlide42.xml" Id="R37cb8d2be105422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75cb9d7829c4a04" /><Relationship Type="http://schemas.openxmlformats.org/officeDocument/2006/relationships/notesSlide" Target="/ppt/notesSlides/notesSlide43.xml" Id="R78e3be02980c4b5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e19d451bf7e4c4f" /><Relationship Type="http://schemas.openxmlformats.org/officeDocument/2006/relationships/notesSlide" Target="/ppt/notesSlides/notesSlide44.xml" Id="Re5dc558b52da4e1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ee7516213654b12" /><Relationship Type="http://schemas.openxmlformats.org/officeDocument/2006/relationships/notesSlide" Target="/ppt/notesSlides/notesSlide45.xml" Id="Rf21c5759ac00487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d6e058f87924484" /><Relationship Type="http://schemas.openxmlformats.org/officeDocument/2006/relationships/notesSlide" Target="/ppt/notesSlides/notesSlide46.xml" Id="Ra83c0a527733416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965a0d560574ce0" /><Relationship Type="http://schemas.openxmlformats.org/officeDocument/2006/relationships/notesSlide" Target="/ppt/notesSlides/notesSlide47.xml" Id="R0eed26ce1c804ce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f492acc61764618" /><Relationship Type="http://schemas.openxmlformats.org/officeDocument/2006/relationships/notesSlide" Target="/ppt/notesSlides/notesSlide48.xml" Id="R990b767ae1e14c8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05431a6fe914d34" /><Relationship Type="http://schemas.openxmlformats.org/officeDocument/2006/relationships/notesSlide" Target="/ppt/notesSlides/notesSlide49.xml" Id="R10ac6e42b852416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ace2fc383154171" /><Relationship Type="http://schemas.openxmlformats.org/officeDocument/2006/relationships/notesSlide" Target="/ppt/notesSlides/notesSlide50.xml" Id="Rf5f10332729a430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b9e96c6bfefc4cef" /><Relationship Type="http://schemas.openxmlformats.org/officeDocument/2006/relationships/notesSlide" Target="/ppt/notesSlides/notesSlide51.xml" Id="Re6c8486b9f68412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9e927ce570148f7" /><Relationship Type="http://schemas.openxmlformats.org/officeDocument/2006/relationships/notesSlide" Target="/ppt/notesSlides/notesSlide52.xml" Id="Re5e81a8697624f8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66e5c4eca6d47d0" /><Relationship Type="http://schemas.openxmlformats.org/officeDocument/2006/relationships/notesSlide" Target="/ppt/notesSlides/notesSlide53.xml" Id="Rc44fd87afbc94da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d9f5518358f4263" /><Relationship Type="http://schemas.openxmlformats.org/officeDocument/2006/relationships/notesSlide" Target="/ppt/notesSlides/notesSlide54.xml" Id="R9cde73b31c094dd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a93f57591e94387" /><Relationship Type="http://schemas.openxmlformats.org/officeDocument/2006/relationships/notesSlide" Target="/ppt/notesSlides/notesSlide55.xml" Id="Rd26d7aaeb2ba4da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962dd12af004601" /><Relationship Type="http://schemas.openxmlformats.org/officeDocument/2006/relationships/notesSlide" Target="/ppt/notesSlides/notesSlide56.xml" Id="Rd24942f2313444f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762ae0ac654b4e9e" /><Relationship Type="http://schemas.openxmlformats.org/officeDocument/2006/relationships/notesSlide" Target="/ppt/notesSlides/notesSlide57.xml" Id="R5ab4cdfe54a8428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ebd7256a0f2b4bae" /><Relationship Type="http://schemas.openxmlformats.org/officeDocument/2006/relationships/notesSlide" Target="/ppt/notesSlides/notesSlide58.xml" Id="Rcd8a7ee0a1194a6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914b22e060e4840" /><Relationship Type="http://schemas.openxmlformats.org/officeDocument/2006/relationships/notesSlide" Target="/ppt/notesSlides/notesSlide59.xml" Id="R07092918f871401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b9e6ef444de44073" /><Relationship Type="http://schemas.openxmlformats.org/officeDocument/2006/relationships/notesSlide" Target="/ppt/notesSlides/notesSlide60.xml" Id="R3003756177f940f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0e5a4f3b42154c9c" /><Relationship Type="http://schemas.openxmlformats.org/officeDocument/2006/relationships/notesSlide" Target="/ppt/notesSlides/notesSlide61.xml" Id="R8f0efcce4d5e460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b234861b40204e72" /><Relationship Type="http://schemas.openxmlformats.org/officeDocument/2006/relationships/notesSlide" Target="/ppt/notesSlides/notesSlide62.xml" Id="R20dd2fe499ca493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88285a25c7b4e86" /><Relationship Type="http://schemas.openxmlformats.org/officeDocument/2006/relationships/notesSlide" Target="/ppt/notesSlides/notesSlide63.xml" Id="R8115baab051a442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ebc1fb7f96b4dd8" /><Relationship Type="http://schemas.openxmlformats.org/officeDocument/2006/relationships/notesSlide" Target="/ppt/notesSlides/notesSlide64.xml" Id="Rf5bd5b9f33d1478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7676de910c4d4649" /><Relationship Type="http://schemas.openxmlformats.org/officeDocument/2006/relationships/notesSlide" Target="/ppt/notesSlides/notesSlide65.xml" Id="R6d36576773a3493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1b134e949924748" /><Relationship Type="http://schemas.openxmlformats.org/officeDocument/2006/relationships/notesSlide" Target="/ppt/notesSlides/notesSlide66.xml" Id="Rd1f2dc0858494df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c0d1fcdc7549442a" /><Relationship Type="http://schemas.openxmlformats.org/officeDocument/2006/relationships/notesSlide" Target="/ppt/notesSlides/notesSlide67.xml" Id="Rafaabf8befb542b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b8da1855bf724d11" /><Relationship Type="http://schemas.openxmlformats.org/officeDocument/2006/relationships/notesSlide" Target="/ppt/notesSlides/notesSlide68.xml" Id="R0aa6e89bb3c5440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0f33a6bd0ea4ecb" /><Relationship Type="http://schemas.openxmlformats.org/officeDocument/2006/relationships/notesSlide" Target="/ppt/notesSlides/notesSlide69.xml" Id="R583785e4731e4a1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64d9d9955ee744d3" /><Relationship Type="http://schemas.openxmlformats.org/officeDocument/2006/relationships/notesSlide" Target="/ppt/notesSlides/notesSlide70.xml" Id="Rca97736595994ace"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2b98e20e1524ba4" /><Relationship Type="http://schemas.openxmlformats.org/officeDocument/2006/relationships/notesSlide" Target="/ppt/notesSlides/notesSlide71.xml" Id="Rd2bad1f035e84e3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9f5798b61f1045c7" /><Relationship Type="http://schemas.openxmlformats.org/officeDocument/2006/relationships/notesSlide" Target="/ppt/notesSlides/notesSlide72.xml" Id="Re1d4a089298e4b1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d71bf7bb70cb4c92" /><Relationship Type="http://schemas.openxmlformats.org/officeDocument/2006/relationships/notesSlide" Target="/ppt/notesSlides/notesSlide73.xml" Id="Rc37a5f3ad3ba437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fd5fa7d2f4f4401a" /><Relationship Type="http://schemas.openxmlformats.org/officeDocument/2006/relationships/notesSlide" Target="/ppt/notesSlides/notesSlide74.xml" Id="R83375874ecc54e3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3668c2afb6b5404e" /><Relationship Type="http://schemas.openxmlformats.org/officeDocument/2006/relationships/notesSlide" Target="/ppt/notesSlides/notesSlide75.xml" Id="R437fc89ee705476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252af4b4583647d3" /><Relationship Type="http://schemas.openxmlformats.org/officeDocument/2006/relationships/notesSlide" Target="/ppt/notesSlides/notesSlide76.xml" Id="Re0143cb421d3444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b969c176daa84e73" /><Relationship Type="http://schemas.openxmlformats.org/officeDocument/2006/relationships/notesSlide" Target="/ppt/notesSlides/notesSlide77.xml" Id="Rb419ee1500a44f7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7335fa533674735" /><Relationship Type="http://schemas.openxmlformats.org/officeDocument/2006/relationships/notesSlide" Target="/ppt/notesSlides/notesSlide78.xml" Id="R9f9560b8854848e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90c7d0d6db74065" /><Relationship Type="http://schemas.openxmlformats.org/officeDocument/2006/relationships/notesSlide" Target="/ppt/notesSlides/notesSlide79.xml" Id="R3812bfdc95e44c2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5514c30d38642fa" /><Relationship Type="http://schemas.openxmlformats.org/officeDocument/2006/relationships/notesSlide" Target="/ppt/notesSlides/notesSlide80.xml" Id="R0baa5c35e979419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3c8a0ae3babf4627" /><Relationship Type="http://schemas.openxmlformats.org/officeDocument/2006/relationships/notesSlide" Target="/ppt/notesSlides/notesSlide81.xml" Id="R53a92948023a4b03"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f8d64a1c04174220" /><Relationship Type="http://schemas.openxmlformats.org/officeDocument/2006/relationships/notesSlide" Target="/ppt/notesSlides/notesSlide82.xml" Id="Re273c3e483494dc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2889e863bc745a3" /><Relationship Type="http://schemas.openxmlformats.org/officeDocument/2006/relationships/notesSlide" Target="/ppt/notesSlides/notesSlide83.xml" Id="Red6da85a7b0641a2"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d4299469a1084cb7" /><Relationship Type="http://schemas.openxmlformats.org/officeDocument/2006/relationships/notesSlide" Target="/ppt/notesSlides/notesSlide84.xml" Id="Raf20038e6d5d469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73e78def533342eb" /><Relationship Type="http://schemas.openxmlformats.org/officeDocument/2006/relationships/notesSlide" Target="/ppt/notesSlides/notesSlide85.xml" Id="R2c413118f891485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eab240a8ab874ede" /><Relationship Type="http://schemas.openxmlformats.org/officeDocument/2006/relationships/notesSlide" Target="/ppt/notesSlides/notesSlide86.xml" Id="R667f91bf823749b7"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b9454c6d62df4dd8" /><Relationship Type="http://schemas.openxmlformats.org/officeDocument/2006/relationships/notesSlide" Target="/ppt/notesSlides/notesSlide87.xml" Id="R571b2561a82a47b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42e48f532604901" /><Relationship Type="http://schemas.openxmlformats.org/officeDocument/2006/relationships/notesSlide" Target="/ppt/notesSlides/notesSlide88.xml" Id="R79fb64d98588441a"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0590030a765c4981" /><Relationship Type="http://schemas.openxmlformats.org/officeDocument/2006/relationships/notesSlide" Target="/ppt/notesSlides/notesSlide89.xml" Id="Ra6b2b113c0dd491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139349041d9494b" /><Relationship Type="http://schemas.openxmlformats.org/officeDocument/2006/relationships/notesSlide" Target="/ppt/notesSlides/notesSlide90.xml" Id="R0f5f8c031bd94d9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e0f6fcc5b01c4d7a" /><Relationship Type="http://schemas.openxmlformats.org/officeDocument/2006/relationships/notesSlide" Target="/ppt/notesSlides/notesSlide91.xml" Id="Rd6debb33f4b94c62"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06b590949ed44bdc" /><Relationship Type="http://schemas.openxmlformats.org/officeDocument/2006/relationships/notesSlide" Target="/ppt/notesSlides/notesSlide92.xml" Id="Rf77931e21ab14b49"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cc01fd48e6ee4c8c" /><Relationship Type="http://schemas.openxmlformats.org/officeDocument/2006/relationships/notesSlide" Target="/ppt/notesSlides/notesSlide93.xml" Id="Rba0c3df65d2d43f0"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a82c3ad8df0c4f4f" /><Relationship Type="http://schemas.openxmlformats.org/officeDocument/2006/relationships/notesSlide" Target="/ppt/notesSlides/notesSlide94.xml" Id="Rdad68caa65054ac7"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c13fbb2898e84386" /><Relationship Type="http://schemas.openxmlformats.org/officeDocument/2006/relationships/notesSlide" Target="/ppt/notesSlides/notesSlide95.xml" Id="R1bc53e24981f41ea"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50aef4fb40304641" /><Relationship Type="http://schemas.openxmlformats.org/officeDocument/2006/relationships/notesSlide" Target="/ppt/notesSlides/notesSlide96.xml" Id="Re2f643e5686e4df2"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f17307d601464e37" /><Relationship Type="http://schemas.openxmlformats.org/officeDocument/2006/relationships/notesSlide" Target="/ppt/notesSlides/notesSlide97.xml" Id="R88af6eaac4f841eb"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0b160db51f314850" /><Relationship Type="http://schemas.openxmlformats.org/officeDocument/2006/relationships/notesSlide" Target="/ppt/notesSlides/notesSlide98.xml" Id="Rc479817f61934790"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c289568925294a2b" /><Relationship Type="http://schemas.openxmlformats.org/officeDocument/2006/relationships/notesSlide" Target="/ppt/notesSlides/notesSlide99.xml" Id="R6c40af290eab4238"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44C4022-713C-4086-BF3C-C82B1BEA369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4A394246-A4BE-4417-978F-C2C0F1D59646}"/>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Python 기초 · 값과 실행 흐름</a:t>
            </a:r>
          </a:p>
        </p:txBody>
      </p:sp>
      <p:sp>
        <p:nvSpPr>
          <p:cNvPr id="3" name="">
            <a:extLst xmlns:a="http://schemas.openxmlformats.org/drawingml/2006/main">
              <a:ext uri="{FF2B5EF4-FFF2-40B4-BE49-F238E27FC236}">
                <a16:creationId xmlns:a16="http://schemas.microsoft.com/office/drawing/2014/main" id="{54585103-8238-473A-8E21-6F64016E65EC}"/>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2026-10-14</a:t>
            </a:r>
          </a:p>
        </p:txBody>
      </p:sp>
      <p:sp>
        <p:nvSpPr>
          <p:cNvPr id="4" name="">
            <a:extLst xmlns:a="http://schemas.openxmlformats.org/drawingml/2006/main">
              <a:ext uri="{FF2B5EF4-FFF2-40B4-BE49-F238E27FC236}">
                <a16:creationId xmlns:a16="http://schemas.microsoft.com/office/drawing/2014/main" id="{B5FC589D-003B-4246-8F74-26A9D3CE94C5}"/>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처음 배우는 사람을 위한 실무 수업</a:t>
            </a:r>
          </a:p>
        </p:txBody>
      </p:sp>
      <p:sp>
        <p:nvSpPr>
          <p:cNvPr id="5" name="">
            <a:extLst xmlns:a="http://schemas.openxmlformats.org/drawingml/2006/main">
              <a:ext uri="{FF2B5EF4-FFF2-40B4-BE49-F238E27FC236}">
                <a16:creationId xmlns:a16="http://schemas.microsoft.com/office/drawing/2014/main" id="{B256F739-0D3F-456E-A104-B0CCF77FB34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326680526"/>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EBB813-53C2-47AB-92DA-1D982918112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1534F620-42EC-425E-99E4-8397EDC1BA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하루 수업의 약속</a:t>
            </a:r>
          </a:p>
        </p:txBody>
      </p:sp>
      <p:sp>
        <p:nvSpPr>
          <p:cNvPr id="3" name="">
            <a:extLst xmlns:a="http://schemas.openxmlformats.org/drawingml/2006/main">
              <a:ext uri="{FF2B5EF4-FFF2-40B4-BE49-F238E27FC236}">
                <a16:creationId xmlns:a16="http://schemas.microsoft.com/office/drawing/2014/main" id="{AD1C9BFD-C3FB-4DB8-8425-7A46DE7EA0C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10:00~17:00 · 50분씩 6교시</a:t>
            </a:r>
          </a:p>
        </p:txBody>
      </p:sp>
      <p:sp>
        <p:nvSpPr>
          <p:cNvPr id="4" name="">
            <a:extLst xmlns:a="http://schemas.openxmlformats.org/drawingml/2006/main">
              <a:ext uri="{FF2B5EF4-FFF2-40B4-BE49-F238E27FC236}">
                <a16:creationId xmlns:a16="http://schemas.microsoft.com/office/drawing/2014/main" id="{D127AAB8-DF12-4797-A060-4809C88F86B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 · 13:00 복귀</a:t>
            </a:r>
          </a:p>
        </p:txBody>
      </p:sp>
      <p:sp>
        <p:nvSpPr>
          <p:cNvPr id="5" name="">
            <a:extLst xmlns:a="http://schemas.openxmlformats.org/drawingml/2006/main">
              <a:ext uri="{FF2B5EF4-FFF2-40B4-BE49-F238E27FC236}">
                <a16:creationId xmlns:a16="http://schemas.microsoft.com/office/drawing/2014/main" id="{A067A76D-8C87-40CA-B4A2-5467DC53744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사이 10분 휴식</a:t>
            </a:r>
          </a:p>
        </p:txBody>
      </p:sp>
      <p:sp>
        <p:nvSpPr>
          <p:cNvPr id="6" name="">
            <a:extLst xmlns:a="http://schemas.openxmlformats.org/drawingml/2006/main">
              <a:ext uri="{FF2B5EF4-FFF2-40B4-BE49-F238E27FC236}">
                <a16:creationId xmlns:a16="http://schemas.microsoft.com/office/drawing/2014/main" id="{3DC8E227-5DBB-41F0-B916-CD50F305523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마지막 10분은 저장 확인과 종료 준비입니다.</a:t>
            </a:r>
          </a:p>
        </p:txBody>
      </p:sp>
      <p:sp>
        <p:nvSpPr>
          <p:cNvPr id="7" name="">
            <a:extLst xmlns:a="http://schemas.openxmlformats.org/drawingml/2006/main">
              <a:ext uri="{FF2B5EF4-FFF2-40B4-BE49-F238E27FC236}">
                <a16:creationId xmlns:a16="http://schemas.microsoft.com/office/drawing/2014/main" id="{BC1F0C9A-DA66-4F44-AF21-A31138CB43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230506218"/>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634B4F-E06A-451D-B923-A52ED56DE4B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C97CE67C-B1CC-4C25-A206-38BADF3CF0B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파일과 폴더부터</a:t>
            </a:r>
          </a:p>
        </p:txBody>
      </p:sp>
      <p:sp>
        <p:nvSpPr>
          <p:cNvPr id="3" name="">
            <a:extLst xmlns:a="http://schemas.openxmlformats.org/drawingml/2006/main">
              <a:ext uri="{FF2B5EF4-FFF2-40B4-BE49-F238E27FC236}">
                <a16:creationId xmlns:a16="http://schemas.microsoft.com/office/drawing/2014/main" id="{98B4AF56-9620-4AC0-AECE-FE8480A1864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파일은 저장한 문서나 코드 한 개입니다.</a:t>
            </a:r>
          </a:p>
        </p:txBody>
      </p:sp>
      <p:sp>
        <p:nvSpPr>
          <p:cNvPr id="4" name="">
            <a:extLst xmlns:a="http://schemas.openxmlformats.org/drawingml/2006/main">
              <a:ext uri="{FF2B5EF4-FFF2-40B4-BE49-F238E27FC236}">
                <a16:creationId xmlns:a16="http://schemas.microsoft.com/office/drawing/2014/main" id="{57D1D37F-C921-4F26-9BCB-1999D166864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폴더는 파일을 모아 둔 위치입니다.</a:t>
            </a:r>
          </a:p>
        </p:txBody>
      </p:sp>
      <p:sp>
        <p:nvSpPr>
          <p:cNvPr id="5" name="">
            <a:extLst xmlns:a="http://schemas.openxmlformats.org/drawingml/2006/main">
              <a:ext uri="{FF2B5EF4-FFF2-40B4-BE49-F238E27FC236}">
                <a16:creationId xmlns:a16="http://schemas.microsoft.com/office/drawing/2014/main" id="{E8EBA89B-AF7F-4B87-96F5-B8DEC047CDD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확장자는 이름 끝의 .csv, .json, .py입니다.</a:t>
            </a:r>
          </a:p>
        </p:txBody>
      </p:sp>
      <p:sp>
        <p:nvSpPr>
          <p:cNvPr id="6" name="">
            <a:extLst xmlns:a="http://schemas.openxmlformats.org/drawingml/2006/main">
              <a:ext uri="{FF2B5EF4-FFF2-40B4-BE49-F238E27FC236}">
                <a16:creationId xmlns:a16="http://schemas.microsoft.com/office/drawing/2014/main" id="{D61DF52C-31C7-41E9-A50F-4125EF93CDC2}"/>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원본은 보존하고 작업 복사본을 씁니다.</a:t>
            </a:r>
          </a:p>
        </p:txBody>
      </p:sp>
      <p:sp>
        <p:nvSpPr>
          <p:cNvPr id="7" name="">
            <a:extLst xmlns:a="http://schemas.openxmlformats.org/drawingml/2006/main">
              <a:ext uri="{FF2B5EF4-FFF2-40B4-BE49-F238E27FC236}">
                <a16:creationId xmlns:a16="http://schemas.microsoft.com/office/drawing/2014/main" id="{2813ADC1-4376-4B8D-9345-AFEB587E38A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2135438786"/>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E76A77-DE83-4431-9CFD-5EDB36E0005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170E9D3F-46D5-4F82-81F0-F8D0D40B195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막히면 같은 자료로 합류하기</a:t>
            </a:r>
          </a:p>
        </p:txBody>
      </p:sp>
      <p:sp>
        <p:nvSpPr>
          <p:cNvPr id="3" name="">
            <a:extLst xmlns:a="http://schemas.openxmlformats.org/drawingml/2006/main">
              <a:ext uri="{FF2B5EF4-FFF2-40B4-BE49-F238E27FC236}">
                <a16:creationId xmlns:a16="http://schemas.microsoft.com/office/drawing/2014/main" id="{94938439-CBC6-41D1-97E6-678A5A4837F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설치 문제와 개념 이해는 따로 기록합니다.</a:t>
            </a:r>
          </a:p>
        </p:txBody>
      </p:sp>
      <p:sp>
        <p:nvSpPr>
          <p:cNvPr id="4" name="">
            <a:extLst xmlns:a="http://schemas.openxmlformats.org/drawingml/2006/main">
              <a:ext uri="{FF2B5EF4-FFF2-40B4-BE49-F238E27FC236}">
                <a16:creationId xmlns:a16="http://schemas.microsoft.com/office/drawing/2014/main" id="{1EACB96D-3130-45E1-932F-99EB1C44D6C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실행이 어려우면 같은 입력을 손으로 추적합니다.</a:t>
            </a:r>
          </a:p>
        </p:txBody>
      </p:sp>
      <p:sp>
        <p:nvSpPr>
          <p:cNvPr id="5" name="">
            <a:extLst xmlns:a="http://schemas.openxmlformats.org/drawingml/2006/main">
              <a:ext uri="{FF2B5EF4-FFF2-40B4-BE49-F238E27FC236}">
                <a16:creationId xmlns:a16="http://schemas.microsoft.com/office/drawing/2014/main" id="{4001581E-A0EC-4FA3-9D64-E7A140CAA33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개인 실행과 강사 관찰을 구별합니다.</a:t>
            </a:r>
          </a:p>
        </p:txBody>
      </p:sp>
      <p:sp>
        <p:nvSpPr>
          <p:cNvPr id="6" name="">
            <a:extLst xmlns:a="http://schemas.openxmlformats.org/drawingml/2006/main">
              <a:ext uri="{FF2B5EF4-FFF2-40B4-BE49-F238E27FC236}">
                <a16:creationId xmlns:a16="http://schemas.microsoft.com/office/drawing/2014/main" id="{58DF1B85-13E6-4BDA-911A-8223B85F6B7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45747168"/>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D1B4509-9B1B-4F57-A80B-1C71145CCCF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3156BCA8-471F-4C30-9243-0105BB8AC05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배울 여섯 가지</a:t>
            </a:r>
          </a:p>
        </p:txBody>
      </p:sp>
      <p:sp>
        <p:nvSpPr>
          <p:cNvPr id="3" name="">
            <a:extLst xmlns:a="http://schemas.openxmlformats.org/drawingml/2006/main">
              <a:ext uri="{FF2B5EF4-FFF2-40B4-BE49-F238E27FC236}">
                <a16:creationId xmlns:a16="http://schemas.microsoft.com/office/drawing/2014/main" id="{48E52324-6C8F-491F-B6DA-DBF5380CAB0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 실행 → 변수 → 자료형과 연산</a:t>
            </a:r>
          </a:p>
        </p:txBody>
      </p:sp>
      <p:sp>
        <p:nvSpPr>
          <p:cNvPr id="4" name="">
            <a:extLst xmlns:a="http://schemas.openxmlformats.org/drawingml/2006/main">
              <a:ext uri="{FF2B5EF4-FFF2-40B4-BE49-F238E27FC236}">
                <a16:creationId xmlns:a16="http://schemas.microsoft.com/office/drawing/2014/main" id="{EF844505-6B9B-486B-A34D-B2E266941D0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비교와 조건 → 반복 → 작은 점검표</a:t>
            </a:r>
          </a:p>
        </p:txBody>
      </p:sp>
      <p:sp>
        <p:nvSpPr>
          <p:cNvPr id="5" name="">
            <a:extLst xmlns:a="http://schemas.openxmlformats.org/drawingml/2006/main">
              <a:ext uri="{FF2B5EF4-FFF2-40B4-BE49-F238E27FC236}">
                <a16:creationId xmlns:a16="http://schemas.microsoft.com/office/drawing/2014/main" id="{C6D69332-DDA5-40BD-A2AC-701AC8B21B0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05</a:t>
            </a:r>
          </a:p>
        </p:txBody>
      </p:sp>
    </p:spTree>
    <p:extLst>
      <p:ext uri="{BB962C8B-B14F-4D97-AF65-F5344CB8AC3E}">
        <p14:creationId xmlns:p14="http://schemas.microsoft.com/office/powerpoint/2010/main" val="2122462469"/>
      </p:ext>
    </p:extLst>
  </p:cSld>
</p:sld>
</file>

<file path=ppt/slides/slide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D90D47-07CB-4548-A879-34281C36026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E5A9471-7FD7-45B1-8873-39B66A4FB292}"/>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파일에서 출력까지</a:t>
            </a:r>
          </a:p>
        </p:txBody>
      </p:sp>
      <p:sp>
        <p:nvSpPr>
          <p:cNvPr id="3" name="">
            <a:extLst xmlns:a="http://schemas.openxmlformats.org/drawingml/2006/main">
              <a:ext uri="{FF2B5EF4-FFF2-40B4-BE49-F238E27FC236}">
                <a16:creationId xmlns:a16="http://schemas.microsoft.com/office/drawing/2014/main" id="{56D7AA77-3978-4724-973A-A732ADE38BE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7B5B6BCD-7092-4A4A-82A1-76D01C41B3BF}"/>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A01, A02, A03</a:t>
            </a:r>
          </a:p>
        </p:txBody>
      </p:sp>
      <p:sp>
        <p:nvSpPr>
          <p:cNvPr id="5" name="">
            <a:extLst xmlns:a="http://schemas.openxmlformats.org/drawingml/2006/main">
              <a:ext uri="{FF2B5EF4-FFF2-40B4-BE49-F238E27FC236}">
                <a16:creationId xmlns:a16="http://schemas.microsoft.com/office/drawing/2014/main" id="{24D985CE-E3F9-4787-B189-7D9DCD0C73A5}"/>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72F574A9-6368-4038-ACF6-801EEE45427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06</a:t>
            </a:r>
          </a:p>
        </p:txBody>
      </p:sp>
    </p:spTree>
    <p:extLst>
      <p:ext uri="{BB962C8B-B14F-4D97-AF65-F5344CB8AC3E}">
        <p14:creationId xmlns:p14="http://schemas.microsoft.com/office/powerpoint/2010/main" val="1565700930"/>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5CE02F-B8D5-493B-B15E-6EAA5C1C20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61402EC-6C68-4DB7-9A81-1797CF49D9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입력·처리·출력</a:t>
            </a:r>
          </a:p>
        </p:txBody>
      </p:sp>
      <p:sp>
        <p:nvSpPr>
          <p:cNvPr id="3" name="">
            <a:extLst xmlns:a="http://schemas.openxmlformats.org/drawingml/2006/main">
              <a:ext uri="{FF2B5EF4-FFF2-40B4-BE49-F238E27FC236}">
                <a16:creationId xmlns:a16="http://schemas.microsoft.com/office/drawing/2014/main" id="{D7AF9AC2-0400-4B4B-BB16-CB5525CFF5B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 일을 시작하기 전에 주어진 값</a:t>
            </a:r>
          </a:p>
        </p:txBody>
      </p:sp>
      <p:sp>
        <p:nvSpPr>
          <p:cNvPr id="4" name="">
            <a:extLst xmlns:a="http://schemas.openxmlformats.org/drawingml/2006/main">
              <a:ext uri="{FF2B5EF4-FFF2-40B4-BE49-F238E27FC236}">
                <a16:creationId xmlns:a16="http://schemas.microsoft.com/office/drawing/2014/main" id="{4B815CB8-21ED-437F-833F-B7BBEE3306E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처리: 정해진 규칙을 적용하는 순서</a:t>
            </a:r>
          </a:p>
        </p:txBody>
      </p:sp>
      <p:sp>
        <p:nvSpPr>
          <p:cNvPr id="5" name="">
            <a:extLst xmlns:a="http://schemas.openxmlformats.org/drawingml/2006/main">
              <a:ext uri="{FF2B5EF4-FFF2-40B4-BE49-F238E27FC236}">
                <a16:creationId xmlns:a16="http://schemas.microsoft.com/office/drawing/2014/main" id="{3B3D5FF6-E1EC-4A12-91E7-A93FE81DDA4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출력: 처리한 뒤 보여 주는 결과</a:t>
            </a:r>
          </a:p>
        </p:txBody>
      </p:sp>
      <p:sp>
        <p:nvSpPr>
          <p:cNvPr id="6" name="">
            <a:extLst xmlns:a="http://schemas.openxmlformats.org/drawingml/2006/main">
              <a:ext uri="{FF2B5EF4-FFF2-40B4-BE49-F238E27FC236}">
                <a16:creationId xmlns:a16="http://schemas.microsoft.com/office/drawing/2014/main" id="{2064F2DF-1869-4D6B-8CE0-94E166F74F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315050338"/>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A3EB80-BE02-46B2-AF3D-6C875019BC8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3CACC272-CB91-4978-AC0B-7F109766D0E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파일을 열기와 실행하기</a:t>
            </a:r>
          </a:p>
        </p:txBody>
      </p:sp>
      <p:sp>
        <p:nvSpPr>
          <p:cNvPr id="3" name="">
            <a:extLst xmlns:a="http://schemas.openxmlformats.org/drawingml/2006/main">
              <a:ext uri="{FF2B5EF4-FFF2-40B4-BE49-F238E27FC236}">
                <a16:creationId xmlns:a16="http://schemas.microsoft.com/office/drawing/2014/main" id="{5A7F91B4-0B1C-49B6-92E6-0234D4C7676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편집기는 코드 내용을 보여 줍니다.</a:t>
            </a:r>
          </a:p>
        </p:txBody>
      </p:sp>
      <p:sp>
        <p:nvSpPr>
          <p:cNvPr id="4" name="">
            <a:extLst xmlns:a="http://schemas.openxmlformats.org/drawingml/2006/main">
              <a:ext uri="{FF2B5EF4-FFF2-40B4-BE49-F238E27FC236}">
                <a16:creationId xmlns:a16="http://schemas.microsoft.com/office/drawing/2014/main" id="{96F0A574-1907-4134-AD31-2552576BC07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Python은 파일의 명령을 처리합니다.</a:t>
            </a:r>
          </a:p>
        </p:txBody>
      </p:sp>
      <p:sp>
        <p:nvSpPr>
          <p:cNvPr id="5" name="">
            <a:extLst xmlns:a="http://schemas.openxmlformats.org/drawingml/2006/main">
              <a:ext uri="{FF2B5EF4-FFF2-40B4-BE49-F238E27FC236}">
                <a16:creationId xmlns:a16="http://schemas.microsoft.com/office/drawing/2014/main" id="{2530C749-93E5-4C87-B9F1-58138BC0480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화면 출력은 코드 파일과 다릅니다.</a:t>
            </a:r>
          </a:p>
        </p:txBody>
      </p:sp>
      <p:sp>
        <p:nvSpPr>
          <p:cNvPr id="6" name="">
            <a:extLst xmlns:a="http://schemas.openxmlformats.org/drawingml/2006/main">
              <a:ext uri="{FF2B5EF4-FFF2-40B4-BE49-F238E27FC236}">
                <a16:creationId xmlns:a16="http://schemas.microsoft.com/office/drawing/2014/main" id="{C5822667-769C-4FB2-9948-2CA0759873F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1163723285"/>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38646C9-18E5-45D5-8279-8B29E3F0DCC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6B9949D-A561-479B-97BE-0FA84CBCF3A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첫 출력</a:t>
            </a:r>
          </a:p>
        </p:txBody>
      </p:sp>
      <p:sp>
        <p:nvSpPr>
          <p:cNvPr id="3" name="">
            <a:extLst xmlns:a="http://schemas.openxmlformats.org/drawingml/2006/main">
              <a:ext uri="{FF2B5EF4-FFF2-40B4-BE49-F238E27FC236}">
                <a16:creationId xmlns:a16="http://schemas.microsoft.com/office/drawing/2014/main" id="{07B9B167-BFF4-4AC8-BD82-90A6E12C7B5C}"/>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화면에 수업 시작을 표시합니다.</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print("Python 점검 시작")</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print("S01", 22.5)</a:t>
            </a:r>
          </a:p>
        </p:txBody>
      </p:sp>
      <p:sp>
        <p:nvSpPr>
          <p:cNvPr id="4" name="">
            <a:extLst xmlns:a="http://schemas.openxmlformats.org/drawingml/2006/main">
              <a:ext uri="{FF2B5EF4-FFF2-40B4-BE49-F238E27FC236}">
                <a16:creationId xmlns:a16="http://schemas.microsoft.com/office/drawing/2014/main" id="{E172B8FB-FD91-4724-B8B4-0636622F3B0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226165052"/>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A19F63-987A-4ACC-B8DC-FC5905E2BC2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C1F87BE-7D36-4DDD-82B2-7CF3B4FB219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첫 코드의 세 줄</a:t>
            </a:r>
          </a:p>
        </p:txBody>
      </p:sp>
      <p:sp>
        <p:nvSpPr>
          <p:cNvPr id="3" name="">
            <a:extLst xmlns:a="http://schemas.openxmlformats.org/drawingml/2006/main">
              <a:ext uri="{FF2B5EF4-FFF2-40B4-BE49-F238E27FC236}">
                <a16:creationId xmlns:a16="http://schemas.microsoft.com/office/drawing/2014/main" id="{8726124C-A68E-4148-AC7C-AC074FC14E4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#으로 시작한 줄은 주석입니다.</a:t>
            </a:r>
          </a:p>
        </p:txBody>
      </p:sp>
      <p:sp>
        <p:nvSpPr>
          <p:cNvPr id="4" name="">
            <a:extLst xmlns:a="http://schemas.openxmlformats.org/drawingml/2006/main">
              <a:ext uri="{FF2B5EF4-FFF2-40B4-BE49-F238E27FC236}">
                <a16:creationId xmlns:a16="http://schemas.microsoft.com/office/drawing/2014/main" id="{50EAB0CA-30D5-4900-A904-51D45EBB7F5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print는 괄호 안 값을 화면에 보여 줍니다.</a:t>
            </a:r>
          </a:p>
        </p:txBody>
      </p:sp>
      <p:sp>
        <p:nvSpPr>
          <p:cNvPr id="5" name="">
            <a:extLst xmlns:a="http://schemas.openxmlformats.org/drawingml/2006/main">
              <a:ext uri="{FF2B5EF4-FFF2-40B4-BE49-F238E27FC236}">
                <a16:creationId xmlns:a16="http://schemas.microsoft.com/office/drawing/2014/main" id="{02C46306-62E9-4DE2-826E-567DB54CCA5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큰따옴표 안 글자는 문자열입니다.</a:t>
            </a:r>
          </a:p>
        </p:txBody>
      </p:sp>
      <p:sp>
        <p:nvSpPr>
          <p:cNvPr id="6" name="">
            <a:extLst xmlns:a="http://schemas.openxmlformats.org/drawingml/2006/main">
              <a:ext uri="{FF2B5EF4-FFF2-40B4-BE49-F238E27FC236}">
                <a16:creationId xmlns:a16="http://schemas.microsoft.com/office/drawing/2014/main" id="{FFEF8197-2B98-4269-B9D9-A3FD2134D3F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1404339647"/>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0A8836-EC70-4009-94F8-D72192B1E6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E7A79E0-503F-43F3-A72A-72B3EB8D195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두 줄</a:t>
            </a:r>
          </a:p>
        </p:txBody>
      </p:sp>
      <p:sp>
        <p:nvSpPr>
          <p:cNvPr id="3" name="">
            <a:extLst xmlns:a="http://schemas.openxmlformats.org/drawingml/2006/main">
              <a:ext uri="{FF2B5EF4-FFF2-40B4-BE49-F238E27FC236}">
                <a16:creationId xmlns:a16="http://schemas.microsoft.com/office/drawing/2014/main" id="{4FD39828-A9A8-4638-8A19-C7A27CC31D28}"/>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점검 시작</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S01 22.5</a:t>
            </a:r>
          </a:p>
        </p:txBody>
      </p:sp>
      <p:sp>
        <p:nvSpPr>
          <p:cNvPr id="4" name="">
            <a:extLst xmlns:a="http://schemas.openxmlformats.org/drawingml/2006/main">
              <a:ext uri="{FF2B5EF4-FFF2-40B4-BE49-F238E27FC236}">
                <a16:creationId xmlns:a16="http://schemas.microsoft.com/office/drawing/2014/main" id="{5E7FA655-359B-4E76-8238-EF9EA2E97C5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1822565355"/>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4E82AF-C724-4B0C-B971-11F050DB903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028C0D2-D1C2-48E7-B8AE-C66D699708F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실행 위치를 확인하기</a:t>
            </a:r>
          </a:p>
        </p:txBody>
      </p:sp>
      <p:sp>
        <p:nvSpPr>
          <p:cNvPr id="3" name="">
            <a:extLst xmlns:a="http://schemas.openxmlformats.org/drawingml/2006/main">
              <a:ext uri="{FF2B5EF4-FFF2-40B4-BE49-F238E27FC236}">
                <a16:creationId xmlns:a16="http://schemas.microsoft.com/office/drawing/2014/main" id="{BC10FDE2-98B9-432B-A4D1-71E4382BBBE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ZIP을 모두 추출합니다.</a:t>
            </a:r>
          </a:p>
        </p:txBody>
      </p:sp>
      <p:sp>
        <p:nvSpPr>
          <p:cNvPr id="4" name="">
            <a:extLst xmlns:a="http://schemas.openxmlformats.org/drawingml/2006/main">
              <a:ext uri="{FF2B5EF4-FFF2-40B4-BE49-F238E27FC236}">
                <a16:creationId xmlns:a16="http://schemas.microsoft.com/office/drawing/2014/main" id="{30A8DA31-3BE5-4835-88C9-D86FF5903ED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course 폴더에서 PowerShell을 엽니다.</a:t>
            </a:r>
          </a:p>
        </p:txBody>
      </p:sp>
      <p:sp>
        <p:nvSpPr>
          <p:cNvPr id="5" name="">
            <a:extLst xmlns:a="http://schemas.openxmlformats.org/drawingml/2006/main">
              <a:ext uri="{FF2B5EF4-FFF2-40B4-BE49-F238E27FC236}">
                <a16:creationId xmlns:a16="http://schemas.microsoft.com/office/drawing/2014/main" id="{DAD0CB19-6747-4451-A2C1-3B530171A64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code·data·work가 보이는지 확인합니다.</a:t>
            </a:r>
          </a:p>
        </p:txBody>
      </p:sp>
      <p:sp>
        <p:nvSpPr>
          <p:cNvPr id="6" name="">
            <a:extLst xmlns:a="http://schemas.openxmlformats.org/drawingml/2006/main">
              <a:ext uri="{FF2B5EF4-FFF2-40B4-BE49-F238E27FC236}">
                <a16:creationId xmlns:a16="http://schemas.microsoft.com/office/drawing/2014/main" id="{A7EDFCFB-16B2-466B-B7C0-1F34A367B24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420355542"/>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3D937A-C9F6-40C6-8C08-672D753822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8E5FDF5-0B4C-4E8D-848A-B9F2451864F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입력할 실행 명령</a:t>
            </a:r>
          </a:p>
        </p:txBody>
      </p:sp>
      <p:sp>
        <p:nvSpPr>
          <p:cNvPr id="3" name="">
            <a:extLst xmlns:a="http://schemas.openxmlformats.org/drawingml/2006/main">
              <a:ext uri="{FF2B5EF4-FFF2-40B4-BE49-F238E27FC236}">
                <a16:creationId xmlns:a16="http://schemas.microsoft.com/office/drawing/2014/main" id="{2BAE2643-E5C3-4B70-9B68-29C6A9A14DFB}"/>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python -X utf8 code/A02_print.py</a:t>
            </a:r>
          </a:p>
        </p:txBody>
      </p:sp>
      <p:sp>
        <p:nvSpPr>
          <p:cNvPr id="4" name="">
            <a:extLst xmlns:a="http://schemas.openxmlformats.org/drawingml/2006/main">
              <a:ext uri="{FF2B5EF4-FFF2-40B4-BE49-F238E27FC236}">
                <a16:creationId xmlns:a16="http://schemas.microsoft.com/office/drawing/2014/main" id="{CAE5E108-9399-48A7-951E-81FDBF1B047F}"/>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PS ...&gt; 안내 문구는 입력하지 않습니다.</a:t>
            </a:r>
          </a:p>
        </p:txBody>
      </p:sp>
      <p:sp>
        <p:nvSpPr>
          <p:cNvPr id="5" name="">
            <a:extLst xmlns:a="http://schemas.openxmlformats.org/drawingml/2006/main">
              <a:ext uri="{FF2B5EF4-FFF2-40B4-BE49-F238E27FC236}">
                <a16:creationId xmlns:a16="http://schemas.microsoft.com/office/drawing/2014/main" id="{591BDA48-471A-427D-86CA-394BA18037D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675581984"/>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B9B151-99D5-4F51-8B0A-32ED8E4A33B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A6E187F-C5FE-41F6-8A27-A242F6A098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오류가 나면 무엇부터 볼까요?</a:t>
            </a:r>
          </a:p>
        </p:txBody>
      </p:sp>
      <p:sp>
        <p:nvSpPr>
          <p:cNvPr id="3" name="">
            <a:extLst xmlns:a="http://schemas.openxmlformats.org/drawingml/2006/main">
              <a:ext uri="{FF2B5EF4-FFF2-40B4-BE49-F238E27FC236}">
                <a16:creationId xmlns:a16="http://schemas.microsoft.com/office/drawing/2014/main" id="{3C76901B-2715-4735-AF93-30E90E4DAD0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 없음: 위치·이름·확장자를 봅니다.</a:t>
            </a:r>
          </a:p>
        </p:txBody>
      </p:sp>
      <p:sp>
        <p:nvSpPr>
          <p:cNvPr id="4" name="">
            <a:extLst xmlns:a="http://schemas.openxmlformats.org/drawingml/2006/main">
              <a:ext uri="{FF2B5EF4-FFF2-40B4-BE49-F238E27FC236}">
                <a16:creationId xmlns:a16="http://schemas.microsoft.com/office/drawing/2014/main" id="{EA3F955A-B5F7-4BCE-88D2-66DEF4FD18D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문법 오류: 따옴표와 괄호의 짝을 봅니다.</a:t>
            </a:r>
          </a:p>
        </p:txBody>
      </p:sp>
      <p:sp>
        <p:nvSpPr>
          <p:cNvPr id="5" name="">
            <a:extLst xmlns:a="http://schemas.openxmlformats.org/drawingml/2006/main">
              <a:ext uri="{FF2B5EF4-FFF2-40B4-BE49-F238E27FC236}">
                <a16:creationId xmlns:a16="http://schemas.microsoft.com/office/drawing/2014/main" id="{5083B427-65CD-47E0-970B-6E014DBAB5E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옛 문구: 저장 여부와 실행 경로를 봅니다.</a:t>
            </a:r>
          </a:p>
        </p:txBody>
      </p:sp>
      <p:sp>
        <p:nvSpPr>
          <p:cNvPr id="6" name="">
            <a:extLst xmlns:a="http://schemas.openxmlformats.org/drawingml/2006/main">
              <a:ext uri="{FF2B5EF4-FFF2-40B4-BE49-F238E27FC236}">
                <a16:creationId xmlns:a16="http://schemas.microsoft.com/office/drawing/2014/main" id="{589EE6AC-A23C-43C6-89CA-2B0450AE535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1310584677"/>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19C7CED-42BD-4DE7-9BEA-ADC9C18A3DA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A1AC599-0FB3-4813-B4ED-07A5D90BD60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CBFC6DF6-8246-4A63-91EE-E7A64C9C42E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문구를 고쳤는데 실행 결과는 이전 문구입니다.</a:t>
            </a:r>
          </a:p>
        </p:txBody>
      </p:sp>
      <p:sp>
        <p:nvSpPr>
          <p:cNvPr id="4" name="">
            <a:extLst xmlns:a="http://schemas.openxmlformats.org/drawingml/2006/main">
              <a:ext uri="{FF2B5EF4-FFF2-40B4-BE49-F238E27FC236}">
                <a16:creationId xmlns:a16="http://schemas.microsoft.com/office/drawing/2014/main" id="{77952BF1-7673-41FB-A2D6-2B4FC6944B8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338715108"/>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464FAE8-1D4F-417B-9A09-C1B7C663D51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7139555-E658-4751-8D5B-E753FD0EDB3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확인 대상</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편집</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화면에 쓴 새 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저장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디스크의 work 파일</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실행</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명령이 가리키는 파일</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E017371-5C58-41AA-B13E-E0AE8B4AA58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103066791"/>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AD7D30-6D26-4293-8EB4-FF32737499E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8C56101-9CC7-4687-B684-88CBB0169ED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239C10BA-97AD-412F-95CA-326FBE3F0C9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work에는 검사 B가 보입니다.</a:t>
            </a:r>
          </a:p>
        </p:txBody>
      </p:sp>
      <p:sp>
        <p:nvSpPr>
          <p:cNvPr id="4" name="">
            <a:extLst xmlns:a="http://schemas.openxmlformats.org/drawingml/2006/main">
              <a:ext uri="{FF2B5EF4-FFF2-40B4-BE49-F238E27FC236}">
                <a16:creationId xmlns:a16="http://schemas.microsoft.com/office/drawing/2014/main" id="{21C844A9-6F7B-4841-B4A1-DE53B2068B1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code를 실행하니 검사 A가 나옵니다.</a:t>
            </a:r>
          </a:p>
        </p:txBody>
      </p:sp>
      <p:sp>
        <p:nvSpPr>
          <p:cNvPr id="5" name="">
            <a:extLst xmlns:a="http://schemas.openxmlformats.org/drawingml/2006/main">
              <a:ext uri="{FF2B5EF4-FFF2-40B4-BE49-F238E27FC236}">
                <a16:creationId xmlns:a16="http://schemas.microsoft.com/office/drawing/2014/main" id="{EFDC779B-5CC0-4F6D-B3CF-D78D6FEDCF5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확인할 사실과 다음 행동을 적으세요.</a:t>
            </a:r>
          </a:p>
        </p:txBody>
      </p:sp>
      <p:sp>
        <p:nvSpPr>
          <p:cNvPr id="6" name="">
            <a:extLst xmlns:a="http://schemas.openxmlformats.org/drawingml/2006/main">
              <a:ext uri="{FF2B5EF4-FFF2-40B4-BE49-F238E27FC236}">
                <a16:creationId xmlns:a16="http://schemas.microsoft.com/office/drawing/2014/main" id="{2B54921C-CC71-48F4-B6F1-573D635EDFD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481840188"/>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0E6C41-2143-4153-A33C-AF778299691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8E43CE1-7854-4453-9EB2-7B2FD9B7D1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403117E7-D859-4F24-8CA5-B5CC2B9F369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편집 경로와 실행 경로가 다릅니다.</a:t>
            </a:r>
          </a:p>
        </p:txBody>
      </p:sp>
      <p:sp>
        <p:nvSpPr>
          <p:cNvPr id="4" name="">
            <a:extLst xmlns:a="http://schemas.openxmlformats.org/drawingml/2006/main">
              <a:ext uri="{FF2B5EF4-FFF2-40B4-BE49-F238E27FC236}">
                <a16:creationId xmlns:a16="http://schemas.microsoft.com/office/drawing/2014/main" id="{E2FD83D0-0553-4641-B94D-60AABFC3CA8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work를 저장한 뒤 같은 주소를 실행합니다.</a:t>
            </a:r>
          </a:p>
        </p:txBody>
      </p:sp>
      <p:sp>
        <p:nvSpPr>
          <p:cNvPr id="5" name="">
            <a:extLst xmlns:a="http://schemas.openxmlformats.org/drawingml/2006/main">
              <a:ext uri="{FF2B5EF4-FFF2-40B4-BE49-F238E27FC236}">
                <a16:creationId xmlns:a16="http://schemas.microsoft.com/office/drawing/2014/main" id="{5F255082-8687-4787-92A5-3E7C455F991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1645441917"/>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C4F92F-AC7A-4F17-86D7-9E4CFEE00BF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4170C3D-7331-4A28-B704-80C85AE0A19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저장과 실행</a:t>
            </a:r>
          </a:p>
        </p:txBody>
      </p:sp>
      <p:sp>
        <p:nvSpPr>
          <p:cNvPr id="3" name="">
            <a:extLst xmlns:a="http://schemas.openxmlformats.org/drawingml/2006/main">
              <a:ext uri="{FF2B5EF4-FFF2-40B4-BE49-F238E27FC236}">
                <a16:creationId xmlns:a16="http://schemas.microsoft.com/office/drawing/2014/main" id="{0470277D-20D4-45E9-994D-220DDF889FC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A02 작업본 안내 문구를 바꿉니다.</a:t>
            </a:r>
          </a:p>
        </p:txBody>
      </p:sp>
      <p:sp>
        <p:nvSpPr>
          <p:cNvPr id="4" name="">
            <a:extLst xmlns:a="http://schemas.openxmlformats.org/drawingml/2006/main">
              <a:ext uri="{FF2B5EF4-FFF2-40B4-BE49-F238E27FC236}">
                <a16:creationId xmlns:a16="http://schemas.microsoft.com/office/drawing/2014/main" id="{BDA785A4-98EA-49C7-9DFF-C63EC4A56DA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저장한 뒤 work 파일을 실행합니다.</a:t>
            </a:r>
          </a:p>
        </p:txBody>
      </p:sp>
      <p:sp>
        <p:nvSpPr>
          <p:cNvPr id="5" name="">
            <a:extLst xmlns:a="http://schemas.openxmlformats.org/drawingml/2006/main">
              <a:ext uri="{FF2B5EF4-FFF2-40B4-BE49-F238E27FC236}">
                <a16:creationId xmlns:a16="http://schemas.microsoft.com/office/drawing/2014/main" id="{D1D03724-02BD-4A9B-A2E9-85D1E1C2951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예상과 실제 두 줄을 비교합니다.</a:t>
            </a:r>
          </a:p>
        </p:txBody>
      </p:sp>
      <p:sp>
        <p:nvSpPr>
          <p:cNvPr id="6" name="">
            <a:extLst xmlns:a="http://schemas.openxmlformats.org/drawingml/2006/main">
              <a:ext uri="{FF2B5EF4-FFF2-40B4-BE49-F238E27FC236}">
                <a16:creationId xmlns:a16="http://schemas.microsoft.com/office/drawing/2014/main" id="{9BA556A6-74A8-4874-BF71-5FBC6166F78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1470839121"/>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CB31F2-80E5-4158-97E4-8454CD1E839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F4184EB-E0DC-4F17-8777-A15549A329D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1교시 확인</a:t>
            </a:r>
          </a:p>
        </p:txBody>
      </p:sp>
      <p:sp>
        <p:nvSpPr>
          <p:cNvPr id="3" name="">
            <a:extLst xmlns:a="http://schemas.openxmlformats.org/drawingml/2006/main">
              <a:ext uri="{FF2B5EF4-FFF2-40B4-BE49-F238E27FC236}">
                <a16:creationId xmlns:a16="http://schemas.microsoft.com/office/drawing/2014/main" id="{BF215555-CF31-40B0-A870-16B8B1FB37E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열기·저장·실행은 서로 다른 행동입니다.</a:t>
            </a:r>
          </a:p>
        </p:txBody>
      </p:sp>
      <p:sp>
        <p:nvSpPr>
          <p:cNvPr id="4" name="">
            <a:extLst xmlns:a="http://schemas.openxmlformats.org/drawingml/2006/main">
              <a:ext uri="{FF2B5EF4-FFF2-40B4-BE49-F238E27FC236}">
                <a16:creationId xmlns:a16="http://schemas.microsoft.com/office/drawing/2014/main" id="{9789F398-B98B-41E0-A006-EDC40C17DCA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원본과 작업본의 경로를 구별합니다.</a:t>
            </a:r>
          </a:p>
        </p:txBody>
      </p:sp>
      <p:sp>
        <p:nvSpPr>
          <p:cNvPr id="5" name="">
            <a:extLst xmlns:a="http://schemas.openxmlformats.org/drawingml/2006/main">
              <a:ext uri="{FF2B5EF4-FFF2-40B4-BE49-F238E27FC236}">
                <a16:creationId xmlns:a16="http://schemas.microsoft.com/office/drawing/2014/main" id="{18CA3B98-35DD-41C3-B195-B227F2CFDF5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환경 실패를 개념 실패로 처리하지 않습니다.</a:t>
            </a:r>
          </a:p>
        </p:txBody>
      </p:sp>
      <p:sp>
        <p:nvSpPr>
          <p:cNvPr id="6" name="">
            <a:extLst xmlns:a="http://schemas.openxmlformats.org/drawingml/2006/main">
              <a:ext uri="{FF2B5EF4-FFF2-40B4-BE49-F238E27FC236}">
                <a16:creationId xmlns:a16="http://schemas.microsoft.com/office/drawing/2014/main" id="{187684C2-8193-4F11-8233-D54C5FCDD5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1898090632"/>
      </p:ext>
    </p:extLst>
  </p:cSld>
</p:sld>
</file>

<file path=ppt/slides/slide2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3F5EF0-B0DD-444D-A4EF-58B1419DBC6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07097C1-0D76-4A92-AD46-10B47D2C0E4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값에 이름 붙이기</a:t>
            </a:r>
          </a:p>
        </p:txBody>
      </p:sp>
      <p:sp>
        <p:nvSpPr>
          <p:cNvPr id="3" name="">
            <a:extLst xmlns:a="http://schemas.openxmlformats.org/drawingml/2006/main">
              <a:ext uri="{FF2B5EF4-FFF2-40B4-BE49-F238E27FC236}">
                <a16:creationId xmlns:a16="http://schemas.microsoft.com/office/drawing/2014/main" id="{CC631102-B7E0-4498-9589-F26BD6055530}"/>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E8B77BFF-51C9-46B4-8E40-78E590297E22}"/>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A04, A05, A06</a:t>
            </a:r>
          </a:p>
        </p:txBody>
      </p:sp>
      <p:sp>
        <p:nvSpPr>
          <p:cNvPr id="5" name="">
            <a:extLst xmlns:a="http://schemas.openxmlformats.org/drawingml/2006/main">
              <a:ext uri="{FF2B5EF4-FFF2-40B4-BE49-F238E27FC236}">
                <a16:creationId xmlns:a16="http://schemas.microsoft.com/office/drawing/2014/main" id="{3A826C4B-FC6E-41C8-8A3C-18C99FA1EC0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2F99973F-C49C-423F-A0CD-6D74EA3B5EB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21</a:t>
            </a:r>
          </a:p>
        </p:txBody>
      </p:sp>
    </p:spTree>
    <p:extLst>
      <p:ext uri="{BB962C8B-B14F-4D97-AF65-F5344CB8AC3E}">
        <p14:creationId xmlns:p14="http://schemas.microsoft.com/office/powerpoint/2010/main" val="57209163"/>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A210FC2-870C-43CC-83C2-2370817F97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3EAB54B-A465-4ED9-A973-851AE41A06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변수 이름</a:t>
            </a:r>
          </a:p>
        </p:txBody>
      </p:sp>
      <p:sp>
        <p:nvSpPr>
          <p:cNvPr id="3" name="">
            <a:extLst xmlns:a="http://schemas.openxmlformats.org/drawingml/2006/main">
              <a:ext uri="{FF2B5EF4-FFF2-40B4-BE49-F238E27FC236}">
                <a16:creationId xmlns:a16="http://schemas.microsoft.com/office/drawing/2014/main" id="{62B66FEE-CC54-41CC-B310-C4D367491BFC}"/>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location = "입구"</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print(location)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print("location")</a:t>
            </a:r>
          </a:p>
        </p:txBody>
      </p:sp>
      <p:sp>
        <p:nvSpPr>
          <p:cNvPr id="4" name="">
            <a:extLst xmlns:a="http://schemas.openxmlformats.org/drawingml/2006/main">
              <a:ext uri="{FF2B5EF4-FFF2-40B4-BE49-F238E27FC236}">
                <a16:creationId xmlns:a16="http://schemas.microsoft.com/office/drawing/2014/main" id="{C32A2EE4-1FAC-4542-A0A7-BFB111D2D9C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654529706"/>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D775F5-EA6C-4023-B77D-AA37817125F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56CF2C2-EA08-4BAD-B1F7-3FAB85262E3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변수와 문자열은 다릅니다</a:t>
            </a:r>
          </a:p>
        </p:txBody>
      </p:sp>
      <p:sp>
        <p:nvSpPr>
          <p:cNvPr id="3" name="">
            <a:extLst xmlns:a="http://schemas.openxmlformats.org/drawingml/2006/main">
              <a:ext uri="{FF2B5EF4-FFF2-40B4-BE49-F238E27FC236}">
                <a16:creationId xmlns:a16="http://schemas.microsoft.com/office/drawing/2014/main" id="{332BECF9-9C77-443E-A18C-BA33D6443EE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location은 연결된 현재 값을 찾습니다.</a:t>
            </a:r>
          </a:p>
        </p:txBody>
      </p:sp>
      <p:sp>
        <p:nvSpPr>
          <p:cNvPr id="4" name="">
            <a:extLst xmlns:a="http://schemas.openxmlformats.org/drawingml/2006/main">
              <a:ext uri="{FF2B5EF4-FFF2-40B4-BE49-F238E27FC236}">
                <a16:creationId xmlns:a16="http://schemas.microsoft.com/office/drawing/2014/main" id="{80BFA232-7499-47B7-B02E-F09A199253B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"location"은 글자 자체입니다.</a:t>
            </a:r>
          </a:p>
        </p:txBody>
      </p:sp>
      <p:sp>
        <p:nvSpPr>
          <p:cNvPr id="5" name="">
            <a:extLst xmlns:a="http://schemas.openxmlformats.org/drawingml/2006/main">
              <a:ext uri="{FF2B5EF4-FFF2-40B4-BE49-F238E27FC236}">
                <a16:creationId xmlns:a16="http://schemas.microsoft.com/office/drawing/2014/main" id="{E15773A6-CD59-4B77-A3DD-99DF68FB570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=는 오른쪽 값을 왼쪽 이름에 연결합니다.</a:t>
            </a:r>
          </a:p>
        </p:txBody>
      </p:sp>
      <p:sp>
        <p:nvSpPr>
          <p:cNvPr id="6" name="">
            <a:extLst xmlns:a="http://schemas.openxmlformats.org/drawingml/2006/main">
              <a:ext uri="{FF2B5EF4-FFF2-40B4-BE49-F238E27FC236}">
                <a16:creationId xmlns:a16="http://schemas.microsoft.com/office/drawing/2014/main" id="{1A09CBB7-ACB3-4471-8652-B8CF48E4DE1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1810443678"/>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46D2344-CFBE-4DCE-8AAB-8462A8DF304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A0CCBB5-33D1-4398-8B87-A520AEDA3FC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이름과 글자</a:t>
            </a:r>
          </a:p>
        </p:txBody>
      </p:sp>
      <p:sp>
        <p:nvSpPr>
          <p:cNvPr id="3" name="">
            <a:extLst xmlns:a="http://schemas.openxmlformats.org/drawingml/2006/main">
              <a:ext uri="{FF2B5EF4-FFF2-40B4-BE49-F238E27FC236}">
                <a16:creationId xmlns:a16="http://schemas.microsoft.com/office/drawing/2014/main" id="{55F15894-77FD-45B7-AE48-041D3A927B1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입구</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location</a:t>
            </a:r>
          </a:p>
        </p:txBody>
      </p:sp>
      <p:sp>
        <p:nvSpPr>
          <p:cNvPr id="4" name="">
            <a:extLst xmlns:a="http://schemas.openxmlformats.org/drawingml/2006/main">
              <a:ext uri="{FF2B5EF4-FFF2-40B4-BE49-F238E27FC236}">
                <a16:creationId xmlns:a16="http://schemas.microsoft.com/office/drawing/2014/main" id="{5FFAD43E-526B-44B9-B2E2-05FC8CCD599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2005719669"/>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BE2A874-80A2-486A-AFD4-596AB4A3F20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2108B9E-5B90-4165-A7EA-42F94735D8C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다시 대입하기</a:t>
            </a:r>
          </a:p>
        </p:txBody>
      </p:sp>
      <p:sp>
        <p:nvSpPr>
          <p:cNvPr id="3" name="">
            <a:extLst xmlns:a="http://schemas.openxmlformats.org/drawingml/2006/main">
              <a:ext uri="{FF2B5EF4-FFF2-40B4-BE49-F238E27FC236}">
                <a16:creationId xmlns:a16="http://schemas.microsoft.com/office/drawing/2014/main" id="{71F4305E-A389-4D65-8F53-AD78FFEFFDA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a:t>
            </a:r>
          </a:p>
        </p:txBody>
      </p:sp>
      <p:sp>
        <p:nvSpPr>
          <p:cNvPr id="4" name="">
            <a:extLst xmlns:a="http://schemas.openxmlformats.org/drawingml/2006/main">
              <a:ext uri="{FF2B5EF4-FFF2-40B4-BE49-F238E27FC236}">
                <a16:creationId xmlns:a16="http://schemas.microsoft.com/office/drawing/2014/main" id="{5DFB37A1-582E-4848-8DCD-C3C8E86A022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905907282"/>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0612204-ACEF-4062-B26E-F735CF9C3D5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8BD7C11-E7AA-4F59-9E64-D7DDA7C7400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실행 순서로 현재 값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행동</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현재 온도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출력</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22.5 대입</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없음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첫 print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 대입</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없음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둘째 print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B6F6CFF2-230C-4C7C-A3D6-9996231846D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2094875260"/>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9F5949-DB32-437E-9895-29BE64D0699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C593F09-8E84-4203-8481-A3E2624A7AF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수정 뒤 어떤 출력이 바뀌나요?</a:t>
            </a:r>
          </a:p>
        </p:txBody>
      </p:sp>
      <p:sp>
        <p:nvSpPr>
          <p:cNvPr id="3" name="">
            <a:extLst xmlns:a="http://schemas.openxmlformats.org/drawingml/2006/main">
              <a:ext uri="{FF2B5EF4-FFF2-40B4-BE49-F238E27FC236}">
                <a16:creationId xmlns:a16="http://schemas.microsoft.com/office/drawing/2014/main" id="{2E17814B-8459-45ED-9566-A01E1DEE063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둘째 대입을 25.0으로 바꿉니다.</a:t>
            </a:r>
          </a:p>
        </p:txBody>
      </p:sp>
      <p:sp>
        <p:nvSpPr>
          <p:cNvPr id="4" name="">
            <a:extLst xmlns:a="http://schemas.openxmlformats.org/drawingml/2006/main">
              <a:ext uri="{FF2B5EF4-FFF2-40B4-BE49-F238E27FC236}">
                <a16:creationId xmlns:a16="http://schemas.microsoft.com/office/drawing/2014/main" id="{A1B21610-BDD0-45A5-BC57-2F0F2EA5311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첫 출력은 22.5를 유지합니다.</a:t>
            </a:r>
          </a:p>
        </p:txBody>
      </p:sp>
      <p:sp>
        <p:nvSpPr>
          <p:cNvPr id="5" name="">
            <a:extLst xmlns:a="http://schemas.openxmlformats.org/drawingml/2006/main">
              <a:ext uri="{FF2B5EF4-FFF2-40B4-BE49-F238E27FC236}">
                <a16:creationId xmlns:a16="http://schemas.microsoft.com/office/drawing/2014/main" id="{73112DF0-8FDC-4E32-AFB5-96AF2349F08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둘째 출력은 25.0이 됩니다.</a:t>
            </a:r>
          </a:p>
        </p:txBody>
      </p:sp>
      <p:sp>
        <p:nvSpPr>
          <p:cNvPr id="6" name="">
            <a:extLst xmlns:a="http://schemas.openxmlformats.org/drawingml/2006/main">
              <a:ext uri="{FF2B5EF4-FFF2-40B4-BE49-F238E27FC236}">
                <a16:creationId xmlns:a16="http://schemas.microsoft.com/office/drawing/2014/main" id="{EE08592A-2D04-4CEE-A747-05D8C1FD59C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332947468"/>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76C0406-4F66-4C53-A73A-07E6EC79A7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FB3CB54-3845-4C0C-AD8A-AD4E4ABA59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이름을 똑같이 쓰기</a:t>
            </a:r>
          </a:p>
        </p:txBody>
      </p:sp>
      <p:sp>
        <p:nvSpPr>
          <p:cNvPr id="3" name="">
            <a:extLst xmlns:a="http://schemas.openxmlformats.org/drawingml/2006/main">
              <a:ext uri="{FF2B5EF4-FFF2-40B4-BE49-F238E27FC236}">
                <a16:creationId xmlns:a16="http://schemas.microsoft.com/office/drawing/2014/main" id="{B0C803E5-8639-4680-8F93-D397F3D8FC99}"/>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sensor_id = "S01"</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print(sensor_id, temperature_c)</a:t>
            </a:r>
          </a:p>
        </p:txBody>
      </p:sp>
      <p:sp>
        <p:nvSpPr>
          <p:cNvPr id="4" name="">
            <a:extLst xmlns:a="http://schemas.openxmlformats.org/drawingml/2006/main">
              <a:ext uri="{FF2B5EF4-FFF2-40B4-BE49-F238E27FC236}">
                <a16:creationId xmlns:a16="http://schemas.microsoft.com/office/drawing/2014/main" id="{C890F871-0331-4F09-96EF-C5C0C5AC3EF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182594674"/>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319631-8AEE-411C-9EDA-7D93335BA07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8FF12C0-C600-458C-836F-B13702DF541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이름 오류는 철자부터 확인합니다</a:t>
            </a:r>
          </a:p>
        </p:txBody>
      </p:sp>
      <p:sp>
        <p:nvSpPr>
          <p:cNvPr id="3" name="">
            <a:extLst xmlns:a="http://schemas.openxmlformats.org/drawingml/2006/main">
              <a:ext uri="{FF2B5EF4-FFF2-40B4-BE49-F238E27FC236}">
                <a16:creationId xmlns:a16="http://schemas.microsoft.com/office/drawing/2014/main" id="{E0FAD105-FABF-4678-BBEB-4876EA2D42E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sensor_id와 Sensor_id는 다른 이름입니다.</a:t>
            </a:r>
          </a:p>
        </p:txBody>
      </p:sp>
      <p:sp>
        <p:nvSpPr>
          <p:cNvPr id="4" name="">
            <a:extLst xmlns:a="http://schemas.openxmlformats.org/drawingml/2006/main">
              <a:ext uri="{FF2B5EF4-FFF2-40B4-BE49-F238E27FC236}">
                <a16:creationId xmlns:a16="http://schemas.microsoft.com/office/drawing/2014/main" id="{30F1DF1C-ACD8-4AFF-A6BD-826919E18D0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정의한 이름과 사용하는 이름을 비교합니다.</a:t>
            </a:r>
          </a:p>
        </p:txBody>
      </p:sp>
      <p:sp>
        <p:nvSpPr>
          <p:cNvPr id="5" name="">
            <a:extLst xmlns:a="http://schemas.openxmlformats.org/drawingml/2006/main">
              <a:ext uri="{FF2B5EF4-FFF2-40B4-BE49-F238E27FC236}">
                <a16:creationId xmlns:a16="http://schemas.microsoft.com/office/drawing/2014/main" id="{70BBAC5A-7F8D-4E11-B166-DE299E84EB2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사용하기 전에 대입한 줄이 실행되어야 합니다.</a:t>
            </a:r>
          </a:p>
        </p:txBody>
      </p:sp>
      <p:sp>
        <p:nvSpPr>
          <p:cNvPr id="6" name="">
            <a:extLst xmlns:a="http://schemas.openxmlformats.org/drawingml/2006/main">
              <a:ext uri="{FF2B5EF4-FFF2-40B4-BE49-F238E27FC236}">
                <a16:creationId xmlns:a16="http://schemas.microsoft.com/office/drawing/2014/main" id="{48399DBD-D21F-4755-A8B5-C0E924E3AD5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1862799700"/>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D082888-5F10-44B3-A7E7-7BED95DDBE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645BB3A-156A-4FF9-BCF3-70EF72FB949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8367E706-EEF8-40D9-9DE6-CAF09B7591A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재고 8개에 3개 입고, 2개 출고가 이어집니다.</a:t>
            </a:r>
          </a:p>
        </p:txBody>
      </p:sp>
      <p:sp>
        <p:nvSpPr>
          <p:cNvPr id="4" name="">
            <a:extLst xmlns:a="http://schemas.openxmlformats.org/drawingml/2006/main">
              <a:ext uri="{FF2B5EF4-FFF2-40B4-BE49-F238E27FC236}">
                <a16:creationId xmlns:a16="http://schemas.microsoft.com/office/drawing/2014/main" id="{E9CB7EA2-F394-48C6-888F-19F443D80D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716724126"/>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323A941-B2F0-4910-82B5-8E78E638F0C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B2699A1-E20F-4AA8-8427-94849BB609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재고</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안내</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처음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아직 없음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입고 +3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출고 -2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9</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7CA9EA1E-3CE3-492A-9EF0-7663BE98D3B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257473309"/>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9F8A8D-1BC9-4ABE-A375-620BDAF371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224A511-884A-4CE0-9D82-EE57EE52968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D42623C1-24DF-493C-979F-AE66120AF2E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물 12병에서 4병을 배부합니다.</a:t>
            </a:r>
          </a:p>
        </p:txBody>
      </p:sp>
      <p:sp>
        <p:nvSpPr>
          <p:cNvPr id="4" name="">
            <a:extLst xmlns:a="http://schemas.openxmlformats.org/drawingml/2006/main">
              <a:ext uri="{FF2B5EF4-FFF2-40B4-BE49-F238E27FC236}">
                <a16:creationId xmlns:a16="http://schemas.microsoft.com/office/drawing/2014/main" id="{78AD59A7-CE54-4307-9D32-2E368511E13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다시 6병을 받은 뒤 안내합니다.</a:t>
            </a:r>
          </a:p>
        </p:txBody>
      </p:sp>
      <p:sp>
        <p:nvSpPr>
          <p:cNvPr id="5" name="">
            <a:extLst xmlns:a="http://schemas.openxmlformats.org/drawingml/2006/main">
              <a:ext uri="{FF2B5EF4-FFF2-40B4-BE49-F238E27FC236}">
                <a16:creationId xmlns:a16="http://schemas.microsoft.com/office/drawing/2014/main" id="{8190A711-1D18-40D9-8791-25199259FB1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두 안내값과 print 위치를 정하세요.</a:t>
            </a:r>
          </a:p>
        </p:txBody>
      </p:sp>
      <p:sp>
        <p:nvSpPr>
          <p:cNvPr id="6" name="">
            <a:extLst xmlns:a="http://schemas.openxmlformats.org/drawingml/2006/main">
              <a:ext uri="{FF2B5EF4-FFF2-40B4-BE49-F238E27FC236}">
                <a16:creationId xmlns:a16="http://schemas.microsoft.com/office/drawing/2014/main" id="{84259AB9-D94A-4ADD-BDCB-8856EA4A9A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804169374"/>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62F6DC-78E9-4F9A-9A9E-13CB5351656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466D1B5-48CA-4EF0-8C3E-81B19FA6303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F993A5CC-FCB0-4572-87CA-063E8B91D78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배부 뒤 8, 추가 입고 뒤 14입니다.</a:t>
            </a:r>
          </a:p>
        </p:txBody>
      </p:sp>
      <p:sp>
        <p:nvSpPr>
          <p:cNvPr id="4" name="">
            <a:extLst xmlns:a="http://schemas.openxmlformats.org/drawingml/2006/main">
              <a:ext uri="{FF2B5EF4-FFF2-40B4-BE49-F238E27FC236}">
                <a16:creationId xmlns:a16="http://schemas.microsoft.com/office/drawing/2014/main" id="{760D42A5-17BF-40F6-9BA6-BEF556C206E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모든 대입 뒤 두 번 출력하면 14·14가 됩니다.</a:t>
            </a:r>
          </a:p>
        </p:txBody>
      </p:sp>
      <p:sp>
        <p:nvSpPr>
          <p:cNvPr id="5" name="">
            <a:extLst xmlns:a="http://schemas.openxmlformats.org/drawingml/2006/main">
              <a:ext uri="{FF2B5EF4-FFF2-40B4-BE49-F238E27FC236}">
                <a16:creationId xmlns:a16="http://schemas.microsoft.com/office/drawing/2014/main" id="{1A9E6A6F-5659-4335-A71D-CDAAD0082C7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246284759"/>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CC79056-15D1-4732-9A02-4DE0B553E8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E4182E2-C763-4F76-AD89-FC4C3A96B22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현재 값 추적</a:t>
            </a:r>
          </a:p>
        </p:txBody>
      </p:sp>
      <p:sp>
        <p:nvSpPr>
          <p:cNvPr id="3" name="">
            <a:extLst xmlns:a="http://schemas.openxmlformats.org/drawingml/2006/main">
              <a:ext uri="{FF2B5EF4-FFF2-40B4-BE49-F238E27FC236}">
                <a16:creationId xmlns:a16="http://schemas.microsoft.com/office/drawing/2014/main" id="{03B7705B-8642-467D-8BCB-9CB433598EA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A05 각 줄 뒤의 현재 값을 적습니다.</a:t>
            </a:r>
          </a:p>
        </p:txBody>
      </p:sp>
      <p:sp>
        <p:nvSpPr>
          <p:cNvPr id="4" name="">
            <a:extLst xmlns:a="http://schemas.openxmlformats.org/drawingml/2006/main">
              <a:ext uri="{FF2B5EF4-FFF2-40B4-BE49-F238E27FC236}">
                <a16:creationId xmlns:a16="http://schemas.microsoft.com/office/drawing/2014/main" id="{89D356ED-B9B5-4D29-9C51-17BFD295CA6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A06의 이름 오류를 근거로 고칩니다.</a:t>
            </a:r>
          </a:p>
        </p:txBody>
      </p:sp>
      <p:sp>
        <p:nvSpPr>
          <p:cNvPr id="5" name="">
            <a:extLst xmlns:a="http://schemas.openxmlformats.org/drawingml/2006/main">
              <a:ext uri="{FF2B5EF4-FFF2-40B4-BE49-F238E27FC236}">
                <a16:creationId xmlns:a16="http://schemas.microsoft.com/office/drawing/2014/main" id="{DF8F869A-1308-4C6B-A0EC-764A6ED6F64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337801181"/>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B63CB5F-7161-4A38-9C22-6FA02FDB4B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72006E4-DFF3-4E2C-9A9F-8A6B746A736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2교시 확인</a:t>
            </a:r>
          </a:p>
        </p:txBody>
      </p:sp>
      <p:sp>
        <p:nvSpPr>
          <p:cNvPr id="3" name="">
            <a:extLst xmlns:a="http://schemas.openxmlformats.org/drawingml/2006/main">
              <a:ext uri="{FF2B5EF4-FFF2-40B4-BE49-F238E27FC236}">
                <a16:creationId xmlns:a16="http://schemas.microsoft.com/office/drawing/2014/main" id="{D27B3306-A13B-4B3A-9907-8A8A2813EB0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대입은 현재 연결을 바꿉니다.</a:t>
            </a:r>
          </a:p>
        </p:txBody>
      </p:sp>
      <p:sp>
        <p:nvSpPr>
          <p:cNvPr id="4" name="">
            <a:extLst xmlns:a="http://schemas.openxmlformats.org/drawingml/2006/main">
              <a:ext uri="{FF2B5EF4-FFF2-40B4-BE49-F238E27FC236}">
                <a16:creationId xmlns:a16="http://schemas.microsoft.com/office/drawing/2014/main" id="{B68B3121-7ED6-4109-9224-C0DC0C68DC8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이미 나온 출력은 나중에 바뀌지 않습니다.</a:t>
            </a:r>
          </a:p>
        </p:txBody>
      </p:sp>
      <p:sp>
        <p:nvSpPr>
          <p:cNvPr id="5" name="">
            <a:extLst xmlns:a="http://schemas.openxmlformats.org/drawingml/2006/main">
              <a:ext uri="{FF2B5EF4-FFF2-40B4-BE49-F238E27FC236}">
                <a16:creationId xmlns:a16="http://schemas.microsoft.com/office/drawing/2014/main" id="{41ED166E-A58F-4A7E-AF6E-1EC513F71C0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이름을 따옴표로 감싸면 글자가 됩니다.</a:t>
            </a:r>
          </a:p>
        </p:txBody>
      </p:sp>
      <p:sp>
        <p:nvSpPr>
          <p:cNvPr id="6" name="">
            <a:extLst xmlns:a="http://schemas.openxmlformats.org/drawingml/2006/main">
              <a:ext uri="{FF2B5EF4-FFF2-40B4-BE49-F238E27FC236}">
                <a16:creationId xmlns:a16="http://schemas.microsoft.com/office/drawing/2014/main" id="{BDDCA9B1-2A29-448C-8AFF-0D303881AF6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2039154032"/>
      </p:ext>
    </p:extLst>
  </p:cSld>
</p:sld>
</file>

<file path=ppt/slides/slide3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343977-F358-45BC-BD74-5AF5FDC6179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A577E94-5A61-4444-8AE4-8B99DC3D038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문자와 숫자의 연산</a:t>
            </a:r>
          </a:p>
        </p:txBody>
      </p:sp>
      <p:sp>
        <p:nvSpPr>
          <p:cNvPr id="3" name="">
            <a:extLst xmlns:a="http://schemas.openxmlformats.org/drawingml/2006/main">
              <a:ext uri="{FF2B5EF4-FFF2-40B4-BE49-F238E27FC236}">
                <a16:creationId xmlns:a16="http://schemas.microsoft.com/office/drawing/2014/main" id="{89B504C8-C7A6-4CFD-A96A-EEF0C0EA1FA2}"/>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38815204-1B63-45BF-83F5-B8BC6A3ED082}"/>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A07, A08, A09</a:t>
            </a:r>
          </a:p>
        </p:txBody>
      </p:sp>
      <p:sp>
        <p:nvSpPr>
          <p:cNvPr id="5" name="">
            <a:extLst xmlns:a="http://schemas.openxmlformats.org/drawingml/2006/main">
              <a:ext uri="{FF2B5EF4-FFF2-40B4-BE49-F238E27FC236}">
                <a16:creationId xmlns:a16="http://schemas.microsoft.com/office/drawing/2014/main" id="{87A057FB-3845-4F5A-B5C1-BF21E3A80AAA}"/>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6390F93C-C016-49BA-821B-FF6A03875F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36</a:t>
            </a:r>
          </a:p>
        </p:txBody>
      </p:sp>
    </p:spTree>
    <p:extLst>
      <p:ext uri="{BB962C8B-B14F-4D97-AF65-F5344CB8AC3E}">
        <p14:creationId xmlns:p14="http://schemas.microsoft.com/office/powerpoint/2010/main" val="1766497982"/>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E371706-75A1-46AD-A9B9-7F96CFDE8D2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62CE7A9-30D1-4729-A4EA-15EE5E119AB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덧셈과 연결</a:t>
            </a:r>
          </a:p>
        </p:txBody>
      </p:sp>
      <p:sp>
        <p:nvSpPr>
          <p:cNvPr id="3" name="">
            <a:extLst xmlns:a="http://schemas.openxmlformats.org/drawingml/2006/main">
              <a:ext uri="{FF2B5EF4-FFF2-40B4-BE49-F238E27FC236}">
                <a16:creationId xmlns:a16="http://schemas.microsoft.com/office/drawing/2014/main" id="{BCD95F3D-8D27-4C48-ADDC-8A4645E36D38}"/>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count =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text_count =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print(count + 2)</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print(text_count + "2")</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print(type(count).__name__, type(text_count).__name__)</a:t>
            </a:r>
          </a:p>
        </p:txBody>
      </p:sp>
      <p:sp>
        <p:nvSpPr>
          <p:cNvPr id="4" name="">
            <a:extLst xmlns:a="http://schemas.openxmlformats.org/drawingml/2006/main">
              <a:ext uri="{FF2B5EF4-FFF2-40B4-BE49-F238E27FC236}">
                <a16:creationId xmlns:a16="http://schemas.microsoft.com/office/drawing/2014/main" id="{5F50DA67-4C6E-4E73-B495-5FA5EBE7AF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1887906239"/>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5A66E44-F512-4588-941B-BC8A647702C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D6F325F-D442-4A9B-8F58-1A42469C663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 다른 역할</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표현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이유</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3 + 2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수치 덧셈</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"3" + "2"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 연결</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7408620-BEF4-4B6E-AE55-725CA06A7C0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1741602043"/>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C86144-B988-471A-9725-B54E4E10260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C918CC2-BCBB-42B7-9AAE-A973C536F22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자료형 이름을 읽기</a:t>
            </a:r>
          </a:p>
        </p:txBody>
      </p:sp>
      <p:sp>
        <p:nvSpPr>
          <p:cNvPr id="3" name="">
            <a:extLst xmlns:a="http://schemas.openxmlformats.org/drawingml/2006/main">
              <a:ext uri="{FF2B5EF4-FFF2-40B4-BE49-F238E27FC236}">
                <a16:creationId xmlns:a16="http://schemas.microsoft.com/office/drawing/2014/main" id="{FA7399F7-1F74-4FF9-A039-2BE4EA79DAE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int는 정수입니다.</a:t>
            </a:r>
          </a:p>
        </p:txBody>
      </p:sp>
      <p:sp>
        <p:nvSpPr>
          <p:cNvPr id="4" name="">
            <a:extLst xmlns:a="http://schemas.openxmlformats.org/drawingml/2006/main">
              <a:ext uri="{FF2B5EF4-FFF2-40B4-BE49-F238E27FC236}">
                <a16:creationId xmlns:a16="http://schemas.microsoft.com/office/drawing/2014/main" id="{B7B764D2-363B-46F7-9088-6CF33EA7565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str은 문자열입니다.</a:t>
            </a:r>
          </a:p>
        </p:txBody>
      </p:sp>
      <p:sp>
        <p:nvSpPr>
          <p:cNvPr id="5" name="">
            <a:extLst xmlns:a="http://schemas.openxmlformats.org/drawingml/2006/main">
              <a:ext uri="{FF2B5EF4-FFF2-40B4-BE49-F238E27FC236}">
                <a16:creationId xmlns:a16="http://schemas.microsoft.com/office/drawing/2014/main" id="{94804FB5-2BC8-4E99-B5C1-10E7CED1A13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float는 소수가 있는 수를 다룹니다.</a:t>
            </a:r>
          </a:p>
        </p:txBody>
      </p:sp>
      <p:sp>
        <p:nvSpPr>
          <p:cNvPr id="6" name="">
            <a:extLst xmlns:a="http://schemas.openxmlformats.org/drawingml/2006/main">
              <a:ext uri="{FF2B5EF4-FFF2-40B4-BE49-F238E27FC236}">
                <a16:creationId xmlns:a16="http://schemas.microsoft.com/office/drawing/2014/main" id="{59E7E69D-A354-41DD-899A-2F5FCB1B133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671626366"/>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8D43FE8-3A90-4A39-9953-B1E65295AE2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DC449AE-D9C9-4EBF-920E-1CCDE725AF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숫자 문자열 해석</a:t>
            </a:r>
          </a:p>
        </p:txBody>
      </p:sp>
      <p:sp>
        <p:nvSpPr>
          <p:cNvPr id="3" name="">
            <a:extLst xmlns:a="http://schemas.openxmlformats.org/drawingml/2006/main">
              <a:ext uri="{FF2B5EF4-FFF2-40B4-BE49-F238E27FC236}">
                <a16:creationId xmlns:a16="http://schemas.microsoft.com/office/drawing/2014/main" id="{D1504360-2D7A-4EA4-9A49-1CECD7DE5B95}"/>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raw =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float(raw)</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print(raw, type(raw).__name__)</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 type(temperature_c).__name__)</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 + 1)</a:t>
            </a:r>
          </a:p>
        </p:txBody>
      </p:sp>
      <p:sp>
        <p:nvSpPr>
          <p:cNvPr id="4" name="">
            <a:extLst xmlns:a="http://schemas.openxmlformats.org/drawingml/2006/main">
              <a:ext uri="{FF2B5EF4-FFF2-40B4-BE49-F238E27FC236}">
                <a16:creationId xmlns:a16="http://schemas.microsoft.com/office/drawing/2014/main" id="{E3499ADC-896A-4B62-B569-4363A0A424F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67632791"/>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C952248-D294-44A2-952A-50E088E5C95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B09C4119-3F8A-4417-A1B9-978D759E096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값이 바뀌는 단계</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단계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값</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종류</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원문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float 변환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 더하기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23.5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EC6C4B86-548F-4F5C-9206-A47C89B93B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1325155269"/>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B61126-6AF0-4482-8B26-9E29953C6B9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38F15EB-BE73-46F9-A08C-4AD4C354331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변환 오류를 무시하지 않습니다</a:t>
            </a:r>
          </a:p>
        </p:txBody>
      </p:sp>
      <p:sp>
        <p:nvSpPr>
          <p:cNvPr id="3" name="">
            <a:extLst xmlns:a="http://schemas.openxmlformats.org/drawingml/2006/main">
              <a:ext uri="{FF2B5EF4-FFF2-40B4-BE49-F238E27FC236}">
                <a16:creationId xmlns:a16="http://schemas.microsoft.com/office/drawing/2014/main" id="{22F8FA7F-0336-4D23-B9E2-481C1B9AE3A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"22.5"는 실수 표현으로 읽습니다.</a:t>
            </a:r>
          </a:p>
        </p:txBody>
      </p:sp>
      <p:sp>
        <p:nvSpPr>
          <p:cNvPr id="4" name="">
            <a:extLst xmlns:a="http://schemas.openxmlformats.org/drawingml/2006/main">
              <a:ext uri="{FF2B5EF4-FFF2-40B4-BE49-F238E27FC236}">
                <a16:creationId xmlns:a16="http://schemas.microsoft.com/office/drawing/2014/main" id="{6A5B5048-399C-46F0-871D-AB772C1F0E8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"뜨거움"은 숫자로 읽을 수 없습니다.</a:t>
            </a:r>
          </a:p>
        </p:txBody>
      </p:sp>
      <p:sp>
        <p:nvSpPr>
          <p:cNvPr id="5" name="">
            <a:extLst xmlns:a="http://schemas.openxmlformats.org/drawingml/2006/main">
              <a:ext uri="{FF2B5EF4-FFF2-40B4-BE49-F238E27FC236}">
                <a16:creationId xmlns:a16="http://schemas.microsoft.com/office/drawing/2014/main" id="{2F8A22DD-5273-4104-815A-AA79EF3ED35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원문을 보존하고 종류와 뜻을 확인합니다.</a:t>
            </a:r>
          </a:p>
        </p:txBody>
      </p:sp>
      <p:sp>
        <p:nvSpPr>
          <p:cNvPr id="6" name="">
            <a:extLst xmlns:a="http://schemas.openxmlformats.org/drawingml/2006/main">
              <a:ext uri="{FF2B5EF4-FFF2-40B4-BE49-F238E27FC236}">
                <a16:creationId xmlns:a16="http://schemas.microsoft.com/office/drawing/2014/main" id="{42DBB79A-2F26-40F3-AE2A-3E89CFEB59F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22106519"/>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576DD69-94DA-4EE3-B211-279DE0FB613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6FEF954-A433-4637-9F3A-EBF53A85DC4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평균 계산</a:t>
            </a:r>
          </a:p>
        </p:txBody>
      </p:sp>
      <p:sp>
        <p:nvSpPr>
          <p:cNvPr id="3" name="">
            <a:extLst xmlns:a="http://schemas.openxmlformats.org/drawingml/2006/main">
              <a:ext uri="{FF2B5EF4-FFF2-40B4-BE49-F238E27FC236}">
                <a16:creationId xmlns:a16="http://schemas.microsoft.com/office/drawing/2014/main" id="{35912C32-8913-45CC-868F-ED3EE76C512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total = 22.5 + 24.0 + 23.5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count =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average = total / count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print(total)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print(round(average, 2))</a:t>
            </a:r>
          </a:p>
        </p:txBody>
      </p:sp>
      <p:sp>
        <p:nvSpPr>
          <p:cNvPr id="4" name="">
            <a:extLst xmlns:a="http://schemas.openxmlformats.org/drawingml/2006/main">
              <a:ext uri="{FF2B5EF4-FFF2-40B4-BE49-F238E27FC236}">
                <a16:creationId xmlns:a16="http://schemas.microsoft.com/office/drawing/2014/main" id="{E47B2B5E-294E-4E1B-B9F2-AEDAD05ACD4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539581992"/>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97578CD-A663-43C5-ABF8-BCEB99C379F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C051E46-4E2B-478D-9403-88AC5634BF0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평균의 계산 순서</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계산</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22.5+24.0+23.5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70.0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70.0÷3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23.333…</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소수 둘째 자리로 반올림</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23.33</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94E9B21A-93B5-4901-A5FD-9A4C5F5DCB9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1369111829"/>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AB0AF1-6A0B-45C4-AA54-0C37952C3A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C2D34BE-9DD2-4D26-BBA2-1F78184DB1C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평균을 낼 대상부터 정합니다</a:t>
            </a:r>
          </a:p>
        </p:txBody>
      </p:sp>
      <p:sp>
        <p:nvSpPr>
          <p:cNvPr id="3" name="">
            <a:extLst xmlns:a="http://schemas.openxmlformats.org/drawingml/2006/main">
              <a:ext uri="{FF2B5EF4-FFF2-40B4-BE49-F238E27FC236}">
                <a16:creationId xmlns:a16="http://schemas.microsoft.com/office/drawing/2014/main" id="{38C617EC-EB3C-46C2-8607-9821E6BBC0E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단위와 의미의 값을 모읍니다.</a:t>
            </a:r>
          </a:p>
        </p:txBody>
      </p:sp>
      <p:sp>
        <p:nvSpPr>
          <p:cNvPr id="4" name="">
            <a:extLst xmlns:a="http://schemas.openxmlformats.org/drawingml/2006/main">
              <a:ext uri="{FF2B5EF4-FFF2-40B4-BE49-F238E27FC236}">
                <a16:creationId xmlns:a16="http://schemas.microsoft.com/office/drawing/2014/main" id="{1C5242E1-8B5F-411C-922E-D65681E477F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수치 0은 포함합니다.</a:t>
            </a:r>
          </a:p>
        </p:txBody>
      </p:sp>
      <p:sp>
        <p:nvSpPr>
          <p:cNvPr id="5" name="">
            <a:extLst xmlns:a="http://schemas.openxmlformats.org/drawingml/2006/main">
              <a:ext uri="{FF2B5EF4-FFF2-40B4-BE49-F238E27FC236}">
                <a16:creationId xmlns:a16="http://schemas.microsoft.com/office/drawing/2014/main" id="{605C016B-92B5-4675-A97C-88F23DD24FF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미측정은 임의의 0으로 넣지 않습니다.</a:t>
            </a:r>
          </a:p>
        </p:txBody>
      </p:sp>
      <p:sp>
        <p:nvSpPr>
          <p:cNvPr id="6" name="">
            <a:extLst xmlns:a="http://schemas.openxmlformats.org/drawingml/2006/main">
              <a:ext uri="{FF2B5EF4-FFF2-40B4-BE49-F238E27FC236}">
                <a16:creationId xmlns:a16="http://schemas.microsoft.com/office/drawing/2014/main" id="{ED18EF6A-44E2-45BA-88C5-6E21E1C3052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1293073037"/>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F9BEAF9-1CB1-46D7-8101-3B36F0E6593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31CE5D2-BDF1-4376-BBCF-EF26D2D8EF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B76C343F-4478-480A-9E1A-2A14DEEFAE1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상품번호 0012와 무게 "2.5"를 함께 받았습니다.</a:t>
            </a:r>
          </a:p>
        </p:txBody>
      </p:sp>
      <p:sp>
        <p:nvSpPr>
          <p:cNvPr id="4" name="">
            <a:extLst xmlns:a="http://schemas.openxmlformats.org/drawingml/2006/main">
              <a:ext uri="{FF2B5EF4-FFF2-40B4-BE49-F238E27FC236}">
                <a16:creationId xmlns:a16="http://schemas.microsoft.com/office/drawing/2014/main" id="{B1A8FF74-2774-4A78-8421-A6976A6CAD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271027737"/>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1874693-1770-4473-83B6-797C36248D3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3C5D49D-DE96-4397-B9AD-0FCA18FD69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처리</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상품번호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 유지</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앞 0 보존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무게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실수 해석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2.5kg</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운송비</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2.5×2000+1000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6000원</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F52572CB-84C3-4C4E-A105-A6A7A2AB20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1049044166"/>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C0DD13-E7BF-449C-AA5B-FEE76C739D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DDD6CB8-9A98-4C70-B916-9CF16BECAE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FD216799-0937-4F6B-894F-A7FDAD12B5A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주문번호 0009, 단가 "1500"</a:t>
            </a:r>
          </a:p>
        </p:txBody>
      </p:sp>
      <p:sp>
        <p:nvSpPr>
          <p:cNvPr id="4" name="">
            <a:extLst xmlns:a="http://schemas.openxmlformats.org/drawingml/2006/main">
              <a:ext uri="{FF2B5EF4-FFF2-40B4-BE49-F238E27FC236}">
                <a16:creationId xmlns:a16="http://schemas.microsoft.com/office/drawing/2014/main" id="{AF478778-8BA0-48AF-A4E7-E0802AB4A03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수량 "3", 배송비 2000원입니다.</a:t>
            </a:r>
          </a:p>
        </p:txBody>
      </p:sp>
      <p:sp>
        <p:nvSpPr>
          <p:cNvPr id="5" name="">
            <a:extLst xmlns:a="http://schemas.openxmlformats.org/drawingml/2006/main">
              <a:ext uri="{FF2B5EF4-FFF2-40B4-BE49-F238E27FC236}">
                <a16:creationId xmlns:a16="http://schemas.microsoft.com/office/drawing/2014/main" id="{82C1281E-0F7D-40BB-B45F-D3F461A7E94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종류와 상품 총액·최종액을 적으세요.</a:t>
            </a:r>
          </a:p>
        </p:txBody>
      </p:sp>
      <p:sp>
        <p:nvSpPr>
          <p:cNvPr id="6" name="">
            <a:extLst xmlns:a="http://schemas.openxmlformats.org/drawingml/2006/main">
              <a:ext uri="{FF2B5EF4-FFF2-40B4-BE49-F238E27FC236}">
                <a16:creationId xmlns:a16="http://schemas.microsoft.com/office/drawing/2014/main" id="{A06711DE-A0C0-49D6-B3A5-95741D1DFD5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384049264"/>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A194D9-0E11-4E01-9BC8-41D6AC23A32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E9E18C9-862D-4C51-92B1-36A55426969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3CF7C21C-F51C-46FD-BAD4-8B6120ECA69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주문번호는 문자열, 단가·수량은 정수입니다.</a:t>
            </a:r>
          </a:p>
        </p:txBody>
      </p:sp>
      <p:sp>
        <p:nvSpPr>
          <p:cNvPr id="4" name="">
            <a:extLst xmlns:a="http://schemas.openxmlformats.org/drawingml/2006/main">
              <a:ext uri="{FF2B5EF4-FFF2-40B4-BE49-F238E27FC236}">
                <a16:creationId xmlns:a16="http://schemas.microsoft.com/office/drawing/2014/main" id="{05B4A9F1-B7FE-42AC-8518-7F90805239A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총액 4500원, 배송비 포함 6500원입니다.</a:t>
            </a:r>
          </a:p>
        </p:txBody>
      </p:sp>
      <p:sp>
        <p:nvSpPr>
          <p:cNvPr id="5" name="">
            <a:extLst xmlns:a="http://schemas.openxmlformats.org/drawingml/2006/main">
              <a:ext uri="{FF2B5EF4-FFF2-40B4-BE49-F238E27FC236}">
                <a16:creationId xmlns:a16="http://schemas.microsoft.com/office/drawing/2014/main" id="{933F0AA6-AA47-40B0-9AB2-A684E851317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179402565"/>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029DBE-E021-49D7-AABE-C7749FDA49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B7843E1-C736-4221-A05E-3942AA1290C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계산 근거</a:t>
            </a:r>
          </a:p>
        </p:txBody>
      </p:sp>
      <p:sp>
        <p:nvSpPr>
          <p:cNvPr id="3" name="">
            <a:extLst xmlns:a="http://schemas.openxmlformats.org/drawingml/2006/main">
              <a:ext uri="{FF2B5EF4-FFF2-40B4-BE49-F238E27FC236}">
                <a16:creationId xmlns:a16="http://schemas.microsoft.com/office/drawing/2014/main" id="{5CC77751-56E1-40D7-8B87-5D91EF0641F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A07 문자열과 숫자 결과를 비교합니다.</a:t>
            </a:r>
          </a:p>
        </p:txBody>
      </p:sp>
      <p:sp>
        <p:nvSpPr>
          <p:cNvPr id="4" name="">
            <a:extLst xmlns:a="http://schemas.openxmlformats.org/drawingml/2006/main">
              <a:ext uri="{FF2B5EF4-FFF2-40B4-BE49-F238E27FC236}">
                <a16:creationId xmlns:a16="http://schemas.microsoft.com/office/drawing/2014/main" id="{3B59D32C-EB33-4AF4-AE84-065AB202E70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A08의 변환 뒤 값을 확인합니다.</a:t>
            </a:r>
          </a:p>
        </p:txBody>
      </p:sp>
      <p:sp>
        <p:nvSpPr>
          <p:cNvPr id="5" name="">
            <a:extLst xmlns:a="http://schemas.openxmlformats.org/drawingml/2006/main">
              <a:ext uri="{FF2B5EF4-FFF2-40B4-BE49-F238E27FC236}">
                <a16:creationId xmlns:a16="http://schemas.microsoft.com/office/drawing/2014/main" id="{12DFB722-9A4E-4842-A298-5A591DCD23F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A09 평균의 분모를 설명합니다.</a:t>
            </a:r>
          </a:p>
        </p:txBody>
      </p:sp>
      <p:sp>
        <p:nvSpPr>
          <p:cNvPr id="6" name="">
            <a:extLst xmlns:a="http://schemas.openxmlformats.org/drawingml/2006/main">
              <a:ext uri="{FF2B5EF4-FFF2-40B4-BE49-F238E27FC236}">
                <a16:creationId xmlns:a16="http://schemas.microsoft.com/office/drawing/2014/main" id="{E7B4E934-5F72-40B8-B4F8-8703E097847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1487399561"/>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4AF704-F1F4-4C86-844C-25355CABF6E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E03C150-BAB3-4330-971C-4F639F5F319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3교시 확인</a:t>
            </a:r>
          </a:p>
        </p:txBody>
      </p:sp>
      <p:sp>
        <p:nvSpPr>
          <p:cNvPr id="3" name="">
            <a:extLst xmlns:a="http://schemas.openxmlformats.org/drawingml/2006/main">
              <a:ext uri="{FF2B5EF4-FFF2-40B4-BE49-F238E27FC236}">
                <a16:creationId xmlns:a16="http://schemas.microsoft.com/office/drawing/2014/main" id="{C8E1AD22-8CD0-4182-9B63-0BB033CBBBD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 모양 식별자를 계산량으로 바꾸지 않습니다.</a:t>
            </a:r>
          </a:p>
        </p:txBody>
      </p:sp>
      <p:sp>
        <p:nvSpPr>
          <p:cNvPr id="4" name="">
            <a:extLst xmlns:a="http://schemas.openxmlformats.org/drawingml/2006/main">
              <a:ext uri="{FF2B5EF4-FFF2-40B4-BE49-F238E27FC236}">
                <a16:creationId xmlns:a16="http://schemas.microsoft.com/office/drawing/2014/main" id="{95A3C7A3-B46C-4D17-AE35-860B6C4B6C5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성공과 업무 계산의 정확성은 다릅니다.</a:t>
            </a:r>
          </a:p>
        </p:txBody>
      </p:sp>
      <p:sp>
        <p:nvSpPr>
          <p:cNvPr id="5" name="">
            <a:extLst xmlns:a="http://schemas.openxmlformats.org/drawingml/2006/main">
              <a:ext uri="{FF2B5EF4-FFF2-40B4-BE49-F238E27FC236}">
                <a16:creationId xmlns:a16="http://schemas.microsoft.com/office/drawing/2014/main" id="{D77EC642-A0A7-4EDB-B842-941ADD5E394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487516573"/>
      </p:ext>
    </p:extLst>
  </p:cSld>
</p:sld>
</file>

<file path=ppt/slides/slide52.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46FDE9-9A76-4903-9FB7-C4736A9F896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6D6EFE4-DC9B-441E-9E0F-66C1FA41A206}"/>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기준에 따라 나누기</a:t>
            </a:r>
          </a:p>
        </p:txBody>
      </p:sp>
      <p:sp>
        <p:nvSpPr>
          <p:cNvPr id="3" name="">
            <a:extLst xmlns:a="http://schemas.openxmlformats.org/drawingml/2006/main">
              <a:ext uri="{FF2B5EF4-FFF2-40B4-BE49-F238E27FC236}">
                <a16:creationId xmlns:a16="http://schemas.microsoft.com/office/drawing/2014/main" id="{D2AC892D-780B-44B2-993E-8A68CE71F40B}"/>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F0723BE2-1CD9-4C7D-8A67-1402941571B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A10, A11, A12</a:t>
            </a:r>
          </a:p>
        </p:txBody>
      </p:sp>
      <p:sp>
        <p:nvSpPr>
          <p:cNvPr id="5" name="">
            <a:extLst xmlns:a="http://schemas.openxmlformats.org/drawingml/2006/main">
              <a:ext uri="{FF2B5EF4-FFF2-40B4-BE49-F238E27FC236}">
                <a16:creationId xmlns:a16="http://schemas.microsoft.com/office/drawing/2014/main" id="{95AFF74E-B021-4788-9A3F-2AF1DDA52A54}"/>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611BA3C9-AA38-4906-A2B4-53BF8F83D58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52</a:t>
            </a:r>
          </a:p>
        </p:txBody>
      </p:sp>
    </p:spTree>
    <p:extLst>
      <p:ext uri="{BB962C8B-B14F-4D97-AF65-F5344CB8AC3E}">
        <p14:creationId xmlns:p14="http://schemas.microsoft.com/office/powerpoint/2010/main" val="1400677165"/>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A4EF72D-1EE8-44A0-B9D0-298470848DE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D0C43899-601F-4763-8243-92F6797D4A2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세 비교</a:t>
            </a:r>
          </a:p>
        </p:txBody>
      </p:sp>
      <p:sp>
        <p:nvSpPr>
          <p:cNvPr id="3" name="">
            <a:extLst xmlns:a="http://schemas.openxmlformats.org/drawingml/2006/main">
              <a:ext uri="{FF2B5EF4-FFF2-40B4-BE49-F238E27FC236}">
                <a16:creationId xmlns:a16="http://schemas.microsoft.com/office/drawing/2014/main" id="{F8D27D00-64DF-4080-8D69-3C5F1B235A1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limit =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 &gt; limit)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 &gt;= limit)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print(temperature_c == limit)</a:t>
            </a:r>
          </a:p>
        </p:txBody>
      </p:sp>
      <p:sp>
        <p:nvSpPr>
          <p:cNvPr id="4" name="">
            <a:extLst xmlns:a="http://schemas.openxmlformats.org/drawingml/2006/main">
              <a:ext uri="{FF2B5EF4-FFF2-40B4-BE49-F238E27FC236}">
                <a16:creationId xmlns:a16="http://schemas.microsoft.com/office/drawing/2014/main" id="{74B90118-CA9D-4385-BF90-54AFBF41F5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781017537"/>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662175E-470E-404B-88AE-15BC464E18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5DC33AF-0B9E-4012-A6EC-8660A66EBFA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경계값 24.0에서 비교하기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질문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 &gt; 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False</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 &gt;= 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 == 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2E5AB59B-31C2-45C4-9441-C89159DA865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416862034"/>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0E83C0-B0E9-4C90-BBCB-29C0050CAC3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A7DCFBF-C9E7-4160-B6C1-F1960CBA07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참은 질문에 대한 답입니다</a:t>
            </a:r>
          </a:p>
        </p:txBody>
      </p:sp>
      <p:sp>
        <p:nvSpPr>
          <p:cNvPr id="3" name="">
            <a:extLst xmlns:a="http://schemas.openxmlformats.org/drawingml/2006/main">
              <a:ext uri="{FF2B5EF4-FFF2-40B4-BE49-F238E27FC236}">
                <a16:creationId xmlns:a16="http://schemas.microsoft.com/office/drawing/2014/main" id="{1B5EB0F9-5F52-41C4-B4EC-940DD63173D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True는 질문이 참이라는 뜻입니다.</a:t>
            </a:r>
          </a:p>
        </p:txBody>
      </p:sp>
      <p:sp>
        <p:nvSpPr>
          <p:cNvPr id="4" name="">
            <a:extLst xmlns:a="http://schemas.openxmlformats.org/drawingml/2006/main">
              <a:ext uri="{FF2B5EF4-FFF2-40B4-BE49-F238E27FC236}">
                <a16:creationId xmlns:a16="http://schemas.microsoft.com/office/drawing/2014/main" id="{10B3F24E-22B7-4080-B3C5-E2FB7A5D220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False는 질문이 거짓이라는 뜻입니다.</a:t>
            </a:r>
          </a:p>
        </p:txBody>
      </p:sp>
      <p:sp>
        <p:nvSpPr>
          <p:cNvPr id="5" name="">
            <a:extLst xmlns:a="http://schemas.openxmlformats.org/drawingml/2006/main">
              <a:ext uri="{FF2B5EF4-FFF2-40B4-BE49-F238E27FC236}">
                <a16:creationId xmlns:a16="http://schemas.microsoft.com/office/drawing/2014/main" id="{420497FC-E0E8-48B0-B3DF-20E21C7D5C2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참이 늘 정상이나 안전을 뜻하지는 않습니다.</a:t>
            </a:r>
          </a:p>
        </p:txBody>
      </p:sp>
      <p:sp>
        <p:nvSpPr>
          <p:cNvPr id="6" name="">
            <a:extLst xmlns:a="http://schemas.openxmlformats.org/drawingml/2006/main">
              <a:ext uri="{FF2B5EF4-FFF2-40B4-BE49-F238E27FC236}">
                <a16:creationId xmlns:a16="http://schemas.microsoft.com/office/drawing/2014/main" id="{71225272-BFC7-4DE5-8522-6A9B0489EAA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81764576"/>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02F863D-3A26-4382-B536-77C5A41BA02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DE1D315-27A1-4BA6-A6C6-E1A797B918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두 갈래 선택</a:t>
            </a:r>
          </a:p>
        </p:txBody>
      </p:sp>
      <p:sp>
        <p:nvSpPr>
          <p:cNvPr id="3" name="">
            <a:extLst xmlns:a="http://schemas.openxmlformats.org/drawingml/2006/main">
              <a:ext uri="{FF2B5EF4-FFF2-40B4-BE49-F238E27FC236}">
                <a16:creationId xmlns:a16="http://schemas.microsoft.com/office/drawing/2014/main" id="{1D91830D-27EF-4DBE-889D-DAA8C2A33F1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23.5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limit =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temperature_c &gt; limit: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print("확인")</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print("정상")</a:t>
            </a:r>
          </a:p>
        </p:txBody>
      </p:sp>
      <p:sp>
        <p:nvSpPr>
          <p:cNvPr id="4" name="">
            <a:extLst xmlns:a="http://schemas.openxmlformats.org/drawingml/2006/main">
              <a:ext uri="{FF2B5EF4-FFF2-40B4-BE49-F238E27FC236}">
                <a16:creationId xmlns:a16="http://schemas.microsoft.com/office/drawing/2014/main" id="{5D5256C8-BAEF-4951-AAB7-402D9DD512D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143488052"/>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DA585B-D3C9-4708-AC62-5D74BAFED23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252DB6A-2870-4089-BEEB-9F07B7D4C3F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if와 else를 읽기</a:t>
            </a:r>
          </a:p>
        </p:txBody>
      </p:sp>
      <p:sp>
        <p:nvSpPr>
          <p:cNvPr id="3" name="">
            <a:extLst xmlns:a="http://schemas.openxmlformats.org/drawingml/2006/main">
              <a:ext uri="{FF2B5EF4-FFF2-40B4-BE49-F238E27FC236}">
                <a16:creationId xmlns:a16="http://schemas.microsoft.com/office/drawing/2014/main" id="{49488F74-AAAB-4537-9FA0-5D60F8B9B05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if 뒤 조건을 먼저 확인합니다.</a:t>
            </a:r>
          </a:p>
        </p:txBody>
      </p:sp>
      <p:sp>
        <p:nvSpPr>
          <p:cNvPr id="4" name="">
            <a:extLst xmlns:a="http://schemas.openxmlformats.org/drawingml/2006/main">
              <a:ext uri="{FF2B5EF4-FFF2-40B4-BE49-F238E27FC236}">
                <a16:creationId xmlns:a16="http://schemas.microsoft.com/office/drawing/2014/main" id="{B4F437F0-7609-4C36-8514-FD9ACD4D975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참이면 들여쓴 첫 갈래를 실행합니다.</a:t>
            </a:r>
          </a:p>
        </p:txBody>
      </p:sp>
      <p:sp>
        <p:nvSpPr>
          <p:cNvPr id="5" name="">
            <a:extLst xmlns:a="http://schemas.openxmlformats.org/drawingml/2006/main">
              <a:ext uri="{FF2B5EF4-FFF2-40B4-BE49-F238E27FC236}">
                <a16:creationId xmlns:a16="http://schemas.microsoft.com/office/drawing/2014/main" id="{9933BFF8-631E-417A-80B8-1792BEAADB6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거짓이면 else 갈래를 실행합니다.</a:t>
            </a:r>
          </a:p>
        </p:txBody>
      </p:sp>
      <p:sp>
        <p:nvSpPr>
          <p:cNvPr id="6" name="">
            <a:extLst xmlns:a="http://schemas.openxmlformats.org/drawingml/2006/main">
              <a:ext uri="{FF2B5EF4-FFF2-40B4-BE49-F238E27FC236}">
                <a16:creationId xmlns:a16="http://schemas.microsoft.com/office/drawing/2014/main" id="{8308223F-EBAB-4818-9706-CEEFE0DDB34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1189764111"/>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C3594B-FF07-4C2C-8D74-477D2A296A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246FF06C-7B89-496C-8E29-CA746988E0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예상과 수정 결과</a:t>
            </a:r>
          </a:p>
        </p:txBody>
      </p:sp>
      <p:sp>
        <p:nvSpPr>
          <p:cNvPr id="3" name="">
            <a:extLst xmlns:a="http://schemas.openxmlformats.org/drawingml/2006/main">
              <a:ext uri="{FF2B5EF4-FFF2-40B4-BE49-F238E27FC236}">
                <a16:creationId xmlns:a16="http://schemas.microsoft.com/office/drawing/2014/main" id="{1F3C021A-545B-4784-A146-8C3A5B75DC7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23.5는 24.0 초과가 아니므로 정상입니다.</a:t>
            </a:r>
          </a:p>
        </p:txBody>
      </p:sp>
      <p:sp>
        <p:nvSpPr>
          <p:cNvPr id="4" name="">
            <a:extLst xmlns:a="http://schemas.openxmlformats.org/drawingml/2006/main">
              <a:ext uri="{FF2B5EF4-FFF2-40B4-BE49-F238E27FC236}">
                <a16:creationId xmlns:a16="http://schemas.microsoft.com/office/drawing/2014/main" id="{FF1FFEEA-B556-4154-8F01-4A39A07A947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25.0으로 바꾸면 확인을 출력합니다.</a:t>
            </a:r>
          </a:p>
        </p:txBody>
      </p:sp>
      <p:sp>
        <p:nvSpPr>
          <p:cNvPr id="5" name="">
            <a:extLst xmlns:a="http://schemas.openxmlformats.org/drawingml/2006/main">
              <a:ext uri="{FF2B5EF4-FFF2-40B4-BE49-F238E27FC236}">
                <a16:creationId xmlns:a16="http://schemas.microsoft.com/office/drawing/2014/main" id="{9718A1B1-FCE3-4FA5-94B0-9B497794DD0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24.0 자체는 초과에 포함되지 않습니다.</a:t>
            </a:r>
          </a:p>
        </p:txBody>
      </p:sp>
      <p:sp>
        <p:nvSpPr>
          <p:cNvPr id="6" name="">
            <a:extLst xmlns:a="http://schemas.openxmlformats.org/drawingml/2006/main">
              <a:ext uri="{FF2B5EF4-FFF2-40B4-BE49-F238E27FC236}">
                <a16:creationId xmlns:a16="http://schemas.microsoft.com/office/drawing/2014/main" id="{9F34D7CD-01AC-4023-9880-CBE48C41048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1621749956"/>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F3BCBFA-6A9E-40B7-8DAC-715D3327DE2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32014FD-FA9E-4C33-8ED1-18A7A2948AF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미측정 먼저 처리</a:t>
            </a:r>
          </a:p>
        </p:txBody>
      </p:sp>
      <p:sp>
        <p:nvSpPr>
          <p:cNvPr id="3" name="">
            <a:extLst xmlns:a="http://schemas.openxmlformats.org/drawingml/2006/main">
              <a:ext uri="{FF2B5EF4-FFF2-40B4-BE49-F238E27FC236}">
                <a16:creationId xmlns:a16="http://schemas.microsoft.com/office/drawing/2014/main" id="{8D193BC5-8260-472D-AF95-1A343343AC61}"/>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temperature_c =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temperature_c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print("미측정")</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elif temperature_c &gt;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print("확인")</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print("정상")</a:t>
            </a:r>
          </a:p>
        </p:txBody>
      </p:sp>
      <p:sp>
        <p:nvSpPr>
          <p:cNvPr id="4" name="">
            <a:extLst xmlns:a="http://schemas.openxmlformats.org/drawingml/2006/main">
              <a:ext uri="{FF2B5EF4-FFF2-40B4-BE49-F238E27FC236}">
                <a16:creationId xmlns:a16="http://schemas.microsoft.com/office/drawing/2014/main" id="{A3E01DD2-88ED-4D31-8C74-F8F1E60E6F3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1623895436"/>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19DAF7-1F17-4C5A-BB5C-E2F93E6528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40957F5-6FC3-4037-AA1A-BC40670C225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None을 숫자와 먼저 비교하지 않습니다</a:t>
            </a:r>
          </a:p>
        </p:txBody>
      </p:sp>
      <p:sp>
        <p:nvSpPr>
          <p:cNvPr id="3" name="">
            <a:extLst xmlns:a="http://schemas.openxmlformats.org/drawingml/2006/main">
              <a:ext uri="{FF2B5EF4-FFF2-40B4-BE49-F238E27FC236}">
                <a16:creationId xmlns:a16="http://schemas.microsoft.com/office/drawing/2014/main" id="{EE4B772C-D7BB-49E3-99E3-198F7A2D613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None이면 미측정을 출력합니다.</a:t>
            </a:r>
          </a:p>
        </p:txBody>
      </p:sp>
      <p:sp>
        <p:nvSpPr>
          <p:cNvPr id="4" name="">
            <a:extLst xmlns:a="http://schemas.openxmlformats.org/drawingml/2006/main">
              <a:ext uri="{FF2B5EF4-FFF2-40B4-BE49-F238E27FC236}">
                <a16:creationId xmlns:a16="http://schemas.microsoft.com/office/drawing/2014/main" id="{09330848-0127-49C1-A189-AC6A36831CB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숫자일 때만 기준과 비교합니다.</a:t>
            </a:r>
          </a:p>
        </p:txBody>
      </p:sp>
      <p:sp>
        <p:nvSpPr>
          <p:cNvPr id="5" name="">
            <a:extLst xmlns:a="http://schemas.openxmlformats.org/drawingml/2006/main">
              <a:ext uri="{FF2B5EF4-FFF2-40B4-BE49-F238E27FC236}">
                <a16:creationId xmlns:a16="http://schemas.microsoft.com/office/drawing/2014/main" id="{15A30537-AE4A-4464-BD44-724C91E5B93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미측정을 0으로 바꾸면 뜻이 달라집니다.</a:t>
            </a:r>
          </a:p>
        </p:txBody>
      </p:sp>
      <p:sp>
        <p:nvSpPr>
          <p:cNvPr id="6" name="">
            <a:extLst xmlns:a="http://schemas.openxmlformats.org/drawingml/2006/main">
              <a:ext uri="{FF2B5EF4-FFF2-40B4-BE49-F238E27FC236}">
                <a16:creationId xmlns:a16="http://schemas.microsoft.com/office/drawing/2014/main" id="{F1B6F2AF-4D7D-475A-B906-756A8E09B2A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453357878"/>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9DD0D2B-C215-4AB4-A801-AA4FC5DC3C6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AD11D95-8C26-494D-9E67-8A7E28A945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541A289E-A08D-4725-97A4-A3DD2FD83B3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10명 이상이면 큰 실습실을 배정합니다.</a:t>
            </a:r>
          </a:p>
        </p:txBody>
      </p:sp>
      <p:sp>
        <p:nvSpPr>
          <p:cNvPr id="4" name="">
            <a:extLst xmlns:a="http://schemas.openxmlformats.org/drawingml/2006/main">
              <a:ext uri="{FF2B5EF4-FFF2-40B4-BE49-F238E27FC236}">
                <a16:creationId xmlns:a16="http://schemas.microsoft.com/office/drawing/2014/main" id="{F1B05EE7-E69F-43D2-ADEB-C7EB2F47A2A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258392041"/>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37EB080-FDC0-45FC-8A03-28054CE221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6609F90-5852-43EE-A73F-65CC5D21B5E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10 이상?</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배정</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9</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False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작은 실습실</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큰 실습실</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큰 실습실</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미확인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비교 보류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인원 확인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6C849B2-473D-487B-B3BA-373A500BC55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1444403844"/>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1B347C9-6E72-41D7-8B0F-C2DD7BF6B2F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639CAD2-FCF6-433B-B844-345597371D9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116C08DC-9061-44C3-8C6A-3CE2F5E4A32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복습: 5개 이하이면 보충 요청</a:t>
            </a:r>
          </a:p>
        </p:txBody>
      </p:sp>
      <p:sp>
        <p:nvSpPr>
          <p:cNvPr id="4" name="">
            <a:extLst xmlns:a="http://schemas.openxmlformats.org/drawingml/2006/main">
              <a:ext uri="{FF2B5EF4-FFF2-40B4-BE49-F238E27FC236}">
                <a16:creationId xmlns:a16="http://schemas.microsoft.com/office/drawing/2014/main" id="{2F093B73-7FC8-4390-9A91-D9442B8CB53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 4·5·6·미확인의 결과를 적으세요.</a:t>
            </a:r>
          </a:p>
        </p:txBody>
      </p:sp>
      <p:sp>
        <p:nvSpPr>
          <p:cNvPr id="5" name="">
            <a:extLst xmlns:a="http://schemas.openxmlformats.org/drawingml/2006/main">
              <a:ext uri="{FF2B5EF4-FFF2-40B4-BE49-F238E27FC236}">
                <a16:creationId xmlns:a16="http://schemas.microsoft.com/office/drawing/2014/main" id="{9978F3C8-DB1C-4C12-8121-5E4C2D3530A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870144107"/>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53323A-9568-44A0-9295-A66CC972C78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6DAA86E-C88C-4737-BB1B-E5C59578673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C3B3A695-F650-4ED9-BA00-94EB1C08C37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4와 5는 보충, 6은 요청 없음입니다.</a:t>
            </a:r>
          </a:p>
        </p:txBody>
      </p:sp>
      <p:sp>
        <p:nvSpPr>
          <p:cNvPr id="4" name="">
            <a:extLst xmlns:a="http://schemas.openxmlformats.org/drawingml/2006/main">
              <a:ext uri="{FF2B5EF4-FFF2-40B4-BE49-F238E27FC236}">
                <a16:creationId xmlns:a16="http://schemas.microsoft.com/office/drawing/2014/main" id="{9659AAD0-2503-418B-875B-BC23CE00FE7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미확인은 확인 요청이며 0으로 채우지 않습니다.</a:t>
            </a:r>
          </a:p>
        </p:txBody>
      </p:sp>
      <p:sp>
        <p:nvSpPr>
          <p:cNvPr id="5" name="">
            <a:extLst xmlns:a="http://schemas.openxmlformats.org/drawingml/2006/main">
              <a:ext uri="{FF2B5EF4-FFF2-40B4-BE49-F238E27FC236}">
                <a16:creationId xmlns:a16="http://schemas.microsoft.com/office/drawing/2014/main" id="{92AA0F3D-93F1-4254-9C26-E3A494577ED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1174381816"/>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6A60F8-4212-47F7-968B-9BDEA85C4D7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D0E9D92-77FC-455D-AC9D-8D90F29185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경계와 미측정</a:t>
            </a:r>
          </a:p>
        </p:txBody>
      </p:sp>
      <p:sp>
        <p:nvSpPr>
          <p:cNvPr id="3" name="">
            <a:extLst xmlns:a="http://schemas.openxmlformats.org/drawingml/2006/main">
              <a:ext uri="{FF2B5EF4-FFF2-40B4-BE49-F238E27FC236}">
                <a16:creationId xmlns:a16="http://schemas.microsoft.com/office/drawing/2014/main" id="{F6A3F555-25B9-4E0B-920F-F93E46B9ED7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A10에서 &gt;와 &gt;=를 비교합니다.</a:t>
            </a:r>
          </a:p>
        </p:txBody>
      </p:sp>
      <p:sp>
        <p:nvSpPr>
          <p:cNvPr id="4" name="">
            <a:extLst xmlns:a="http://schemas.openxmlformats.org/drawingml/2006/main">
              <a:ext uri="{FF2B5EF4-FFF2-40B4-BE49-F238E27FC236}">
                <a16:creationId xmlns:a16="http://schemas.microsoft.com/office/drawing/2014/main" id="{B1990031-6F81-4906-8939-ABE3360539E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A12에서 None 갈래를 먼저 확인합니다.</a:t>
            </a:r>
          </a:p>
        </p:txBody>
      </p:sp>
      <p:sp>
        <p:nvSpPr>
          <p:cNvPr id="5" name="">
            <a:extLst xmlns:a="http://schemas.openxmlformats.org/drawingml/2006/main">
              <a:ext uri="{FF2B5EF4-FFF2-40B4-BE49-F238E27FC236}">
                <a16:creationId xmlns:a16="http://schemas.microsoft.com/office/drawing/2014/main" id="{52712ED9-210B-4F7F-8095-5395690D40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2128838055"/>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DDC47F-726E-49B1-8953-5FEAAE13D7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51B91A9-913F-4EF0-9307-B02D68DC81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4교시 확인</a:t>
            </a:r>
          </a:p>
        </p:txBody>
      </p:sp>
      <p:sp>
        <p:nvSpPr>
          <p:cNvPr id="3" name="">
            <a:extLst xmlns:a="http://schemas.openxmlformats.org/drawingml/2006/main">
              <a:ext uri="{FF2B5EF4-FFF2-40B4-BE49-F238E27FC236}">
                <a16:creationId xmlns:a16="http://schemas.microsoft.com/office/drawing/2014/main" id="{BFA74CA7-0851-47E3-91BD-A7900E54F92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이상은 경계를 포함하고 초과는 제외합니다.</a:t>
            </a:r>
          </a:p>
        </p:txBody>
      </p:sp>
      <p:sp>
        <p:nvSpPr>
          <p:cNvPr id="4" name="">
            <a:extLst xmlns:a="http://schemas.openxmlformats.org/drawingml/2006/main">
              <a:ext uri="{FF2B5EF4-FFF2-40B4-BE49-F238E27FC236}">
                <a16:creationId xmlns:a16="http://schemas.microsoft.com/office/drawing/2014/main" id="{39CE76E1-7231-458F-B4C2-9E41529C266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=는 대입, ==는 같은지 비교입니다.</a:t>
            </a:r>
          </a:p>
        </p:txBody>
      </p:sp>
      <p:sp>
        <p:nvSpPr>
          <p:cNvPr id="5" name="">
            <a:extLst xmlns:a="http://schemas.openxmlformats.org/drawingml/2006/main">
              <a:ext uri="{FF2B5EF4-FFF2-40B4-BE49-F238E27FC236}">
                <a16:creationId xmlns:a16="http://schemas.microsoft.com/office/drawing/2014/main" id="{D26BD523-1AE4-436D-BB4C-DE4280277E9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경계 아래·경계·경계 위를 확인합니다.</a:t>
            </a:r>
          </a:p>
        </p:txBody>
      </p:sp>
      <p:sp>
        <p:nvSpPr>
          <p:cNvPr id="6" name="">
            <a:extLst xmlns:a="http://schemas.openxmlformats.org/drawingml/2006/main">
              <a:ext uri="{FF2B5EF4-FFF2-40B4-BE49-F238E27FC236}">
                <a16:creationId xmlns:a16="http://schemas.microsoft.com/office/drawing/2014/main" id="{1DE7D958-5E1D-456D-B272-88A0630F99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1856558506"/>
      </p:ext>
    </p:extLst>
  </p:cSld>
</p:sld>
</file>

<file path=ppt/slides/slide67.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940E59-7052-47C3-98D1-9EA85A3BEF5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3D25E56-8707-4BDA-8190-E4FBA0AF5DFB}"/>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여러 기록을 반복하기</a:t>
            </a:r>
          </a:p>
        </p:txBody>
      </p:sp>
      <p:sp>
        <p:nvSpPr>
          <p:cNvPr id="3" name="">
            <a:extLst xmlns:a="http://schemas.openxmlformats.org/drawingml/2006/main">
              <a:ext uri="{FF2B5EF4-FFF2-40B4-BE49-F238E27FC236}">
                <a16:creationId xmlns:a16="http://schemas.microsoft.com/office/drawing/2014/main" id="{67813C97-0B85-419B-A587-ACCF0DA8E4F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5852244F-AF04-46C1-ACF0-5C077A7D8356}"/>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A13, A14, A15</a:t>
            </a:r>
          </a:p>
        </p:txBody>
      </p:sp>
      <p:sp>
        <p:nvSpPr>
          <p:cNvPr id="5" name="">
            <a:extLst xmlns:a="http://schemas.openxmlformats.org/drawingml/2006/main">
              <a:ext uri="{FF2B5EF4-FFF2-40B4-BE49-F238E27FC236}">
                <a16:creationId xmlns:a16="http://schemas.microsoft.com/office/drawing/2014/main" id="{FEDFB0FE-C4FF-48A1-BE56-DD9F8E133260}"/>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FE8C80F9-CE1D-4951-B2F4-E8E3312A194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67</a:t>
            </a:r>
          </a:p>
        </p:txBody>
      </p:sp>
    </p:spTree>
    <p:extLst>
      <p:ext uri="{BB962C8B-B14F-4D97-AF65-F5344CB8AC3E}">
        <p14:creationId xmlns:p14="http://schemas.microsoft.com/office/powerpoint/2010/main" val="1835092729"/>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7FBC3F8-0EE8-482D-842D-E6E835C5048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6ED133F-5B7D-47A0-9065-01573F4E332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목록과 위치</a:t>
            </a:r>
          </a:p>
        </p:txBody>
      </p:sp>
      <p:sp>
        <p:nvSpPr>
          <p:cNvPr id="3" name="">
            <a:extLst xmlns:a="http://schemas.openxmlformats.org/drawingml/2006/main">
              <a:ext uri="{FF2B5EF4-FFF2-40B4-BE49-F238E27FC236}">
                <a16:creationId xmlns:a16="http://schemas.microsoft.com/office/drawing/2014/main" id="{8499A414-EF96-429C-A594-BB4EDBA2ED46}"/>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temperatures = [22.5, 24.0, 23.5]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print(temperatures[0])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print(len(temperatures))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temperatures.append(25.0)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print(len(temperatures))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print(temperatures[3])</a:t>
            </a:r>
          </a:p>
        </p:txBody>
      </p:sp>
      <p:sp>
        <p:nvSpPr>
          <p:cNvPr id="4" name="">
            <a:extLst xmlns:a="http://schemas.openxmlformats.org/drawingml/2006/main">
              <a:ext uri="{FF2B5EF4-FFF2-40B4-BE49-F238E27FC236}">
                <a16:creationId xmlns:a16="http://schemas.microsoft.com/office/drawing/2014/main" id="{AED439F9-4FB8-41C5-B5BE-09B0265B848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2014119926"/>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89537B2-30C1-4E06-8E69-4B8BC2A5DB3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9EBF164-BC47-4A7C-9134-B96C18A480F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리스트 위치의 약속</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위치 번호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처음 값</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23.5</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9678DCF3-BBCD-4A83-B9FF-3B1740DF95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1211276730"/>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66A8E6-9EB7-4B82-9F40-E12203A22A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9D99CAB-2881-4691-99C3-BA0B4E57C2D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길이와 마지막 위치는 다릅니다</a:t>
            </a:r>
          </a:p>
        </p:txBody>
      </p:sp>
      <p:sp>
        <p:nvSpPr>
          <p:cNvPr id="3" name="">
            <a:extLst xmlns:a="http://schemas.openxmlformats.org/drawingml/2006/main">
              <a:ext uri="{FF2B5EF4-FFF2-40B4-BE49-F238E27FC236}">
                <a16:creationId xmlns:a16="http://schemas.microsoft.com/office/drawing/2014/main" id="{D32ED126-58D9-4C1C-8944-336BE20B9C5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처음 항목 수는 3개입니다.</a:t>
            </a:r>
          </a:p>
        </p:txBody>
      </p:sp>
      <p:sp>
        <p:nvSpPr>
          <p:cNvPr id="4" name="">
            <a:extLst xmlns:a="http://schemas.openxmlformats.org/drawingml/2006/main">
              <a:ext uri="{FF2B5EF4-FFF2-40B4-BE49-F238E27FC236}">
                <a16:creationId xmlns:a16="http://schemas.microsoft.com/office/drawing/2014/main" id="{813BC74B-FBF7-4AB7-95FA-E7CC2BFD1BE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마지막 위치 번호는 2입니다.</a:t>
            </a:r>
          </a:p>
        </p:txBody>
      </p:sp>
      <p:sp>
        <p:nvSpPr>
          <p:cNvPr id="5" name="">
            <a:extLst xmlns:a="http://schemas.openxmlformats.org/drawingml/2006/main">
              <a:ext uri="{FF2B5EF4-FFF2-40B4-BE49-F238E27FC236}">
                <a16:creationId xmlns:a16="http://schemas.microsoft.com/office/drawing/2014/main" id="{A52F854D-948C-47C7-A9CC-688E9DA3F6D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append 뒤에는 4개, 마지막 번호는 3입니다.</a:t>
            </a:r>
          </a:p>
        </p:txBody>
      </p:sp>
      <p:sp>
        <p:nvSpPr>
          <p:cNvPr id="6" name="">
            <a:extLst xmlns:a="http://schemas.openxmlformats.org/drawingml/2006/main">
              <a:ext uri="{FF2B5EF4-FFF2-40B4-BE49-F238E27FC236}">
                <a16:creationId xmlns:a16="http://schemas.microsoft.com/office/drawing/2014/main" id="{36DB5167-8B6F-45B0-A4C3-86EDF163B98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2012865166"/>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0AF708-0775-4361-B34B-5FA867B6A4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A0B53A2-547C-4012-9F76-E5BDABE333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없는 위치를 찾으면 어떻게 될까요?</a:t>
            </a:r>
          </a:p>
        </p:txBody>
      </p:sp>
      <p:sp>
        <p:nvSpPr>
          <p:cNvPr id="3" name="">
            <a:extLst xmlns:a="http://schemas.openxmlformats.org/drawingml/2006/main">
              <a:ext uri="{FF2B5EF4-FFF2-40B4-BE49-F238E27FC236}">
                <a16:creationId xmlns:a16="http://schemas.microsoft.com/office/drawing/2014/main" id="{5EF0DF21-E382-478D-A7B4-E6993519A2F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길이 3인 목록에 위치 3은 없습니다.</a:t>
            </a:r>
          </a:p>
        </p:txBody>
      </p:sp>
      <p:sp>
        <p:nvSpPr>
          <p:cNvPr id="4" name="">
            <a:extLst xmlns:a="http://schemas.openxmlformats.org/drawingml/2006/main">
              <a:ext uri="{FF2B5EF4-FFF2-40B4-BE49-F238E27FC236}">
                <a16:creationId xmlns:a16="http://schemas.microsoft.com/office/drawing/2014/main" id="{B3341513-08CC-4082-B7AA-21AD3B13305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IndexError가 나면 길이와 위치를 확인합니다.</a:t>
            </a:r>
          </a:p>
        </p:txBody>
      </p:sp>
      <p:sp>
        <p:nvSpPr>
          <p:cNvPr id="5" name="">
            <a:extLst xmlns:a="http://schemas.openxmlformats.org/drawingml/2006/main">
              <a:ext uri="{FF2B5EF4-FFF2-40B4-BE49-F238E27FC236}">
                <a16:creationId xmlns:a16="http://schemas.microsoft.com/office/drawing/2014/main" id="{E174DF88-7C65-48F8-BD4C-593BBAB69B1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항목을 추가한 시점도 확인합니다.</a:t>
            </a:r>
          </a:p>
        </p:txBody>
      </p:sp>
      <p:sp>
        <p:nvSpPr>
          <p:cNvPr id="6" name="">
            <a:extLst xmlns:a="http://schemas.openxmlformats.org/drawingml/2006/main">
              <a:ext uri="{FF2B5EF4-FFF2-40B4-BE49-F238E27FC236}">
                <a16:creationId xmlns:a16="http://schemas.microsoft.com/office/drawing/2014/main" id="{9E142A7B-DAF7-4A04-ABD7-E9729AEB364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914060562"/>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4AFC930-E253-4C62-B84F-7A4D88ED4FE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297BF4D-00D4-4591-85AF-772736F28E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한 항목씩 읽기</a:t>
            </a:r>
          </a:p>
        </p:txBody>
      </p:sp>
      <p:sp>
        <p:nvSpPr>
          <p:cNvPr id="3" name="">
            <a:extLst xmlns:a="http://schemas.openxmlformats.org/drawingml/2006/main">
              <a:ext uri="{FF2B5EF4-FFF2-40B4-BE49-F238E27FC236}">
                <a16:creationId xmlns:a16="http://schemas.microsoft.com/office/drawing/2014/main" id="{3A879D61-CC8F-4643-AAC8-00ED8CEEF9F9}"/>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temperatures = [22.5, 24.0, 23.5]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temperature_c in temperatures: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print(temperature_c)</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print("완료")</a:t>
            </a:r>
          </a:p>
        </p:txBody>
      </p:sp>
      <p:sp>
        <p:nvSpPr>
          <p:cNvPr id="4" name="">
            <a:extLst xmlns:a="http://schemas.openxmlformats.org/drawingml/2006/main">
              <a:ext uri="{FF2B5EF4-FFF2-40B4-BE49-F238E27FC236}">
                <a16:creationId xmlns:a16="http://schemas.microsoft.com/office/drawing/2014/main" id="{9AA8BFD2-23CF-4A2D-BE8C-000E8C4B99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891738344"/>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B499E1-16CC-43E4-AA51-F3F135BC7C9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2294E67-EF2E-4B67-AB7A-BEBCF318DE8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for의 한 바퀴를 따라가기</a:t>
            </a:r>
          </a:p>
        </p:txBody>
      </p:sp>
      <p:sp>
        <p:nvSpPr>
          <p:cNvPr id="3" name="">
            <a:extLst xmlns:a="http://schemas.openxmlformats.org/drawingml/2006/main">
              <a:ext uri="{FF2B5EF4-FFF2-40B4-BE49-F238E27FC236}">
                <a16:creationId xmlns:a16="http://schemas.microsoft.com/office/drawing/2014/main" id="{EEC49EF4-E2F2-4A9C-9275-6737462D307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목록에서 다음 값을 하나 꺼냅니다.</a:t>
            </a:r>
          </a:p>
        </p:txBody>
      </p:sp>
      <p:sp>
        <p:nvSpPr>
          <p:cNvPr id="4" name="">
            <a:extLst xmlns:a="http://schemas.openxmlformats.org/drawingml/2006/main">
              <a:ext uri="{FF2B5EF4-FFF2-40B4-BE49-F238E27FC236}">
                <a16:creationId xmlns:a16="http://schemas.microsoft.com/office/drawing/2014/main" id="{40EAD254-EBFF-4E17-B922-63AF47C8E6A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들여쓴 본문을 그 값으로 실행합니다.</a:t>
            </a:r>
          </a:p>
        </p:txBody>
      </p:sp>
      <p:sp>
        <p:nvSpPr>
          <p:cNvPr id="5" name="">
            <a:extLst xmlns:a="http://schemas.openxmlformats.org/drawingml/2006/main">
              <a:ext uri="{FF2B5EF4-FFF2-40B4-BE49-F238E27FC236}">
                <a16:creationId xmlns:a16="http://schemas.microsoft.com/office/drawing/2014/main" id="{C889627D-8D5C-4548-9438-912B1BE6A7E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목록이 끝나면 바깥 코드로 이동합니다.</a:t>
            </a:r>
          </a:p>
        </p:txBody>
      </p:sp>
      <p:sp>
        <p:nvSpPr>
          <p:cNvPr id="6" name="">
            <a:extLst xmlns:a="http://schemas.openxmlformats.org/drawingml/2006/main">
              <a:ext uri="{FF2B5EF4-FFF2-40B4-BE49-F238E27FC236}">
                <a16:creationId xmlns:a16="http://schemas.microsoft.com/office/drawing/2014/main" id="{6528A9D9-9899-496E-9D86-86DAE60EDAF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608197453"/>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116E6A-A164-4D71-95E2-5FFDF5B46C4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F0B870E-64EF-4602-A1B7-3B773B20294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반복과 완료</a:t>
            </a:r>
          </a:p>
        </p:txBody>
      </p:sp>
      <p:sp>
        <p:nvSpPr>
          <p:cNvPr id="3" name="">
            <a:extLst xmlns:a="http://schemas.openxmlformats.org/drawingml/2006/main">
              <a:ext uri="{FF2B5EF4-FFF2-40B4-BE49-F238E27FC236}">
                <a16:creationId xmlns:a16="http://schemas.microsoft.com/office/drawing/2014/main" id="{13707A1C-3D49-42D9-8EF4-3112791638D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23.5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완료</a:t>
            </a:r>
          </a:p>
        </p:txBody>
      </p:sp>
      <p:sp>
        <p:nvSpPr>
          <p:cNvPr id="4" name="">
            <a:extLst xmlns:a="http://schemas.openxmlformats.org/drawingml/2006/main">
              <a:ext uri="{FF2B5EF4-FFF2-40B4-BE49-F238E27FC236}">
                <a16:creationId xmlns:a16="http://schemas.microsoft.com/office/drawing/2014/main" id="{96AA02C9-7E20-4268-B77E-61E325284FE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1488306066"/>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1D8EE2B-4F61-4F7C-B80B-D91DE9046CA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8B54618-1130-4CF3-AA47-BE4E164DC49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조건에 맞는 건수</a:t>
            </a:r>
          </a:p>
        </p:txBody>
      </p:sp>
      <p:sp>
        <p:nvSpPr>
          <p:cNvPr id="3" name="">
            <a:extLst xmlns:a="http://schemas.openxmlformats.org/drawingml/2006/main">
              <a:ext uri="{FF2B5EF4-FFF2-40B4-BE49-F238E27FC236}">
                <a16:creationId xmlns:a16="http://schemas.microsoft.com/office/drawing/2014/main" id="{8D67512A-635C-4659-A438-26A8DC7A6FD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temperatures = [22.5, 24.0, 25.0]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count =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temperature_c in temperatures: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temperature_c &gt;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count = count + 1</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print("확인 건수", count)</a:t>
            </a:r>
          </a:p>
        </p:txBody>
      </p:sp>
      <p:sp>
        <p:nvSpPr>
          <p:cNvPr id="4" name="">
            <a:extLst xmlns:a="http://schemas.openxmlformats.org/drawingml/2006/main">
              <a:ext uri="{FF2B5EF4-FFF2-40B4-BE49-F238E27FC236}">
                <a16:creationId xmlns:a16="http://schemas.microsoft.com/office/drawing/2014/main" id="{6C7C51B1-7522-48A2-BDC0-D15A65B267E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978403980"/>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991DCFA-2584-4AEC-8BEA-97833200FFF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6DC0E52-0CB7-40AC-AB1F-6B5C70E8C5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확인 건수의 현재 값</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온도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24 초과?</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건수</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거짓</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24.0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거짓</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25.0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275B24BB-F34A-47E3-AD45-113CB65F31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641279493"/>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E08A3E2-6F12-468D-88CE-CBD7425D66C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9D093B1-F0E3-4193-A203-B3DAF4024BE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EAEF697E-9A12-4DF9-9DEF-1005B54865F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상자 무게 2·5·1kg의 합과 초과 건수를 셉니다.</a:t>
            </a:r>
          </a:p>
        </p:txBody>
      </p:sp>
      <p:sp>
        <p:nvSpPr>
          <p:cNvPr id="4" name="">
            <a:extLst xmlns:a="http://schemas.openxmlformats.org/drawingml/2006/main">
              <a:ext uri="{FF2B5EF4-FFF2-40B4-BE49-F238E27FC236}">
                <a16:creationId xmlns:a16="http://schemas.microsoft.com/office/drawing/2014/main" id="{9B22712B-07AF-4DD9-B28F-377EA442586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492450189"/>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F35CF80-0523-4796-BCFE-075B2919BB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0681629-3C2B-4896-BF07-7227E93030A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질문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총무게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8kg</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4kg 초과 상자</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목록 길이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마지막 위치 번호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8A069AC6-6805-4AB7-9284-DF7A8E10501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397717342"/>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82912A-36FA-447D-A35A-0BDA396946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A266654-FA6A-4DF6-8B63-534BB49584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B3BD01C3-7B03-4936-9C0A-AD3BC3BFFAF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복습: 수량 목록 3·0·7·2</a:t>
            </a:r>
          </a:p>
        </p:txBody>
      </p:sp>
      <p:sp>
        <p:nvSpPr>
          <p:cNvPr id="4" name="">
            <a:extLst xmlns:a="http://schemas.openxmlformats.org/drawingml/2006/main">
              <a:ext uri="{FF2B5EF4-FFF2-40B4-BE49-F238E27FC236}">
                <a16:creationId xmlns:a16="http://schemas.microsoft.com/office/drawing/2014/main" id="{937DBB3A-20C0-4924-8F5F-77D2813BBB5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총수량과 2개 초과 주문 수를 구하세요.</a:t>
            </a:r>
          </a:p>
        </p:txBody>
      </p:sp>
      <p:sp>
        <p:nvSpPr>
          <p:cNvPr id="5" name="">
            <a:extLst xmlns:a="http://schemas.openxmlformats.org/drawingml/2006/main">
              <a:ext uri="{FF2B5EF4-FFF2-40B4-BE49-F238E27FC236}">
                <a16:creationId xmlns:a16="http://schemas.microsoft.com/office/drawing/2014/main" id="{3FFED104-AEE8-489E-9246-51F1F4B86E5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317168569"/>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FB5EB41-97F7-489E-A5C2-155A9037B5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A8A7D0C-2B92-4040-92DD-C9861650EFC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C35AB281-BBFF-4DFE-A395-D855540FD2E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총수량은 12개, 초과 주문은 2건입니다.</a:t>
            </a:r>
          </a:p>
        </p:txBody>
      </p:sp>
      <p:sp>
        <p:nvSpPr>
          <p:cNvPr id="4" name="">
            <a:extLst xmlns:a="http://schemas.openxmlformats.org/drawingml/2006/main">
              <a:ext uri="{FF2B5EF4-FFF2-40B4-BE49-F238E27FC236}">
                <a16:creationId xmlns:a16="http://schemas.microsoft.com/office/drawing/2014/main" id="{A0CD9E60-543D-4193-9005-BD5EF3D3216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 목록은 초기 합계·건수 0을 유지합니다.</a:t>
            </a:r>
          </a:p>
        </p:txBody>
      </p:sp>
      <p:sp>
        <p:nvSpPr>
          <p:cNvPr id="5" name="">
            <a:extLst xmlns:a="http://schemas.openxmlformats.org/drawingml/2006/main">
              <a:ext uri="{FF2B5EF4-FFF2-40B4-BE49-F238E27FC236}">
                <a16:creationId xmlns:a16="http://schemas.microsoft.com/office/drawing/2014/main" id="{B48A2435-14C3-4AD1-B531-B74354FE445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71936467"/>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CE5856-1947-4C04-AB98-A0E5B7DF9A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4D7A483-06FC-44AD-8B71-CFF340D334E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한 바퀴 추적</a:t>
            </a:r>
          </a:p>
        </p:txBody>
      </p:sp>
      <p:sp>
        <p:nvSpPr>
          <p:cNvPr id="3" name="">
            <a:extLst xmlns:a="http://schemas.openxmlformats.org/drawingml/2006/main">
              <a:ext uri="{FF2B5EF4-FFF2-40B4-BE49-F238E27FC236}">
                <a16:creationId xmlns:a16="http://schemas.microsoft.com/office/drawing/2014/main" id="{2CE69034-E8DB-4C10-AF1B-A337C180539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A14 현재 항목과 출력을 적습니다.</a:t>
            </a:r>
          </a:p>
        </p:txBody>
      </p:sp>
      <p:sp>
        <p:nvSpPr>
          <p:cNvPr id="4" name="">
            <a:extLst xmlns:a="http://schemas.openxmlformats.org/drawingml/2006/main">
              <a:ext uri="{FF2B5EF4-FFF2-40B4-BE49-F238E27FC236}">
                <a16:creationId xmlns:a16="http://schemas.microsoft.com/office/drawing/2014/main" id="{B69448D0-C079-4DEA-8412-B577B7F9859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A15 조건과 건수 변화를 적습니다.</a:t>
            </a:r>
          </a:p>
        </p:txBody>
      </p:sp>
      <p:sp>
        <p:nvSpPr>
          <p:cNvPr id="5" name="">
            <a:extLst xmlns:a="http://schemas.openxmlformats.org/drawingml/2006/main">
              <a:ext uri="{FF2B5EF4-FFF2-40B4-BE49-F238E27FC236}">
                <a16:creationId xmlns:a16="http://schemas.microsoft.com/office/drawing/2014/main" id="{12EB5A04-91A7-470F-B070-7329B0A471F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573994783"/>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61C544-9256-4B40-82C1-31CEC5A5857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CBEBFD6-2C78-4B2A-BFF9-91EF1FCD561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5교시 확인</a:t>
            </a:r>
          </a:p>
        </p:txBody>
      </p:sp>
      <p:sp>
        <p:nvSpPr>
          <p:cNvPr id="3" name="">
            <a:extLst xmlns:a="http://schemas.openxmlformats.org/drawingml/2006/main">
              <a:ext uri="{FF2B5EF4-FFF2-40B4-BE49-F238E27FC236}">
                <a16:creationId xmlns:a16="http://schemas.microsoft.com/office/drawing/2014/main" id="{3064CFFA-09EE-4F0C-BB3D-5040326065C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초기 합계와 건수는 반복 전에 둡니다.</a:t>
            </a:r>
          </a:p>
        </p:txBody>
      </p:sp>
      <p:sp>
        <p:nvSpPr>
          <p:cNvPr id="4" name="">
            <a:extLst xmlns:a="http://schemas.openxmlformats.org/drawingml/2006/main">
              <a:ext uri="{FF2B5EF4-FFF2-40B4-BE49-F238E27FC236}">
                <a16:creationId xmlns:a16="http://schemas.microsoft.com/office/drawing/2014/main" id="{43EE12DE-3F64-4A45-A938-FCD9964F6E2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총수량과 해당 주문 수는 다른 질문입니다.</a:t>
            </a:r>
          </a:p>
        </p:txBody>
      </p:sp>
      <p:sp>
        <p:nvSpPr>
          <p:cNvPr id="5" name="">
            <a:extLst xmlns:a="http://schemas.openxmlformats.org/drawingml/2006/main">
              <a:ext uri="{FF2B5EF4-FFF2-40B4-BE49-F238E27FC236}">
                <a16:creationId xmlns:a16="http://schemas.microsoft.com/office/drawing/2014/main" id="{1E0A5D22-8AD4-4D00-BC1B-2775F7B2F02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반복 안팎의 들여쓰기를 확인합니다.</a:t>
            </a:r>
          </a:p>
        </p:txBody>
      </p:sp>
      <p:sp>
        <p:nvSpPr>
          <p:cNvPr id="6" name="">
            <a:extLst xmlns:a="http://schemas.openxmlformats.org/drawingml/2006/main">
              <a:ext uri="{FF2B5EF4-FFF2-40B4-BE49-F238E27FC236}">
                <a16:creationId xmlns:a16="http://schemas.microsoft.com/office/drawing/2014/main" id="{956D9D18-190F-4355-9C88-A7F9B222DE6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1731593629"/>
      </p:ext>
    </p:extLst>
  </p:cSld>
</p:sld>
</file>

<file path=ppt/slides/slide83.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C20D77-7CD9-4808-81EA-1F15595CA8D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E80F841-9F4B-4976-A1D1-9E7063A9B1D6}"/>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작은 점검 프로그램</a:t>
            </a:r>
          </a:p>
        </p:txBody>
      </p:sp>
      <p:sp>
        <p:nvSpPr>
          <p:cNvPr id="3" name="">
            <a:extLst xmlns:a="http://schemas.openxmlformats.org/drawingml/2006/main">
              <a:ext uri="{FF2B5EF4-FFF2-40B4-BE49-F238E27FC236}">
                <a16:creationId xmlns:a16="http://schemas.microsoft.com/office/drawing/2014/main" id="{0BB740A6-5353-4B41-89FA-C70559EC3EB1}"/>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BB723D1C-36AA-4AB6-B38A-BB3B4D08535C}"/>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A16, A17, A18</a:t>
            </a:r>
          </a:p>
        </p:txBody>
      </p:sp>
      <p:sp>
        <p:nvSpPr>
          <p:cNvPr id="5" name="">
            <a:extLst xmlns:a="http://schemas.openxmlformats.org/drawingml/2006/main">
              <a:ext uri="{FF2B5EF4-FFF2-40B4-BE49-F238E27FC236}">
                <a16:creationId xmlns:a16="http://schemas.microsoft.com/office/drawing/2014/main" id="{593EE4F3-0096-4E25-B536-77A6472729EF}"/>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1FBF4D44-6759-4B8B-9D2A-F9CE213FB1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83</a:t>
            </a:r>
          </a:p>
        </p:txBody>
      </p:sp>
    </p:spTree>
    <p:extLst>
      <p:ext uri="{BB962C8B-B14F-4D97-AF65-F5344CB8AC3E}">
        <p14:creationId xmlns:p14="http://schemas.microsoft.com/office/powerpoint/2010/main" val="2044557176"/>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DF686B6-8F1D-4B79-9092-B2CB0B1128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A3FBC32-6FBB-42A8-816D-9B24D9C69DB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이름표가 있는 기록</a:t>
            </a:r>
          </a:p>
        </p:txBody>
      </p:sp>
      <p:sp>
        <p:nvSpPr>
          <p:cNvPr id="3" name="">
            <a:extLst xmlns:a="http://schemas.openxmlformats.org/drawingml/2006/main">
              <a:ext uri="{FF2B5EF4-FFF2-40B4-BE49-F238E27FC236}">
                <a16:creationId xmlns:a16="http://schemas.microsoft.com/office/drawing/2014/main" id="{27CE7D7C-B488-4C41-A5D1-12582BE2582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records =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{"sensor_id": "S01", "temperature_c":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{"sensor_id": "S02", "temperature_c":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record in records: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print(record["sensor_id"], record["temperature_c"])</a:t>
            </a:r>
          </a:p>
        </p:txBody>
      </p:sp>
      <p:sp>
        <p:nvSpPr>
          <p:cNvPr id="4" name="">
            <a:extLst xmlns:a="http://schemas.openxmlformats.org/drawingml/2006/main">
              <a:ext uri="{FF2B5EF4-FFF2-40B4-BE49-F238E27FC236}">
                <a16:creationId xmlns:a16="http://schemas.microsoft.com/office/drawing/2014/main" id="{4AD35C74-25DE-40DD-AEEC-60B9B2734D6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830413662"/>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BD495D-1E1C-4361-9767-F0F055439A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4C21EA8-3024-4335-A597-E4991EE2AA2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두 겹 구조를 나눠 읽기</a:t>
            </a:r>
          </a:p>
        </p:txBody>
      </p:sp>
      <p:sp>
        <p:nvSpPr>
          <p:cNvPr id="3" name="">
            <a:extLst xmlns:a="http://schemas.openxmlformats.org/drawingml/2006/main">
              <a:ext uri="{FF2B5EF4-FFF2-40B4-BE49-F238E27FC236}">
                <a16:creationId xmlns:a16="http://schemas.microsoft.com/office/drawing/2014/main" id="{B851FBA1-8715-4E11-9CFC-06292FEC618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리스트는 여러 기록을 묶습니다.</a:t>
            </a:r>
          </a:p>
        </p:txBody>
      </p:sp>
      <p:sp>
        <p:nvSpPr>
          <p:cNvPr id="4" name="">
            <a:extLst xmlns:a="http://schemas.openxmlformats.org/drawingml/2006/main">
              <a:ext uri="{FF2B5EF4-FFF2-40B4-BE49-F238E27FC236}">
                <a16:creationId xmlns:a16="http://schemas.microsoft.com/office/drawing/2014/main" id="{5987838C-3578-4583-8487-9A1B7EBDA7B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딕셔너리는 한 기록의 이름과 값을 묶습니다.</a:t>
            </a:r>
          </a:p>
        </p:txBody>
      </p:sp>
      <p:sp>
        <p:nvSpPr>
          <p:cNvPr id="5" name="">
            <a:extLst xmlns:a="http://schemas.openxmlformats.org/drawingml/2006/main">
              <a:ext uri="{FF2B5EF4-FFF2-40B4-BE49-F238E27FC236}">
                <a16:creationId xmlns:a16="http://schemas.microsoft.com/office/drawing/2014/main" id="{0990D6AA-7D88-4021-A4D1-4630316E52C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장치명과 온도를 같은 기록에서 꺼냅니다.</a:t>
            </a:r>
          </a:p>
        </p:txBody>
      </p:sp>
      <p:sp>
        <p:nvSpPr>
          <p:cNvPr id="6" name="">
            <a:extLst xmlns:a="http://schemas.openxmlformats.org/drawingml/2006/main">
              <a:ext uri="{FF2B5EF4-FFF2-40B4-BE49-F238E27FC236}">
                <a16:creationId xmlns:a16="http://schemas.microsoft.com/office/drawing/2014/main" id="{BAB9B563-70C7-4178-AAE8-8C2A2B2904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2065347686"/>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9C7078F-BECE-4850-B702-42E4471C54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755083E-5133-4B45-983B-31460699F31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 · 두 기록</a:t>
            </a:r>
          </a:p>
        </p:txBody>
      </p:sp>
      <p:sp>
        <p:nvSpPr>
          <p:cNvPr id="3" name="">
            <a:extLst xmlns:a="http://schemas.openxmlformats.org/drawingml/2006/main">
              <a:ext uri="{FF2B5EF4-FFF2-40B4-BE49-F238E27FC236}">
                <a16:creationId xmlns:a16="http://schemas.microsoft.com/office/drawing/2014/main" id="{C44BB361-5466-458B-9A0C-E5699F565E19}"/>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S01 22.5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S02 24.0</a:t>
            </a:r>
          </a:p>
        </p:txBody>
      </p:sp>
      <p:sp>
        <p:nvSpPr>
          <p:cNvPr id="4" name="">
            <a:extLst xmlns:a="http://schemas.openxmlformats.org/drawingml/2006/main">
              <a:ext uri="{FF2B5EF4-FFF2-40B4-BE49-F238E27FC236}">
                <a16:creationId xmlns:a16="http://schemas.microsoft.com/office/drawing/2014/main" id="{6653234A-1724-447F-86D6-18A22A6F921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1790157632"/>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3BEE2F-D4F0-4748-96E5-496674636B9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F738E5F-15C7-491E-9B8D-9AE646C1813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온도 상태표의 세 갈래</a:t>
            </a:r>
          </a:p>
        </p:txBody>
      </p:sp>
      <p:sp>
        <p:nvSpPr>
          <p:cNvPr id="3" name="">
            <a:extLst xmlns:a="http://schemas.openxmlformats.org/drawingml/2006/main">
              <a:ext uri="{FF2B5EF4-FFF2-40B4-BE49-F238E27FC236}">
                <a16:creationId xmlns:a16="http://schemas.microsoft.com/office/drawing/2014/main" id="{60BDA170-C867-4291-9B28-68AA9AEE201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None이면 미측정입니다.</a:t>
            </a:r>
          </a:p>
        </p:txBody>
      </p:sp>
      <p:sp>
        <p:nvSpPr>
          <p:cNvPr id="4" name="">
            <a:extLst xmlns:a="http://schemas.openxmlformats.org/drawingml/2006/main">
              <a:ext uri="{FF2B5EF4-FFF2-40B4-BE49-F238E27FC236}">
                <a16:creationId xmlns:a16="http://schemas.microsoft.com/office/drawing/2014/main" id="{9116EF16-39E7-415D-8705-9258CFDD428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24.0 초과이면 확인입니다.</a:t>
            </a:r>
          </a:p>
        </p:txBody>
      </p:sp>
      <p:sp>
        <p:nvSpPr>
          <p:cNvPr id="5" name="">
            <a:extLst xmlns:a="http://schemas.openxmlformats.org/drawingml/2006/main">
              <a:ext uri="{FF2B5EF4-FFF2-40B4-BE49-F238E27FC236}">
                <a16:creationId xmlns:a16="http://schemas.microsoft.com/office/drawing/2014/main" id="{B0C1444C-6F00-4AA2-B880-444967CCD6A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그 외 숫자는 정상입니다.</a:t>
            </a:r>
          </a:p>
        </p:txBody>
      </p:sp>
      <p:sp>
        <p:nvSpPr>
          <p:cNvPr id="6" name="">
            <a:extLst xmlns:a="http://schemas.openxmlformats.org/drawingml/2006/main">
              <a:ext uri="{FF2B5EF4-FFF2-40B4-BE49-F238E27FC236}">
                <a16:creationId xmlns:a16="http://schemas.microsoft.com/office/drawing/2014/main" id="{FBAE33D8-2C15-4BD5-94F1-A1ABFFE4CFA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1789748469"/>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2FA1632-BA93-44EC-90CC-AB63D0960AB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DDADB50-C825-4415-B3E8-560EBB229FB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기록 하나의 상태</a:t>
            </a:r>
          </a:p>
        </p:txBody>
      </p:sp>
      <p:sp>
        <p:nvSpPr>
          <p:cNvPr id="3" name="">
            <a:extLst xmlns:a="http://schemas.openxmlformats.org/drawingml/2006/main">
              <a:ext uri="{FF2B5EF4-FFF2-40B4-BE49-F238E27FC236}">
                <a16:creationId xmlns:a16="http://schemas.microsoft.com/office/drawing/2014/main" id="{C789DF10-2BA8-4338-A6E8-C580A2EF17A1}"/>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value =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if value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status = "미측정"</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elif value &gt;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status = "확인"</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else: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status = "정상"</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print(status)</a:t>
            </a:r>
          </a:p>
        </p:txBody>
      </p:sp>
      <p:sp>
        <p:nvSpPr>
          <p:cNvPr id="4" name="">
            <a:extLst xmlns:a="http://schemas.openxmlformats.org/drawingml/2006/main">
              <a:ext uri="{FF2B5EF4-FFF2-40B4-BE49-F238E27FC236}">
                <a16:creationId xmlns:a16="http://schemas.microsoft.com/office/drawing/2014/main" id="{0A852C54-813A-43CE-88F7-280425F09F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1984795115"/>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FE8EEBB-62DA-4583-9F26-9E389CE4B41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7490E3A-90F0-4CA4-AA32-42F038D5F6A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제공 점검표의 결과</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장치</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온도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상태</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S01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S02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25.0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확인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S03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None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29E8CCD3-146E-40CE-8CA2-F6587FD9F54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2038700489"/>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C283E64-A422-40C5-B05E-ACF56AEF71A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156B31D-9D7E-4450-9BB4-1D4E0EA567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입력을 검수하기</a:t>
            </a:r>
          </a:p>
        </p:txBody>
      </p:sp>
      <p:sp>
        <p:nvSpPr>
          <p:cNvPr id="3" name="">
            <a:extLst xmlns:a="http://schemas.openxmlformats.org/drawingml/2006/main">
              <a:ext uri="{FF2B5EF4-FFF2-40B4-BE49-F238E27FC236}">
                <a16:creationId xmlns:a16="http://schemas.microsoft.com/office/drawing/2014/main" id="{2E65FFD2-2771-4581-A21E-FB040F3348A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기준과 미측정 규칙을 유지합니다.</a:t>
            </a:r>
          </a:p>
        </p:txBody>
      </p:sp>
      <p:sp>
        <p:nvSpPr>
          <p:cNvPr id="4" name="">
            <a:extLst xmlns:a="http://schemas.openxmlformats.org/drawingml/2006/main">
              <a:ext uri="{FF2B5EF4-FFF2-40B4-BE49-F238E27FC236}">
                <a16:creationId xmlns:a16="http://schemas.microsoft.com/office/drawing/2014/main" id="{070FE86E-551E-48EF-AF0B-5273FAF6DFC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문자 "24.0"은 숫자와 저장 종류가 다릅니다.</a:t>
            </a:r>
          </a:p>
        </p:txBody>
      </p:sp>
      <p:sp>
        <p:nvSpPr>
          <p:cNvPr id="5" name="">
            <a:extLst xmlns:a="http://schemas.openxmlformats.org/drawingml/2006/main">
              <a:ext uri="{FF2B5EF4-FFF2-40B4-BE49-F238E27FC236}">
                <a16:creationId xmlns:a16="http://schemas.microsoft.com/office/drawing/2014/main" id="{751297BD-6B61-4CFC-9570-7792DAE55E7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허용한 입력 범위를 다음 사람에게 알립니다.</a:t>
            </a:r>
          </a:p>
        </p:txBody>
      </p:sp>
      <p:sp>
        <p:nvSpPr>
          <p:cNvPr id="6" name="">
            <a:extLst xmlns:a="http://schemas.openxmlformats.org/drawingml/2006/main">
              <a:ext uri="{FF2B5EF4-FFF2-40B4-BE49-F238E27FC236}">
                <a16:creationId xmlns:a16="http://schemas.microsoft.com/office/drawing/2014/main" id="{B110A566-C869-4649-A8A1-3105E4DF655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495980324"/>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FACBB4-B3A7-4BA6-8981-DA370481E34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18A1961-00A3-499D-8F32-0696F1E5F03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이름표가 없으면 KeyError를 봅니다</a:t>
            </a:r>
          </a:p>
        </p:txBody>
      </p:sp>
      <p:sp>
        <p:nvSpPr>
          <p:cNvPr id="3" name="">
            <a:extLst xmlns:a="http://schemas.openxmlformats.org/drawingml/2006/main">
              <a:ext uri="{FF2B5EF4-FFF2-40B4-BE49-F238E27FC236}">
                <a16:creationId xmlns:a16="http://schemas.microsoft.com/office/drawing/2014/main" id="{1103E39C-FC58-44D6-BD6D-A328486C3DD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temperature와 temperature_c는 다릅니다.</a:t>
            </a:r>
          </a:p>
        </p:txBody>
      </p:sp>
      <p:sp>
        <p:nvSpPr>
          <p:cNvPr id="4" name="">
            <a:extLst xmlns:a="http://schemas.openxmlformats.org/drawingml/2006/main">
              <a:ext uri="{FF2B5EF4-FFF2-40B4-BE49-F238E27FC236}">
                <a16:creationId xmlns:a16="http://schemas.microsoft.com/office/drawing/2014/main" id="{CC5F2784-A440-4D15-A945-F7F417C676A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원문 이름표와 접근하는 키를 대조합니다.</a:t>
            </a:r>
          </a:p>
        </p:txBody>
      </p:sp>
      <p:sp>
        <p:nvSpPr>
          <p:cNvPr id="5" name="">
            <a:extLst xmlns:a="http://schemas.openxmlformats.org/drawingml/2006/main">
              <a:ext uri="{FF2B5EF4-FFF2-40B4-BE49-F238E27FC236}">
                <a16:creationId xmlns:a16="http://schemas.microsoft.com/office/drawing/2014/main" id="{EB1AA774-8327-45FE-A5F6-24F5F836A49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임의의 새 값을 만들어 오류를 숨기지 않습니다.</a:t>
            </a:r>
          </a:p>
        </p:txBody>
      </p:sp>
      <p:sp>
        <p:nvSpPr>
          <p:cNvPr id="6" name="">
            <a:extLst xmlns:a="http://schemas.openxmlformats.org/drawingml/2006/main">
              <a:ext uri="{FF2B5EF4-FFF2-40B4-BE49-F238E27FC236}">
                <a16:creationId xmlns:a16="http://schemas.microsoft.com/office/drawing/2014/main" id="{3E311612-C95C-451D-A726-9BE25E7D2E6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615939968"/>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A31A908-2774-4F69-A74A-6DD7C02B895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4C00E4F-40D5-419F-958D-7AA023E9733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4DFD0BE8-B9C1-44E3-A25B-FB307E6FBE4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D01=18, D02=미확인, D03=26을 읽습니다.</a:t>
            </a:r>
          </a:p>
        </p:txBody>
      </p:sp>
      <p:sp>
        <p:nvSpPr>
          <p:cNvPr id="4" name="">
            <a:extLst xmlns:a="http://schemas.openxmlformats.org/drawingml/2006/main">
              <a:ext uri="{FF2B5EF4-FFF2-40B4-BE49-F238E27FC236}">
                <a16:creationId xmlns:a16="http://schemas.microsoft.com/office/drawing/2014/main" id="{1E6CE303-3469-4D9A-A279-8FCB2CCE659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1851496366"/>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CC13343-3520-44EE-A390-25FA98550C8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C028A00-DB33-4459-A593-3D8E2C688E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장치</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25℃ 초과 기준</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D01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D02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미확인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미측정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D03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26</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확인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7421479B-8C6C-4414-85D4-38C66257B8D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824881143"/>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C8B63F-371C-4C92-A444-15130669DB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2F37548-F396-40BC-93CE-FCEC7110621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5159C673-DED7-4693-8FDF-56112054D58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P01=0개, P02=미확인, P03=2개</a:t>
            </a:r>
          </a:p>
        </p:txBody>
      </p:sp>
      <p:sp>
        <p:nvSpPr>
          <p:cNvPr id="4" name="">
            <a:extLst xmlns:a="http://schemas.openxmlformats.org/drawingml/2006/main">
              <a:ext uri="{FF2B5EF4-FFF2-40B4-BE49-F238E27FC236}">
                <a16:creationId xmlns:a16="http://schemas.microsoft.com/office/drawing/2014/main" id="{7886F67C-7A5C-46EA-95C2-5CBB6F8C36C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2개 이하이면 주문 요청입니다.</a:t>
            </a:r>
          </a:p>
        </p:txBody>
      </p:sp>
      <p:sp>
        <p:nvSpPr>
          <p:cNvPr id="5" name="">
            <a:extLst xmlns:a="http://schemas.openxmlformats.org/drawingml/2006/main">
              <a:ext uri="{FF2B5EF4-FFF2-40B4-BE49-F238E27FC236}">
                <a16:creationId xmlns:a16="http://schemas.microsoft.com/office/drawing/2014/main" id="{E9ADD6E1-EB57-4871-A987-EFDC35812F2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이름표와 세 상태를 설계하세요.</a:t>
            </a:r>
          </a:p>
        </p:txBody>
      </p:sp>
      <p:sp>
        <p:nvSpPr>
          <p:cNvPr id="6" name="">
            <a:extLst xmlns:a="http://schemas.openxmlformats.org/drawingml/2006/main">
              <a:ext uri="{FF2B5EF4-FFF2-40B4-BE49-F238E27FC236}">
                <a16:creationId xmlns:a16="http://schemas.microsoft.com/office/drawing/2014/main" id="{BE036959-65D3-43A8-8B23-CABCC953F7A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1920278617"/>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1B7AC30-3E55-4CC0-A37E-2524A35413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F300C14-4E06-471E-921B-C68071090C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15F7D988-723B-4DD0-907E-03C10B61241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P01·P03은 주문 요청, P02는 수량 확인입니다.</a:t>
            </a:r>
          </a:p>
        </p:txBody>
      </p:sp>
      <p:sp>
        <p:nvSpPr>
          <p:cNvPr id="4" name="">
            <a:extLst xmlns:a="http://schemas.openxmlformats.org/drawingml/2006/main">
              <a:ext uri="{FF2B5EF4-FFF2-40B4-BE49-F238E27FC236}">
                <a16:creationId xmlns:a16="http://schemas.microsoft.com/office/drawing/2014/main" id="{4B9C3E8A-C18F-47AD-BA5D-8C97CCC6FBE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물품번호와 수량의 이름표를 새 업무에 맞춥니다.</a:t>
            </a:r>
          </a:p>
        </p:txBody>
      </p:sp>
      <p:sp>
        <p:nvSpPr>
          <p:cNvPr id="5" name="">
            <a:extLst xmlns:a="http://schemas.openxmlformats.org/drawingml/2006/main">
              <a:ext uri="{FF2B5EF4-FFF2-40B4-BE49-F238E27FC236}">
                <a16:creationId xmlns:a16="http://schemas.microsoft.com/office/drawing/2014/main" id="{485E321D-41A9-4094-B4CB-73D90B8E1A5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293214372"/>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E96876-DC4A-4813-B00A-098A504781D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9184C37-79EE-4261-BE79-83172CB4E69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결과 인계</a:t>
            </a:r>
          </a:p>
        </p:txBody>
      </p:sp>
      <p:sp>
        <p:nvSpPr>
          <p:cNvPr id="3" name="">
            <a:extLst xmlns:a="http://schemas.openxmlformats.org/drawingml/2006/main">
              <a:ext uri="{FF2B5EF4-FFF2-40B4-BE49-F238E27FC236}">
                <a16:creationId xmlns:a16="http://schemas.microsoft.com/office/drawing/2014/main" id="{61FA441B-CF79-43D4-820B-88388861363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A17에서 장치별 상태를 확인합니다.</a:t>
            </a:r>
          </a:p>
        </p:txBody>
      </p:sp>
      <p:sp>
        <p:nvSpPr>
          <p:cNvPr id="4" name="">
            <a:extLst xmlns:a="http://schemas.openxmlformats.org/drawingml/2006/main">
              <a:ext uri="{FF2B5EF4-FFF2-40B4-BE49-F238E27FC236}">
                <a16:creationId xmlns:a16="http://schemas.microsoft.com/office/drawing/2014/main" id="{E508EE22-B0D6-41BF-964C-B7163EB84BB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A18에 파일·명령·입력·결과를 남깁니다.</a:t>
            </a:r>
          </a:p>
        </p:txBody>
      </p:sp>
      <p:sp>
        <p:nvSpPr>
          <p:cNvPr id="5" name="">
            <a:extLst xmlns:a="http://schemas.openxmlformats.org/drawingml/2006/main">
              <a:ext uri="{FF2B5EF4-FFF2-40B4-BE49-F238E27FC236}">
                <a16:creationId xmlns:a16="http://schemas.microsoft.com/office/drawing/2014/main" id="{871F084F-3B16-45E5-A49E-DA7AE085C8E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장비를 확인한 것처럼 적지 않습니다.</a:t>
            </a:r>
          </a:p>
        </p:txBody>
      </p:sp>
      <p:sp>
        <p:nvSpPr>
          <p:cNvPr id="6" name="">
            <a:extLst xmlns:a="http://schemas.openxmlformats.org/drawingml/2006/main">
              <a:ext uri="{FF2B5EF4-FFF2-40B4-BE49-F238E27FC236}">
                <a16:creationId xmlns:a16="http://schemas.microsoft.com/office/drawing/2014/main" id="{B88857C1-965F-4660-A75A-0F875BAF8FE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1648210945"/>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BCE1C2-16EA-4891-8C5A-C2AD19A79BF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88F7FB5-12E6-4C1F-B471-ED9F62A7B39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6교시 확인</a:t>
            </a:r>
          </a:p>
        </p:txBody>
      </p:sp>
      <p:sp>
        <p:nvSpPr>
          <p:cNvPr id="3" name="">
            <a:extLst xmlns:a="http://schemas.openxmlformats.org/drawingml/2006/main">
              <a:ext uri="{FF2B5EF4-FFF2-40B4-BE49-F238E27FC236}">
                <a16:creationId xmlns:a16="http://schemas.microsoft.com/office/drawing/2014/main" id="{D8586F09-B29F-4A08-943B-6E198A1C56A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한 기록의 값과 장치명을 함께 보존합니다.</a:t>
            </a:r>
          </a:p>
        </p:txBody>
      </p:sp>
      <p:sp>
        <p:nvSpPr>
          <p:cNvPr id="4" name="">
            <a:extLst xmlns:a="http://schemas.openxmlformats.org/drawingml/2006/main">
              <a:ext uri="{FF2B5EF4-FFF2-40B4-BE49-F238E27FC236}">
                <a16:creationId xmlns:a16="http://schemas.microsoft.com/office/drawing/2014/main" id="{5DCB84F5-69E1-471B-B17E-F9CD89C425C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 갈래를 숫자 비교보다 앞에 둡니다.</a:t>
            </a:r>
          </a:p>
        </p:txBody>
      </p:sp>
      <p:sp>
        <p:nvSpPr>
          <p:cNvPr id="5" name="">
            <a:extLst xmlns:a="http://schemas.openxmlformats.org/drawingml/2006/main">
              <a:ext uri="{FF2B5EF4-FFF2-40B4-BE49-F238E27FC236}">
                <a16:creationId xmlns:a16="http://schemas.microsoft.com/office/drawing/2014/main" id="{AFB13CFB-7B69-4280-B1A4-9AFB1BCD6CD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합성 데이터 점검과 센서 성능 검증은 다릅니다.</a:t>
            </a:r>
          </a:p>
        </p:txBody>
      </p:sp>
      <p:sp>
        <p:nvSpPr>
          <p:cNvPr id="6" name="">
            <a:extLst xmlns:a="http://schemas.openxmlformats.org/drawingml/2006/main">
              <a:ext uri="{FF2B5EF4-FFF2-40B4-BE49-F238E27FC236}">
                <a16:creationId xmlns:a16="http://schemas.microsoft.com/office/drawing/2014/main" id="{ED32BBFF-F050-4A51-9338-B898D5109AD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914130177"/>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DDB6A1-EEEB-4E2C-86E5-1C58742C7C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8DA16E61-2E04-4CC8-BA44-2888392585C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결과를 설명하기</a:t>
            </a:r>
          </a:p>
        </p:txBody>
      </p:sp>
      <p:sp>
        <p:nvSpPr>
          <p:cNvPr id="3" name="">
            <a:extLst xmlns:a="http://schemas.openxmlformats.org/drawingml/2006/main">
              <a:ext uri="{FF2B5EF4-FFF2-40B4-BE49-F238E27FC236}">
                <a16:creationId xmlns:a16="http://schemas.microsoft.com/office/drawing/2014/main" id="{2D1C3FDF-43B6-499E-B7AA-2A72C907797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무엇을 입력했는지 말합니다.</a:t>
            </a:r>
          </a:p>
        </p:txBody>
      </p:sp>
      <p:sp>
        <p:nvSpPr>
          <p:cNvPr id="4" name="">
            <a:extLst xmlns:a="http://schemas.openxmlformats.org/drawingml/2006/main">
              <a:ext uri="{FF2B5EF4-FFF2-40B4-BE49-F238E27FC236}">
                <a16:creationId xmlns:a16="http://schemas.microsoft.com/office/drawing/2014/main" id="{8D596400-15A0-4140-B09E-AE4560585C1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어떤 규칙을 적용했는지 말합니다.</a:t>
            </a:r>
          </a:p>
        </p:txBody>
      </p:sp>
      <p:sp>
        <p:nvSpPr>
          <p:cNvPr id="5" name="">
            <a:extLst xmlns:a="http://schemas.openxmlformats.org/drawingml/2006/main">
              <a:ext uri="{FF2B5EF4-FFF2-40B4-BE49-F238E27FC236}">
                <a16:creationId xmlns:a16="http://schemas.microsoft.com/office/drawing/2014/main" id="{91F82600-720B-42BE-A5F9-D30B21164F0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실제로 확인한 결과와 남은 질문을 구별합니다.</a:t>
            </a:r>
          </a:p>
        </p:txBody>
      </p:sp>
      <p:sp>
        <p:nvSpPr>
          <p:cNvPr id="6" name="">
            <a:extLst xmlns:a="http://schemas.openxmlformats.org/drawingml/2006/main">
              <a:ext uri="{FF2B5EF4-FFF2-40B4-BE49-F238E27FC236}">
                <a16:creationId xmlns:a16="http://schemas.microsoft.com/office/drawing/2014/main" id="{4A138EAB-A8E7-40E4-A055-23E8C075ED5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1939120070"/>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587608-D2A3-4079-AE40-772360F5249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10/14  Python 기초 · 값과 실행 흐름</a:t>
            </a:r>
          </a:p>
        </p:txBody>
      </p:sp>
      <p:sp>
        <p:nvSpPr>
          <p:cNvPr id="2" name="">
            <a:extLst xmlns:a="http://schemas.openxmlformats.org/drawingml/2006/main">
              <a:ext uri="{FF2B5EF4-FFF2-40B4-BE49-F238E27FC236}">
                <a16:creationId xmlns:a16="http://schemas.microsoft.com/office/drawing/2014/main" id="{065901B0-8457-42A9-80CF-A672B8E4447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저장하고 다음 사람에게 넘기기</a:t>
            </a:r>
          </a:p>
        </p:txBody>
      </p:sp>
      <p:sp>
        <p:nvSpPr>
          <p:cNvPr id="3" name="">
            <a:extLst xmlns:a="http://schemas.openxmlformats.org/drawingml/2006/main">
              <a:ext uri="{FF2B5EF4-FFF2-40B4-BE49-F238E27FC236}">
                <a16:creationId xmlns:a16="http://schemas.microsoft.com/office/drawing/2014/main" id="{59505451-F38F-4EAC-8717-2909AF4338B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작업 파일의 이름과 위치를 적습니다.</a:t>
            </a:r>
          </a:p>
        </p:txBody>
      </p:sp>
      <p:sp>
        <p:nvSpPr>
          <p:cNvPr id="4" name="">
            <a:extLst xmlns:a="http://schemas.openxmlformats.org/drawingml/2006/main">
              <a:ext uri="{FF2B5EF4-FFF2-40B4-BE49-F238E27FC236}">
                <a16:creationId xmlns:a16="http://schemas.microsoft.com/office/drawing/2014/main" id="{173E128B-8481-4D2D-B3D7-FFDAE79614A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수정 이유와 확인 결과를 남깁니다.</a:t>
            </a:r>
          </a:p>
        </p:txBody>
      </p:sp>
      <p:sp>
        <p:nvSpPr>
          <p:cNvPr id="5" name="">
            <a:extLst xmlns:a="http://schemas.openxmlformats.org/drawingml/2006/main">
              <a:ext uri="{FF2B5EF4-FFF2-40B4-BE49-F238E27FC236}">
                <a16:creationId xmlns:a16="http://schemas.microsoft.com/office/drawing/2014/main" id="{E2E216BF-BB1A-4D4C-838A-7818BB7B392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모르는 실제 값은 추측해서 채우지 않습니다.</a:t>
            </a:r>
          </a:p>
        </p:txBody>
      </p:sp>
      <p:sp>
        <p:nvSpPr>
          <p:cNvPr id="6" name="">
            <a:extLst xmlns:a="http://schemas.openxmlformats.org/drawingml/2006/main">
              <a:ext uri="{FF2B5EF4-FFF2-40B4-BE49-F238E27FC236}">
                <a16:creationId xmlns:a16="http://schemas.microsoft.com/office/drawing/2014/main" id="{08A3E4AC-1463-4DB0-B3AC-8D69EDC1044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55833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2026-10-05T03:02:52.4130000Z</dcterms:created>
  <dcterms:modified xsi:type="dcterms:W3CDTF">2026-10-05T03:02:52.4130000Z</dcterms:modified>
</coreProperties>
</file>