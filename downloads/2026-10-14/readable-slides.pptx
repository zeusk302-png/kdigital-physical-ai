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50c28a0108b94b8d" /><ns0:Relationship Type="http://schemas.openxmlformats.org/officeDocument/2006/relationships/extended-properties" Target="/docProps/app.xml" Id="R98170dfa4d8e4f3a" /><ns0:Relationship Type="http://schemas.openxmlformats.org/officeDocument/2006/relationships/officeDocument" Target="/ppt/presentation.xml" Id="Ra90083f5f2d846cb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585f8a8afaef4b6f"/>
  </ns0:sldMasterIdLst>
  <ns0:sldIdLst>
    <ns0:sldId id="256" ns1:id="R7bde208863d94917"/>
    <ns0:sldId id="257" ns1:id="Rde4af496270a400f"/>
    <ns0:sldId id="258" ns1:id="R3d146e49c64047c3"/>
    <ns0:sldId id="259" ns1:id="Rf0e43322d9f94d5e"/>
    <ns0:sldId id="260" ns1:id="R8d9916529e2c47b4"/>
    <ns0:sldId id="261" ns1:id="R5a3fee7dfcd3461c"/>
    <ns0:sldId id="262" ns1:id="Rf52fbab087414423"/>
    <ns0:sldId id="263" ns1:id="R76d08a89d57043ca"/>
    <ns0:sldId id="264" ns1:id="R7831f06e943e483a"/>
    <ns0:sldId id="265" ns1:id="R5f83f55601684f67"/>
    <ns0:sldId id="266" ns1:id="R2631f4ca43fd4de1"/>
    <ns0:sldId id="267" ns1:id="R47c16c71e8c74c11"/>
    <ns0:sldId id="268" ns1:id="R8b98ff8b8fe84ace"/>
    <ns0:sldId id="269" ns1:id="Rabe2ca7258704a6b"/>
    <ns0:sldId id="270" ns1:id="R7f9e08fe429a4dd8"/>
    <ns0:sldId id="271" ns1:id="Re53beba6cf42429a"/>
    <ns0:sldId id="272" ns1:id="R9a555145070a40d7"/>
    <ns0:sldId id="273" ns1:id="R39850d394b1f4e85"/>
    <ns0:sldId id="274" ns1:id="R0e0019bef41545eb"/>
    <ns0:sldId id="275" ns1:id="R85e306bcb6654843"/>
    <ns0:sldId id="276" ns1:id="R40203976c26648ac"/>
    <ns0:sldId id="277" ns1:id="R6c2559ec99954bf9"/>
    <ns0:sldId id="278" ns1:id="R48fa15c315d64610"/>
    <ns0:sldId id="279" ns1:id="R35c55af3860f4aa2"/>
    <ns0:sldId id="280" ns1:id="Re79197aaff3946f7"/>
    <ns0:sldId id="281" ns1:id="R5b8ccb0e26d24765"/>
    <ns0:sldId id="282" ns1:id="Radf55aeb45f44e07"/>
    <ns0:sldId id="283" ns1:id="Rda0ee5f89de942e2"/>
    <ns0:sldId id="284" ns1:id="Rac0d4ddcf4e94576"/>
    <ns0:sldId id="285" ns1:id="R3980ff7545fa439e"/>
    <ns0:sldId id="286" ns1:id="R2f60cbc8d62f430d"/>
    <ns0:sldId id="287" ns1:id="R9347e8defd9c425b"/>
    <ns0:sldId id="288" ns1:id="R8502cdfb5ad9437b"/>
    <ns0:sldId id="289" ns1:id="R1ca56eb523c94b95"/>
    <ns0:sldId id="290" ns1:id="R769b63fba11e4584"/>
    <ns0:sldId id="291" ns1:id="Rb270aa66c8b143fd"/>
    <ns0:sldId id="292" ns1:id="R584efb81739740dd"/>
    <ns0:sldId id="293" ns1:id="R075ee3a45ed24d7d"/>
    <ns0:sldId id="294" ns1:id="Rbb686693ea2443ee"/>
    <ns0:sldId id="295" ns1:id="Ra56f99b5e1c4414c"/>
    <ns0:sldId id="296" ns1:id="R90e7ba86c1f145fd"/>
    <ns0:sldId id="297" ns1:id="R48ffc189d61e4181"/>
    <ns0:sldId id="298" ns1:id="R3b0de36a9b3f4ea4"/>
    <ns0:sldId id="299" ns1:id="Rac8dbe9cc4c54c85"/>
    <ns0:sldId id="300" ns1:id="Ra292865e85bb4cf1"/>
    <ns0:sldId id="301" ns1:id="Rd22f119ffb5744df"/>
    <ns0:sldId id="302" ns1:id="R0b0c18e798ea4470"/>
    <ns0:sldId id="303" ns1:id="R0bef9df60a96458b"/>
    <ns0:sldId id="304" ns1:id="Rd15dbc16d1c24758"/>
    <ns0:sldId id="305" ns1:id="R481425e8b9c6427f"/>
    <ns0:sldId id="306" ns1:id="R8362ecf9d8bc40b4"/>
    <ns0:sldId id="307" ns1:id="Rc014ad447c4e4836"/>
    <ns0:sldId id="308" ns1:id="R209a6dc999194f34"/>
    <ns0:sldId id="309" ns1:id="Re18bcf7150014756"/>
    <ns0:sldId id="310" ns1:id="R2dc2bb3cea4c4500"/>
    <ns0:sldId id="311" ns1:id="Rfd1dbf5fe73e4e05"/>
    <ns0:sldId id="312" ns1:id="Reab5981e00b14704"/>
    <ns0:sldId id="313" ns1:id="R04eb434dea5841e2"/>
    <ns0:sldId id="314" ns1:id="R150b5bcdaa104e82"/>
    <ns0:sldId id="315" ns1:id="Rf491f506cb914f72"/>
    <ns0:sldId id="316" ns1:id="R421a4012291242b7"/>
    <ns0:sldId id="317" ns1:id="R2ba9f4fb4df64fa4"/>
    <ns0:sldId id="318" ns1:id="R310e10ffd35f4eca"/>
    <ns0:sldId id="319" ns1:id="Rb28c1120e4fa4dc8"/>
    <ns0:sldId id="320" ns1:id="R6fd81d9d8d3d48af"/>
    <ns0:sldId id="321" ns1:id="R1b8fe9583c0f44cf"/>
    <ns0:sldId id="322" ns1:id="Rb9071078258e4429"/>
    <ns0:sldId id="323" ns1:id="R9cfd1a0298eb41a8"/>
    <ns0:sldId id="324" ns1:id="R6ffaa5af4dc34ee1"/>
    <ns0:sldId id="325" ns1:id="Re91b0b2b22e547b1"/>
    <ns0:sldId id="326" ns1:id="R3ad52d4c8c5a4167"/>
    <ns0:sldId id="327" ns1:id="R623f0bf5790a418b"/>
    <ns0:sldId id="328" ns1:id="R172c5abb9e2748cf"/>
    <ns0:sldId id="329" ns1:id="Re06c6b6ac8ca4d72"/>
    <ns0:sldId id="330" ns1:id="R54e00ef5b57c465f"/>
    <ns0:sldId id="331" ns1:id="Rab65f4350f2b4be4"/>
    <ns0:sldId id="332" ns1:id="Rfa62249c59d844e0"/>
    <ns0:sldId id="333" ns1:id="Ra541e2e499134a42"/>
    <ns0:sldId id="334" ns1:id="R953fe2b29900428a"/>
    <ns0:sldId id="335" ns1:id="R7fec18948ab54766"/>
    <ns0:sldId id="336" ns1:id="Rac8808e59fa34e56"/>
    <ns0:sldId id="337" ns1:id="R278a2b7c94d245db"/>
    <ns0:sldId id="338" ns1:id="R69aa4e1d3e064735"/>
    <ns0:sldId id="339" ns1:id="Rf4356b5ee36642f0"/>
    <ns0:sldId id="340" ns1:id="R7e675dcbb94444a5"/>
    <ns0:sldId id="341" ns1:id="Rdf86d3bf404b417d"/>
    <ns0:sldId id="342" ns1:id="R49e866f556054821"/>
    <ns0:sldId id="343" ns1:id="Rd06e5299dabf4d75"/>
    <ns0:sldId id="344" ns1:id="R8100c1c9cd594083"/>
    <ns0:sldId id="345" ns1:id="R40a24b6fedf24dc2"/>
    <ns0:sldId id="346" ns1:id="R69d48035f7374b57"/>
    <ns0:sldId id="347" ns1:id="R23a72dbaafe74539"/>
    <ns0:sldId id="348" ns1:id="Rd3c811579bf546b8"/>
    <ns0:sldId id="349" ns1:id="Rab09d6c4c10041fc"/>
    <ns0:sldId id="350" ns1:id="R463a5976068a43df"/>
    <ns0:sldId id="351" ns1:id="R87331c44b1214032"/>
    <ns0:sldId id="352" ns1:id="R32055b5b634b4134"/>
    <ns0:sldId id="353" ns1:id="R3eb948b769f047de"/>
    <ns0:sldId id="354" ns1:id="R461dcd3c41bb4556"/>
    <ns0:sldId id="355" ns1:id="Rb9823d6e973e4659"/>
    <ns0:sldId id="356" ns1:id="R6c7d68fcd1d64930"/>
    <ns0:sldId id="357" ns1:id="R3afa0d3ed58a4588"/>
    <ns0:sldId id="358" ns1:id="Rc9830862a66b4ea4"/>
    <ns0:sldId id="359" ns1:id="Rc92e4383142e4927"/>
    <ns0:sldId id="360" ns1:id="R064d91f6a651414b"/>
    <ns0:sldId id="361" ns1:id="Rd5592661ca8a44d6"/>
    <ns0:sldId id="362" ns1:id="Rf08cd1e606434f6f"/>
    <ns0:sldId id="363" ns1:id="Rc6f8cb41f653467e"/>
    <ns0:sldId id="364" ns1:id="Re47134b6eb764383"/>
    <ns0:sldId id="365" ns1:id="R1e8b7ea40cb74bc4"/>
    <ns0:sldId id="366" ns1:id="R700f6b4b2e934c83"/>
    <ns0:sldId id="367" ns1:id="R828e2dd26ba841f7"/>
    <ns0:sldId id="368" ns1:id="Rf74b26e31aa44f37"/>
    <ns0:sldId id="369" ns1:id="Rd1f947d6c23548c9"/>
    <ns0:sldId id="370" ns1:id="R60828e546eb74628"/>
    <ns0:sldId id="371" ns1:id="R0e7c9c2e32434bde"/>
    <ns0:sldId id="372" ns1:id="Rc48f8c47f03f4e48"/>
    <ns0:sldId id="373" ns1:id="R3904b2c9aebf4217"/>
    <ns0:sldId id="374" ns1:id="Re26560cca44f4421"/>
    <ns0:sldId id="375" ns1:id="R6dedb21e940c4322"/>
    <ns0:sldId id="376" ns1:id="Ra95914efe3dd4ca6"/>
    <ns0:sldId id="377" ns1:id="R5b6b6c3c71414983"/>
    <ns0:sldId id="378" ns1:id="R07108dbfbbbd4552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0117635c13f340a1" /><ns0:Relationship Type="http://schemas.openxmlformats.org/officeDocument/2006/relationships/slideMaster" Target="/ppt/slideMasters/slideMaster1.xml" Id="R585f8a8afaef4b6f" /><ns0:Relationship Type="http://schemas.openxmlformats.org/officeDocument/2006/relationships/presProps" Target="/ppt/presProps.xml" Id="R93442aed7b80492a" /><ns0:Relationship Type="http://schemas.openxmlformats.org/officeDocument/2006/relationships/tableStyles" Target="/ppt/tableStyles.xml" Id="R124d44452aed452e" /><ns0:Relationship Type="http://schemas.openxmlformats.org/officeDocument/2006/relationships/slide" Target="/ppt/slides/slide1.xml" Id="R7bde208863d94917" /><ns0:Relationship Type="http://schemas.openxmlformats.org/officeDocument/2006/relationships/slide" Target="/ppt/slides/slide2.xml" Id="Rde4af496270a400f" /><ns0:Relationship Type="http://schemas.openxmlformats.org/officeDocument/2006/relationships/slide" Target="/ppt/slides/slide3.xml" Id="R3d146e49c64047c3" /><ns0:Relationship Type="http://schemas.openxmlformats.org/officeDocument/2006/relationships/slide" Target="/ppt/slides/slide4.xml" Id="Rf0e43322d9f94d5e" /><ns0:Relationship Type="http://schemas.openxmlformats.org/officeDocument/2006/relationships/slide" Target="/ppt/slides/slide5.xml" Id="R8d9916529e2c47b4" /><ns0:Relationship Type="http://schemas.openxmlformats.org/officeDocument/2006/relationships/slide" Target="/ppt/slides/slide6.xml" Id="R5a3fee7dfcd3461c" /><ns0:Relationship Type="http://schemas.openxmlformats.org/officeDocument/2006/relationships/slide" Target="/ppt/slides/slide7.xml" Id="Rf52fbab087414423" /><ns0:Relationship Type="http://schemas.openxmlformats.org/officeDocument/2006/relationships/slide" Target="/ppt/slides/slide8.xml" Id="R76d08a89d57043ca" /><ns0:Relationship Type="http://schemas.openxmlformats.org/officeDocument/2006/relationships/slide" Target="/ppt/slides/slide9.xml" Id="R7831f06e943e483a" /><ns0:Relationship Type="http://schemas.openxmlformats.org/officeDocument/2006/relationships/slide" Target="/ppt/slides/slide10.xml" Id="R5f83f55601684f67" /><ns0:Relationship Type="http://schemas.openxmlformats.org/officeDocument/2006/relationships/slide" Target="/ppt/slides/slide11.xml" Id="R2631f4ca43fd4de1" /><ns0:Relationship Type="http://schemas.openxmlformats.org/officeDocument/2006/relationships/slide" Target="/ppt/slides/slide12.xml" Id="R47c16c71e8c74c11" /><ns0:Relationship Type="http://schemas.openxmlformats.org/officeDocument/2006/relationships/slide" Target="/ppt/slides/slide13.xml" Id="R8b98ff8b8fe84ace" /><ns0:Relationship Type="http://schemas.openxmlformats.org/officeDocument/2006/relationships/slide" Target="/ppt/slides/slide14.xml" Id="Rabe2ca7258704a6b" /><ns0:Relationship Type="http://schemas.openxmlformats.org/officeDocument/2006/relationships/slide" Target="/ppt/slides/slide15.xml" Id="R7f9e08fe429a4dd8" /><ns0:Relationship Type="http://schemas.openxmlformats.org/officeDocument/2006/relationships/slide" Target="/ppt/slides/slide16.xml" Id="Re53beba6cf42429a" /><ns0:Relationship Type="http://schemas.openxmlformats.org/officeDocument/2006/relationships/slide" Target="/ppt/slides/slide17.xml" Id="R9a555145070a40d7" /><ns0:Relationship Type="http://schemas.openxmlformats.org/officeDocument/2006/relationships/slide" Target="/ppt/slides/slide18.xml" Id="R39850d394b1f4e85" /><ns0:Relationship Type="http://schemas.openxmlformats.org/officeDocument/2006/relationships/slide" Target="/ppt/slides/slide19.xml" Id="R0e0019bef41545eb" /><ns0:Relationship Type="http://schemas.openxmlformats.org/officeDocument/2006/relationships/slide" Target="/ppt/slides/slide20.xml" Id="R85e306bcb6654843" /><ns0:Relationship Type="http://schemas.openxmlformats.org/officeDocument/2006/relationships/slide" Target="/ppt/slides/slide21.xml" Id="R40203976c26648ac" /><ns0:Relationship Type="http://schemas.openxmlformats.org/officeDocument/2006/relationships/slide" Target="/ppt/slides/slide22.xml" Id="R6c2559ec99954bf9" /><ns0:Relationship Type="http://schemas.openxmlformats.org/officeDocument/2006/relationships/slide" Target="/ppt/slides/slide23.xml" Id="R48fa15c315d64610" /><ns0:Relationship Type="http://schemas.openxmlformats.org/officeDocument/2006/relationships/slide" Target="/ppt/slides/slide24.xml" Id="R35c55af3860f4aa2" /><ns0:Relationship Type="http://schemas.openxmlformats.org/officeDocument/2006/relationships/slide" Target="/ppt/slides/slide25.xml" Id="Re79197aaff3946f7" /><ns0:Relationship Type="http://schemas.openxmlformats.org/officeDocument/2006/relationships/slide" Target="/ppt/slides/slide26.xml" Id="R5b8ccb0e26d24765" /><ns0:Relationship Type="http://schemas.openxmlformats.org/officeDocument/2006/relationships/slide" Target="/ppt/slides/slide27.xml" Id="Radf55aeb45f44e07" /><ns0:Relationship Type="http://schemas.openxmlformats.org/officeDocument/2006/relationships/slide" Target="/ppt/slides/slide28.xml" Id="Rda0ee5f89de942e2" /><ns0:Relationship Type="http://schemas.openxmlformats.org/officeDocument/2006/relationships/slide" Target="/ppt/slides/slide29.xml" Id="Rac0d4ddcf4e94576" /><ns0:Relationship Type="http://schemas.openxmlformats.org/officeDocument/2006/relationships/slide" Target="/ppt/slides/slide30.xml" Id="R3980ff7545fa439e" /><ns0:Relationship Type="http://schemas.openxmlformats.org/officeDocument/2006/relationships/slide" Target="/ppt/slides/slide31.xml" Id="R2f60cbc8d62f430d" /><ns0:Relationship Type="http://schemas.openxmlformats.org/officeDocument/2006/relationships/slide" Target="/ppt/slides/slide32.xml" Id="R9347e8defd9c425b" /><ns0:Relationship Type="http://schemas.openxmlformats.org/officeDocument/2006/relationships/slide" Target="/ppt/slides/slide33.xml" Id="R8502cdfb5ad9437b" /><ns0:Relationship Type="http://schemas.openxmlformats.org/officeDocument/2006/relationships/slide" Target="/ppt/slides/slide34.xml" Id="R1ca56eb523c94b95" /><ns0:Relationship Type="http://schemas.openxmlformats.org/officeDocument/2006/relationships/slide" Target="/ppt/slides/slide35.xml" Id="R769b63fba11e4584" /><ns0:Relationship Type="http://schemas.openxmlformats.org/officeDocument/2006/relationships/slide" Target="/ppt/slides/slide36.xml" Id="Rb270aa66c8b143fd" /><ns0:Relationship Type="http://schemas.openxmlformats.org/officeDocument/2006/relationships/slide" Target="/ppt/slides/slide37.xml" Id="R584efb81739740dd" /><ns0:Relationship Type="http://schemas.openxmlformats.org/officeDocument/2006/relationships/slide" Target="/ppt/slides/slide38.xml" Id="R075ee3a45ed24d7d" /><ns0:Relationship Type="http://schemas.openxmlformats.org/officeDocument/2006/relationships/slide" Target="/ppt/slides/slide39.xml" Id="Rbb686693ea2443ee" /><ns0:Relationship Type="http://schemas.openxmlformats.org/officeDocument/2006/relationships/slide" Target="/ppt/slides/slide40.xml" Id="Ra56f99b5e1c4414c" /><ns0:Relationship Type="http://schemas.openxmlformats.org/officeDocument/2006/relationships/slide" Target="/ppt/slides/slide41.xml" Id="R90e7ba86c1f145fd" /><ns0:Relationship Type="http://schemas.openxmlformats.org/officeDocument/2006/relationships/slide" Target="/ppt/slides/slide42.xml" Id="R48ffc189d61e4181" /><ns0:Relationship Type="http://schemas.openxmlformats.org/officeDocument/2006/relationships/slide" Target="/ppt/slides/slide43.xml" Id="R3b0de36a9b3f4ea4" /><ns0:Relationship Type="http://schemas.openxmlformats.org/officeDocument/2006/relationships/slide" Target="/ppt/slides/slide44.xml" Id="Rac8dbe9cc4c54c85" /><ns0:Relationship Type="http://schemas.openxmlformats.org/officeDocument/2006/relationships/slide" Target="/ppt/slides/slide45.xml" Id="Ra292865e85bb4cf1" /><ns0:Relationship Type="http://schemas.openxmlformats.org/officeDocument/2006/relationships/slide" Target="/ppt/slides/slide46.xml" Id="Rd22f119ffb5744df" /><ns0:Relationship Type="http://schemas.openxmlformats.org/officeDocument/2006/relationships/slide" Target="/ppt/slides/slide47.xml" Id="R0b0c18e798ea4470" /><ns0:Relationship Type="http://schemas.openxmlformats.org/officeDocument/2006/relationships/slide" Target="/ppt/slides/slide48.xml" Id="R0bef9df60a96458b" /><ns0:Relationship Type="http://schemas.openxmlformats.org/officeDocument/2006/relationships/slide" Target="/ppt/slides/slide49.xml" Id="Rd15dbc16d1c24758" /><ns0:Relationship Type="http://schemas.openxmlformats.org/officeDocument/2006/relationships/slide" Target="/ppt/slides/slide50.xml" Id="R481425e8b9c6427f" /><ns0:Relationship Type="http://schemas.openxmlformats.org/officeDocument/2006/relationships/slide" Target="/ppt/slides/slide51.xml" Id="R8362ecf9d8bc40b4" /><ns0:Relationship Type="http://schemas.openxmlformats.org/officeDocument/2006/relationships/slide" Target="/ppt/slides/slide52.xml" Id="Rc014ad447c4e4836" /><ns0:Relationship Type="http://schemas.openxmlformats.org/officeDocument/2006/relationships/slide" Target="/ppt/slides/slide53.xml" Id="R209a6dc999194f34" /><ns0:Relationship Type="http://schemas.openxmlformats.org/officeDocument/2006/relationships/slide" Target="/ppt/slides/slide54.xml" Id="Re18bcf7150014756" /><ns0:Relationship Type="http://schemas.openxmlformats.org/officeDocument/2006/relationships/slide" Target="/ppt/slides/slide55.xml" Id="R2dc2bb3cea4c4500" /><ns0:Relationship Type="http://schemas.openxmlformats.org/officeDocument/2006/relationships/slide" Target="/ppt/slides/slide56.xml" Id="Rfd1dbf5fe73e4e05" /><ns0:Relationship Type="http://schemas.openxmlformats.org/officeDocument/2006/relationships/slide" Target="/ppt/slides/slide57.xml" Id="Reab5981e00b14704" /><ns0:Relationship Type="http://schemas.openxmlformats.org/officeDocument/2006/relationships/slide" Target="/ppt/slides/slide58.xml" Id="R04eb434dea5841e2" /><ns0:Relationship Type="http://schemas.openxmlformats.org/officeDocument/2006/relationships/slide" Target="/ppt/slides/slide59.xml" Id="R150b5bcdaa104e82" /><ns0:Relationship Type="http://schemas.openxmlformats.org/officeDocument/2006/relationships/slide" Target="/ppt/slides/slide60.xml" Id="Rf491f506cb914f72" /><ns0:Relationship Type="http://schemas.openxmlformats.org/officeDocument/2006/relationships/slide" Target="/ppt/slides/slide61.xml" Id="R421a4012291242b7" /><ns0:Relationship Type="http://schemas.openxmlformats.org/officeDocument/2006/relationships/slide" Target="/ppt/slides/slide62.xml" Id="R2ba9f4fb4df64fa4" /><ns0:Relationship Type="http://schemas.openxmlformats.org/officeDocument/2006/relationships/slide" Target="/ppt/slides/slide63.xml" Id="R310e10ffd35f4eca" /><ns0:Relationship Type="http://schemas.openxmlformats.org/officeDocument/2006/relationships/slide" Target="/ppt/slides/slide64.xml" Id="Rb28c1120e4fa4dc8" /><ns0:Relationship Type="http://schemas.openxmlformats.org/officeDocument/2006/relationships/slide" Target="/ppt/slides/slide65.xml" Id="R6fd81d9d8d3d48af" /><ns0:Relationship Type="http://schemas.openxmlformats.org/officeDocument/2006/relationships/slide" Target="/ppt/slides/slide66.xml" Id="R1b8fe9583c0f44cf" /><ns0:Relationship Type="http://schemas.openxmlformats.org/officeDocument/2006/relationships/slide" Target="/ppt/slides/slide67.xml" Id="Rb9071078258e4429" /><ns0:Relationship Type="http://schemas.openxmlformats.org/officeDocument/2006/relationships/slide" Target="/ppt/slides/slide68.xml" Id="R9cfd1a0298eb41a8" /><ns0:Relationship Type="http://schemas.openxmlformats.org/officeDocument/2006/relationships/slide" Target="/ppt/slides/slide69.xml" Id="R6ffaa5af4dc34ee1" /><ns0:Relationship Type="http://schemas.openxmlformats.org/officeDocument/2006/relationships/slide" Target="/ppt/slides/slide70.xml" Id="Re91b0b2b22e547b1" /><ns0:Relationship Type="http://schemas.openxmlformats.org/officeDocument/2006/relationships/slide" Target="/ppt/slides/slide71.xml" Id="R3ad52d4c8c5a4167" /><ns0:Relationship Type="http://schemas.openxmlformats.org/officeDocument/2006/relationships/slide" Target="/ppt/slides/slide72.xml" Id="R623f0bf5790a418b" /><ns0:Relationship Type="http://schemas.openxmlformats.org/officeDocument/2006/relationships/slide" Target="/ppt/slides/slide73.xml" Id="R172c5abb9e2748cf" /><ns0:Relationship Type="http://schemas.openxmlformats.org/officeDocument/2006/relationships/slide" Target="/ppt/slides/slide74.xml" Id="Re06c6b6ac8ca4d72" /><ns0:Relationship Type="http://schemas.openxmlformats.org/officeDocument/2006/relationships/slide" Target="/ppt/slides/slide75.xml" Id="R54e00ef5b57c465f" /><ns0:Relationship Type="http://schemas.openxmlformats.org/officeDocument/2006/relationships/slide" Target="/ppt/slides/slide76.xml" Id="Rab65f4350f2b4be4" /><ns0:Relationship Type="http://schemas.openxmlformats.org/officeDocument/2006/relationships/slide" Target="/ppt/slides/slide77.xml" Id="Rfa62249c59d844e0" /><ns0:Relationship Type="http://schemas.openxmlformats.org/officeDocument/2006/relationships/slide" Target="/ppt/slides/slide78.xml" Id="Ra541e2e499134a42" /><ns0:Relationship Type="http://schemas.openxmlformats.org/officeDocument/2006/relationships/slide" Target="/ppt/slides/slide79.xml" Id="R953fe2b29900428a" /><ns0:Relationship Type="http://schemas.openxmlformats.org/officeDocument/2006/relationships/slide" Target="/ppt/slides/slide80.xml" Id="R7fec18948ab54766" /><ns0:Relationship Type="http://schemas.openxmlformats.org/officeDocument/2006/relationships/slide" Target="/ppt/slides/slide81.xml" Id="Rac8808e59fa34e56" /><ns0:Relationship Type="http://schemas.openxmlformats.org/officeDocument/2006/relationships/slide" Target="/ppt/slides/slide82.xml" Id="R278a2b7c94d245db" /><ns0:Relationship Type="http://schemas.openxmlformats.org/officeDocument/2006/relationships/slide" Target="/ppt/slides/slide83.xml" Id="R69aa4e1d3e064735" /><ns0:Relationship Type="http://schemas.openxmlformats.org/officeDocument/2006/relationships/slide" Target="/ppt/slides/slide84.xml" Id="Rf4356b5ee36642f0" /><ns0:Relationship Type="http://schemas.openxmlformats.org/officeDocument/2006/relationships/slide" Target="/ppt/slides/slide85.xml" Id="R7e675dcbb94444a5" /><ns0:Relationship Type="http://schemas.openxmlformats.org/officeDocument/2006/relationships/slide" Target="/ppt/slides/slide86.xml" Id="Rdf86d3bf404b417d" /><ns0:Relationship Type="http://schemas.openxmlformats.org/officeDocument/2006/relationships/slide" Target="/ppt/slides/slide87.xml" Id="R49e866f556054821" /><ns0:Relationship Type="http://schemas.openxmlformats.org/officeDocument/2006/relationships/slide" Target="/ppt/slides/slide88.xml" Id="Rd06e5299dabf4d75" /><ns0:Relationship Type="http://schemas.openxmlformats.org/officeDocument/2006/relationships/slide" Target="/ppt/slides/slide89.xml" Id="R8100c1c9cd594083" /><ns0:Relationship Type="http://schemas.openxmlformats.org/officeDocument/2006/relationships/slide" Target="/ppt/slides/slide90.xml" Id="R40a24b6fedf24dc2" /><ns0:Relationship Type="http://schemas.openxmlformats.org/officeDocument/2006/relationships/slide" Target="/ppt/slides/slide91.xml" Id="R69d48035f7374b57" /><ns0:Relationship Type="http://schemas.openxmlformats.org/officeDocument/2006/relationships/slide" Target="/ppt/slides/slide92.xml" Id="R23a72dbaafe74539" /><ns0:Relationship Type="http://schemas.openxmlformats.org/officeDocument/2006/relationships/slide" Target="/ppt/slides/slide93.xml" Id="Rd3c811579bf546b8" /><ns0:Relationship Type="http://schemas.openxmlformats.org/officeDocument/2006/relationships/slide" Target="/ppt/slides/slide94.xml" Id="Rab09d6c4c10041fc" /><ns0:Relationship Type="http://schemas.openxmlformats.org/officeDocument/2006/relationships/slide" Target="/ppt/slides/slide95.xml" Id="R463a5976068a43df" /><ns0:Relationship Type="http://schemas.openxmlformats.org/officeDocument/2006/relationships/slide" Target="/ppt/slides/slide96.xml" Id="R87331c44b1214032" /><ns0:Relationship Type="http://schemas.openxmlformats.org/officeDocument/2006/relationships/slide" Target="/ppt/slides/slide97.xml" Id="R32055b5b634b4134" /><ns0:Relationship Type="http://schemas.openxmlformats.org/officeDocument/2006/relationships/slide" Target="/ppt/slides/slide98.xml" Id="R3eb948b769f047de" /><ns0:Relationship Type="http://schemas.openxmlformats.org/officeDocument/2006/relationships/slide" Target="/ppt/slides/slide99.xml" Id="R461dcd3c41bb4556" /><ns0:Relationship Type="http://schemas.openxmlformats.org/officeDocument/2006/relationships/slide" Target="/ppt/slides/slide100.xml" Id="Rb9823d6e973e4659" /><ns0:Relationship Type="http://schemas.openxmlformats.org/officeDocument/2006/relationships/slide" Target="/ppt/slides/slide101.xml" Id="R6c7d68fcd1d64930" /><ns0:Relationship Type="http://schemas.openxmlformats.org/officeDocument/2006/relationships/slide" Target="/ppt/slides/slide102.xml" Id="R3afa0d3ed58a4588" /><ns0:Relationship Type="http://schemas.openxmlformats.org/officeDocument/2006/relationships/slide" Target="/ppt/slides/slide103.xml" Id="Rc9830862a66b4ea4" /><ns0:Relationship Type="http://schemas.openxmlformats.org/officeDocument/2006/relationships/slide" Target="/ppt/slides/slide104.xml" Id="Rc92e4383142e4927" /><ns0:Relationship Type="http://schemas.openxmlformats.org/officeDocument/2006/relationships/slide" Target="/ppt/slides/slide105.xml" Id="R064d91f6a651414b" /><ns0:Relationship Type="http://schemas.openxmlformats.org/officeDocument/2006/relationships/slide" Target="/ppt/slides/slide106.xml" Id="Rd5592661ca8a44d6" /><ns0:Relationship Type="http://schemas.openxmlformats.org/officeDocument/2006/relationships/slide" Target="/ppt/slides/slide107.xml" Id="Rf08cd1e606434f6f" /><ns0:Relationship Type="http://schemas.openxmlformats.org/officeDocument/2006/relationships/slide" Target="/ppt/slides/slide108.xml" Id="Rc6f8cb41f653467e" /><ns0:Relationship Type="http://schemas.openxmlformats.org/officeDocument/2006/relationships/slide" Target="/ppt/slides/slide109.xml" Id="Re47134b6eb764383" /><ns0:Relationship Type="http://schemas.openxmlformats.org/officeDocument/2006/relationships/slide" Target="/ppt/slides/slide110.xml" Id="R1e8b7ea40cb74bc4" /><ns0:Relationship Type="http://schemas.openxmlformats.org/officeDocument/2006/relationships/slide" Target="/ppt/slides/slide111.xml" Id="R700f6b4b2e934c83" /><ns0:Relationship Type="http://schemas.openxmlformats.org/officeDocument/2006/relationships/slide" Target="/ppt/slides/slide112.xml" Id="R828e2dd26ba841f7" /><ns0:Relationship Type="http://schemas.openxmlformats.org/officeDocument/2006/relationships/slide" Target="/ppt/slides/slide113.xml" Id="Rf74b26e31aa44f37" /><ns0:Relationship Type="http://schemas.openxmlformats.org/officeDocument/2006/relationships/slide" Target="/ppt/slides/slide114.xml" Id="Rd1f947d6c23548c9" /><ns0:Relationship Type="http://schemas.openxmlformats.org/officeDocument/2006/relationships/slide" Target="/ppt/slides/slide115.xml" Id="R60828e546eb74628" /><ns0:Relationship Type="http://schemas.openxmlformats.org/officeDocument/2006/relationships/slide" Target="/ppt/slides/slide116.xml" Id="R0e7c9c2e32434bde" /><ns0:Relationship Type="http://schemas.openxmlformats.org/officeDocument/2006/relationships/slide" Target="/ppt/slides/slide117.xml" Id="Rc48f8c47f03f4e48" /><ns0:Relationship Type="http://schemas.openxmlformats.org/officeDocument/2006/relationships/slide" Target="/ppt/slides/slide118.xml" Id="R3904b2c9aebf4217" /><ns0:Relationship Type="http://schemas.openxmlformats.org/officeDocument/2006/relationships/slide" Target="/ppt/slides/slide119.xml" Id="Re26560cca44f4421" /><ns0:Relationship Type="http://schemas.openxmlformats.org/officeDocument/2006/relationships/slide" Target="/ppt/slides/slide120.xml" Id="R6dedb21e940c4322" /><ns0:Relationship Type="http://schemas.openxmlformats.org/officeDocument/2006/relationships/slide" Target="/ppt/slides/slide121.xml" Id="Ra95914efe3dd4ca6" /><ns0:Relationship Type="http://schemas.openxmlformats.org/officeDocument/2006/relationships/slide" Target="/ppt/slides/slide122.xml" Id="R5b6b6c3c71414983" /><ns0:Relationship Type="http://schemas.openxmlformats.org/officeDocument/2006/relationships/slide" Target="/ppt/slides/slide123.xml" Id="R07108dbfbbbd4552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e22e9a1e80094f8e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3f7493bcc6d04bc0" /><ns0:Relationship Type="http://schemas.openxmlformats.org/officeDocument/2006/relationships/slideLayout" Target="/ppt/slideLayouts/slideLayout1.xml" Id="R6b367b87ed4a4f86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367b87ed4a4f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f297cae0454c9a" /><ns0:Relationship Type="http://schemas.openxmlformats.org/officeDocument/2006/relationships/image" Target="/ppt/media/image.png" Id="R21825a45b6ac4345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2366c262f474915" /><ns0:Relationship Type="http://schemas.openxmlformats.org/officeDocument/2006/relationships/image" Target="/ppt/media/image2.png" Id="R839eb7b55fb34e3f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8724662b8c74f8c" /><ns0:Relationship Type="http://schemas.openxmlformats.org/officeDocument/2006/relationships/image" Target="../media/image2.png" Id="R557a11002c144e5c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f5187f446864d16" /><ns0:Relationship Type="http://schemas.openxmlformats.org/officeDocument/2006/relationships/image" Target="../media/image2.png" Id="R80cd95534fc14a28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03c9a8ccae42b8" /><ns0:Relationship Type="http://schemas.openxmlformats.org/officeDocument/2006/relationships/image" Target="../media/image2.png" Id="R2f20332725964927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9728ffb9544fe5" /><ns0:Relationship Type="http://schemas.openxmlformats.org/officeDocument/2006/relationships/image" Target="../media/image2.png" Id="R33d9958bcaef4c72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fba18cc2d914c71" /><ns0:Relationship Type="http://schemas.openxmlformats.org/officeDocument/2006/relationships/image" Target="../media/image2.png" Id="R94f65ee2fb694f6c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4d8d3826eaf49be" /><ns0:Relationship Type="http://schemas.openxmlformats.org/officeDocument/2006/relationships/image" Target="../media/image.png" Id="R045ad8f17e6a4659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23269c81ec4b03" /><ns0:Relationship Type="http://schemas.openxmlformats.org/officeDocument/2006/relationships/image" Target="../media/image2.png" Id="R0d27d63b74b4462a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229b766f964400" /><ns0:Relationship Type="http://schemas.openxmlformats.org/officeDocument/2006/relationships/image" Target="../media/image2.png" Id="Ra39793161f704d22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62af167e54547b9" /><ns0:Relationship Type="http://schemas.openxmlformats.org/officeDocument/2006/relationships/image" Target="../media/image.png" Id="R78bffb1e337d434f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859f5c7bd44594" /><ns0:Relationship Type="http://schemas.openxmlformats.org/officeDocument/2006/relationships/image" Target="../media/image2.png" Id="Rf653af95e5d54052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03493e38b774cde" /><ns0:Relationship Type="http://schemas.openxmlformats.org/officeDocument/2006/relationships/image" Target="../media/image2.png" Id="R4cb861eb30a1441e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3de2d1bf4d04d24" /><ns0:Relationship Type="http://schemas.openxmlformats.org/officeDocument/2006/relationships/image" Target="../media/image2.png" Id="Rcfea58f170934ea2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26ff4b69e924039" /><ns0:Relationship Type="http://schemas.openxmlformats.org/officeDocument/2006/relationships/image" Target="../media/image2.png" Id="R955060dde608403c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5be2fb5c75649ce" /><ns0:Relationship Type="http://schemas.openxmlformats.org/officeDocument/2006/relationships/image" Target="../media/image2.png" Id="Rdb8a5afbbe084f0a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730bd33a35843b8" /><ns0:Relationship Type="http://schemas.openxmlformats.org/officeDocument/2006/relationships/image" Target="../media/image.png" Id="Rfe8be9101d724ff2" /><ns0:Relationship Id="rIdLink1" Type="http://schemas.openxmlformats.org/officeDocument/2006/relationships/hyperlink" Target="https://zeusk302-png.github.io/kdigital-physical-ai/#/sessions/2026-10-14/activity-A02" TargetMode="External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5f9a07c9aef4a7a" /><ns0:Relationship Type="http://schemas.openxmlformats.org/officeDocument/2006/relationships/image" Target="../media/image2.png" Id="Re60a4748e74447a1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99fa558f99846fb" /><ns0:Relationship Type="http://schemas.openxmlformats.org/officeDocument/2006/relationships/image" Target="../media/image2.png" Id="R6f60dbd34c2642f5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bab2375902b45b2" /><ns0:Relationship Type="http://schemas.openxmlformats.org/officeDocument/2006/relationships/image" Target="../media/image.png" Id="R4c182316c8794a9a" /><ns0:Relationship Id="rIdLink1" Type="http://schemas.openxmlformats.org/officeDocument/2006/relationships/hyperlink" Target="https://zeusk302-png.github.io/kdigital-physical-ai/#/sessions/2026-10-14/activity-A03" TargetMode="External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0bc8b92b064a55" /><ns0:Relationship Type="http://schemas.openxmlformats.org/officeDocument/2006/relationships/image" Target="../media/image2.png" Id="Rce4be05b8f6e4a80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09d108840484239" /><ns0:Relationship Type="http://schemas.openxmlformats.org/officeDocument/2006/relationships/image" Target="../media/image.png" Id="R9f71b6c02b37466f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0efb379271d4418" /><ns0:Relationship Type="http://schemas.openxmlformats.org/officeDocument/2006/relationships/image" Target="../media/image2.png" Id="Rc605b11f8e8a4a2d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1f4b547cf8e43cf" /><ns0:Relationship Type="http://schemas.openxmlformats.org/officeDocument/2006/relationships/image" Target="../media/image2.png" Id="R61695554fdab4fd2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9c6e8c144f946e6" /><ns0:Relationship Type="http://schemas.openxmlformats.org/officeDocument/2006/relationships/image" Target="../media/image.png" Id="R06f310e4a7a04bc5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66ce4c2aa44a95" /><ns0:Relationship Type="http://schemas.openxmlformats.org/officeDocument/2006/relationships/image" Target="../media/image2.png" Id="Re5578737d5604695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77bcd52ad26495b" /><ns0:Relationship Type="http://schemas.openxmlformats.org/officeDocument/2006/relationships/image" Target="../media/image2.png" Id="R5d435cbead914978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ef850b3bcfa4e52" /><ns0:Relationship Type="http://schemas.openxmlformats.org/officeDocument/2006/relationships/image" Target="../media/image2.png" Id="Rc5adcbaf204248d7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53a3f3d4ac947f7" /><ns0:Relationship Type="http://schemas.openxmlformats.org/officeDocument/2006/relationships/image" Target="../media/image2.png" Id="R8b24298a5b8e4408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824efb9373416b" /><ns0:Relationship Type="http://schemas.openxmlformats.org/officeDocument/2006/relationships/image" Target="../media/image.png" Id="R80250d9dc8854948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385c8952a24ba2" /><ns0:Relationship Type="http://schemas.openxmlformats.org/officeDocument/2006/relationships/image" Target="../media/image2.png" Id="Ra6df366b497b4695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8dac16818594bb2" /><ns0:Relationship Type="http://schemas.openxmlformats.org/officeDocument/2006/relationships/image" Target="../media/image2.png" Id="Rb394193aff2e4f23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91d062cff7f4ba2" /><ns0:Relationship Type="http://schemas.openxmlformats.org/officeDocument/2006/relationships/image" Target="../media/image.png" Id="Rce6008749a9d4c80" /><ns0:Relationship Id="rIdLink1" Type="http://schemas.openxmlformats.org/officeDocument/2006/relationships/hyperlink" Target="https://zeusk302-png.github.io/kdigital-physical-ai/#/sessions/2026-10-14/activity-A04" TargetMode="External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590f59114d64ccc" /><ns0:Relationship Type="http://schemas.openxmlformats.org/officeDocument/2006/relationships/image" Target="../media/image2.png" Id="Re9ecaeac239d4cdd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35263af4c884cd8" /><ns0:Relationship Type="http://schemas.openxmlformats.org/officeDocument/2006/relationships/image" Target="../media/image.png" Id="R0748d9f381434595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84f082c19494027" /><ns0:Relationship Type="http://schemas.openxmlformats.org/officeDocument/2006/relationships/image" Target="../media/image2.png" Id="R0ff266a6e6f7454b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92335375f704d09" /><ns0:Relationship Type="http://schemas.openxmlformats.org/officeDocument/2006/relationships/image" Target="../media/image2.png" Id="R79951a53c6be477a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b572c9c054b4129" /><ns0:Relationship Type="http://schemas.openxmlformats.org/officeDocument/2006/relationships/image" Target="../media/image.png" Id="R694b226b22c441d8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8a20f54e56a4e98" /><ns0:Relationship Type="http://schemas.openxmlformats.org/officeDocument/2006/relationships/image" Target="../media/image2.png" Id="R1b619c1753644ac4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0fa8924c5464329" /><ns0:Relationship Type="http://schemas.openxmlformats.org/officeDocument/2006/relationships/image" Target="../media/image2.png" Id="R59c04319e80a4a16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435997f5b4b4833" /><ns0:Relationship Type="http://schemas.openxmlformats.org/officeDocument/2006/relationships/image" Target="../media/image2.png" Id="R406af098d5db4efd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7359c38994a4c6d" /><ns0:Relationship Type="http://schemas.openxmlformats.org/officeDocument/2006/relationships/image" Target="../media/image.png" Id="Rf2d9333c4fba42da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47c17bf0df4809" /><ns0:Relationship Type="http://schemas.openxmlformats.org/officeDocument/2006/relationships/image" Target="../media/image2.png" Id="Ra5950e75547d40bc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b5c3ed643bc48e5" /><ns0:Relationship Type="http://schemas.openxmlformats.org/officeDocument/2006/relationships/image" Target="../media/image2.png" Id="R34e226487dcb404d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d73b24e6652430d" /><ns0:Relationship Type="http://schemas.openxmlformats.org/officeDocument/2006/relationships/image" Target="../media/image2.png" Id="R6bd0486ff09c4a21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7ed70ccf0d4f81" /><ns0:Relationship Type="http://schemas.openxmlformats.org/officeDocument/2006/relationships/image" Target="../media/image.png" Id="R24e67b026d7a477d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a8afc43af5a48e5" /><ns0:Relationship Type="http://schemas.openxmlformats.org/officeDocument/2006/relationships/image" Target="../media/image2.png" Id="R29f7cee6b57b4a61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eefc9e47bc461e" /><ns0:Relationship Type="http://schemas.openxmlformats.org/officeDocument/2006/relationships/image" Target="../media/image2.png" Id="R00b6be3e78c44a8a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2f14fbf9dc4d8d" /><ns0:Relationship Type="http://schemas.openxmlformats.org/officeDocument/2006/relationships/image" Target="../media/image2.png" Id="Raeef487400a84ded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a9ed393c00342d8" /><ns0:Relationship Type="http://schemas.openxmlformats.org/officeDocument/2006/relationships/image" Target="../media/image2.png" Id="Rac5bae11a44d41c9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fb0808835b74055" /><ns0:Relationship Type="http://schemas.openxmlformats.org/officeDocument/2006/relationships/image" Target="../media/image2.png" Id="R6901109ef5294105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620d3218fc4609" /><ns0:Relationship Type="http://schemas.openxmlformats.org/officeDocument/2006/relationships/image" Target="../media/image2.png" Id="R1aef448709204d99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129c06f5e9a4dec" /><ns0:Relationship Type="http://schemas.openxmlformats.org/officeDocument/2006/relationships/image" Target="../media/image2.png" Id="R0ee8bbf5aa1d45aa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4909da85cda42de" /><ns0:Relationship Type="http://schemas.openxmlformats.org/officeDocument/2006/relationships/image" Target="../media/image2.png" Id="R4d4a7f0ab28640c6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4b00b2a1a654d0d" /><ns0:Relationship Type="http://schemas.openxmlformats.org/officeDocument/2006/relationships/image" Target="../media/image.png" Id="Rdda5e7945c8f4621" /><ns0:Relationship Id="rIdLink1" Type="http://schemas.openxmlformats.org/officeDocument/2006/relationships/hyperlink" Target="https://zeusk302-png.github.io/kdigital-physical-ai/#/sessions/2026-10-14/activity-A07" TargetMode="External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09ea5cda8e4aae" /><ns0:Relationship Type="http://schemas.openxmlformats.org/officeDocument/2006/relationships/image" Target="../media/image2.png" Id="Rb77fc5450c514c5d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608362a5aac4828" /><ns0:Relationship Type="http://schemas.openxmlformats.org/officeDocument/2006/relationships/image" Target="../media/image2.png" Id="R5aec8b79c8694729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74d3a3c23004e42" /><ns0:Relationship Type="http://schemas.openxmlformats.org/officeDocument/2006/relationships/image" Target="../media/image.png" Id="R943cf0057c9048b4" /><ns0:Relationship Id="rIdLink1" Type="http://schemas.openxmlformats.org/officeDocument/2006/relationships/hyperlink" Target="https://zeusk302-png.github.io/kdigital-physical-ai/#/sessions/2026-10-14/activity-A08" TargetMode="External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f695f1a37d41dc" /><ns0:Relationship Type="http://schemas.openxmlformats.org/officeDocument/2006/relationships/image" Target="../media/image2.png" Id="Rc06df1877cfe40a5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09cec6d18c843a5" /><ns0:Relationship Type="http://schemas.openxmlformats.org/officeDocument/2006/relationships/image" Target="../media/image.png" Id="R3044b182a35646b3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56253620d44834" /><ns0:Relationship Type="http://schemas.openxmlformats.org/officeDocument/2006/relationships/image" Target="../media/image2.png" Id="Ra6131a59b97041e7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5d7d5c54da4437" /><ns0:Relationship Type="http://schemas.openxmlformats.org/officeDocument/2006/relationships/image" Target="../media/image2.png" Id="R3000e756a3ed44c9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916f6c997ba4551" /><ns0:Relationship Type="http://schemas.openxmlformats.org/officeDocument/2006/relationships/image" Target="../media/image.png" Id="Re3e5192d76c747d0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2ce4fb8b2cb47e1" /><ns0:Relationship Type="http://schemas.openxmlformats.org/officeDocument/2006/relationships/image" Target="../media/image2.png" Id="R95021d3abea049b7" /></ns0:Relationships>
</file>

<file path=ppt/slides/_rels/slide6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0bfecfb91c24e24" /><ns0:Relationship Type="http://schemas.openxmlformats.org/officeDocument/2006/relationships/image" Target="../media/image2.png" Id="Ra8d1268377c3452f" /></ns0:Relationships>
</file>

<file path=ppt/slides/_rels/slide6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a9761d6feef48c8" /><ns0:Relationship Type="http://schemas.openxmlformats.org/officeDocument/2006/relationships/image" Target="../media/image2.png" Id="R208de35192014222" /></ns0:Relationships>
</file>

<file path=ppt/slides/_rels/slide6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f4c215e77c3434b" /><ns0:Relationship Type="http://schemas.openxmlformats.org/officeDocument/2006/relationships/image" Target="../media/image2.png" Id="R7b3b502e502044b9" /></ns0:Relationships>
</file>

<file path=ppt/slides/_rels/slide6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0462b5992a4940" /><ns0:Relationship Type="http://schemas.openxmlformats.org/officeDocument/2006/relationships/image" Target="../media/image.png" Id="R7be947d19bd94de0" /></ns0:Relationships>
</file>

<file path=ppt/slides/_rels/slide6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07cfa8579df44e0" /><ns0:Relationship Type="http://schemas.openxmlformats.org/officeDocument/2006/relationships/image" Target="../media/image2.png" Id="R0d676ff04b084a39" /></ns0:Relationships>
</file>

<file path=ppt/slides/_rels/slide7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8efda0992d940ff" /><ns0:Relationship Type="http://schemas.openxmlformats.org/officeDocument/2006/relationships/image" Target="../media/image2.png" Id="R8e8fbf19eabb4fca" /></ns0:Relationships>
</file>

<file path=ppt/slides/_rels/slide7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a40f218348c4839" /><ns0:Relationship Type="http://schemas.openxmlformats.org/officeDocument/2006/relationships/image" Target="../media/image2.png" Id="R511e27aa7ae044b6" /></ns0:Relationships>
</file>

<file path=ppt/slides/_rels/slide7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e9e6e10e7954a7d" /><ns0:Relationship Type="http://schemas.openxmlformats.org/officeDocument/2006/relationships/image" Target="../media/image2.png" Id="Rb1dd7023115a4549" /></ns0:Relationships>
</file>

<file path=ppt/slides/_rels/slide7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a4084e184654341" /><ns0:Relationship Type="http://schemas.openxmlformats.org/officeDocument/2006/relationships/image" Target="../media/image2.png" Id="R355736dd260e4208" /></ns0:Relationships>
</file>

<file path=ppt/slides/_rels/slide7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eaee257a7094f84" /><ns0:Relationship Type="http://schemas.openxmlformats.org/officeDocument/2006/relationships/image" Target="../media/image.png" Id="R36ba6a1fd5204060" /><ns0:Relationship Id="rIdLink1" Type="http://schemas.openxmlformats.org/officeDocument/2006/relationships/hyperlink" Target="https://zeusk302-png.github.io/kdigital-physical-ai/#/sessions/2026-10-14/activity-A11" TargetMode="External" /></ns0:Relationships>
</file>

<file path=ppt/slides/_rels/slide7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1aea556a6454ab2" /><ns0:Relationship Type="http://schemas.openxmlformats.org/officeDocument/2006/relationships/image" Target="../media/image2.png" Id="R6cc8d70009cc4b5f" /></ns0:Relationships>
</file>

<file path=ppt/slides/_rels/slide7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e2b3edac0a449e4" /><ns0:Relationship Type="http://schemas.openxmlformats.org/officeDocument/2006/relationships/image" Target="../media/image.png" Id="R0efbfff0381e43ea" /></ns0:Relationships>
</file>

<file path=ppt/slides/_rels/slide7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e84a0361d864895" /><ns0:Relationship Type="http://schemas.openxmlformats.org/officeDocument/2006/relationships/image" Target="../media/image2.png" Id="R9d149c7398124f84" /></ns0:Relationships>
</file>

<file path=ppt/slides/_rels/slide7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df4b68dfc99464e" /><ns0:Relationship Type="http://schemas.openxmlformats.org/officeDocument/2006/relationships/image" Target="../media/image2.png" Id="R9a25adbc87304e64" /></ns0:Relationships>
</file>

<file path=ppt/slides/_rels/slide7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00d450f771e48f6" /><ns0:Relationship Type="http://schemas.openxmlformats.org/officeDocument/2006/relationships/image" Target="../media/image.png" Id="R5087f1a62875402a" /></ns0:Relationships>
</file>

<file path=ppt/slides/_rels/slide8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fda9a3d67d4454" /><ns0:Relationship Type="http://schemas.openxmlformats.org/officeDocument/2006/relationships/image" Target="../media/image2.png" Id="Rabf860c20e1144c1" /></ns0:Relationships>
</file>

<file path=ppt/slides/_rels/slide8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f47955aa9744420" /><ns0:Relationship Type="http://schemas.openxmlformats.org/officeDocument/2006/relationships/image" Target="../media/image2.png" Id="R5b32a6749368406e" /></ns0:Relationships>
</file>

<file path=ppt/slides/_rels/slide8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9f8cc64bb694e97" /><ns0:Relationship Type="http://schemas.openxmlformats.org/officeDocument/2006/relationships/image" Target="../media/image2.png" Id="R19897569a6844f86" /></ns0:Relationships>
</file>

<file path=ppt/slides/_rels/slide8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d01587635264ba8" /><ns0:Relationship Type="http://schemas.openxmlformats.org/officeDocument/2006/relationships/image" Target="../media/image.png" Id="R9b23569989e64a87" /></ns0:Relationships>
</file>

<file path=ppt/slides/_rels/slide8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445973a224421f" /><ns0:Relationship Type="http://schemas.openxmlformats.org/officeDocument/2006/relationships/image" Target="../media/image2.png" Id="R73cc275da69144d5" /></ns0:Relationships>
</file>

<file path=ppt/slides/_rels/slide8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0e3bd7c14de4e18" /><ns0:Relationship Type="http://schemas.openxmlformats.org/officeDocument/2006/relationships/image" Target="../media/image2.png" Id="R8dc4caf3f4d04945" /></ns0:Relationships>
</file>

<file path=ppt/slides/_rels/slide8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04c823f806146b4" /><ns0:Relationship Type="http://schemas.openxmlformats.org/officeDocument/2006/relationships/image" Target="../media/image2.png" Id="Rcd747321218a4ddb" /></ns0:Relationships>
</file>

<file path=ppt/slides/_rels/slide8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9fc0cba7634739" /><ns0:Relationship Type="http://schemas.openxmlformats.org/officeDocument/2006/relationships/image" Target="../media/image2.png" Id="R866c16a669ab430b" /></ns0:Relationships>
</file>

<file path=ppt/slides/_rels/slide8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83bd1377874835" /><ns0:Relationship Type="http://schemas.openxmlformats.org/officeDocument/2006/relationships/image" Target="../media/image.png" Id="Rc8fb7ef6e68544cc" /></ns0:Relationships>
</file>

<file path=ppt/slides/_rels/slide8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afe8f28b46942e7" /><ns0:Relationship Type="http://schemas.openxmlformats.org/officeDocument/2006/relationships/image" Target="../media/image2.png" Id="R2f8ab942c6264534" /></ns0:Relationships>
</file>

<file path=ppt/slides/_rels/slide9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ad29730b14f43fc" /><ns0:Relationship Type="http://schemas.openxmlformats.org/officeDocument/2006/relationships/image" Target="../media/image2.png" Id="R63a0f89b67f94c4a" /></ns0:Relationships>
</file>

<file path=ppt/slides/_rels/slide9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3e77f756e3b40f6" /><ns0:Relationship Type="http://schemas.openxmlformats.org/officeDocument/2006/relationships/image" Target="../media/image2.png" Id="Rc1add0d92a2e4596" /></ns0:Relationships>
</file>

<file path=ppt/slides/_rels/slide9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6f658c8368c4a04" /><ns0:Relationship Type="http://schemas.openxmlformats.org/officeDocument/2006/relationships/image" Target="../media/image2.png" Id="R3f9e7bd9c6d8455c" /></ns0:Relationships>
</file>

<file path=ppt/slides/_rels/slide9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9f36b280d14aa3" /><ns0:Relationship Type="http://schemas.openxmlformats.org/officeDocument/2006/relationships/image" Target="../media/image2.png" Id="Rc98511d950e5492b" /></ns0:Relationships>
</file>

<file path=ppt/slides/_rels/slide9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7d9d7cd9d8c43fd" /><ns0:Relationship Type="http://schemas.openxmlformats.org/officeDocument/2006/relationships/image" Target="../media/image2.png" Id="Rda2e767d5b404d7e" /></ns0:Relationships>
</file>

<file path=ppt/slides/_rels/slide9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ee053867a1541a8" /><ns0:Relationship Type="http://schemas.openxmlformats.org/officeDocument/2006/relationships/image" Target="../media/image2.png" Id="R3d31e17ea3404d55" /></ns0:Relationships>
</file>

<file path=ppt/slides/_rels/slide9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a2a06c706a94e1e" /><ns0:Relationship Type="http://schemas.openxmlformats.org/officeDocument/2006/relationships/image" Target="../media/image2.png" Id="R985d4673f5524762" /></ns0:Relationships>
</file>

<file path=ppt/slides/_rels/slide9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794a2827664e00" /><ns0:Relationship Type="http://schemas.openxmlformats.org/officeDocument/2006/relationships/image" Target="../media/image.png" Id="Rfae027c0a9164351" /><ns0:Relationship Id="rIdLink1" Type="http://schemas.openxmlformats.org/officeDocument/2006/relationships/hyperlink" Target="https://zeusk302-png.github.io/kdigital-physical-ai/#/sessions/2026-10-14/activity-A13" TargetMode="External" /></ns0:Relationships>
</file>

<file path=ppt/slides/_rels/slide9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c2bf0b2803c4534" /><ns0:Relationship Type="http://schemas.openxmlformats.org/officeDocument/2006/relationships/image" Target="../media/image2.png" Id="R315f59e6d6234133" /></ns0:Relationships>
</file>

<file path=ppt/slides/_rels/slide9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06bdc31754b412c" /><ns0:Relationship Type="http://schemas.openxmlformats.org/officeDocument/2006/relationships/image" Target="../media/image2.png" Id="R178bf2d6ed254907" /></ns0:Relationships>
</file>

<file path=ppt/slides/_rels/slide10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c9ad10f8da24d00" /><ns0:Relationship Type="http://schemas.openxmlformats.org/officeDocument/2006/relationships/image" Target="../media/image.png" Id="R0bfc095c0a8d4ec8" /><ns0:Relationship Id="rIdLink1" Type="http://schemas.openxmlformats.org/officeDocument/2006/relationships/hyperlink" Target="https://zeusk302-png.github.io/kdigital-physical-ai/#/sessions/2026-10-14/activity-A14" TargetMode="External" /></ns0:Relationships>
</file>

<file path=ppt/slides/_rels/slide10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55bb6e6ff7a4718" /><ns0:Relationship Type="http://schemas.openxmlformats.org/officeDocument/2006/relationships/image" Target="../media/image2.png" Id="Reafbf4f9e42e4a04" /></ns0:Relationships>
</file>

<file path=ppt/slides/_rels/slide10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ebf6386f2d4c00" /><ns0:Relationship Type="http://schemas.openxmlformats.org/officeDocument/2006/relationships/image" Target="../media/image.png" Id="Rd16004d6fdef4a1e" /></ns0:Relationships>
</file>

<file path=ppt/slides/_rels/slide10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522a404e194fe2" /><ns0:Relationship Type="http://schemas.openxmlformats.org/officeDocument/2006/relationships/image" Target="../media/image2.png" Id="Rce9d6ab7ae9b4269" /></ns0:Relationships>
</file>

<file path=ppt/slides/_rels/slide10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fe52a6fb80436e" /><ns0:Relationship Type="http://schemas.openxmlformats.org/officeDocument/2006/relationships/image" Target="../media/image2.png" Id="R3965f534e73d4994" /></ns0:Relationships>
</file>

<file path=ppt/slides/_rels/slide10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e740cafaed949bc" /><ns0:Relationship Type="http://schemas.openxmlformats.org/officeDocument/2006/relationships/image" Target="../media/image.png" Id="Rd09429492fb2485b" /></ns0:Relationships>
</file>

<file path=ppt/slides/_rels/slide10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9b445625e2241e4" /><ns0:Relationship Type="http://schemas.openxmlformats.org/officeDocument/2006/relationships/image" Target="../media/image2.png" Id="Racb67a99a2c242d3" /></ns0:Relationships>
</file>

<file path=ppt/slides/_rels/slide10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96ae774742b4814" /><ns0:Relationship Type="http://schemas.openxmlformats.org/officeDocument/2006/relationships/image" Target="../media/image2.png" Id="Rd1327b740b814c56" /></ns0:Relationships>
</file>

<file path=ppt/slides/_rels/slide10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ec578a4cb0a4e7e" /><ns0:Relationship Type="http://schemas.openxmlformats.org/officeDocument/2006/relationships/image" Target="../media/image2.png" Id="R40f81d2a4e0b4f24" /></ns0:Relationships>
</file>

<file path=ppt/slides/_rels/slide10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ee1097e741142fc" /><ns0:Relationship Type="http://schemas.openxmlformats.org/officeDocument/2006/relationships/image" Target="../media/image2.png" Id="R621e2c39b6f34856" /></ns0:Relationships>
</file>

<file path=ppt/slides/_rels/slide1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2e7b43c75804658" /><ns0:Relationship Type="http://schemas.openxmlformats.org/officeDocument/2006/relationships/image" Target="../media/image2.png" Id="R4ba5f0c6117e44f8" /></ns0:Relationships>
</file>

<file path=ppt/slides/_rels/slide1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8a28ace5d0d4120" /><ns0:Relationship Type="http://schemas.openxmlformats.org/officeDocument/2006/relationships/image" Target="../media/image2.png" Id="R7f4ae7a7ce814882" /></ns0:Relationships>
</file>

<file path=ppt/slides/_rels/slide1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fe4bd13bf9e486a" /><ns0:Relationship Type="http://schemas.openxmlformats.org/officeDocument/2006/relationships/image" Target="../media/image2.png" Id="R1bda832624064a0b" /></ns0:Relationships>
</file>

<file path=ppt/slides/_rels/slide1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2a86802aabe4cd0" /><ns0:Relationship Type="http://schemas.openxmlformats.org/officeDocument/2006/relationships/image" Target="../media/image2.png" Id="R7b99170e926a4c11" /></ns0:Relationships>
</file>

<file path=ppt/slides/_rels/slide1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17104996b54923" /><ns0:Relationship Type="http://schemas.openxmlformats.org/officeDocument/2006/relationships/image" Target="../media/image2.png" Id="R52994bc0cac449eb" /></ns0:Relationships>
</file>

<file path=ppt/slides/_rels/slide1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9aa4ff0c7e6449f" /><ns0:Relationship Type="http://schemas.openxmlformats.org/officeDocument/2006/relationships/image" Target="../media/image2.png" Id="Rdf45a3a4c63f4cff" /></ns0:Relationships>
</file>

<file path=ppt/slides/_rels/slide1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08093160d14707" /><ns0:Relationship Type="http://schemas.openxmlformats.org/officeDocument/2006/relationships/image" Target="../media/image.png" Id="R26d941e83fed4393" /><ns0:Relationship Id="rIdLink1" Type="http://schemas.openxmlformats.org/officeDocument/2006/relationships/hyperlink" Target="https://zeusk302-png.github.io/kdigital-physical-ai/#/sessions/2026-10-14/activity-A17" TargetMode="External" /></ns0:Relationships>
</file>

<file path=ppt/slides/_rels/slide1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7d648b47b64374" /><ns0:Relationship Type="http://schemas.openxmlformats.org/officeDocument/2006/relationships/image" Target="../media/image2.png" Id="R079b490479e948d0" /></ns0:Relationships>
</file>

<file path=ppt/slides/_rels/slide1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6bc6595b274639" /><ns0:Relationship Type="http://schemas.openxmlformats.org/officeDocument/2006/relationships/image" Target="../media/image2.png" Id="R15bc2605865549ce" /></ns0:Relationships>
</file>

<file path=ppt/slides/_rels/slide1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9eaaec25d954429" /><ns0:Relationship Type="http://schemas.openxmlformats.org/officeDocument/2006/relationships/image" Target="../media/image.png" Id="R610f4afc97c54d52" /><ns0:Relationship Id="rIdLink1" Type="http://schemas.openxmlformats.org/officeDocument/2006/relationships/hyperlink" Target="https://zeusk302-png.github.io/kdigital-physical-ai/#/sessions/2026-10-14/activity-A18" TargetMode="External" /></ns0:Relationships>
</file>

<file path=ppt/slides/_rels/slide1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13d68071637445d" /><ns0:Relationship Type="http://schemas.openxmlformats.org/officeDocument/2006/relationships/image" Target="../media/image2.png" Id="R28654c6a67ed4a16" /></ns0:Relationships>
</file>

<file path=ppt/slides/_rels/slide1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95d7aa182514384" /><ns0:Relationship Type="http://schemas.openxmlformats.org/officeDocument/2006/relationships/image" Target="../media/image2.png" Id="R6170b14a9ea946cd" /><ns0:Relationship Id="rIdLink1" Type="http://schemas.openxmlformats.org/officeDocument/2006/relationships/hyperlink" Target="https://docs.python.org/3/tutorial/introduction.html" TargetMode="External" /><ns0:Relationship Id="rIdLink2" Type="http://schemas.openxmlformats.org/officeDocument/2006/relationships/hyperlink" Target="https://docs.python.org/3/tutorial/introduction.html" TargetMode="External" /></ns0:Relationships>
</file>

<file path=ppt/slides/_rels/slide1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76294839bcc403c" /><ns0:Relationship Type="http://schemas.openxmlformats.org/officeDocument/2006/relationships/image" Target="../media/image2.png" Id="Rd1a673bc0cf74a8e" /><ns0:Relationship Id="rIdLink1" Type="http://schemas.openxmlformats.org/officeDocument/2006/relationships/hyperlink" Target="https://docs.python.org/3/tutorial/controlflow.html" TargetMode="External" /><ns0:Relationship Id="rIdLink2" Type="http://schemas.openxmlformats.org/officeDocument/2006/relationships/hyperlink" Target="https://docs.python.org/3/tutorial/controlflow.html" TargetMode="External" /></ns0:Relationships>
</file>

<file path=ppt/slides/_rels/slide1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75abfe59fe24513" /><ns0:Relationship Type="http://schemas.openxmlformats.org/officeDocument/2006/relationships/image" Target="../media/image2.png" Id="Rcb7b635431e64f8e" /><ns0:Relationship Id="rIdLink1" Type="http://schemas.openxmlformats.org/officeDocument/2006/relationships/hyperlink" Target="https://docs.python.org/3/tutorial/errors.html" TargetMode="External" /><ns0:Relationship Id="rIdLink2" Type="http://schemas.openxmlformats.org/officeDocument/2006/relationships/hyperlink" Target="https://docs.python.org/3/tutorial/errors.html" TargetMode="External" /></ns0: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21825a45b6ac434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B133BDE-4697-472C-A616-0201FB840F76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1CE4A0D3-44A4-4BF0-94B1-B201BF8E7B88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Python 기초 · 개념과 오류 수정 실습</a:t>
            </a:r>
          </a:p>
        </p:txBody>
      </p:sp>
      <p:sp>
        <p:nvSpPr>
          <p:cNvPr id="4" name="">
            <a:extLst>
              <a:ext uri="{FF2B5EF4-FFF2-40B4-BE49-F238E27FC236}">
                <ns3:creationId id="{26D7BB68-9A60-42BF-B35B-942E979BD403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2026-10-14</a:t>
            </a:r>
          </a:p>
        </p:txBody>
      </p:sp>
      <p:sp>
        <p:nvSpPr>
          <p:cNvPr id="5" name="">
            <a:extLst>
              <a:ext uri="{FF2B5EF4-FFF2-40B4-BE49-F238E27FC236}">
                <ns3:creationId id="{A69E44AF-E3D7-49AC-AAEB-260D92B662E5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처음 배우는 사람을 위한 실무 수업</a:t>
            </a:r>
          </a:p>
        </p:txBody>
      </p:sp>
      <p:sp>
        <p:nvSpPr>
          <p:cNvPr id="6" name="">
            <a:extLst>
              <a:ext uri="{FF2B5EF4-FFF2-40B4-BE49-F238E27FC236}">
                <ns3:creationId id="{0B4E14CB-FF4F-4C86-AF06-73FDE0AB625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CF403799-FE84-4C96-B316-FD71CE80065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368770980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39eb7b55fb34e3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3C3CA57-71B2-4E84-92F4-322A9DFEA4A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C201579-F8A6-44F5-B288-75A5B701358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하루의 수업과 휴식</a:t>
            </a:r>
          </a:p>
        </p:txBody>
      </p:sp>
      <p:sp>
        <p:nvSpPr>
          <p:cNvPr id="4" name="">
            <a:extLst>
              <a:ext uri="{FF2B5EF4-FFF2-40B4-BE49-F238E27FC236}">
                <ns3:creationId id="{72017B09-BC23-44E4-AB55-77450B07F8C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01A4965-94C4-48BF-8549-96D2F75A5DB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10:00~10:50,11:00~11:50에 수업하고 중식은11:50~13:00입니다.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F8F192C-1F8E-43E5-ADB2-67B43087547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오후는13:00,14:00,15:00,16:00부터 각각50분씩 수업합니다.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D01D724-CA50-484B-A8B4-23ECE85A92A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 사이10분은 휴식입니다.16:50~17:00은 저장 확인과 종료 준비입니다.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C77CBF9-685D-47CC-B357-8A142E0DDD6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9" name="">
            <a:extLst>
              <a:ext uri="{FF2B5EF4-FFF2-40B4-BE49-F238E27FC236}">
                <ns3:creationId id="{6A22923C-BB54-4388-A175-23B4DB8C5A4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268553992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57a11002c144e5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0E40197-AAA6-4F63-AA75-90581F3924B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E133C48-6FA0-423E-81D5-A7FBF7C646A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편집기·탐색기·터미널</a:t>
            </a:r>
          </a:p>
        </p:txBody>
      </p:sp>
      <p:sp>
        <p:nvSpPr>
          <p:cNvPr id="4" name="">
            <a:extLst>
              <a:ext uri="{FF2B5EF4-FFF2-40B4-BE49-F238E27FC236}">
                <ns3:creationId id="{359ABAC3-793C-42D2-B692-A261BB4266A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CE2071F-C376-46D4-9930-FFE6CAFA553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탐색기는 파일 위치를 찾고, 편집기는 코드 내용을 입력합니다.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8C4A57B-9EBD-48DE-AD29-39219AFB413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터미널은 명령을 입력해 저장된 Python 파일을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53DD9D3-6BEB-4E53-A605-C8468AB0CB5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화면에서 코드를 고쳤다면 저장한 뒤 터미널에서 다시 실행합니다.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050BC61-038E-4D9A-99E2-97011C5EAA1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오늘은 제공 자료의 course/data·code·work 배치를 유지합니다.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684404B-5030-4118-AA4E-2D676ACA836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E07E5D08-9B86-48B1-BC75-F49FE2F8BED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1963442401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0cd95534fc14a2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8158CFF-E515-44CF-9AB9-8C78EFEDD66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8BD1B58-0E2A-4F2D-AB5F-FFDE7CF2F08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작업 파일을 준비하기</a:t>
            </a:r>
          </a:p>
        </p:txBody>
      </p:sp>
      <p:sp>
        <p:nvSpPr>
          <p:cNvPr id="4" name="">
            <a:extLst>
              <a:ext uri="{FF2B5EF4-FFF2-40B4-BE49-F238E27FC236}">
                <ns3:creationId id="{D9872F08-CADB-4DFD-8135-0D03376BE35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9CF88FE-7326-4E14-B586-6179F1EF9E6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자료 ZIP을 일반 폴더에 모두 풉니다. 압축 안에서 실행하지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30117D44-3DE1-4908-9117-01E72127851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course/code/A02_print.py를 복사해 course/work/A02_print.py로 둡니다.</a:t>
            </a:r>
          </a:p>
        </p:txBody>
      </p:sp>
      <p:sp>
        <p:nvSpPr>
          <p:cNvPr id="7" name="">
            <a:extLst>
              <a:ext uri="{FF2B5EF4-FFF2-40B4-BE49-F238E27FC236}">
                <ns3:creationId id="{7A773A97-2F7A-441A-A732-BC67EE6CF69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work/A02_print.py를 텍스트 편집기로 열어 수정합니다.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1634DFA-72B1-47E3-BDF4-B1275AA1812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UTF-8로 저장하고 이름이 A02_print.py.txt가 아닌지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C905862-0E65-47EA-9F75-2FEB1DB7DEC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E866B621-FCE4-4A29-8F22-1E6CB157160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881856674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f2033272596492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0C5BFF3-1478-4EE3-857E-EEDEA6C737B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B08B101-8A7C-48C7-A0A3-124CFEE84AB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파일과 폴더부터</a:t>
            </a:r>
          </a:p>
        </p:txBody>
      </p:sp>
      <p:sp>
        <p:nvSpPr>
          <p:cNvPr id="4" name="">
            <a:extLst>
              <a:ext uri="{FF2B5EF4-FFF2-40B4-BE49-F238E27FC236}">
                <ns3:creationId id="{E89722BF-D132-4BC9-AA3F-87AA3A70F8F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A3B87BC-7548-4759-AED5-A1902436CAF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파일은 저장한 문서나 코드 한 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ECF98DB-A79F-406A-B733-3026D97ECAB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폴더는 파일을 모아 둔 위치입니다.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ADC1400-5B39-42B3-B566-EA226F25AF3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확장자는 이름 끝의 .csv, .json, .py입니다.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33CBC6C-4A2C-4695-9B28-3FA7B2502B1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원본은 그대로 두고 복사한 파일을 수정합니다.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352C67A-CAC8-4C7D-A327-F694ECEFC89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048C90AB-C98E-4AF2-B550-54B20089A3E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949431537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3d9958bcaef4c7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B4F7133-48EE-488B-8A5B-2E2E1CCFBF9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E64B731-75BA-40EE-BA3C-7B751A02ACD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실행이 안 될 때 수업 따라가기</a:t>
            </a:r>
          </a:p>
        </p:txBody>
      </p:sp>
      <p:sp>
        <p:nvSpPr>
          <p:cNvPr id="4" name="">
            <a:extLst>
              <a:ext uri="{FF2B5EF4-FFF2-40B4-BE49-F238E27FC236}">
                <ns3:creationId id="{B4572796-5190-4F6E-84CC-27F991DDC4B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677F04E-63ED-42C6-8A93-424ADD352E3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설치가 안 된 것과 내용을 이해하지 못한 것은 따로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EA16253-AC6F-41EC-B735-24869C7994E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실행이 안 되면 코드가 처리하는 순서를 종이에 적어 봅니다.</a:t>
            </a:r>
          </a:p>
        </p:txBody>
      </p:sp>
      <p:sp>
        <p:nvSpPr>
          <p:cNvPr id="7" name="">
            <a:extLst>
              <a:ext uri="{FF2B5EF4-FFF2-40B4-BE49-F238E27FC236}">
                <ns3:creationId id="{969C875F-CF2B-4C0F-90E4-C36EA77B98E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실행했는지, 강사의 시연을 보았는지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82CB25C6-A5B6-411C-96C0-E60E9B19CC0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9" name="">
            <a:extLst>
              <a:ext uri="{FF2B5EF4-FFF2-40B4-BE49-F238E27FC236}">
                <ns3:creationId id="{C7DB0CD6-DDE9-417F-B4CE-3BFA00E1214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786143557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94f65ee2fb694f6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A42BCEE-8F2B-46FA-9674-9A302962068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5E6DC62-FA11-4257-98D0-7D071A522EC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배울 여섯 가지</a:t>
            </a:r>
          </a:p>
        </p:txBody>
      </p:sp>
      <p:sp>
        <p:nvSpPr>
          <p:cNvPr id="4" name="">
            <a:extLst>
              <a:ext uri="{FF2B5EF4-FFF2-40B4-BE49-F238E27FC236}">
                <ns3:creationId id="{708D60BC-7F05-49CD-8AFA-52C938E868D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ECC36BD-5944-49A4-8559-ED3DF1E9C08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실행 → 변수 → 자료형과 연산</a:t>
            </a:r>
          </a:p>
        </p:txBody>
      </p:sp>
      <p:sp>
        <p:nvSpPr>
          <p:cNvPr id="6" name="">
            <a:extLst>
              <a:ext uri="{FF2B5EF4-FFF2-40B4-BE49-F238E27FC236}">
                <ns3:creationId id="{4CBC28B5-1200-4FD4-B3B3-5D2389E9070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비교와 조건 → 반복 → 작은 점검표</a:t>
            </a:r>
          </a:p>
        </p:txBody>
      </p:sp>
      <p:sp>
        <p:nvSpPr>
          <p:cNvPr id="7" name="">
            <a:extLst>
              <a:ext uri="{FF2B5EF4-FFF2-40B4-BE49-F238E27FC236}">
                <ns3:creationId id="{03463CD3-01C6-4727-B6E6-F9435266A50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8" name="">
            <a:extLst>
              <a:ext uri="{FF2B5EF4-FFF2-40B4-BE49-F238E27FC236}">
                <ns3:creationId id="{8BF2720B-4BB3-4B9D-8AA5-2867E5CCA31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847721545"/>
      </p:ext>
    </p:extLst>
  </p:cSld>
</p:sld>
</file>

<file path=ppt/slides/slide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045ad8f17e6a465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1CB768D-4E53-4B6D-BECC-BD1FD7BA3282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99D6DAE9-FE02-4CA8-B221-46469A9217B9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파일에서 출력까지</a:t>
            </a:r>
          </a:p>
        </p:txBody>
      </p:sp>
      <p:sp>
        <p:nvSpPr>
          <p:cNvPr id="4" name="">
            <a:extLst>
              <a:ext uri="{FF2B5EF4-FFF2-40B4-BE49-F238E27FC236}">
                <ns3:creationId id="{396AA742-A0DB-4568-8AE2-F05558BE80CE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10:00~10:50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1A76B2E4-A5DB-4B0C-A29A-524D2CC47830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AC446851-F686-4A46-9248-6B98C8D700C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BACE3B8D-E82F-43DD-96A1-7CA9AB36744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1897850841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d27d63b74b4462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9118826-2D34-4349-BCDE-535FDF773B2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C619CAB-9256-4EE3-BA84-ABECDF63A88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값·이름·기호</a:t>
            </a:r>
          </a:p>
        </p:txBody>
      </p:sp>
      <p:sp>
        <p:nvSpPr>
          <p:cNvPr id="4" name="">
            <a:extLst>
              <a:ext uri="{FF2B5EF4-FFF2-40B4-BE49-F238E27FC236}">
                <ns3:creationId id="{1D3BC2D2-3321-443E-9462-5327DBD6FE5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A3F756F-7890-4467-833C-8D511CAD22C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따옴표 안은 그대로 보여 줄 글자입니다.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706658A-D518-42B4-8617-D619107EF99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따옴표 없는 이름은 그 이름에 연결된 값을 찾습니다.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CECA08E7-0541-4C36-BDAF-8011281459A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print 뒤 괄호는 보여 줄 값을 넣는 자리입니다.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F87F6E13-BAC7-4680-8053-77F705ADA9E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쉼표는 여러 값을 나누고 # 뒤는 사람에게 남기는 주석입니다.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4A11415B-5A2B-4CF7-94D5-854068592DD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1AD476BD-E4B8-40EB-B016-CF4CF1B75C2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2039074931"/>
      </p:ext>
    </p:extLst>
  </p:cSld>
</p:sld>
</file>

<file path=ppt/slides/slide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9" name=""/>
          <p:cNvPicPr>
            <a:picLocks noChangeAspect="1"/>
          </p:cNvPicPr>
          <p:nvPr/>
        </p:nvPicPr>
        <p:blipFill>
          <a:blip r:embed="Ra39793161f704d2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59F826D-D893-4C61-A692-FAE6B13A780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4473DF1-1B2C-42E1-BF96-134C9C8E91E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 · 값·이름·기호</a:t>
            </a:r>
          </a:p>
        </p:txBody>
      </p:sp>
      <p:sp>
        <p:nvSpPr>
          <p:cNvPr id="4" name="">
            <a:extLst>
              <a:ext uri="{FF2B5EF4-FFF2-40B4-BE49-F238E27FC236}">
                <ns3:creationId id="{EAAB5AA0-692D-444C-A863-56F91508FFF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5426A70-C18F-47AB-8C83-976F3BEE54C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work/symbols.py</a:t>
            </a:r>
          </a:p>
        </p:txBody>
      </p:sp>
      <p:sp>
        <p:nvSpPr>
          <p:cNvPr id="6" name="">
            <a:extLst>
              <a:ext uri="{FF2B5EF4-FFF2-40B4-BE49-F238E27FC236}">
                <ns3:creationId id="{29035B97-B944-460C-9168-8D58FA3D12C3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work/symbols.py</a:t>
            </a:r>
          </a:p>
        </p:txBody>
      </p:sp>
      <p:sp>
        <p:nvSpPr>
          <p:cNvPr id="7" name="">
            <a:extLst>
              <a:ext uri="{FF2B5EF4-FFF2-40B4-BE49-F238E27FC236}">
                <ns3:creationId id="{68EA2583-3AB2-4814-B7C2-143DBD31871D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F47F2CA9-6493-4D9F-98ED-9C1794ABB362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7C3B8F04-C721-4DA1-8548-B5234F174872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name = "민수"</a:t>
            </a:r>
          </a:p>
        </p:txBody>
      </p:sp>
      <p:sp>
        <p:nvSpPr>
          <p:cNvPr id="10" name="">
            <a:extLst>
              <a:ext uri="{FF2B5EF4-FFF2-40B4-BE49-F238E27FC236}">
                <ns3:creationId id="{1E15CB8F-86D5-4F94-A484-A623FDAD7CAC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96298070-EBBE-495F-B871-544447C37A79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print(name)</a:t>
            </a:r>
          </a:p>
        </p:txBody>
      </p:sp>
      <p:sp>
        <p:nvSpPr>
          <p:cNvPr id="12" name="">
            <a:extLst>
              <a:ext uri="{FF2B5EF4-FFF2-40B4-BE49-F238E27FC236}">
                <ns3:creationId id="{284D4B9D-A50D-4A8E-BA2E-543E5FC48EB4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675B21E1-FBE3-4E14-A53E-C615826817B5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print("name")</a:t>
            </a:r>
          </a:p>
        </p:txBody>
      </p:sp>
      <p:sp>
        <p:nvSpPr>
          <p:cNvPr id="14" name="">
            <a:extLst>
              <a:ext uri="{FF2B5EF4-FFF2-40B4-BE49-F238E27FC236}">
                <ns3:creationId id="{F266F3F9-DB52-41E9-B482-498D3351CDBE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AFBC5D24-AD0E-406E-9C30-EFF23D15FFB0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print("안녕하세요", name)</a:t>
            </a:r>
          </a:p>
        </p:txBody>
      </p:sp>
      <p:sp>
        <p:nvSpPr>
          <p:cNvPr id="16" name="">
            <a:extLst>
              <a:ext uri="{FF2B5EF4-FFF2-40B4-BE49-F238E27FC236}">
                <ns3:creationId id="{6D9AD519-3658-4199-955F-6A59F3D8ABB1}"/>
              </a:ext>
            </a:extLst>
          </p:cNvPr>
          <p:cNvSpPr>
            <a:spLocks noGrp="1"/>
          </p:cNvSpPr>
          <p:nvPr/>
        </p:nvSpPr>
        <p:spPr>
          <a:xfrm>
            <a:off x="685800" y="4646295"/>
            <a:ext cx="10820400" cy="14497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출력: 민수 / name / 안녕하세요 민수</a:t>
            </a:r>
          </a:p>
        </p:txBody>
      </p:sp>
      <p:sp>
        <p:nvSpPr>
          <p:cNvPr id="17" name="">
            <a:extLst>
              <a:ext uri="{FF2B5EF4-FFF2-40B4-BE49-F238E27FC236}">
                <ns3:creationId id="{ADFFD327-D382-4251-9D11-C7FE3A4F200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8" name="">
            <a:extLst>
              <a:ext uri="{FF2B5EF4-FFF2-40B4-BE49-F238E27FC236}">
                <ns3:creationId id="{AF283F6A-4301-4468-89F4-22F57C64457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2021257696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78bffb1e337d434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76F169A-06ED-4EEA-ADB7-A6178E1E82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35BEA90-BD0E-45AB-A4D7-3C58BBDB5D4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D7DEDFA8-5FE6-498D-BDE2-26D216CBD05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설명하고 바꿔 보기</a:t>
            </a:r>
          </a:p>
        </p:txBody>
      </p:sp>
      <p:sp>
        <p:nvSpPr>
          <p:cNvPr id="5" name="">
            <a:extLst>
              <a:ext uri="{FF2B5EF4-FFF2-40B4-BE49-F238E27FC236}">
                <ns3:creationId id="{015FC409-6FA9-4D3A-9953-47BC941937B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523A1A6-6A0E-4AAF-8F70-E1CF0D8834C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4F4A7DE-6BDE-48F6-A0B7-A6DFDA554D0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두 번째 print에 따옴표가 있으면 왜 민수가 나오지 않을까요?</a:t>
            </a:r>
          </a:p>
        </p:txBody>
      </p:sp>
      <p:sp>
        <p:nvSpPr>
          <p:cNvPr id="8" name="">
            <a:extLst>
              <a:ext uri="{FF2B5EF4-FFF2-40B4-BE49-F238E27FC236}">
                <ns3:creationId id="{9D4064F5-6DBA-415B-B5C2-BA11ABAEA96F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5A6B871-C255-412B-8F73-3F6ED8AA2310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예상 → 실행 → 비교 순서로 확인하세요.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AEC31E95-0A36-47D4-B481-154196E3CE4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1" name="">
            <a:extLst>
              <a:ext uri="{FF2B5EF4-FFF2-40B4-BE49-F238E27FC236}">
                <ns3:creationId id="{400EEB3F-7F1B-47BB-A623-F81D5FEE6E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1324549021"/>
      </p:ext>
    </p:extLst>
  </p:cSld>
</p:sld>
</file>

<file path=ppt/slides/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f653af95e5d5405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FFB07AE-B429-45FC-9BD7-38AAC3033C6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89728FE6-B183-4AA5-8D20-70287ACE429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값·이름·기호</a:t>
            </a:r>
          </a:p>
        </p:txBody>
      </p:sp>
      <p:sp>
        <p:nvSpPr>
          <p:cNvPr id="4" name="">
            <a:extLst>
              <a:ext uri="{FF2B5EF4-FFF2-40B4-BE49-F238E27FC236}">
                <ns3:creationId id="{120F0ECD-993B-4DF1-AA47-FA2C2BA7F1A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9B6CE2B-5C0B-4D76-99FA-5098C2D6EFA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이름을 찾는 대신 name이라는 네 글자를 출력하기 때문입니다.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137CBA7-8D78-41BD-9F29-B6FEE0E7636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F8F8D920-8622-4DA7-B543-1EA071E87A7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1110057960"/>
      </p:ext>
    </p:extLst>
  </p:cSld>
</p:sld>
</file>

<file path=ppt/slides/slide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4cb861eb30a1441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5FA655F-5BD5-4F18-983A-8F8C9033D19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7812C777-7EFE-4DC1-AE84-2C8DD53305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첫 출력</a:t>
            </a:r>
          </a:p>
        </p:txBody>
      </p:sp>
      <p:sp>
        <p:nvSpPr>
          <p:cNvPr id="4" name="">
            <a:extLst>
              <a:ext uri="{FF2B5EF4-FFF2-40B4-BE49-F238E27FC236}">
                <ns3:creationId id="{9A3662C5-7AA2-4498-8BCA-04C82F891FA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069C86F-F8EE-4739-BA7D-0CE5B43271F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course/work/A02_print.py</a:t>
            </a:r>
          </a:p>
        </p:txBody>
      </p:sp>
      <p:sp>
        <p:nvSpPr>
          <p:cNvPr id="6" name="">
            <a:extLst>
              <a:ext uri="{FF2B5EF4-FFF2-40B4-BE49-F238E27FC236}">
                <ns3:creationId id="{A0D41C0F-9363-4E4C-83F7-2188906267D6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work/A02_print.py</a:t>
            </a:r>
          </a:p>
        </p:txBody>
      </p:sp>
      <p:sp>
        <p:nvSpPr>
          <p:cNvPr id="7" name="">
            <a:extLst>
              <a:ext uri="{FF2B5EF4-FFF2-40B4-BE49-F238E27FC236}">
                <ns3:creationId id="{B31A07FD-A483-4D64-8F03-048CC276BA61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4E31DD5A-7E63-451D-AA00-1E394103E7FF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7E8CBC37-3406-4105-A322-6AE691F44E68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ABDDD0"/>
                </a:solidFill>
                <a:latin typeface="Consolas"/>
                <a:ea typeface="Consolas"/>
                <a:cs typeface="Consolas"/>
              </a:defRPr>
            </a:pPr>
            <a:r>
              <a:t># 화면에 수업 시작을 표시합니다.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197FDBF7-E8CD-4146-BBE2-EC16DB325B7D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2D55CAD6-45C2-4C84-BB33-F58DA7F24142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print("Python 점검 시작")</a:t>
            </a:r>
          </a:p>
        </p:txBody>
      </p:sp>
      <p:sp>
        <p:nvSpPr>
          <p:cNvPr id="12" name="">
            <a:extLst>
              <a:ext uri="{FF2B5EF4-FFF2-40B4-BE49-F238E27FC236}">
                <ns3:creationId id="{9FE069BD-B78D-42B6-A6B8-C8746AD3C4A5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607F7DF3-91DD-47F3-98B0-A4CCC730E4F7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print("S01", 22.5)</a:t>
            </a:r>
          </a:p>
        </p:txBody>
      </p:sp>
      <p:sp>
        <p:nvSpPr>
          <p:cNvPr id="14" name="">
            <a:extLst>
              <a:ext uri="{FF2B5EF4-FFF2-40B4-BE49-F238E27FC236}">
                <ns3:creationId id="{FB8C9640-4CC2-4460-8A20-D9F803991F8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5" name="">
            <a:extLst>
              <a:ext uri="{FF2B5EF4-FFF2-40B4-BE49-F238E27FC236}">
                <ns3:creationId id="{573F0C51-4DC6-40DD-8817-95CDF479CAD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1257900171"/>
      </p:ext>
    </p:extLst>
  </p:cSld>
</p:sld>
</file>

<file path=ppt/slides/slide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fea58f170934ea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526A600-91F8-4049-975D-FDFC312F8BB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C60ACE7-B7C6-4CBC-A71F-E000564E3FF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첫 출력</a:t>
            </a:r>
          </a:p>
        </p:txBody>
      </p:sp>
      <p:sp>
        <p:nvSpPr>
          <p:cNvPr id="4" name="">
            <a:extLst>
              <a:ext uri="{FF2B5EF4-FFF2-40B4-BE49-F238E27FC236}">
                <ns3:creationId id="{9E237118-DFC3-4AF2-AB40-6759C905BB8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70366B9-1D57-4704-BEEA-6DFAF1E4C42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# 뒤의 글은 사람이 읽는 주석이며 실행하지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3C8D6AAF-9B54-43DC-AAEA-EDCD94110FD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print는 괄호 안 값을 화면에 표시합니다. 괄호는 호출의 시작과 끝입니다.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9C05AE12-C462-49F2-B397-8359A6DBC98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큰따옴표는 글자의 경계이고, 쉼표는 두 출력 값을 나눕니다.</a:t>
            </a:r>
          </a:p>
        </p:txBody>
      </p:sp>
      <p:sp>
        <p:nvSpPr>
          <p:cNvPr id="8" name="">
            <a:extLst>
              <a:ext uri="{FF2B5EF4-FFF2-40B4-BE49-F238E27FC236}">
                <ns3:creationId id="{5E0A4390-AA20-4620-B3CC-AEAB28BF381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"S01"은 글자, 22.5는 수치입니다. 쉼표 자리에는 공백이 출력됩니다.</a:t>
            </a:r>
          </a:p>
        </p:txBody>
      </p:sp>
      <p:sp>
        <p:nvSpPr>
          <p:cNvPr id="9" name="">
            <a:extLst>
              <a:ext uri="{FF2B5EF4-FFF2-40B4-BE49-F238E27FC236}">
                <ns3:creationId id="{46227C84-36EE-4770-BC46-90DECD03A7F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914FD40B-86D1-4876-A31A-252E527111E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1505660322"/>
      </p:ext>
    </p:extLst>
  </p:cSld>
</p:sld>
</file>

<file path=ppt/slides/slide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955060dde608403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EC42821-DAB6-45D5-B17D-3336019ED8C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4C943458-15A0-4246-82E6-E3A73493838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 · 두 줄</a:t>
            </a:r>
          </a:p>
        </p:txBody>
      </p:sp>
      <p:sp>
        <p:nvSpPr>
          <p:cNvPr id="4" name="">
            <a:extLst>
              <a:ext uri="{FF2B5EF4-FFF2-40B4-BE49-F238E27FC236}">
                <ns3:creationId id="{E3AF5129-548D-44DD-93FF-07153E37C8D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A7E6BA8-FBF6-475F-8DB9-66B7DF82D65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DC78F94-87D7-467E-971A-452DF3AE271A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602F2F1-D219-41EC-8856-108D96E71713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점검 시작</a:t>
            </a:r>
          </a:p>
        </p:txBody>
      </p:sp>
      <p:sp>
        <p:nvSpPr>
          <p:cNvPr id="8" name="">
            <a:extLst>
              <a:ext uri="{FF2B5EF4-FFF2-40B4-BE49-F238E27FC236}">
                <ns3:creationId id="{C24604FE-837E-4E29-BF97-A5003990C132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639765D-F02D-4FFB-8BEC-7AB2DCBF1B3E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S01 22.5</a:t>
            </a:r>
          </a:p>
        </p:txBody>
      </p:sp>
      <p:sp>
        <p:nvSpPr>
          <p:cNvPr id="10" name="">
            <a:extLst>
              <a:ext uri="{FF2B5EF4-FFF2-40B4-BE49-F238E27FC236}">
                <ns3:creationId id="{B3C83B2B-48C9-4ADA-815F-3A4D18F0BC8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1" name="">
            <a:extLst>
              <a:ext uri="{FF2B5EF4-FFF2-40B4-BE49-F238E27FC236}">
                <ns3:creationId id="{82852600-E22F-4899-A803-430F57366E1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1331378103"/>
      </p:ext>
    </p:extLst>
  </p:cSld>
</p:sld>
</file>

<file path=ppt/slides/slide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db8a5afbbe084f0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875442E-7C73-4B3A-952D-DE6666AC570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A5A529CE-ABD5-4A31-9597-B58D513BF3D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A02 오류를 찾아 고치세요</a:t>
            </a:r>
          </a:p>
        </p:txBody>
      </p:sp>
      <p:sp>
        <p:nvSpPr>
          <p:cNvPr id="4" name="">
            <a:extLst>
              <a:ext uri="{FF2B5EF4-FFF2-40B4-BE49-F238E27FC236}">
                <ns3:creationId id="{4D02207A-65EB-4D40-B00C-27888AB6D5C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0FC7018-EEE4-4CA2-944F-F44EB318A2CC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work/A02_broken.py</a:t>
            </a:r>
          </a:p>
        </p:txBody>
      </p:sp>
      <p:sp>
        <p:nvSpPr>
          <p:cNvPr id="6" name="">
            <a:extLst>
              <a:ext uri="{FF2B5EF4-FFF2-40B4-BE49-F238E27FC236}">
                <ns3:creationId id="{B839F3FA-A729-4909-A9C7-A4B776502965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work/A02_broken.py</a:t>
            </a:r>
          </a:p>
        </p:txBody>
      </p:sp>
      <p:sp>
        <p:nvSpPr>
          <p:cNvPr id="7" name="">
            <a:extLst>
              <a:ext uri="{FF2B5EF4-FFF2-40B4-BE49-F238E27FC236}">
                <ns3:creationId id="{27ACAAA6-643B-433E-BD31-136EFBB27042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47E48A42-8678-4C43-8B40-0D9293E229BA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D67D2157-6C65-4F3E-B7D0-84F30C37128D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print("점검 시작)</a:t>
            </a:r>
          </a:p>
        </p:txBody>
      </p:sp>
      <p:sp>
        <p:nvSpPr>
          <p:cNvPr id="10" name="">
            <a:extLst>
              <a:ext uri="{FF2B5EF4-FFF2-40B4-BE49-F238E27FC236}">
                <ns3:creationId id="{633B99D6-16BA-4B11-923A-D015C6DC7DE5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00305A8A-B21C-4744-A3C2-AB7929F5FBA9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print("S01", 22.5)</a:t>
            </a:r>
          </a:p>
        </p:txBody>
      </p:sp>
      <p:sp>
        <p:nvSpPr>
          <p:cNvPr id="12" name="">
            <a:extLst>
              <a:ext uri="{FF2B5EF4-FFF2-40B4-BE49-F238E27FC236}">
                <ns3:creationId id="{1809AA86-C8B4-4816-8BFD-DC8DB5AD6927}"/>
              </a:ext>
            </a:extLst>
          </p:cNvPr>
          <p:cNvSpPr>
            <a:spLocks noGrp="1"/>
          </p:cNvSpPr>
          <p:nvPr/>
        </p:nvSpPr>
        <p:spPr>
          <a:xfrm>
            <a:off x="685800" y="4027170"/>
            <a:ext cx="10820400" cy="20688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예상: SyntaxError</a:t>
            </a:r>
          </a:p>
        </p:txBody>
      </p:sp>
      <p:sp>
        <p:nvSpPr>
          <p:cNvPr id="13" name="">
            <a:extLst>
              <a:ext uri="{FF2B5EF4-FFF2-40B4-BE49-F238E27FC236}">
                <ns3:creationId id="{6ACA733C-BD0A-4DE0-95B6-81F496B9450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4" name="">
            <a:extLst>
              <a:ext uri="{FF2B5EF4-FFF2-40B4-BE49-F238E27FC236}">
                <ns3:creationId id="{CF919E9A-EC5A-4A6E-A356-BE4B0CBED29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1738407923"/>
      </p:ext>
    </p:extLst>
  </p:cSld>
</p:sld>
</file>

<file path=ppt/slides/slide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fe8be9101d724ff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541EFB0-0B64-4B11-A3CC-B9BBD3CCDA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F7C9B2D-6171-4953-9343-71F6E3BF156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F691236-2308-4AC4-9E0E-203870DBF6B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A02 원인을 설명하고 다시 실행</a:t>
            </a:r>
          </a:p>
        </p:txBody>
      </p:sp>
      <p:sp>
        <p:nvSpPr>
          <p:cNvPr id="5" name="">
            <a:extLst>
              <a:ext uri="{FF2B5EF4-FFF2-40B4-BE49-F238E27FC236}">
                <ns3:creationId id="{D7BA2E4F-4788-4AE1-B2EE-8D4A2273D63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11EA7C6-DBF2-4B87-812A-62C254ECED68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A16FD2E-7321-4B31-9410-99BA91EF0D82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오류 마지막 줄 또는 실제 출력을 적으세요.</a:t>
            </a:r>
          </a:p>
        </p:txBody>
      </p:sp>
      <p:sp>
        <p:nvSpPr>
          <p:cNvPr id="8" name="">
            <a:extLst>
              <a:ext uri="{FF2B5EF4-FFF2-40B4-BE49-F238E27FC236}">
                <ns3:creationId id="{B8E069D5-6760-4BD5-8E0D-EF6BE1010596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B05816C-069D-4D14-8491-666CC07095EA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다른 파일에 직접 고쳐 저장하고 다시 실행하세요.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770B34A6-A27C-4BD0-8F6D-6939BAEC302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320F7AD9-945F-4A2A-B8A2-B9AA2F76A3C9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첫 안내를 오늘의 점검으로 바꾸고 숫자를 24.0으로 바꾸세요.</a:t>
            </a:r>
          </a:p>
        </p:txBody>
      </p:sp>
      <p:sp>
        <p:nvSpPr>
          <p:cNvPr id="12" name="">
            <a:extLst>
              <a:ext uri="{FF2B5EF4-FFF2-40B4-BE49-F238E27FC236}">
                <ns3:creationId id="{3CAA4F39-3D92-4869-AA7F-DD01D1A6D526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8524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웹에서 코드 복사하기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ABE09692-57FD-4693-BD95-CDABCA088C2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4" name="">
            <a:extLst>
              <a:ext uri="{FF2B5EF4-FFF2-40B4-BE49-F238E27FC236}">
                <ns3:creationId id="{D5B53F90-42E1-4C6A-A205-911C7B4D0E7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2029841412"/>
      </p:ext>
    </p:extLst>
  </p:cSld>
</p:sld>
</file>

<file path=ppt/slides/slide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e60a4748e74447a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E90DF4E-3CDC-4D30-A935-9E5AE659839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E406D5B-626B-49F2-883A-A88DBAB1553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A02 수정 코드와 결과</a:t>
            </a:r>
          </a:p>
        </p:txBody>
      </p:sp>
      <p:sp>
        <p:nvSpPr>
          <p:cNvPr id="4" name="">
            <a:extLst>
              <a:ext uri="{FF2B5EF4-FFF2-40B4-BE49-F238E27FC236}">
                <ns3:creationId id="{914E2080-9FAC-4465-93B5-2E862A423F0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DE1DF35-4968-4219-A607-183088100AB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글자를 시작한 큰따옴표가 닫히지 않았습니다.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60299122-E166-45F0-8D8D-A378E821F35A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08B73E7D-16F7-4457-8431-DC93EB6CE014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FCE8DD37-F76B-4875-9E2E-FEECF47C28B3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print("점검 시작")</a:t>
            </a:r>
          </a:p>
        </p:txBody>
      </p:sp>
      <p:sp>
        <p:nvSpPr>
          <p:cNvPr id="9" name="">
            <a:extLst>
              <a:ext uri="{FF2B5EF4-FFF2-40B4-BE49-F238E27FC236}">
                <ns3:creationId id="{586A2912-F2C8-420F-9BCA-D0A2F4876385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A1088B4D-4F91-4637-91D3-E32C3EE807FA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print("S01", 22.5)</a:t>
            </a:r>
          </a:p>
        </p:txBody>
      </p:sp>
      <p:sp>
        <p:nvSpPr>
          <p:cNvPr id="11" name="">
            <a:extLst>
              <a:ext uri="{FF2B5EF4-FFF2-40B4-BE49-F238E27FC236}">
                <ns3:creationId id="{E016DCF9-8085-40D7-978F-600463E7F411}"/>
              </a:ext>
            </a:extLst>
          </p:cNvPr>
          <p:cNvSpPr>
            <a:spLocks noGrp="1"/>
          </p:cNvSpPr>
          <p:nvPr/>
        </p:nvSpPr>
        <p:spPr>
          <a:xfrm>
            <a:off x="685800" y="3566160"/>
            <a:ext cx="10820400" cy="25298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정상 출력: 점검 시작 / S01 22.5</a:t>
            </a:r>
          </a:p>
        </p:txBody>
      </p:sp>
      <p:sp>
        <p:nvSpPr>
          <p:cNvPr id="12" name="">
            <a:extLst>
              <a:ext uri="{FF2B5EF4-FFF2-40B4-BE49-F238E27FC236}">
                <ns3:creationId id="{34DF00B0-983D-49FD-8F64-06D3A25705F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3" name="">
            <a:extLst>
              <a:ext uri="{FF2B5EF4-FFF2-40B4-BE49-F238E27FC236}">
                <ns3:creationId id="{7DFCDD22-1D04-4408-AC37-E34C01C625F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82250039"/>
      </p:ext>
    </p:extLst>
  </p:cSld>
</p:sld>
</file>

<file path=ppt/slides/slide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6f60dbd34c2642f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B80AB0-1048-4621-B055-8FC4001E1F5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1D2DD8B-4C91-412B-96EB-DB3C7D7B862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A03 오류를 찾아 고치세요</a:t>
            </a:r>
          </a:p>
        </p:txBody>
      </p:sp>
      <p:sp>
        <p:nvSpPr>
          <p:cNvPr id="4" name="">
            <a:extLst>
              <a:ext uri="{FF2B5EF4-FFF2-40B4-BE49-F238E27FC236}">
                <ns3:creationId id="{76BD49C2-4CB2-40F0-9486-E0899037D24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CADD3B7-83BA-4091-98C4-BFEE58EA702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work/A03_broken.py</a:t>
            </a:r>
          </a:p>
        </p:txBody>
      </p:sp>
      <p:sp>
        <p:nvSpPr>
          <p:cNvPr id="6" name="">
            <a:extLst>
              <a:ext uri="{FF2B5EF4-FFF2-40B4-BE49-F238E27FC236}">
                <ns3:creationId id="{1087B7E8-F2D6-4ED4-B1E1-8A40F7A4FA0E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work/A03_broken.py</a:t>
            </a:r>
          </a:p>
        </p:txBody>
      </p:sp>
      <p:sp>
        <p:nvSpPr>
          <p:cNvPr id="7" name="">
            <a:extLst>
              <a:ext uri="{FF2B5EF4-FFF2-40B4-BE49-F238E27FC236}">
                <ns3:creationId id="{DE8468ED-4445-4366-A510-3D8B7F6E7447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503527BB-1248-40C8-91FE-6EAC091C92F8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677FF4BB-635D-4E74-BBFF-75D416BADEBD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ABDDD0"/>
                </a:solidFill>
                <a:latin typeface="Consolas"/>
                <a:ea typeface="Consolas"/>
                <a:cs typeface="Consolas"/>
              </a:defRPr>
            </a:pPr>
            <a:r>
              <a:t># 아래 줄은 안내를 출력합니다.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FEABD8D4-160C-49F8-8753-0E2D0B68D345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6D6F86C1-1D9A-4B1F-BDE3-B9EDD2862D28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ABDDD0"/>
                </a:solidFill>
                <a:latin typeface="Consolas"/>
                <a:ea typeface="Consolas"/>
                <a:cs typeface="Consolas"/>
              </a:defRPr>
            </a:pPr>
            <a:r>
              <a:t># print("오늘의 점검")</a:t>
            </a:r>
          </a:p>
        </p:txBody>
      </p:sp>
      <p:sp>
        <p:nvSpPr>
          <p:cNvPr id="12" name="">
            <a:extLst>
              <a:ext uri="{FF2B5EF4-FFF2-40B4-BE49-F238E27FC236}">
                <ns3:creationId id="{7418D6D6-2E43-4475-A9F7-8E13AFED5AD1}"/>
              </a:ext>
            </a:extLst>
          </p:cNvPr>
          <p:cNvSpPr>
            <a:spLocks noGrp="1"/>
          </p:cNvSpPr>
          <p:nvPr/>
        </p:nvSpPr>
        <p:spPr>
          <a:xfrm>
            <a:off x="685800" y="4027170"/>
            <a:ext cx="10820400" cy="20688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예상: 실행되지만 결과가 틀립니다.</a:t>
            </a:r>
          </a:p>
        </p:txBody>
      </p:sp>
      <p:sp>
        <p:nvSpPr>
          <p:cNvPr id="13" name="">
            <a:extLst>
              <a:ext uri="{FF2B5EF4-FFF2-40B4-BE49-F238E27FC236}">
                <ns3:creationId id="{7DAF2C0B-3254-4B25-8D28-79591F71F8C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4" name="">
            <a:extLst>
              <a:ext uri="{FF2B5EF4-FFF2-40B4-BE49-F238E27FC236}">
                <ns3:creationId id="{C4CE95AE-0410-45D0-AD97-B181751B07C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1506644298"/>
      </p:ext>
    </p:extLst>
  </p:cSld>
</p:sld>
</file>

<file path=ppt/slides/slide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4c182316c8794a9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9EAE2DA-729C-4FB2-965D-2E0A72C354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7DDDB88-A51F-4127-BBE7-60AA695D636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B0674968-ECCE-4FCF-A028-56C44A11177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A03 원인을 설명하고 다시 실행</a:t>
            </a:r>
          </a:p>
        </p:txBody>
      </p:sp>
      <p:sp>
        <p:nvSpPr>
          <p:cNvPr id="5" name="">
            <a:extLst>
              <a:ext uri="{FF2B5EF4-FFF2-40B4-BE49-F238E27FC236}">
                <ns3:creationId id="{5967E5BB-1D73-4084-989D-1E0EA50CD37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681D1DA-1E13-4AA5-8765-A892316C4119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622A4EB-2EFF-4390-A7C3-AF0EE453D62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오류 마지막 줄 또는 실제 출력을 적으세요.</a:t>
            </a:r>
          </a:p>
        </p:txBody>
      </p:sp>
      <p:sp>
        <p:nvSpPr>
          <p:cNvPr id="8" name="">
            <a:extLst>
              <a:ext uri="{FF2B5EF4-FFF2-40B4-BE49-F238E27FC236}">
                <ns3:creationId id="{012DE8B7-30EA-4C2B-8B69-9E621BB034BF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83A319A-A960-42B2-9AE1-CEECA67CD20C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다른 파일에 직접 고쳐 저장하고 다시 실행하세요.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A8B8A06B-7978-4A72-988D-3CE17ECA3D34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5DC98AC-B553-4D9B-92DF-545929EAAE83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설명을 주석으로 한 줄 쓰고, 자기 이름을 출력하는 문장을 직접 쓰세요.</a:t>
            </a:r>
          </a:p>
        </p:txBody>
      </p:sp>
      <p:sp>
        <p:nvSpPr>
          <p:cNvPr id="12" name="">
            <a:extLst>
              <a:ext uri="{FF2B5EF4-FFF2-40B4-BE49-F238E27FC236}">
                <ns3:creationId id="{4C05C327-EC8D-44C7-B056-A006C8F05723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8524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웹에서 코드 복사하기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53F8836A-C40D-463E-977C-D92FA51C20F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4" name="">
            <a:extLst>
              <a:ext uri="{FF2B5EF4-FFF2-40B4-BE49-F238E27FC236}">
                <ns3:creationId id="{20BC8FEE-55E5-4D96-818B-83836C594D5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1239983144"/>
      </p:ext>
    </p:extLst>
  </p:cSld>
</p:sld>
</file>

<file path=ppt/slides/slide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ce4be05b8f6e4a8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6744579-BFDF-43ED-A10D-C056163FEAF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052C23E-D37A-4E48-B0D9-B6DC12B1547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A03 수정 코드와 결과</a:t>
            </a:r>
          </a:p>
        </p:txBody>
      </p:sp>
      <p:sp>
        <p:nvSpPr>
          <p:cNvPr id="4" name="">
            <a:extLst>
              <a:ext uri="{FF2B5EF4-FFF2-40B4-BE49-F238E27FC236}">
                <ns3:creationId id="{4883D369-14B5-4453-BEB4-E189E336E6A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5A3B225-4529-4BDA-9FD5-A7116F2C4A3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두 번째 줄 앞에도 #이 있어 전체가 주석입니다.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39B367F-5437-445C-8686-7231E4ED0CF6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E801F71D-23EC-441F-9DFB-D53DCF1151C6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F228C1CC-2F2B-48DE-899B-EBFA765520FF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ABDDD0"/>
                </a:solidFill>
                <a:latin typeface="Consolas"/>
                <a:ea typeface="Consolas"/>
                <a:cs typeface="Consolas"/>
              </a:defRPr>
            </a:pPr>
            <a:r>
              <a:t># 아래 줄은 안내를 출력합니다.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2488806-F510-4982-B2AE-1C70AFEB682E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ED97C86F-4002-49FE-A433-5346D2BAF0BB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print("오늘의 점검")</a:t>
            </a:r>
          </a:p>
        </p:txBody>
      </p:sp>
      <p:sp>
        <p:nvSpPr>
          <p:cNvPr id="11" name="">
            <a:extLst>
              <a:ext uri="{FF2B5EF4-FFF2-40B4-BE49-F238E27FC236}">
                <ns3:creationId id="{CF411B04-1CFE-4DC8-A04B-9621A4A633F6}"/>
              </a:ext>
            </a:extLst>
          </p:cNvPr>
          <p:cNvSpPr>
            <a:spLocks noGrp="1"/>
          </p:cNvSpPr>
          <p:nvPr/>
        </p:nvSpPr>
        <p:spPr>
          <a:xfrm>
            <a:off x="685800" y="3566160"/>
            <a:ext cx="10820400" cy="252984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정상 출력: 오늘의 점검</a:t>
            </a:r>
          </a:p>
        </p:txBody>
      </p:sp>
      <p:sp>
        <p:nvSpPr>
          <p:cNvPr id="12" name="">
            <a:extLst>
              <a:ext uri="{FF2B5EF4-FFF2-40B4-BE49-F238E27FC236}">
                <ns3:creationId id="{7C526903-9BF8-47D2-B61A-8189DBC0899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3" name="">
            <a:extLst>
              <a:ext uri="{FF2B5EF4-FFF2-40B4-BE49-F238E27FC236}">
                <ns3:creationId id="{B8CEB3F4-32DD-4DA2-A061-DF1F2998480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1807354358"/>
      </p:ext>
    </p:extLst>
  </p:cSld>
</p:sld>
</file>

<file path=ppt/slides/slide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f71b6c02b37466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5EA010E-A9D2-49E4-9479-20D7B3B85222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F42A3BBC-E349-44E0-9678-0AD0A2ECF0CC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값에 이름 붙이기</a:t>
            </a:r>
          </a:p>
        </p:txBody>
      </p:sp>
      <p:sp>
        <p:nvSpPr>
          <p:cNvPr id="4" name="">
            <a:extLst>
              <a:ext uri="{FF2B5EF4-FFF2-40B4-BE49-F238E27FC236}">
                <ns3:creationId id="{29EAC846-212D-4B63-9643-2E3265AE3FAA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11:00~11:50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524068F9-5400-467C-A5B1-C2FDED8F4B11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AE17997-2851-4F6D-873C-FBB5131ECB8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03A96076-17EE-48B4-A685-0ED162F057F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1259102418"/>
      </p:ext>
    </p:extLst>
  </p:cSld>
</p:sld>
</file>

<file path=ppt/slides/slide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605b11f8e8a4a2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73128DF-6E7C-4D82-B155-89FE21BE487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2991A22-E868-4B5C-B9F9-9EC7FA8407F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대입은 오른쪽부터 읽습니다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A25FEE8D-8FEF-4123-A210-FA0CC5B7B59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21F5E13-6390-420B-86A5-73ECB20BDDB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변수는 값을 다시 찾을 이름입니다.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42BFEA9-A071-4BFE-B01D-53E12619AD1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stock = stock + 3은 이전 stock 값을 읽고 3을 더한 다음 결과에 같은 이름을 붙입니다.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BD7D868-132E-42AE-8F3A-BB79C9FA937B}"/>
              </a:ext>
            </a:extLst>
          </p:cNvPr>
          <p:cNvSpPr>
            <a:spLocks noGrp="1"/>
          </p:cNvSpPr>
          <p:nvPr/>
        </p:nvSpPr>
        <p:spPr>
          <a:xfrm>
            <a:off x="685800" y="34594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수학의 등식과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02888095-E578-4346-98E9-91CE0E73BE52}"/>
              </a:ext>
            </a:extLst>
          </p:cNvPr>
          <p:cNvSpPr>
            <a:spLocks noGrp="1"/>
          </p:cNvSpPr>
          <p:nvPr/>
        </p:nvSpPr>
        <p:spPr>
          <a:xfrm>
            <a:off x="685800" y="39776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화면에 이미 출력한 값은 나중 대입으로 바뀌지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F6E1217D-8245-4648-9D24-63DD6A3CDC6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D9C22241-86E5-4095-94E0-24F3EE7561E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1091487426"/>
      </p:ext>
    </p:extLst>
  </p:cSld>
</p:sld>
</file>

<file path=ppt/slides/slide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3" name=""/>
          <p:cNvPicPr>
            <a:picLocks noChangeAspect="1"/>
          </p:cNvPicPr>
          <p:nvPr/>
        </p:nvPicPr>
        <p:blipFill>
          <a:blip r:embed="R61695554fdab4fd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D396784-4A2E-440B-B0B4-EFB12F8C031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4D9A372B-9D56-44BE-9689-3E02CBC6723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 · 대입은 오른쪽부터 읽습니다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089B0CFE-9603-4ECF-A008-5774BE3CB1C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B2E4B01-7DBA-46CA-ADD5-1E4A57C2D29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work/assignment.py</a:t>
            </a:r>
          </a:p>
        </p:txBody>
      </p:sp>
      <p:sp>
        <p:nvSpPr>
          <p:cNvPr id="6" name="">
            <a:extLst>
              <a:ext uri="{FF2B5EF4-FFF2-40B4-BE49-F238E27FC236}">
                <ns3:creationId id="{B260C1DF-9959-49CC-A2C9-14DD9B1CE1AF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work/assignment.py</a:t>
            </a:r>
          </a:p>
        </p:txBody>
      </p:sp>
      <p:sp>
        <p:nvSpPr>
          <p:cNvPr id="7" name="">
            <a:extLst>
              <a:ext uri="{FF2B5EF4-FFF2-40B4-BE49-F238E27FC236}">
                <ns3:creationId id="{73A4B3BA-FB41-4A92-B1DA-8BC3C2A5DF2F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C4A62877-E9BF-439B-808E-89F7720F6C09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91FE5AA6-821F-4352-9AB2-DEA179BA3C57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stock = 8</a:t>
            </a:r>
          </a:p>
        </p:txBody>
      </p:sp>
      <p:sp>
        <p:nvSpPr>
          <p:cNvPr id="10" name="">
            <a:extLst>
              <a:ext uri="{FF2B5EF4-FFF2-40B4-BE49-F238E27FC236}">
                <ns3:creationId id="{77B63DBA-E5BB-4C5E-A8EE-EBDC726D1892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908C4FBC-1505-48E5-8F80-A7F7F41AE504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print(stock)</a:t>
            </a:r>
          </a:p>
        </p:txBody>
      </p:sp>
      <p:sp>
        <p:nvSpPr>
          <p:cNvPr id="12" name="">
            <a:extLst>
              <a:ext uri="{FF2B5EF4-FFF2-40B4-BE49-F238E27FC236}">
                <ns3:creationId id="{F2927B78-5AA4-453B-8188-82BA26D9ACFC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699FB2F0-59B8-4B75-98B1-0C5818552B98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stock = stock + 3</a:t>
            </a:r>
          </a:p>
        </p:txBody>
      </p:sp>
      <p:sp>
        <p:nvSpPr>
          <p:cNvPr id="14" name="">
            <a:extLst>
              <a:ext uri="{FF2B5EF4-FFF2-40B4-BE49-F238E27FC236}">
                <ns3:creationId id="{E494EC96-3D72-4043-9EE5-00496AC623C9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1401E457-0321-4015-ACC7-ECE57C894DFA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print(stock)</a:t>
            </a:r>
          </a:p>
        </p:txBody>
      </p:sp>
      <p:sp>
        <p:nvSpPr>
          <p:cNvPr id="16" name="">
            <a:extLst>
              <a:ext uri="{FF2B5EF4-FFF2-40B4-BE49-F238E27FC236}">
                <ns3:creationId id="{D3D22AE0-9367-4ABA-816D-6F2737F31A30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CA957255-C8FD-461E-B9F0-853C1BEB4B72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stock = stock - 2</a:t>
            </a:r>
          </a:p>
        </p:txBody>
      </p:sp>
      <p:sp>
        <p:nvSpPr>
          <p:cNvPr id="18" name="">
            <a:extLst>
              <a:ext uri="{FF2B5EF4-FFF2-40B4-BE49-F238E27FC236}">
                <ns3:creationId id="{71F122CD-E1A3-4D87-8719-36154F00636D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D8F3C868-395D-4C3D-9D60-7BF24E037A6F}"/>
              </a:ext>
            </a:extLst>
          </p:cNvPr>
          <p:cNvSpPr>
            <a:spLocks noGrp="1"/>
          </p:cNvSpPr>
          <p:nvPr/>
        </p:nvSpPr>
        <p:spPr>
          <a:xfrm>
            <a:off x="1257300" y="463200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print(stock)</a:t>
            </a:r>
          </a:p>
        </p:txBody>
      </p:sp>
      <p:sp>
        <p:nvSpPr>
          <p:cNvPr id="20" name="">
            <a:extLst>
              <a:ext uri="{FF2B5EF4-FFF2-40B4-BE49-F238E27FC236}">
                <ns3:creationId id="{0BD05591-4781-448D-B22C-C398F741C6F6}"/>
              </a:ext>
            </a:extLst>
          </p:cNvPr>
          <p:cNvSpPr>
            <a:spLocks noGrp="1"/>
          </p:cNvSpPr>
          <p:nvPr/>
        </p:nvSpPr>
        <p:spPr>
          <a:xfrm>
            <a:off x="685800" y="5265420"/>
            <a:ext cx="10820400" cy="8305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출력: 8 / 11 / 9</a:t>
            </a:r>
          </a:p>
        </p:txBody>
      </p:sp>
      <p:sp>
        <p:nvSpPr>
          <p:cNvPr id="21" name="">
            <a:extLst>
              <a:ext uri="{FF2B5EF4-FFF2-40B4-BE49-F238E27FC236}">
                <ns3:creationId id="{4E41E6C1-AB6F-4E1A-840E-D66DDB7BE60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22" name="">
            <a:extLst>
              <a:ext uri="{FF2B5EF4-FFF2-40B4-BE49-F238E27FC236}">
                <ns3:creationId id="{E039FABB-84C1-46DF-82DF-4376FEEA569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903420031"/>
      </p:ext>
    </p:extLst>
  </p:cSld>
</p:sld>
</file>

<file path=ppt/slides/slide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06f310e4a7a04b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F124BF3-8E7B-4264-89AB-CE5B77A762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86009C4-D0C0-4EF1-BECE-C9191076749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02B0EFE8-2E01-44EE-A7DF-E7FA91F231B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설명하고 바꿔 보기</a:t>
            </a:r>
          </a:p>
        </p:txBody>
      </p:sp>
      <p:sp>
        <p:nvSpPr>
          <p:cNvPr id="5" name="">
            <a:extLst>
              <a:ext uri="{FF2B5EF4-FFF2-40B4-BE49-F238E27FC236}">
                <ns3:creationId id="{E847CFC9-C8CB-4CC2-B200-387F844EA3B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425A8CB-81DE-4E4F-B5F9-E5BA203B483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13E2E96-DCB5-41E7-8D5C-C163DDAADD8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출고를 4개로 바꾸면 어떤 출력 줄만 바뀔까요?</a:t>
            </a:r>
          </a:p>
        </p:txBody>
      </p:sp>
      <p:sp>
        <p:nvSpPr>
          <p:cNvPr id="8" name="">
            <a:extLst>
              <a:ext uri="{FF2B5EF4-FFF2-40B4-BE49-F238E27FC236}">
                <ns3:creationId id="{1CDCCBF5-06AD-41E6-B4D1-3F188AE82871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AC6432F-A73E-492D-8ECF-E6FDB3BE3366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예상 → 실행 → 비교 순서로 확인하세요.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CD9D97D3-2269-4800-9711-2DC6A65646D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1" name="">
            <a:extLst>
              <a:ext uri="{FF2B5EF4-FFF2-40B4-BE49-F238E27FC236}">
                <ns3:creationId id="{245C6B1A-FE6A-4969-886A-3FFFE050AD9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1048286612"/>
      </p:ext>
    </p:extLst>
  </p:cSld>
</p:sld>
</file>

<file path=ppt/slides/slide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e5578737d560469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E16BCDB-5291-4DE3-A886-265F6975C19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AD27E12-ECF1-4B0A-8CC8-4C2CB7661FE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대입은 오른쪽부터 읽습니다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8A567CD4-DDB0-407D-B2F4-7A5767F1F60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9F7CED4-6430-4ED4-9012-457591F11FD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출력만 7로 바뀝니다. 앞서 출력한 8과 11은 유지됩니다.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372F666-D806-4AA6-9901-876391C119D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A3299A6A-1045-4202-9D2F-7A0D8B91216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1450802619"/>
      </p:ext>
    </p:extLst>
  </p:cSld>
</p:sld>
</file>

<file path=ppt/slides/slide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5d435cbead91497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2854A1C-225D-467E-ABD5-8DBBBDDBD13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692CF2A-F3DE-4B20-AE84-E12E4C0BD27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줄마다 stock 값을 적어 봅시다</a:t>
            </a:r>
          </a:p>
        </p:txBody>
      </p:sp>
      <p:sp>
        <p:nvSpPr>
          <p:cNvPr id="4" name="">
            <a:extLst>
              <a:ext uri="{FF2B5EF4-FFF2-40B4-BE49-F238E27FC236}">
                <ns3:creationId id="{043F5DDC-4B83-436E-84E7-20E310989D2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2497B94-D837-481A-BAAA-44671C7FB1A7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출력한 값을 거슬러 바꾸지 않습니다.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5617954"/>
                <a:gridCol w="3142071"/>
                <a:gridCol w="206037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실행한 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stock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stock = 8 / print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stock = stock + 3 / print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stock = stock - 2 / print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473A0797-0A07-4061-85A5-3457D5915E0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8" name="">
            <a:extLst>
              <a:ext uri="{FF2B5EF4-FFF2-40B4-BE49-F238E27FC236}">
                <ns3:creationId id="{879C65D0-77DB-424B-83C3-7FBE57DAF4C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219371978"/>
      </p:ext>
    </p:extLst>
  </p:cSld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5adcbaf204248d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CC564D5-FE41-408F-B05E-C94549AA252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B9E51C9-88DB-4C19-9E94-269B63B3A34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값의 종류를 눈으로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D817B5F0-81D4-429B-9590-ACBE37E6311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BA1A16F-D598-4390-9D0A-0343A37DCAF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int는 정수, float는 소수 표현을 쓰는 숫자, str은 글자, bool은 참·거짓 상태입니다.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1689661-A895-493E-B886-B446813319CF}"/>
              </a:ext>
            </a:extLst>
          </p:cNvPr>
          <p:cNvSpPr>
            <a:spLocks noGrp="1"/>
          </p:cNvSpPr>
          <p:nvPr/>
        </p:nvSpPr>
        <p:spPr>
          <a:xfrm>
            <a:off x="685800" y="29413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None은 값이 없음을 나타냅니다.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C04B78F-F93E-4C5A-91DC-7778CF443A3A}"/>
              </a:ext>
            </a:extLst>
          </p:cNvPr>
          <p:cNvSpPr>
            <a:spLocks noGrp="1"/>
          </p:cNvSpPr>
          <p:nvPr/>
        </p:nvSpPr>
        <p:spPr>
          <a:xfrm>
            <a:off x="685800" y="34594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type은 값의 종류를 보여 줍니다.</a:t>
            </a:r>
          </a:p>
        </p:txBody>
      </p:sp>
      <p:sp>
        <p:nvSpPr>
          <p:cNvPr id="8" name="">
            <a:extLst>
              <a:ext uri="{FF2B5EF4-FFF2-40B4-BE49-F238E27FC236}">
                <ns3:creationId id="{7B4D896F-43E7-45EC-BDCD-6AC8F80CD45F}"/>
              </a:ext>
            </a:extLst>
          </p:cNvPr>
          <p:cNvSpPr>
            <a:spLocks noGrp="1"/>
          </p:cNvSpPr>
          <p:nvPr/>
        </p:nvSpPr>
        <p:spPr>
          <a:xfrm>
            <a:off x="685800" y="39776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"3"과 3은 화면 모양이 비슷해도 같은 종류가 아닙니다.</a:t>
            </a:r>
          </a:p>
        </p:txBody>
      </p:sp>
      <p:sp>
        <p:nvSpPr>
          <p:cNvPr id="9" name="">
            <a:extLst>
              <a:ext uri="{FF2B5EF4-FFF2-40B4-BE49-F238E27FC236}">
                <ns3:creationId id="{D70F056D-E627-4FF7-B35C-E0423370026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4ED6FF1D-E706-4C35-ACE6-F678BFAF2EA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1634173811"/>
      </p:ext>
    </p:extLst>
  </p:cSld>
</p:sld>
</file>

<file path=ppt/slides/slide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5" name=""/>
          <p:cNvPicPr>
            <a:picLocks noChangeAspect="1"/>
          </p:cNvPicPr>
          <p:nvPr/>
        </p:nvPicPr>
        <p:blipFill>
          <a:blip r:embed="R8b24298a5b8e440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5F4B962-7C9B-40AB-8E1B-24F4072CF26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BA373F5-71A8-4FBC-8827-82726AFE4A8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 · 값의 종류를 눈으로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A5E8AAE7-1500-44B9-8745-A14470432F6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6567353-E8E0-4A74-B8E4-A713A47C2B72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work/types.py</a:t>
            </a:r>
          </a:p>
        </p:txBody>
      </p:sp>
      <p:sp>
        <p:nvSpPr>
          <p:cNvPr id="6" name="">
            <a:extLst>
              <a:ext uri="{FF2B5EF4-FFF2-40B4-BE49-F238E27FC236}">
                <ns3:creationId id="{F6074142-494C-4CC8-B6F3-5FA434E14F46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work/types.py</a:t>
            </a:r>
          </a:p>
        </p:txBody>
      </p:sp>
      <p:sp>
        <p:nvSpPr>
          <p:cNvPr id="7" name="">
            <a:extLst>
              <a:ext uri="{FF2B5EF4-FFF2-40B4-BE49-F238E27FC236}">
                <ns3:creationId id="{361692F2-A764-45B3-BC56-0E8B4A3E4AED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28468AF9-1054-46A3-AF22-A036778DAFDE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F066CE85-5C76-45FE-B4E8-0133B02BB8C2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count = 3</a:t>
            </a:r>
          </a:p>
        </p:txBody>
      </p:sp>
      <p:sp>
        <p:nvSpPr>
          <p:cNvPr id="10" name="">
            <a:extLst>
              <a:ext uri="{FF2B5EF4-FFF2-40B4-BE49-F238E27FC236}">
                <ns3:creationId id="{A7A7C33C-28AB-44DC-9BA5-2885E919A221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34506C6B-3D32-4F06-A829-B7A9C8BB9856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text = "3"</a:t>
            </a:r>
          </a:p>
        </p:txBody>
      </p:sp>
      <p:sp>
        <p:nvSpPr>
          <p:cNvPr id="12" name="">
            <a:extLst>
              <a:ext uri="{FF2B5EF4-FFF2-40B4-BE49-F238E27FC236}">
                <ns3:creationId id="{323C99BB-2752-4AC3-846F-6EE355642B87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F4CA7C1D-B91A-49C8-A4CF-0CC6C23CEB36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print(type(count))</a:t>
            </a:r>
          </a:p>
        </p:txBody>
      </p:sp>
      <p:sp>
        <p:nvSpPr>
          <p:cNvPr id="14" name="">
            <a:extLst>
              <a:ext uri="{FF2B5EF4-FFF2-40B4-BE49-F238E27FC236}">
                <ns3:creationId id="{C4897383-4003-4F96-B93D-E78025B7DC9B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830C589D-5522-4AA3-AC38-A0643AD3E773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print(type(text))</a:t>
            </a:r>
          </a:p>
        </p:txBody>
      </p:sp>
      <p:sp>
        <p:nvSpPr>
          <p:cNvPr id="16" name="">
            <a:extLst>
              <a:ext uri="{FF2B5EF4-FFF2-40B4-BE49-F238E27FC236}">
                <ns3:creationId id="{023D72D5-881B-44C6-8DCF-0C185FE0DF94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8386AA14-C1AF-4E0A-9995-B40E6DE6AF41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print(type(22.5))</a:t>
            </a:r>
          </a:p>
        </p:txBody>
      </p:sp>
      <p:sp>
        <p:nvSpPr>
          <p:cNvPr id="18" name="">
            <a:extLst>
              <a:ext uri="{FF2B5EF4-FFF2-40B4-BE49-F238E27FC236}">
                <ns3:creationId id="{AD9DDFC6-ED7D-40E6-A9BA-A66A4EA4B33E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2918143C-FDCB-4EE8-8B4C-DC6168211B0F}"/>
              </a:ext>
            </a:extLst>
          </p:cNvPr>
          <p:cNvSpPr>
            <a:spLocks noGrp="1"/>
          </p:cNvSpPr>
          <p:nvPr/>
        </p:nvSpPr>
        <p:spPr>
          <a:xfrm>
            <a:off x="1257300" y="463200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print(type(True))</a:t>
            </a:r>
          </a:p>
        </p:txBody>
      </p:sp>
      <p:sp>
        <p:nvSpPr>
          <p:cNvPr id="20" name="">
            <a:extLst>
              <a:ext uri="{FF2B5EF4-FFF2-40B4-BE49-F238E27FC236}">
                <ns3:creationId id="{35D1E93A-682E-40CF-A63D-6F266FBC8DF8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4C159B02-C2E2-4854-853A-B3886087DA95}"/>
              </a:ext>
            </a:extLst>
          </p:cNvPr>
          <p:cNvSpPr>
            <a:spLocks noGrp="1"/>
          </p:cNvSpPr>
          <p:nvPr/>
        </p:nvSpPr>
        <p:spPr>
          <a:xfrm>
            <a:off x="1257300" y="494157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print(type(None))</a:t>
            </a:r>
          </a:p>
        </p:txBody>
      </p:sp>
      <p:sp>
        <p:nvSpPr>
          <p:cNvPr id="22" name="">
            <a:extLst>
              <a:ext uri="{FF2B5EF4-FFF2-40B4-BE49-F238E27FC236}">
                <ns3:creationId id="{199AEBE0-BA37-4F8C-ACB5-9A5D56987E88}"/>
              </a:ext>
            </a:extLst>
          </p:cNvPr>
          <p:cNvSpPr>
            <a:spLocks noGrp="1"/>
          </p:cNvSpPr>
          <p:nvPr/>
        </p:nvSpPr>
        <p:spPr>
          <a:xfrm>
            <a:off x="685800" y="5574983"/>
            <a:ext cx="10820400" cy="52101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출력: &lt;class 'int'&gt; / &lt;class 'str'&gt; / &lt;class 'float'&gt; / &lt;class 'bool'&gt; / &lt;class 'NoneType'&gt;</a:t>
            </a:r>
          </a:p>
        </p:txBody>
      </p:sp>
      <p:sp>
        <p:nvSpPr>
          <p:cNvPr id="23" name="">
            <a:extLst>
              <a:ext uri="{FF2B5EF4-FFF2-40B4-BE49-F238E27FC236}">
                <ns3:creationId id="{8DE6E3FC-C7BA-467A-9281-B1177596E11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24" name="">
            <a:extLst>
              <a:ext uri="{FF2B5EF4-FFF2-40B4-BE49-F238E27FC236}">
                <ns3:creationId id="{018604EF-07FA-4FFF-B607-B32A2A6E9E6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909202612"/>
      </p:ext>
    </p:extLst>
  </p:cSld>
</p:sld>
</file>

<file path=ppt/slides/slide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80250d9dc885494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95196C6-F579-47C7-BD46-F16685AA77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D612411-4617-44EE-B8BB-6B52BE89E0A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2182F1F9-0899-49DA-94EC-07BD135421F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설명하고 바꿔 보기</a:t>
            </a:r>
          </a:p>
        </p:txBody>
      </p:sp>
      <p:sp>
        <p:nvSpPr>
          <p:cNvPr id="5" name="">
            <a:extLst>
              <a:ext uri="{FF2B5EF4-FFF2-40B4-BE49-F238E27FC236}">
                <ns3:creationId id="{EFBCAC72-83CD-4705-931E-39F9C506EB4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C1D817D-C5DD-4024-9DDF-CD5F275559C9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C8A91C1-1FBE-4F35-9723-93B4E9DE222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사번 "001"을 int로 바꾸면 무엇을 잃을까요?</a:t>
            </a:r>
          </a:p>
        </p:txBody>
      </p:sp>
      <p:sp>
        <p:nvSpPr>
          <p:cNvPr id="8" name="">
            <a:extLst>
              <a:ext uri="{FF2B5EF4-FFF2-40B4-BE49-F238E27FC236}">
                <ns3:creationId id="{C313E6F1-D6E6-42CA-A8C8-7A483D5FE60C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962D5152-7B54-42A7-95F7-293169836C2C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예상 → 실행 → 비교 순서로 확인하세요.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D69E428C-B340-4631-A0BA-C7F0B92AAAC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1" name="">
            <a:extLst>
              <a:ext uri="{FF2B5EF4-FFF2-40B4-BE49-F238E27FC236}">
                <ns3:creationId id="{144FD2F4-330D-4E7C-B575-13493FF9970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784776690"/>
      </p:ext>
    </p:extLst>
  </p:cSld>
</p:sld>
</file>

<file path=ppt/slides/slide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a6df366b497b469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102E3DC-EEAA-4555-8D65-08A568C47BC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372702ED-74CF-4A09-9FEA-4A308725F18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값의 종류를 눈으로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555A6993-4AD5-4A52-9918-3BF0D35D942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8B35A25-B203-4BD8-AC3B-3F3059D7123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앞의 0 두 개를 잃습니다. 사번은 계산할 수량이 아니라 식별자라 문자열로 보존합니다.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A65B97E-2077-4C36-A687-0642FA8140E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03DCCE78-7B14-41CD-96FE-E481EA08C32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2143700685"/>
      </p:ext>
    </p:extLst>
  </p:cSld>
</p:sld>
</file>

<file path=ppt/slides/slide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b394193aff2e4f2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5AEAA0D-779A-4535-A66F-0000C4AB808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6F5ADDE-F37E-4573-B32D-806D38477BC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A04 오류를 찾아 고치세요</a:t>
            </a:r>
          </a:p>
        </p:txBody>
      </p:sp>
      <p:sp>
        <p:nvSpPr>
          <p:cNvPr id="4" name="">
            <a:extLst>
              <a:ext uri="{FF2B5EF4-FFF2-40B4-BE49-F238E27FC236}">
                <ns3:creationId id="{C58BEC13-C61C-4F39-8A4F-3F699EBEE8C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E1FF645-FCE9-4E51-B84C-35BE3A6AB425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work/A04_broken.py</a:t>
            </a:r>
          </a:p>
        </p:txBody>
      </p:sp>
      <p:sp>
        <p:nvSpPr>
          <p:cNvPr id="6" name="">
            <a:extLst>
              <a:ext uri="{FF2B5EF4-FFF2-40B4-BE49-F238E27FC236}">
                <ns3:creationId id="{5869D730-DA97-4752-AA58-8FBF263704C4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work/A04_broken.py</a:t>
            </a:r>
          </a:p>
        </p:txBody>
      </p:sp>
      <p:sp>
        <p:nvSpPr>
          <p:cNvPr id="7" name="">
            <a:extLst>
              <a:ext uri="{FF2B5EF4-FFF2-40B4-BE49-F238E27FC236}">
                <ns3:creationId id="{AD036262-E1B5-4AEE-9689-CAC132D0B67E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8C0B191C-4A24-42EB-BFB8-6938DC01EF27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D5A9743B-7A9D-4A76-A8C4-37AACCEE6968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location = "입구"</a:t>
            </a:r>
          </a:p>
        </p:txBody>
      </p:sp>
      <p:sp>
        <p:nvSpPr>
          <p:cNvPr id="10" name="">
            <a:extLst>
              <a:ext uri="{FF2B5EF4-FFF2-40B4-BE49-F238E27FC236}">
                <ns3:creationId id="{DF968837-65F8-4AF5-92A5-E2DF0C48D605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A715FC30-5494-4F7B-ACE4-7E383FAD71DE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print(Location)</a:t>
            </a:r>
          </a:p>
        </p:txBody>
      </p:sp>
      <p:sp>
        <p:nvSpPr>
          <p:cNvPr id="12" name="">
            <a:extLst>
              <a:ext uri="{FF2B5EF4-FFF2-40B4-BE49-F238E27FC236}">
                <ns3:creationId id="{71114BAB-3634-4399-8AD7-EE9BF027E3C6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0583CE6E-20BF-474C-922D-5617E10AF2FD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print("location")</a:t>
            </a:r>
          </a:p>
        </p:txBody>
      </p:sp>
      <p:sp>
        <p:nvSpPr>
          <p:cNvPr id="14" name="">
            <a:extLst>
              <a:ext uri="{FF2B5EF4-FFF2-40B4-BE49-F238E27FC236}">
                <ns3:creationId id="{8820C949-E3B3-4F4C-8E3D-650DB73B5032}"/>
              </a:ext>
            </a:extLst>
          </p:cNvPr>
          <p:cNvSpPr>
            <a:spLocks noGrp="1"/>
          </p:cNvSpPr>
          <p:nvPr/>
        </p:nvSpPr>
        <p:spPr>
          <a:xfrm>
            <a:off x="685800" y="4336733"/>
            <a:ext cx="10820400" cy="17592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예상: NameError</a:t>
            </a:r>
          </a:p>
        </p:txBody>
      </p:sp>
      <p:sp>
        <p:nvSpPr>
          <p:cNvPr id="15" name="">
            <a:extLst>
              <a:ext uri="{FF2B5EF4-FFF2-40B4-BE49-F238E27FC236}">
                <ns3:creationId id="{63EB030B-01FD-418D-BCB9-5B866F9DEE9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6" name="">
            <a:extLst>
              <a:ext uri="{FF2B5EF4-FFF2-40B4-BE49-F238E27FC236}">
                <ns3:creationId id="{E192415D-A05E-41C1-ACD2-6B1112DE0AB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27210145"/>
      </p:ext>
    </p:extLst>
  </p:cSld>
</p:sld>
</file>

<file path=ppt/slides/slide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ce6008749a9d4c8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18C8735-323B-47EA-8A1F-40F222E065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B465AF5-D82C-4B78-94FE-D2854D3DE99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AA1BB198-E35D-47AF-A76B-55840A14C0D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A04 원인을 설명하고 다시 실행</a:t>
            </a:r>
          </a:p>
        </p:txBody>
      </p:sp>
      <p:sp>
        <p:nvSpPr>
          <p:cNvPr id="5" name="">
            <a:extLst>
              <a:ext uri="{FF2B5EF4-FFF2-40B4-BE49-F238E27FC236}">
                <ns3:creationId id="{7565E911-89E1-45BD-BE8B-FCC9A2360E8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4B68CDA-9C2F-407C-9491-5879D9D5869B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474E637-C108-4001-BB91-CBCBBD1678E3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오류 마지막 줄 또는 실제 출력을 적으세요.</a:t>
            </a:r>
          </a:p>
        </p:txBody>
      </p:sp>
      <p:sp>
        <p:nvSpPr>
          <p:cNvPr id="8" name="">
            <a:extLst>
              <a:ext uri="{FF2B5EF4-FFF2-40B4-BE49-F238E27FC236}">
                <ns3:creationId id="{FCAAA398-23C4-4262-8CDB-3E6208F8FDA6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DB9AC28-B8F3-4826-8112-C08A7E350D32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다른 파일에 직접 고쳐 저장하고 다시 실행하세요.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4A6C633D-A584-4995-93A9-CE5A688230A0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1A0ED91-166F-4E21-A4D1-E2F728E46B18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변수 이름을 place로 바꾸고 사용하는 줄도 함께 고치세요.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80805F3F-2537-4FE4-A1A5-5A1FC0FD5959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8524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웹에서 코드 복사하기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AFF14D05-943B-493F-84F4-6ED0A63D20A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4" name="">
            <a:extLst>
              <a:ext uri="{FF2B5EF4-FFF2-40B4-BE49-F238E27FC236}">
                <ns3:creationId id="{C8C863EF-27CB-4527-907E-5683DC2F1CC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1264533353"/>
      </p:ext>
    </p:extLst>
  </p:cSld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e9ecaeac239d4cd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BA154C4-DE1B-414E-B301-3552BD326BB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09662129-9067-48C5-95C2-DEDDC8E585C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A04 수정 코드와 결과</a:t>
            </a:r>
          </a:p>
        </p:txBody>
      </p:sp>
      <p:sp>
        <p:nvSpPr>
          <p:cNvPr id="4" name="">
            <a:extLst>
              <a:ext uri="{FF2B5EF4-FFF2-40B4-BE49-F238E27FC236}">
                <ns3:creationId id="{AB291D8B-A159-4352-9580-76B67615760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9DDEC26-6B8E-4780-87D3-006BB6E7DBD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location과 Location은 다른 이름입니다.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E6DBAF3-CA14-4139-8C37-A456F8D75260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78ADB133-861A-42FC-8DB1-1B761B5ED924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E6298EDB-2706-44BE-B5E3-665687F9A733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location = "입구"</a:t>
            </a:r>
          </a:p>
        </p:txBody>
      </p:sp>
      <p:sp>
        <p:nvSpPr>
          <p:cNvPr id="9" name="">
            <a:extLst>
              <a:ext uri="{FF2B5EF4-FFF2-40B4-BE49-F238E27FC236}">
                <ns3:creationId id="{7513B766-3531-4245-BA9F-BF5906202904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01F13B02-D138-44E0-A85F-B131FE637031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print(location)</a:t>
            </a:r>
          </a:p>
        </p:txBody>
      </p:sp>
      <p:sp>
        <p:nvSpPr>
          <p:cNvPr id="11" name="">
            <a:extLst>
              <a:ext uri="{FF2B5EF4-FFF2-40B4-BE49-F238E27FC236}">
                <ns3:creationId id="{B8DCCE8B-4C1A-4601-9A23-8FE9838D42F7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D6E95AF3-4593-46B5-AC81-C1D76BA0CFCB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print("location")</a:t>
            </a:r>
          </a:p>
        </p:txBody>
      </p:sp>
      <p:sp>
        <p:nvSpPr>
          <p:cNvPr id="13" name="">
            <a:extLst>
              <a:ext uri="{FF2B5EF4-FFF2-40B4-BE49-F238E27FC236}">
                <ns3:creationId id="{23F61BC6-6069-4F1A-82B9-D37B257C8059}"/>
              </a:ext>
            </a:extLst>
          </p:cNvPr>
          <p:cNvSpPr>
            <a:spLocks noGrp="1"/>
          </p:cNvSpPr>
          <p:nvPr/>
        </p:nvSpPr>
        <p:spPr>
          <a:xfrm>
            <a:off x="685800" y="3875723"/>
            <a:ext cx="10820400" cy="222027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정상 출력: 입구 / location</a:t>
            </a:r>
          </a:p>
        </p:txBody>
      </p:sp>
      <p:sp>
        <p:nvSpPr>
          <p:cNvPr id="14" name="">
            <a:extLst>
              <a:ext uri="{FF2B5EF4-FFF2-40B4-BE49-F238E27FC236}">
                <ns3:creationId id="{1669A851-617E-46FA-9D41-5C1E6EB0679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5" name="">
            <a:extLst>
              <a:ext uri="{FF2B5EF4-FFF2-40B4-BE49-F238E27FC236}">
                <ns3:creationId id="{41789572-D55B-4920-8F79-4EA36BA38C4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1266988801"/>
      </p:ext>
    </p:extLst>
  </p:cSld>
</p:sld>
</file>

<file path=ppt/slides/slide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0748d9f38143459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BD8EBBF-34F4-4706-9BD0-E38398BC28BD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7462ADF6-852D-42F1-959E-5901EBF8EF0C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문자와 숫자의 연산</a:t>
            </a:r>
          </a:p>
        </p:txBody>
      </p:sp>
      <p:sp>
        <p:nvSpPr>
          <p:cNvPr id="4" name="">
            <a:extLst>
              <a:ext uri="{FF2B5EF4-FFF2-40B4-BE49-F238E27FC236}">
                <ns3:creationId id="{59577711-A0A6-4F53-875F-E4AEE3E450AE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13:00~13:50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9A83E271-C7AC-45F5-8D89-A1ACF375A026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7E39B54-C10D-4BF2-B1AC-49D816E5D37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85FAC667-1ACF-4DF4-A299-F589EC27774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1179160716"/>
      </p:ext>
    </p:extLst>
  </p:cSld>
</p:sld>
</file>

<file path=ppt/slides/slide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ff266a6e6f7454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142A3A-CB9D-4583-B5B1-C0B90FEE0AA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3921B23-53A1-486A-9E6F-7454EFA3369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input으로 받은 값은 문자열입니다 · 더 해보기</a:t>
            </a:r>
          </a:p>
        </p:txBody>
      </p:sp>
      <p:sp>
        <p:nvSpPr>
          <p:cNvPr id="4" name="">
            <a:extLst>
              <a:ext uri="{FF2B5EF4-FFF2-40B4-BE49-F238E27FC236}">
                <ns3:creationId id="{30173E2B-E91D-4E59-BDF3-1782DB409C6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957E750-DFEE-4579-8106-247D52DC731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input은 터미널에서 사용자가 입력할 때까지 기다립니다.</a:t>
            </a:r>
          </a:p>
        </p:txBody>
      </p:sp>
      <p:sp>
        <p:nvSpPr>
          <p:cNvPr id="6" name="">
            <a:extLst>
              <a:ext uri="{FF2B5EF4-FFF2-40B4-BE49-F238E27FC236}">
                <ns3:creationId id="{8B6E2768-0927-4089-8BAD-AE6FEF5DFE3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화면의 안내를 읽고 숫자 3을 입력한 뒤 Enter를 누릅니다.</a:t>
            </a:r>
          </a:p>
        </p:txBody>
      </p:sp>
      <p:sp>
        <p:nvSpPr>
          <p:cNvPr id="7" name="">
            <a:extLst>
              <a:ext uri="{FF2B5EF4-FFF2-40B4-BE49-F238E27FC236}">
                <ns3:creationId id="{E184C74E-B70E-4FA9-BD00-6391B768101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받은 값은 문자열이므로 수량 계산에는 int로 변환합니다.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0260316-1EAB-42DB-936E-F73297CFF76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변환하기 전의 raw를 남겨 원문과 결과를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4D46085-D999-44AC-80E5-A193BC9AEFB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A27C3175-C298-4DCC-AD5A-85368746D58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742779202"/>
      </p:ext>
    </p:extLst>
  </p:cSld>
</p:sld>
</file>

<file path=ppt/slides/slide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9" name=""/>
          <p:cNvPicPr>
            <a:picLocks noChangeAspect="1"/>
          </p:cNvPicPr>
          <p:nvPr/>
        </p:nvPicPr>
        <p:blipFill>
          <a:blip r:embed="R79951a53c6be477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D9D29C9-6D18-488E-A57A-A42AD10C664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C57D6EF-37D8-4747-8A4C-CA70E49347D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 · input으로 받은 값은 문자열입니다</a:t>
            </a:r>
          </a:p>
        </p:txBody>
      </p:sp>
      <p:sp>
        <p:nvSpPr>
          <p:cNvPr id="4" name="">
            <a:extLst>
              <a:ext uri="{FF2B5EF4-FFF2-40B4-BE49-F238E27FC236}">
                <ns3:creationId id="{4CF195AB-130C-4A96-986D-978915FE8DE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4B6EDE0-C15B-4295-BBD9-4BDB9EF7113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work/input.py</a:t>
            </a:r>
          </a:p>
        </p:txBody>
      </p:sp>
      <p:sp>
        <p:nvSpPr>
          <p:cNvPr id="6" name="">
            <a:extLst>
              <a:ext uri="{FF2B5EF4-FFF2-40B4-BE49-F238E27FC236}">
                <ns3:creationId id="{DC226931-7C3C-4C1A-B268-646E72AC64A9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work/input.py</a:t>
            </a:r>
          </a:p>
        </p:txBody>
      </p:sp>
      <p:sp>
        <p:nvSpPr>
          <p:cNvPr id="7" name="">
            <a:extLst>
              <a:ext uri="{FF2B5EF4-FFF2-40B4-BE49-F238E27FC236}">
                <ns3:creationId id="{D6ACFEC3-7B7F-45B5-B233-F307A9C315D0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964F3C13-E6BB-4B6C-9FD8-7844785582C3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BC1E1BA6-5E57-4831-ADC9-A18408AA22C3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raw = input("수량: ")</a:t>
            </a:r>
          </a:p>
        </p:txBody>
      </p:sp>
      <p:sp>
        <p:nvSpPr>
          <p:cNvPr id="10" name="">
            <a:extLst>
              <a:ext uri="{FF2B5EF4-FFF2-40B4-BE49-F238E27FC236}">
                <ns3:creationId id="{6C3DCCE8-0300-4B3F-AFC5-2AFCF13542EF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0C786F29-4D00-4530-B454-5F0D6BE619CE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count = int(raw)</a:t>
            </a:r>
          </a:p>
        </p:txBody>
      </p:sp>
      <p:sp>
        <p:nvSpPr>
          <p:cNvPr id="12" name="">
            <a:extLst>
              <a:ext uri="{FF2B5EF4-FFF2-40B4-BE49-F238E27FC236}">
                <ns3:creationId id="{B26EBF2A-D7AD-4EA5-BD58-C47861E14E91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E358603E-9419-4565-94F3-42B49127B9DE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print("받은 글자", raw)</a:t>
            </a:r>
          </a:p>
        </p:txBody>
      </p:sp>
      <p:sp>
        <p:nvSpPr>
          <p:cNvPr id="14" name="">
            <a:extLst>
              <a:ext uri="{FF2B5EF4-FFF2-40B4-BE49-F238E27FC236}">
                <ns3:creationId id="{ECC0952B-8E13-4553-B49F-A15072B9B667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E081E920-7164-4F76-A8BB-5D1BD0E83621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print("총액", count * 2000)</a:t>
            </a:r>
          </a:p>
        </p:txBody>
      </p:sp>
      <p:sp>
        <p:nvSpPr>
          <p:cNvPr id="16" name="">
            <a:extLst>
              <a:ext uri="{FF2B5EF4-FFF2-40B4-BE49-F238E27FC236}">
                <ns3:creationId id="{83754A69-9735-450D-8B50-A558FDE87AC5}"/>
              </a:ext>
            </a:extLst>
          </p:cNvPr>
          <p:cNvSpPr>
            <a:spLocks noGrp="1"/>
          </p:cNvSpPr>
          <p:nvPr/>
        </p:nvSpPr>
        <p:spPr>
          <a:xfrm>
            <a:off x="685800" y="4646295"/>
            <a:ext cx="10820400" cy="14497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수량: 3 입력 → 받은 글자 3 / 총액 6000</a:t>
            </a:r>
          </a:p>
        </p:txBody>
      </p:sp>
      <p:sp>
        <p:nvSpPr>
          <p:cNvPr id="17" name="">
            <a:extLst>
              <a:ext uri="{FF2B5EF4-FFF2-40B4-BE49-F238E27FC236}">
                <ns3:creationId id="{9AB8F63B-EBEF-4021-823A-BA8DABE0CEC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8" name="">
            <a:extLst>
              <a:ext uri="{FF2B5EF4-FFF2-40B4-BE49-F238E27FC236}">
                <ns3:creationId id="{D7FDA021-B5AE-4A31-95A9-EAF17494328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1064702378"/>
      </p:ext>
    </p:extLst>
  </p:cSld>
</p:sld>
</file>

<file path=ppt/slides/slide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694b226b22c441d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1E146B5-579C-4197-9A8E-66393F85F94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0B4DFB22-908C-499E-AEA2-D9290A8D880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B25BEF7E-8F30-4882-9FF9-4C84F8D677D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설명하고 바꿔 보기 · 더 해보기</a:t>
            </a:r>
          </a:p>
        </p:txBody>
      </p:sp>
      <p:sp>
        <p:nvSpPr>
          <p:cNvPr id="5" name="">
            <a:extLst>
              <a:ext uri="{FF2B5EF4-FFF2-40B4-BE49-F238E27FC236}">
                <ns3:creationId id="{515C661D-3BED-4128-A986-A01384E96A6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3E6FE6D-E597-4713-9195-95B2A918631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046DA0A-143A-4306-8745-42288C0EC738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3개라고 입력하면 왜 ValueError가 날까요?</a:t>
            </a:r>
          </a:p>
        </p:txBody>
      </p:sp>
      <p:sp>
        <p:nvSpPr>
          <p:cNvPr id="8" name="">
            <a:extLst>
              <a:ext uri="{FF2B5EF4-FFF2-40B4-BE49-F238E27FC236}">
                <ns3:creationId id="{75ED659A-1464-4B47-9832-99B8A1511D1D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75A8AEB-7F34-4BF6-AC99-72A88559C960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예상 → 실행 → 비교 순서로 확인하세요.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F952665D-1520-4B94-9081-F364C357E79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1" name="">
            <a:extLst>
              <a:ext uri="{FF2B5EF4-FFF2-40B4-BE49-F238E27FC236}">
                <ns3:creationId id="{C6619C69-A463-4DB4-AE66-DD74CEE0C0E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1734064616"/>
      </p:ext>
    </p:extLst>
  </p:cSld>
</p:sld>
</file>

<file path=ppt/slides/slide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1b619c1753644ac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2FC1BA-213A-41E6-9A6E-36753B3294D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264523D9-C7EB-4FEB-B653-5DB65A16C62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input으로 받은 값은 문자열입니다</a:t>
            </a:r>
          </a:p>
        </p:txBody>
      </p:sp>
      <p:sp>
        <p:nvSpPr>
          <p:cNvPr id="4" name="">
            <a:extLst>
              <a:ext uri="{FF2B5EF4-FFF2-40B4-BE49-F238E27FC236}">
                <ns3:creationId id="{63F59AE2-0BEF-4D57-B8C6-D8819461E88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0509C82-C160-4ED5-92FC-7D19684A314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int는 숫자 표현 3을 해석하지만 단위가 붙은 3개를 정수로 바로 해석하지 못합니다.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360338E-8769-46E6-8A3A-5AA04546A58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C0227B09-F205-432E-8574-0736E76A5C4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962057666"/>
      </p:ext>
    </p:extLst>
  </p:cSld>
</p:sld>
</file>

<file path=ppt/slides/slide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9c04319e80a4a1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3F46DF4-0412-4B07-9EA8-652C86E1EA9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34F6A66-B1DF-47EA-8193-9626AD943B3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문자열 길이와 위치 읽기 · 더 해보기</a:t>
            </a:r>
          </a:p>
        </p:txBody>
      </p:sp>
      <p:sp>
        <p:nvSpPr>
          <p:cNvPr id="4" name="">
            <a:extLst>
              <a:ext uri="{FF2B5EF4-FFF2-40B4-BE49-F238E27FC236}">
                <ns3:creationId id="{3F2C154C-0456-42C9-881E-DED51AFEBA5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7A31533-8D93-45FB-802E-ABA4E44CA06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len은 항목 수를 셉니다.</a:t>
            </a:r>
          </a:p>
        </p:txBody>
      </p:sp>
      <p:sp>
        <p:nvSpPr>
          <p:cNvPr id="6" name="">
            <a:extLst>
              <a:ext uri="{FF2B5EF4-FFF2-40B4-BE49-F238E27FC236}">
                <ns3:creationId id="{2555B548-93ED-4BC2-B3C3-C56E7E232C9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문자열도 글자가 순서대로 있으므로 0부터 시작하는 위치로 읽을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67CB61B9-A1E7-4BA0-AA7E-28CA9F04EB7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[0]은 첫 글자이며 [1:3]은 위치 1부터 3 직전까지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5487D2F-59B1-4FA8-B3B7-8977D9DFE5C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번호의 앞 0도 글자 하나입니다.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BF11A16-EFEC-43E2-BF96-349BD908527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BCA14DE6-5DB5-4733-993D-5B4775A9C5A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1433045014"/>
      </p:ext>
    </p:extLst>
  </p:cSld>
</p:sld>
</file>

<file path=ppt/slides/slide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9" name=""/>
          <p:cNvPicPr>
            <a:picLocks noChangeAspect="1"/>
          </p:cNvPicPr>
          <p:nvPr/>
        </p:nvPicPr>
        <p:blipFill>
          <a:blip r:embed="R406af098d5db4ef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DA2D169-AB35-43AE-99B0-25AD0D9273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429A56A8-2709-4E8D-9B78-8E528A12AFD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 · 문자열 길이와 위치 읽기</a:t>
            </a:r>
          </a:p>
        </p:txBody>
      </p:sp>
      <p:sp>
        <p:nvSpPr>
          <p:cNvPr id="4" name="">
            <a:extLst>
              <a:ext uri="{FF2B5EF4-FFF2-40B4-BE49-F238E27FC236}">
                <ns3:creationId id="{2D77B6E7-4668-4BAB-8D63-B25BDDADBEA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DB58025-7E96-4673-BDE9-2E981BC4E42E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work/string.py</a:t>
            </a:r>
          </a:p>
        </p:txBody>
      </p:sp>
      <p:sp>
        <p:nvSpPr>
          <p:cNvPr id="6" name="">
            <a:extLst>
              <a:ext uri="{FF2B5EF4-FFF2-40B4-BE49-F238E27FC236}">
                <ns3:creationId id="{9ABFFD1D-3524-461A-9C40-3FF0F1B691CC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work/string.py</a:t>
            </a:r>
          </a:p>
        </p:txBody>
      </p:sp>
      <p:sp>
        <p:nvSpPr>
          <p:cNvPr id="7" name="">
            <a:extLst>
              <a:ext uri="{FF2B5EF4-FFF2-40B4-BE49-F238E27FC236}">
                <ns3:creationId id="{D7247B04-0D88-4765-9A9A-2AB3E32C2C69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BE93A53F-48E7-462F-8F13-2EBB1D279D8D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4761947E-2B37-4F79-B712-FEBBDAC21C85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sensor_id = "S001"</a:t>
            </a:r>
          </a:p>
        </p:txBody>
      </p:sp>
      <p:sp>
        <p:nvSpPr>
          <p:cNvPr id="10" name="">
            <a:extLst>
              <a:ext uri="{FF2B5EF4-FFF2-40B4-BE49-F238E27FC236}">
                <ns3:creationId id="{597FEDCF-A4C8-4225-B009-9DB087FAD3AA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91AC0CEE-5A03-486D-B0C7-BFC6B6132FBA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print(len(sensor_id))</a:t>
            </a:r>
          </a:p>
        </p:txBody>
      </p:sp>
      <p:sp>
        <p:nvSpPr>
          <p:cNvPr id="12" name="">
            <a:extLst>
              <a:ext uri="{FF2B5EF4-FFF2-40B4-BE49-F238E27FC236}">
                <ns3:creationId id="{710B58A1-0C47-45D2-9F8F-6817CD5B5443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7D5A0193-6E8B-41F8-95D6-5211BC164306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print(sensor_id[0])</a:t>
            </a:r>
          </a:p>
        </p:txBody>
      </p:sp>
      <p:sp>
        <p:nvSpPr>
          <p:cNvPr id="14" name="">
            <a:extLst>
              <a:ext uri="{FF2B5EF4-FFF2-40B4-BE49-F238E27FC236}">
                <ns3:creationId id="{54C7CAF5-D566-46C6-BDCE-BD8B292081F4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B42FAD33-D26C-4F16-97BD-B87C1A1F1896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print(sensor_id[1:3])</a:t>
            </a:r>
          </a:p>
        </p:txBody>
      </p:sp>
      <p:sp>
        <p:nvSpPr>
          <p:cNvPr id="16" name="">
            <a:extLst>
              <a:ext uri="{FF2B5EF4-FFF2-40B4-BE49-F238E27FC236}">
                <ns3:creationId id="{14DA984A-C761-4E50-9B27-0B3FAAD3CC1E}"/>
              </a:ext>
            </a:extLst>
          </p:cNvPr>
          <p:cNvSpPr>
            <a:spLocks noGrp="1"/>
          </p:cNvSpPr>
          <p:nvPr/>
        </p:nvSpPr>
        <p:spPr>
          <a:xfrm>
            <a:off x="685800" y="4646295"/>
            <a:ext cx="10820400" cy="14497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출력: 4 / S / 00</a:t>
            </a:r>
          </a:p>
        </p:txBody>
      </p:sp>
      <p:sp>
        <p:nvSpPr>
          <p:cNvPr id="17" name="">
            <a:extLst>
              <a:ext uri="{FF2B5EF4-FFF2-40B4-BE49-F238E27FC236}">
                <ns3:creationId id="{7EE56D6A-BBEF-4E6B-B84C-ADC4D4DFE9E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8" name="">
            <a:extLst>
              <a:ext uri="{FF2B5EF4-FFF2-40B4-BE49-F238E27FC236}">
                <ns3:creationId id="{D2B438C5-96B4-4039-A94A-1CBEC2853A6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634935187"/>
      </p:ext>
    </p:extLst>
  </p:cSld>
</p:sld>
</file>

<file path=ppt/slides/slide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f2d9333c4fba42d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AF4E1BF-0CC3-4C7C-817D-A41C912E466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F8C4CD13-78E4-4784-BC1E-0F24CFB1D28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64B5842A-8FDD-448A-B1F2-25ABE6DB209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설명하고 바꿔 보기 · 더 해보기</a:t>
            </a:r>
          </a:p>
        </p:txBody>
      </p:sp>
      <p:sp>
        <p:nvSpPr>
          <p:cNvPr id="5" name="">
            <a:extLst>
              <a:ext uri="{FF2B5EF4-FFF2-40B4-BE49-F238E27FC236}">
                <ns3:creationId id="{07A6C703-73A3-4257-BE6E-1B9B7E49AB8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BE6987D-B919-41EA-AA48-A2CEBD76846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EE1F8AD-1498-4A93-B67E-A1C84C4935C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마지막 글자의 위치는 왜 4가 아니라 3일까요?</a:t>
            </a:r>
          </a:p>
        </p:txBody>
      </p:sp>
      <p:sp>
        <p:nvSpPr>
          <p:cNvPr id="8" name="">
            <a:extLst>
              <a:ext uri="{FF2B5EF4-FFF2-40B4-BE49-F238E27FC236}">
                <ns3:creationId id="{C2667834-A8A5-4053-90E6-ADAC9A74EBCB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9B0E42B-4685-4A1E-A075-D4BC8AACC840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예상 → 실행 → 비교 순서로 확인하세요.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ACEFD528-DD08-4452-82B1-8DFF8ACDDAD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1" name="">
            <a:extLst>
              <a:ext uri="{FF2B5EF4-FFF2-40B4-BE49-F238E27FC236}">
                <ns3:creationId id="{FBC02A9F-C7FC-4FD5-AD38-D638143BDED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2131595038"/>
      </p:ext>
    </p:extLst>
  </p:cSld>
</p:sld>
</file>

<file path=ppt/slides/slide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a5950e75547d40b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842FB18-024B-4106-8CF9-D98606F91A7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154C8CA9-8E9C-4809-BABF-DD3630D18E2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문자열 길이와 위치 읽기</a:t>
            </a:r>
          </a:p>
        </p:txBody>
      </p:sp>
      <p:sp>
        <p:nvSpPr>
          <p:cNvPr id="4" name="">
            <a:extLst>
              <a:ext uri="{FF2B5EF4-FFF2-40B4-BE49-F238E27FC236}">
                <ns3:creationId id="{7693788C-4441-4F99-97B3-EFC2B40E00B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C6D2F15-B5EC-4E06-AC41-A96F418ADC8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길이는 4개이지만 위치는 0, 1, 2, 3으로 세기 때문입니다.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84CCCFD-04C7-4234-8ADD-F9B1175E433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CEC6A745-652C-46B7-8DF6-AFAF8F582BC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628240127"/>
      </p:ext>
    </p:extLst>
  </p:cSld>
</p:sld>
</file>

<file path=ppt/slides/slide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4e226487dcb404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988D96C-62EB-4D9D-8A78-64B1E92EC83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2BE5C7C-2E24-4530-8F76-068DE4CA994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원문과 정리한 문자열 따로 두기 · 더 해보기</a:t>
            </a:r>
          </a:p>
        </p:txBody>
      </p:sp>
      <p:sp>
        <p:nvSpPr>
          <p:cNvPr id="4" name="">
            <a:extLst>
              <a:ext uri="{FF2B5EF4-FFF2-40B4-BE49-F238E27FC236}">
                <ns3:creationId id="{8F54497B-5928-45C2-9400-CF1E5D75175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C764767-F553-4A4F-991F-0D553D09438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strip은 양끝 공백을 제거한 새 문자열을 돌려주며 중간 공백은 남깁니다.</a:t>
            </a:r>
          </a:p>
        </p:txBody>
      </p:sp>
      <p:sp>
        <p:nvSpPr>
          <p:cNvPr id="6" name="">
            <a:extLst>
              <a:ext uri="{FF2B5EF4-FFF2-40B4-BE49-F238E27FC236}">
                <ns3:creationId id="{112333DA-D494-4C89-AC1D-B221C8CF799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upper는 영문 소문자를 대문자로 바꾼 새 문자열을 만듭니다.</a:t>
            </a:r>
          </a:p>
        </p:txBody>
      </p:sp>
      <p:sp>
        <p:nvSpPr>
          <p:cNvPr id="7" name="">
            <a:extLst>
              <a:ext uri="{FF2B5EF4-FFF2-40B4-BE49-F238E27FC236}">
                <ns3:creationId id="{B8210563-8DCB-42D9-B2E0-01C86CD216B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원문 raw를 별도로 남깁니다.</a:t>
            </a:r>
          </a:p>
        </p:txBody>
      </p:sp>
      <p:sp>
        <p:nvSpPr>
          <p:cNvPr id="8" name="">
            <a:extLst>
              <a:ext uri="{FF2B5EF4-FFF2-40B4-BE49-F238E27FC236}">
                <ns3:creationId id="{0277B4A6-EFE5-4730-833F-FF92219A2BD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메서드는 값 뒤 점으로 연결해 부르는 기능 이름입니다.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505E97DF-69E5-4C55-9073-A3C462DD3A2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D139FABC-E0BC-4CED-8224-1733B8BA10F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1844539246"/>
      </p:ext>
    </p:extLst>
  </p:cSld>
</p:sld>
</file>

<file path=ppt/slides/slide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9" name=""/>
          <p:cNvPicPr>
            <a:picLocks noChangeAspect="1"/>
          </p:cNvPicPr>
          <p:nvPr/>
        </p:nvPicPr>
        <p:blipFill>
          <a:blip r:embed="R6bd0486ff09c4a2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9BFC761-6170-4B24-BF79-B2BA4DAE898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F29B695-77C6-4DCF-B9A6-6A4369A4E42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 · 원문과 정리한 문자열 따로 두기</a:t>
            </a:r>
          </a:p>
        </p:txBody>
      </p:sp>
      <p:sp>
        <p:nvSpPr>
          <p:cNvPr id="4" name="">
            <a:extLst>
              <a:ext uri="{FF2B5EF4-FFF2-40B4-BE49-F238E27FC236}">
                <ns3:creationId id="{DEC66B3A-1DA0-4ABC-B11A-E8B88196C16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471B9E6-682F-4AB9-9926-7608CB02A8D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work/clean_text.py</a:t>
            </a:r>
          </a:p>
        </p:txBody>
      </p:sp>
      <p:sp>
        <p:nvSpPr>
          <p:cNvPr id="6" name="">
            <a:extLst>
              <a:ext uri="{FF2B5EF4-FFF2-40B4-BE49-F238E27FC236}">
                <ns3:creationId id="{CD246FF9-806A-4F86-A2C1-9793D81E98E2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work/clean_text.py</a:t>
            </a:r>
          </a:p>
        </p:txBody>
      </p:sp>
      <p:sp>
        <p:nvSpPr>
          <p:cNvPr id="7" name="">
            <a:extLst>
              <a:ext uri="{FF2B5EF4-FFF2-40B4-BE49-F238E27FC236}">
                <ns3:creationId id="{8DCD850F-7F41-4654-B371-D9456F674D90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FED9C819-6486-42F0-B3BE-0452F008F158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06D32A0B-A7F8-4B85-8CCE-21094B90DC4E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raw = " s01 "</a:t>
            </a:r>
          </a:p>
        </p:txBody>
      </p:sp>
      <p:sp>
        <p:nvSpPr>
          <p:cNvPr id="10" name="">
            <a:extLst>
              <a:ext uri="{FF2B5EF4-FFF2-40B4-BE49-F238E27FC236}">
                <ns3:creationId id="{1D6FD2C0-C913-44D1-873D-AE2F58BDB264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DED387EF-2396-456C-8F41-D0E989C4ADCC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cleaned = raw.strip().upper()</a:t>
            </a:r>
          </a:p>
        </p:txBody>
      </p:sp>
      <p:sp>
        <p:nvSpPr>
          <p:cNvPr id="12" name="">
            <a:extLst>
              <a:ext uri="{FF2B5EF4-FFF2-40B4-BE49-F238E27FC236}">
                <ns3:creationId id="{7B2C4930-1790-479A-B427-6345D970EF3E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04E6A118-DD06-4F0D-BF4D-C4E813A93F55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print("[" + raw + "]")</a:t>
            </a:r>
          </a:p>
        </p:txBody>
      </p:sp>
      <p:sp>
        <p:nvSpPr>
          <p:cNvPr id="14" name="">
            <a:extLst>
              <a:ext uri="{FF2B5EF4-FFF2-40B4-BE49-F238E27FC236}">
                <ns3:creationId id="{7A0F013C-E30E-4B29-9E0F-865FE67B6A8E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BA399D5B-BD8F-4711-A5E9-4B37E7D1BADE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print("[" + cleaned + "]")</a:t>
            </a:r>
          </a:p>
        </p:txBody>
      </p:sp>
      <p:sp>
        <p:nvSpPr>
          <p:cNvPr id="16" name="">
            <a:extLst>
              <a:ext uri="{FF2B5EF4-FFF2-40B4-BE49-F238E27FC236}">
                <ns3:creationId id="{E9835B1C-DE6B-45DA-A8D3-B872A3036640}"/>
              </a:ext>
            </a:extLst>
          </p:cNvPr>
          <p:cNvSpPr>
            <a:spLocks noGrp="1"/>
          </p:cNvSpPr>
          <p:nvPr/>
        </p:nvSpPr>
        <p:spPr>
          <a:xfrm>
            <a:off x="685800" y="4646295"/>
            <a:ext cx="10820400" cy="14497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출력: [ s01 ] / [S01]</a:t>
            </a:r>
          </a:p>
        </p:txBody>
      </p:sp>
      <p:sp>
        <p:nvSpPr>
          <p:cNvPr id="17" name="">
            <a:extLst>
              <a:ext uri="{FF2B5EF4-FFF2-40B4-BE49-F238E27FC236}">
                <ns3:creationId id="{837DA6AA-9420-4B23-8AAB-8E84EF4A058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8" name="">
            <a:extLst>
              <a:ext uri="{FF2B5EF4-FFF2-40B4-BE49-F238E27FC236}">
                <ns3:creationId id="{050A9FC3-61D1-4F0D-91DD-23694FDB9FF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1461666366"/>
      </p:ext>
    </p:extLst>
  </p:cSld>
</p:sld>
</file>

<file path=ppt/slides/slide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24e67b026d7a477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CB7B773-B224-43C8-AD56-704EEF50250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7039B6F6-C3EB-4E8B-B9B2-B66F3598FAF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6BB1715-8FF9-41DA-9C0B-7B87166451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설명하고 바꿔 보기 · 더 해보기</a:t>
            </a:r>
          </a:p>
        </p:txBody>
      </p:sp>
      <p:sp>
        <p:nvSpPr>
          <p:cNvPr id="5" name="">
            <a:extLst>
              <a:ext uri="{FF2B5EF4-FFF2-40B4-BE49-F238E27FC236}">
                <ns3:creationId id="{C67C77BF-6AD0-443F-870F-A4FDA910385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7136360-7A2E-4ED2-B7A6-C292F312A24D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B2268FD-0799-404A-8EEB-9F52EFC8589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raw도 자동으로 S01로 바뀌나요?</a:t>
            </a:r>
          </a:p>
        </p:txBody>
      </p:sp>
      <p:sp>
        <p:nvSpPr>
          <p:cNvPr id="8" name="">
            <a:extLst>
              <a:ext uri="{FF2B5EF4-FFF2-40B4-BE49-F238E27FC236}">
                <ns3:creationId id="{44C5D20C-0E16-40BD-BBE0-061CC91DB641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9F474F19-9A3E-42EF-9E73-81AAFAF2EFA4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예상 → 실행 → 비교 순서로 확인하세요.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9F35C531-A55B-4D29-AC49-69467B40C8B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1" name="">
            <a:extLst>
              <a:ext uri="{FF2B5EF4-FFF2-40B4-BE49-F238E27FC236}">
                <ns3:creationId id="{90908F73-D058-44F6-B538-3C69B6EDAA4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2032259206"/>
      </p:ext>
    </p:extLst>
  </p:cSld>
</p:sld>
</file>

<file path=ppt/slides/slide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29f7cee6b57b4a6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DC46338-C0BD-4803-8D95-40BB175FF32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1D7110AE-1472-4786-A7BC-41C0353B03F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원문과 정리한 문자열 따로 두기</a:t>
            </a:r>
          </a:p>
        </p:txBody>
      </p:sp>
      <p:sp>
        <p:nvSpPr>
          <p:cNvPr id="4" name="">
            <a:extLst>
              <a:ext uri="{FF2B5EF4-FFF2-40B4-BE49-F238E27FC236}">
                <ns3:creationId id="{2C064D5D-CA9C-4740-AA2F-1DF813895BA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495FAD9-1FEB-49A1-B4A8-D2E7A6F707E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아닙니다. 새 결과는 cleaned에 연결했고 raw에는 원래 문자열이 남아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617695D2-2509-4348-A35B-1970971D029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60689537-E974-479B-9496-06AD9FEB9BC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1867888257"/>
      </p:ext>
    </p:extLst>
  </p:cSld>
</p:sld>
</file>

<file path=ppt/slides/slide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00b6be3e78c44a8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8BDD026-0662-48CF-AAE2-1B34BF2C366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77A6722A-618F-4C50-B170-F14186086B9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덧셈과 연결</a:t>
            </a:r>
          </a:p>
        </p:txBody>
      </p:sp>
      <p:sp>
        <p:nvSpPr>
          <p:cNvPr id="4" name="">
            <a:extLst>
              <a:ext uri="{FF2B5EF4-FFF2-40B4-BE49-F238E27FC236}">
                <ns3:creationId id="{9ED96AFB-421F-45BB-89EF-62E16F254E6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032EA44-933E-46C7-9903-90C749CDF25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course/work/A07_example.py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6AA30552-6325-4445-8230-78037719A92C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work/A07_example.py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DC1A4303-C9DC-42A6-BC4F-D330DD5AF9A0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6267DDC1-00C9-4139-8C46-8834E5EE6F21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9A87E1F6-5FE0-45CE-958C-C304301D2115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count = 3</a:t>
            </a:r>
          </a:p>
        </p:txBody>
      </p:sp>
      <p:sp>
        <p:nvSpPr>
          <p:cNvPr id="10" name="">
            <a:extLst>
              <a:ext uri="{FF2B5EF4-FFF2-40B4-BE49-F238E27FC236}">
                <ns3:creationId id="{AE89633F-880E-4D11-9465-2DADB2EE570C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82DFCA7D-FD8C-47C0-B600-9FACC54BB9C8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text_count = "3"</a:t>
            </a:r>
          </a:p>
        </p:txBody>
      </p:sp>
      <p:sp>
        <p:nvSpPr>
          <p:cNvPr id="12" name="">
            <a:extLst>
              <a:ext uri="{FF2B5EF4-FFF2-40B4-BE49-F238E27FC236}">
                <ns3:creationId id="{6C8D6F02-B2DA-423F-90F5-FD1141A8AF58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3271E0A7-6EAF-4056-AACD-EC63566BB85C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print(count + 2)</a:t>
            </a:r>
          </a:p>
        </p:txBody>
      </p:sp>
      <p:sp>
        <p:nvSpPr>
          <p:cNvPr id="14" name="">
            <a:extLst>
              <a:ext uri="{FF2B5EF4-FFF2-40B4-BE49-F238E27FC236}">
                <ns3:creationId id="{C251BDBA-9628-451C-9692-AE5D92BE31FD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595D4492-B426-40B0-8D1F-56ACBADE9007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print(text_count + "2")</a:t>
            </a:r>
          </a:p>
        </p:txBody>
      </p:sp>
      <p:sp>
        <p:nvSpPr>
          <p:cNvPr id="16" name="">
            <a:extLst>
              <a:ext uri="{FF2B5EF4-FFF2-40B4-BE49-F238E27FC236}">
                <ns3:creationId id="{F46B1229-1333-4ED3-B04B-ACE6734489C4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39202453-D68C-49B6-8146-CE11875D4BE4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print(type(count).__name__, type(text_count).__name__)</a:t>
            </a:r>
          </a:p>
        </p:txBody>
      </p:sp>
      <p:sp>
        <p:nvSpPr>
          <p:cNvPr id="18" name="">
            <a:extLst>
              <a:ext uri="{FF2B5EF4-FFF2-40B4-BE49-F238E27FC236}">
                <ns3:creationId id="{757D765F-BCA5-4F9F-82D4-C6DD696FAB0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9" name="">
            <a:extLst>
              <a:ext uri="{FF2B5EF4-FFF2-40B4-BE49-F238E27FC236}">
                <ns3:creationId id="{F0F8BD40-FA17-454B-83A3-2134D35B9F6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1044922703"/>
      </p:ext>
    </p:extLst>
  </p:cSld>
</p:sld>
</file>

<file path=ppt/slides/slide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eef487400a84de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B939D73-67F4-4E83-9E93-FC102389414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571F92A-EEC6-4A44-AC5D-8A6688F4A29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덧셈과 연결</a:t>
            </a:r>
          </a:p>
        </p:txBody>
      </p:sp>
      <p:sp>
        <p:nvSpPr>
          <p:cNvPr id="4" name="">
            <a:extLst>
              <a:ext uri="{FF2B5EF4-FFF2-40B4-BE49-F238E27FC236}">
                <ns3:creationId id="{B2FC197F-D5FA-42B5-82D7-5D46BA7C723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38622A7-B4A9-4562-BD0D-1FCBD0286ED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3은 정수 int, "3"은 문자열 str입니다.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FBF6668-4FD0-4E24-B31E-12953ED2CFC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+는 숫자끼리 더하고 문자열끼리는 이어 붙입니다.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C4B60050-1CEA-403C-8BBC-CB1772A4A19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type는 값의 저장 자료형을 알려 줍니다. 같은 모양도 종류가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8FEE115-B564-4CF3-BF7F-4479D577134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 3과 문자열 "2"를 바로 더하면 TypeError입니다.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87C1ABE-1D8E-466B-9609-C5B1FA88928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1FB48515-A355-48CB-89B4-06D5820B668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811064514"/>
      </p:ext>
    </p:extLst>
  </p:cSld>
</p:sld>
</file>

<file path=ppt/slides/slide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ac5bae11a44d41c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4BD26A0-9E4B-4B40-A1D4-C4868A37FA1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C71CA7C-57CF-4855-9E2B-0780D69E7C8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출력 · 덧셈과 연결</a:t>
            </a:r>
          </a:p>
        </p:txBody>
      </p:sp>
      <p:sp>
        <p:nvSpPr>
          <p:cNvPr id="4" name="">
            <a:extLst>
              <a:ext uri="{FF2B5EF4-FFF2-40B4-BE49-F238E27FC236}">
                <ns3:creationId id="{99129050-2C36-4EC1-8F1A-4A5293EBA2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628C3C5-6698-443A-A4C1-7E77FCEF2CAC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각 줄의 값과 순서를 내 실행 결과와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91C3109-3FD9-4309-8C44-4CF71FEC7613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B61352B9-C4F8-4B27-8E8A-56B56D5397F3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1C40E589-7795-42E5-A9A5-03DD69B83B19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5</a:t>
            </a:r>
          </a:p>
        </p:txBody>
      </p:sp>
      <p:sp>
        <p:nvSpPr>
          <p:cNvPr id="9" name="">
            <a:extLst>
              <a:ext uri="{FF2B5EF4-FFF2-40B4-BE49-F238E27FC236}">
                <ns3:creationId id="{B476477D-C901-4A36-9ECD-126C2A1E7C05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530EC35F-125C-4CFF-8441-60EF54EE2EF1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32</a:t>
            </a:r>
          </a:p>
        </p:txBody>
      </p:sp>
      <p:sp>
        <p:nvSpPr>
          <p:cNvPr id="11" name="">
            <a:extLst>
              <a:ext uri="{FF2B5EF4-FFF2-40B4-BE49-F238E27FC236}">
                <ns3:creationId id="{1DA42203-4054-4FCA-8D30-4C18B033D589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13845E30-82AA-40D5-9EA1-1930E3BDDDBC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int str</a:t>
            </a:r>
          </a:p>
        </p:txBody>
      </p:sp>
      <p:sp>
        <p:nvSpPr>
          <p:cNvPr id="13" name="">
            <a:extLst>
              <a:ext uri="{FF2B5EF4-FFF2-40B4-BE49-F238E27FC236}">
                <ns3:creationId id="{1F9BE5D5-2F43-4C50-BE65-E43D79E9D13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4" name="">
            <a:extLst>
              <a:ext uri="{FF2B5EF4-FFF2-40B4-BE49-F238E27FC236}">
                <ns3:creationId id="{D73EFB1B-CBF9-4E00-99E3-FE8171872AE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1593469601"/>
      </p:ext>
    </p:extLst>
  </p:cSld>
</p:sld>
</file>

<file path=ppt/slides/slide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6901109ef529410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650BCEE-179A-4633-9124-CFBF03B2FDB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AD975F48-384C-48AE-81EC-DEC287C3D8C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숫자 문자열 해석</a:t>
            </a:r>
          </a:p>
        </p:txBody>
      </p:sp>
      <p:sp>
        <p:nvSpPr>
          <p:cNvPr id="4" name="">
            <a:extLst>
              <a:ext uri="{FF2B5EF4-FFF2-40B4-BE49-F238E27FC236}">
                <ns3:creationId id="{FB6F2826-80EC-4DFD-87E9-3F980A15DB7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67A9C4D-151B-4029-A575-DA06351990C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course/work/A08_example.py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CD2B594C-E7D3-4530-A36D-C2E3D3AA689A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work/A08_example.py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39692CF8-5116-49BA-BEAC-76E9C21F6C80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103AB46E-2766-46B7-9219-2CD4AB9ED996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5E1DD27E-710A-46A0-8A00-04712A7F8244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raw = "22.5"</a:t>
            </a:r>
          </a:p>
        </p:txBody>
      </p:sp>
      <p:sp>
        <p:nvSpPr>
          <p:cNvPr id="10" name="">
            <a:extLst>
              <a:ext uri="{FF2B5EF4-FFF2-40B4-BE49-F238E27FC236}">
                <ns3:creationId id="{73830E4C-191E-43BB-8673-430E4EEDAA31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7C19F27A-AB98-415A-91FE-C8048424FE98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float(raw)</a:t>
            </a:r>
          </a:p>
        </p:txBody>
      </p:sp>
      <p:sp>
        <p:nvSpPr>
          <p:cNvPr id="12" name="">
            <a:extLst>
              <a:ext uri="{FF2B5EF4-FFF2-40B4-BE49-F238E27FC236}">
                <ns3:creationId id="{A5530BAE-11DF-48F6-B887-1E42940C1DCC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2C3AB562-702C-4AF6-93B9-CF85EB9A3F22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print(raw, type(raw).__name__)</a:t>
            </a:r>
          </a:p>
        </p:txBody>
      </p:sp>
      <p:sp>
        <p:nvSpPr>
          <p:cNvPr id="14" name="">
            <a:extLst>
              <a:ext uri="{FF2B5EF4-FFF2-40B4-BE49-F238E27FC236}">
                <ns3:creationId id="{B23C738F-C632-42C5-A309-739569EE6C97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07F3189A-697A-413F-8E61-DDDB320BD370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print(temperature_c, type(temperature_c).__name__)</a:t>
            </a:r>
          </a:p>
        </p:txBody>
      </p:sp>
      <p:sp>
        <p:nvSpPr>
          <p:cNvPr id="16" name="">
            <a:extLst>
              <a:ext uri="{FF2B5EF4-FFF2-40B4-BE49-F238E27FC236}">
                <ns3:creationId id="{54F8EC47-6808-4B70-B9DA-3519A9DBC205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6332DEA5-985D-41E6-9941-034F61DA170A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 + 1)</a:t>
            </a:r>
          </a:p>
        </p:txBody>
      </p:sp>
      <p:sp>
        <p:nvSpPr>
          <p:cNvPr id="18" name="">
            <a:extLst>
              <a:ext uri="{FF2B5EF4-FFF2-40B4-BE49-F238E27FC236}">
                <ns3:creationId id="{44763133-C2D8-4611-8694-6931306E240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9" name="">
            <a:extLst>
              <a:ext uri="{FF2B5EF4-FFF2-40B4-BE49-F238E27FC236}">
                <ns3:creationId id="{75008261-0E0E-4F9E-9577-E08B4686A6A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051</a:t>
            </a:r>
          </a:p>
        </p:txBody>
      </p:sp>
    </p:spTree>
    <p:extLst>
      <p:ext uri="{BB962C8B-B14F-4D97-AF65-F5344CB8AC3E}">
        <ns4:creationId val="1094719327"/>
      </p:ext>
    </p:extLst>
  </p:cSld>
</p:sld>
</file>

<file path=ppt/slides/slide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aef448709204d9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D34C535-7E91-49D3-B94A-52C376B6445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954D950-DC15-43F4-8E9E-3CB3C246D03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숫자 문자열 해석</a:t>
            </a:r>
          </a:p>
        </p:txBody>
      </p:sp>
      <p:sp>
        <p:nvSpPr>
          <p:cNvPr id="4" name="">
            <a:extLst>
              <a:ext uri="{FF2B5EF4-FFF2-40B4-BE49-F238E27FC236}">
                <ns3:creationId id="{A95A375D-77BD-4818-81C6-ED318EB3804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5E8A250-ED6F-4CC8-AAA7-9B491311D96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float(raw)는 숫자 모양 문자열을 실수로 해석합니다.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E120A3E-2FCB-4953-9DA8-DCB73F123AB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raw 원문은 "22.5" 그대로이고 새 변수 temperature_c가 22.5를 받습니다.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BAC1CC12-EDE0-44E6-9D09-E6F9C4B36E4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줄은 새 수치에 1을 더해 23.5를 출력합니다.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0203F56-5A6B-459C-B40D-B9ACE981E22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"뜨거움"은 숫자 표현이 아니므로 float에서 ValueError가 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1504E12-D9C8-4ED5-B1A3-679433291FD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09D44AA5-73C0-4E30-9455-0A9CA7BD05F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052</a:t>
            </a:r>
          </a:p>
        </p:txBody>
      </p:sp>
    </p:spTree>
    <p:extLst>
      <p:ext uri="{BB962C8B-B14F-4D97-AF65-F5344CB8AC3E}">
        <ns4:creationId val="977525323"/>
      </p:ext>
    </p:extLst>
  </p:cSld>
</p:sld>
</file>

<file path=ppt/slides/slide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0ee8bbf5aa1d45a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76414F3-0176-429A-8017-1EF98562255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7DB6A2B4-FA9F-4247-B3F8-CDDEC2678CC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출력 · 숫자 문자열 해석</a:t>
            </a:r>
          </a:p>
        </p:txBody>
      </p:sp>
      <p:sp>
        <p:nvSpPr>
          <p:cNvPr id="4" name="">
            <a:extLst>
              <a:ext uri="{FF2B5EF4-FFF2-40B4-BE49-F238E27FC236}">
                <ns3:creationId id="{22897F2F-C71E-4368-9393-FF5DB223A4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1091C25-0DD1-4A99-A08F-6500A336EA6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각 줄의 값과 순서를 내 실행 결과와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0947A6A-0B7F-43CE-8350-26698AAAA044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53317918-B013-440F-B682-35519B2475A0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E581778F-F69F-46EB-981D-6E0021AE9FD2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22.5 str</a:t>
            </a:r>
          </a:p>
        </p:txBody>
      </p:sp>
      <p:sp>
        <p:nvSpPr>
          <p:cNvPr id="9" name="">
            <a:extLst>
              <a:ext uri="{FF2B5EF4-FFF2-40B4-BE49-F238E27FC236}">
                <ns3:creationId id="{5B33F2BD-2932-4E2C-B2D1-B85C90EA253A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83CC155B-92C2-4C0B-8797-42C0D7EFF76F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22.5 float</a:t>
            </a:r>
          </a:p>
        </p:txBody>
      </p:sp>
      <p:sp>
        <p:nvSpPr>
          <p:cNvPr id="11" name="">
            <a:extLst>
              <a:ext uri="{FF2B5EF4-FFF2-40B4-BE49-F238E27FC236}">
                <ns3:creationId id="{0E5A8708-5941-445E-8B18-0DF114B05970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933B7060-D5F4-45C8-90BE-3B7D7D9A77E1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23.5</a:t>
            </a:r>
          </a:p>
        </p:txBody>
      </p:sp>
      <p:sp>
        <p:nvSpPr>
          <p:cNvPr id="13" name="">
            <a:extLst>
              <a:ext uri="{FF2B5EF4-FFF2-40B4-BE49-F238E27FC236}">
                <ns3:creationId id="{B9A40215-DD6B-485B-A330-A56AD27410E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4" name="">
            <a:extLst>
              <a:ext uri="{FF2B5EF4-FFF2-40B4-BE49-F238E27FC236}">
                <ns3:creationId id="{8C59684A-6063-495B-BD61-02879AEDF22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053</a:t>
            </a:r>
          </a:p>
        </p:txBody>
      </p:sp>
    </p:spTree>
    <p:extLst>
      <p:ext uri="{BB962C8B-B14F-4D97-AF65-F5344CB8AC3E}">
        <ns4:creationId val="2025616134"/>
      </p:ext>
    </p:extLst>
  </p:cSld>
</p:sld>
</file>

<file path=ppt/slides/slide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9" name=""/>
          <p:cNvPicPr>
            <a:picLocks noChangeAspect="1"/>
          </p:cNvPicPr>
          <p:nvPr/>
        </p:nvPicPr>
        <p:blipFill>
          <a:blip r:embed="R4d4a7f0ab28640c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EE5F8B-897E-481F-BC2A-2B3CD74E250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1463252-F9E7-4109-82C8-7D9B5CF8589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A07 오류를 찾아 고치세요</a:t>
            </a:r>
          </a:p>
        </p:txBody>
      </p:sp>
      <p:sp>
        <p:nvSpPr>
          <p:cNvPr id="4" name="">
            <a:extLst>
              <a:ext uri="{FF2B5EF4-FFF2-40B4-BE49-F238E27FC236}">
                <ns3:creationId id="{FE8D42D3-702C-4886-879E-8B8F7AD76F8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BCE99B2-C8F8-4C06-8240-2A75C14B6ED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work/A07_broken.py</a:t>
            </a:r>
          </a:p>
        </p:txBody>
      </p:sp>
      <p:sp>
        <p:nvSpPr>
          <p:cNvPr id="6" name="">
            <a:extLst>
              <a:ext uri="{FF2B5EF4-FFF2-40B4-BE49-F238E27FC236}">
                <ns3:creationId id="{0A7362C7-D2DE-45F1-96E1-A091E9042FC8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work/A07_broken.py</a:t>
            </a:r>
          </a:p>
        </p:txBody>
      </p:sp>
      <p:sp>
        <p:nvSpPr>
          <p:cNvPr id="7" name="">
            <a:extLst>
              <a:ext uri="{FF2B5EF4-FFF2-40B4-BE49-F238E27FC236}">
                <ns3:creationId id="{E3258217-31DD-49CA-BD8E-8BA945D9D194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53BD4B3D-7198-4E63-8692-132526870312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2CAA41AD-0B55-47C8-98E4-AB03FF107CE7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count = 3</a:t>
            </a:r>
          </a:p>
        </p:txBody>
      </p:sp>
      <p:sp>
        <p:nvSpPr>
          <p:cNvPr id="10" name="">
            <a:extLst>
              <a:ext uri="{FF2B5EF4-FFF2-40B4-BE49-F238E27FC236}">
                <ns3:creationId id="{203129CF-6752-4541-8365-712F13EA00AB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B2DF69F7-8F9C-444C-B18D-60B448344CE1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text_count = "3"</a:t>
            </a:r>
          </a:p>
        </p:txBody>
      </p:sp>
      <p:sp>
        <p:nvSpPr>
          <p:cNvPr id="12" name="">
            <a:extLst>
              <a:ext uri="{FF2B5EF4-FFF2-40B4-BE49-F238E27FC236}">
                <ns3:creationId id="{7D8E11AC-B247-4EEA-BCA7-9E902A5E0702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5A970E37-3534-4E8B-828D-E41785065A87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print(count + 2)</a:t>
            </a:r>
          </a:p>
        </p:txBody>
      </p:sp>
      <p:sp>
        <p:nvSpPr>
          <p:cNvPr id="14" name="">
            <a:extLst>
              <a:ext uri="{FF2B5EF4-FFF2-40B4-BE49-F238E27FC236}">
                <ns3:creationId id="{F5EE3B03-AD24-492B-AA80-56A60DE39B33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9B35FFD3-B69D-4F2C-B318-1E0E9EC0C69A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print(text_count + 2)</a:t>
            </a:r>
          </a:p>
        </p:txBody>
      </p:sp>
      <p:sp>
        <p:nvSpPr>
          <p:cNvPr id="16" name="">
            <a:extLst>
              <a:ext uri="{FF2B5EF4-FFF2-40B4-BE49-F238E27FC236}">
                <ns3:creationId id="{88B6E8C2-68B2-4847-B0AA-B867CA0F70BC}"/>
              </a:ext>
            </a:extLst>
          </p:cNvPr>
          <p:cNvSpPr>
            <a:spLocks noGrp="1"/>
          </p:cNvSpPr>
          <p:nvPr/>
        </p:nvSpPr>
        <p:spPr>
          <a:xfrm>
            <a:off x="685800" y="4646295"/>
            <a:ext cx="10820400" cy="14497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예상: TypeError</a:t>
            </a:r>
          </a:p>
        </p:txBody>
      </p:sp>
      <p:sp>
        <p:nvSpPr>
          <p:cNvPr id="17" name="">
            <a:extLst>
              <a:ext uri="{FF2B5EF4-FFF2-40B4-BE49-F238E27FC236}">
                <ns3:creationId id="{ED573A37-833A-4DCB-9203-893CD274023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8" name="">
            <a:extLst>
              <a:ext uri="{FF2B5EF4-FFF2-40B4-BE49-F238E27FC236}">
                <ns3:creationId id="{5E694124-E7C5-4E3A-A429-AC979F0F928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054</a:t>
            </a:r>
          </a:p>
        </p:txBody>
      </p:sp>
    </p:spTree>
    <p:extLst>
      <p:ext uri="{BB962C8B-B14F-4D97-AF65-F5344CB8AC3E}">
        <ns4:creationId val="982173424"/>
      </p:ext>
    </p:extLst>
  </p:cSld>
</p:sld>
</file>

<file path=ppt/slides/slide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dda5e7945c8f462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57676A2-46BE-4AC1-B513-730218188B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730A93E-805B-47B9-83DA-9333A4891F8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2802E2AE-3295-44EF-AD9A-6B3DB3C748E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A07 원인을 설명하고 다시 실행</a:t>
            </a:r>
          </a:p>
        </p:txBody>
      </p:sp>
      <p:sp>
        <p:nvSpPr>
          <p:cNvPr id="5" name="">
            <a:extLst>
              <a:ext uri="{FF2B5EF4-FFF2-40B4-BE49-F238E27FC236}">
                <ns3:creationId id="{61453566-15C6-43D2-987B-49BE34CA55A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9378F18-8B61-4FE8-92E2-F06B9A99066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FB477D3-B9CD-43A2-BC1C-DE310F65E065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오류 마지막 줄 또는 실제 출력을 적으세요.</a:t>
            </a:r>
          </a:p>
        </p:txBody>
      </p:sp>
      <p:sp>
        <p:nvSpPr>
          <p:cNvPr id="8" name="">
            <a:extLst>
              <a:ext uri="{FF2B5EF4-FFF2-40B4-BE49-F238E27FC236}">
                <ns3:creationId id="{B7ACFDA1-7DA4-45DB-A21C-47BDD69725F8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EB5909A-CCA0-4C59-855D-D25F16B17870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다른 파일에 직접 고쳐 저장하고 다시 실행하세요.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79570F7C-080F-49C4-B532-81222720D13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5A215F38-1C5D-4A3C-A428-C8D88ABD884D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같은 text_count로 글자 34와 숫자 7을 각각 출력하는 두 줄을 쓰세요.</a:t>
            </a:r>
          </a:p>
        </p:txBody>
      </p:sp>
      <p:sp>
        <p:nvSpPr>
          <p:cNvPr id="12" name="">
            <a:extLst>
              <a:ext uri="{FF2B5EF4-FFF2-40B4-BE49-F238E27FC236}">
                <ns3:creationId id="{52210E39-79A4-4164-841C-6FD5CDDFB89C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8524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웹에서 코드 복사하기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58A296F1-2CA4-4037-BCF5-F34BAA1F99A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4" name="">
            <a:extLst>
              <a:ext uri="{FF2B5EF4-FFF2-40B4-BE49-F238E27FC236}">
                <ns3:creationId id="{7F9A84DA-1BB6-4890-9FA6-AA4896BA65B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055</a:t>
            </a:r>
          </a:p>
        </p:txBody>
      </p:sp>
    </p:spTree>
    <p:extLst>
      <p:ext uri="{BB962C8B-B14F-4D97-AF65-F5344CB8AC3E}">
        <ns4:creationId val="863295970"/>
      </p:ext>
    </p:extLst>
  </p:cSld>
</p:sld>
</file>

<file path=ppt/slides/slide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b77fc5450c514c5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0433B6E-FB90-4CCC-9BF1-169D6BF510E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ABFA1AB6-A8EB-44A9-90BD-88BB314D8B2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A07 수정 코드와 결과</a:t>
            </a:r>
          </a:p>
        </p:txBody>
      </p:sp>
      <p:sp>
        <p:nvSpPr>
          <p:cNvPr id="4" name="">
            <a:extLst>
              <a:ext uri="{FF2B5EF4-FFF2-40B4-BE49-F238E27FC236}">
                <ns3:creationId id="{9E4879BD-6617-400D-889D-0B2176A81D7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8BA5763-8A99-4D41-8043-0752FE5ED8B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문자열과 정수는 +로 바로 연결하지 못합니다.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BE7E5BC-3FC5-42FF-A40E-808D57651BA5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6AF5FEB5-7405-4640-B8BA-D13E448B0845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1AC93BEA-9F5B-472F-9ACD-4A7171292A10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count = 3</a:t>
            </a:r>
          </a:p>
        </p:txBody>
      </p:sp>
      <p:sp>
        <p:nvSpPr>
          <p:cNvPr id="9" name="">
            <a:extLst>
              <a:ext uri="{FF2B5EF4-FFF2-40B4-BE49-F238E27FC236}">
                <ns3:creationId id="{F66752F1-F346-4EAE-9068-D479A4DE3826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1AC69A4F-27B6-4B61-B190-6DBC3CB1A8ED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text_count = "3"</a:t>
            </a:r>
          </a:p>
        </p:txBody>
      </p:sp>
      <p:sp>
        <p:nvSpPr>
          <p:cNvPr id="11" name="">
            <a:extLst>
              <a:ext uri="{FF2B5EF4-FFF2-40B4-BE49-F238E27FC236}">
                <ns3:creationId id="{4FF576C9-F8BD-4881-A29F-A4D67C4B222B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B04E1714-46FB-4FB4-B643-C86397A440AB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print(count + 2)</a:t>
            </a:r>
          </a:p>
        </p:txBody>
      </p:sp>
      <p:sp>
        <p:nvSpPr>
          <p:cNvPr id="13" name="">
            <a:extLst>
              <a:ext uri="{FF2B5EF4-FFF2-40B4-BE49-F238E27FC236}">
                <ns3:creationId id="{A0F464D9-4FDA-4CAD-A163-1B2D5ABA52B2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D618CA47-C7B9-4338-88E2-B416ADFC6F64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print(text_count + "2")</a:t>
            </a:r>
          </a:p>
        </p:txBody>
      </p:sp>
      <p:sp>
        <p:nvSpPr>
          <p:cNvPr id="15" name="">
            <a:extLst>
              <a:ext uri="{FF2B5EF4-FFF2-40B4-BE49-F238E27FC236}">
                <ns3:creationId id="{3AD7E3EB-2E65-468A-B581-00744C00F3CD}"/>
              </a:ext>
            </a:extLst>
          </p:cNvPr>
          <p:cNvSpPr>
            <a:spLocks noGrp="1"/>
          </p:cNvSpPr>
          <p:nvPr/>
        </p:nvSpPr>
        <p:spPr>
          <a:xfrm>
            <a:off x="685800" y="4185285"/>
            <a:ext cx="10820400" cy="19107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정상 출력: 5 / 32</a:t>
            </a:r>
          </a:p>
        </p:txBody>
      </p:sp>
      <p:sp>
        <p:nvSpPr>
          <p:cNvPr id="16" name="">
            <a:extLst>
              <a:ext uri="{FF2B5EF4-FFF2-40B4-BE49-F238E27FC236}">
                <ns3:creationId id="{E68A8B7F-2238-4A5D-9289-364386DBF48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7" name="">
            <a:extLst>
              <a:ext uri="{FF2B5EF4-FFF2-40B4-BE49-F238E27FC236}">
                <ns3:creationId id="{E7516388-7884-4BFD-93B7-F0C33279ECB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056</a:t>
            </a:r>
          </a:p>
        </p:txBody>
      </p:sp>
    </p:spTree>
    <p:extLst>
      <p:ext uri="{BB962C8B-B14F-4D97-AF65-F5344CB8AC3E}">
        <ns4:creationId val="1047206766"/>
      </p:ext>
    </p:extLst>
  </p:cSld>
</p:sld>
</file>

<file path=ppt/slides/slide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5aec8b79c869472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24FAD95-74B1-4B75-AEEA-6D919A71A15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BFB5FF4-FFCB-4BA1-B9A7-F56AE5CD0D5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A08 오류를 찾아 고치세요</a:t>
            </a:r>
          </a:p>
        </p:txBody>
      </p:sp>
      <p:sp>
        <p:nvSpPr>
          <p:cNvPr id="4" name="">
            <a:extLst>
              <a:ext uri="{FF2B5EF4-FFF2-40B4-BE49-F238E27FC236}">
                <ns3:creationId id="{3CBE9ECD-D3C6-46BC-BD0C-6ADBCFD64EE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361744B-4717-49E9-92E5-3CC0D30C2AA3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work/A08_broken.py</a:t>
            </a:r>
          </a:p>
        </p:txBody>
      </p:sp>
      <p:sp>
        <p:nvSpPr>
          <p:cNvPr id="6" name="">
            <a:extLst>
              <a:ext uri="{FF2B5EF4-FFF2-40B4-BE49-F238E27FC236}">
                <ns3:creationId id="{57F4BC36-BECB-4085-B18D-3BF48696E389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work/A08_broken.py</a:t>
            </a:r>
          </a:p>
        </p:txBody>
      </p:sp>
      <p:sp>
        <p:nvSpPr>
          <p:cNvPr id="7" name="">
            <a:extLst>
              <a:ext uri="{FF2B5EF4-FFF2-40B4-BE49-F238E27FC236}">
                <ns3:creationId id="{E8710271-B17A-4F3B-8A9E-55C2E1FB5361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6AE713B2-CEA8-4E49-B79B-B53F0470183B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D42652EF-9BEE-4313-83E2-F1953F264ECE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raw = "22.5도"</a:t>
            </a:r>
          </a:p>
        </p:txBody>
      </p:sp>
      <p:sp>
        <p:nvSpPr>
          <p:cNvPr id="10" name="">
            <a:extLst>
              <a:ext uri="{FF2B5EF4-FFF2-40B4-BE49-F238E27FC236}">
                <ns3:creationId id="{FB042753-508D-41C3-87AD-37FD5A8FCDB2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C956F3E2-87CE-4626-ADCA-BB7F469343A6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float(raw)</a:t>
            </a:r>
          </a:p>
        </p:txBody>
      </p:sp>
      <p:sp>
        <p:nvSpPr>
          <p:cNvPr id="12" name="">
            <a:extLst>
              <a:ext uri="{FF2B5EF4-FFF2-40B4-BE49-F238E27FC236}">
                <ns3:creationId id="{67D8C457-C0D8-4DF7-A836-4199025C6A61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E0B47329-40D4-4490-BCB3-F266D05E259B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 + 1)</a:t>
            </a:r>
          </a:p>
        </p:txBody>
      </p:sp>
      <p:sp>
        <p:nvSpPr>
          <p:cNvPr id="14" name="">
            <a:extLst>
              <a:ext uri="{FF2B5EF4-FFF2-40B4-BE49-F238E27FC236}">
                <ns3:creationId id="{C1EC141A-A5ED-47BA-97F6-495BF51CBB8C}"/>
              </a:ext>
            </a:extLst>
          </p:cNvPr>
          <p:cNvSpPr>
            <a:spLocks noGrp="1"/>
          </p:cNvSpPr>
          <p:nvPr/>
        </p:nvSpPr>
        <p:spPr>
          <a:xfrm>
            <a:off x="685800" y="4336733"/>
            <a:ext cx="10820400" cy="17592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예상: ValueError</a:t>
            </a:r>
          </a:p>
        </p:txBody>
      </p:sp>
      <p:sp>
        <p:nvSpPr>
          <p:cNvPr id="15" name="">
            <a:extLst>
              <a:ext uri="{FF2B5EF4-FFF2-40B4-BE49-F238E27FC236}">
                <ns3:creationId id="{7FEECCE4-EF62-4FAA-9184-1B934AAAC51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6" name="">
            <a:extLst>
              <a:ext uri="{FF2B5EF4-FFF2-40B4-BE49-F238E27FC236}">
                <ns3:creationId id="{75E20F7B-CC35-447F-9B3F-1CCDBD42DB3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057</a:t>
            </a:r>
          </a:p>
        </p:txBody>
      </p:sp>
    </p:spTree>
    <p:extLst>
      <p:ext uri="{BB962C8B-B14F-4D97-AF65-F5344CB8AC3E}">
        <ns4:creationId val="1090234779"/>
      </p:ext>
    </p:extLst>
  </p:cSld>
</p:sld>
</file>

<file path=ppt/slides/slide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943cf0057c9048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B8DFB9B-3658-45CE-9220-5E4DBAAC76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2DA178A2-F289-4CD3-8221-0CC0FF8524B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D464F91D-8938-4EDE-A4B5-EA83A2AE340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A08 원인을 설명하고 다시 실행</a:t>
            </a:r>
          </a:p>
        </p:txBody>
      </p:sp>
      <p:sp>
        <p:nvSpPr>
          <p:cNvPr id="5" name="">
            <a:extLst>
              <a:ext uri="{FF2B5EF4-FFF2-40B4-BE49-F238E27FC236}">
                <ns3:creationId id="{859350C0-22E0-4CF8-A81D-F0A1ED4A11F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BCD1E1F-0CC4-4D6B-83B2-9278CEB9110B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ED2CF1C-800B-4684-9EC7-01DDBC5FD9C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오류 마지막 줄 또는 실제 출력을 적으세요.</a:t>
            </a:r>
          </a:p>
        </p:txBody>
      </p:sp>
      <p:sp>
        <p:nvSpPr>
          <p:cNvPr id="8" name="">
            <a:extLst>
              <a:ext uri="{FF2B5EF4-FFF2-40B4-BE49-F238E27FC236}">
                <ns3:creationId id="{770F6D9C-D653-4CA9-AC0A-9C7EC38122A6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90052A95-D232-4926-ABBD-3090311EC050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다른 파일에 직접 고쳐 저장하고 다시 실행하세요.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6BE7BE6D-BCF6-46BF-9D36-3C06D183F0B7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B6DA135-A8CD-457B-8EBA-394D4506FA3F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raw를 24.0으로 바꿔 25.0이 나오는지 확인하세요. 빈 문자열은 왜 0과 다른지도 적으세요.</a:t>
            </a:r>
          </a:p>
        </p:txBody>
      </p:sp>
      <p:sp>
        <p:nvSpPr>
          <p:cNvPr id="12" name="">
            <a:extLst>
              <a:ext uri="{FF2B5EF4-FFF2-40B4-BE49-F238E27FC236}">
                <ns3:creationId id="{07448CCE-21C5-4AF6-B2F8-C1D1F93D655B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8524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웹에서 코드 복사하기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0703A4C5-F53A-4AFC-A921-999D3291A96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4" name="">
            <a:extLst>
              <a:ext uri="{FF2B5EF4-FFF2-40B4-BE49-F238E27FC236}">
                <ns3:creationId id="{F00064EC-6CF7-4075-A834-A0598C4C172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058</a:t>
            </a:r>
          </a:p>
        </p:txBody>
      </p:sp>
    </p:spTree>
    <p:extLst>
      <p:ext uri="{BB962C8B-B14F-4D97-AF65-F5344CB8AC3E}">
        <ns4:creationId val="779656865"/>
      </p:ext>
    </p:extLst>
  </p:cSld>
</p:sld>
</file>

<file path=ppt/slides/slide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c06df1877cfe40a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262319A-75D8-4027-8806-57E265ED5C7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1365DA8-9414-48B7-9733-9D2004B5C15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A08 수정 코드와 결과</a:t>
            </a:r>
          </a:p>
        </p:txBody>
      </p:sp>
      <p:sp>
        <p:nvSpPr>
          <p:cNvPr id="4" name="">
            <a:extLst>
              <a:ext uri="{FF2B5EF4-FFF2-40B4-BE49-F238E27FC236}">
                <ns3:creationId id="{D0ED6D0E-8707-4A15-A3B0-9ED5C0B59DB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B8657B9-547F-4C29-8B2C-6D60897D7DC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float는 숫자를 나타내는 글자를 해석합니다.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2D3F1CAC-B7E2-469E-9C3F-8F1CE8703C72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48755260-1784-4EAA-BC0C-DB5BFA164455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C8C46055-7916-4A41-9358-2257BA318B5B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raw = "22.5"</a:t>
            </a:r>
          </a:p>
        </p:txBody>
      </p:sp>
      <p:sp>
        <p:nvSpPr>
          <p:cNvPr id="9" name="">
            <a:extLst>
              <a:ext uri="{FF2B5EF4-FFF2-40B4-BE49-F238E27FC236}">
                <ns3:creationId id="{FAC5FA32-FEF3-4B08-A702-E8F4D2993AE8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13ABFB02-D145-4481-A6F7-43964B2FA8A8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float(raw)</a:t>
            </a:r>
          </a:p>
        </p:txBody>
      </p:sp>
      <p:sp>
        <p:nvSpPr>
          <p:cNvPr id="11" name="">
            <a:extLst>
              <a:ext uri="{FF2B5EF4-FFF2-40B4-BE49-F238E27FC236}">
                <ns3:creationId id="{7B598F20-E55D-4A3D-ACD8-759943F71253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F507227B-BB0F-460B-B518-D00933DF88B6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 + 1)</a:t>
            </a:r>
          </a:p>
        </p:txBody>
      </p:sp>
      <p:sp>
        <p:nvSpPr>
          <p:cNvPr id="13" name="">
            <a:extLst>
              <a:ext uri="{FF2B5EF4-FFF2-40B4-BE49-F238E27FC236}">
                <ns3:creationId id="{3C42FD18-7542-45E7-9849-C041341F80C1}"/>
              </a:ext>
            </a:extLst>
          </p:cNvPr>
          <p:cNvSpPr>
            <a:spLocks noGrp="1"/>
          </p:cNvSpPr>
          <p:nvPr/>
        </p:nvSpPr>
        <p:spPr>
          <a:xfrm>
            <a:off x="685800" y="3875723"/>
            <a:ext cx="10820400" cy="222027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정상 출력: 23.5</a:t>
            </a:r>
          </a:p>
        </p:txBody>
      </p:sp>
      <p:sp>
        <p:nvSpPr>
          <p:cNvPr id="14" name="">
            <a:extLst>
              <a:ext uri="{FF2B5EF4-FFF2-40B4-BE49-F238E27FC236}">
                <ns3:creationId id="{44945D9E-9074-4A32-B936-FD3E1A67E75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5" name="">
            <a:extLst>
              <a:ext uri="{FF2B5EF4-FFF2-40B4-BE49-F238E27FC236}">
                <ns3:creationId id="{EAB08AF4-7C6D-424F-9F01-6E9A34DA3B8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059</a:t>
            </a:r>
          </a:p>
        </p:txBody>
      </p:sp>
    </p:spTree>
    <p:extLst>
      <p:ext uri="{BB962C8B-B14F-4D97-AF65-F5344CB8AC3E}">
        <ns4:creationId val="1911230781"/>
      </p:ext>
    </p:extLst>
  </p:cSld>
</p:sld>
</file>

<file path=ppt/slides/slide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3044b182a35646b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B6D8607-5D25-44A4-9FA7-34B39E950F84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98EBF3EA-8FD2-4E28-80BD-E24683B34A6F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기준에 따라 나누기</a:t>
            </a:r>
          </a:p>
        </p:txBody>
      </p:sp>
      <p:sp>
        <p:nvSpPr>
          <p:cNvPr id="4" name="">
            <a:extLst>
              <a:ext uri="{FF2B5EF4-FFF2-40B4-BE49-F238E27FC236}">
                <ns3:creationId id="{A081DFAC-4426-4162-A005-75D6E48C43BB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14:00~14:50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1CBDFC02-06A3-4F0D-87AA-868769D1AFC8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A623224C-89C3-412D-A50F-0DD5972A4FD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1DF3B4D4-4B90-4125-8BFB-720D2953022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060</a:t>
            </a:r>
          </a:p>
        </p:txBody>
      </p:sp>
    </p:spTree>
    <p:extLst>
      <p:ext uri="{BB962C8B-B14F-4D97-AF65-F5344CB8AC3E}">
        <ns4:creationId val="498692740"/>
      </p:ext>
    </p:extLst>
  </p:cSld>
</p:sld>
</file>

<file path=ppt/slides/slide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a6131a59b97041e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02C8C23-9552-45CC-9087-8D5A0380A38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910F682-CAD9-4DDE-B554-1DA1F9586DE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조건을 함께 판단하기</a:t>
            </a:r>
          </a:p>
        </p:txBody>
      </p:sp>
      <p:sp>
        <p:nvSpPr>
          <p:cNvPr id="4" name="">
            <a:extLst>
              <a:ext uri="{FF2B5EF4-FFF2-40B4-BE49-F238E27FC236}">
                <ns3:creationId id="{D3AD45EE-E6D7-44E6-AD25-91AB98BCE35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2AAACC1-1542-43F1-80E3-CB93D874A1F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and는 두 조건이 모두 참이어야 참입니다.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22FA5F1A-4D9D-460B-B19D-0504DE60D24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or는 하나 이상 참이면 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2C262225-E9CE-4870-9B3A-F5E33AE285D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not은 참·거짓을 뒤집습니다.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84D24EE-C6D1-48AE-B592-4B59A5F5923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예를 들어 근무자이고 출입증이 있는지 확인할 때 and를 씁니다.</a:t>
            </a:r>
          </a:p>
        </p:txBody>
      </p:sp>
      <p:sp>
        <p:nvSpPr>
          <p:cNvPr id="9" name="">
            <a:extLst>
              <a:ext uri="{FF2B5EF4-FFF2-40B4-BE49-F238E27FC236}">
                <ns3:creationId id="{AE7656F0-3F69-4EAF-9B0C-2D4F197A06CA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업무에서 둘 다 필요한지 하나면 충분한지 먼저 문장으로 정합니다.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7BB904C8-0437-4BC5-B4D2-89802829F6B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1" name="">
            <a:extLst>
              <a:ext uri="{FF2B5EF4-FFF2-40B4-BE49-F238E27FC236}">
                <ns3:creationId id="{F56DBD4E-4116-4D2D-AADD-5FEAA394399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061</a:t>
            </a:r>
          </a:p>
        </p:txBody>
      </p:sp>
    </p:spTree>
    <p:extLst>
      <p:ext uri="{BB962C8B-B14F-4D97-AF65-F5344CB8AC3E}">
        <ns4:creationId val="1447132531"/>
      </p:ext>
    </p:extLst>
  </p:cSld>
</p:sld>
</file>

<file path=ppt/slides/slide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1" name=""/>
          <p:cNvPicPr>
            <a:picLocks noChangeAspect="1"/>
          </p:cNvPicPr>
          <p:nvPr/>
        </p:nvPicPr>
        <p:blipFill>
          <a:blip r:embed="R3000e756a3ed44c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AE68D42-7A0F-46C4-A2F8-83A041940C4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ADFA530-F42A-4AAC-938C-562585777D8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 · 두 조건을 함께 판단하기</a:t>
            </a:r>
          </a:p>
        </p:txBody>
      </p:sp>
      <p:sp>
        <p:nvSpPr>
          <p:cNvPr id="4" name="">
            <a:extLst>
              <a:ext uri="{FF2B5EF4-FFF2-40B4-BE49-F238E27FC236}">
                <ns3:creationId id="{61A417A0-E222-4504-BE03-71D3210D3E3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F7A11B9-AC7D-4B9D-9624-4117468FE3C5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work/logic.py</a:t>
            </a:r>
          </a:p>
        </p:txBody>
      </p:sp>
      <p:sp>
        <p:nvSpPr>
          <p:cNvPr id="6" name="">
            <a:extLst>
              <a:ext uri="{FF2B5EF4-FFF2-40B4-BE49-F238E27FC236}">
                <ns3:creationId id="{67306CEE-38D5-4BE6-BCCA-C718A60E87BD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work/logic.py</a:t>
            </a:r>
          </a:p>
        </p:txBody>
      </p:sp>
      <p:sp>
        <p:nvSpPr>
          <p:cNvPr id="7" name="">
            <a:extLst>
              <a:ext uri="{FF2B5EF4-FFF2-40B4-BE49-F238E27FC236}">
                <ns3:creationId id="{BEEDF696-9DCD-43BA-A96F-54B8FD0514FC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BEE77E3B-5D88-4DF0-B5A3-B6EBFF59521E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AF082D94-9FD3-4FF8-8813-DA7D289B099A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worker = True</a:t>
            </a:r>
          </a:p>
        </p:txBody>
      </p:sp>
      <p:sp>
        <p:nvSpPr>
          <p:cNvPr id="10" name="">
            <a:extLst>
              <a:ext uri="{FF2B5EF4-FFF2-40B4-BE49-F238E27FC236}">
                <ns3:creationId id="{5FF79349-ADC6-4599-9330-16972CD7AB87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832FCA08-B9E0-4A17-9846-B682C057A65A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badge = False</a:t>
            </a:r>
          </a:p>
        </p:txBody>
      </p:sp>
      <p:sp>
        <p:nvSpPr>
          <p:cNvPr id="12" name="">
            <a:extLst>
              <a:ext uri="{FF2B5EF4-FFF2-40B4-BE49-F238E27FC236}">
                <ns3:creationId id="{46D2C0F6-A50B-4C73-BCF6-5C1D2CD08CB1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FDB2C135-1D91-441A-904F-E207814E4309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print(worker and badge)</a:t>
            </a:r>
          </a:p>
        </p:txBody>
      </p:sp>
      <p:sp>
        <p:nvSpPr>
          <p:cNvPr id="14" name="">
            <a:extLst>
              <a:ext uri="{FF2B5EF4-FFF2-40B4-BE49-F238E27FC236}">
                <ns3:creationId id="{6D227242-7F1D-46A6-A7B2-9B9B52C4EE3A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5721616B-36FC-4A98-904E-2C3C01DEE282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print(worker or badge)</a:t>
            </a:r>
          </a:p>
        </p:txBody>
      </p:sp>
      <p:sp>
        <p:nvSpPr>
          <p:cNvPr id="16" name="">
            <a:extLst>
              <a:ext uri="{FF2B5EF4-FFF2-40B4-BE49-F238E27FC236}">
                <ns3:creationId id="{94D70FE1-9EF1-4D6E-AFB8-1A7DA61B3DE4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D68308B8-CFE6-43EB-ACC2-25CA883C2775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print(not badge)</a:t>
            </a:r>
          </a:p>
        </p:txBody>
      </p:sp>
      <p:sp>
        <p:nvSpPr>
          <p:cNvPr id="18" name="">
            <a:extLst>
              <a:ext uri="{FF2B5EF4-FFF2-40B4-BE49-F238E27FC236}">
                <ns3:creationId id="{324A245B-400F-4D7D-A421-177F7BB51821}"/>
              </a:ext>
            </a:extLst>
          </p:cNvPr>
          <p:cNvSpPr>
            <a:spLocks noGrp="1"/>
          </p:cNvSpPr>
          <p:nvPr/>
        </p:nvSpPr>
        <p:spPr>
          <a:xfrm>
            <a:off x="685800" y="4955858"/>
            <a:ext cx="10820400" cy="114014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출력: False / True / True</a:t>
            </a:r>
          </a:p>
        </p:txBody>
      </p:sp>
      <p:sp>
        <p:nvSpPr>
          <p:cNvPr id="19" name="">
            <a:extLst>
              <a:ext uri="{FF2B5EF4-FFF2-40B4-BE49-F238E27FC236}">
                <ns3:creationId id="{F43BA1A1-89CD-475E-9FBB-16AEC08490E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20" name="">
            <a:extLst>
              <a:ext uri="{FF2B5EF4-FFF2-40B4-BE49-F238E27FC236}">
                <ns3:creationId id="{8F9D18C7-B309-41B4-A3C7-53CBF7E59FD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062</a:t>
            </a:r>
          </a:p>
        </p:txBody>
      </p:sp>
    </p:spTree>
    <p:extLst>
      <p:ext uri="{BB962C8B-B14F-4D97-AF65-F5344CB8AC3E}">
        <ns4:creationId val="966392292"/>
      </p:ext>
    </p:extLst>
  </p:cSld>
</p:sld>
</file>

<file path=ppt/slides/slide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e3e5192d76c747d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4E6BCB3-9625-406C-9C28-A0B476A432F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A40BD91-9DF2-4CBF-A985-E0C129DE07E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7006531-D819-4764-AA55-AED12322ED2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설명하고 바꿔 보기</a:t>
            </a:r>
          </a:p>
        </p:txBody>
      </p:sp>
      <p:sp>
        <p:nvSpPr>
          <p:cNvPr id="5" name="">
            <a:extLst>
              <a:ext uri="{FF2B5EF4-FFF2-40B4-BE49-F238E27FC236}">
                <ns3:creationId id="{F26F97D6-F043-42DD-ABDA-8B2C0138B38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FE6CA3E-BEE6-46A5-B988-F8ECD938FFD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B0D6F2A-E82B-4CD4-BEC5-19615342E089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출입증이 없어도 근무자면 들어갈 수 있다는 규칙은 and인가요, or인가요?</a:t>
            </a:r>
          </a:p>
        </p:txBody>
      </p:sp>
      <p:sp>
        <p:nvSpPr>
          <p:cNvPr id="8" name="">
            <a:extLst>
              <a:ext uri="{FF2B5EF4-FFF2-40B4-BE49-F238E27FC236}">
                <ns3:creationId id="{925A4F15-40BA-40D3-8776-7FED9143882B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06CD150-DA05-4105-AB6C-43819D8290B0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예상 → 실행 → 비교 순서로 확인하세요.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1DCBA5AA-6BAF-4CBB-B2B2-6CD4A952546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1" name="">
            <a:extLst>
              <a:ext uri="{FF2B5EF4-FFF2-40B4-BE49-F238E27FC236}">
                <ns3:creationId id="{5CB12224-6804-4E08-B4A3-571B1B2AC14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063</a:t>
            </a:r>
          </a:p>
        </p:txBody>
      </p:sp>
    </p:spTree>
    <p:extLst>
      <p:ext uri="{BB962C8B-B14F-4D97-AF65-F5344CB8AC3E}">
        <ns4:creationId val="492211172"/>
      </p:ext>
    </p:extLst>
  </p:cSld>
</p:sld>
</file>

<file path=ppt/slides/slide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5021d3abea049b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F6618D0-C1C0-44CE-9CCE-CC7CCF757A6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6C39047-D3F1-434B-B44A-0FB4B021809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두 조건을 함께 판단하기</a:t>
            </a:r>
          </a:p>
        </p:txBody>
      </p:sp>
      <p:sp>
        <p:nvSpPr>
          <p:cNvPr id="4" name="">
            <a:extLst>
              <a:ext uri="{FF2B5EF4-FFF2-40B4-BE49-F238E27FC236}">
                <ns3:creationId id="{81EF3721-C4C8-4219-945D-7FA3E13273B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6298CCA-BF83-43F8-9EA8-04A95C305E7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근무자 또는 출입증 중 하나를 만족하면 되므로 or입니다. 실제 출입 정책은 별도로 정해야 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EB16509E-B97D-4546-8C55-C34CEEAF243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186BD2D3-F632-4035-9197-7BCB301284F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064</a:t>
            </a:r>
          </a:p>
        </p:txBody>
      </p:sp>
    </p:spTree>
    <p:extLst>
      <p:ext uri="{BB962C8B-B14F-4D97-AF65-F5344CB8AC3E}">
        <ns4:creationId val="942842425"/>
      </p:ext>
    </p:extLst>
  </p:cSld>
</p:sld>
</file>

<file path=ppt/slides/slide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8d1268377c3452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9713405-97BF-4D97-92C0-B86BAD11057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5D09670-8FE9-430F-A588-21E9742393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and와 or의 참·거짓 비교</a:t>
            </a:r>
          </a:p>
        </p:txBody>
      </p:sp>
      <p:sp>
        <p:nvSpPr>
          <p:cNvPr id="4" name="">
            <a:extLst>
              <a:ext uri="{FF2B5EF4-FFF2-40B4-BE49-F238E27FC236}">
                <ns3:creationId id="{6AF6D8D5-6DA8-4784-952C-80FDE393E42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B04EDB2-F590-452B-B880-EEA9C78680B6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and는 둘 다 참, or는 하나 이상 참입니다.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2705100"/>
                <a:gridCol w="2705100"/>
                <a:gridCol w="2705100"/>
                <a:gridCol w="270510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and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or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B049291F-EAF0-4654-B0C6-E88B43C0082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8" name="">
            <a:extLst>
              <a:ext uri="{FF2B5EF4-FFF2-40B4-BE49-F238E27FC236}">
                <ns3:creationId id="{58216AD8-58BD-4F93-938E-6EBEF72CA31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065</a:t>
            </a:r>
          </a:p>
        </p:txBody>
      </p:sp>
    </p:spTree>
    <p:extLst>
      <p:ext uri="{BB962C8B-B14F-4D97-AF65-F5344CB8AC3E}">
        <ns4:creationId val="1339985364"/>
      </p:ext>
    </p:extLst>
  </p:cSld>
</p:sld>
</file>

<file path=ppt/slides/slide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208de3519201422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307B9C3-6E86-46E4-992A-70B17DD685D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388DE97-8453-4716-931D-DE9A52EDFD4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elif는 앞 조건이 거짓일 때 확인합니다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61D48408-ECD6-42E8-90F0-6F3A4ABA9A3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91F2419-C68C-4343-BD0F-39612C70894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if부터 차례로 조건을 확인하며 처음 참인 묶음 하나만 실행합니다.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2C2EF430-14C6-4F3F-AD0F-96CB0FECACE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점수가 80이면 60 이상도 맞지만 첫 조건이 참이므로 뒤 elif를 실행하지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38A6D70B-5063-4214-A185-DB875D2D7C1E}"/>
              </a:ext>
            </a:extLst>
          </p:cNvPr>
          <p:cNvSpPr>
            <a:spLocks noGrp="1"/>
          </p:cNvSpPr>
          <p:nvPr/>
        </p:nvSpPr>
        <p:spPr>
          <a:xfrm>
            <a:off x="685800" y="34594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콜론과 공백 네 칸은 어떤 문장이 같은 묶음인지 표시합니다.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8096DDB-7CB7-4709-97A3-5B74F6CD83F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9" name="">
            <a:extLst>
              <a:ext uri="{FF2B5EF4-FFF2-40B4-BE49-F238E27FC236}">
                <ns3:creationId id="{973483CF-0193-4304-A0F4-B548C972A4E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066</a:t>
            </a:r>
          </a:p>
        </p:txBody>
      </p:sp>
    </p:spTree>
    <p:extLst>
      <p:ext uri="{BB962C8B-B14F-4D97-AF65-F5344CB8AC3E}">
        <ns4:creationId val="1992954625"/>
      </p:ext>
    </p:extLst>
  </p:cSld>
</p:sld>
</file>

<file path=ppt/slides/slide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5" name=""/>
          <p:cNvPicPr>
            <a:picLocks noChangeAspect="1"/>
          </p:cNvPicPr>
          <p:nvPr/>
        </p:nvPicPr>
        <p:blipFill>
          <a:blip r:embed="R7b3b502e502044b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F114EE1-CB78-4681-98C1-3CBF82C0A54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B062634C-D1FD-4EE3-9F77-6F49774CCCA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 · elif는 앞 조건이 거짓일 때 확인합니다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2D45A146-8C8F-4C9F-A9F7-296C1CC857F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EC16101-11C1-4DE9-8E27-D37C7EF2130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work/branches.py</a:t>
            </a:r>
          </a:p>
        </p:txBody>
      </p:sp>
      <p:sp>
        <p:nvSpPr>
          <p:cNvPr id="6" name="">
            <a:extLst>
              <a:ext uri="{FF2B5EF4-FFF2-40B4-BE49-F238E27FC236}">
                <ns3:creationId id="{60140E80-4566-433A-A4EC-87D674077017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work/branches.py</a:t>
            </a:r>
          </a:p>
        </p:txBody>
      </p:sp>
      <p:sp>
        <p:nvSpPr>
          <p:cNvPr id="7" name="">
            <a:extLst>
              <a:ext uri="{FF2B5EF4-FFF2-40B4-BE49-F238E27FC236}">
                <ns3:creationId id="{34D51C88-B2D3-4B28-AC20-221A8B58047B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8596C9B6-88DD-4798-92E8-A8EA94E85127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1AF7BC5C-3B4B-4F7A-9A32-30E91458871D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score = 80</a:t>
            </a:r>
          </a:p>
        </p:txBody>
      </p:sp>
      <p:sp>
        <p:nvSpPr>
          <p:cNvPr id="10" name="">
            <a:extLst>
              <a:ext uri="{FF2B5EF4-FFF2-40B4-BE49-F238E27FC236}">
                <ns3:creationId id="{AB67C8A5-1CCF-44CB-9237-718F8BF58EE4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412D5A42-53DE-45D1-9176-8D83A28DACD7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score &gt;= 80:</a:t>
            </a:r>
          </a:p>
        </p:txBody>
      </p:sp>
      <p:sp>
        <p:nvSpPr>
          <p:cNvPr id="12" name="">
            <a:extLst>
              <a:ext uri="{FF2B5EF4-FFF2-40B4-BE49-F238E27FC236}">
                <ns3:creationId id="{6BF8E801-3D0F-430A-B157-FAA0A30C40DB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67415E48-0F76-47EE-B44A-225E18D895EB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print("우수")</a:t>
            </a:r>
          </a:p>
        </p:txBody>
      </p:sp>
      <p:sp>
        <p:nvSpPr>
          <p:cNvPr id="14" name="">
            <a:extLst>
              <a:ext uri="{FF2B5EF4-FFF2-40B4-BE49-F238E27FC236}">
                <ns3:creationId id="{AFA55D1C-D46E-4AD2-A118-5BBC4B564479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89C828E6-1E96-464E-A183-3EE6D5B29857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elif score &gt;= 60:</a:t>
            </a:r>
          </a:p>
        </p:txBody>
      </p:sp>
      <p:sp>
        <p:nvSpPr>
          <p:cNvPr id="16" name="">
            <a:extLst>
              <a:ext uri="{FF2B5EF4-FFF2-40B4-BE49-F238E27FC236}">
                <ns3:creationId id="{2E6280B2-8F21-4FE9-93B8-454B9C3AA3FA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4871BC0B-00A4-4C26-AF6E-A55852E3F2D7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print("통과")</a:t>
            </a:r>
          </a:p>
        </p:txBody>
      </p:sp>
      <p:sp>
        <p:nvSpPr>
          <p:cNvPr id="18" name="">
            <a:extLst>
              <a:ext uri="{FF2B5EF4-FFF2-40B4-BE49-F238E27FC236}">
                <ns3:creationId id="{C384A09E-2F36-4325-B38E-B1B126A6C72D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9DA30F65-9B36-40A0-ADF0-54A4D88E8EF7}"/>
              </a:ext>
            </a:extLst>
          </p:cNvPr>
          <p:cNvSpPr>
            <a:spLocks noGrp="1"/>
          </p:cNvSpPr>
          <p:nvPr/>
        </p:nvSpPr>
        <p:spPr>
          <a:xfrm>
            <a:off x="1257300" y="463200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else:</a:t>
            </a:r>
          </a:p>
        </p:txBody>
      </p:sp>
      <p:sp>
        <p:nvSpPr>
          <p:cNvPr id="20" name="">
            <a:extLst>
              <a:ext uri="{FF2B5EF4-FFF2-40B4-BE49-F238E27FC236}">
                <ns3:creationId id="{C7918522-E162-4091-8D6F-F60EDB35B2E4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ADF77552-BFCA-486C-9C78-0CFCD3964660}"/>
              </a:ext>
            </a:extLst>
          </p:cNvPr>
          <p:cNvSpPr>
            <a:spLocks noGrp="1"/>
          </p:cNvSpPr>
          <p:nvPr/>
        </p:nvSpPr>
        <p:spPr>
          <a:xfrm>
            <a:off x="1257300" y="494157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print("재연습")</a:t>
            </a:r>
          </a:p>
        </p:txBody>
      </p:sp>
      <p:sp>
        <p:nvSpPr>
          <p:cNvPr id="22" name="">
            <a:extLst>
              <a:ext uri="{FF2B5EF4-FFF2-40B4-BE49-F238E27FC236}">
                <ns3:creationId id="{3606B337-3872-4694-B7FE-55A2B12DADD9}"/>
              </a:ext>
            </a:extLst>
          </p:cNvPr>
          <p:cNvSpPr>
            <a:spLocks noGrp="1"/>
          </p:cNvSpPr>
          <p:nvPr/>
        </p:nvSpPr>
        <p:spPr>
          <a:xfrm>
            <a:off x="685800" y="5574983"/>
            <a:ext cx="10820400" cy="52101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출력: 우수</a:t>
            </a:r>
          </a:p>
        </p:txBody>
      </p:sp>
      <p:sp>
        <p:nvSpPr>
          <p:cNvPr id="23" name="">
            <a:extLst>
              <a:ext uri="{FF2B5EF4-FFF2-40B4-BE49-F238E27FC236}">
                <ns3:creationId id="{DE46ACC4-C2CC-41A9-BF6A-55D83B02246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24" name="">
            <a:extLst>
              <a:ext uri="{FF2B5EF4-FFF2-40B4-BE49-F238E27FC236}">
                <ns3:creationId id="{F8A88DD6-AA6D-4989-8D22-C8D72398725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067</a:t>
            </a:r>
          </a:p>
        </p:txBody>
      </p:sp>
    </p:spTree>
    <p:extLst>
      <p:ext uri="{BB962C8B-B14F-4D97-AF65-F5344CB8AC3E}">
        <ns4:creationId val="1867751851"/>
      </p:ext>
    </p:extLst>
  </p:cSld>
</p:sld>
</file>

<file path=ppt/slides/slide6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7be947d19bd94de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099ABB5-5ED6-4071-8299-F2D0FDE2062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085A7499-806D-41D4-8DE2-A3FC991BB36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EC65AA28-6B88-4D62-9728-AD2AB923470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설명하고 바꿔 보기</a:t>
            </a:r>
          </a:p>
        </p:txBody>
      </p:sp>
      <p:sp>
        <p:nvSpPr>
          <p:cNvPr id="5" name="">
            <a:extLst>
              <a:ext uri="{FF2B5EF4-FFF2-40B4-BE49-F238E27FC236}">
                <ns3:creationId id="{EE123520-A759-4DE0-8ADD-B3563D2C4E9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6BE7CCD-FAC6-4CD1-8E66-E09B0B8B90D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B13F27C-F073-48F8-870D-7F98FA7D23FE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60 이상 조건을 맨 앞에 놓으면 80의 결과는 어떻게 달라질까요?</a:t>
            </a:r>
          </a:p>
        </p:txBody>
      </p:sp>
      <p:sp>
        <p:nvSpPr>
          <p:cNvPr id="8" name="">
            <a:extLst>
              <a:ext uri="{FF2B5EF4-FFF2-40B4-BE49-F238E27FC236}">
                <ns3:creationId id="{39640BE7-75F1-451C-A4E8-F4670B6B192E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CD024ED-19DF-4F44-AA8E-C9F70B804CED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예상 → 실행 → 비교 순서로 확인하세요.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25E55E4D-24CF-4800-BF4E-0BE3946CC23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1" name="">
            <a:extLst>
              <a:ext uri="{FF2B5EF4-FFF2-40B4-BE49-F238E27FC236}">
                <ns3:creationId id="{7447BA36-6735-42D3-BA03-823F3A438D5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068</a:t>
            </a:r>
          </a:p>
        </p:txBody>
      </p:sp>
    </p:spTree>
    <p:extLst>
      <p:ext uri="{BB962C8B-B14F-4D97-AF65-F5344CB8AC3E}">
        <ns4:creationId val="1966854360"/>
      </p:ext>
    </p:extLst>
  </p:cSld>
</p:sld>
</file>

<file path=ppt/slides/slide6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0d676ff04b084a3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4BD7C99-67D6-4345-8EF1-49DDC6A2186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87DE9EDB-FF23-4267-8746-227C5B77800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elif는 앞 조건이 거짓일 때 확인합니다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BA357E09-BC71-4477-A9EA-8A57DC48EB1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623D1C1-E363-4430-A058-C3B8175EA2E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조건을 만족해 통과가 나오므로 높은 기준부터 확인해야 우수와 구별할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3747902C-AA14-4033-B919-FAC2EE19A41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7E953568-3AC3-4A8E-A8F2-84F993CB1E9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069</a:t>
            </a:r>
          </a:p>
        </p:txBody>
      </p:sp>
    </p:spTree>
    <p:extLst>
      <p:ext uri="{BB962C8B-B14F-4D97-AF65-F5344CB8AC3E}">
        <ns4:creationId val="143522853"/>
      </p:ext>
    </p:extLst>
  </p:cSld>
</p:sld>
</file>

<file path=ppt/slides/slide7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8e8fbf19eabb4fc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CFAF34-3687-4C8F-A9EC-C2FA1415291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1B701BE-92B6-4119-B9CA-F92769B1382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두 갈래 선택</a:t>
            </a:r>
          </a:p>
        </p:txBody>
      </p:sp>
      <p:sp>
        <p:nvSpPr>
          <p:cNvPr id="4" name="">
            <a:extLst>
              <a:ext uri="{FF2B5EF4-FFF2-40B4-BE49-F238E27FC236}">
                <ns3:creationId id="{E511B5ED-D1F3-41BC-96FA-684BA84D0EE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0BEF520-B18F-4C76-9EAD-D94A07074A53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course/work/A11_example.py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2E6DFE55-151E-4478-9F59-32C50894ADD5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work/A11_example.py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6BC7F595-5DC3-4727-9103-B7212DBCED94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798E04F6-A5D9-4507-8EB0-8C0E1027923F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5CC9BF76-C4C2-43F1-9C7F-413F8227FFBB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23.5</a:t>
            </a:r>
          </a:p>
        </p:txBody>
      </p:sp>
      <p:sp>
        <p:nvSpPr>
          <p:cNvPr id="10" name="">
            <a:extLst>
              <a:ext uri="{FF2B5EF4-FFF2-40B4-BE49-F238E27FC236}">
                <ns3:creationId id="{6FEBE1ED-3037-468F-92D5-75DC16462351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34EECF5E-68D7-4111-870C-D9B3BB71F43F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limit = 24.0</a:t>
            </a:r>
          </a:p>
        </p:txBody>
      </p:sp>
      <p:sp>
        <p:nvSpPr>
          <p:cNvPr id="12" name="">
            <a:extLst>
              <a:ext uri="{FF2B5EF4-FFF2-40B4-BE49-F238E27FC236}">
                <ns3:creationId id="{91DA09A0-16AE-452E-A4D4-2E262B9965AA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547F55DA-A90A-456B-A563-C6BF225FA92D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temperature_c &gt; limit:</a:t>
            </a:r>
          </a:p>
        </p:txBody>
      </p:sp>
      <p:sp>
        <p:nvSpPr>
          <p:cNvPr id="14" name="">
            <a:extLst>
              <a:ext uri="{FF2B5EF4-FFF2-40B4-BE49-F238E27FC236}">
                <ns3:creationId id="{4A3F366C-D883-47A9-8AD4-55C1FCFF1E47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EF7D79D9-AE2C-4E5A-909D-52F14D63A94D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print("확인")</a:t>
            </a:r>
          </a:p>
        </p:txBody>
      </p:sp>
      <p:sp>
        <p:nvSpPr>
          <p:cNvPr id="16" name="">
            <a:extLst>
              <a:ext uri="{FF2B5EF4-FFF2-40B4-BE49-F238E27FC236}">
                <ns3:creationId id="{5A31532D-82D3-4B33-94EF-80FA7632A3BC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B06918AE-460E-4038-9AB7-B78452FA59CB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else:</a:t>
            </a:r>
          </a:p>
        </p:txBody>
      </p:sp>
      <p:sp>
        <p:nvSpPr>
          <p:cNvPr id="18" name="">
            <a:extLst>
              <a:ext uri="{FF2B5EF4-FFF2-40B4-BE49-F238E27FC236}">
                <ns3:creationId id="{1B6A0D2C-2F75-4DDD-994A-31AC37D375F1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D8733118-F005-4D75-8B61-2D4BDD02157F}"/>
              </a:ext>
            </a:extLst>
          </p:cNvPr>
          <p:cNvSpPr>
            <a:spLocks noGrp="1"/>
          </p:cNvSpPr>
          <p:nvPr/>
        </p:nvSpPr>
        <p:spPr>
          <a:xfrm>
            <a:off x="1257300" y="463200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print("정상")</a:t>
            </a:r>
          </a:p>
        </p:txBody>
      </p:sp>
      <p:sp>
        <p:nvSpPr>
          <p:cNvPr id="20" name="">
            <a:extLst>
              <a:ext uri="{FF2B5EF4-FFF2-40B4-BE49-F238E27FC236}">
                <ns3:creationId id="{59E9DACC-2AE2-4B9C-B141-9A3E6B33F21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21" name="">
            <a:extLst>
              <a:ext uri="{FF2B5EF4-FFF2-40B4-BE49-F238E27FC236}">
                <ns3:creationId id="{1A2FDB94-5F22-4F98-B405-A87FE09BBE7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070</a:t>
            </a:r>
          </a:p>
        </p:txBody>
      </p:sp>
    </p:spTree>
    <p:extLst>
      <p:ext uri="{BB962C8B-B14F-4D97-AF65-F5344CB8AC3E}">
        <ns4:creationId val="1970301456"/>
      </p:ext>
    </p:extLst>
  </p:cSld>
</p:sld>
</file>

<file path=ppt/slides/slide7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11e27aa7ae044b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0CB23BB-3CA5-4E03-8CF1-AAD1F6C4CBF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29F824F-84DF-429F-A012-2433A189321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두 갈래 선택</a:t>
            </a:r>
          </a:p>
        </p:txBody>
      </p:sp>
      <p:sp>
        <p:nvSpPr>
          <p:cNvPr id="4" name="">
            <a:extLst>
              <a:ext uri="{FF2B5EF4-FFF2-40B4-BE49-F238E27FC236}">
                <ns3:creationId id="{7284A3E2-E6FB-46BC-825C-ACC814511F0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4BAE17-D452-43C7-BCE7-E6D2B76A594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if 뒤 조건이 참이면 들여쓴 첫 묶음을 실행합니다.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2D070BDD-B05D-460E-89C7-16448A83673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else는 앞 조건이 거짓일 때 실행하는 다른 묶음입니다.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6B8AC98F-7C61-4ACC-850B-D2BBF22565E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콜론 :은 묶음의 시작, 들여쓰기 네 칸은 그 안에 속한 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79A8853-5C0A-48B7-8523-02060892DCD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23.5 &gt; 24.0은 거짓이므로 정상 한 줄만 출력합니다.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071CAE19-DF0E-417B-9C1D-838C9126515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93D9FBD2-0807-44AE-B040-FB60428A317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071</a:t>
            </a:r>
          </a:p>
        </p:txBody>
      </p:sp>
    </p:spTree>
    <p:extLst>
      <p:ext uri="{BB962C8B-B14F-4D97-AF65-F5344CB8AC3E}">
        <ns4:creationId val="1751025706"/>
      </p:ext>
    </p:extLst>
  </p:cSld>
</p:sld>
</file>

<file path=ppt/slides/slide7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1dd7023115a454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A3D4173-50B5-49BF-BD8B-D4EC813523B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130DB91-18F8-4D26-9122-2CCEDEF5923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예상과 수정 결과</a:t>
            </a:r>
          </a:p>
        </p:txBody>
      </p:sp>
      <p:sp>
        <p:nvSpPr>
          <p:cNvPr id="4" name="">
            <a:extLst>
              <a:ext uri="{FF2B5EF4-FFF2-40B4-BE49-F238E27FC236}">
                <ns3:creationId id="{D84EB663-410D-4552-9C7E-427C6553764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F4A96EF-EEE7-41C0-AC6B-CB10DBF7CC4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23.5는 24.0 초과가 아니므로 정상입니다.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115452B-1C52-45D5-89FD-0FC2C931E47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25.0으로 바꾸면 확인을 출력합니다.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7BCD36E-5536-4482-88C8-22A52AAA1B4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24.0 자체는 초과에 포함되지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FBB83F4-38AC-459C-A4B6-476DB87D337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9" name="">
            <a:extLst>
              <a:ext uri="{FF2B5EF4-FFF2-40B4-BE49-F238E27FC236}">
                <ns3:creationId id="{FE7F07A5-29D4-44A3-B1B1-35A57C79EEB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072</a:t>
            </a:r>
          </a:p>
        </p:txBody>
      </p:sp>
    </p:spTree>
    <p:extLst>
      <p:ext uri="{BB962C8B-B14F-4D97-AF65-F5344CB8AC3E}">
        <ns4:creationId val="1433823376"/>
      </p:ext>
    </p:extLst>
  </p:cSld>
</p:sld>
</file>

<file path=ppt/slides/slide7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1" name=""/>
          <p:cNvPicPr>
            <a:picLocks noChangeAspect="1"/>
          </p:cNvPicPr>
          <p:nvPr/>
        </p:nvPicPr>
        <p:blipFill>
          <a:blip r:embed="R355736dd260e420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F2583AA-EB8D-4830-87AC-460B72882A2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3A3357D4-3BE6-446E-A16C-95A4971AEA7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A11 오류를 찾아 고치세요</a:t>
            </a:r>
          </a:p>
        </p:txBody>
      </p:sp>
      <p:sp>
        <p:nvSpPr>
          <p:cNvPr id="4" name="">
            <a:extLst>
              <a:ext uri="{FF2B5EF4-FFF2-40B4-BE49-F238E27FC236}">
                <ns3:creationId id="{74B55DA1-CFF7-4E59-A58C-A54F42ACB63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FB5B951-71B7-4112-9538-EE1C3684F63C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work/A11_broken.py</a:t>
            </a:r>
          </a:p>
        </p:txBody>
      </p:sp>
      <p:sp>
        <p:nvSpPr>
          <p:cNvPr id="6" name="">
            <a:extLst>
              <a:ext uri="{FF2B5EF4-FFF2-40B4-BE49-F238E27FC236}">
                <ns3:creationId id="{9D5E2287-C0B2-4A4D-99B9-0D8DC886711B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work/A11_broken.py</a:t>
            </a:r>
          </a:p>
        </p:txBody>
      </p:sp>
      <p:sp>
        <p:nvSpPr>
          <p:cNvPr id="7" name="">
            <a:extLst>
              <a:ext uri="{FF2B5EF4-FFF2-40B4-BE49-F238E27FC236}">
                <ns3:creationId id="{C35242CD-8AD7-4C94-BA21-B6DE1C11279C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C09A3A14-C1D6-496F-A845-09B5DFB3DAC7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BF7AF786-2F36-4DAC-A29F-6395095CBC1D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25.0</a:t>
            </a:r>
          </a:p>
        </p:txBody>
      </p:sp>
      <p:sp>
        <p:nvSpPr>
          <p:cNvPr id="10" name="">
            <a:extLst>
              <a:ext uri="{FF2B5EF4-FFF2-40B4-BE49-F238E27FC236}">
                <ns3:creationId id="{E896D0A4-6677-420C-B7E8-7ACB2CC927B6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F2C960E9-1528-4498-810C-8F4A83CAAF73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temperature_c &gt; 24.0</a:t>
            </a:r>
          </a:p>
        </p:txBody>
      </p:sp>
      <p:sp>
        <p:nvSpPr>
          <p:cNvPr id="12" name="">
            <a:extLst>
              <a:ext uri="{FF2B5EF4-FFF2-40B4-BE49-F238E27FC236}">
                <ns3:creationId id="{15A14C47-DEA4-46FA-9793-85D94599C260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EE0182F3-EC3E-48A1-8C09-BB9C3480BC5D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print("확인")</a:t>
            </a:r>
          </a:p>
        </p:txBody>
      </p:sp>
      <p:sp>
        <p:nvSpPr>
          <p:cNvPr id="14" name="">
            <a:extLst>
              <a:ext uri="{FF2B5EF4-FFF2-40B4-BE49-F238E27FC236}">
                <ns3:creationId id="{0D134606-9B5E-4AEA-BCF5-708718410537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02CD1F5C-D224-480B-9CE1-9FB1DB64AD5A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else:</a:t>
            </a:r>
          </a:p>
        </p:txBody>
      </p:sp>
      <p:sp>
        <p:nvSpPr>
          <p:cNvPr id="16" name="">
            <a:extLst>
              <a:ext uri="{FF2B5EF4-FFF2-40B4-BE49-F238E27FC236}">
                <ns3:creationId id="{70989E60-8961-4575-8909-279A534AA4E2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0DC7EB30-78D7-43E5-A8B6-51CD42570C31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print("정상")</a:t>
            </a:r>
          </a:p>
        </p:txBody>
      </p:sp>
      <p:sp>
        <p:nvSpPr>
          <p:cNvPr id="18" name="">
            <a:extLst>
              <a:ext uri="{FF2B5EF4-FFF2-40B4-BE49-F238E27FC236}">
                <ns3:creationId id="{49AB73C0-EBEE-42A7-B36B-61818FCA2379}"/>
              </a:ext>
            </a:extLst>
          </p:cNvPr>
          <p:cNvSpPr>
            <a:spLocks noGrp="1"/>
          </p:cNvSpPr>
          <p:nvPr/>
        </p:nvSpPr>
        <p:spPr>
          <a:xfrm>
            <a:off x="685800" y="4955858"/>
            <a:ext cx="10820400" cy="114014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예상: SyntaxError</a:t>
            </a:r>
          </a:p>
        </p:txBody>
      </p:sp>
      <p:sp>
        <p:nvSpPr>
          <p:cNvPr id="19" name="">
            <a:extLst>
              <a:ext uri="{FF2B5EF4-FFF2-40B4-BE49-F238E27FC236}">
                <ns3:creationId id="{64ADA96B-3604-4C31-ACB3-36B3E044A76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20" name="">
            <a:extLst>
              <a:ext uri="{FF2B5EF4-FFF2-40B4-BE49-F238E27FC236}">
                <ns3:creationId id="{A417A085-99CA-4DDB-88E2-08DDC56ECE3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073</a:t>
            </a:r>
          </a:p>
        </p:txBody>
      </p:sp>
    </p:spTree>
    <p:extLst>
      <p:ext uri="{BB962C8B-B14F-4D97-AF65-F5344CB8AC3E}">
        <ns4:creationId val="507058501"/>
      </p:ext>
    </p:extLst>
  </p:cSld>
</p:sld>
</file>

<file path=ppt/slides/slide7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36ba6a1fd520406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D2C613C-FED2-491C-AB61-B4FCFEF925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6D563DBE-957C-4C14-8D93-23EFE20B561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6DFA4D7-F5A1-472C-B802-2BB78B83939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A11 원인을 설명하고 다시 실행</a:t>
            </a:r>
          </a:p>
        </p:txBody>
      </p:sp>
      <p:sp>
        <p:nvSpPr>
          <p:cNvPr id="5" name="">
            <a:extLst>
              <a:ext uri="{FF2B5EF4-FFF2-40B4-BE49-F238E27FC236}">
                <ns3:creationId id="{CF2B5AF0-36EE-47B1-8204-74ED9E74815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D3B6CD7-EE89-4BB5-BD94-7E9B6FBFAEE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D261BB1-89BC-45E3-98B4-C64F2C8B05D8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오류 마지막 줄 또는 실제 출력을 적으세요.</a:t>
            </a:r>
          </a:p>
        </p:txBody>
      </p:sp>
      <p:sp>
        <p:nvSpPr>
          <p:cNvPr id="8" name="">
            <a:extLst>
              <a:ext uri="{FF2B5EF4-FFF2-40B4-BE49-F238E27FC236}">
                <ns3:creationId id="{0FDF4FEF-F9C8-4D5E-A03D-BF98B5A075D6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87CCD5C-9246-43FE-ACE6-DCBCC45652C7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다른 파일에 직접 고쳐 저장하고 다시 실행하세요.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EA0CCCD4-EB99-42CB-B73F-A9EEC14B902A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C612666-0DB5-42CD-98BF-F2CE46BF8953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온도를 23.0으로 바꿔 정상, 24.0으로 바꿔 정상인지 확인하세요.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7E8C9525-B093-4589-A391-C743211D2D02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8524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웹에서 코드 복사하기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BC7731F8-7CD5-4C0A-8ABD-7F749297916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4" name="">
            <a:extLst>
              <a:ext uri="{FF2B5EF4-FFF2-40B4-BE49-F238E27FC236}">
                <ns3:creationId id="{A1BB26D0-1C9D-4F53-8142-8347545307D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074</a:t>
            </a:r>
          </a:p>
        </p:txBody>
      </p:sp>
    </p:spTree>
    <p:extLst>
      <p:ext uri="{BB962C8B-B14F-4D97-AF65-F5344CB8AC3E}">
        <ns4:creationId val="525822375"/>
      </p:ext>
    </p:extLst>
  </p:cSld>
</p:sld>
</file>

<file path=ppt/slides/slide7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6cc8d70009cc4b5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B2806CE-E53B-4B62-803A-1E8AB37A3A9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352E8C28-E30B-46A9-8798-1393C5F342D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A11 수정 코드와 결과</a:t>
            </a:r>
          </a:p>
        </p:txBody>
      </p:sp>
      <p:sp>
        <p:nvSpPr>
          <p:cNvPr id="4" name="">
            <a:extLst>
              <a:ext uri="{FF2B5EF4-FFF2-40B4-BE49-F238E27FC236}">
                <ns3:creationId id="{B6B71D47-6934-4E88-BFE0-7DC35BEFE13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21E2CBC-431D-4DEC-89FD-071783E7744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if 조건 끝에 콜론 :이 빠졌습니다.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AC8DBB0-36BF-4D41-85FE-4A9BDF8D4186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F1DB637F-2E1C-4922-A86B-482ABCDC7DAE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86FD5044-D43C-4188-AB1C-1611C6546CDF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25.0</a:t>
            </a:r>
          </a:p>
        </p:txBody>
      </p:sp>
      <p:sp>
        <p:nvSpPr>
          <p:cNvPr id="9" name="">
            <a:extLst>
              <a:ext uri="{FF2B5EF4-FFF2-40B4-BE49-F238E27FC236}">
                <ns3:creationId id="{B5F8FACA-F7B9-4FEA-9D67-D27CFDCE66EB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ECC0377F-31D6-444F-B5E9-BBB021327584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temperature_c &gt; 24.0:</a:t>
            </a:r>
          </a:p>
        </p:txBody>
      </p:sp>
      <p:sp>
        <p:nvSpPr>
          <p:cNvPr id="11" name="">
            <a:extLst>
              <a:ext uri="{FF2B5EF4-FFF2-40B4-BE49-F238E27FC236}">
                <ns3:creationId id="{CC107392-58D6-4D97-8EB1-FC8F80F86E0B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0D23692A-CC3B-46CF-A296-9A47C6CFB8A2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print("확인")</a:t>
            </a:r>
          </a:p>
        </p:txBody>
      </p:sp>
      <p:sp>
        <p:nvSpPr>
          <p:cNvPr id="13" name="">
            <a:extLst>
              <a:ext uri="{FF2B5EF4-FFF2-40B4-BE49-F238E27FC236}">
                <ns3:creationId id="{CD3987D2-A838-41F7-9F15-80CB9E223213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57C2B120-4D81-4CB1-8A3F-B8B2DEE2C406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else:</a:t>
            </a:r>
          </a:p>
        </p:txBody>
      </p:sp>
      <p:sp>
        <p:nvSpPr>
          <p:cNvPr id="15" name="">
            <a:extLst>
              <a:ext uri="{FF2B5EF4-FFF2-40B4-BE49-F238E27FC236}">
                <ns3:creationId id="{A09BE553-4496-4760-852E-C5F7800C363D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7657854F-0355-437A-89B4-1ED0FFC354F9}"/>
              </a:ext>
            </a:extLst>
          </p:cNvPr>
          <p:cNvSpPr>
            <a:spLocks noGrp="1"/>
          </p:cNvSpPr>
          <p:nvPr/>
        </p:nvSpPr>
        <p:spPr>
          <a:xfrm>
            <a:off x="1257300" y="386143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print("정상")</a:t>
            </a:r>
          </a:p>
        </p:txBody>
      </p:sp>
      <p:sp>
        <p:nvSpPr>
          <p:cNvPr id="17" name="">
            <a:extLst>
              <a:ext uri="{FF2B5EF4-FFF2-40B4-BE49-F238E27FC236}">
                <ns3:creationId id="{D3A7B0FD-8EA2-40AB-B636-81FB861DADA1}"/>
              </a:ext>
            </a:extLst>
          </p:cNvPr>
          <p:cNvSpPr>
            <a:spLocks noGrp="1"/>
          </p:cNvSpPr>
          <p:nvPr/>
        </p:nvSpPr>
        <p:spPr>
          <a:xfrm>
            <a:off x="685800" y="4494848"/>
            <a:ext cx="10820400" cy="160115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정상 출력: 확인</a:t>
            </a:r>
          </a:p>
        </p:txBody>
      </p:sp>
      <p:sp>
        <p:nvSpPr>
          <p:cNvPr id="18" name="">
            <a:extLst>
              <a:ext uri="{FF2B5EF4-FFF2-40B4-BE49-F238E27FC236}">
                <ns3:creationId id="{F4FC7466-03DB-4EBB-AC57-D57576FE7A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9" name="">
            <a:extLst>
              <a:ext uri="{FF2B5EF4-FFF2-40B4-BE49-F238E27FC236}">
                <ns3:creationId id="{E8AD3281-C0B9-4E2D-9994-08401BC3550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075</a:t>
            </a:r>
          </a:p>
        </p:txBody>
      </p:sp>
    </p:spTree>
    <p:extLst>
      <p:ext uri="{BB962C8B-B14F-4D97-AF65-F5344CB8AC3E}">
        <ns4:creationId val="979513461"/>
      </p:ext>
    </p:extLst>
  </p:cSld>
</p:sld>
</file>

<file path=ppt/slides/slide7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0efbfff0381e43e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191ABB8-73A9-42D8-9304-60C6BE26D66E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FE22824F-0EB4-465D-AA61-037C4232E33E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여러 기록을 반복하기</a:t>
            </a:r>
          </a:p>
        </p:txBody>
      </p:sp>
      <p:sp>
        <p:nvSpPr>
          <p:cNvPr id="4" name="">
            <a:extLst>
              <a:ext uri="{FF2B5EF4-FFF2-40B4-BE49-F238E27FC236}">
                <ns3:creationId id="{DB8D3FD4-E3CB-453B-ABEA-7645874BB870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15:00~15:50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A10FEC46-6A05-4055-BF8C-8F9493D98108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FCBDDDA-CA37-45EC-973B-B835E5B73C0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091EF38B-5456-4C04-9895-FEC525F3F59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076</a:t>
            </a:r>
          </a:p>
        </p:txBody>
      </p:sp>
    </p:spTree>
    <p:extLst>
      <p:ext uri="{BB962C8B-B14F-4D97-AF65-F5344CB8AC3E}">
        <ns4:creationId val="1054106167"/>
      </p:ext>
    </p:extLst>
  </p:cSld>
</p:sld>
</file>

<file path=ppt/slides/slide7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d149c7398124f8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3C25C24-0E45-4129-91A1-9662D05F02A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A562C8D-3E20-4647-A584-627EDAC04A7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range로 정해진 횟수 반복하기 · 더 해보기</a:t>
            </a:r>
          </a:p>
        </p:txBody>
      </p:sp>
      <p:sp>
        <p:nvSpPr>
          <p:cNvPr id="4" name="">
            <a:extLst>
              <a:ext uri="{FF2B5EF4-FFF2-40B4-BE49-F238E27FC236}">
                <ns3:creationId id="{2FF273EA-8FBB-465B-A4B5-D54D76D916F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4FC449F-3DAA-4E40-860C-4A1578F1745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range(3)은 0, 1, 2를 차례로 제공합니다.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CA823E5-7C75-41FD-A35E-FB1211BB6C4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끝값 3은 포함하지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E4B25DBF-DA4B-4674-BD2F-18760683B49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range(1, 4)는 1부터 4 직전까지 제공합니다.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796A367-E15C-4264-8C44-7F14E245D7F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print를 들여쓰면 매번 실행하고 반복 밖이면 끝난 뒤 한 번 실행합니다.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62EFF71-301E-4E3D-9CB9-EB3E19AD7DD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BF708E6E-7D72-42F1-AB17-8C4EB700A9B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077</a:t>
            </a:r>
          </a:p>
        </p:txBody>
      </p:sp>
    </p:spTree>
    <p:extLst>
      <p:ext uri="{BB962C8B-B14F-4D97-AF65-F5344CB8AC3E}">
        <ns4:creationId val="789131351"/>
      </p:ext>
    </p:extLst>
  </p:cSld>
</p:sld>
</file>

<file path=ppt/slides/slide7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9a25adbc87304e6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1E4EF71-1EC0-4632-B9F1-56292B283D6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00FFA48-1E01-491C-A85A-E3B338760B0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 · range로 정해진 횟수 반복하기</a:t>
            </a:r>
          </a:p>
        </p:txBody>
      </p:sp>
      <p:sp>
        <p:nvSpPr>
          <p:cNvPr id="4" name="">
            <a:extLst>
              <a:ext uri="{FF2B5EF4-FFF2-40B4-BE49-F238E27FC236}">
                <ns3:creationId id="{E27D3EEA-A5D9-4066-A7F4-58FAA342F1D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D816F90-9068-4F65-B0B6-F2103CD8A26D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work/range.py</a:t>
            </a:r>
          </a:p>
        </p:txBody>
      </p:sp>
      <p:sp>
        <p:nvSpPr>
          <p:cNvPr id="6" name="">
            <a:extLst>
              <a:ext uri="{FF2B5EF4-FFF2-40B4-BE49-F238E27FC236}">
                <ns3:creationId id="{DCAE7881-99A9-430C-B4E0-BD7DD7123F26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work/range.py</a:t>
            </a:r>
          </a:p>
        </p:txBody>
      </p:sp>
      <p:sp>
        <p:nvSpPr>
          <p:cNvPr id="7" name="">
            <a:extLst>
              <a:ext uri="{FF2B5EF4-FFF2-40B4-BE49-F238E27FC236}">
                <ns3:creationId id="{76B73F14-0DFA-4618-8DA3-AB623FFC6375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92D48A73-FD58-48B5-81E1-7A3B0241A6B3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FAFD7F99-8B3B-44D6-BAFB-393E90B97323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number in range(1, 4):</a:t>
            </a:r>
          </a:p>
        </p:txBody>
      </p:sp>
      <p:sp>
        <p:nvSpPr>
          <p:cNvPr id="10" name="">
            <a:extLst>
              <a:ext uri="{FF2B5EF4-FFF2-40B4-BE49-F238E27FC236}">
                <ns3:creationId id="{015B5384-A3F6-428A-A9A9-FC82353B3A37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5A7F95AB-6B34-42C4-AE71-7F11FE8C9DCD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print(number)</a:t>
            </a:r>
          </a:p>
        </p:txBody>
      </p:sp>
      <p:sp>
        <p:nvSpPr>
          <p:cNvPr id="12" name="">
            <a:extLst>
              <a:ext uri="{FF2B5EF4-FFF2-40B4-BE49-F238E27FC236}">
                <ns3:creationId id="{2DB2AB24-2A3C-4527-ACD5-4882162AD3AF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F728DCD6-80AF-4D74-B0B7-84B7F872F40F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print("완료")</a:t>
            </a:r>
          </a:p>
        </p:txBody>
      </p:sp>
      <p:sp>
        <p:nvSpPr>
          <p:cNvPr id="14" name="">
            <a:extLst>
              <a:ext uri="{FF2B5EF4-FFF2-40B4-BE49-F238E27FC236}">
                <ns3:creationId id="{18501609-FC77-4956-A7F5-5E907633B970}"/>
              </a:ext>
            </a:extLst>
          </p:cNvPr>
          <p:cNvSpPr>
            <a:spLocks noGrp="1"/>
          </p:cNvSpPr>
          <p:nvPr/>
        </p:nvSpPr>
        <p:spPr>
          <a:xfrm>
            <a:off x="685800" y="4336733"/>
            <a:ext cx="10820400" cy="17592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출력: 1 / 2 / 3 / 완료</a:t>
            </a:r>
          </a:p>
        </p:txBody>
      </p:sp>
      <p:sp>
        <p:nvSpPr>
          <p:cNvPr id="15" name="">
            <a:extLst>
              <a:ext uri="{FF2B5EF4-FFF2-40B4-BE49-F238E27FC236}">
                <ns3:creationId id="{F56D1F31-A6D2-4F1B-B494-155BFFC4A75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6" name="">
            <a:extLst>
              <a:ext uri="{FF2B5EF4-FFF2-40B4-BE49-F238E27FC236}">
                <ns3:creationId id="{5C5BFF66-57BF-4E2A-B8F6-71EBE7BF2CD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078</a:t>
            </a:r>
          </a:p>
        </p:txBody>
      </p:sp>
    </p:spTree>
    <p:extLst>
      <p:ext uri="{BB962C8B-B14F-4D97-AF65-F5344CB8AC3E}">
        <ns4:creationId val="1942467779"/>
      </p:ext>
    </p:extLst>
  </p:cSld>
</p:sld>
</file>

<file path=ppt/slides/slide7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5087f1a62875402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26EC4C2-E44B-4216-AE52-47D5E66875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05E10FB-7B2C-4D05-85D1-B5D217A4503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0193D3B8-46D8-4934-B01A-9900FAB27C0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설명하고 바꿔 보기 · 더 해보기</a:t>
            </a:r>
          </a:p>
        </p:txBody>
      </p:sp>
      <p:sp>
        <p:nvSpPr>
          <p:cNvPr id="5" name="">
            <a:extLst>
              <a:ext uri="{FF2B5EF4-FFF2-40B4-BE49-F238E27FC236}">
                <ns3:creationId id="{5E728D7B-2B62-48D2-B40B-77A3CDF7198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8173A0B-CF74-462D-88B9-D1C9015FFBD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DE7CB06-8E9E-4F8F-AE46-8D4995DA0B12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1부터 5까지 출력하려면 끝값을 무엇으로 바꿀까요?</a:t>
            </a:r>
          </a:p>
        </p:txBody>
      </p:sp>
      <p:sp>
        <p:nvSpPr>
          <p:cNvPr id="8" name="">
            <a:extLst>
              <a:ext uri="{FF2B5EF4-FFF2-40B4-BE49-F238E27FC236}">
                <ns3:creationId id="{E725381C-9E41-4C56-A57B-B67E869C86B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0B3FF8F-8BDF-4610-858C-B36E9A5B0935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예상 → 실행 → 비교 순서로 확인하세요.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A1C342FE-3352-4240-8804-93CBDAE919E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1" name="">
            <a:extLst>
              <a:ext uri="{FF2B5EF4-FFF2-40B4-BE49-F238E27FC236}">
                <ns3:creationId id="{75CFFA5F-B0B7-49D8-919D-E9E7F53A6F0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079</a:t>
            </a:r>
          </a:p>
        </p:txBody>
      </p:sp>
    </p:spTree>
    <p:extLst>
      <p:ext uri="{BB962C8B-B14F-4D97-AF65-F5344CB8AC3E}">
        <ns4:creationId val="2028283975"/>
      </p:ext>
    </p:extLst>
  </p:cSld>
</p:sld>
</file>

<file path=ppt/slides/slide8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abf860c20e1144c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85061A3-A618-42F1-9CC5-FC56B4D5CA3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3B4F6A46-8CFA-4ECE-A61B-00C8B686D68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range로 정해진 횟수 반복하기</a:t>
            </a:r>
          </a:p>
        </p:txBody>
      </p:sp>
      <p:sp>
        <p:nvSpPr>
          <p:cNvPr id="4" name="">
            <a:extLst>
              <a:ext uri="{FF2B5EF4-FFF2-40B4-BE49-F238E27FC236}">
                <ns3:creationId id="{FCA5A46C-52B9-450E-BF31-BE0642EB1F8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61C3815-56D4-4634-9D99-7071F3AE758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끝값을 6으로 바꿉니다.</a:t>
            </a:r>
          </a:p>
        </p:txBody>
      </p:sp>
      <p:sp>
        <p:nvSpPr>
          <p:cNvPr id="6" name="">
            <a:extLst>
              <a:ext uri="{FF2B5EF4-FFF2-40B4-BE49-F238E27FC236}">
                <ns3:creationId id="{6CF12E9F-AACF-4317-BAFB-1B3E28E09BC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CCAF1EC4-CEC0-4698-96E8-71F22B0624A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080</a:t>
            </a:r>
          </a:p>
        </p:txBody>
      </p:sp>
    </p:spTree>
    <p:extLst>
      <p:ext uri="{BB962C8B-B14F-4D97-AF65-F5344CB8AC3E}">
        <ns4:creationId val="1086118310"/>
      </p:ext>
    </p:extLst>
  </p:cSld>
</p:sld>
</file>

<file path=ppt/slides/slide8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b32a6749368406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D8BC2F5-8D34-4D41-A80B-9EE05D9698D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7A1CFFB-5071-4C22-8A0D-D435BB84A93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반복마다 현재 값과 합계를 적기</a:t>
            </a:r>
          </a:p>
        </p:txBody>
      </p:sp>
      <p:sp>
        <p:nvSpPr>
          <p:cNvPr id="4" name="">
            <a:extLst>
              <a:ext uri="{FF2B5EF4-FFF2-40B4-BE49-F238E27FC236}">
                <ns3:creationId id="{6FD70E84-2862-4943-8CF3-3FB373BB761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CFD8DBC-680B-4A28-8A0C-3335B20C636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합계는 반복 전에 0으로 시작합니다.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E68AF77-DC55-4820-AF2A-C952B6AB4E2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total = total + weight는 이전 합계에 이번 무게를 더해 다시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7FC59B9-BBA3-4380-B1AD-81253765A4E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각 반복에서 weight와 total을 나란히 출력하면 계산 과정을 확인할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6026617-65B6-4167-99DB-F6A482641D29}"/>
              </a:ext>
            </a:extLst>
          </p:cNvPr>
          <p:cNvSpPr>
            <a:spLocks noGrp="1"/>
          </p:cNvSpPr>
          <p:nvPr/>
        </p:nvSpPr>
        <p:spPr>
          <a:xfrm>
            <a:off x="685800" y="39776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초기화를 반복 안에 두면 이전 합계를 잃습니다.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A41913E8-0698-4BDF-920C-84C698439A2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25EC30A7-C2DF-4D76-832D-B29374000EE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081</a:t>
            </a:r>
          </a:p>
        </p:txBody>
      </p:sp>
    </p:spTree>
    <p:extLst>
      <p:ext uri="{BB962C8B-B14F-4D97-AF65-F5344CB8AC3E}">
        <ns4:creationId val="607588877"/>
      </p:ext>
    </p:extLst>
  </p:cSld>
</p:sld>
</file>

<file path=ppt/slides/slide8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3" name=""/>
          <p:cNvPicPr>
            <a:picLocks noChangeAspect="1"/>
          </p:cNvPicPr>
          <p:nvPr/>
        </p:nvPicPr>
        <p:blipFill>
          <a:blip r:embed="R19897569a6844f8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99DCE39-0B03-407F-A3F5-91F4BE12BF6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69D3F125-0176-432B-AFA7-A926A321DF2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 · 반복마다 현재 값과 합계를 적기</a:t>
            </a:r>
          </a:p>
        </p:txBody>
      </p:sp>
      <p:sp>
        <p:nvSpPr>
          <p:cNvPr id="4" name="">
            <a:extLst>
              <a:ext uri="{FF2B5EF4-FFF2-40B4-BE49-F238E27FC236}">
                <ns3:creationId id="{FFD030F6-5513-4F05-9CE0-1426B50CA9F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E81D54E-450C-4DC0-97C8-25142E5B9C1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work/accumulate.py</a:t>
            </a:r>
          </a:p>
        </p:txBody>
      </p:sp>
      <p:sp>
        <p:nvSpPr>
          <p:cNvPr id="6" name="">
            <a:extLst>
              <a:ext uri="{FF2B5EF4-FFF2-40B4-BE49-F238E27FC236}">
                <ns3:creationId id="{053F5CD5-82D7-46C9-B064-47C4B85C55FD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work/accumulate.py</a:t>
            </a:r>
          </a:p>
        </p:txBody>
      </p:sp>
      <p:sp>
        <p:nvSpPr>
          <p:cNvPr id="7" name="">
            <a:extLst>
              <a:ext uri="{FF2B5EF4-FFF2-40B4-BE49-F238E27FC236}">
                <ns3:creationId id="{BCE75BE0-6A1E-4BF7-886A-059012AA7A41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0446EB92-CCFD-4866-BAA2-A75E23B150D2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D2E03EEE-114F-43F8-BE5F-2AD301779C7A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weights = [2, 5, 1]</a:t>
            </a:r>
          </a:p>
        </p:txBody>
      </p:sp>
      <p:sp>
        <p:nvSpPr>
          <p:cNvPr id="10" name="">
            <a:extLst>
              <a:ext uri="{FF2B5EF4-FFF2-40B4-BE49-F238E27FC236}">
                <ns3:creationId id="{0234976D-5789-425C-B554-22C6D7AA92F0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40D6041A-DBC4-4810-87AF-BEED465DAFEE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total = 0</a:t>
            </a:r>
          </a:p>
        </p:txBody>
      </p:sp>
      <p:sp>
        <p:nvSpPr>
          <p:cNvPr id="12" name="">
            <a:extLst>
              <a:ext uri="{FF2B5EF4-FFF2-40B4-BE49-F238E27FC236}">
                <ns3:creationId id="{B155F63A-38B5-4356-8ED2-102BF54247F2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12940AC7-E7CD-4F71-BE90-E0DF4D75282C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weight in weights:</a:t>
            </a:r>
          </a:p>
        </p:txBody>
      </p:sp>
      <p:sp>
        <p:nvSpPr>
          <p:cNvPr id="14" name="">
            <a:extLst>
              <a:ext uri="{FF2B5EF4-FFF2-40B4-BE49-F238E27FC236}">
                <ns3:creationId id="{2958DE40-E4F8-4792-AE2D-3DD5C7E07085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6160A8CC-C905-41D0-9D7B-4B7346D56A43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total = total + weight</a:t>
            </a:r>
          </a:p>
        </p:txBody>
      </p:sp>
      <p:sp>
        <p:nvSpPr>
          <p:cNvPr id="16" name="">
            <a:extLst>
              <a:ext uri="{FF2B5EF4-FFF2-40B4-BE49-F238E27FC236}">
                <ns3:creationId id="{4210EC77-1DA4-49B0-B525-ED5A58258AB5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292BA60C-61E5-4A80-821F-E1A8ECE5374D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print(weight, total)</a:t>
            </a:r>
          </a:p>
        </p:txBody>
      </p:sp>
      <p:sp>
        <p:nvSpPr>
          <p:cNvPr id="18" name="">
            <a:extLst>
              <a:ext uri="{FF2B5EF4-FFF2-40B4-BE49-F238E27FC236}">
                <ns3:creationId id="{5BE0BDA7-B585-4760-9D03-FECA5DAE98A4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FF8EF833-25DD-43D7-AE1C-AD2821C2B8F4}"/>
              </a:ext>
            </a:extLst>
          </p:cNvPr>
          <p:cNvSpPr>
            <a:spLocks noGrp="1"/>
          </p:cNvSpPr>
          <p:nvPr/>
        </p:nvSpPr>
        <p:spPr>
          <a:xfrm>
            <a:off x="1257300" y="463200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print("합계", total)</a:t>
            </a:r>
          </a:p>
        </p:txBody>
      </p:sp>
      <p:sp>
        <p:nvSpPr>
          <p:cNvPr id="20" name="">
            <a:extLst>
              <a:ext uri="{FF2B5EF4-FFF2-40B4-BE49-F238E27FC236}">
                <ns3:creationId id="{C21C8CFD-4F6B-41D2-8B8F-858050CDCF16}"/>
              </a:ext>
            </a:extLst>
          </p:cNvPr>
          <p:cNvSpPr>
            <a:spLocks noGrp="1"/>
          </p:cNvSpPr>
          <p:nvPr/>
        </p:nvSpPr>
        <p:spPr>
          <a:xfrm>
            <a:off x="685800" y="5265420"/>
            <a:ext cx="10820400" cy="8305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출력: 2 2 / 5 7 / 1 8 / 합계 8</a:t>
            </a:r>
          </a:p>
        </p:txBody>
      </p:sp>
      <p:sp>
        <p:nvSpPr>
          <p:cNvPr id="21" name="">
            <a:extLst>
              <a:ext uri="{FF2B5EF4-FFF2-40B4-BE49-F238E27FC236}">
                <ns3:creationId id="{FF9D8F1E-6929-40B6-8D1A-D65E854A89A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22" name="">
            <a:extLst>
              <a:ext uri="{FF2B5EF4-FFF2-40B4-BE49-F238E27FC236}">
                <ns3:creationId id="{C81FB38B-9CE9-4884-AFE2-9A39DB28FAE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082</a:t>
            </a:r>
          </a:p>
        </p:txBody>
      </p:sp>
    </p:spTree>
    <p:extLst>
      <p:ext uri="{BB962C8B-B14F-4D97-AF65-F5344CB8AC3E}">
        <ns4:creationId val="1378604396"/>
      </p:ext>
    </p:extLst>
  </p:cSld>
</p:sld>
</file>

<file path=ppt/slides/slide8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9b23569989e64a8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EB4EEAB-4FDF-463D-B070-FEE8F9D676A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C5CC9466-DD5C-4054-9C13-406FE9F9ECE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C67C629-7A67-4B1A-8C30-E67424D73A9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설명하고 바꿔 보기</a:t>
            </a:r>
          </a:p>
        </p:txBody>
      </p:sp>
      <p:sp>
        <p:nvSpPr>
          <p:cNvPr id="5" name="">
            <a:extLst>
              <a:ext uri="{FF2B5EF4-FFF2-40B4-BE49-F238E27FC236}">
                <ns3:creationId id="{A4AE3923-55D0-4680-96B6-40FF0E0F486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143CD7E-26E3-44CD-A773-7D7FE837949D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9FF6210-F884-48EA-AA04-0A60333A61AE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weights가 빈 목록이면 마지막 합계는 무엇인가요?</a:t>
            </a:r>
          </a:p>
        </p:txBody>
      </p:sp>
      <p:sp>
        <p:nvSpPr>
          <p:cNvPr id="8" name="">
            <a:extLst>
              <a:ext uri="{FF2B5EF4-FFF2-40B4-BE49-F238E27FC236}">
                <ns3:creationId id="{68F12447-FB80-4CBB-95F0-242111AF7019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DC847B0-29FA-4819-B386-73B5D3931229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예상 → 실행 → 비교 순서로 확인하세요.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CCD3E719-5531-454D-A980-AD4023911AE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1" name="">
            <a:extLst>
              <a:ext uri="{FF2B5EF4-FFF2-40B4-BE49-F238E27FC236}">
                <ns3:creationId id="{6E09757F-BA3B-4614-9E19-CFA0E5F6747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083</a:t>
            </a:r>
          </a:p>
        </p:txBody>
      </p:sp>
    </p:spTree>
    <p:extLst>
      <p:ext uri="{BB962C8B-B14F-4D97-AF65-F5344CB8AC3E}">
        <ns4:creationId val="351933637"/>
      </p:ext>
    </p:extLst>
  </p:cSld>
</p:sld>
</file>

<file path=ppt/slides/slide8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73cc275da69144d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35AFE3F-89BD-407A-98AD-660396C689F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C435263B-3CA9-450D-AFE8-242ED38EBDE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반복마다 현재 값과 합계를 적기</a:t>
            </a:r>
          </a:p>
        </p:txBody>
      </p:sp>
      <p:sp>
        <p:nvSpPr>
          <p:cNvPr id="4" name="">
            <a:extLst>
              <a:ext uri="{FF2B5EF4-FFF2-40B4-BE49-F238E27FC236}">
                <ns3:creationId id="{58F09282-9C03-4EA4-8DE9-45C4DD9C824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09C83E2-E4CF-4781-B141-4423FE8D823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반복을 한 번도 실행하지 않으므로 초기값 0을 출력합니다.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81EA7A7-FC13-4DC7-AE2E-390E4F7F2F8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A9DCC918-1043-47B7-86A3-1829F88AB8D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084</a:t>
            </a:r>
          </a:p>
        </p:txBody>
      </p:sp>
    </p:spTree>
    <p:extLst>
      <p:ext uri="{BB962C8B-B14F-4D97-AF65-F5344CB8AC3E}">
        <ns4:creationId val="1510970681"/>
      </p:ext>
    </p:extLst>
  </p:cSld>
</p:sld>
</file>

<file path=ppt/slides/slide8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dc4caf3f4d0494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CB3A138-B5CE-42F2-90FE-4EBBC1F6580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54A63878-20A3-4CDC-9124-BE9E1B88927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반복마다 합계가 어떻게 바뀌나요?</a:t>
            </a:r>
          </a:p>
        </p:txBody>
      </p:sp>
      <p:sp>
        <p:nvSpPr>
          <p:cNvPr id="4" name="">
            <a:extLst>
              <a:ext uri="{FF2B5EF4-FFF2-40B4-BE49-F238E27FC236}">
                <ns3:creationId id="{36F2909D-A605-4771-A7F1-6E1E9AB88A2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B4CA642-776F-4BBB-A636-310D51E80B41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매번 이전 합계에 이번 값을 더합니다.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901289"/>
                <a:gridCol w="3665973"/>
                <a:gridCol w="3253138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이번 weight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이전 total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 total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37C1753C-A8CC-4DA8-B470-247778E5C7C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8" name="">
            <a:extLst>
              <a:ext uri="{FF2B5EF4-FFF2-40B4-BE49-F238E27FC236}">
                <ns3:creationId id="{D9218CD3-7043-415C-824A-D2DDFF990B9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085</a:t>
            </a:r>
          </a:p>
        </p:txBody>
      </p:sp>
    </p:spTree>
    <p:extLst>
      <p:ext uri="{BB962C8B-B14F-4D97-AF65-F5344CB8AC3E}">
        <ns4:creationId val="1891143547"/>
      </p:ext>
    </p:extLst>
  </p:cSld>
</p:sld>
</file>

<file path=ppt/slides/slide8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d747321218a4dd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F582322-0147-4B35-B08A-942BB1EBCC3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5259F71-916F-4952-84B0-51379697E37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while은 조건을 다시 확인합니다 · 더 해보기</a:t>
            </a:r>
          </a:p>
        </p:txBody>
      </p:sp>
      <p:sp>
        <p:nvSpPr>
          <p:cNvPr id="4" name="">
            <a:extLst>
              <a:ext uri="{FF2B5EF4-FFF2-40B4-BE49-F238E27FC236}">
                <ns3:creationId id="{837C953E-A2A7-4D73-BA01-CC210545FE2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3E25A60-53E3-4E4D-9988-EB7AB259692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for는 목록이나 정한 횟수를 따라가고 while은 조건이 참인 동안 반복합니다.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A2C7D279-BB4C-4AFB-93FB-F9DB64CEA27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아래 예에서는 매번 number를 1 늘려 결국 조건이 거짓이 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2B3CF00-F1B4-47AC-9A88-771A98316B4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증가 줄을 빼면 계속 같은 값이 나옵니다.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C57407A-0F8B-4305-8EA6-D0270FDD2F1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무한 반복 오류는 직접 만들지 않고 원인을 종이로 설명합니다.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40F06AC-AD70-495E-9340-DE2A9D175508}"/>
              </a:ext>
            </a:extLst>
          </p:cNvPr>
          <p:cNvSpPr>
            <a:spLocks noGrp="1"/>
          </p:cNvSpPr>
          <p:nvPr/>
        </p:nvSpPr>
        <p:spPr>
          <a:xfrm>
            <a:off x="685800" y="41300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실행을 멈춰야 할 때는 터미널에서 Ctrl+C를 누릅니다.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B12038C2-5A63-44BE-A99C-B590589A841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1" name="">
            <a:extLst>
              <a:ext uri="{FF2B5EF4-FFF2-40B4-BE49-F238E27FC236}">
                <ns3:creationId id="{451C2A90-E3F7-4474-8CCD-3B6E2C6D2BE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086</a:t>
            </a:r>
          </a:p>
        </p:txBody>
      </p:sp>
    </p:spTree>
    <p:extLst>
      <p:ext uri="{BB962C8B-B14F-4D97-AF65-F5344CB8AC3E}">
        <ns4:creationId val="100155486"/>
      </p:ext>
    </p:extLst>
  </p:cSld>
</p:sld>
</file>

<file path=ppt/slides/slide8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1" name=""/>
          <p:cNvPicPr>
            <a:picLocks noChangeAspect="1"/>
          </p:cNvPicPr>
          <p:nvPr/>
        </p:nvPicPr>
        <p:blipFill>
          <a:blip r:embed="R866c16a669ab430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985DB88-CFFC-4267-910D-1901F26F538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630E9F2-D1B0-4578-B1FC-0E9B40CE2FD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 · while은 조건을 다시 확인합니다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C2D856A8-99F5-4D93-A855-311A7909D0E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8F45046-6E8B-4AA5-96A7-D62AAA130852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work/while.py</a:t>
            </a:r>
          </a:p>
        </p:txBody>
      </p:sp>
      <p:sp>
        <p:nvSpPr>
          <p:cNvPr id="6" name="">
            <a:extLst>
              <a:ext uri="{FF2B5EF4-FFF2-40B4-BE49-F238E27FC236}">
                <ns3:creationId id="{3612013A-CDF3-44E2-93C7-2EE1BF0FF868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work/while.py</a:t>
            </a:r>
          </a:p>
        </p:txBody>
      </p:sp>
      <p:sp>
        <p:nvSpPr>
          <p:cNvPr id="7" name="">
            <a:extLst>
              <a:ext uri="{FF2B5EF4-FFF2-40B4-BE49-F238E27FC236}">
                <ns3:creationId id="{954534B6-F632-45CB-B5BF-E4086704A730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C7A6A737-154C-4746-92A9-61FE2C8B1FE7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0386871A-635F-4475-8CF7-E7FA89444E3A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number = 1</a:t>
            </a:r>
          </a:p>
        </p:txBody>
      </p:sp>
      <p:sp>
        <p:nvSpPr>
          <p:cNvPr id="10" name="">
            <a:extLst>
              <a:ext uri="{FF2B5EF4-FFF2-40B4-BE49-F238E27FC236}">
                <ns3:creationId id="{D39AD757-7CE4-4C20-AB17-93679B0A18A8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3C44A3A8-2AB3-4176-9466-3B835D59975C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while number &lt;= 3:</a:t>
            </a:r>
          </a:p>
        </p:txBody>
      </p:sp>
      <p:sp>
        <p:nvSpPr>
          <p:cNvPr id="12" name="">
            <a:extLst>
              <a:ext uri="{FF2B5EF4-FFF2-40B4-BE49-F238E27FC236}">
                <ns3:creationId id="{40F10215-8A44-49C5-BF1E-4A86C08CC50F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38344DF8-CB36-421A-991D-8CBA88E4E244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print(number)</a:t>
            </a:r>
          </a:p>
        </p:txBody>
      </p:sp>
      <p:sp>
        <p:nvSpPr>
          <p:cNvPr id="14" name="">
            <a:extLst>
              <a:ext uri="{FF2B5EF4-FFF2-40B4-BE49-F238E27FC236}">
                <ns3:creationId id="{67749821-956E-4942-8975-6A14E9489AFC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E68356A0-8C1A-42E5-956D-7741ACB26438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number = number + 1</a:t>
            </a:r>
          </a:p>
        </p:txBody>
      </p:sp>
      <p:sp>
        <p:nvSpPr>
          <p:cNvPr id="16" name="">
            <a:extLst>
              <a:ext uri="{FF2B5EF4-FFF2-40B4-BE49-F238E27FC236}">
                <ns3:creationId id="{FE7C8B59-194C-466A-B456-CAF00DBB48A1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CAE8B056-AF95-4D32-9ACA-07D82A833B51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print("완료")</a:t>
            </a:r>
          </a:p>
        </p:txBody>
      </p:sp>
      <p:sp>
        <p:nvSpPr>
          <p:cNvPr id="18" name="">
            <a:extLst>
              <a:ext uri="{FF2B5EF4-FFF2-40B4-BE49-F238E27FC236}">
                <ns3:creationId id="{F787CCBE-D452-4169-91DC-06E83EED1F27}"/>
              </a:ext>
            </a:extLst>
          </p:cNvPr>
          <p:cNvSpPr>
            <a:spLocks noGrp="1"/>
          </p:cNvSpPr>
          <p:nvPr/>
        </p:nvSpPr>
        <p:spPr>
          <a:xfrm>
            <a:off x="685800" y="4955858"/>
            <a:ext cx="10820400" cy="114014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출력: 1 / 2 / 3 / 완료</a:t>
            </a:r>
          </a:p>
        </p:txBody>
      </p:sp>
      <p:sp>
        <p:nvSpPr>
          <p:cNvPr id="19" name="">
            <a:extLst>
              <a:ext uri="{FF2B5EF4-FFF2-40B4-BE49-F238E27FC236}">
                <ns3:creationId id="{4B9CD496-C8F0-4623-8B02-52299352F9A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20" name="">
            <a:extLst>
              <a:ext uri="{FF2B5EF4-FFF2-40B4-BE49-F238E27FC236}">
                <ns3:creationId id="{C42C54D3-6E3A-496B-93B9-3A13E355A4F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087</a:t>
            </a:r>
          </a:p>
        </p:txBody>
      </p:sp>
    </p:spTree>
    <p:extLst>
      <p:ext uri="{BB962C8B-B14F-4D97-AF65-F5344CB8AC3E}">
        <ns4:creationId val="159366136"/>
      </p:ext>
    </p:extLst>
  </p:cSld>
</p:sld>
</file>

<file path=ppt/slides/slide8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c8fb7ef6e68544c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878EFFB-7D1F-4EC6-81AF-378F74D987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0DC28A01-B762-4564-A04B-EF37E9DCE09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A293B815-E9DF-45C7-A875-7676F546690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설명하고 바꿔 보기 · 더 해보기</a:t>
            </a:r>
          </a:p>
        </p:txBody>
      </p:sp>
      <p:sp>
        <p:nvSpPr>
          <p:cNvPr id="5" name="">
            <a:extLst>
              <a:ext uri="{FF2B5EF4-FFF2-40B4-BE49-F238E27FC236}">
                <ns3:creationId id="{645706E9-9618-4C00-AC2B-A1330DF666B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0C95EF6-04B0-4FD4-9DE4-B88467582CDB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F2913A6-69C4-4A44-8E68-E9FA98581073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number 증가를 반복 바깥으로 옮기면 왜 끝나지 않을까요?</a:t>
            </a:r>
          </a:p>
        </p:txBody>
      </p:sp>
      <p:sp>
        <p:nvSpPr>
          <p:cNvPr id="8" name="">
            <a:extLst>
              <a:ext uri="{FF2B5EF4-FFF2-40B4-BE49-F238E27FC236}">
                <ns3:creationId id="{99187CB5-95FE-49F3-BF81-5CF1C96379AB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933D8880-3646-4BB1-9780-BBA47DA14228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예상 → 실행 → 비교 순서로 확인하세요.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028B70B4-0767-4BD9-B33D-F0396FA79B2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1" name="">
            <a:extLst>
              <a:ext uri="{FF2B5EF4-FFF2-40B4-BE49-F238E27FC236}">
                <ns3:creationId id="{E1F5942C-52DB-4A62-92E5-1B26D0DB886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088</a:t>
            </a:r>
          </a:p>
        </p:txBody>
      </p:sp>
    </p:spTree>
    <p:extLst>
      <p:ext uri="{BB962C8B-B14F-4D97-AF65-F5344CB8AC3E}">
        <ns4:creationId val="993325678"/>
      </p:ext>
    </p:extLst>
  </p:cSld>
</p:sld>
</file>

<file path=ppt/slides/slide8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2f8ab942c626453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42FB830-3127-436F-9D0F-C2DBBE0F31F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DA792960-0E14-4BA5-82E8-996B763F487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while은 조건을 다시 확인합니다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07728D49-8BD7-4FEB-8245-25220D6AB55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2EC9552-D5EB-4C90-B6A0-6FC84894907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반복 중 number가 계속 1이어서 조건이 계속 참입니다.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C91F791-424A-40BF-82F2-B2BF489060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95E26AB3-E342-4096-BA02-30054D2E9BA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089</a:t>
            </a:r>
          </a:p>
        </p:txBody>
      </p:sp>
    </p:spTree>
    <p:extLst>
      <p:ext uri="{BB962C8B-B14F-4D97-AF65-F5344CB8AC3E}">
        <ns4:creationId val="1016274973"/>
      </p:ext>
    </p:extLst>
  </p:cSld>
</p:sld>
</file>

<file path=ppt/slides/slide9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63a0f89b67f94c4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D7374AB-F840-455C-A802-A1507F4638C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B635C8BF-0371-4FCF-BA02-7DA191A50C7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목록과 위치</a:t>
            </a:r>
          </a:p>
        </p:txBody>
      </p:sp>
      <p:sp>
        <p:nvSpPr>
          <p:cNvPr id="4" name="">
            <a:extLst>
              <a:ext uri="{FF2B5EF4-FFF2-40B4-BE49-F238E27FC236}">
                <ns3:creationId id="{0E38144A-329C-43D4-B3FF-C3B3BAC9CD8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76213AA-9766-4B34-93C4-8F7A9A055E1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course/work/A13_example.py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921E923E-369A-40B2-A7D5-491D51771B01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work/A13_example.py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BE585563-0C07-4BFC-9DB0-A3A18D0340BB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8BA87982-515D-41B7-B08A-0067FE16C8A0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9F0B1A81-8971-4F4E-A520-B5501EF3E3D6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temperatures = [22.5, 24.0, 23.5]</a:t>
            </a:r>
          </a:p>
        </p:txBody>
      </p:sp>
      <p:sp>
        <p:nvSpPr>
          <p:cNvPr id="10" name="">
            <a:extLst>
              <a:ext uri="{FF2B5EF4-FFF2-40B4-BE49-F238E27FC236}">
                <ns3:creationId id="{306CE2E6-96A9-4DDF-89A5-0D1B792F945A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920EB58F-1EB7-4D2A-8935-3895097FF187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print(temperatures[0])</a:t>
            </a:r>
          </a:p>
        </p:txBody>
      </p:sp>
      <p:sp>
        <p:nvSpPr>
          <p:cNvPr id="12" name="">
            <a:extLst>
              <a:ext uri="{FF2B5EF4-FFF2-40B4-BE49-F238E27FC236}">
                <ns3:creationId id="{4A821D9A-7BD2-47DD-B33E-BA2465BE9189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74D60F56-8AA4-4D31-9E1C-7F903D217986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print(len(temperatures))</a:t>
            </a:r>
          </a:p>
        </p:txBody>
      </p:sp>
      <p:sp>
        <p:nvSpPr>
          <p:cNvPr id="14" name="">
            <a:extLst>
              <a:ext uri="{FF2B5EF4-FFF2-40B4-BE49-F238E27FC236}">
                <ns3:creationId id="{84305BAE-C981-4CF8-967D-C44D7E4506D8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404A2F12-5C46-4A97-AD7D-16DE529A411E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temperatures.append(25.0)</a:t>
            </a:r>
          </a:p>
        </p:txBody>
      </p:sp>
      <p:sp>
        <p:nvSpPr>
          <p:cNvPr id="16" name="">
            <a:extLst>
              <a:ext uri="{FF2B5EF4-FFF2-40B4-BE49-F238E27FC236}">
                <ns3:creationId id="{BE0926E1-57D4-4960-88E9-69B0B6F79882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6D823B21-A2BB-4B10-B60E-158DAC439F0A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print(len(temperatures))</a:t>
            </a:r>
          </a:p>
        </p:txBody>
      </p:sp>
      <p:sp>
        <p:nvSpPr>
          <p:cNvPr id="18" name="">
            <a:extLst>
              <a:ext uri="{FF2B5EF4-FFF2-40B4-BE49-F238E27FC236}">
                <ns3:creationId id="{599E87F6-9A9D-4D44-B44A-4944F98ABBB3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08E1C915-3300-4CAE-A354-C59AEC622C9B}"/>
              </a:ext>
            </a:extLst>
          </p:cNvPr>
          <p:cNvSpPr>
            <a:spLocks noGrp="1"/>
          </p:cNvSpPr>
          <p:nvPr/>
        </p:nvSpPr>
        <p:spPr>
          <a:xfrm>
            <a:off x="1257300" y="463200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print(temperatures[3])</a:t>
            </a:r>
          </a:p>
        </p:txBody>
      </p:sp>
      <p:sp>
        <p:nvSpPr>
          <p:cNvPr id="20" name="">
            <a:extLst>
              <a:ext uri="{FF2B5EF4-FFF2-40B4-BE49-F238E27FC236}">
                <ns3:creationId id="{BA28AC17-391C-4E57-84A7-58F414AEE89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21" name="">
            <a:extLst>
              <a:ext uri="{FF2B5EF4-FFF2-40B4-BE49-F238E27FC236}">
                <ns3:creationId id="{235DFEA2-B84C-4466-A80D-FECEF6C5BA9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090</a:t>
            </a:r>
          </a:p>
        </p:txBody>
      </p:sp>
    </p:spTree>
    <p:extLst>
      <p:ext uri="{BB962C8B-B14F-4D97-AF65-F5344CB8AC3E}">
        <ns4:creationId val="114852098"/>
      </p:ext>
    </p:extLst>
  </p:cSld>
</p:sld>
</file>

<file path=ppt/slides/slide9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1add0d92a2e459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B7D4F92-B5B4-4B60-B681-018F1D4F9D4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5C28D82-9369-4217-BB1E-FD0268A8671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목록과 위치</a:t>
            </a:r>
          </a:p>
        </p:txBody>
      </p:sp>
      <p:sp>
        <p:nvSpPr>
          <p:cNvPr id="4" name="">
            <a:extLst>
              <a:ext uri="{FF2B5EF4-FFF2-40B4-BE49-F238E27FC236}">
                <ns3:creationId id="{8DFC8CC0-C27A-411F-8C9E-828FC026935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4B83D59-9240-4F7E-A8BA-A698655EB4D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[ ]는 여러 값을 순서대로 담는 리스트입니다. 쉼표는 항목을 나눕니다.</a:t>
            </a:r>
          </a:p>
        </p:txBody>
      </p:sp>
      <p:sp>
        <p:nvSpPr>
          <p:cNvPr id="6" name="">
            <a:extLst>
              <a:ext uri="{FF2B5EF4-FFF2-40B4-BE49-F238E27FC236}">
                <ns3:creationId id="{6A2EBF6A-208D-4DA6-8E8C-85DC20F9A89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항목 위치는 0입니다. 처음 세 항목의 위치는 0·1·2입니다.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9DBA3CFD-65FB-406F-8C46-AD1A97DE431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len은 항목 수 3, append는 끝에 새 값을 추가하는 동작입니다.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7BAF73A4-6D65-4557-AD00-F40700CCF0A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25.0을 추가하면 길이4, 마지막 위치3입니다.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444E345B-50E2-4865-8C83-5B98B9883BB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2C7B85F9-ECAD-4CEB-B887-5F3CCF688EE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091</a:t>
            </a:r>
          </a:p>
        </p:txBody>
      </p:sp>
    </p:spTree>
    <p:extLst>
      <p:ext uri="{BB962C8B-B14F-4D97-AF65-F5344CB8AC3E}">
        <ns4:creationId val="1437360863"/>
      </p:ext>
    </p:extLst>
  </p:cSld>
</p:sld>
</file>

<file path=ppt/slides/slide9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3f9e7bd9c6d8455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6B25F64-77FE-4D71-8CFA-DE40014A5F0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41361D9-947F-413B-8BE2-4EFA7151A7C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출력 · 목록과 위치</a:t>
            </a:r>
          </a:p>
        </p:txBody>
      </p:sp>
      <p:sp>
        <p:nvSpPr>
          <p:cNvPr id="4" name="">
            <a:extLst>
              <a:ext uri="{FF2B5EF4-FFF2-40B4-BE49-F238E27FC236}">
                <ns3:creationId id="{BCC98183-22B2-4EB6-B521-0B1DCF9EB69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41B519D-7815-4EDE-A266-38F75FF221B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각 줄의 값과 순서를 내 실행 결과와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D3BC76E-54D0-4704-AF16-FCA139D2CC88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19251DB2-2189-4837-905D-A1BF2FFB3371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CEBF6056-1A1F-48A5-B06A-6E00B203BE24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22.5</a:t>
            </a:r>
          </a:p>
        </p:txBody>
      </p:sp>
      <p:sp>
        <p:nvSpPr>
          <p:cNvPr id="9" name="">
            <a:extLst>
              <a:ext uri="{FF2B5EF4-FFF2-40B4-BE49-F238E27FC236}">
                <ns3:creationId id="{3268A4E1-1EDB-475D-81A0-10E953639B70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D1489D0A-9832-4191-BFC4-6E8500ABFA97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3</a:t>
            </a:r>
          </a:p>
        </p:txBody>
      </p:sp>
      <p:sp>
        <p:nvSpPr>
          <p:cNvPr id="11" name="">
            <a:extLst>
              <a:ext uri="{FF2B5EF4-FFF2-40B4-BE49-F238E27FC236}">
                <ns3:creationId id="{A51FEF73-EFE5-4135-8B79-EC822FCDFB51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86CF5B16-9A10-4DA1-A710-45F746685F06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4</a:t>
            </a:r>
          </a:p>
        </p:txBody>
      </p:sp>
      <p:sp>
        <p:nvSpPr>
          <p:cNvPr id="13" name="">
            <a:extLst>
              <a:ext uri="{FF2B5EF4-FFF2-40B4-BE49-F238E27FC236}">
                <ns3:creationId id="{3DDA6845-E021-4DF6-927F-3B9163E5A88C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F4548EB0-6DAF-4762-9CC0-004352266BEB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25.0</a:t>
            </a:r>
          </a:p>
        </p:txBody>
      </p:sp>
      <p:sp>
        <p:nvSpPr>
          <p:cNvPr id="15" name="">
            <a:extLst>
              <a:ext uri="{FF2B5EF4-FFF2-40B4-BE49-F238E27FC236}">
                <ns3:creationId id="{45518848-31D4-459B-9E14-EEFFF178C22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6" name="">
            <a:extLst>
              <a:ext uri="{FF2B5EF4-FFF2-40B4-BE49-F238E27FC236}">
                <ns3:creationId id="{67C50A7D-76B3-4CDA-944C-E83663EF360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092</a:t>
            </a:r>
          </a:p>
        </p:txBody>
      </p:sp>
    </p:spTree>
    <p:extLst>
      <p:ext uri="{BB962C8B-B14F-4D97-AF65-F5344CB8AC3E}">
        <ns4:creationId val="611767533"/>
      </p:ext>
    </p:extLst>
  </p:cSld>
</p:sld>
</file>

<file path=ppt/slides/slide9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c98511d950e5492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A9837FE-6845-420C-A4AF-EC524960C5E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284BA65-5056-4642-908E-87343713FFA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한 항목씩 읽기</a:t>
            </a:r>
          </a:p>
        </p:txBody>
      </p:sp>
      <p:sp>
        <p:nvSpPr>
          <p:cNvPr id="4" name="">
            <a:extLst>
              <a:ext uri="{FF2B5EF4-FFF2-40B4-BE49-F238E27FC236}">
                <ns3:creationId id="{59397F87-1CC8-4CF9-B888-F20FA3BC201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11A50DE-3693-408D-A12C-EAD04CE9D753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course/work/A14_example.py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2F070C64-5FA6-4C94-B67E-30349FC65405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work/A14_example.py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C5FEFE4B-B2B9-46DD-902D-B2BAEA15527D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C9591EF4-2CC8-4282-A4A8-BC5EEC98226F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AA78788F-B700-41B6-9D1E-26CEF0D403CC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temperatures = [22.5, 24.0, 23.5]</a:t>
            </a:r>
          </a:p>
        </p:txBody>
      </p:sp>
      <p:sp>
        <p:nvSpPr>
          <p:cNvPr id="10" name="">
            <a:extLst>
              <a:ext uri="{FF2B5EF4-FFF2-40B4-BE49-F238E27FC236}">
                <ns3:creationId id="{0C02FC58-EA36-4A19-8AAD-0E594A5330DC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7D78CEE0-0CDA-4211-AD86-F51AFDC33BD8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temperature_c in temperatures:</a:t>
            </a:r>
          </a:p>
        </p:txBody>
      </p:sp>
      <p:sp>
        <p:nvSpPr>
          <p:cNvPr id="12" name="">
            <a:extLst>
              <a:ext uri="{FF2B5EF4-FFF2-40B4-BE49-F238E27FC236}">
                <ns3:creationId id="{73A882A3-2CC4-4CC0-A6BA-CCC0056407C1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0295651A-B475-4F2F-8A12-CD5A75B5B812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print(temperature_c)</a:t>
            </a:r>
          </a:p>
        </p:txBody>
      </p:sp>
      <p:sp>
        <p:nvSpPr>
          <p:cNvPr id="14" name="">
            <a:extLst>
              <a:ext uri="{FF2B5EF4-FFF2-40B4-BE49-F238E27FC236}">
                <ns3:creationId id="{4B07C33B-3A64-4BBA-A48A-D4AE8DFEB87A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20CD75FE-6E14-4418-9D51-6F01F84C07F2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print("완료")</a:t>
            </a:r>
          </a:p>
        </p:txBody>
      </p:sp>
      <p:sp>
        <p:nvSpPr>
          <p:cNvPr id="16" name="">
            <a:extLst>
              <a:ext uri="{FF2B5EF4-FFF2-40B4-BE49-F238E27FC236}">
                <ns3:creationId id="{7144D089-AB9A-4D00-BF42-5E70CD60EF2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7" name="">
            <a:extLst>
              <a:ext uri="{FF2B5EF4-FFF2-40B4-BE49-F238E27FC236}">
                <ns3:creationId id="{EC0909A6-A4A1-48C4-9626-CCAA79E10FF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093</a:t>
            </a:r>
          </a:p>
        </p:txBody>
      </p:sp>
    </p:spTree>
    <p:extLst>
      <p:ext uri="{BB962C8B-B14F-4D97-AF65-F5344CB8AC3E}">
        <ns4:creationId val="1538318676"/>
      </p:ext>
    </p:extLst>
  </p:cSld>
</p:sld>
</file>

<file path=ppt/slides/slide9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a2e767d5b404d7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8C42C3A-F780-4172-BB77-325B3441314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86808CB-6212-4B7C-9DA4-766D3D0A737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한 항목씩 읽기</a:t>
            </a:r>
          </a:p>
        </p:txBody>
      </p:sp>
      <p:sp>
        <p:nvSpPr>
          <p:cNvPr id="4" name="">
            <a:extLst>
              <a:ext uri="{FF2B5EF4-FFF2-40B4-BE49-F238E27FC236}">
                <ns3:creationId id="{FD7146E0-BD73-4CE2-A9F4-21C299F15A0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B2733E9-BEE8-4546-8D3B-FA030C57B58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for는 목록에서 한 값을 꺼내 temperature_c에 넣는 일을 반복합니다.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C0A4027-7165-4087-9751-E969DB8AE12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in 뒤는 읽을 목록이고 콜론 뒤 들여쓴 줄을 항목마다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07C9003-E5AA-4708-BB43-04D2B116F3A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완료 출력은 들여쓰기가 없어 반복이 끝난 뒤 한 번 실행합니다.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E072EFB-10EB-4551-80AA-2E2627AC9DE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 줄을 들여쓰면 완료도 세 번 출력됩니다.</a:t>
            </a:r>
          </a:p>
        </p:txBody>
      </p:sp>
      <p:sp>
        <p:nvSpPr>
          <p:cNvPr id="9" name="">
            <a:extLst>
              <a:ext uri="{FF2B5EF4-FFF2-40B4-BE49-F238E27FC236}">
                <ns3:creationId id="{1D5F1703-9195-4A40-A37A-060459F58F7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FF3D5965-172F-4CAB-ADF8-05E9E5DCACF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094</a:t>
            </a:r>
          </a:p>
        </p:txBody>
      </p:sp>
    </p:spTree>
    <p:extLst>
      <p:ext uri="{BB962C8B-B14F-4D97-AF65-F5344CB8AC3E}">
        <ns4:creationId val="613897398"/>
      </p:ext>
    </p:extLst>
  </p:cSld>
</p:sld>
</file>

<file path=ppt/slides/slide9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3d31e17ea3404d5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FAE1C14-2318-443D-B18D-A872ED0FAD1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B8BF679-2691-4EE4-A7D5-1A0CDDE52BF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 · 반복과 완료</a:t>
            </a:r>
          </a:p>
        </p:txBody>
      </p:sp>
      <p:sp>
        <p:nvSpPr>
          <p:cNvPr id="4" name="">
            <a:extLst>
              <a:ext uri="{FF2B5EF4-FFF2-40B4-BE49-F238E27FC236}">
                <ns3:creationId id="{0B15D266-8D56-4024-B72D-D53A272C729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E68A963-331A-4EA6-B4A0-3912D81DA9C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70E3610-634A-4ABE-93E4-14B255571984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1B779F3-8F68-47B8-BF57-8BDFB2CB0D81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22.5</a:t>
            </a:r>
          </a:p>
        </p:txBody>
      </p:sp>
      <p:sp>
        <p:nvSpPr>
          <p:cNvPr id="8" name="">
            <a:extLst>
              <a:ext uri="{FF2B5EF4-FFF2-40B4-BE49-F238E27FC236}">
                <ns3:creationId id="{D92855C2-34D3-4C30-819B-9EAB70ED638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2CCA075-CACB-4BA7-ADA0-F62BA7D85AF8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24.0</a:t>
            </a:r>
          </a:p>
        </p:txBody>
      </p:sp>
      <p:sp>
        <p:nvSpPr>
          <p:cNvPr id="10" name="">
            <a:extLst>
              <a:ext uri="{FF2B5EF4-FFF2-40B4-BE49-F238E27FC236}">
                <ns3:creationId id="{6655F11C-2511-4907-91E4-2F0A9B04D81E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9BF577D4-4747-46A9-8E88-48DD7F5ED02D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23.5</a:t>
            </a:r>
          </a:p>
        </p:txBody>
      </p:sp>
      <p:sp>
        <p:nvSpPr>
          <p:cNvPr id="12" name="">
            <a:extLst>
              <a:ext uri="{FF2B5EF4-FFF2-40B4-BE49-F238E27FC236}">
                <ns3:creationId id="{89D99024-56F8-4DCA-9EB7-B739415972D5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6AEE8458-535E-4AE6-9694-5E60A79FC4C1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완료</a:t>
            </a:r>
          </a:p>
        </p:txBody>
      </p:sp>
      <p:sp>
        <p:nvSpPr>
          <p:cNvPr id="14" name="">
            <a:extLst>
              <a:ext uri="{FF2B5EF4-FFF2-40B4-BE49-F238E27FC236}">
                <ns3:creationId id="{DDCB9979-189D-41CB-8399-32E29269777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5" name="">
            <a:extLst>
              <a:ext uri="{FF2B5EF4-FFF2-40B4-BE49-F238E27FC236}">
                <ns3:creationId id="{30943241-CE05-4FCB-A23C-2C13ED41115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095</a:t>
            </a:r>
          </a:p>
        </p:txBody>
      </p:sp>
    </p:spTree>
    <p:extLst>
      <p:ext uri="{BB962C8B-B14F-4D97-AF65-F5344CB8AC3E}">
        <ns4:creationId val="649654194"/>
      </p:ext>
    </p:extLst>
  </p:cSld>
</p:sld>
</file>

<file path=ppt/slides/slide9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985d4673f552476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A942277-F2C7-4399-904F-5505D1AF0B7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EE0F3D9-1F8C-47C5-8F90-067CFA259D7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A13 오류를 찾아 고치세요</a:t>
            </a:r>
          </a:p>
        </p:txBody>
      </p:sp>
      <p:sp>
        <p:nvSpPr>
          <p:cNvPr id="4" name="">
            <a:extLst>
              <a:ext uri="{FF2B5EF4-FFF2-40B4-BE49-F238E27FC236}">
                <ns3:creationId id="{0108C1CB-8A9F-4C04-A977-83E6DD9898A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50DBC31-E2CF-477F-8E87-EECB7CF62D7E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work/A13_broken.py</a:t>
            </a:r>
          </a:p>
        </p:txBody>
      </p:sp>
      <p:sp>
        <p:nvSpPr>
          <p:cNvPr id="6" name="">
            <a:extLst>
              <a:ext uri="{FF2B5EF4-FFF2-40B4-BE49-F238E27FC236}">
                <ns3:creationId id="{70C27CB2-20BA-4F3E-8C83-13FB21DBD208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work/A13_broken.py</a:t>
            </a:r>
          </a:p>
        </p:txBody>
      </p:sp>
      <p:sp>
        <p:nvSpPr>
          <p:cNvPr id="7" name="">
            <a:extLst>
              <a:ext uri="{FF2B5EF4-FFF2-40B4-BE49-F238E27FC236}">
                <ns3:creationId id="{3E883005-59C0-4439-BA47-8FD91C195858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6EFC57F0-6D67-4605-A22B-93F09AF43081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DB49BF07-3D39-4556-898D-127558E9A24B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temperatures = [22.5, 24.0, 23.5]</a:t>
            </a:r>
          </a:p>
        </p:txBody>
      </p:sp>
      <p:sp>
        <p:nvSpPr>
          <p:cNvPr id="10" name="">
            <a:extLst>
              <a:ext uri="{FF2B5EF4-FFF2-40B4-BE49-F238E27FC236}">
                <ns3:creationId id="{E042651B-1E56-4550-8694-07716F99DBFA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4654F70D-C94A-4B1A-95DD-C8C665431187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print(temperatures[0])</a:t>
            </a:r>
          </a:p>
        </p:txBody>
      </p:sp>
      <p:sp>
        <p:nvSpPr>
          <p:cNvPr id="12" name="">
            <a:extLst>
              <a:ext uri="{FF2B5EF4-FFF2-40B4-BE49-F238E27FC236}">
                <ns3:creationId id="{E23E9667-2743-4A59-9203-4341DE96A206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7D185525-3A9C-4F5C-A0BE-39E57A23AE79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print(temperatures[3])</a:t>
            </a:r>
          </a:p>
        </p:txBody>
      </p:sp>
      <p:sp>
        <p:nvSpPr>
          <p:cNvPr id="14" name="">
            <a:extLst>
              <a:ext uri="{FF2B5EF4-FFF2-40B4-BE49-F238E27FC236}">
                <ns3:creationId id="{28D82BBD-15ED-4211-B595-B54D973D9253}"/>
              </a:ext>
            </a:extLst>
          </p:cNvPr>
          <p:cNvSpPr>
            <a:spLocks noGrp="1"/>
          </p:cNvSpPr>
          <p:nvPr/>
        </p:nvSpPr>
        <p:spPr>
          <a:xfrm>
            <a:off x="685800" y="4336733"/>
            <a:ext cx="10820400" cy="17592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예상: IndexError</a:t>
            </a:r>
          </a:p>
        </p:txBody>
      </p:sp>
      <p:sp>
        <p:nvSpPr>
          <p:cNvPr id="15" name="">
            <a:extLst>
              <a:ext uri="{FF2B5EF4-FFF2-40B4-BE49-F238E27FC236}">
                <ns3:creationId id="{A48AB464-CBE0-44DC-A7A2-04DF34055E5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6" name="">
            <a:extLst>
              <a:ext uri="{FF2B5EF4-FFF2-40B4-BE49-F238E27FC236}">
                <ns3:creationId id="{0E4097D1-F831-4296-95EC-3EBDE14AFFC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096</a:t>
            </a:r>
          </a:p>
        </p:txBody>
      </p:sp>
    </p:spTree>
    <p:extLst>
      <p:ext uri="{BB962C8B-B14F-4D97-AF65-F5344CB8AC3E}">
        <ns4:creationId val="270170660"/>
      </p:ext>
    </p:extLst>
  </p:cSld>
</p:sld>
</file>

<file path=ppt/slides/slide9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fae027c0a916435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6E1AE1C-0C5D-4145-A517-FB75E2DA4E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63D413E1-3909-4EEA-BAF5-C62B8CC7736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D57D5B24-9123-4C71-B66D-AAA1F653AE6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A13 원인을 설명하고 다시 실행</a:t>
            </a:r>
          </a:p>
        </p:txBody>
      </p:sp>
      <p:sp>
        <p:nvSpPr>
          <p:cNvPr id="5" name="">
            <a:extLst>
              <a:ext uri="{FF2B5EF4-FFF2-40B4-BE49-F238E27FC236}">
                <ns3:creationId id="{95EDFE79-877E-46B6-81AF-25E850CBF85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E8B1381-2044-4BBA-A818-2E23132E837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4300895-EF1A-4F8B-A02C-4F35BF7A852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오류 마지막 줄 또는 실제 출력을 적으세요.</a:t>
            </a:r>
          </a:p>
        </p:txBody>
      </p:sp>
      <p:sp>
        <p:nvSpPr>
          <p:cNvPr id="8" name="">
            <a:extLst>
              <a:ext uri="{FF2B5EF4-FFF2-40B4-BE49-F238E27FC236}">
                <ns3:creationId id="{79B1A786-583D-4227-B779-CDA374B1E249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7824592-0A0B-45B0-963E-CB7473C58408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다른 파일에 직접 고쳐 저장하고 다시 실행하세요.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DB98233A-5CA8-473C-9EB2-F2F082DF93BA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7DB904F-AEBB-42A5-81A1-871E2A092410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목록에 25.0을 추가하고 새 마지막 위치와 값을 출력하세요.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446A13F2-4897-4EBF-ABC3-183ED67B8D66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8524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웹에서 코드 복사하기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9DDD9F89-157C-4939-B816-A6EC0599CB0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4" name="">
            <a:extLst>
              <a:ext uri="{FF2B5EF4-FFF2-40B4-BE49-F238E27FC236}">
                <ns3:creationId id="{4387D333-CFDF-4131-90BE-E91B5F2DF42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097</a:t>
            </a:r>
          </a:p>
        </p:txBody>
      </p:sp>
    </p:spTree>
    <p:extLst>
      <p:ext uri="{BB962C8B-B14F-4D97-AF65-F5344CB8AC3E}">
        <ns4:creationId val="1299100918"/>
      </p:ext>
    </p:extLst>
  </p:cSld>
</p:sld>
</file>

<file path=ppt/slides/slide9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315f59e6d623413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EFD3E0C-8F2F-45DD-B799-C3E818C5090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0799E71-DDEB-4FA8-816F-B4B134FBD99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A13 수정 코드와 결과</a:t>
            </a:r>
          </a:p>
        </p:txBody>
      </p:sp>
      <p:sp>
        <p:nvSpPr>
          <p:cNvPr id="4" name="">
            <a:extLst>
              <a:ext uri="{FF2B5EF4-FFF2-40B4-BE49-F238E27FC236}">
                <ns3:creationId id="{CE936AC9-0E19-4348-927F-9D6E95D0D6F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DD5DE59-CE7E-4591-9685-884FFFF80EF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세 값의 위치는 0, 1, 2입니다.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8EF265B-C4BD-4E09-87EA-6FF0EB2DCBAD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1482EBF1-581E-4D82-B928-3BF3559D431C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6F5B949F-6907-4605-B820-517ADF7DF6F0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temperatures = [22.5, 24.0, 23.5]</a:t>
            </a:r>
          </a:p>
        </p:txBody>
      </p:sp>
      <p:sp>
        <p:nvSpPr>
          <p:cNvPr id="9" name="">
            <a:extLst>
              <a:ext uri="{FF2B5EF4-FFF2-40B4-BE49-F238E27FC236}">
                <ns3:creationId id="{98D7A555-7DBD-4683-8196-E252F0EFB708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06378C54-D1D9-4E4F-845B-FC2B0280EAAC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print(temperatures[0])</a:t>
            </a:r>
          </a:p>
        </p:txBody>
      </p:sp>
      <p:sp>
        <p:nvSpPr>
          <p:cNvPr id="11" name="">
            <a:extLst>
              <a:ext uri="{FF2B5EF4-FFF2-40B4-BE49-F238E27FC236}">
                <ns3:creationId id="{FE670408-0287-44A2-84C6-2F250D98CB39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F5011EEF-9784-4686-9F21-00C60179653C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print(temperatures[2])</a:t>
            </a:r>
          </a:p>
        </p:txBody>
      </p:sp>
      <p:sp>
        <p:nvSpPr>
          <p:cNvPr id="13" name="">
            <a:extLst>
              <a:ext uri="{FF2B5EF4-FFF2-40B4-BE49-F238E27FC236}">
                <ns3:creationId id="{3383E9BF-9F97-4359-BE25-71F3FF33DE6E}"/>
              </a:ext>
            </a:extLst>
          </p:cNvPr>
          <p:cNvSpPr>
            <a:spLocks noGrp="1"/>
          </p:cNvSpPr>
          <p:nvPr/>
        </p:nvSpPr>
        <p:spPr>
          <a:xfrm>
            <a:off x="685800" y="3875723"/>
            <a:ext cx="10820400" cy="222027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정상 출력: 22.5 / 23.5</a:t>
            </a:r>
          </a:p>
        </p:txBody>
      </p:sp>
      <p:sp>
        <p:nvSpPr>
          <p:cNvPr id="14" name="">
            <a:extLst>
              <a:ext uri="{FF2B5EF4-FFF2-40B4-BE49-F238E27FC236}">
                <ns3:creationId id="{D942F4DE-AA2A-4A14-A17D-26A44C0D1BD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5" name="">
            <a:extLst>
              <a:ext uri="{FF2B5EF4-FFF2-40B4-BE49-F238E27FC236}">
                <ns3:creationId id="{B88BF013-6AB5-4B83-A854-E348BB3B4B9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098</a:t>
            </a:r>
          </a:p>
        </p:txBody>
      </p:sp>
    </p:spTree>
    <p:extLst>
      <p:ext uri="{BB962C8B-B14F-4D97-AF65-F5344CB8AC3E}">
        <ns4:creationId val="1902760535"/>
      </p:ext>
    </p:extLst>
  </p:cSld>
</p:sld>
</file>

<file path=ppt/slides/slide9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9" name=""/>
          <p:cNvPicPr>
            <a:picLocks noChangeAspect="1"/>
          </p:cNvPicPr>
          <p:nvPr/>
        </p:nvPicPr>
        <p:blipFill>
          <a:blip r:embed="R178bf2d6ed25490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3FB0C65-54DA-467A-A4FE-09C17463D25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17F137D-8569-487E-9F46-13A5EA5B198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A14 오류를 찾아 고치세요</a:t>
            </a:r>
          </a:p>
        </p:txBody>
      </p:sp>
      <p:sp>
        <p:nvSpPr>
          <p:cNvPr id="4" name="">
            <a:extLst>
              <a:ext uri="{FF2B5EF4-FFF2-40B4-BE49-F238E27FC236}">
                <ns3:creationId id="{8C3A591F-4C8F-4DBE-84EA-18DF38A5A1E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5CC098F-CA61-4D48-9DCD-7EA07B2E40F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work/A14_broken.py</a:t>
            </a:r>
          </a:p>
        </p:txBody>
      </p:sp>
      <p:sp>
        <p:nvSpPr>
          <p:cNvPr id="6" name="">
            <a:extLst>
              <a:ext uri="{FF2B5EF4-FFF2-40B4-BE49-F238E27FC236}">
                <ns3:creationId id="{089A35B1-915D-4B1A-A6AC-BA97C75E7E8E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work/A14_broken.py</a:t>
            </a:r>
          </a:p>
        </p:txBody>
      </p:sp>
      <p:sp>
        <p:nvSpPr>
          <p:cNvPr id="7" name="">
            <a:extLst>
              <a:ext uri="{FF2B5EF4-FFF2-40B4-BE49-F238E27FC236}">
                <ns3:creationId id="{F2B042C6-6A9F-4B36-90FC-9CD825EAE9B2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FE692605-293C-482A-B22F-E6D5BB0DB81C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2B8F3168-D4A4-4CEB-80D3-DDE12627FBA5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temperatures = [22.5, 24.0, 23.5]</a:t>
            </a:r>
          </a:p>
        </p:txBody>
      </p:sp>
      <p:sp>
        <p:nvSpPr>
          <p:cNvPr id="10" name="">
            <a:extLst>
              <a:ext uri="{FF2B5EF4-FFF2-40B4-BE49-F238E27FC236}">
                <ns3:creationId id="{F7287AB2-3C2F-4F11-BE16-1E0683FD7B69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4FE50A8C-C2C9-4C52-B701-C95FE004F38A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temperature_c In temperatures:</a:t>
            </a:r>
          </a:p>
        </p:txBody>
      </p:sp>
      <p:sp>
        <p:nvSpPr>
          <p:cNvPr id="12" name="">
            <a:extLst>
              <a:ext uri="{FF2B5EF4-FFF2-40B4-BE49-F238E27FC236}">
                <ns3:creationId id="{4104EFED-4D02-4D47-BB39-2094485302F6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6611FE08-5C84-4EAF-90C1-DCC8F481DCF9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print(temperature_c)</a:t>
            </a:r>
          </a:p>
        </p:txBody>
      </p:sp>
      <p:sp>
        <p:nvSpPr>
          <p:cNvPr id="14" name="">
            <a:extLst>
              <a:ext uri="{FF2B5EF4-FFF2-40B4-BE49-F238E27FC236}">
                <ns3:creationId id="{4394C917-E020-4D56-B820-01603E65BA5B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F87F3412-DA49-4667-85F0-CBFA8811FE2F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print("완료")</a:t>
            </a:r>
          </a:p>
        </p:txBody>
      </p:sp>
      <p:sp>
        <p:nvSpPr>
          <p:cNvPr id="16" name="">
            <a:extLst>
              <a:ext uri="{FF2B5EF4-FFF2-40B4-BE49-F238E27FC236}">
                <ns3:creationId id="{641699EC-DA89-4996-B09E-19C1192538D5}"/>
              </a:ext>
            </a:extLst>
          </p:cNvPr>
          <p:cNvSpPr>
            <a:spLocks noGrp="1"/>
          </p:cNvSpPr>
          <p:nvPr/>
        </p:nvSpPr>
        <p:spPr>
          <a:xfrm>
            <a:off x="685800" y="4646295"/>
            <a:ext cx="10820400" cy="14497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예상: SyntaxError</a:t>
            </a:r>
          </a:p>
        </p:txBody>
      </p:sp>
      <p:sp>
        <p:nvSpPr>
          <p:cNvPr id="17" name="">
            <a:extLst>
              <a:ext uri="{FF2B5EF4-FFF2-40B4-BE49-F238E27FC236}">
                <ns3:creationId id="{60F5AA19-031B-445E-BE88-718A2644999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8" name="">
            <a:extLst>
              <a:ext uri="{FF2B5EF4-FFF2-40B4-BE49-F238E27FC236}">
                <ns3:creationId id="{E58A6D7F-5121-4BB2-AA1B-B1B547A27FF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099</a:t>
            </a:r>
          </a:p>
        </p:txBody>
      </p:sp>
    </p:spTree>
    <p:extLst>
      <p:ext uri="{BB962C8B-B14F-4D97-AF65-F5344CB8AC3E}">
        <ns4:creationId val="1117136636"/>
      </p:ext>
    </p:extLst>
  </p:cSld>
</p:sld>
</file>

<file path=ppt/slides/slide10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0bfc095c0a8d4ec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331F14C-9516-4FE4-A0DA-C6E9AA29DA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F7FFDAE-220E-425B-A5B6-15F8B7A60D4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DC53950-47BD-4DFF-A15E-8E1C51B986B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A14 원인을 설명하고 다시 실행</a:t>
            </a:r>
          </a:p>
        </p:txBody>
      </p:sp>
      <p:sp>
        <p:nvSpPr>
          <p:cNvPr id="5" name="">
            <a:extLst>
              <a:ext uri="{FF2B5EF4-FFF2-40B4-BE49-F238E27FC236}">
                <ns3:creationId id="{E0F183B1-B9D0-474F-88D6-1F751A48E8A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DDC0454-B207-410F-AF18-1CC6BCAA5CC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A1984FAD-67B1-4BCD-A608-15120499A748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오류 마지막 줄 또는 실제 출력을 적으세요.</a:t>
            </a:r>
          </a:p>
        </p:txBody>
      </p:sp>
      <p:sp>
        <p:nvSpPr>
          <p:cNvPr id="8" name="">
            <a:extLst>
              <a:ext uri="{FF2B5EF4-FFF2-40B4-BE49-F238E27FC236}">
                <ns3:creationId id="{9F49B735-FDAA-44C7-82AB-E25B5A46B79A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8E08D9E-191D-4F9B-95A9-7B8B51AA5756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다른 파일에 직접 고쳐 저장하고 다시 실행하세요.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9A7836E2-6BB4-4A6D-94F0-71E520EB3549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F3442B1-4D09-4560-A2BB-8ED92C62E45B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반복 안에서 현재 온도에 1을 더해 출력하세요. 완료는 왜 한 번만 나오는지도 적으세요.</a:t>
            </a:r>
          </a:p>
        </p:txBody>
      </p:sp>
      <p:sp>
        <p:nvSpPr>
          <p:cNvPr id="12" name="">
            <a:extLst>
              <a:ext uri="{FF2B5EF4-FFF2-40B4-BE49-F238E27FC236}">
                <ns3:creationId id="{C7AD03C4-E95F-4452-A5EE-2BE672598C7E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8524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웹에서 코드 복사하기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1626B32B-2194-4266-8282-C6BB4CF7DF5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4" name="">
            <a:extLst>
              <a:ext uri="{FF2B5EF4-FFF2-40B4-BE49-F238E27FC236}">
                <ns3:creationId id="{7BD93563-54EF-4E78-9F98-73D32CE3972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100</a:t>
            </a:r>
          </a:p>
        </p:txBody>
      </p:sp>
    </p:spTree>
    <p:extLst>
      <p:ext uri="{BB962C8B-B14F-4D97-AF65-F5344CB8AC3E}">
        <ns4:creationId val="129300328"/>
      </p:ext>
    </p:extLst>
  </p:cSld>
</p:sld>
</file>

<file path=ppt/slides/slide10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eafbf4f9e42e4a0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54F76B5-B65A-4455-B921-42C37FB830D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966F2CC-3813-4242-9C47-1E1EA8AB05D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A14 수정 코드와 결과</a:t>
            </a:r>
          </a:p>
        </p:txBody>
      </p:sp>
      <p:sp>
        <p:nvSpPr>
          <p:cNvPr id="4" name="">
            <a:extLst>
              <a:ext uri="{FF2B5EF4-FFF2-40B4-BE49-F238E27FC236}">
                <ns3:creationId id="{3F6928CB-7192-468E-AFAB-2402114A62E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28B1BB3-C3F9-4693-B199-A13AC2284FC2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Python에서 목록을 하나씩 읽는 for 문에는 소문자 in을 씁니다.</a:t>
            </a:r>
          </a:p>
        </p:txBody>
      </p:sp>
      <p:sp>
        <p:nvSpPr>
          <p:cNvPr id="6" name="">
            <a:extLst>
              <a:ext uri="{FF2B5EF4-FFF2-40B4-BE49-F238E27FC236}">
                <ns3:creationId id="{2048ECF9-9A40-468D-AAEB-A3B72F9429B7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2BB2E05B-32C0-461D-98A5-65EFE3AEEA73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999869B8-E381-4577-93DA-B72F2F2BE8FC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temperatures = [22.5, 24.0, 23.5]</a:t>
            </a:r>
          </a:p>
        </p:txBody>
      </p:sp>
      <p:sp>
        <p:nvSpPr>
          <p:cNvPr id="9" name="">
            <a:extLst>
              <a:ext uri="{FF2B5EF4-FFF2-40B4-BE49-F238E27FC236}">
                <ns3:creationId id="{C4B4C293-146A-46B5-916A-1A6D8732A4B2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8AEF8DBA-972F-4661-99F5-ECD4B99BBE91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temperature_c in temperatures:</a:t>
            </a:r>
          </a:p>
        </p:txBody>
      </p:sp>
      <p:sp>
        <p:nvSpPr>
          <p:cNvPr id="11" name="">
            <a:extLst>
              <a:ext uri="{FF2B5EF4-FFF2-40B4-BE49-F238E27FC236}">
                <ns3:creationId id="{A1C11D38-4CE0-4336-A98B-B687E960AF90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772A34A2-E2E9-4FB9-AD46-9C27DC06E494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print(temperature_c)</a:t>
            </a:r>
          </a:p>
        </p:txBody>
      </p:sp>
      <p:sp>
        <p:nvSpPr>
          <p:cNvPr id="13" name="">
            <a:extLst>
              <a:ext uri="{FF2B5EF4-FFF2-40B4-BE49-F238E27FC236}">
                <ns3:creationId id="{66421E44-205B-49FC-967B-CEBEE546DEE1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80EA4BF2-FC51-4BED-BEA4-629DFCCCDC2A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print("완료")</a:t>
            </a:r>
          </a:p>
        </p:txBody>
      </p:sp>
      <p:sp>
        <p:nvSpPr>
          <p:cNvPr id="15" name="">
            <a:extLst>
              <a:ext uri="{FF2B5EF4-FFF2-40B4-BE49-F238E27FC236}">
                <ns3:creationId id="{F1ABCC64-5D8D-4DB0-A419-4D94F14FB1DB}"/>
              </a:ext>
            </a:extLst>
          </p:cNvPr>
          <p:cNvSpPr>
            <a:spLocks noGrp="1"/>
          </p:cNvSpPr>
          <p:nvPr/>
        </p:nvSpPr>
        <p:spPr>
          <a:xfrm>
            <a:off x="685800" y="4185285"/>
            <a:ext cx="10820400" cy="191071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정상 출력: 22.5 / 24.0 / 23.5 / 완료</a:t>
            </a:r>
          </a:p>
        </p:txBody>
      </p:sp>
      <p:sp>
        <p:nvSpPr>
          <p:cNvPr id="16" name="">
            <a:extLst>
              <a:ext uri="{FF2B5EF4-FFF2-40B4-BE49-F238E27FC236}">
                <ns3:creationId id="{109ED1F4-8D4B-4ED5-A70A-A1D97FC0273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7" name="">
            <a:extLst>
              <a:ext uri="{FF2B5EF4-FFF2-40B4-BE49-F238E27FC236}">
                <ns3:creationId id="{70115465-7F8E-482D-99AF-D425A3D3757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101</a:t>
            </a:r>
          </a:p>
        </p:txBody>
      </p:sp>
    </p:spTree>
    <p:extLst>
      <p:ext uri="{BB962C8B-B14F-4D97-AF65-F5344CB8AC3E}">
        <ns4:creationId val="585156815"/>
      </p:ext>
    </p:extLst>
  </p:cSld>
</p:sld>
</file>

<file path=ppt/slides/slide10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d16004d6fdef4a1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CC0368C-76DB-4C19-A337-701A1FFEA07B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AFA341F9-3220-4EEE-B038-4E96469527F9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작은 점검 프로그램</a:t>
            </a:r>
          </a:p>
        </p:txBody>
      </p:sp>
      <p:sp>
        <p:nvSpPr>
          <p:cNvPr id="4" name="">
            <a:extLst>
              <a:ext uri="{FF2B5EF4-FFF2-40B4-BE49-F238E27FC236}">
                <ns3:creationId id="{CC60E079-BB74-4A25-97FF-4C2989BDD9C6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16:00~16:50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750AC1CE-6B2C-4CD2-9786-E1AF03DA1910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B8BA6C86-7B88-4568-AD61-78FA0CC491B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B8286E08-0FE7-48C6-BBC3-CD32AF06836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102</a:t>
            </a:r>
          </a:p>
        </p:txBody>
      </p:sp>
    </p:spTree>
    <p:extLst>
      <p:ext uri="{BB962C8B-B14F-4D97-AF65-F5344CB8AC3E}">
        <ns4:creationId val="1758508186"/>
      </p:ext>
    </p:extLst>
  </p:cSld>
</p:sld>
</file>

<file path=ppt/slides/slide10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e9d6ab7ae9b426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34CA604-1920-43AA-9A72-6EB4923F868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CEA4499-0DD3-4A9A-94ED-8CD759860F0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괄호 모양마다 역할이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FBB70B38-0BC7-43AA-8417-5173A2C7F96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820004D-C303-4B49-905A-E439EB96B92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()는 print 같은 기능을 부르거나 계산 순서를 묶습니다.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0617E05F-9F04-4307-A3A7-8E5C334C4CD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[]는 목록을 만들거나 위치·키로 값을 찾습니다.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A508951-9959-43C6-920F-52141DB59C5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{}는 이 예제에서 이름표와 값을 묶는 딕셔너리를 만듭니다.</a:t>
            </a:r>
          </a:p>
        </p:txBody>
      </p:sp>
      <p:sp>
        <p:nvSpPr>
          <p:cNvPr id="8" name="">
            <a:extLst>
              <a:ext uri="{FF2B5EF4-FFF2-40B4-BE49-F238E27FC236}">
                <ns3:creationId id="{8AF70426-794E-49A2-8D12-064A058E0BC5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딕셔너리에서 콜론은 키와 값을 연결하고 쉼표는 다음 항목을 나눕니다.</a:t>
            </a:r>
          </a:p>
        </p:txBody>
      </p:sp>
      <p:sp>
        <p:nvSpPr>
          <p:cNvPr id="9" name="">
            <a:extLst>
              <a:ext uri="{FF2B5EF4-FFF2-40B4-BE49-F238E27FC236}">
                <ns3:creationId id="{FECBB62D-099C-4165-9D9C-0590DD088A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0C2D954C-FB87-4E32-87F1-EEEDE8819DD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103</a:t>
            </a:r>
          </a:p>
        </p:txBody>
      </p:sp>
    </p:spTree>
    <p:extLst>
      <p:ext uri="{BB962C8B-B14F-4D97-AF65-F5344CB8AC3E}">
        <ns4:creationId val="1350219827"/>
      </p:ext>
    </p:extLst>
  </p:cSld>
</p:sld>
</file>

<file path=ppt/slides/slide10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1" name=""/>
          <p:cNvPicPr>
            <a:picLocks noChangeAspect="1"/>
          </p:cNvPicPr>
          <p:nvPr/>
        </p:nvPicPr>
        <p:blipFill>
          <a:blip r:embed="R3965f534e73d499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0DFB0B6-6D66-4081-A0CC-C0A328CD176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9DF25EF-078C-4AB0-95EC-A7E4C03B874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 · 괄호 모양마다 역할이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B4473A81-891B-4B90-B341-9F9793ADC01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E47D506-BECC-4B0D-A2BC-21160C168BB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work/containers.py</a:t>
            </a:r>
          </a:p>
        </p:txBody>
      </p:sp>
      <p:sp>
        <p:nvSpPr>
          <p:cNvPr id="6" name="">
            <a:extLst>
              <a:ext uri="{FF2B5EF4-FFF2-40B4-BE49-F238E27FC236}">
                <ns3:creationId id="{2E57E1F4-E201-466B-A03F-159857F6E8AB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work/containers.py</a:t>
            </a:r>
          </a:p>
        </p:txBody>
      </p:sp>
      <p:sp>
        <p:nvSpPr>
          <p:cNvPr id="7" name="">
            <a:extLst>
              <a:ext uri="{FF2B5EF4-FFF2-40B4-BE49-F238E27FC236}">
                <ns3:creationId id="{C3C8E9C0-A419-40A1-9A73-D902E336EB25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CBDD3527-A252-46A7-8CFA-5D373BF90EDB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860B467D-2E98-4C29-8297-403A02244549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record = {"sensor_id": "S01", "temperature_c": 22.5}</a:t>
            </a:r>
          </a:p>
        </p:txBody>
      </p:sp>
      <p:sp>
        <p:nvSpPr>
          <p:cNvPr id="10" name="">
            <a:extLst>
              <a:ext uri="{FF2B5EF4-FFF2-40B4-BE49-F238E27FC236}">
                <ns3:creationId id="{D320EEA8-217B-4BCE-8918-C050252730E3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7AF74B2F-07E5-4E70-8113-12B8C65A418D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values = [22.5, 24.0]</a:t>
            </a:r>
          </a:p>
        </p:txBody>
      </p:sp>
      <p:sp>
        <p:nvSpPr>
          <p:cNvPr id="12" name="">
            <a:extLst>
              <a:ext uri="{FF2B5EF4-FFF2-40B4-BE49-F238E27FC236}">
                <ns3:creationId id="{AAF7B331-3E73-4D13-82EE-74324607B4B3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8D862545-3D99-40B4-A82E-BC778D5760A7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print(record["sensor_id"])</a:t>
            </a:r>
          </a:p>
        </p:txBody>
      </p:sp>
      <p:sp>
        <p:nvSpPr>
          <p:cNvPr id="14" name="">
            <a:extLst>
              <a:ext uri="{FF2B5EF4-FFF2-40B4-BE49-F238E27FC236}">
                <ns3:creationId id="{3BD760F1-F265-43D3-B734-4C472D8D3DDC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37308C4C-77D1-4439-960D-3629208A216B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print(values[0])</a:t>
            </a:r>
          </a:p>
        </p:txBody>
      </p:sp>
      <p:sp>
        <p:nvSpPr>
          <p:cNvPr id="16" name="">
            <a:extLst>
              <a:ext uri="{FF2B5EF4-FFF2-40B4-BE49-F238E27FC236}">
                <ns3:creationId id="{28614187-536D-45FB-A6C8-2A45679455DD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0A67A37A-98BF-4C42-9155-51D75A421FD3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print((2 + 3) * 4)</a:t>
            </a:r>
          </a:p>
        </p:txBody>
      </p:sp>
      <p:sp>
        <p:nvSpPr>
          <p:cNvPr id="18" name="">
            <a:extLst>
              <a:ext uri="{FF2B5EF4-FFF2-40B4-BE49-F238E27FC236}">
                <ns3:creationId id="{77165570-C6C9-47F3-A4D1-C89EECE9B42E}"/>
              </a:ext>
            </a:extLst>
          </p:cNvPr>
          <p:cNvSpPr>
            <a:spLocks noGrp="1"/>
          </p:cNvSpPr>
          <p:nvPr/>
        </p:nvSpPr>
        <p:spPr>
          <a:xfrm>
            <a:off x="685800" y="4955858"/>
            <a:ext cx="10820400" cy="114014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출력: S01 / 22.5 / 20</a:t>
            </a:r>
          </a:p>
        </p:txBody>
      </p:sp>
      <p:sp>
        <p:nvSpPr>
          <p:cNvPr id="19" name="">
            <a:extLst>
              <a:ext uri="{FF2B5EF4-FFF2-40B4-BE49-F238E27FC236}">
                <ns3:creationId id="{24FD43D6-AB2D-4585-AE5C-00CC567E0CE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20" name="">
            <a:extLst>
              <a:ext uri="{FF2B5EF4-FFF2-40B4-BE49-F238E27FC236}">
                <ns3:creationId id="{2409A888-6155-41F2-9E33-14E2D941A52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104</a:t>
            </a:r>
          </a:p>
        </p:txBody>
      </p:sp>
    </p:spTree>
    <p:extLst>
      <p:ext uri="{BB962C8B-B14F-4D97-AF65-F5344CB8AC3E}">
        <ns4:creationId val="1673110709"/>
      </p:ext>
    </p:extLst>
  </p:cSld>
</p:sld>
</file>

<file path=ppt/slides/slide10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d09429492fb2485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687F6E4-8BBB-4FA0-B2D4-B98E71923D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CC4681DC-6FCD-4F5A-B198-0087E724BCC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82BF09D-B657-419A-8B85-6B0739B5308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설명하고 바꿔 보기</a:t>
            </a:r>
          </a:p>
        </p:txBody>
      </p:sp>
      <p:sp>
        <p:nvSpPr>
          <p:cNvPr id="5" name="">
            <a:extLst>
              <a:ext uri="{FF2B5EF4-FFF2-40B4-BE49-F238E27FC236}">
                <ns3:creationId id="{EBE552EA-C04F-47E2-93E6-536B2739AC1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36C8FED-C0CC-4CF2-8193-2C4ED59C44E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AC189764-5133-4971-A804-38EF296ECAC0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record[0]과 values["sensor_id"]는 왜 맞지 않을까요?</a:t>
            </a:r>
          </a:p>
        </p:txBody>
      </p:sp>
      <p:sp>
        <p:nvSpPr>
          <p:cNvPr id="8" name="">
            <a:extLst>
              <a:ext uri="{FF2B5EF4-FFF2-40B4-BE49-F238E27FC236}">
                <ns3:creationId id="{2859369B-E2E0-40C9-9954-297B48FA6123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B5AC8A6-5B32-4E4E-AD72-FA64CCCDA90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예상 → 실행 → 비교 순서로 확인하세요.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6D3B2E06-A17C-4CC4-AEF1-A564542B230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1" name="">
            <a:extLst>
              <a:ext uri="{FF2B5EF4-FFF2-40B4-BE49-F238E27FC236}">
                <ns3:creationId id="{070DEA4A-F68F-4DFA-855B-30BA01B932D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105</a:t>
            </a:r>
          </a:p>
        </p:txBody>
      </p:sp>
    </p:spTree>
    <p:extLst>
      <p:ext uri="{BB962C8B-B14F-4D97-AF65-F5344CB8AC3E}">
        <ns4:creationId val="601307679"/>
      </p:ext>
    </p:extLst>
  </p:cSld>
</p:sld>
</file>

<file path=ppt/slides/slide10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acb67a99a2c242d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96FC926-9C83-407B-800A-088B0F90013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103942A5-9B10-49EF-B984-7BCFD452675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괄호 모양마다 역할이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60307973-ECEC-4595-AE8B-CBB101A99D0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B47C2C1-95CC-406E-8FDB-CFD7AD5D5E9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record에는 0 키가 없고 values는 이 예에서 숫자 위치로 읽는 리스트입니다. 저장 구조에 맞는 방법을 사용해야 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3BECEF0-FB25-4DE3-9A47-C6EF2C9FD17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2A413271-B469-4999-B30A-193CBAD818C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106</a:t>
            </a:r>
          </a:p>
        </p:txBody>
      </p:sp>
    </p:spTree>
    <p:extLst>
      <p:ext uri="{BB962C8B-B14F-4D97-AF65-F5344CB8AC3E}">
        <ns4:creationId val="61003911"/>
      </p:ext>
    </p:extLst>
  </p:cSld>
</p:sld>
</file>

<file path=ppt/slides/slide10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d1327b740b814c5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37CBAB6-66E0-4D5E-BB82-2B5F35A16F8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38741D22-8BC6-45D3-B0B8-B601F4FA951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이름표가 있는 기록</a:t>
            </a:r>
          </a:p>
        </p:txBody>
      </p:sp>
      <p:sp>
        <p:nvSpPr>
          <p:cNvPr id="4" name="">
            <a:extLst>
              <a:ext uri="{FF2B5EF4-FFF2-40B4-BE49-F238E27FC236}">
                <ns3:creationId id="{8B46BFDE-BC8C-434C-AAA2-1771B0224B2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B74DED9-50E9-4F2D-8117-2CC7A326E1C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course/work/A16_example.py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7193BA27-43EB-4900-B89C-4734DD955C43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work/A16_example.py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658A8ED6-66E5-4FC0-A06B-E783934B1819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2ECAF188-5F4F-4FA4-B002-78EC4B0E5F5C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B6FA1281-205D-4290-A4FD-AC6ABF0922CF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records = [</a:t>
            </a:r>
          </a:p>
        </p:txBody>
      </p:sp>
      <p:sp>
        <p:nvSpPr>
          <p:cNvPr id="10" name="">
            <a:extLst>
              <a:ext uri="{FF2B5EF4-FFF2-40B4-BE49-F238E27FC236}">
                <ns3:creationId id="{B418E1CB-0D3C-43F9-9EEA-E8A3FC9FB084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1691D6FE-8194-4059-84D5-97C4B2E73690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{"sensor_id": "S01", "temperature_c": 22.5},</a:t>
            </a:r>
          </a:p>
        </p:txBody>
      </p:sp>
      <p:sp>
        <p:nvSpPr>
          <p:cNvPr id="12" name="">
            <a:extLst>
              <a:ext uri="{FF2B5EF4-FFF2-40B4-BE49-F238E27FC236}">
                <ns3:creationId id="{2F0A7064-0B22-4627-85E4-49455E61C1E7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CB775CFA-71C9-43EE-863B-A08961C6193B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{"sensor_id": "S02", "temperature_c": 24.0},</a:t>
            </a:r>
          </a:p>
        </p:txBody>
      </p:sp>
      <p:sp>
        <p:nvSpPr>
          <p:cNvPr id="14" name="">
            <a:extLst>
              <a:ext uri="{FF2B5EF4-FFF2-40B4-BE49-F238E27FC236}">
                <ns3:creationId id="{8E77BE2B-E8E1-4FFA-8F8B-6CE4AAFFFEB1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3890BE8C-C890-461A-BA0E-282DF48E6204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]</a:t>
            </a:r>
          </a:p>
        </p:txBody>
      </p:sp>
      <p:sp>
        <p:nvSpPr>
          <p:cNvPr id="16" name="">
            <a:extLst>
              <a:ext uri="{FF2B5EF4-FFF2-40B4-BE49-F238E27FC236}">
                <ns3:creationId id="{CB4CE4F8-97F2-4C10-BD0D-5DC535D7E756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7774C501-D105-4119-BA8F-602ABCBA7495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record in records:</a:t>
            </a:r>
          </a:p>
        </p:txBody>
      </p:sp>
      <p:sp>
        <p:nvSpPr>
          <p:cNvPr id="18" name="">
            <a:extLst>
              <a:ext uri="{FF2B5EF4-FFF2-40B4-BE49-F238E27FC236}">
                <ns3:creationId id="{FF91913F-9057-4AD9-A70D-622FA12425A9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72F3C547-C3B3-4E9E-ABB4-49820247933F}"/>
              </a:ext>
            </a:extLst>
          </p:cNvPr>
          <p:cNvSpPr>
            <a:spLocks noGrp="1"/>
          </p:cNvSpPr>
          <p:nvPr/>
        </p:nvSpPr>
        <p:spPr>
          <a:xfrm>
            <a:off x="1257300" y="463200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print(record["sensor_id"], record["temperature_c"])</a:t>
            </a:r>
          </a:p>
        </p:txBody>
      </p:sp>
      <p:sp>
        <p:nvSpPr>
          <p:cNvPr id="20" name="">
            <a:extLst>
              <a:ext uri="{FF2B5EF4-FFF2-40B4-BE49-F238E27FC236}">
                <ns3:creationId id="{B90B7D1A-35CD-489B-9354-F276EF4CA25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21" name="">
            <a:extLst>
              <a:ext uri="{FF2B5EF4-FFF2-40B4-BE49-F238E27FC236}">
                <ns3:creationId id="{E6FD8D93-7B7A-4A8B-9ED1-738B2C32680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107</a:t>
            </a:r>
          </a:p>
        </p:txBody>
      </p:sp>
    </p:spTree>
    <p:extLst>
      <p:ext uri="{BB962C8B-B14F-4D97-AF65-F5344CB8AC3E}">
        <ns4:creationId val="1745893263"/>
      </p:ext>
    </p:extLst>
  </p:cSld>
</p:sld>
</file>

<file path=ppt/slides/slide10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0f81d2a4e0b4f2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7FC97AD-2128-4A47-8A74-FF662E8C085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1BD0FC1-776C-44B0-A714-A5716A642B5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이름표가 있는 기록</a:t>
            </a:r>
          </a:p>
        </p:txBody>
      </p:sp>
      <p:sp>
        <p:nvSpPr>
          <p:cNvPr id="4" name="">
            <a:extLst>
              <a:ext uri="{FF2B5EF4-FFF2-40B4-BE49-F238E27FC236}">
                <ns3:creationId id="{A35E2BCB-D37B-4356-96B7-60D4C5D87E2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B46540B-152D-4117-830B-D1C6E8B8254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바깥 [ ]는 기록 목록, 안쪽 { }는 이름표와 값으로 된 딕셔너리입니다.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29084BE-F6F8-45B6-8F2B-89272C3107C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record["sensor_id"]는 이번 기록에서 sensor_id 키의 값을 읽습니다.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DFCE3CA5-A595-4DF8-82C1-7ECAC58E26C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키의 철자가 다르면 KeyError이며 목록 위치 오류와는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26041A9-DB1D-4875-B68B-77C70AE2B15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열을 가진 두 기록을 반복하며 S01 22.5, S02 24.0을 출력합니다.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A16A5AE1-371F-44DB-AE5D-B4E17454B3D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B7AA5D5F-DD9D-4C55-82DB-6872A625B7E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108</a:t>
            </a:r>
          </a:p>
        </p:txBody>
      </p:sp>
    </p:spTree>
    <p:extLst>
      <p:ext uri="{BB962C8B-B14F-4D97-AF65-F5344CB8AC3E}">
        <ns4:creationId val="1850509835"/>
      </p:ext>
    </p:extLst>
  </p:cSld>
</p:sld>
</file>

<file path=ppt/slides/slide10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621e2c39b6f3485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31EF108-062D-45DF-9455-FED51E30674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4B3FDA5-91FD-4DDB-AD21-F0D5A8D96E8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 · 두 기록</a:t>
            </a:r>
          </a:p>
        </p:txBody>
      </p:sp>
      <p:sp>
        <p:nvSpPr>
          <p:cNvPr id="4" name="">
            <a:extLst>
              <a:ext uri="{FF2B5EF4-FFF2-40B4-BE49-F238E27FC236}">
                <ns3:creationId id="{E7538A52-DBF8-4A92-AD03-679D05A0FDB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335EA9A-2080-46B1-B28D-726DB5078C6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C02E372-D60D-442F-B364-E2CC18DC032A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EB68BCD-7112-4798-954F-DC3E3D1B05F3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S01 22.5</a:t>
            </a:r>
          </a:p>
        </p:txBody>
      </p:sp>
      <p:sp>
        <p:nvSpPr>
          <p:cNvPr id="8" name="">
            <a:extLst>
              <a:ext uri="{FF2B5EF4-FFF2-40B4-BE49-F238E27FC236}">
                <ns3:creationId id="{705676C5-A9B7-4DC4-BDBF-9829817BE08D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4521C3A-BECE-4BC5-B0A1-7C3485880C99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S02 24.0</a:t>
            </a:r>
          </a:p>
        </p:txBody>
      </p:sp>
      <p:sp>
        <p:nvSpPr>
          <p:cNvPr id="10" name="">
            <a:extLst>
              <a:ext uri="{FF2B5EF4-FFF2-40B4-BE49-F238E27FC236}">
                <ns3:creationId id="{BF9CB9CB-5BE0-4825-9819-5B3D6A1016B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1" name="">
            <a:extLst>
              <a:ext uri="{FF2B5EF4-FFF2-40B4-BE49-F238E27FC236}">
                <ns3:creationId id="{0EC0D36E-CB98-4C64-86A4-7D3E568FFAF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109</a:t>
            </a:r>
          </a:p>
        </p:txBody>
      </p:sp>
    </p:spTree>
    <p:extLst>
      <p:ext uri="{BB962C8B-B14F-4D97-AF65-F5344CB8AC3E}">
        <ns4:creationId val="1201877379"/>
      </p:ext>
    </p:extLst>
  </p:cSld>
</p:sld>
</file>

<file path=ppt/slides/slide1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4ba5f0c6117e44f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60621C7-5C6B-4DD8-AC31-07874C539E8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AB79D67-B111-4F19-851C-A6A68CE8782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더 해보기 · 완성 예 · 기록 하나의 상태</a:t>
            </a:r>
          </a:p>
        </p:txBody>
      </p:sp>
      <p:sp>
        <p:nvSpPr>
          <p:cNvPr id="4" name="">
            <a:extLst>
              <a:ext uri="{FF2B5EF4-FFF2-40B4-BE49-F238E27FC236}">
                <ns3:creationId id="{3A59711B-991F-4A36-A5FD-A8AEB86BA6D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D016621-53BD-4E58-88C8-2A2BB41164D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76225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DA73C48B-1CD0-401B-A159-8F90B1755051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15D66EE-9F4E-4520-8644-D9A1B20DC808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value = None</a:t>
            </a:r>
          </a:p>
        </p:txBody>
      </p:sp>
      <p:sp>
        <p:nvSpPr>
          <p:cNvPr id="8" name="">
            <a:extLst>
              <a:ext uri="{FF2B5EF4-FFF2-40B4-BE49-F238E27FC236}">
                <ns3:creationId id="{90FE6E79-8B13-491A-900D-A561D03AE256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A534D7D-3E61-4FC8-B433-2902E6176500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value is None:</a:t>
            </a:r>
          </a:p>
        </p:txBody>
      </p:sp>
      <p:sp>
        <p:nvSpPr>
          <p:cNvPr id="10" name="">
            <a:extLst>
              <a:ext uri="{FF2B5EF4-FFF2-40B4-BE49-F238E27FC236}">
                <ns3:creationId id="{6277BF03-1DB3-4B50-9975-C2697DC59B2A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B27B671-578E-4571-9B2E-5A055753ABDA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status = "미측정"</a:t>
            </a:r>
          </a:p>
        </p:txBody>
      </p:sp>
      <p:sp>
        <p:nvSpPr>
          <p:cNvPr id="12" name="">
            <a:extLst>
              <a:ext uri="{FF2B5EF4-FFF2-40B4-BE49-F238E27FC236}">
                <ns3:creationId id="{4FD43D04-92F8-4B70-9086-697382927F82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AB0EF457-3326-47DC-9AFA-12E9D5334ED9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elif value &gt; 24.0:</a:t>
            </a:r>
          </a:p>
        </p:txBody>
      </p:sp>
      <p:sp>
        <p:nvSpPr>
          <p:cNvPr id="14" name="">
            <a:extLst>
              <a:ext uri="{FF2B5EF4-FFF2-40B4-BE49-F238E27FC236}">
                <ns3:creationId id="{9A813940-A20E-4370-BEA4-8C8FC4E564C7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A1E7AC10-697A-4B95-AE1F-F35682DDB43B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status = "확인"</a:t>
            </a:r>
          </a:p>
        </p:txBody>
      </p:sp>
      <p:sp>
        <p:nvSpPr>
          <p:cNvPr id="16" name="">
            <a:extLst>
              <a:ext uri="{FF2B5EF4-FFF2-40B4-BE49-F238E27FC236}">
                <ns3:creationId id="{6B59DCEC-5754-44DF-94F6-15B30354C045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6D8E9016-7B97-48B1-BB04-5A43D617AD8D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else:</a:t>
            </a:r>
          </a:p>
        </p:txBody>
      </p:sp>
      <p:sp>
        <p:nvSpPr>
          <p:cNvPr id="18" name="">
            <a:extLst>
              <a:ext uri="{FF2B5EF4-FFF2-40B4-BE49-F238E27FC236}">
                <ns3:creationId id="{6B58EE4B-41C9-4D0A-80DF-54251B3F3CF7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B39AB777-FBBE-4C4B-A3D2-066F3AE873D3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status = "정상"</a:t>
            </a:r>
          </a:p>
        </p:txBody>
      </p:sp>
      <p:sp>
        <p:nvSpPr>
          <p:cNvPr id="20" name="">
            <a:extLst>
              <a:ext uri="{FF2B5EF4-FFF2-40B4-BE49-F238E27FC236}">
                <ns3:creationId id="{2515553F-2FCC-413E-9E14-5A48528397D7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0DE84868-77D2-4B82-9DDF-3D2CD2A2763E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print(status)</a:t>
            </a:r>
          </a:p>
        </p:txBody>
      </p:sp>
      <p:sp>
        <p:nvSpPr>
          <p:cNvPr id="22" name="">
            <a:extLst>
              <a:ext uri="{FF2B5EF4-FFF2-40B4-BE49-F238E27FC236}">
                <ns3:creationId id="{CD4CD0B6-66B9-477F-B2F0-0CEC75ACC5E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23" name="">
            <a:extLst>
              <a:ext uri="{FF2B5EF4-FFF2-40B4-BE49-F238E27FC236}">
                <ns3:creationId id="{0EE5D231-86C7-4577-BBC8-F8121743EB9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110</a:t>
            </a:r>
          </a:p>
        </p:txBody>
      </p:sp>
    </p:spTree>
    <p:extLst>
      <p:ext uri="{BB962C8B-B14F-4D97-AF65-F5344CB8AC3E}">
        <ns4:creationId val="943181091"/>
      </p:ext>
    </p:extLst>
  </p:cSld>
</p:sld>
</file>

<file path=ppt/slides/slide1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5" name=""/>
          <p:cNvPicPr>
            <a:picLocks noChangeAspect="1"/>
          </p:cNvPicPr>
          <p:nvPr/>
        </p:nvPicPr>
        <p:blipFill>
          <a:blip r:embed="R7f4ae7a7ce81488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ED64CB1-ABFC-4C6D-9556-8FB60494223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E2A3E52E-5DB8-4A87-A760-55252CDE38D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더 해보기 · 점검표 전체 코드 · 1/2</a:t>
            </a:r>
          </a:p>
        </p:txBody>
      </p:sp>
      <p:sp>
        <p:nvSpPr>
          <p:cNvPr id="4" name="">
            <a:extLst>
              <a:ext uri="{FF2B5EF4-FFF2-40B4-BE49-F238E27FC236}">
                <ns3:creationId id="{6CE8E0B9-491B-4031-BC3C-1BE0BF1BCF5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15ED97D-03EB-4283-AC94-6237E174FB5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course/work/A17_sensor_summary.py에 두 장을 순서대로 이어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04D566C-D54F-49DF-8450-75303C22FDFC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276225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A0AF4638-0B15-4876-8E29-AFDBB5BB0D43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A94627CA-48C2-4911-9F10-D9A63C256612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records = [</a:t>
            </a:r>
          </a:p>
        </p:txBody>
      </p:sp>
      <p:sp>
        <p:nvSpPr>
          <p:cNvPr id="9" name="">
            <a:extLst>
              <a:ext uri="{FF2B5EF4-FFF2-40B4-BE49-F238E27FC236}">
                <ns3:creationId id="{EA40DB5E-FD5F-4A96-BC3C-A9CDE956FC68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6ACA9F30-4018-43A3-AE1D-78D9E1CB3195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{"sensor_id": "S01", "temperature_c": 22.5},</a:t>
            </a:r>
          </a:p>
        </p:txBody>
      </p:sp>
      <p:sp>
        <p:nvSpPr>
          <p:cNvPr id="11" name="">
            <a:extLst>
              <a:ext uri="{FF2B5EF4-FFF2-40B4-BE49-F238E27FC236}">
                <ns3:creationId id="{02FC3B5E-CA21-48A6-A963-B5D4770F9D5D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0367D15B-2101-4F0C-8867-601A55C5BCA5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{"sensor_id": "S02", "temperature_c": 25.0},</a:t>
            </a:r>
          </a:p>
        </p:txBody>
      </p:sp>
      <p:sp>
        <p:nvSpPr>
          <p:cNvPr id="13" name="">
            <a:extLst>
              <a:ext uri="{FF2B5EF4-FFF2-40B4-BE49-F238E27FC236}">
                <ns3:creationId id="{8BF4CF34-D822-4E52-B905-84635C749721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351DB9DC-0337-4C2C-8792-136EF015B866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{"sensor_id": "S03", "temperature_c": None},</a:t>
            </a:r>
          </a:p>
        </p:txBody>
      </p:sp>
      <p:sp>
        <p:nvSpPr>
          <p:cNvPr id="15" name="">
            <a:extLst>
              <a:ext uri="{FF2B5EF4-FFF2-40B4-BE49-F238E27FC236}">
                <ns3:creationId id="{57548B78-9110-48EB-ADFD-901212F3170B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DA7E23B5-9EFD-4546-ADA6-BD0010E58AD1}"/>
              </a:ext>
            </a:extLst>
          </p:cNvPr>
          <p:cNvSpPr>
            <a:spLocks noGrp="1"/>
          </p:cNvSpPr>
          <p:nvPr/>
        </p:nvSpPr>
        <p:spPr>
          <a:xfrm>
            <a:off x="1257300" y="386143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]</a:t>
            </a:r>
          </a:p>
        </p:txBody>
      </p:sp>
      <p:sp>
        <p:nvSpPr>
          <p:cNvPr id="17" name="">
            <a:extLst>
              <a:ext uri="{FF2B5EF4-FFF2-40B4-BE49-F238E27FC236}">
                <ns3:creationId id="{C4C512E5-882E-4645-963A-02219B69326A}"/>
              </a:ext>
            </a:extLst>
          </p:cNvPr>
          <p:cNvSpPr>
            <a:spLocks noGrp="1"/>
          </p:cNvSpPr>
          <p:nvPr/>
        </p:nvSpPr>
        <p:spPr>
          <a:xfrm>
            <a:off x="838200" y="419957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8" name="">
            <a:extLst>
              <a:ext uri="{FF2B5EF4-FFF2-40B4-BE49-F238E27FC236}">
                <ns3:creationId id="{332E7768-A039-4D0E-A242-070B28A83EBC}"/>
              </a:ext>
            </a:extLst>
          </p:cNvPr>
          <p:cNvSpPr>
            <a:spLocks noGrp="1"/>
          </p:cNvSpPr>
          <p:nvPr/>
        </p:nvSpPr>
        <p:spPr>
          <a:xfrm>
            <a:off x="1257300" y="417099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limit = 24.0</a:t>
            </a:r>
          </a:p>
        </p:txBody>
      </p:sp>
      <p:sp>
        <p:nvSpPr>
          <p:cNvPr id="19" name="">
            <a:extLst>
              <a:ext uri="{FF2B5EF4-FFF2-40B4-BE49-F238E27FC236}">
                <ns3:creationId id="{F2691C46-CDA9-4C18-B9E3-D4D334482552}"/>
              </a:ext>
            </a:extLst>
          </p:cNvPr>
          <p:cNvSpPr>
            <a:spLocks noGrp="1"/>
          </p:cNvSpPr>
          <p:nvPr/>
        </p:nvSpPr>
        <p:spPr>
          <a:xfrm>
            <a:off x="838200" y="450913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0" name="">
            <a:extLst>
              <a:ext uri="{FF2B5EF4-FFF2-40B4-BE49-F238E27FC236}">
                <ns3:creationId id="{0CD4B47C-F31F-4803-A40D-5044B91786CF}"/>
              </a:ext>
            </a:extLst>
          </p:cNvPr>
          <p:cNvSpPr>
            <a:spLocks noGrp="1"/>
          </p:cNvSpPr>
          <p:nvPr/>
        </p:nvSpPr>
        <p:spPr>
          <a:xfrm>
            <a:off x="1257300" y="448056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record in records:</a:t>
            </a:r>
          </a:p>
        </p:txBody>
      </p:sp>
      <p:sp>
        <p:nvSpPr>
          <p:cNvPr id="21" name="">
            <a:extLst>
              <a:ext uri="{FF2B5EF4-FFF2-40B4-BE49-F238E27FC236}">
                <ns3:creationId id="{8192D058-3881-40C9-B239-784302D45818}"/>
              </a:ext>
            </a:extLst>
          </p:cNvPr>
          <p:cNvSpPr>
            <a:spLocks noGrp="1"/>
          </p:cNvSpPr>
          <p:nvPr/>
        </p:nvSpPr>
        <p:spPr>
          <a:xfrm>
            <a:off x="838200" y="481869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2" name="">
            <a:extLst>
              <a:ext uri="{FF2B5EF4-FFF2-40B4-BE49-F238E27FC236}">
                <ns3:creationId id="{658F6E6D-BCDE-49CC-9ABA-B4257A5DC1BF}"/>
              </a:ext>
            </a:extLst>
          </p:cNvPr>
          <p:cNvSpPr>
            <a:spLocks noGrp="1"/>
          </p:cNvSpPr>
          <p:nvPr/>
        </p:nvSpPr>
        <p:spPr>
          <a:xfrm>
            <a:off x="1257300" y="479012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temperature_c = record["temperature_c"]</a:t>
            </a:r>
          </a:p>
        </p:txBody>
      </p:sp>
      <p:sp>
        <p:nvSpPr>
          <p:cNvPr id="23" name="">
            <a:extLst>
              <a:ext uri="{FF2B5EF4-FFF2-40B4-BE49-F238E27FC236}">
                <ns3:creationId id="{B24E297C-AF91-4A5E-B651-6021171FFC4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24" name="">
            <a:extLst>
              <a:ext uri="{FF2B5EF4-FFF2-40B4-BE49-F238E27FC236}">
                <ns3:creationId id="{637A3552-4E3F-428F-ADCF-75E3AD0E062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111</a:t>
            </a:r>
          </a:p>
        </p:txBody>
      </p:sp>
    </p:spTree>
    <p:extLst>
      <p:ext uri="{BB962C8B-B14F-4D97-AF65-F5344CB8AC3E}">
        <ns4:creationId val="730418855"/>
      </p:ext>
    </p:extLst>
  </p:cSld>
</p:sld>
</file>

<file path=ppt/slides/slide1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1bda832624064a0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91D4FBA-7E53-41CD-BE60-E928F27F601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38EFDA6A-C63C-4043-B302-B30D0E876B3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더 해보기 · 점검표 전체 코드 · 2/2</a:t>
            </a:r>
          </a:p>
        </p:txBody>
      </p:sp>
      <p:sp>
        <p:nvSpPr>
          <p:cNvPr id="4" name="">
            <a:extLst>
              <a:ext uri="{FF2B5EF4-FFF2-40B4-BE49-F238E27FC236}">
                <ns3:creationId id="{17F2BA4B-527F-4A6D-9718-51892CD8977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852543F-F9D1-4117-A22A-BBD04184090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앞 장의 for 안에 이어지는 줄입니다. 들여쓰기를 유지합니다.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F2DF77F-DBCB-4D80-A4F1-C803D8EA2048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course에서 python -X utf8 work/A17_sensor_summary.py로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F1D10DF-0EDE-4971-A1B1-8AF62F7521A3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82D0737B-643B-466A-969E-05FF199D5C3A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E334527B-A014-495F-8327-8F22A6ADD46A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temperature_c is None:</a:t>
            </a:r>
          </a:p>
        </p:txBody>
      </p:sp>
      <p:sp>
        <p:nvSpPr>
          <p:cNvPr id="10" name="">
            <a:extLst>
              <a:ext uri="{FF2B5EF4-FFF2-40B4-BE49-F238E27FC236}">
                <ns3:creationId id="{B8139A9B-8C12-4E2A-8C66-9368E680F1C9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D1D85682-85FE-4A99-AAB4-231E34FB3027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status = "미측정"</a:t>
            </a:r>
          </a:p>
        </p:txBody>
      </p:sp>
      <p:sp>
        <p:nvSpPr>
          <p:cNvPr id="12" name="">
            <a:extLst>
              <a:ext uri="{FF2B5EF4-FFF2-40B4-BE49-F238E27FC236}">
                <ns3:creationId id="{CD2539AC-C043-479D-90BF-A53D895A0B4A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242A14F6-3D8D-428A-BDE2-D606E8C071F0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elif temperature_c &gt; limit:</a:t>
            </a:r>
          </a:p>
        </p:txBody>
      </p:sp>
      <p:sp>
        <p:nvSpPr>
          <p:cNvPr id="14" name="">
            <a:extLst>
              <a:ext uri="{FF2B5EF4-FFF2-40B4-BE49-F238E27FC236}">
                <ns3:creationId id="{EF29A4F4-47F2-41B4-AABC-23BE97672D7E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7DA16B10-48CC-48B6-BE24-1FCC5D10B579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status = "확인"</a:t>
            </a:r>
          </a:p>
        </p:txBody>
      </p:sp>
      <p:sp>
        <p:nvSpPr>
          <p:cNvPr id="16" name="">
            <a:extLst>
              <a:ext uri="{FF2B5EF4-FFF2-40B4-BE49-F238E27FC236}">
                <ns3:creationId id="{5E05EEB8-7C83-46F1-A3E2-94E0D696AA61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F56B2097-51BA-4D1C-82E4-99FE1A962F9A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else:</a:t>
            </a:r>
          </a:p>
        </p:txBody>
      </p:sp>
      <p:sp>
        <p:nvSpPr>
          <p:cNvPr id="18" name="">
            <a:extLst>
              <a:ext uri="{FF2B5EF4-FFF2-40B4-BE49-F238E27FC236}">
                <ns3:creationId id="{F83EB4DE-C2BF-478C-AB98-683D6DAF4D16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476AD4C4-603F-43E6-B58E-4571A79ED6BC}"/>
              </a:ext>
            </a:extLst>
          </p:cNvPr>
          <p:cNvSpPr>
            <a:spLocks noGrp="1"/>
          </p:cNvSpPr>
          <p:nvPr/>
        </p:nvSpPr>
        <p:spPr>
          <a:xfrm>
            <a:off x="1257300" y="463200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status = "정상"</a:t>
            </a:r>
          </a:p>
        </p:txBody>
      </p:sp>
      <p:sp>
        <p:nvSpPr>
          <p:cNvPr id="20" name="">
            <a:extLst>
              <a:ext uri="{FF2B5EF4-FFF2-40B4-BE49-F238E27FC236}">
                <ns3:creationId id="{6311C477-9F78-4BFC-9361-47C72A18477D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9A519BE0-AFE6-498A-A584-E6D489066895}"/>
              </a:ext>
            </a:extLst>
          </p:cNvPr>
          <p:cNvSpPr>
            <a:spLocks noGrp="1"/>
          </p:cNvSpPr>
          <p:nvPr/>
        </p:nvSpPr>
        <p:spPr>
          <a:xfrm>
            <a:off x="1257300" y="494157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print(record["sensor_id"], status)</a:t>
            </a:r>
          </a:p>
        </p:txBody>
      </p:sp>
      <p:sp>
        <p:nvSpPr>
          <p:cNvPr id="22" name="">
            <a:extLst>
              <a:ext uri="{FF2B5EF4-FFF2-40B4-BE49-F238E27FC236}">
                <ns3:creationId id="{B6B44737-FF28-4060-B19C-AF8CF4A5EDE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23" name="">
            <a:extLst>
              <a:ext uri="{FF2B5EF4-FFF2-40B4-BE49-F238E27FC236}">
                <ns3:creationId id="{5C48AFAC-C0E0-4527-9B69-86F2B768799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112</a:t>
            </a:r>
          </a:p>
        </p:txBody>
      </p:sp>
    </p:spTree>
    <p:extLst>
      <p:ext uri="{BB962C8B-B14F-4D97-AF65-F5344CB8AC3E}">
        <ns4:creationId val="1400200064"/>
      </p:ext>
    </p:extLst>
  </p:cSld>
</p:sld>
</file>

<file path=ppt/slides/slide1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7b99170e926a4c1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60E5132-EF35-4B79-86E0-5C0E9116057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398AE2E-39F4-4550-8AC6-97EE0049B74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더 해보기 · 점검표의 전체 출력</a:t>
            </a:r>
          </a:p>
        </p:txBody>
      </p:sp>
      <p:sp>
        <p:nvSpPr>
          <p:cNvPr id="4" name="">
            <a:extLst>
              <a:ext uri="{FF2B5EF4-FFF2-40B4-BE49-F238E27FC236}">
                <ns3:creationId id="{84729236-BFF4-4919-BE47-BA478FFF37F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170B85E-243B-4B34-9C9F-ADFD3E3C7D6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각 기록에서 temperature_c를 읽고, 미측정 또는24℃ 초과 여부를 판단합니다.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D568EEE6-AE5D-4805-97F8-259C247D0D65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B58D345C-E866-4ACA-AB42-2ED1F93B4FC4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8974D297-DF9B-461C-B965-C9488BCB6FCC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S01 정상</a:t>
            </a:r>
          </a:p>
        </p:txBody>
      </p:sp>
      <p:sp>
        <p:nvSpPr>
          <p:cNvPr id="9" name="">
            <a:extLst>
              <a:ext uri="{FF2B5EF4-FFF2-40B4-BE49-F238E27FC236}">
                <ns3:creationId id="{127EC458-EE79-4FCA-9B99-708F1C70A2AA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48326555-E9DC-441F-8279-61155B90C7DE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S02 확인</a:t>
            </a:r>
          </a:p>
        </p:txBody>
      </p:sp>
      <p:sp>
        <p:nvSpPr>
          <p:cNvPr id="11" name="">
            <a:extLst>
              <a:ext uri="{FF2B5EF4-FFF2-40B4-BE49-F238E27FC236}">
                <ns3:creationId id="{C0444BA1-57CC-4BE8-8FDE-3B9F9C7870B8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8D056167-9659-45EB-81AA-5C13F8CEE8C7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S03 미측정</a:t>
            </a:r>
          </a:p>
        </p:txBody>
      </p:sp>
      <p:sp>
        <p:nvSpPr>
          <p:cNvPr id="13" name="">
            <a:extLst>
              <a:ext uri="{FF2B5EF4-FFF2-40B4-BE49-F238E27FC236}">
                <ns3:creationId id="{DCA777B5-A05C-4C3F-B45D-D7A388556C4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4" name="">
            <a:extLst>
              <a:ext uri="{FF2B5EF4-FFF2-40B4-BE49-F238E27FC236}">
                <ns3:creationId id="{796243B1-F7F5-423B-8C10-FE9F1363706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113</a:t>
            </a:r>
          </a:p>
        </p:txBody>
      </p:sp>
    </p:spTree>
    <p:extLst>
      <p:ext uri="{BB962C8B-B14F-4D97-AF65-F5344CB8AC3E}">
        <ns4:creationId val="70242041"/>
      </p:ext>
    </p:extLst>
  </p:cSld>
</p:sld>
</file>

<file path=ppt/slides/slide1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52994bc0cac449e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B7996FA-89C1-4413-8C58-8ABA6951392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C7C0578D-0B2F-4A81-8C80-2D9DAAF2E82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더 해보기 · 제공 점검표의 결과</a:t>
            </a:r>
          </a:p>
        </p:txBody>
      </p:sp>
      <p:sp>
        <p:nvSpPr>
          <p:cNvPr id="4" name="">
            <a:extLst>
              <a:ext uri="{FF2B5EF4-FFF2-40B4-BE49-F238E27FC236}">
                <ns3:creationId id="{68B3ED75-FB42-4703-9ACA-D303C2E91A8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367344"/>
                <a:gridCol w="3524487"/>
                <a:gridCol w="3928568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온도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None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0EEB0A70-F10C-459F-8770-DB7D282B2BA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7" name="">
            <a:extLst>
              <a:ext uri="{FF2B5EF4-FFF2-40B4-BE49-F238E27FC236}">
                <ns3:creationId id="{57187F12-F990-4309-93FB-0C4CDF4D1A0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114</a:t>
            </a:r>
          </a:p>
        </p:txBody>
      </p:sp>
    </p:spTree>
    <p:extLst>
      <p:ext uri="{BB962C8B-B14F-4D97-AF65-F5344CB8AC3E}">
        <ns4:creationId val="1825621110"/>
      </p:ext>
    </p:extLst>
  </p:cSld>
</p:sld>
</file>

<file path=ppt/slides/slide1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3" name=""/>
          <p:cNvPicPr>
            <a:picLocks noChangeAspect="1"/>
          </p:cNvPicPr>
          <p:nvPr/>
        </p:nvPicPr>
        <p:blipFill>
          <a:blip r:embed="Rdf45a3a4c63f4cf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88A984F-D543-48AC-843E-0AB4A138655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418046D8-2207-4F42-9D3D-4A93050BDB0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A17 오류를 찾아 고치세요</a:t>
            </a:r>
          </a:p>
        </p:txBody>
      </p:sp>
      <p:sp>
        <p:nvSpPr>
          <p:cNvPr id="4" name="">
            <a:extLst>
              <a:ext uri="{FF2B5EF4-FFF2-40B4-BE49-F238E27FC236}">
                <ns3:creationId id="{9D20EA65-170C-43A0-BA74-6C61F289626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9BB0C28-CE53-4211-A0D2-6ACBB8DF255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work/A17_broken.py</a:t>
            </a:r>
          </a:p>
        </p:txBody>
      </p:sp>
      <p:sp>
        <p:nvSpPr>
          <p:cNvPr id="6" name="">
            <a:extLst>
              <a:ext uri="{FF2B5EF4-FFF2-40B4-BE49-F238E27FC236}">
                <ns3:creationId id="{41980F9D-9317-4C3D-BA17-A07D4356130A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work/A17_broken.py</a:t>
            </a:r>
          </a:p>
        </p:txBody>
      </p:sp>
      <p:sp>
        <p:nvSpPr>
          <p:cNvPr id="7" name="">
            <a:extLst>
              <a:ext uri="{FF2B5EF4-FFF2-40B4-BE49-F238E27FC236}">
                <ns3:creationId id="{2D05EEC5-62B0-4447-B792-7361EA6ADC9E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4C07D43B-0D06-406C-BAFD-A0FBF179436F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F1A4BF39-18CA-4D36-9E85-8BE9CC629625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temperatures = [23.0, 24.0, 25.0]</a:t>
            </a:r>
          </a:p>
        </p:txBody>
      </p:sp>
      <p:sp>
        <p:nvSpPr>
          <p:cNvPr id="10" name="">
            <a:extLst>
              <a:ext uri="{FF2B5EF4-FFF2-40B4-BE49-F238E27FC236}">
                <ns3:creationId id="{818C3C36-CDDD-44FE-9DE2-9A67A52C81CB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1FCB05A5-9523-482B-A960-32D913431DA6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temperature_c in temperatures:</a:t>
            </a:r>
          </a:p>
        </p:txBody>
      </p:sp>
      <p:sp>
        <p:nvSpPr>
          <p:cNvPr id="12" name="">
            <a:extLst>
              <a:ext uri="{FF2B5EF4-FFF2-40B4-BE49-F238E27FC236}">
                <ns3:creationId id="{F022F588-C20C-4EAF-BC83-53ECB7736223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52E3AD72-A830-4AF4-98AE-8F2A17C30B3E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temperature_c &gt;= 24.0:</a:t>
            </a:r>
          </a:p>
        </p:txBody>
      </p:sp>
      <p:sp>
        <p:nvSpPr>
          <p:cNvPr id="14" name="">
            <a:extLst>
              <a:ext uri="{FF2B5EF4-FFF2-40B4-BE49-F238E27FC236}">
                <ns3:creationId id="{59B7AC4B-F3A7-40DA-843B-2E950719A7DF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17F79508-1E8F-4F89-86BF-22350A1D60EF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print(temperature_c, "확인")</a:t>
            </a:r>
          </a:p>
        </p:txBody>
      </p:sp>
      <p:sp>
        <p:nvSpPr>
          <p:cNvPr id="16" name="">
            <a:extLst>
              <a:ext uri="{FF2B5EF4-FFF2-40B4-BE49-F238E27FC236}">
                <ns3:creationId id="{0A98B283-3B73-4DCA-8BCB-E8BED07B950D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FBBD169C-5785-44D8-A92D-9498D0498B8C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else:</a:t>
            </a:r>
          </a:p>
        </p:txBody>
      </p:sp>
      <p:sp>
        <p:nvSpPr>
          <p:cNvPr id="18" name="">
            <a:extLst>
              <a:ext uri="{FF2B5EF4-FFF2-40B4-BE49-F238E27FC236}">
                <ns3:creationId id="{D62533D8-EA90-44F1-ADE1-CD4B575779A5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0FE86C6E-5D68-4AC9-A174-E8DD4579257C}"/>
              </a:ext>
            </a:extLst>
          </p:cNvPr>
          <p:cNvSpPr>
            <a:spLocks noGrp="1"/>
          </p:cNvSpPr>
          <p:nvPr/>
        </p:nvSpPr>
        <p:spPr>
          <a:xfrm>
            <a:off x="1257300" y="463200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print(temperature_c, "정상")</a:t>
            </a:r>
          </a:p>
        </p:txBody>
      </p:sp>
      <p:sp>
        <p:nvSpPr>
          <p:cNvPr id="20" name="">
            <a:extLst>
              <a:ext uri="{FF2B5EF4-FFF2-40B4-BE49-F238E27FC236}">
                <ns3:creationId id="{89EA33C3-407E-4FDF-B6F0-6660FA4614A0}"/>
              </a:ext>
            </a:extLst>
          </p:cNvPr>
          <p:cNvSpPr>
            <a:spLocks noGrp="1"/>
          </p:cNvSpPr>
          <p:nvPr/>
        </p:nvSpPr>
        <p:spPr>
          <a:xfrm>
            <a:off x="685800" y="5265420"/>
            <a:ext cx="10820400" cy="8305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예상: 실행되지만 결과가 틀립니다.</a:t>
            </a:r>
          </a:p>
        </p:txBody>
      </p:sp>
      <p:sp>
        <p:nvSpPr>
          <p:cNvPr id="21" name="">
            <a:extLst>
              <a:ext uri="{FF2B5EF4-FFF2-40B4-BE49-F238E27FC236}">
                <ns3:creationId id="{C6A93453-3FE0-4787-9DDC-850BA0EF42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22" name="">
            <a:extLst>
              <a:ext uri="{FF2B5EF4-FFF2-40B4-BE49-F238E27FC236}">
                <ns3:creationId id="{DCF89EB9-F3E5-4614-9AFF-00CA5EFFCEA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115</a:t>
            </a:r>
          </a:p>
        </p:txBody>
      </p:sp>
    </p:spTree>
    <p:extLst>
      <p:ext uri="{BB962C8B-B14F-4D97-AF65-F5344CB8AC3E}">
        <ns4:creationId val="357876219"/>
      </p:ext>
    </p:extLst>
  </p:cSld>
</p:sld>
</file>

<file path=ppt/slides/slide1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26d941e83fed439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9F4D62C-92A6-456E-BA80-C35F866370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401B1E5-E2BA-4B44-9256-3E2C487A4AD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05E28318-115C-4AE0-969A-AFC2A7698A8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A17 원인을 설명하고 다시 실행</a:t>
            </a:r>
          </a:p>
        </p:txBody>
      </p:sp>
      <p:sp>
        <p:nvSpPr>
          <p:cNvPr id="5" name="">
            <a:extLst>
              <a:ext uri="{FF2B5EF4-FFF2-40B4-BE49-F238E27FC236}">
                <ns3:creationId id="{C0084083-4F64-40E7-A3C2-1EEC84B8212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A0728CE-FD6B-4670-9E26-A0021C40F098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164C7FB-C984-4BB8-8953-331D88CAC4F7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오류 마지막 줄 또는 실제 출력을 적으세요.</a:t>
            </a:r>
          </a:p>
        </p:txBody>
      </p:sp>
      <p:sp>
        <p:nvSpPr>
          <p:cNvPr id="8" name="">
            <a:extLst>
              <a:ext uri="{FF2B5EF4-FFF2-40B4-BE49-F238E27FC236}">
                <ns3:creationId id="{E9A7ACAD-DB0E-48EB-9990-0A2F341F6C99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0B5DDC49-D21E-45B4-B2F3-450761658E54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다른 파일에 직접 고쳐 저장하고 다시 실행하세요.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C6F2EAA1-FA04-47A3-91CC-86FE7203EBA5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9DA16E30-AF23-4A09-8022-19C46FA32AC0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기준을 25.0 초과로 바꾸고 세 값의 예상 결과부터 적으세요.</a:t>
            </a:r>
          </a:p>
        </p:txBody>
      </p:sp>
      <p:sp>
        <p:nvSpPr>
          <p:cNvPr id="12" name="">
            <a:extLst>
              <a:ext uri="{FF2B5EF4-FFF2-40B4-BE49-F238E27FC236}">
                <ns3:creationId id="{AEC43698-F9F2-42AE-848E-84995251A8D6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8524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웹에서 코드 복사하기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2A4767EE-BEB6-42A3-90A8-84CE756729A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4" name="">
            <a:extLst>
              <a:ext uri="{FF2B5EF4-FFF2-40B4-BE49-F238E27FC236}">
                <ns3:creationId id="{A8FAF899-9CF6-4049-91C5-85185D6ABF3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116</a:t>
            </a:r>
          </a:p>
        </p:txBody>
      </p:sp>
    </p:spTree>
    <p:extLst>
      <p:ext uri="{BB962C8B-B14F-4D97-AF65-F5344CB8AC3E}">
        <ns4:creationId val="2079856132"/>
      </p:ext>
    </p:extLst>
  </p:cSld>
</p:sld>
</file>

<file path=ppt/slides/slide1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079b490479e948d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38ED791-C5D0-4F8A-9DB6-4CC7CF09B17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E72A541A-97AD-44CC-AE5B-763961BF6B9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A17 수정 코드와 결과</a:t>
            </a:r>
          </a:p>
        </p:txBody>
      </p:sp>
      <p:sp>
        <p:nvSpPr>
          <p:cNvPr id="4" name="">
            <a:extLst>
              <a:ext uri="{FF2B5EF4-FFF2-40B4-BE49-F238E27FC236}">
                <ns3:creationId id="{E2886CAD-DCA7-48CD-B59A-AC9CF0C23FB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CF8049C-8C8E-4254-973D-B46E475CCC8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이번 업무 규칙은 24.0 초과입니다.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22F9F7EA-11D0-4122-BDB0-8B396EA9D965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D2DBAA7C-9313-4071-AE56-D50DF59EFAD7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B27CF5F9-6A02-479C-B596-D3F6EF41FFD3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temperatures = [23.0, 24.0, 25.0]</a:t>
            </a:r>
          </a:p>
        </p:txBody>
      </p:sp>
      <p:sp>
        <p:nvSpPr>
          <p:cNvPr id="9" name="">
            <a:extLst>
              <a:ext uri="{FF2B5EF4-FFF2-40B4-BE49-F238E27FC236}">
                <ns3:creationId id="{78862DB9-5A42-4F88-A42B-ECB1D0720B8D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DD54B03E-A024-424F-8E89-A1F20BA32AFC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temperature_c in temperatures:</a:t>
            </a:r>
          </a:p>
        </p:txBody>
      </p:sp>
      <p:sp>
        <p:nvSpPr>
          <p:cNvPr id="11" name="">
            <a:extLst>
              <a:ext uri="{FF2B5EF4-FFF2-40B4-BE49-F238E27FC236}">
                <ns3:creationId id="{0DAB5748-ED09-4631-A0EF-8E14220FC28E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F48A465D-6642-4D26-9A42-90C3B6BAA431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temperature_c &gt; 24.0:</a:t>
            </a:r>
          </a:p>
        </p:txBody>
      </p:sp>
      <p:sp>
        <p:nvSpPr>
          <p:cNvPr id="13" name="">
            <a:extLst>
              <a:ext uri="{FF2B5EF4-FFF2-40B4-BE49-F238E27FC236}">
                <ns3:creationId id="{DF5B1674-28E1-4E92-9AA9-BD7146C2AFB0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4FA20AD4-46F0-4CFB-A460-8A6740054863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print(temperature_c, "확인")</a:t>
            </a:r>
          </a:p>
        </p:txBody>
      </p:sp>
      <p:sp>
        <p:nvSpPr>
          <p:cNvPr id="15" name="">
            <a:extLst>
              <a:ext uri="{FF2B5EF4-FFF2-40B4-BE49-F238E27FC236}">
                <ns3:creationId id="{22B013E6-B7B6-4C69-B80D-FE8DB60007F5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78A5E774-7E1A-4C25-A3C1-7A6B398363B4}"/>
              </a:ext>
            </a:extLst>
          </p:cNvPr>
          <p:cNvSpPr>
            <a:spLocks noGrp="1"/>
          </p:cNvSpPr>
          <p:nvPr/>
        </p:nvSpPr>
        <p:spPr>
          <a:xfrm>
            <a:off x="1257300" y="386143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else:</a:t>
            </a:r>
          </a:p>
        </p:txBody>
      </p:sp>
      <p:sp>
        <p:nvSpPr>
          <p:cNvPr id="17" name="">
            <a:extLst>
              <a:ext uri="{FF2B5EF4-FFF2-40B4-BE49-F238E27FC236}">
                <ns3:creationId id="{1EA2FCB8-F2EF-42C8-A8AE-1058501C4B89}"/>
              </a:ext>
            </a:extLst>
          </p:cNvPr>
          <p:cNvSpPr>
            <a:spLocks noGrp="1"/>
          </p:cNvSpPr>
          <p:nvPr/>
        </p:nvSpPr>
        <p:spPr>
          <a:xfrm>
            <a:off x="838200" y="419957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8" name="">
            <a:extLst>
              <a:ext uri="{FF2B5EF4-FFF2-40B4-BE49-F238E27FC236}">
                <ns3:creationId id="{5C5632B3-DB49-47A4-BE51-37878D65A21D}"/>
              </a:ext>
            </a:extLst>
          </p:cNvPr>
          <p:cNvSpPr>
            <a:spLocks noGrp="1"/>
          </p:cNvSpPr>
          <p:nvPr/>
        </p:nvSpPr>
        <p:spPr>
          <a:xfrm>
            <a:off x="1257300" y="417099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print(temperature_c, "정상")</a:t>
            </a:r>
          </a:p>
        </p:txBody>
      </p:sp>
      <p:sp>
        <p:nvSpPr>
          <p:cNvPr id="19" name="">
            <a:extLst>
              <a:ext uri="{FF2B5EF4-FFF2-40B4-BE49-F238E27FC236}">
                <ns3:creationId id="{F6283C80-3476-4D6A-A01B-2743B2AA6395}"/>
              </a:ext>
            </a:extLst>
          </p:cNvPr>
          <p:cNvSpPr>
            <a:spLocks noGrp="1"/>
          </p:cNvSpPr>
          <p:nvPr/>
        </p:nvSpPr>
        <p:spPr>
          <a:xfrm>
            <a:off x="685800" y="4804410"/>
            <a:ext cx="10820400" cy="12915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정상 출력: 23.0 정상 / 24.0 정상 / 25.0 확인</a:t>
            </a:r>
          </a:p>
        </p:txBody>
      </p:sp>
      <p:sp>
        <p:nvSpPr>
          <p:cNvPr id="20" name="">
            <a:extLst>
              <a:ext uri="{FF2B5EF4-FFF2-40B4-BE49-F238E27FC236}">
                <ns3:creationId id="{9F2CFC3E-1CCD-478F-891B-64A6A0865BB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21" name="">
            <a:extLst>
              <a:ext uri="{FF2B5EF4-FFF2-40B4-BE49-F238E27FC236}">
                <ns3:creationId id="{77E1413B-9A60-4106-A40E-43A4E5A7384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117</a:t>
            </a:r>
          </a:p>
        </p:txBody>
      </p:sp>
    </p:spTree>
    <p:extLst>
      <p:ext uri="{BB962C8B-B14F-4D97-AF65-F5344CB8AC3E}">
        <ns4:creationId val="504561633"/>
      </p:ext>
    </p:extLst>
  </p:cSld>
</p:sld>
</file>

<file path=ppt/slides/slide1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5" name=""/>
          <p:cNvPicPr>
            <a:picLocks noChangeAspect="1"/>
          </p:cNvPicPr>
          <p:nvPr/>
        </p:nvPicPr>
        <p:blipFill>
          <a:blip r:embed="R15bc2605865549c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3A7634E-9564-4CCF-BCA7-9B4095A52FC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226597E-B3E1-486B-9609-73A5457E4EB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A18 오류를 찾아 고치세요</a:t>
            </a:r>
          </a:p>
        </p:txBody>
      </p:sp>
      <p:sp>
        <p:nvSpPr>
          <p:cNvPr id="4" name="">
            <a:extLst>
              <a:ext uri="{FF2B5EF4-FFF2-40B4-BE49-F238E27FC236}">
                <ns3:creationId id="{8349F07D-F89C-4C3E-9C35-448E7C4D8E0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FC77258-9D60-42DB-BD25-5ECE0A5AA361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저장: work/A18_broken.py</a:t>
            </a:r>
          </a:p>
        </p:txBody>
      </p:sp>
      <p:sp>
        <p:nvSpPr>
          <p:cNvPr id="6" name="">
            <a:extLst>
              <a:ext uri="{FF2B5EF4-FFF2-40B4-BE49-F238E27FC236}">
                <ns3:creationId id="{C875AD5B-FAC5-457E-A944-DDED980C62F6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터미널: python -X utf8 work/A18_broken.py</a:t>
            </a:r>
          </a:p>
        </p:txBody>
      </p:sp>
      <p:sp>
        <p:nvSpPr>
          <p:cNvPr id="7" name="">
            <a:extLst>
              <a:ext uri="{FF2B5EF4-FFF2-40B4-BE49-F238E27FC236}">
                <ns3:creationId id="{6CC572DE-3CFA-4643-A642-6DAA14EFD2CB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09454B64-67F4-4EEE-A724-52E98E64B958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47AE75A6-241E-405A-87A8-F822390AC222}"/>
              </a:ext>
            </a:extLst>
          </p:cNvPr>
          <p:cNvSpPr>
            <a:spLocks noGrp="1"/>
          </p:cNvSpPr>
          <p:nvPr/>
        </p:nvSpPr>
        <p:spPr>
          <a:xfrm>
            <a:off x="1257300" y="308419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price = 2000</a:t>
            </a:r>
          </a:p>
        </p:txBody>
      </p:sp>
      <p:sp>
        <p:nvSpPr>
          <p:cNvPr id="10" name="">
            <a:extLst>
              <a:ext uri="{FF2B5EF4-FFF2-40B4-BE49-F238E27FC236}">
                <ns3:creationId id="{8F178ECE-4D6D-4E89-B573-6B0034B9344C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250E5A56-9AF7-4C67-B1D0-D3279B363C1A}"/>
              </a:ext>
            </a:extLst>
          </p:cNvPr>
          <p:cNvSpPr>
            <a:spLocks noGrp="1"/>
          </p:cNvSpPr>
          <p:nvPr/>
        </p:nvSpPr>
        <p:spPr>
          <a:xfrm>
            <a:off x="1257300" y="339375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count = 3</a:t>
            </a:r>
          </a:p>
        </p:txBody>
      </p:sp>
      <p:sp>
        <p:nvSpPr>
          <p:cNvPr id="12" name="">
            <a:extLst>
              <a:ext uri="{FF2B5EF4-FFF2-40B4-BE49-F238E27FC236}">
                <ns3:creationId id="{6DABF9DE-1FFA-4FE4-9188-E4E260FB8F4D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0E1198B8-E1F6-49AA-9661-A91E51164EEF}"/>
              </a:ext>
            </a:extLst>
          </p:cNvPr>
          <p:cNvSpPr>
            <a:spLocks noGrp="1"/>
          </p:cNvSpPr>
          <p:nvPr/>
        </p:nvSpPr>
        <p:spPr>
          <a:xfrm>
            <a:off x="1257300" y="370332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total = price + count</a:t>
            </a:r>
          </a:p>
        </p:txBody>
      </p:sp>
      <p:sp>
        <p:nvSpPr>
          <p:cNvPr id="14" name="">
            <a:extLst>
              <a:ext uri="{FF2B5EF4-FFF2-40B4-BE49-F238E27FC236}">
                <ns3:creationId id="{498BC75B-575E-496C-B70A-C6E59A78C514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4568003C-08DE-4F00-B74C-27B852251AE3}"/>
              </a:ext>
            </a:extLst>
          </p:cNvPr>
          <p:cNvSpPr>
            <a:spLocks noGrp="1"/>
          </p:cNvSpPr>
          <p:nvPr/>
        </p:nvSpPr>
        <p:spPr>
          <a:xfrm>
            <a:off x="1257300" y="401288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total &gt;= 5000:</a:t>
            </a:r>
          </a:p>
        </p:txBody>
      </p:sp>
      <p:sp>
        <p:nvSpPr>
          <p:cNvPr id="16" name="">
            <a:extLst>
              <a:ext uri="{FF2B5EF4-FFF2-40B4-BE49-F238E27FC236}">
                <ns3:creationId id="{C712D0C1-28B0-4FF6-8D86-5365C4B74290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CD4644DE-C5EF-44AD-A692-C09DBFB63B6E}"/>
              </a:ext>
            </a:extLst>
          </p:cNvPr>
          <p:cNvSpPr>
            <a:spLocks noGrp="1"/>
          </p:cNvSpPr>
          <p:nvPr/>
        </p:nvSpPr>
        <p:spPr>
          <a:xfrm>
            <a:off x="1257300" y="432244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print(total, "무료 배송")</a:t>
            </a:r>
          </a:p>
        </p:txBody>
      </p:sp>
      <p:sp>
        <p:nvSpPr>
          <p:cNvPr id="18" name="">
            <a:extLst>
              <a:ext uri="{FF2B5EF4-FFF2-40B4-BE49-F238E27FC236}">
                <ns3:creationId id="{F335F08C-F87C-499D-A1FD-D011676EBB11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88F24119-B1A9-4CE7-A21F-5BF7ADB8FA2E}"/>
              </a:ext>
            </a:extLst>
          </p:cNvPr>
          <p:cNvSpPr>
            <a:spLocks noGrp="1"/>
          </p:cNvSpPr>
          <p:nvPr/>
        </p:nvSpPr>
        <p:spPr>
          <a:xfrm>
            <a:off x="1257300" y="463200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else:</a:t>
            </a:r>
          </a:p>
        </p:txBody>
      </p:sp>
      <p:sp>
        <p:nvSpPr>
          <p:cNvPr id="20" name="">
            <a:extLst>
              <a:ext uri="{FF2B5EF4-FFF2-40B4-BE49-F238E27FC236}">
                <ns3:creationId id="{8233034D-3EFC-4B83-9956-391EEAF489B8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077919FC-2BD0-46E5-96E3-50A0866CD2D5}"/>
              </a:ext>
            </a:extLst>
          </p:cNvPr>
          <p:cNvSpPr>
            <a:spLocks noGrp="1"/>
          </p:cNvSpPr>
          <p:nvPr/>
        </p:nvSpPr>
        <p:spPr>
          <a:xfrm>
            <a:off x="1257300" y="494157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print(total, "배송비 추가")</a:t>
            </a:r>
          </a:p>
        </p:txBody>
      </p:sp>
      <p:sp>
        <p:nvSpPr>
          <p:cNvPr id="22" name="">
            <a:extLst>
              <a:ext uri="{FF2B5EF4-FFF2-40B4-BE49-F238E27FC236}">
                <ns3:creationId id="{40BBC7B5-3B70-46B3-BB27-0102946D54E4}"/>
              </a:ext>
            </a:extLst>
          </p:cNvPr>
          <p:cNvSpPr>
            <a:spLocks noGrp="1"/>
          </p:cNvSpPr>
          <p:nvPr/>
        </p:nvSpPr>
        <p:spPr>
          <a:xfrm>
            <a:off x="685800" y="5574983"/>
            <a:ext cx="10820400" cy="52101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예상: 실행되지만 결과가 틀립니다.</a:t>
            </a:r>
          </a:p>
        </p:txBody>
      </p:sp>
      <p:sp>
        <p:nvSpPr>
          <p:cNvPr id="23" name="">
            <a:extLst>
              <a:ext uri="{FF2B5EF4-FFF2-40B4-BE49-F238E27FC236}">
                <ns3:creationId id="{0545FA80-731A-4089-91C6-24033608626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24" name="">
            <a:extLst>
              <a:ext uri="{FF2B5EF4-FFF2-40B4-BE49-F238E27FC236}">
                <ns3:creationId id="{3027A705-112A-43E6-BED0-C74F9D0232B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118</a:t>
            </a:r>
          </a:p>
        </p:txBody>
      </p:sp>
    </p:spTree>
    <p:extLst>
      <p:ext uri="{BB962C8B-B14F-4D97-AF65-F5344CB8AC3E}">
        <ns4:creationId val="1899409704"/>
      </p:ext>
    </p:extLst>
  </p:cSld>
</p:sld>
</file>

<file path=ppt/slides/slide1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610f4afc97c54d5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4656927-4F41-4205-88EA-FDC15F375F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39E866C-2107-433F-88B1-799BBFD9F72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B365639-5A5A-4189-8E4A-9A6BB42A26C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A18 원인을 설명하고 다시 실행</a:t>
            </a:r>
          </a:p>
        </p:txBody>
      </p:sp>
      <p:sp>
        <p:nvSpPr>
          <p:cNvPr id="5" name="">
            <a:extLst>
              <a:ext uri="{FF2B5EF4-FFF2-40B4-BE49-F238E27FC236}">
                <ns3:creationId id="{B3861FB4-9853-4DB3-BDF4-905E0D13669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ECC5C34-0B50-4F3D-A210-06661BD37907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05703AA-0616-47C7-AFD3-16C904386A4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오류 마지막 줄 또는 실제 출력을 적으세요.</a:t>
            </a:r>
          </a:p>
        </p:txBody>
      </p:sp>
      <p:sp>
        <p:nvSpPr>
          <p:cNvPr id="8" name="">
            <a:extLst>
              <a:ext uri="{FF2B5EF4-FFF2-40B4-BE49-F238E27FC236}">
                <ns3:creationId id="{8B22CE42-E773-4750-92EE-587C51F6ACE0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E7F48C8-AD59-4C0C-9D7C-80B69AE3D8FA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다른 파일에 직접 고쳐 저장하고 다시 실행하세요.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2C3FA123-8754-4840-911F-C121CB69E524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6A92A327-95C3-4DBB-B648-52BEB820E2DF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빈 파일에서 단가 1500, 수량 2, 총액 5000 이상 무료 배송 규칙을 직접 작성하세요. 예상 결과는 3000 배송비 추가입니다.</a:t>
            </a:r>
          </a:p>
        </p:txBody>
      </p:sp>
      <p:sp>
        <p:nvSpPr>
          <p:cNvPr id="12" name="">
            <a:extLst>
              <a:ext uri="{FF2B5EF4-FFF2-40B4-BE49-F238E27FC236}">
                <ns3:creationId id="{DFE9A338-07CC-451D-A475-9E84078A5DAB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8524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웹에서 코드 복사하기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D35D9797-76BE-4A58-A971-3069F169D63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4" name="">
            <a:extLst>
              <a:ext uri="{FF2B5EF4-FFF2-40B4-BE49-F238E27FC236}">
                <ns3:creationId id="{906CEAE8-7FDE-476D-96F2-E6FB5D3755D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119</a:t>
            </a:r>
          </a:p>
        </p:txBody>
      </p:sp>
    </p:spTree>
    <p:extLst>
      <p:ext uri="{BB962C8B-B14F-4D97-AF65-F5344CB8AC3E}">
        <ns4:creationId val="1008569253"/>
      </p:ext>
    </p:extLst>
  </p:cSld>
</p:sld>
</file>

<file path=ppt/slides/slide1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28654c6a67ed4a1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E8A0059-3DF1-4D04-AC22-8AC17E4E303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E06DFDDB-4491-46C8-B01E-A1BB3E5B573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A18 수정 코드와 결과</a:t>
            </a:r>
          </a:p>
        </p:txBody>
      </p:sp>
      <p:sp>
        <p:nvSpPr>
          <p:cNvPr id="4" name="">
            <a:extLst>
              <a:ext uri="{FF2B5EF4-FFF2-40B4-BE49-F238E27FC236}">
                <ns3:creationId id="{949D9049-27F4-4C91-866A-B20CF5871ED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FFB48B5-755B-4A37-AC75-497A912FD40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총액은 단가 × 수량입니다.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7FD5C46-E1CC-4231-A9D2-9D2B6815F3F6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7C4987B6-A3DB-4F4A-9359-480EC732FC6D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7EEC51E2-AEE1-4D7E-B60E-81DC77380317}"/>
              </a:ext>
            </a:extLst>
          </p:cNvPr>
          <p:cNvSpPr>
            <a:spLocks noGrp="1"/>
          </p:cNvSpPr>
          <p:nvPr/>
        </p:nvSpPr>
        <p:spPr>
          <a:xfrm>
            <a:off x="1257300" y="262318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price = 2000</a:t>
            </a:r>
          </a:p>
        </p:txBody>
      </p:sp>
      <p:sp>
        <p:nvSpPr>
          <p:cNvPr id="9" name="">
            <a:extLst>
              <a:ext uri="{FF2B5EF4-FFF2-40B4-BE49-F238E27FC236}">
                <ns3:creationId id="{AE7EEE43-BF3D-4920-9E49-D2BFD661B207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C2886623-741F-43B1-858C-3245EAD0ED81}"/>
              </a:ext>
            </a:extLst>
          </p:cNvPr>
          <p:cNvSpPr>
            <a:spLocks noGrp="1"/>
          </p:cNvSpPr>
          <p:nvPr/>
        </p:nvSpPr>
        <p:spPr>
          <a:xfrm>
            <a:off x="1257300" y="293274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count = 3</a:t>
            </a:r>
          </a:p>
        </p:txBody>
      </p:sp>
      <p:sp>
        <p:nvSpPr>
          <p:cNvPr id="11" name="">
            <a:extLst>
              <a:ext uri="{FF2B5EF4-FFF2-40B4-BE49-F238E27FC236}">
                <ns3:creationId id="{03167112-B215-4B92-87A7-E8F803FDC516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D639C072-22AE-47B8-BD6F-46D67C8636FE}"/>
              </a:ext>
            </a:extLst>
          </p:cNvPr>
          <p:cNvSpPr>
            <a:spLocks noGrp="1"/>
          </p:cNvSpPr>
          <p:nvPr/>
        </p:nvSpPr>
        <p:spPr>
          <a:xfrm>
            <a:off x="1257300" y="324231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total = price * count</a:t>
            </a:r>
          </a:p>
        </p:txBody>
      </p:sp>
      <p:sp>
        <p:nvSpPr>
          <p:cNvPr id="13" name="">
            <a:extLst>
              <a:ext uri="{FF2B5EF4-FFF2-40B4-BE49-F238E27FC236}">
                <ns3:creationId id="{44F5B7A5-62E2-4C38-B8DD-A86C1DB10F41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D7A6501D-D624-4448-83F3-B8ED5997C068}"/>
              </a:ext>
            </a:extLst>
          </p:cNvPr>
          <p:cNvSpPr>
            <a:spLocks noGrp="1"/>
          </p:cNvSpPr>
          <p:nvPr/>
        </p:nvSpPr>
        <p:spPr>
          <a:xfrm>
            <a:off x="1257300" y="355187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total &gt;= 5000:</a:t>
            </a:r>
          </a:p>
        </p:txBody>
      </p:sp>
      <p:sp>
        <p:nvSpPr>
          <p:cNvPr id="15" name="">
            <a:extLst>
              <a:ext uri="{FF2B5EF4-FFF2-40B4-BE49-F238E27FC236}">
                <ns3:creationId id="{D66F50DB-B3AE-413F-BB07-0B1F7097A3F2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BFAC5340-847A-4756-87B0-2D572BC00EFD}"/>
              </a:ext>
            </a:extLst>
          </p:cNvPr>
          <p:cNvSpPr>
            <a:spLocks noGrp="1"/>
          </p:cNvSpPr>
          <p:nvPr/>
        </p:nvSpPr>
        <p:spPr>
          <a:xfrm>
            <a:off x="1257300" y="386143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print(total, "무료 배송")</a:t>
            </a:r>
          </a:p>
        </p:txBody>
      </p:sp>
      <p:sp>
        <p:nvSpPr>
          <p:cNvPr id="17" name="">
            <a:extLst>
              <a:ext uri="{FF2B5EF4-FFF2-40B4-BE49-F238E27FC236}">
                <ns3:creationId id="{9C52D44F-0ED2-4AD6-9807-63D1E6F40188}"/>
              </a:ext>
            </a:extLst>
          </p:cNvPr>
          <p:cNvSpPr>
            <a:spLocks noGrp="1"/>
          </p:cNvSpPr>
          <p:nvPr/>
        </p:nvSpPr>
        <p:spPr>
          <a:xfrm>
            <a:off x="838200" y="419957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8" name="">
            <a:extLst>
              <a:ext uri="{FF2B5EF4-FFF2-40B4-BE49-F238E27FC236}">
                <ns3:creationId id="{0A708A66-A26E-4E66-A668-3F853584E41F}"/>
              </a:ext>
            </a:extLst>
          </p:cNvPr>
          <p:cNvSpPr>
            <a:spLocks noGrp="1"/>
          </p:cNvSpPr>
          <p:nvPr/>
        </p:nvSpPr>
        <p:spPr>
          <a:xfrm>
            <a:off x="1257300" y="417099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else:</a:t>
            </a:r>
          </a:p>
        </p:txBody>
      </p:sp>
      <p:sp>
        <p:nvSpPr>
          <p:cNvPr id="19" name="">
            <a:extLst>
              <a:ext uri="{FF2B5EF4-FFF2-40B4-BE49-F238E27FC236}">
                <ns3:creationId id="{861D3441-6C9C-4B86-AFCA-6BFB816780EC}"/>
              </a:ext>
            </a:extLst>
          </p:cNvPr>
          <p:cNvSpPr>
            <a:spLocks noGrp="1"/>
          </p:cNvSpPr>
          <p:nvPr/>
        </p:nvSpPr>
        <p:spPr>
          <a:xfrm>
            <a:off x="838200" y="450913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0" name="">
            <a:extLst>
              <a:ext uri="{FF2B5EF4-FFF2-40B4-BE49-F238E27FC236}">
                <ns3:creationId id="{EC0B86DE-AFE9-4F38-840A-3D9596F0FFF6}"/>
              </a:ext>
            </a:extLst>
          </p:cNvPr>
          <p:cNvSpPr>
            <a:spLocks noGrp="1"/>
          </p:cNvSpPr>
          <p:nvPr/>
        </p:nvSpPr>
        <p:spPr>
          <a:xfrm>
            <a:off x="1257300" y="448056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print(total, "배송비 추가")</a:t>
            </a:r>
          </a:p>
        </p:txBody>
      </p:sp>
      <p:sp>
        <p:nvSpPr>
          <p:cNvPr id="21" name="">
            <a:extLst>
              <a:ext uri="{FF2B5EF4-FFF2-40B4-BE49-F238E27FC236}">
                <ns3:creationId id="{F94977C2-9C5D-4890-AC44-02296EE51502}"/>
              </a:ext>
            </a:extLst>
          </p:cNvPr>
          <p:cNvSpPr>
            <a:spLocks noGrp="1"/>
          </p:cNvSpPr>
          <p:nvPr/>
        </p:nvSpPr>
        <p:spPr>
          <a:xfrm>
            <a:off x="685800" y="5113973"/>
            <a:ext cx="10820400" cy="98202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정상 출력: 6000 무료 배송</a:t>
            </a:r>
          </a:p>
        </p:txBody>
      </p:sp>
      <p:sp>
        <p:nvSpPr>
          <p:cNvPr id="22" name="">
            <a:extLst>
              <a:ext uri="{FF2B5EF4-FFF2-40B4-BE49-F238E27FC236}">
                <ns3:creationId id="{72F5BF18-6F25-40F5-AA21-A506EE8DB5B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23" name="">
            <a:extLst>
              <a:ext uri="{FF2B5EF4-FFF2-40B4-BE49-F238E27FC236}">
                <ns3:creationId id="{B3F7DD8B-5C56-45CE-8C5C-19CD7A7ACCF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120</a:t>
            </a:r>
          </a:p>
        </p:txBody>
      </p:sp>
    </p:spTree>
    <p:extLst>
      <p:ext uri="{BB962C8B-B14F-4D97-AF65-F5344CB8AC3E}">
        <ns4:creationId val="984609006"/>
      </p:ext>
    </p:extLst>
  </p:cSld>
</p:sld>
</file>

<file path=ppt/slides/slide1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170b14a9ea946c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107A14A-5F31-43CF-ACBA-E08302CD3E1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3601D91-52C3-407D-8252-6703A042B36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Python 문법의 기본</a:t>
            </a:r>
          </a:p>
        </p:txBody>
      </p:sp>
      <p:sp>
        <p:nvSpPr>
          <p:cNvPr id="4" name="">
            <a:extLst>
              <a:ext uri="{FF2B5EF4-FFF2-40B4-BE49-F238E27FC236}">
                <ns3:creationId id="{662B09B3-EC80-4EC1-B7C8-3437359974C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174C903-426F-48C4-A251-A9ECB816ECE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수업에서 사용한 문법의 원문을 확인할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2AB5442-D665-4138-95CA-12C23F7B7A4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2"/>
              </a:rPr>
              <a:t>https://docs.python.org/3/tutorial/introduction.html</a:t>
            </a:r>
          </a:p>
        </p:txBody>
      </p:sp>
      <p:sp>
        <p:nvSpPr>
          <p:cNvPr id="7" name="">
            <a:extLst>
              <a:ext uri="{FF2B5EF4-FFF2-40B4-BE49-F238E27FC236}">
                <ns3:creationId id="{6CA9A3A2-30C0-4E34-AC4C-0456B20E33FF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튜토리얼</a:t>
            </a:r>
          </a:p>
        </p:txBody>
      </p:sp>
      <p:sp>
        <p:nvSpPr>
          <p:cNvPr id="8" name="">
            <a:extLst>
              <a:ext uri="{FF2B5EF4-FFF2-40B4-BE49-F238E27FC236}">
                <ns3:creationId id="{CDEE2F34-151C-4469-AE48-18D72408CFD9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https://docs.python.org/3/tutorial/introduction.html</a:t>
            </a:r>
          </a:p>
        </p:txBody>
      </p:sp>
      <p:sp>
        <p:nvSpPr>
          <p:cNvPr id="9" name="">
            <a:extLst>
              <a:ext uri="{FF2B5EF4-FFF2-40B4-BE49-F238E27FC236}">
                <ns3:creationId id="{02F7790A-A6A8-4880-9BDD-D39251B9C76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37D253DC-D9D7-4BA8-8AEE-44C33E52DAC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121</a:t>
            </a:r>
          </a:p>
        </p:txBody>
      </p:sp>
    </p:spTree>
    <p:extLst>
      <p:ext uri="{BB962C8B-B14F-4D97-AF65-F5344CB8AC3E}">
        <ns4:creationId val="1472937890"/>
      </p:ext>
    </p:extLst>
  </p:cSld>
</p:sld>
</file>

<file path=ppt/slides/slide1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1a673bc0cf74a8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8259D13-C0D6-44B4-B0C1-801D8CFC15E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AEB28D7-0E42-4183-8595-06D711CE5A3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조건·반복·함수</a:t>
            </a:r>
          </a:p>
        </p:txBody>
      </p:sp>
      <p:sp>
        <p:nvSpPr>
          <p:cNvPr id="4" name="">
            <a:extLst>
              <a:ext uri="{FF2B5EF4-FFF2-40B4-BE49-F238E27FC236}">
                <ns3:creationId id="{3187CF72-BA50-49E9-9ED2-4D1BC9D4978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246A27D-E94A-485B-9997-0236BA049D2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수업에서 사용한 문법의 원문을 확인할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A1EA70E-A8EF-40AD-933B-4C8CCE92FF9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2"/>
              </a:rPr>
              <a:t>https://docs.python.org/3/tutorial/controlflow.html</a:t>
            </a:r>
          </a:p>
        </p:txBody>
      </p:sp>
      <p:sp>
        <p:nvSpPr>
          <p:cNvPr id="7" name="">
            <a:extLst>
              <a:ext uri="{FF2B5EF4-FFF2-40B4-BE49-F238E27FC236}">
                <ns3:creationId id="{B57CBB4D-8E07-4332-A282-8F8B19349A67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튜토리얼</a:t>
            </a:r>
          </a:p>
        </p:txBody>
      </p:sp>
      <p:sp>
        <p:nvSpPr>
          <p:cNvPr id="8" name="">
            <a:extLst>
              <a:ext uri="{FF2B5EF4-FFF2-40B4-BE49-F238E27FC236}">
                <ns3:creationId id="{7E478AA8-B79F-4919-8F3F-4F07FD208C8F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https://docs.python.org/3/tutorial/controlflow.html</a:t>
            </a:r>
          </a:p>
        </p:txBody>
      </p:sp>
      <p:sp>
        <p:nvSpPr>
          <p:cNvPr id="9" name="">
            <a:extLst>
              <a:ext uri="{FF2B5EF4-FFF2-40B4-BE49-F238E27FC236}">
                <ns3:creationId id="{F94530D9-AC78-4CD9-90FD-C6428DD59B5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1C0A19E6-778A-45C3-B289-B7409563874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122</a:t>
            </a:r>
          </a:p>
        </p:txBody>
      </p:sp>
    </p:spTree>
    <p:extLst>
      <p:ext uri="{BB962C8B-B14F-4D97-AF65-F5344CB8AC3E}">
        <ns4:creationId val="267816901"/>
      </p:ext>
    </p:extLst>
  </p:cSld>
</p:sld>
</file>

<file path=ppt/slides/slide1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b7b635431e64f8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C424FA0-F3BC-476E-A76E-2D83CEA2F7D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C7DDD79-6D7A-49E2-AA56-92CE9DF5C4A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오류와 예외</a:t>
            </a:r>
          </a:p>
        </p:txBody>
      </p:sp>
      <p:sp>
        <p:nvSpPr>
          <p:cNvPr id="4" name="">
            <a:extLst>
              <a:ext uri="{FF2B5EF4-FFF2-40B4-BE49-F238E27FC236}">
                <ns3:creationId id="{22112130-1FDD-4B9C-91F8-1D2424B48B4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01682FB-AE50-48C4-9D05-9F8402AE99C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수업에서 사용한 문법의 원문을 확인할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3CCD8FDD-ECBE-4AA4-8393-B0CB8361E20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2"/>
              </a:rPr>
              <a:t>https://docs.python.org/3/tutorial/errors.html</a:t>
            </a:r>
          </a:p>
        </p:txBody>
      </p:sp>
      <p:sp>
        <p:nvSpPr>
          <p:cNvPr id="7" name="">
            <a:extLst>
              <a:ext uri="{FF2B5EF4-FFF2-40B4-BE49-F238E27FC236}">
                <ns3:creationId id="{6DBB7C13-1FFE-4A25-87F1-8CF4437C8F69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튜토리얼</a:t>
            </a:r>
          </a:p>
        </p:txBody>
      </p:sp>
      <p:sp>
        <p:nvSpPr>
          <p:cNvPr id="8" name="">
            <a:extLst>
              <a:ext uri="{FF2B5EF4-FFF2-40B4-BE49-F238E27FC236}">
                <ns3:creationId id="{F4298B4E-89FB-4377-B0A2-1A77A10CF3C0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https://docs.python.org/3/tutorial/errors.html</a:t>
            </a:r>
          </a:p>
        </p:txBody>
      </p:sp>
      <p:sp>
        <p:nvSpPr>
          <p:cNvPr id="9" name="">
            <a:extLst>
              <a:ext uri="{FF2B5EF4-FFF2-40B4-BE49-F238E27FC236}">
                <ns3:creationId id="{EB6500F1-523A-4D1B-8095-3BC70B22F05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개념과 오류 수정 실습</a:t>
            </a:r>
          </a:p>
        </p:txBody>
      </p:sp>
      <p:sp>
        <p:nvSpPr>
          <p:cNvPr id="10" name="">
            <a:extLst>
              <a:ext uri="{FF2B5EF4-FFF2-40B4-BE49-F238E27FC236}">
                <ns3:creationId id="{8FD34D3A-FDD4-46B0-8BF2-F06897DAF30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123</a:t>
            </a:r>
          </a:p>
        </p:txBody>
      </p:sp>
    </p:spTree>
    <p:extLst>
      <p:ext uri="{BB962C8B-B14F-4D97-AF65-F5344CB8AC3E}">
        <ns4:creationId val="2017122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Presentation</dc:title>
  <dcterms:created xsi:type="dcterms:W3CDTF">2026-10-07T12:03:58.3950000Z</dcterms:created>
  <dcterms:modified xsi:type="dcterms:W3CDTF">2026-10-07T12:03:58.3960000Z</dcterms:modified>
</cp:coreProperties>
</file>