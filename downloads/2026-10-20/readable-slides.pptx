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8df3954ee2c4bab" /><Relationship Type="http://schemas.openxmlformats.org/officeDocument/2006/relationships/extended-properties" Target="/docProps/app.xml" Id="R757a95722d8f4011" /><Relationship Type="http://schemas.openxmlformats.org/officeDocument/2006/relationships/officeDocument" Target="/ppt/presentation.xml" Id="Re5dd34706d554bfb" /></Relationships>
</file>

<file path=ppt/presentation.xml><?xml version="1.0" encoding="utf-8"?>
<p:presentation xmlns:p="http://schemas.openxmlformats.org/presentationml/2006/main">
  <p:sldMasterIdLst>
    <p:sldMasterId xmlns:r="http://schemas.openxmlformats.org/officeDocument/2006/relationships" id="2147483648" r:id="Rcfc9db83883042da"/>
  </p:sldMasterIdLst>
  <p:notesMasterIdLst>
    <p:notesMasterId xmlns:r="http://schemas.openxmlformats.org/officeDocument/2006/relationships" r:id="R664e7ad15fa24c28"/>
  </p:notesMasterIdLst>
  <p:sldIdLst>
    <p:sldId xmlns:r="http://schemas.openxmlformats.org/officeDocument/2006/relationships" id="256" r:id="R39a4249e62e34cdb"/>
    <p:sldId xmlns:r="http://schemas.openxmlformats.org/officeDocument/2006/relationships" id="257" r:id="R677f944346114b1f"/>
    <p:sldId xmlns:r="http://schemas.openxmlformats.org/officeDocument/2006/relationships" id="258" r:id="Rbb61732072654dbf"/>
    <p:sldId xmlns:r="http://schemas.openxmlformats.org/officeDocument/2006/relationships" id="259" r:id="Rc5e7c3fd3b9e4fbb"/>
    <p:sldId xmlns:r="http://schemas.openxmlformats.org/officeDocument/2006/relationships" id="260" r:id="Ra0368f0a0c1542b3"/>
    <p:sldId xmlns:r="http://schemas.openxmlformats.org/officeDocument/2006/relationships" id="261" r:id="Ree6d9bda380c4641"/>
    <p:sldId xmlns:r="http://schemas.openxmlformats.org/officeDocument/2006/relationships" id="262" r:id="Rec121ae3f0c74d32"/>
    <p:sldId xmlns:r="http://schemas.openxmlformats.org/officeDocument/2006/relationships" id="263" r:id="R7d59fd09093c423c"/>
    <p:sldId xmlns:r="http://schemas.openxmlformats.org/officeDocument/2006/relationships" id="264" r:id="R2aabdc148e094288"/>
    <p:sldId xmlns:r="http://schemas.openxmlformats.org/officeDocument/2006/relationships" id="265" r:id="R717e36042af74848"/>
    <p:sldId xmlns:r="http://schemas.openxmlformats.org/officeDocument/2006/relationships" id="266" r:id="R1bc1935dc7dd4cfa"/>
    <p:sldId xmlns:r="http://schemas.openxmlformats.org/officeDocument/2006/relationships" id="267" r:id="Rffc0f97a5c664a0f"/>
    <p:sldId xmlns:r="http://schemas.openxmlformats.org/officeDocument/2006/relationships" id="268" r:id="R195cb8101ef84ac1"/>
    <p:sldId xmlns:r="http://schemas.openxmlformats.org/officeDocument/2006/relationships" id="269" r:id="R24d12fde71994300"/>
    <p:sldId xmlns:r="http://schemas.openxmlformats.org/officeDocument/2006/relationships" id="270" r:id="Rad4d27eb2f0c436e"/>
    <p:sldId xmlns:r="http://schemas.openxmlformats.org/officeDocument/2006/relationships" id="271" r:id="Rac293ca365404b64"/>
    <p:sldId xmlns:r="http://schemas.openxmlformats.org/officeDocument/2006/relationships" id="272" r:id="Ra392c4b6b5244a38"/>
    <p:sldId xmlns:r="http://schemas.openxmlformats.org/officeDocument/2006/relationships" id="273" r:id="Re3f8cb06b91e4e07"/>
    <p:sldId xmlns:r="http://schemas.openxmlformats.org/officeDocument/2006/relationships" id="274" r:id="R21f76cc30e9241e2"/>
    <p:sldId xmlns:r="http://schemas.openxmlformats.org/officeDocument/2006/relationships" id="275" r:id="R12e60e6769944882"/>
    <p:sldId xmlns:r="http://schemas.openxmlformats.org/officeDocument/2006/relationships" id="276" r:id="Rb255cdc3e1674cbd"/>
    <p:sldId xmlns:r="http://schemas.openxmlformats.org/officeDocument/2006/relationships" id="277" r:id="R51e9bdebda0c4d81"/>
    <p:sldId xmlns:r="http://schemas.openxmlformats.org/officeDocument/2006/relationships" id="278" r:id="R874accdd5e48499d"/>
    <p:sldId xmlns:r="http://schemas.openxmlformats.org/officeDocument/2006/relationships" id="279" r:id="Rc64d3f3d1088483d"/>
    <p:sldId xmlns:r="http://schemas.openxmlformats.org/officeDocument/2006/relationships" id="280" r:id="Rd73f3539d4a147a4"/>
    <p:sldId xmlns:r="http://schemas.openxmlformats.org/officeDocument/2006/relationships" id="281" r:id="Raa34babf85754a22"/>
    <p:sldId xmlns:r="http://schemas.openxmlformats.org/officeDocument/2006/relationships" id="282" r:id="R803506cd401b4d74"/>
    <p:sldId xmlns:r="http://schemas.openxmlformats.org/officeDocument/2006/relationships" id="283" r:id="R13df98f163a945bb"/>
    <p:sldId xmlns:r="http://schemas.openxmlformats.org/officeDocument/2006/relationships" id="284" r:id="R31d61f1d99114a9f"/>
    <p:sldId xmlns:r="http://schemas.openxmlformats.org/officeDocument/2006/relationships" id="285" r:id="R0532725002a844b2"/>
    <p:sldId xmlns:r="http://schemas.openxmlformats.org/officeDocument/2006/relationships" id="286" r:id="R482f77a370764404"/>
    <p:sldId xmlns:r="http://schemas.openxmlformats.org/officeDocument/2006/relationships" id="287" r:id="Rb06743a99bfe40bd"/>
    <p:sldId xmlns:r="http://schemas.openxmlformats.org/officeDocument/2006/relationships" id="288" r:id="Rdf937beb07854feb"/>
    <p:sldId xmlns:r="http://schemas.openxmlformats.org/officeDocument/2006/relationships" id="289" r:id="Rcee5972bac0d4240"/>
    <p:sldId xmlns:r="http://schemas.openxmlformats.org/officeDocument/2006/relationships" id="290" r:id="R303b0c686d60421f"/>
    <p:sldId xmlns:r="http://schemas.openxmlformats.org/officeDocument/2006/relationships" id="291" r:id="Rf3c2e82bd5e040d0"/>
    <p:sldId xmlns:r="http://schemas.openxmlformats.org/officeDocument/2006/relationships" id="292" r:id="Rd528b709a2074d1c"/>
    <p:sldId xmlns:r="http://schemas.openxmlformats.org/officeDocument/2006/relationships" id="293" r:id="R788f5b6639d347c3"/>
    <p:sldId xmlns:r="http://schemas.openxmlformats.org/officeDocument/2006/relationships" id="294" r:id="R7c88e95b5235481d"/>
    <p:sldId xmlns:r="http://schemas.openxmlformats.org/officeDocument/2006/relationships" id="295" r:id="Rdbc752f1923a42ea"/>
    <p:sldId xmlns:r="http://schemas.openxmlformats.org/officeDocument/2006/relationships" id="296" r:id="Ra86e60f64ad248ee"/>
    <p:sldId xmlns:r="http://schemas.openxmlformats.org/officeDocument/2006/relationships" id="297" r:id="Rc8dfb4eda6224355"/>
    <p:sldId xmlns:r="http://schemas.openxmlformats.org/officeDocument/2006/relationships" id="298" r:id="R70076d46af49421b"/>
    <p:sldId xmlns:r="http://schemas.openxmlformats.org/officeDocument/2006/relationships" id="299" r:id="R467017bbb6594c4f"/>
    <p:sldId xmlns:r="http://schemas.openxmlformats.org/officeDocument/2006/relationships" id="300" r:id="R2a0d116b69234ac3"/>
    <p:sldId xmlns:r="http://schemas.openxmlformats.org/officeDocument/2006/relationships" id="301" r:id="R289b2b09c3fc4882"/>
    <p:sldId xmlns:r="http://schemas.openxmlformats.org/officeDocument/2006/relationships" id="302" r:id="Re683d6d466c143e5"/>
    <p:sldId xmlns:r="http://schemas.openxmlformats.org/officeDocument/2006/relationships" id="303" r:id="Rc12743502dd64e49"/>
    <p:sldId xmlns:r="http://schemas.openxmlformats.org/officeDocument/2006/relationships" id="304" r:id="R1322da98b87945d6"/>
    <p:sldId xmlns:r="http://schemas.openxmlformats.org/officeDocument/2006/relationships" id="305" r:id="R5f100b92881c417e"/>
    <p:sldId xmlns:r="http://schemas.openxmlformats.org/officeDocument/2006/relationships" id="306" r:id="Rfc90025468114ff3"/>
    <p:sldId xmlns:r="http://schemas.openxmlformats.org/officeDocument/2006/relationships" id="307" r:id="R72f824b090c64831"/>
    <p:sldId xmlns:r="http://schemas.openxmlformats.org/officeDocument/2006/relationships" id="308" r:id="R458738f0c6fa4b1a"/>
    <p:sldId xmlns:r="http://schemas.openxmlformats.org/officeDocument/2006/relationships" id="309" r:id="Rbd56fb3001c04b60"/>
    <p:sldId xmlns:r="http://schemas.openxmlformats.org/officeDocument/2006/relationships" id="310" r:id="Rc4f2f5eac1704375"/>
    <p:sldId xmlns:r="http://schemas.openxmlformats.org/officeDocument/2006/relationships" id="311" r:id="Ra85e07be768c4c4a"/>
    <p:sldId xmlns:r="http://schemas.openxmlformats.org/officeDocument/2006/relationships" id="312" r:id="Rdbc7da921bac45c2"/>
    <p:sldId xmlns:r="http://schemas.openxmlformats.org/officeDocument/2006/relationships" id="313" r:id="R2989076c3f3a4701"/>
    <p:sldId xmlns:r="http://schemas.openxmlformats.org/officeDocument/2006/relationships" id="314" r:id="Rb5a02f3ce6d5437f"/>
    <p:sldId xmlns:r="http://schemas.openxmlformats.org/officeDocument/2006/relationships" id="315" r:id="R8ee7af1ac40f4277"/>
    <p:sldId xmlns:r="http://schemas.openxmlformats.org/officeDocument/2006/relationships" id="316" r:id="Rfe850bbbd6a245d1"/>
    <p:sldId xmlns:r="http://schemas.openxmlformats.org/officeDocument/2006/relationships" id="317" r:id="R703023f79d08457b"/>
    <p:sldId xmlns:r="http://schemas.openxmlformats.org/officeDocument/2006/relationships" id="318" r:id="R8a40ac00b6644841"/>
    <p:sldId xmlns:r="http://schemas.openxmlformats.org/officeDocument/2006/relationships" id="319" r:id="Rf4931c7650c04fea"/>
    <p:sldId xmlns:r="http://schemas.openxmlformats.org/officeDocument/2006/relationships" id="320" r:id="R0e508b45898a4373"/>
    <p:sldId xmlns:r="http://schemas.openxmlformats.org/officeDocument/2006/relationships" id="321" r:id="R9dd6d8cc4f7d4cff"/>
    <p:sldId xmlns:r="http://schemas.openxmlformats.org/officeDocument/2006/relationships" id="322" r:id="Rbc94e1cefcf641f1"/>
    <p:sldId xmlns:r="http://schemas.openxmlformats.org/officeDocument/2006/relationships" id="323" r:id="Rd42ce01c1fc5441c"/>
    <p:sldId xmlns:r="http://schemas.openxmlformats.org/officeDocument/2006/relationships" id="324" r:id="R06793d9b28ed416e"/>
    <p:sldId xmlns:r="http://schemas.openxmlformats.org/officeDocument/2006/relationships" id="325" r:id="R5d6521b7376c4dea"/>
    <p:sldId xmlns:r="http://schemas.openxmlformats.org/officeDocument/2006/relationships" id="326" r:id="R6bd91447f7b04e59"/>
    <p:sldId xmlns:r="http://schemas.openxmlformats.org/officeDocument/2006/relationships" id="327" r:id="R458c0a946cb64634"/>
    <p:sldId xmlns:r="http://schemas.openxmlformats.org/officeDocument/2006/relationships" id="328" r:id="R7450858f63e64610"/>
    <p:sldId xmlns:r="http://schemas.openxmlformats.org/officeDocument/2006/relationships" id="329" r:id="R89fead8605494947"/>
    <p:sldId xmlns:r="http://schemas.openxmlformats.org/officeDocument/2006/relationships" id="330" r:id="Rc292fc921f6647fd"/>
    <p:sldId xmlns:r="http://schemas.openxmlformats.org/officeDocument/2006/relationships" id="331" r:id="Rccf08b79b90a4e4e"/>
    <p:sldId xmlns:r="http://schemas.openxmlformats.org/officeDocument/2006/relationships" id="332" r:id="R710a2dbda48549dd"/>
    <p:sldId xmlns:r="http://schemas.openxmlformats.org/officeDocument/2006/relationships" id="333" r:id="R29565e80df964209"/>
    <p:sldId xmlns:r="http://schemas.openxmlformats.org/officeDocument/2006/relationships" id="334" r:id="R8440b4fe0ffb4b15"/>
    <p:sldId xmlns:r="http://schemas.openxmlformats.org/officeDocument/2006/relationships" id="335" r:id="R9a0b2f18e81449e9"/>
    <p:sldId xmlns:r="http://schemas.openxmlformats.org/officeDocument/2006/relationships" id="336" r:id="R1d9309616c444289"/>
    <p:sldId xmlns:r="http://schemas.openxmlformats.org/officeDocument/2006/relationships" id="337" r:id="Ra5c09aaa71a84bb2"/>
    <p:sldId xmlns:r="http://schemas.openxmlformats.org/officeDocument/2006/relationships" id="338" r:id="R93c7ba38cd984a50"/>
    <p:sldId xmlns:r="http://schemas.openxmlformats.org/officeDocument/2006/relationships" id="339" r:id="Rb6a6267686ec43bd"/>
    <p:sldId xmlns:r="http://schemas.openxmlformats.org/officeDocument/2006/relationships" id="340" r:id="R389d70727ff34dd4"/>
    <p:sldId xmlns:r="http://schemas.openxmlformats.org/officeDocument/2006/relationships" id="341" r:id="R621fbabfb9ca4cd1"/>
    <p:sldId xmlns:r="http://schemas.openxmlformats.org/officeDocument/2006/relationships" id="342" r:id="R1efcfcf7b4b14361"/>
    <p:sldId xmlns:r="http://schemas.openxmlformats.org/officeDocument/2006/relationships" id="343" r:id="R3f8d72d2a65349de"/>
    <p:sldId xmlns:r="http://schemas.openxmlformats.org/officeDocument/2006/relationships" id="344" r:id="Rf4fb6540b5fe4a1e"/>
    <p:sldId xmlns:r="http://schemas.openxmlformats.org/officeDocument/2006/relationships" id="345" r:id="Rd0a4b10543d74ed0"/>
    <p:sldId xmlns:r="http://schemas.openxmlformats.org/officeDocument/2006/relationships" id="346" r:id="Rd879c4cd65dd4ee0"/>
    <p:sldId xmlns:r="http://schemas.openxmlformats.org/officeDocument/2006/relationships" id="347" r:id="R4f94bbc946a840b6"/>
    <p:sldId xmlns:r="http://schemas.openxmlformats.org/officeDocument/2006/relationships" id="348" r:id="R713f3fb8c3a44cf8"/>
    <p:sldId xmlns:r="http://schemas.openxmlformats.org/officeDocument/2006/relationships" id="349" r:id="R6ff86cdf7ea34ebc"/>
    <p:sldId xmlns:r="http://schemas.openxmlformats.org/officeDocument/2006/relationships" id="350" r:id="R4bf49d448c4f40d6"/>
    <p:sldId xmlns:r="http://schemas.openxmlformats.org/officeDocument/2006/relationships" id="351" r:id="Rbe1073c37802400d"/>
    <p:sldId xmlns:r="http://schemas.openxmlformats.org/officeDocument/2006/relationships" id="352" r:id="R7e42f1a94e784d7a"/>
    <p:sldId xmlns:r="http://schemas.openxmlformats.org/officeDocument/2006/relationships" id="353" r:id="R26dbdcb658e24f71"/>
    <p:sldId xmlns:r="http://schemas.openxmlformats.org/officeDocument/2006/relationships" id="354" r:id="Rc62db9311bf74b5b"/>
    <p:sldId xmlns:r="http://schemas.openxmlformats.org/officeDocument/2006/relationships" id="355" r:id="R1a40381e1f5c479f"/>
    <p:sldId xmlns:r="http://schemas.openxmlformats.org/officeDocument/2006/relationships" id="356" r:id="Re1a878c99d2241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281a4028d534828" /><Relationship Type="http://schemas.openxmlformats.org/officeDocument/2006/relationships/slideMaster" Target="/ppt/slideMasters/slideMaster1.xml" Id="Rcfc9db83883042da" /><Relationship Type="http://schemas.openxmlformats.org/officeDocument/2006/relationships/notesMaster" Target="/ppt/notesMasters/notesMaster1.xml" Id="R664e7ad15fa24c28" /><Relationship Type="http://schemas.openxmlformats.org/officeDocument/2006/relationships/presProps" Target="/ppt/presProps.xml" Id="Rac30d9b21b464d21" /><Relationship Type="http://schemas.openxmlformats.org/officeDocument/2006/relationships/tableStyles" Target="/ppt/tableStyles.xml" Id="R9b8dcc3bf0fe4bd3" /><Relationship Type="http://schemas.openxmlformats.org/officeDocument/2006/relationships/slide" Target="/ppt/slides/slide1.xml" Id="R39a4249e62e34cdb" /><Relationship Type="http://schemas.openxmlformats.org/officeDocument/2006/relationships/slide" Target="/ppt/slides/slide2.xml" Id="R677f944346114b1f" /><Relationship Type="http://schemas.openxmlformats.org/officeDocument/2006/relationships/slide" Target="/ppt/slides/slide3.xml" Id="Rbb61732072654dbf" /><Relationship Type="http://schemas.openxmlformats.org/officeDocument/2006/relationships/slide" Target="/ppt/slides/slide4.xml" Id="Rc5e7c3fd3b9e4fbb" /><Relationship Type="http://schemas.openxmlformats.org/officeDocument/2006/relationships/slide" Target="/ppt/slides/slide5.xml" Id="Ra0368f0a0c1542b3" /><Relationship Type="http://schemas.openxmlformats.org/officeDocument/2006/relationships/slide" Target="/ppt/slides/slide6.xml" Id="Ree6d9bda380c4641" /><Relationship Type="http://schemas.openxmlformats.org/officeDocument/2006/relationships/slide" Target="/ppt/slides/slide7.xml" Id="Rec121ae3f0c74d32" /><Relationship Type="http://schemas.openxmlformats.org/officeDocument/2006/relationships/slide" Target="/ppt/slides/slide8.xml" Id="R7d59fd09093c423c" /><Relationship Type="http://schemas.openxmlformats.org/officeDocument/2006/relationships/slide" Target="/ppt/slides/slide9.xml" Id="R2aabdc148e094288" /><Relationship Type="http://schemas.openxmlformats.org/officeDocument/2006/relationships/slide" Target="/ppt/slides/slide10.xml" Id="R717e36042af74848" /><Relationship Type="http://schemas.openxmlformats.org/officeDocument/2006/relationships/slide" Target="/ppt/slides/slide11.xml" Id="R1bc1935dc7dd4cfa" /><Relationship Type="http://schemas.openxmlformats.org/officeDocument/2006/relationships/slide" Target="/ppt/slides/slide12.xml" Id="Rffc0f97a5c664a0f" /><Relationship Type="http://schemas.openxmlformats.org/officeDocument/2006/relationships/slide" Target="/ppt/slides/slide13.xml" Id="R195cb8101ef84ac1" /><Relationship Type="http://schemas.openxmlformats.org/officeDocument/2006/relationships/slide" Target="/ppt/slides/slide14.xml" Id="R24d12fde71994300" /><Relationship Type="http://schemas.openxmlformats.org/officeDocument/2006/relationships/slide" Target="/ppt/slides/slide15.xml" Id="Rad4d27eb2f0c436e" /><Relationship Type="http://schemas.openxmlformats.org/officeDocument/2006/relationships/slide" Target="/ppt/slides/slide16.xml" Id="Rac293ca365404b64" /><Relationship Type="http://schemas.openxmlformats.org/officeDocument/2006/relationships/slide" Target="/ppt/slides/slide17.xml" Id="Ra392c4b6b5244a38" /><Relationship Type="http://schemas.openxmlformats.org/officeDocument/2006/relationships/slide" Target="/ppt/slides/slide18.xml" Id="Re3f8cb06b91e4e07" /><Relationship Type="http://schemas.openxmlformats.org/officeDocument/2006/relationships/slide" Target="/ppt/slides/slide19.xml" Id="R21f76cc30e9241e2" /><Relationship Type="http://schemas.openxmlformats.org/officeDocument/2006/relationships/slide" Target="/ppt/slides/slide20.xml" Id="R12e60e6769944882" /><Relationship Type="http://schemas.openxmlformats.org/officeDocument/2006/relationships/slide" Target="/ppt/slides/slide21.xml" Id="Rb255cdc3e1674cbd" /><Relationship Type="http://schemas.openxmlformats.org/officeDocument/2006/relationships/slide" Target="/ppt/slides/slide22.xml" Id="R51e9bdebda0c4d81" /><Relationship Type="http://schemas.openxmlformats.org/officeDocument/2006/relationships/slide" Target="/ppt/slides/slide23.xml" Id="R874accdd5e48499d" /><Relationship Type="http://schemas.openxmlformats.org/officeDocument/2006/relationships/slide" Target="/ppt/slides/slide24.xml" Id="Rc64d3f3d1088483d" /><Relationship Type="http://schemas.openxmlformats.org/officeDocument/2006/relationships/slide" Target="/ppt/slides/slide25.xml" Id="Rd73f3539d4a147a4" /><Relationship Type="http://schemas.openxmlformats.org/officeDocument/2006/relationships/slide" Target="/ppt/slides/slide26.xml" Id="Raa34babf85754a22" /><Relationship Type="http://schemas.openxmlformats.org/officeDocument/2006/relationships/slide" Target="/ppt/slides/slide27.xml" Id="R803506cd401b4d74" /><Relationship Type="http://schemas.openxmlformats.org/officeDocument/2006/relationships/slide" Target="/ppt/slides/slide28.xml" Id="R13df98f163a945bb" /><Relationship Type="http://schemas.openxmlformats.org/officeDocument/2006/relationships/slide" Target="/ppt/slides/slide29.xml" Id="R31d61f1d99114a9f" /><Relationship Type="http://schemas.openxmlformats.org/officeDocument/2006/relationships/slide" Target="/ppt/slides/slide30.xml" Id="R0532725002a844b2" /><Relationship Type="http://schemas.openxmlformats.org/officeDocument/2006/relationships/slide" Target="/ppt/slides/slide31.xml" Id="R482f77a370764404" /><Relationship Type="http://schemas.openxmlformats.org/officeDocument/2006/relationships/slide" Target="/ppt/slides/slide32.xml" Id="Rb06743a99bfe40bd" /><Relationship Type="http://schemas.openxmlformats.org/officeDocument/2006/relationships/slide" Target="/ppt/slides/slide33.xml" Id="Rdf937beb07854feb" /><Relationship Type="http://schemas.openxmlformats.org/officeDocument/2006/relationships/slide" Target="/ppt/slides/slide34.xml" Id="Rcee5972bac0d4240" /><Relationship Type="http://schemas.openxmlformats.org/officeDocument/2006/relationships/slide" Target="/ppt/slides/slide35.xml" Id="R303b0c686d60421f" /><Relationship Type="http://schemas.openxmlformats.org/officeDocument/2006/relationships/slide" Target="/ppt/slides/slide36.xml" Id="Rf3c2e82bd5e040d0" /><Relationship Type="http://schemas.openxmlformats.org/officeDocument/2006/relationships/slide" Target="/ppt/slides/slide37.xml" Id="Rd528b709a2074d1c" /><Relationship Type="http://schemas.openxmlformats.org/officeDocument/2006/relationships/slide" Target="/ppt/slides/slide38.xml" Id="R788f5b6639d347c3" /><Relationship Type="http://schemas.openxmlformats.org/officeDocument/2006/relationships/slide" Target="/ppt/slides/slide39.xml" Id="R7c88e95b5235481d" /><Relationship Type="http://schemas.openxmlformats.org/officeDocument/2006/relationships/slide" Target="/ppt/slides/slide40.xml" Id="Rdbc752f1923a42ea" /><Relationship Type="http://schemas.openxmlformats.org/officeDocument/2006/relationships/slide" Target="/ppt/slides/slide41.xml" Id="Ra86e60f64ad248ee" /><Relationship Type="http://schemas.openxmlformats.org/officeDocument/2006/relationships/slide" Target="/ppt/slides/slide42.xml" Id="Rc8dfb4eda6224355" /><Relationship Type="http://schemas.openxmlformats.org/officeDocument/2006/relationships/slide" Target="/ppt/slides/slide43.xml" Id="R70076d46af49421b" /><Relationship Type="http://schemas.openxmlformats.org/officeDocument/2006/relationships/slide" Target="/ppt/slides/slide44.xml" Id="R467017bbb6594c4f" /><Relationship Type="http://schemas.openxmlformats.org/officeDocument/2006/relationships/slide" Target="/ppt/slides/slide45.xml" Id="R2a0d116b69234ac3" /><Relationship Type="http://schemas.openxmlformats.org/officeDocument/2006/relationships/slide" Target="/ppt/slides/slide46.xml" Id="R289b2b09c3fc4882" /><Relationship Type="http://schemas.openxmlformats.org/officeDocument/2006/relationships/slide" Target="/ppt/slides/slide47.xml" Id="Re683d6d466c143e5" /><Relationship Type="http://schemas.openxmlformats.org/officeDocument/2006/relationships/slide" Target="/ppt/slides/slide48.xml" Id="Rc12743502dd64e49" /><Relationship Type="http://schemas.openxmlformats.org/officeDocument/2006/relationships/slide" Target="/ppt/slides/slide49.xml" Id="R1322da98b87945d6" /><Relationship Type="http://schemas.openxmlformats.org/officeDocument/2006/relationships/slide" Target="/ppt/slides/slide50.xml" Id="R5f100b92881c417e" /><Relationship Type="http://schemas.openxmlformats.org/officeDocument/2006/relationships/slide" Target="/ppt/slides/slide51.xml" Id="Rfc90025468114ff3" /><Relationship Type="http://schemas.openxmlformats.org/officeDocument/2006/relationships/slide" Target="/ppt/slides/slide52.xml" Id="R72f824b090c64831" /><Relationship Type="http://schemas.openxmlformats.org/officeDocument/2006/relationships/slide" Target="/ppt/slides/slide53.xml" Id="R458738f0c6fa4b1a" /><Relationship Type="http://schemas.openxmlformats.org/officeDocument/2006/relationships/slide" Target="/ppt/slides/slide54.xml" Id="Rbd56fb3001c04b60" /><Relationship Type="http://schemas.openxmlformats.org/officeDocument/2006/relationships/slide" Target="/ppt/slides/slide55.xml" Id="Rc4f2f5eac1704375" /><Relationship Type="http://schemas.openxmlformats.org/officeDocument/2006/relationships/slide" Target="/ppt/slides/slide56.xml" Id="Ra85e07be768c4c4a" /><Relationship Type="http://schemas.openxmlformats.org/officeDocument/2006/relationships/slide" Target="/ppt/slides/slide57.xml" Id="Rdbc7da921bac45c2" /><Relationship Type="http://schemas.openxmlformats.org/officeDocument/2006/relationships/slide" Target="/ppt/slides/slide58.xml" Id="R2989076c3f3a4701" /><Relationship Type="http://schemas.openxmlformats.org/officeDocument/2006/relationships/slide" Target="/ppt/slides/slide59.xml" Id="Rb5a02f3ce6d5437f" /><Relationship Type="http://schemas.openxmlformats.org/officeDocument/2006/relationships/slide" Target="/ppt/slides/slide60.xml" Id="R8ee7af1ac40f4277" /><Relationship Type="http://schemas.openxmlformats.org/officeDocument/2006/relationships/slide" Target="/ppt/slides/slide61.xml" Id="Rfe850bbbd6a245d1" /><Relationship Type="http://schemas.openxmlformats.org/officeDocument/2006/relationships/slide" Target="/ppt/slides/slide62.xml" Id="R703023f79d08457b" /><Relationship Type="http://schemas.openxmlformats.org/officeDocument/2006/relationships/slide" Target="/ppt/slides/slide63.xml" Id="R8a40ac00b6644841" /><Relationship Type="http://schemas.openxmlformats.org/officeDocument/2006/relationships/slide" Target="/ppt/slides/slide64.xml" Id="Rf4931c7650c04fea" /><Relationship Type="http://schemas.openxmlformats.org/officeDocument/2006/relationships/slide" Target="/ppt/slides/slide65.xml" Id="R0e508b45898a4373" /><Relationship Type="http://schemas.openxmlformats.org/officeDocument/2006/relationships/slide" Target="/ppt/slides/slide66.xml" Id="R9dd6d8cc4f7d4cff" /><Relationship Type="http://schemas.openxmlformats.org/officeDocument/2006/relationships/slide" Target="/ppt/slides/slide67.xml" Id="Rbc94e1cefcf641f1" /><Relationship Type="http://schemas.openxmlformats.org/officeDocument/2006/relationships/slide" Target="/ppt/slides/slide68.xml" Id="Rd42ce01c1fc5441c" /><Relationship Type="http://schemas.openxmlformats.org/officeDocument/2006/relationships/slide" Target="/ppt/slides/slide69.xml" Id="R06793d9b28ed416e" /><Relationship Type="http://schemas.openxmlformats.org/officeDocument/2006/relationships/slide" Target="/ppt/slides/slide70.xml" Id="R5d6521b7376c4dea" /><Relationship Type="http://schemas.openxmlformats.org/officeDocument/2006/relationships/slide" Target="/ppt/slides/slide71.xml" Id="R6bd91447f7b04e59" /><Relationship Type="http://schemas.openxmlformats.org/officeDocument/2006/relationships/slide" Target="/ppt/slides/slide72.xml" Id="R458c0a946cb64634" /><Relationship Type="http://schemas.openxmlformats.org/officeDocument/2006/relationships/slide" Target="/ppt/slides/slide73.xml" Id="R7450858f63e64610" /><Relationship Type="http://schemas.openxmlformats.org/officeDocument/2006/relationships/slide" Target="/ppt/slides/slide74.xml" Id="R89fead8605494947" /><Relationship Type="http://schemas.openxmlformats.org/officeDocument/2006/relationships/slide" Target="/ppt/slides/slide75.xml" Id="Rc292fc921f6647fd" /><Relationship Type="http://schemas.openxmlformats.org/officeDocument/2006/relationships/slide" Target="/ppt/slides/slide76.xml" Id="Rccf08b79b90a4e4e" /><Relationship Type="http://schemas.openxmlformats.org/officeDocument/2006/relationships/slide" Target="/ppt/slides/slide77.xml" Id="R710a2dbda48549dd" /><Relationship Type="http://schemas.openxmlformats.org/officeDocument/2006/relationships/slide" Target="/ppt/slides/slide78.xml" Id="R29565e80df964209" /><Relationship Type="http://schemas.openxmlformats.org/officeDocument/2006/relationships/slide" Target="/ppt/slides/slide79.xml" Id="R8440b4fe0ffb4b15" /><Relationship Type="http://schemas.openxmlformats.org/officeDocument/2006/relationships/slide" Target="/ppt/slides/slide80.xml" Id="R9a0b2f18e81449e9" /><Relationship Type="http://schemas.openxmlformats.org/officeDocument/2006/relationships/slide" Target="/ppt/slides/slide81.xml" Id="R1d9309616c444289" /><Relationship Type="http://schemas.openxmlformats.org/officeDocument/2006/relationships/slide" Target="/ppt/slides/slide82.xml" Id="Ra5c09aaa71a84bb2" /><Relationship Type="http://schemas.openxmlformats.org/officeDocument/2006/relationships/slide" Target="/ppt/slides/slide83.xml" Id="R93c7ba38cd984a50" /><Relationship Type="http://schemas.openxmlformats.org/officeDocument/2006/relationships/slide" Target="/ppt/slides/slide84.xml" Id="Rb6a6267686ec43bd" /><Relationship Type="http://schemas.openxmlformats.org/officeDocument/2006/relationships/slide" Target="/ppt/slides/slide85.xml" Id="R389d70727ff34dd4" /><Relationship Type="http://schemas.openxmlformats.org/officeDocument/2006/relationships/slide" Target="/ppt/slides/slide86.xml" Id="R621fbabfb9ca4cd1" /><Relationship Type="http://schemas.openxmlformats.org/officeDocument/2006/relationships/slide" Target="/ppt/slides/slide87.xml" Id="R1efcfcf7b4b14361" /><Relationship Type="http://schemas.openxmlformats.org/officeDocument/2006/relationships/slide" Target="/ppt/slides/slide88.xml" Id="R3f8d72d2a65349de" /><Relationship Type="http://schemas.openxmlformats.org/officeDocument/2006/relationships/slide" Target="/ppt/slides/slide89.xml" Id="Rf4fb6540b5fe4a1e" /><Relationship Type="http://schemas.openxmlformats.org/officeDocument/2006/relationships/slide" Target="/ppt/slides/slide90.xml" Id="Rd0a4b10543d74ed0" /><Relationship Type="http://schemas.openxmlformats.org/officeDocument/2006/relationships/slide" Target="/ppt/slides/slide91.xml" Id="Rd879c4cd65dd4ee0" /><Relationship Type="http://schemas.openxmlformats.org/officeDocument/2006/relationships/slide" Target="/ppt/slides/slide92.xml" Id="R4f94bbc946a840b6" /><Relationship Type="http://schemas.openxmlformats.org/officeDocument/2006/relationships/slide" Target="/ppt/slides/slide93.xml" Id="R713f3fb8c3a44cf8" /><Relationship Type="http://schemas.openxmlformats.org/officeDocument/2006/relationships/slide" Target="/ppt/slides/slide94.xml" Id="R6ff86cdf7ea34ebc" /><Relationship Type="http://schemas.openxmlformats.org/officeDocument/2006/relationships/slide" Target="/ppt/slides/slide95.xml" Id="R4bf49d448c4f40d6" /><Relationship Type="http://schemas.openxmlformats.org/officeDocument/2006/relationships/slide" Target="/ppt/slides/slide96.xml" Id="Rbe1073c37802400d" /><Relationship Type="http://schemas.openxmlformats.org/officeDocument/2006/relationships/slide" Target="/ppt/slides/slide97.xml" Id="R7e42f1a94e784d7a" /><Relationship Type="http://schemas.openxmlformats.org/officeDocument/2006/relationships/slide" Target="/ppt/slides/slide98.xml" Id="R26dbdcb658e24f71" /><Relationship Type="http://schemas.openxmlformats.org/officeDocument/2006/relationships/slide" Target="/ppt/slides/slide99.xml" Id="Rc62db9311bf74b5b" /><Relationship Type="http://schemas.openxmlformats.org/officeDocument/2006/relationships/slide" Target="/ppt/slides/slide100.xml" Id="R1a40381e1f5c479f" /><Relationship Type="http://schemas.openxmlformats.org/officeDocument/2006/relationships/slide" Target="/ppt/slides/slide101.xml" Id="Re1a878c99d2241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ae7e3f24214f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ef0a674336483e" /><Relationship Type="http://schemas.openxmlformats.org/officeDocument/2006/relationships/notesMaster" Target="/ppt/notesMasters/notesMaster1.xml" Id="Rce7d3e6d625d4a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ba53fd710f4647" /><Relationship Type="http://schemas.openxmlformats.org/officeDocument/2006/relationships/notesMaster" Target="/ppt/notesMasters/notesMaster1.xml" Id="R6a4a4f1190a74c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16ed0787d84219" /><Relationship Type="http://schemas.openxmlformats.org/officeDocument/2006/relationships/notesMaster" Target="/ppt/notesMasters/notesMaster1.xml" Id="Rb7f8c409a48244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992087f91ae4199" /><Relationship Type="http://schemas.openxmlformats.org/officeDocument/2006/relationships/notesMaster" Target="/ppt/notesMasters/notesMaster1.xml" Id="R96350e9138fe40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6657e19d25454f" /><Relationship Type="http://schemas.openxmlformats.org/officeDocument/2006/relationships/notesMaster" Target="/ppt/notesMasters/notesMaster1.xml" Id="Rcca25544d6c54f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830afd3c9444eb" /><Relationship Type="http://schemas.openxmlformats.org/officeDocument/2006/relationships/notesMaster" Target="/ppt/notesMasters/notesMaster1.xml" Id="R967651ded3234d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56933685d7784df8" /><Relationship Type="http://schemas.openxmlformats.org/officeDocument/2006/relationships/notesMaster" Target="/ppt/notesMasters/notesMaster1.xml" Id="R38947828f7504c4c" /></Relationships>
</file>

<file path=ppt/notesSlides/_rels/notesSlide8.xml.rels>&#65279;<?xml version="1.0" encoding="utf-8"?><Relationships xmlns="http://schemas.openxmlformats.org/package/2006/relationships"><Relationship Type="http://schemas.openxmlformats.org/officeDocument/2006/relationships/slide" Target="/ppt/slides/slide8.xml" Id="R385e7f4761064a40" /><Relationship Type="http://schemas.openxmlformats.org/officeDocument/2006/relationships/notesMaster" Target="/ppt/notesMasters/notesMaster1.xml" Id="R439b6a0c56e342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308a571e8b4569" /><Relationship Type="http://schemas.openxmlformats.org/officeDocument/2006/relationships/notesMaster" Target="/ppt/notesMasters/notesMaster1.xml" Id="R319984d562124a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e2f2c7bff834e05" /><Relationship Type="http://schemas.openxmlformats.org/officeDocument/2006/relationships/notesMaster" Target="/ppt/notesMasters/notesMaster1.xml" Id="Rad9f46a00c7d42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e39576608cf4e14" /><Relationship Type="http://schemas.openxmlformats.org/officeDocument/2006/relationships/notesMaster" Target="/ppt/notesMasters/notesMaster1.xml" Id="R62e77a4d5f7542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64d6df1bb14b5c" /><Relationship Type="http://schemas.openxmlformats.org/officeDocument/2006/relationships/notesMaster" Target="/ppt/notesMasters/notesMaster1.xml" Id="Rea7a4c75b2eb46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501322080aa42cb" /><Relationship Type="http://schemas.openxmlformats.org/officeDocument/2006/relationships/notesMaster" Target="/ppt/notesMasters/notesMaster1.xml" Id="Rb7e3c290d96b4bf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97f70e5cdec474f" /><Relationship Type="http://schemas.openxmlformats.org/officeDocument/2006/relationships/notesMaster" Target="/ppt/notesMasters/notesMaster1.xml" Id="R58825ffbd2b94cd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a89d018c1a24378" /><Relationship Type="http://schemas.openxmlformats.org/officeDocument/2006/relationships/notesMaster" Target="/ppt/notesMasters/notesMaster1.xml" Id="R3d99a94b81e34ff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ced1b910814c0a" /><Relationship Type="http://schemas.openxmlformats.org/officeDocument/2006/relationships/notesMaster" Target="/ppt/notesMasters/notesMaster1.xml" Id="R73d9305b376341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6a030e25304751" /><Relationship Type="http://schemas.openxmlformats.org/officeDocument/2006/relationships/notesMaster" Target="/ppt/notesMasters/notesMaster1.xml" Id="R9d5cb90bdcde44c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6e235f5c23e4d5f" /><Relationship Type="http://schemas.openxmlformats.org/officeDocument/2006/relationships/notesMaster" Target="/ppt/notesMasters/notesMaster1.xml" Id="R46a8960bf4e541e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39f310f4d3421c" /><Relationship Type="http://schemas.openxmlformats.org/officeDocument/2006/relationships/notesMaster" Target="/ppt/notesMasters/notesMaster1.xml" Id="Rd5d71f719a8c40f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dbe3f3dd8f04b4e" /><Relationship Type="http://schemas.openxmlformats.org/officeDocument/2006/relationships/notesMaster" Target="/ppt/notesMasters/notesMaster1.xml" Id="R26dcc0475cfd4b3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f9e85f6fec448d1" /><Relationship Type="http://schemas.openxmlformats.org/officeDocument/2006/relationships/notesMaster" Target="/ppt/notesMasters/notesMaster1.xml" Id="Ra0eb75edd18e469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f91018de0354e91" /><Relationship Type="http://schemas.openxmlformats.org/officeDocument/2006/relationships/notesMaster" Target="/ppt/notesMasters/notesMaster1.xml" Id="Rc6f2577a3caa46e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d5e994139ad432a" /><Relationship Type="http://schemas.openxmlformats.org/officeDocument/2006/relationships/notesMaster" Target="/ppt/notesMasters/notesMaster1.xml" Id="R910ff025634541f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add6a339e9143db" /><Relationship Type="http://schemas.openxmlformats.org/officeDocument/2006/relationships/notesMaster" Target="/ppt/notesMasters/notesMaster1.xml" Id="R3495ccc5cf004a8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5202e5120c1448b" /><Relationship Type="http://schemas.openxmlformats.org/officeDocument/2006/relationships/notesMaster" Target="/ppt/notesMasters/notesMaster1.xml" Id="Re461bc683a1a4c1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822aa44c70e4bb7" /><Relationship Type="http://schemas.openxmlformats.org/officeDocument/2006/relationships/notesMaster" Target="/ppt/notesMasters/notesMaster1.xml" Id="R3c1c41278e24445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8e8da812e604a53" /><Relationship Type="http://schemas.openxmlformats.org/officeDocument/2006/relationships/notesMaster" Target="/ppt/notesMasters/notesMaster1.xml" Id="R8ec7c8abad87434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794192a459f4c03" /><Relationship Type="http://schemas.openxmlformats.org/officeDocument/2006/relationships/notesMaster" Target="/ppt/notesMasters/notesMaster1.xml" Id="R00906dbf2ae44cc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acd4d03cb2b43d5" /><Relationship Type="http://schemas.openxmlformats.org/officeDocument/2006/relationships/notesMaster" Target="/ppt/notesMasters/notesMaster1.xml" Id="R7fdeb84f441842a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0ec8c6eec2e4481" /><Relationship Type="http://schemas.openxmlformats.org/officeDocument/2006/relationships/notesMaster" Target="/ppt/notesMasters/notesMaster1.xml" Id="R763dd317a849445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110836d620d45d4" /><Relationship Type="http://schemas.openxmlformats.org/officeDocument/2006/relationships/notesMaster" Target="/ppt/notesMasters/notesMaster1.xml" Id="Reecf4de1b1e846b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96c5233b5ef4d3f" /><Relationship Type="http://schemas.openxmlformats.org/officeDocument/2006/relationships/notesMaster" Target="/ppt/notesMasters/notesMaster1.xml" Id="R9823fff95f4b4c9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a161b4a70834209" /><Relationship Type="http://schemas.openxmlformats.org/officeDocument/2006/relationships/notesMaster" Target="/ppt/notesMasters/notesMaster1.xml" Id="R9a7c4edcb0b4427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08424ad4fa14f00" /><Relationship Type="http://schemas.openxmlformats.org/officeDocument/2006/relationships/notesMaster" Target="/ppt/notesMasters/notesMaster1.xml" Id="R64307247c78b4b3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e28db28c5e24abf" /><Relationship Type="http://schemas.openxmlformats.org/officeDocument/2006/relationships/notesMaster" Target="/ppt/notesMasters/notesMaster1.xml" Id="Rdb9fa3605cb64da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7f6c6d7dba94b9e" /><Relationship Type="http://schemas.openxmlformats.org/officeDocument/2006/relationships/notesMaster" Target="/ppt/notesMasters/notesMaster1.xml" Id="Rba03a71acda2492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08c4e05af3a4cc7" /><Relationship Type="http://schemas.openxmlformats.org/officeDocument/2006/relationships/notesMaster" Target="/ppt/notesMasters/notesMaster1.xml" Id="R5a85bc5c49d749e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dc160b35e844dd3" /><Relationship Type="http://schemas.openxmlformats.org/officeDocument/2006/relationships/notesMaster" Target="/ppt/notesMasters/notesMaster1.xml" Id="R72abfa8f3fb1409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59f6ae5bb2b4e79" /><Relationship Type="http://schemas.openxmlformats.org/officeDocument/2006/relationships/notesMaster" Target="/ppt/notesMasters/notesMaster1.xml" Id="R1028f06de1f24a7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699e01b6ff84720" /><Relationship Type="http://schemas.openxmlformats.org/officeDocument/2006/relationships/notesMaster" Target="/ppt/notesMasters/notesMaster1.xml" Id="R732d6ec6bf1c476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55a081c40414593" /><Relationship Type="http://schemas.openxmlformats.org/officeDocument/2006/relationships/notesMaster" Target="/ppt/notesMasters/notesMaster1.xml" Id="R7214ea0543c0420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c104bb5d41e481a" /><Relationship Type="http://schemas.openxmlformats.org/officeDocument/2006/relationships/notesMaster" Target="/ppt/notesMasters/notesMaster1.xml" Id="R21084a43fe57400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ec867cd0cc5483e" /><Relationship Type="http://schemas.openxmlformats.org/officeDocument/2006/relationships/notesMaster" Target="/ppt/notesMasters/notesMaster1.xml" Id="Ra2de7ec184eb4b7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b09442a7d6d4f01" /><Relationship Type="http://schemas.openxmlformats.org/officeDocument/2006/relationships/notesMaster" Target="/ppt/notesMasters/notesMaster1.xml" Id="Rc5992275e80e4ed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2326adc66354db0" /><Relationship Type="http://schemas.openxmlformats.org/officeDocument/2006/relationships/notesMaster" Target="/ppt/notesMasters/notesMaster1.xml" Id="Re35e6dc498bb42b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1d1b5bbc2c14b67" /><Relationship Type="http://schemas.openxmlformats.org/officeDocument/2006/relationships/notesMaster" Target="/ppt/notesMasters/notesMaster1.xml" Id="R39bcaf2082524ea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0fa7a62b4ea4254" /><Relationship Type="http://schemas.openxmlformats.org/officeDocument/2006/relationships/notesMaster" Target="/ppt/notesMasters/notesMaster1.xml" Id="Re7a53f4004d0403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d5a12853faa41ca" /><Relationship Type="http://schemas.openxmlformats.org/officeDocument/2006/relationships/notesMaster" Target="/ppt/notesMasters/notesMaster1.xml" Id="R75ce2dc41c1747c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45780457698401c" /><Relationship Type="http://schemas.openxmlformats.org/officeDocument/2006/relationships/notesMaster" Target="/ppt/notesMasters/notesMaster1.xml" Id="R77cb4d9ea9ae419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2c5ab58129b4536" /><Relationship Type="http://schemas.openxmlformats.org/officeDocument/2006/relationships/notesMaster" Target="/ppt/notesMasters/notesMaster1.xml" Id="R114c12cf5c814c2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f56d0490af24292" /><Relationship Type="http://schemas.openxmlformats.org/officeDocument/2006/relationships/notesMaster" Target="/ppt/notesMasters/notesMaster1.xml" Id="Re04ebfb325a2412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0c4c0463a594a80" /><Relationship Type="http://schemas.openxmlformats.org/officeDocument/2006/relationships/notesMaster" Target="/ppt/notesMasters/notesMaster1.xml" Id="R7f758522799d4e4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1281155251c47a5" /><Relationship Type="http://schemas.openxmlformats.org/officeDocument/2006/relationships/notesMaster" Target="/ppt/notesMasters/notesMaster1.xml" Id="Rabc0c89b3a094a1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b1fec85ad034688" /><Relationship Type="http://schemas.openxmlformats.org/officeDocument/2006/relationships/notesMaster" Target="/ppt/notesMasters/notesMaster1.xml" Id="R88fc9507437d4f1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9fe1fa14c6846ad" /><Relationship Type="http://schemas.openxmlformats.org/officeDocument/2006/relationships/notesMaster" Target="/ppt/notesMasters/notesMaster1.xml" Id="R02f3de46d04e448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eca84ba02414295" /><Relationship Type="http://schemas.openxmlformats.org/officeDocument/2006/relationships/notesMaster" Target="/ppt/notesMasters/notesMaster1.xml" Id="R84a9c238e6d144b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f796e84a78a44fc" /><Relationship Type="http://schemas.openxmlformats.org/officeDocument/2006/relationships/notesMaster" Target="/ppt/notesMasters/notesMaster1.xml" Id="Re67164e412634ea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eeb98f8d4994a6d" /><Relationship Type="http://schemas.openxmlformats.org/officeDocument/2006/relationships/notesMaster" Target="/ppt/notesMasters/notesMaster1.xml" Id="Re8dd3d6df1da464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0925f3042c84554" /><Relationship Type="http://schemas.openxmlformats.org/officeDocument/2006/relationships/notesMaster" Target="/ppt/notesMasters/notesMaster1.xml" Id="R8cee30ac9406461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5375447d04c408e" /><Relationship Type="http://schemas.openxmlformats.org/officeDocument/2006/relationships/notesMaster" Target="/ppt/notesMasters/notesMaster1.xml" Id="Rd542e90fefd0492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8d2590f4b1f405c" /><Relationship Type="http://schemas.openxmlformats.org/officeDocument/2006/relationships/notesMaster" Target="/ppt/notesMasters/notesMaster1.xml" Id="Rf701ca6b3c534c4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696a9fa909e402e" /><Relationship Type="http://schemas.openxmlformats.org/officeDocument/2006/relationships/notesMaster" Target="/ppt/notesMasters/notesMaster1.xml" Id="Ra5419a03ea7c4fc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556bffad8344f88" /><Relationship Type="http://schemas.openxmlformats.org/officeDocument/2006/relationships/notesMaster" Target="/ppt/notesMasters/notesMaster1.xml" Id="R91fbce2f77c8464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c49e11ea01349b4" /><Relationship Type="http://schemas.openxmlformats.org/officeDocument/2006/relationships/notesMaster" Target="/ppt/notesMasters/notesMaster1.xml" Id="R28a70f50724b4eb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fde2d8b9b0a4ab6" /><Relationship Type="http://schemas.openxmlformats.org/officeDocument/2006/relationships/notesMaster" Target="/ppt/notesMasters/notesMaster1.xml" Id="R867565b35098477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5a0a375e22b41e6" /><Relationship Type="http://schemas.openxmlformats.org/officeDocument/2006/relationships/notesMaster" Target="/ppt/notesMasters/notesMaster1.xml" Id="R09cd872ce92a498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a5f22d07c6c44b4" /><Relationship Type="http://schemas.openxmlformats.org/officeDocument/2006/relationships/notesMaster" Target="/ppt/notesMasters/notesMaster1.xml" Id="R05618c5e43fe49e1"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9efe751846e453d" /><Relationship Type="http://schemas.openxmlformats.org/officeDocument/2006/relationships/notesMaster" Target="/ppt/notesMasters/notesMaster1.xml" Id="R64db19d57bb6485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682ef0a96644ad7" /><Relationship Type="http://schemas.openxmlformats.org/officeDocument/2006/relationships/notesMaster" Target="/ppt/notesMasters/notesMaster1.xml" Id="R69d9f6d0ed144c2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c1107f87fd94edd" /><Relationship Type="http://schemas.openxmlformats.org/officeDocument/2006/relationships/notesMaster" Target="/ppt/notesMasters/notesMaster1.xml" Id="R70d8448b3810471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2c6834b39fd46b5" /><Relationship Type="http://schemas.openxmlformats.org/officeDocument/2006/relationships/notesMaster" Target="/ppt/notesMasters/notesMaster1.xml" Id="R137a03774e364f0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0ab5cfb144a4aa2" /><Relationship Type="http://schemas.openxmlformats.org/officeDocument/2006/relationships/notesMaster" Target="/ppt/notesMasters/notesMaster1.xml" Id="R84c2dd157ebb4e4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89a442078e144f5" /><Relationship Type="http://schemas.openxmlformats.org/officeDocument/2006/relationships/notesMaster" Target="/ppt/notesMasters/notesMaster1.xml" Id="R8f62410b8f7a462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0e38a6e23b145d7" /><Relationship Type="http://schemas.openxmlformats.org/officeDocument/2006/relationships/notesMaster" Target="/ppt/notesMasters/notesMaster1.xml" Id="R8c0d4cbdf0a54d7e"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4cf01448b3c4023" /><Relationship Type="http://schemas.openxmlformats.org/officeDocument/2006/relationships/notesMaster" Target="/ppt/notesMasters/notesMaster1.xml" Id="R75010e9e329b4c9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76b12835222453b" /><Relationship Type="http://schemas.openxmlformats.org/officeDocument/2006/relationships/notesMaster" Target="/ppt/notesMasters/notesMaster1.xml" Id="R572622c3934e41d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8cb2b5553574164" /><Relationship Type="http://schemas.openxmlformats.org/officeDocument/2006/relationships/notesMaster" Target="/ppt/notesMasters/notesMaster1.xml" Id="Re5070f1c21d1431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4e35a2158ac4790" /><Relationship Type="http://schemas.openxmlformats.org/officeDocument/2006/relationships/notesMaster" Target="/ppt/notesMasters/notesMaster1.xml" Id="Rc9d1ba936b0e448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7b0781f8d8e431d" /><Relationship Type="http://schemas.openxmlformats.org/officeDocument/2006/relationships/notesMaster" Target="/ppt/notesMasters/notesMaster1.xml" Id="Rc671da9de2ac4ed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bf88cd7d7164df1" /><Relationship Type="http://schemas.openxmlformats.org/officeDocument/2006/relationships/notesMaster" Target="/ppt/notesMasters/notesMaster1.xml" Id="R668664d04b26463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f0344ee579d34a89" /><Relationship Type="http://schemas.openxmlformats.org/officeDocument/2006/relationships/notesMaster" Target="/ppt/notesMasters/notesMaster1.xml" Id="Raa81b825ac3941f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eff5f6cec73419f" /><Relationship Type="http://schemas.openxmlformats.org/officeDocument/2006/relationships/notesMaster" Target="/ppt/notesMasters/notesMaster1.xml" Id="R08fbc4ebbecd4f4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7a1c71b156e4355" /><Relationship Type="http://schemas.openxmlformats.org/officeDocument/2006/relationships/notesMaster" Target="/ppt/notesMasters/notesMaster1.xml" Id="R3258ef77bcc14d3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e28a86cfff624af9" /><Relationship Type="http://schemas.openxmlformats.org/officeDocument/2006/relationships/notesMaster" Target="/ppt/notesMasters/notesMaster1.xml" Id="R9e622f096a064d60"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41488b1d0464227" /><Relationship Type="http://schemas.openxmlformats.org/officeDocument/2006/relationships/notesMaster" Target="/ppt/notesMasters/notesMaster1.xml" Id="Rfdc003e50b49431f"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2b6bd5729a5d455c" /><Relationship Type="http://schemas.openxmlformats.org/officeDocument/2006/relationships/notesMaster" Target="/ppt/notesMasters/notesMaster1.xml" Id="R6738a9b129ee457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018bb8268b2a4682" /><Relationship Type="http://schemas.openxmlformats.org/officeDocument/2006/relationships/notesMaster" Target="/ppt/notesMasters/notesMaster1.xml" Id="Rf9346d433d4c4193"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b43725feaf040ac" /><Relationship Type="http://schemas.openxmlformats.org/officeDocument/2006/relationships/notesMaster" Target="/ppt/notesMasters/notesMaster1.xml" Id="R962e5408d1a9400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777cbef78a864bf9" /><Relationship Type="http://schemas.openxmlformats.org/officeDocument/2006/relationships/notesMaster" Target="/ppt/notesMasters/notesMaster1.xml" Id="Raa96eff29d314816"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e82b3c9de1b46da" /><Relationship Type="http://schemas.openxmlformats.org/officeDocument/2006/relationships/notesMaster" Target="/ppt/notesMasters/notesMaster1.xml" Id="R7677da4223a24e3a"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3bfa02d590947f5" /><Relationship Type="http://schemas.openxmlformats.org/officeDocument/2006/relationships/notesMaster" Target="/ppt/notesMasters/notesMaster1.xml" Id="R69aa401b8ade44be"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2ade03b83f794c51" /><Relationship Type="http://schemas.openxmlformats.org/officeDocument/2006/relationships/notesMaster" Target="/ppt/notesMasters/notesMaster1.xml" Id="Rd15b9bd9379b4219"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fa579a8911b4764" /><Relationship Type="http://schemas.openxmlformats.org/officeDocument/2006/relationships/notesMaster" Target="/ppt/notesMasters/notesMaster1.xml" Id="R513a91cbcafd4b24"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cd4bf3cd80441a8" /><Relationship Type="http://schemas.openxmlformats.org/officeDocument/2006/relationships/notesMaster" Target="/ppt/notesMasters/notesMaster1.xml" Id="Rc99fb3adee5a4a0f"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992dfec7ce0243d2" /><Relationship Type="http://schemas.openxmlformats.org/officeDocument/2006/relationships/notesMaster" Target="/ppt/notesMasters/notesMaster1.xml" Id="R49adacdeecd0475c"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3d74fad940174d4f" /><Relationship Type="http://schemas.openxmlformats.org/officeDocument/2006/relationships/notesMaster" Target="/ppt/notesMasters/notesMaster1.xml" Id="R04f91662e264449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da40506a26884dfe" /><Relationship Type="http://schemas.openxmlformats.org/officeDocument/2006/relationships/notesMaster" Target="/ppt/notesMasters/notesMaster1.xml" Id="Ra398ba587fc24c18"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42352e8936c6485a" /><Relationship Type="http://schemas.openxmlformats.org/officeDocument/2006/relationships/notesMaster" Target="/ppt/notesMasters/notesMaster1.xml" Id="R72a5a12012b6425b"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c9927d7ad6f34352" /><Relationship Type="http://schemas.openxmlformats.org/officeDocument/2006/relationships/notesMaster" Target="/ppt/notesMasters/notesMaster1.xml" Id="R3207ed7ee6dd4496"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d904478ccaf54a6b" /><Relationship Type="http://schemas.openxmlformats.org/officeDocument/2006/relationships/notesMaster" Target="/ppt/notesMasters/notesMaster1.xml" Id="Rbd9e78c1a4d547a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0e93839b142d47a6" /><Relationship Type="http://schemas.openxmlformats.org/officeDocument/2006/relationships/notesMaster" Target="/ppt/notesMasters/notesMaster1.xml" Id="R43a7ac073e0c4a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2026-10-20 가상 자료로 개념과 결과를 확인합니다. 50분 수업 6교시로 진행합니다.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실행·강사 관찰·수동 추적을 적습니다. 입력과 예상 결과를 먼저 씁니다. 실제 결과와 다음 확인을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추가 문제는 필수 결과 확인 뒤 사용합니다. 모든 장의 50분 완수를 보장하지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작업을 맡기는 방법입니다.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실행 가능한 도구와 맡긴 행동을 구별합니다. 필요한 자료만 가상 입력으로 제공합니다.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에이전트와 사람의 역할</a:t>
            </a:r>
          </a:p>
          <a:p xmlns:a="http://schemas.openxmlformats.org/drawingml/2006/main">
            <a:r>
              <a:t/>
            </a:r>
          </a:p>
          <a:p xmlns:a="http://schemas.openxmlformats.org/drawingml/2006/main">
            <a:r>
              <a:t>#### 사례로 이해하기 · 실행하는 AI와 책임을 갖는 사람</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안내 프로그램을 고치려는 직원이 AI에게 “온도 분류를 개선해 줘”라고 보냅니다. AI는 파일 이름과 기준을 추측하고 새 코드를 제안할 수 있습니다. 직원이 기대한 것은 경계 오류 하나의 수정인데 프로그램 전체가 바뀌면 검토가 어려워집니다. 먼저 맡길 범위와 사람이 결정할 규칙을 구별합니다.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대화형 AI는 문장이나 코드를 답할 수 있습니다. 코드에이전트는 허용된 도구를 이용하여 파일을 읽고 고치거나 실행까지 이어갈 수 있습니다. 가능한 능력과 이번 작업에서 허용한 행동은 다릅니다. 프롬프트는 요청 글이고 컨텍스트는 그 요청을 이해하는 데 필요한 자료입니다. 사람은 업무 기준, 공유할 자료, 적용 승인, 실제 확인 범위를 결정합니다. 도구가 읽지 못한 숨은 규칙까지 안다고 추정하지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요청의 목적을 “28 이상을 주의로 분류”로 적습니다. 대상은 work/classifier.py의 classify 함수이며 입력은 가상 온도, 출력은 정상·주의·미측정·입력 오류입니다. 관련 자료는 현재 함수와 cases.json, 실패 출력 마지막 부분입니다. 읽기와 수정은 이 연습 복사본에만 허용하고 외부 게시와 계정 접근은 허용하지 않습니다. 실제 토큰 대신 `DEMO_TOKEN`이라는 표시를 씁니다. 확인 근거는 변경 비교와 같은 검사 입력의 실행 결과입니다. 제공 AI 응답은 수업용 작성 자료이며 실제 모델 호출 증거가 아닙니다.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파일 세 개, 고객 명단, 접속 암호, 가상 실패 로그 가운데 온도 경계 수정에 필요한 자료를 선택하세요. 이어서 “목적 / 바꿀 곳 / 유지할 것 / 금지할 행동 / 확인 근거” 다섯 줄 요청서를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현재 함수·검사 입력·가상 실패 로그를 선택하고 고객 명단과 암호는 제외합니다. “자료를 전부 보내면 정확해진다”는 답은 관련성과 공유 범위를 검토하지 않았습니다. “AI가 썼으니 실행도 했다” 역시 생성과 실행의 차이를 놓칩니다.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에이전트 이름이 능력을 보장하나요? 실제 연결 도구와 권한을 확인해야 합니다. ② 비밀이 필요한 상황은 어떻게 하나요? 그대로 공유하지 말고 담당 절차와 대체 데이터를 확인합니다. ③ 완료 판단은 누구의 일인가요? 요구와 증거를 대조하는 사람의 판단이 필요합니다.</a:t>
            </a:r>
          </a:p>
          <a:p xmlns:a="http://schemas.openxmlformats.org/drawingml/2006/main">
            <a:r>
              <a:t/>
            </a:r>
          </a:p>
          <a:p xmlns:a="http://schemas.openxmlformats.org/drawingml/2006/main">
            <a:r>
              <a:t>**뜻과 비유.** 코드에이전트는 요청을 해석하고 파일과 실행 도구를 사용해 작업을 이어 가는 AI 도구입니다. 대화 답변 한 번과 파일 변경·실행이 연결된 작업 흐름을 구분합니다.</a:t>
            </a:r>
          </a:p>
          <a:p xmlns:a="http://schemas.openxmlformats.org/drawingml/2006/main">
            <a:r>
              <a:t/>
            </a:r>
          </a:p>
          <a:p xmlns:a="http://schemas.openxmlformats.org/drawingml/2006/main">
            <a:r>
              <a:t>**왜 필요한가.** 동료에게 일을 맡겨도 완료 기준은 함께 정합니다. 코드가 생겼다는 사실과 업무 요구가 충족됐다는 사실은 다릅니다.</a:t>
            </a:r>
          </a:p>
          <a:p xmlns:a="http://schemas.openxmlformats.org/drawingml/2006/main">
            <a:r>
              <a:t/>
            </a:r>
          </a:p>
          <a:p xmlns:a="http://schemas.openxmlformats.org/drawingml/2006/main">
            <a:r>
              <a:t>**예를 따라 읽기.** 센서 온도 28을 주의로 분류해 달라는 요청은 입력·기준·출력·확인 방법을 포함할 수 있습니다.</a:t>
            </a:r>
          </a:p>
          <a:p xmlns:a="http://schemas.openxmlformats.org/drawingml/2006/main">
            <a:r>
              <a:t/>
            </a:r>
          </a:p>
          <a:p xmlns:a="http://schemas.openxmlformats.org/drawingml/2006/main">
            <a:r>
              <a:t>**헷갈리는 반례.** “알아서 좋게 고쳐”는 유지해야할 함수 이름이나 28 ℃ 경계를 알려 주지 않습니다.</a:t>
            </a:r>
          </a:p>
          <a:p xmlns:a="http://schemas.openxmlformats.org/drawingml/2006/main">
            <a:r>
              <a:t/>
            </a:r>
          </a:p>
          <a:p xmlns:a="http://schemas.openxmlformats.org/drawingml/2006/main">
            <a:r>
              <a:t>**직접 적용.** 요청서에서 목적을 한 문장으로 찾기 → AI가 제안할 일과 사람이 판단할 일 나누기 → 완료라고 부를 증거 두 가지 적기 → 짝에게 도구와 검토자의 역할 설명하기</a:t>
            </a:r>
          </a:p>
          <a:p xmlns:a="http://schemas.openxmlformats.org/drawingml/2006/main">
            <a:r>
              <a:t/>
            </a:r>
          </a:p>
          <a:p xmlns:a="http://schemas.openxmlformats.org/drawingml/2006/main">
            <a:r>
              <a:t>**설명할 질문.** 코드가 생긴 것만으로 완료가 아닌 이유는 무엇인가요?</a:t>
            </a:r>
          </a:p>
          <a:p xmlns:a="http://schemas.openxmlformats.org/drawingml/2006/main">
            <a:r>
              <a:t/>
            </a:r>
          </a:p>
          <a:p xmlns:a="http://schemas.openxmlformats.org/drawingml/2006/main">
            <a:r>
              <a:t>**막혔을 때.** 도구 이름과 능력을 혼동하면 읽기·변경·실행 중 실제로 허용한 행동을 따로 적습니다.</a:t>
            </a:r>
          </a:p>
          <a:p xmlns:a="http://schemas.openxmlformats.org/drawingml/2006/main">
            <a:r>
              <a:t/>
            </a:r>
          </a:p>
          <a:p xmlns:a="http://schemas.openxmlformats.org/drawingml/2006/main">
            <a:r>
              <a:t>입력·답칸·확인 순서는 [실습지의 A01](practice-guide.md#a01)와 [활동 원문](examples/course/data/A01_input.md)에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실제 모델·유료 API 호출은 없습니다.</a:t>
            </a:r>
          </a:p>
          <a:p xmlns:a="http://schemas.openxmlformats.org/drawingml/2006/main">
            <a:r>
              <a:t/>
            </a:r>
          </a:p>
          <a:p xmlns:a="http://schemas.openxmlformats.org/drawingml/2006/main">
            <a:r>
              <a:t>표와 문장을 읽는 방법: AI 도구는 허용된 파일과 명령을 사용합니다. 사람은 업무 규칙과 확인 범위를 결정합니다.</a:t>
            </a:r>
          </a:p>
          <a:p xmlns:a="http://schemas.openxmlformats.org/drawingml/2006/main">
            <a:r>
              <a:t>예상 결과: 코드 생성과 실제 실행은 서로 다릅니다. 실행 성공 뒤에도 요구를 확인합니다.</a:t>
            </a:r>
          </a:p>
          <a:p xmlns:a="http://schemas.openxmlformats.org/drawingml/2006/main">
            <a:r>
              <a:t/>
            </a:r>
          </a:p>
          <a:p xmlns:a="http://schemas.openxmlformats.org/drawingml/2006/main">
            <a:r>
              <a:t>판단 해설: 연습 작업본 읽기·수정·검사 실행으로 제한합니다. 고객 정보·접속 암호·외부 게시 등은 해당 작업의 근거에 필요하지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코드 생성과 실제 실행은 서로 다릅니다. 실행 성공 뒤에도 요구를 확인합니다.</a:t>
            </a:r>
          </a:p>
          <a:p xmlns:a="http://schemas.openxmlformats.org/drawingml/2006/main">
            <a:r>
              <a:t/>
            </a:r>
          </a:p>
          <a:p xmlns:a="http://schemas.openxmlformats.org/drawingml/2006/main">
            <a:r>
              <a:t>개념과 연결: AI 도구는 허용된 파일과 명령을 사용합니다. 사람은 업무 규칙과 확인 범위를 결정합니다.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연습 작업본 읽기·수정·검사 실행으로 제한합니다. 고객 정보·접속 암호·외부 게시 등은 해당 작업의 근거에 필요하지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한 함수 수정에 허용할 행동을 적어 보세요.</a:t>
            </a:r>
          </a:p>
          <a:p xmlns:a="http://schemas.openxmlformats.org/drawingml/2006/main">
            <a:r>
              <a:t/>
            </a:r>
          </a:p>
          <a:p xmlns:a="http://schemas.openxmlformats.org/drawingml/2006/main">
            <a:r>
              <a:t>정답과 풀이: 연습 작업본 읽기·수정·검사 실행으로 제한합니다. 고객 정보·접속 암호·외부 게시 등은 해당 작업의 근거에 필요하지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작은 작업과 수정 범위</a:t>
            </a:r>
          </a:p>
          <a:p xmlns:a="http://schemas.openxmlformats.org/drawingml/2006/main">
            <a:r>
              <a:t/>
            </a:r>
          </a:p>
          <a:p xmlns:a="http://schemas.openxmlformats.org/drawingml/2006/main">
            <a:r>
              <a:t>**뜻과 비유.** 작업 범위는 어떤 파일과 동작을 바꿀지 정한 경계입니다. 전체 프로그램을 한 번에 고치기보다 한 함수의 분류 규칙처럼 확인 가능한 단위로 나눕니다.</a:t>
            </a:r>
          </a:p>
          <a:p xmlns:a="http://schemas.openxmlformats.org/drawingml/2006/main">
            <a:r>
              <a:t/>
            </a:r>
          </a:p>
          <a:p xmlns:a="http://schemas.openxmlformats.org/drawingml/2006/main">
            <a:r>
              <a:t>**왜 필요한가.** 범위를 알면 변경 비교가 짧아지고 잘못 바꾼 항목을 되돌리기 쉽습니다. 10/16의 변경 비교가 여기서 업무 검토 근거가 됩니다.</a:t>
            </a:r>
          </a:p>
          <a:p xmlns:a="http://schemas.openxmlformats.org/drawingml/2006/main">
            <a:r>
              <a:t/>
            </a:r>
          </a:p>
          <a:p xmlns:a="http://schemas.openxmlformats.org/drawingml/2006/main">
            <a:r>
              <a:t>**예를 따라 읽기.** 오늘은 classifier.py의 classify 동작만 바꾸고 함수 이름과 threshold =28을 유지합니다.</a:t>
            </a:r>
          </a:p>
          <a:p xmlns:a="http://schemas.openxmlformats.org/drawingml/2006/main">
            <a:r>
              <a:t/>
            </a:r>
          </a:p>
          <a:p xmlns:a="http://schemas.openxmlformats.org/drawingml/2006/main">
            <a:r>
              <a:t>**헷갈리는 반례.** 결과를 맞추려고 cases.json 기대 값을 변경하면 검사기준을 바꾼 것이므로 요청을 해결한 증거가 아닙니다.</a:t>
            </a:r>
          </a:p>
          <a:p xmlns:a="http://schemas.openxmlformats.org/drawingml/2006/main">
            <a:r>
              <a:t/>
            </a:r>
          </a:p>
          <a:p xmlns:a="http://schemas.openxmlformats.org/drawingml/2006/main">
            <a:r>
              <a:t>**직접 적용.** 바꿀 파일 하나 적기 → 유지할 이름·기준·입출력 찾기 → 요청 밖 변경 예 두 가지 표시하기 → 작업 요청서에 범위 적기</a:t>
            </a:r>
          </a:p>
          <a:p xmlns:a="http://schemas.openxmlformats.org/drawingml/2006/main">
            <a:r>
              <a:t/>
            </a:r>
          </a:p>
          <a:p xmlns:a="http://schemas.openxmlformats.org/drawingml/2006/main">
            <a:r>
              <a:t>**설명할 질문.** 테스트 기대 값을 바꾸면 왜 문제가 숨을 수 있나요?</a:t>
            </a:r>
          </a:p>
          <a:p xmlns:a="http://schemas.openxmlformats.org/drawingml/2006/main">
            <a:r>
              <a:t/>
            </a:r>
          </a:p>
          <a:p xmlns:a="http://schemas.openxmlformats.org/drawingml/2006/main">
            <a:r>
              <a:t>**막혔을 때.** 파일을 못 찾으면 압축을 푼 course 폴더의 code·data·work 위치부터 확인합니다.</a:t>
            </a:r>
          </a:p>
          <a:p xmlns:a="http://schemas.openxmlformats.org/drawingml/2006/main">
            <a:r>
              <a:t/>
            </a:r>
          </a:p>
          <a:p xmlns:a="http://schemas.openxmlformats.org/drawingml/2006/main">
            <a:r>
              <a:t>입력·답칸·확인 순서는 [실습지의 A02](practice-guide.md#a02)와 [활동 원문](examples/course/data/A02_input.md)에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검사 기대를 후보에 맞춰 바꾸지 않습니다.</a:t>
            </a:r>
          </a:p>
          <a:p xmlns:a="http://schemas.openxmlformats.org/drawingml/2006/main">
            <a:r>
              <a:t/>
            </a:r>
          </a:p>
          <a:p xmlns:a="http://schemas.openxmlformats.org/drawingml/2006/main">
            <a:r>
              <a:t>표와 문장을 읽는 방법: work/classifier.py의 classify를 고칩니다. 함수 이름과 기본 기준 28을 유지합니다.</a:t>
            </a:r>
          </a:p>
          <a:p xmlns:a="http://schemas.openxmlformats.org/drawingml/2006/main">
            <a:r>
              <a:t>예상 결과: 변경한 파일과 이유를 설명합니다. 요청 밖 변경은 따로 확인합니다.</a:t>
            </a:r>
          </a:p>
          <a:p xmlns:a="http://schemas.openxmlformats.org/drawingml/2006/main">
            <a:r>
              <a:t/>
            </a:r>
          </a:p>
          <a:p xmlns:a="http://schemas.openxmlformats.org/drawingml/2006/main">
            <a:r>
              <a:t>판단 해설: 요구를 해결한 근거가 아닙니다. 승인된 요구 변경 없이 기대를 바꾸면 실패를 숨길 수 있습니다.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변경한 파일과 이유를 설명합니다. 요청 밖 변경은 따로 확인합니다.</a:t>
            </a:r>
          </a:p>
          <a:p xmlns:a="http://schemas.openxmlformats.org/drawingml/2006/main">
            <a:r>
              <a:t/>
            </a:r>
          </a:p>
          <a:p xmlns:a="http://schemas.openxmlformats.org/drawingml/2006/main">
            <a:r>
              <a:t>개념과 연결: work/classifier.py의 classify를 고칩니다. 함수 이름과 기본 기준 28을 유지합니다.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요구를 해결한 근거가 아닙니다. 승인된 요구 변경 없이 기대를 바꾸면 실패를 숨길 수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AI가 기대 결과를 고쳐 통과시키자고 합니다. 이 제안을 어떻게 검토하나요?</a:t>
            </a:r>
          </a:p>
          <a:p xmlns:a="http://schemas.openxmlformats.org/drawingml/2006/main">
            <a:r>
              <a:t/>
            </a:r>
          </a:p>
          <a:p xmlns:a="http://schemas.openxmlformats.org/drawingml/2006/main">
            <a:r>
              <a:t>정답과 풀이: 요구를 해결한 근거가 아닙니다. 승인된 요구 변경 없이 기대를 바꾸면 실패를 숨길 수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컨텍스트와 관련 자료</a:t>
            </a:r>
          </a:p>
          <a:p xmlns:a="http://schemas.openxmlformats.org/drawingml/2006/main">
            <a:r>
              <a:t/>
            </a:r>
          </a:p>
          <a:p xmlns:a="http://schemas.openxmlformats.org/drawingml/2006/main">
            <a:r>
              <a:t>**뜻과 비유.** 컨 텍스트는 이번 일을 이해하는 데 필요한 설명과 자료입니다. 파일 전체를 많이 넣는 것보다 어떤 입력이 어떤 문제를 만드는지 정확히 전달하는 것이 중요합니다.</a:t>
            </a:r>
          </a:p>
          <a:p xmlns:a="http://schemas.openxmlformats.org/drawingml/2006/main">
            <a:r>
              <a:t/>
            </a:r>
          </a:p>
          <a:p xmlns:a="http://schemas.openxmlformats.org/drawingml/2006/main">
            <a:r>
              <a:t>**왜 필요한가.** 도구가 보지 못한 파일이나 숨은 업무 규칙을 저절로 안다고 가정하면 엉뚱한 수정이 나올 수 있습니다.</a:t>
            </a:r>
          </a:p>
          <a:p xmlns:a="http://schemas.openxmlformats.org/drawingml/2006/main">
            <a:r>
              <a:t/>
            </a:r>
          </a:p>
          <a:p xmlns:a="http://schemas.openxmlformats.org/drawingml/2006/main">
            <a:r>
              <a:t>**예를 따라 읽기.** 원본 함수·가상 입력·기대 결과·실제 오류 마지막 줄은 문제를 재현하는 데 도움이 됩니다.</a:t>
            </a:r>
          </a:p>
          <a:p xmlns:a="http://schemas.openxmlformats.org/drawingml/2006/main">
            <a:r>
              <a:t/>
            </a:r>
          </a:p>
          <a:p xmlns:a="http://schemas.openxmlformats.org/drawingml/2006/main">
            <a:r>
              <a:t>**헷갈리는 반례.** 관계없는 오래된 프로젝트와 실제 계정 비밀번호는 오늘의 분류 규칙을 설명하는 데 필요하지 않습니다.</a:t>
            </a:r>
          </a:p>
          <a:p xmlns:a="http://schemas.openxmlformats.org/drawingml/2006/main">
            <a:r>
              <a:t/>
            </a:r>
          </a:p>
          <a:p xmlns:a="http://schemas.openxmlformats.org/drawingml/2006/main">
            <a:r>
              <a:t>**직접 적용.** 여섯 자료 카드 읽기 → 관련·무관·공유하지 않을 자료로 분류하기 → 선택한 자료의 필요성을 한 줄씩 쓰기 → 빠진 맥락 하나를 질문으로 남기기</a:t>
            </a:r>
          </a:p>
          <a:p xmlns:a="http://schemas.openxmlformats.org/drawingml/2006/main">
            <a:r>
              <a:t/>
            </a:r>
          </a:p>
          <a:p xmlns:a="http://schemas.openxmlformats.org/drawingml/2006/main">
            <a:r>
              <a:t>**설명할 질문.** 자료가 많으면 항상 더 좋은 요청이 되나요?</a:t>
            </a:r>
          </a:p>
          <a:p xmlns:a="http://schemas.openxmlformats.org/drawingml/2006/main">
            <a:r>
              <a:t/>
            </a:r>
          </a:p>
          <a:p xmlns:a="http://schemas.openxmlformats.org/drawingml/2006/main">
            <a:r>
              <a:t>**막혔을 때.** 출처와 사용 목적을 구분하지 못하면 각 자료가 어떤 질문에 답하는지 적어 봅니다.</a:t>
            </a:r>
          </a:p>
          <a:p xmlns:a="http://schemas.openxmlformats.org/drawingml/2006/main">
            <a:r>
              <a:t/>
            </a:r>
          </a:p>
          <a:p xmlns:a="http://schemas.openxmlformats.org/drawingml/2006/main">
            <a:r>
              <a:t>입력·답칸·확인 순서는 [실습지의 A03](practice-guide.md#a03)와 [활동 원문](examples/course/data/A03_input.md)에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많은 자료보다 관련 근거가 중요합니다.</a:t>
            </a:r>
          </a:p>
          <a:p xmlns:a="http://schemas.openxmlformats.org/drawingml/2006/main">
            <a:r>
              <a:t/>
            </a:r>
          </a:p>
          <a:p xmlns:a="http://schemas.openxmlformats.org/drawingml/2006/main">
            <a:r>
              <a:t>표와 문장을 읽는 방법: 현재 함수와 실패 입력을 제공합니다. 비밀 대신 가상 자료를 사용합니다.</a:t>
            </a:r>
          </a:p>
          <a:p xmlns:a="http://schemas.openxmlformats.org/drawingml/2006/main">
            <a:r>
              <a:t>예상 결과: 기준값과 기대 출력이 빠졌는지 읽습니다. 자료의 출처와 목적도 남깁니다.</a:t>
            </a:r>
          </a:p>
          <a:p xmlns:a="http://schemas.openxmlformats.org/drawingml/2006/main">
            <a:r>
              <a:t/>
            </a:r>
          </a:p>
          <a:p xmlns:a="http://schemas.openxmlformats.org/drawingml/2006/main">
            <a:r>
              <a:t>판단 해설: 현재 함수, 동일한 검사 입력, 비밀을 제거한 실패 결과를 제공합니다. 읽지 못한 업무 규칙을 AI가 저절로 아는 것으로 추정하지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기준값과 기대 출력이 빠졌는지 읽습니다. 자료의 출처와 목적도 남깁니다.</a:t>
            </a:r>
          </a:p>
          <a:p xmlns:a="http://schemas.openxmlformats.org/drawingml/2006/main">
            <a:r>
              <a:t/>
            </a:r>
          </a:p>
          <a:p xmlns:a="http://schemas.openxmlformats.org/drawingml/2006/main">
            <a:r>
              <a:t>개념과 연결: 현재 함수와 실패 입력을 제공합니다. 비밀 대신 가상 자료를 사용합니다.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현재 함수, 동일한 검사 입력, 비밀을 제거한 실패 결과를 제공합니다. 읽지 못한 업무 규칙을 AI가 저절로 아는 것으로 추정하지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28 경계 수정에 자료 세 개를 고르세요.</a:t>
            </a:r>
          </a:p>
          <a:p xmlns:a="http://schemas.openxmlformats.org/drawingml/2006/main">
            <a:r>
              <a:t/>
            </a:r>
          </a:p>
          <a:p xmlns:a="http://schemas.openxmlformats.org/drawingml/2006/main">
            <a:r>
              <a:t>정답과 풀이: 현재 함수, 동일한 검사 입력, 비밀을 제거한 실패 결과를 제공합니다. 읽지 못한 업무 규칙을 AI가 저절로 아는 것으로 추정하지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근거가 있는 요청서입니다.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정상·경계·누락·오류를 따로 정합니다. 함수 이름과 출력도 호출자의 약속입니다.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입력과 출력 계약</a:t>
            </a:r>
          </a:p>
          <a:p xmlns:a="http://schemas.openxmlformats.org/drawingml/2006/main">
            <a:r>
              <a:t/>
            </a:r>
          </a:p>
          <a:p xmlns:a="http://schemas.openxmlformats.org/drawingml/2006/main">
            <a:r>
              <a:t>#### 사례로 이해하기 · 요청을 검사 가능한 약속으로 바꾸기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동료가 “높은 온도를 주의로 표시”라고만 설명합니다. 28은 높은 값인가요? 값이 없으면 무엇을 표시하나요? 기계가 이해할 조건을 쓰기 전에 사람끼리 애매한 표현을 정확한 입출력 약속으로 바꿔야 합니다. 코드 한 줄의 차이가 사용자 안내를 바꾸기 때문입니다.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계약은 함수가 받을 값과 돌려줄 결과의 약속입니다. 정상 사례는 흔한 입력, 경계 사례는 규칙이 바뀌는 근처 입력, 오류 사례는 허용하지 않은 입력입니다. 온도 0은 측정값이고 None은 값이 없다는 표시입니다. 글자 "28"과 숫자 28은 화면에 비슷해 보여도 자료형이 다릅니다. 오늘 계약은 문자 숫자를 자동 변환하지 않고 입력 오류로 처리합니다. 업무 규칙이 달라지면 별도 승인이 필요합니다.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함수 이름 classify와 기본 기준 28을 유지합니다. 유효한 수는 0~50이며 28 이상은 주의, 미만은 정상입니다. None은 미측정, 문자·불리언·범위 밖 값은 입력 오류입니다. `classify(27.9)`→정상, `classify(28)`→주의, `classify(28.1)`→주의, `classify(None)`→미측정으로 표를 작성합니다. `classify(0)`→정상을 별도 행으로 두면 None을 0으로 바꾼 후보의 문제를 찾을 수 있습니다. 기준을 27로 내리면 27.9의 약속이 깨집니다. 검사 파일의 기대 값을 바꾸어서 후보를 통과시키면 요구 검증이 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냉장 보관 가상 규칙은 “5 초과이면 점검, 5 이하는 정상”입니다. 4.9·5·5.1의 기대를 직접 쓰고 온도 기준의 “이상” 규칙과 어떤 비교 기호가 다른지 설명하세요. 누락 값의 처리 약속도 한 문장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4.9와 5는 정상, 5.1은 점검이며 초과는 &gt;입니다. “5도 점검”은 초과와 이상을 혼동했습니다. 누락은 측정하지 못했음을 별도로 표시해야 하며 정상으로 채우는 답은 유효 측정과 누락을 합칩니다.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함수 이름을 유지하는 이유는 무엇인가요? 기존 호출자가 같은 이름을 사용합니다. ② 경계 세 값을 두는 이유는 무엇인가요? 기준과 비교 기호의 오류를 구별합니다. ③ 출력 표만 맞으면 충분한가요? 실제 대상 함수의 실행과 유지 조건도 확인합니다.</a:t>
            </a:r>
          </a:p>
          <a:p xmlns:a="http://schemas.openxmlformats.org/drawingml/2006/main">
            <a:r>
              <a:t/>
            </a:r>
          </a:p>
          <a:p xmlns:a="http://schemas.openxmlformats.org/drawingml/2006/main">
            <a:r>
              <a:t>**뜻과 비유.** 입출력 계약은 어떤 값을 받아 어떤 형태로 답할지 정한 약속입니다. 함수의 내부가 달라져도 호출하는 쪽이 기대하는 이름과 결과는 유지해야합니다.</a:t>
            </a:r>
          </a:p>
          <a:p xmlns:a="http://schemas.openxmlformats.org/drawingml/2006/main">
            <a:r>
              <a:t/>
            </a:r>
          </a:p>
          <a:p xmlns:a="http://schemas.openxmlformats.org/drawingml/2006/main">
            <a:r>
              <a:t>**왜 필요한가.** 함수 이름을 바꾸거나 새 숫자 코드를 반환하면 기존 호출 자는 결과를 이해하지 못할 수 있습니다.</a:t>
            </a:r>
          </a:p>
          <a:p xmlns:a="http://schemas.openxmlformats.org/drawingml/2006/main">
            <a:r>
              <a:t/>
            </a:r>
          </a:p>
          <a:p xmlns:a="http://schemas.openxmlformats.org/drawingml/2006/main">
            <a:r>
              <a:t>**예를 따라 읽기.** classify(28)는 주의, classify(None)는 미측정으로 답하도록 요청에 씁니다.</a:t>
            </a:r>
          </a:p>
          <a:p xmlns:a="http://schemas.openxmlformats.org/drawingml/2006/main">
            <a:r>
              <a:t/>
            </a:r>
          </a:p>
          <a:p xmlns:a="http://schemas.openxmlformats.org/drawingml/2006/main">
            <a:r>
              <a:t>**헷갈리는 반례.** 미측정을 정상으로 부르면 측정하지 못한 상황이 정상 온도로 보입니다.</a:t>
            </a:r>
          </a:p>
          <a:p xmlns:a="http://schemas.openxmlformats.org/drawingml/2006/main">
            <a:r>
              <a:t/>
            </a:r>
          </a:p>
          <a:p xmlns:a="http://schemas.openxmlformats.org/drawingml/2006/main">
            <a:r>
              <a:t>**직접 적용.** 요청서에서 허용 입력 추출하기 → 네 반환 문자열을 표로 쓰기 → 함수 호출 하나의 입력·출력 연결하기 → task.md에 계약 작성하기</a:t>
            </a:r>
          </a:p>
          <a:p xmlns:a="http://schemas.openxmlformats.org/drawingml/2006/main">
            <a:r>
              <a:t/>
            </a:r>
          </a:p>
          <a:p xmlns:a="http://schemas.openxmlformats.org/drawingml/2006/main">
            <a:r>
              <a:t>**설명할 질문.** 함수 이름과 반환 문자열을 유지하는 이유는 무엇인가요?</a:t>
            </a:r>
          </a:p>
          <a:p xmlns:a="http://schemas.openxmlformats.org/drawingml/2006/main">
            <a:r>
              <a:t/>
            </a:r>
          </a:p>
          <a:p xmlns:a="http://schemas.openxmlformats.org/drawingml/2006/main">
            <a:r>
              <a:t>**막혔을 때.** None과 문자열 "None"이 헷갈리면 10/8의 값 없음과 글자 차이를 다시 비교합니다.</a:t>
            </a:r>
          </a:p>
          <a:p xmlns:a="http://schemas.openxmlformats.org/drawingml/2006/main">
            <a:r>
              <a:t/>
            </a:r>
          </a:p>
          <a:p xmlns:a="http://schemas.openxmlformats.org/drawingml/2006/main">
            <a:r>
              <a:t>입력·답칸·확인 순서는 [실습지의 A04](practice-guide.md#a04)와 [활동 원문](examples/course/data/A04_input.md)에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문자 숫자와 실제 숫자를 구별합니다.</a:t>
            </a:r>
          </a:p>
          <a:p xmlns:a="http://schemas.openxmlformats.org/drawingml/2006/main">
            <a:r>
              <a:t/>
            </a:r>
          </a:p>
          <a:p xmlns:a="http://schemas.openxmlformats.org/drawingml/2006/main">
            <a:r>
              <a:t>표와 문장을 읽는 방법: 0~50의 숫자 온도를 받습니다. 28 이상은 주의, 미만은 정상입니다.</a:t>
            </a:r>
          </a:p>
          <a:p xmlns:a="http://schemas.openxmlformats.org/drawingml/2006/main">
            <a:r>
              <a:t>예상 결과: 함수 이름과 반환 문자열을 유지합니다. 누락을 정상 값으로 채우지 않습니다.</a:t>
            </a:r>
          </a:p>
          <a:p xmlns:a="http://schemas.openxmlformats.org/drawingml/2006/main">
            <a:r>
              <a:t/>
            </a:r>
          </a:p>
          <a:p xmlns:a="http://schemas.openxmlformats.org/drawingml/2006/main">
            <a:r>
              <a:t>판단 해설: 0은 실제 유효한 온도이고 None은 측정 값 없음입니다. 정상과 미측정을 나눕니다. 문자열 "None"과 None도 자료형이 다릅니다.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함수 이름과 반환 문자열을 유지합니다. 누락을 정상 값으로 채우지 않습니다.</a:t>
            </a:r>
          </a:p>
          <a:p xmlns:a="http://schemas.openxmlformats.org/drawingml/2006/main">
            <a:r>
              <a:t/>
            </a:r>
          </a:p>
          <a:p xmlns:a="http://schemas.openxmlformats.org/drawingml/2006/main">
            <a:r>
              <a:t>개념과 연결: 0~50의 숫자 온도를 받습니다. 28 이상은 주의, 미만은 정상입니다.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0은 실제 유효한 온도이고 None은 측정 값 없음입니다. 정상과 미측정을 나눕니다. 문자열 "None"과 None도 자료형이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0과 None은 같은 결과를 뜻하나요?</a:t>
            </a:r>
          </a:p>
          <a:p xmlns:a="http://schemas.openxmlformats.org/drawingml/2006/main">
            <a:r>
              <a:t/>
            </a:r>
          </a:p>
          <a:p xmlns:a="http://schemas.openxmlformats.org/drawingml/2006/main">
            <a:r>
              <a:t>정답과 풀이: 0은 실제 유효한 온도이고 None은 측정 값 없음입니다. 정상과 미측정을 나눕니다. 문자열 "None"과 None도 자료형이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정상·경계·오류 사례</a:t>
            </a:r>
          </a:p>
          <a:p xmlns:a="http://schemas.openxmlformats.org/drawingml/2006/main">
            <a:r>
              <a:t/>
            </a:r>
          </a:p>
          <a:p xmlns:a="http://schemas.openxmlformats.org/drawingml/2006/main">
            <a:r>
              <a:t>**뜻과 비유.** 검사 사례는 입력과 기대 결과를 한 쌍으로 적은 것입니다. 경계 사례는 규칙이 달라지는 바로 앞·같은 값·바로 뒤를 비교합니다.</a:t>
            </a:r>
          </a:p>
          <a:p xmlns:a="http://schemas.openxmlformats.org/drawingml/2006/main">
            <a:r>
              <a:t/>
            </a:r>
          </a:p>
          <a:p xmlns:a="http://schemas.openxmlformats.org/drawingml/2006/main">
            <a:r>
              <a:t>**왜 필요한가.** 평범한 22.5 하나가 통과해도 28에서 비교 기호가 틀린 문제는 드러나지 않습니다.</a:t>
            </a:r>
          </a:p>
          <a:p xmlns:a="http://schemas.openxmlformats.org/drawingml/2006/main">
            <a:r>
              <a:t/>
            </a:r>
          </a:p>
          <a:p xmlns:a="http://schemas.openxmlformats.org/drawingml/2006/main">
            <a:r>
              <a:t>**예를 따라 읽기.** 27.9는 정상, 28 과 28.1은 주의입니다. 0은 유효하며 None은 미측정입니다.</a:t>
            </a:r>
          </a:p>
          <a:p xmlns:a="http://schemas.openxmlformats.org/drawingml/2006/main">
            <a:r>
              <a:t/>
            </a:r>
          </a:p>
          <a:p xmlns:a="http://schemas.openxmlformats.org/drawingml/2006/main">
            <a:r>
              <a:t>**헷갈리는 반례.** 글자 “뜨거움”을 0으로 바꿔 처리하면 오류 입력이 정상 기록으로 둔갑합니다.</a:t>
            </a:r>
          </a:p>
          <a:p xmlns:a="http://schemas.openxmlformats.org/drawingml/2006/main">
            <a:r>
              <a:t/>
            </a:r>
          </a:p>
          <a:p xmlns:a="http://schemas.openxmlformats.org/drawingml/2006/main">
            <a:r>
              <a:t>**직접 적용.** cases.json 아홉 입력 읽기 → 실행 전에 기대 상태 써 보기 → 경계 세 사례를 묶기 → 결과가 틀릴 때의 업무 영향을 설명하기</a:t>
            </a:r>
          </a:p>
          <a:p xmlns:a="http://schemas.openxmlformats.org/drawingml/2006/main">
            <a:r>
              <a:t/>
            </a:r>
          </a:p>
          <a:p xmlns:a="http://schemas.openxmlformats.org/drawingml/2006/main">
            <a:r>
              <a:t>**설명할 질문.** 왜 28만 확인하지 않고 27.9와 28.1도 보나요?</a:t>
            </a:r>
          </a:p>
          <a:p xmlns:a="http://schemas.openxmlformats.org/drawingml/2006/main">
            <a:r>
              <a:t/>
            </a:r>
          </a:p>
          <a:p xmlns:a="http://schemas.openxmlformats.org/drawingml/2006/main">
            <a:r>
              <a:t>**막혔을 때.** 숫자와 불리 언을 혼동하면 type(True)가 bool임을 확인하고 온도 계약과 비교합니다.</a:t>
            </a:r>
          </a:p>
          <a:p xmlns:a="http://schemas.openxmlformats.org/drawingml/2006/main">
            <a:r>
              <a:t/>
            </a:r>
          </a:p>
          <a:p xmlns:a="http://schemas.openxmlformats.org/drawingml/2006/main">
            <a:r>
              <a:t>입력·답칸·확인 순서는 [실습지의 A05](practice-guide.md#a05)와 [활동 원문](examples/course/data/A05_input.md)에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요구의 “이상”을 &gt;=에 연결합니다.</a:t>
            </a:r>
          </a:p>
          <a:p xmlns:a="http://schemas.openxmlformats.org/drawingml/2006/main">
            <a:r>
              <a:t/>
            </a:r>
          </a:p>
          <a:p xmlns:a="http://schemas.openxmlformats.org/drawingml/2006/main">
            <a:r>
              <a:t>표와 문장을 읽는 방법: 규칙이 바뀌는 바로 앞·같은 값·뒤를 봅니다. 평범한 입력 한 개로는 경계를 알 수 없습니다.</a:t>
            </a:r>
          </a:p>
          <a:p xmlns:a="http://schemas.openxmlformats.org/drawingml/2006/main">
            <a:r>
              <a:t>예상 결과: 기준을 27로 낮추면 27.9도 주의가 됩니다. 기호 수정과 기준 수정은 다릅니다.</a:t>
            </a:r>
          </a:p>
          <a:p xmlns:a="http://schemas.openxmlformats.org/drawingml/2006/main">
            <a:r>
              <a:t/>
            </a:r>
          </a:p>
          <a:p xmlns:a="http://schemas.openxmlformats.org/drawingml/2006/main">
            <a:r>
              <a:t>판단 해설: 정상·정상·점검입니다. 초과는 &gt;이고 이상은 &gt;=입니다. None은 여전히 별도 누락 상태로 둡니다.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기준을 27로 낮추면 27.9도 주의가 됩니다. 기호 수정과 기준 수정은 다릅니다.</a:t>
            </a:r>
          </a:p>
          <a:p xmlns:a="http://schemas.openxmlformats.org/drawingml/2006/main">
            <a:r>
              <a:t/>
            </a:r>
          </a:p>
          <a:p xmlns:a="http://schemas.openxmlformats.org/drawingml/2006/main">
            <a:r>
              <a:t>개념과 연결: 규칙이 바뀌는 바로 앞·같은 값·뒤를 봅니다. 평범한 입력 한 개로는 경계를 알 수 없습니다.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정상·정상·점검입니다. 초과는 &gt;이고 이상은 &gt;=입니다. None은 여전히 별도 누락 상태로 둡니다.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새 규칙은 5 초과 점검입니다. 4.9·5·5.1의 결과는 무엇인가요?</a:t>
            </a:r>
          </a:p>
          <a:p xmlns:a="http://schemas.openxmlformats.org/drawingml/2006/main">
            <a:r>
              <a:t/>
            </a:r>
          </a:p>
          <a:p xmlns:a="http://schemas.openxmlformats.org/drawingml/2006/main">
            <a:r>
              <a:t>정답과 풀이: 정상·정상·점검입니다. 초과는 &gt;이고 이상은 &gt;=입니다. None은 여전히 별도 누락 상태로 둡니다.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검증 가능한 프롬프트</a:t>
            </a:r>
          </a:p>
          <a:p xmlns:a="http://schemas.openxmlformats.org/drawingml/2006/main">
            <a:r>
              <a:t/>
            </a:r>
          </a:p>
          <a:p xmlns:a="http://schemas.openxmlformats.org/drawingml/2006/main">
            <a:r>
              <a:t>**뜻과 비유.** 프롬프트는 도구에게 전달하는 요청 문장입니다. 목표·입력·범위·유지 조건·확인 사례를 짧게 연결하면 모호한 칭찬 대신 확인 가능한 결과를 요구할 수 있습니다.</a:t>
            </a:r>
          </a:p>
          <a:p xmlns:a="http://schemas.openxmlformats.org/drawingml/2006/main">
            <a:r>
              <a:t/>
            </a:r>
          </a:p>
          <a:p xmlns:a="http://schemas.openxmlformats.org/drawingml/2006/main">
            <a:r>
              <a:t>**왜 필요한가.** 검사 방법을 먼저 적으면 도구가 스스로 완료라고 말해도 무엇이 확인됐는지 비교할 수 있습니다.</a:t>
            </a:r>
          </a:p>
          <a:p xmlns:a="http://schemas.openxmlformats.org/drawingml/2006/main">
            <a:r>
              <a:t/>
            </a:r>
          </a:p>
          <a:p xmlns:a="http://schemas.openxmlformats.org/drawingml/2006/main">
            <a:r>
              <a:t>**예를 따라 읽기.** “28 이상은 주의로 고치고 None은 미측정으로 남기며 아홉 사례를 실행해 결과를 보고해 주세요.”</a:t>
            </a:r>
          </a:p>
          <a:p xmlns:a="http://schemas.openxmlformats.org/drawingml/2006/main">
            <a:r>
              <a:t/>
            </a:r>
          </a:p>
          <a:p xmlns:a="http://schemas.openxmlformats.org/drawingml/2006/main">
            <a:r>
              <a:t>**헷갈리는 반례.** “완벽한 전문가 코드로 만들어”는 어떤 결과가 맞는지 판단할 기준이 없습니다.</a:t>
            </a:r>
          </a:p>
          <a:p xmlns:a="http://schemas.openxmlformats.org/drawingml/2006/main">
            <a:r>
              <a:t/>
            </a:r>
          </a:p>
          <a:p xmlns:a="http://schemas.openxmlformats.org/drawingml/2006/main">
            <a:r>
              <a:t>**직접 적용.** work/task.md의 여섯 칸 채우기 → 모호한 형용사 한 개를 구체 조건으로 고치기 → 짝이 요청만 보고 예상 결과 말하기 → 해석이 갈린 문장 다시 쓰기</a:t>
            </a:r>
          </a:p>
          <a:p xmlns:a="http://schemas.openxmlformats.org/drawingml/2006/main">
            <a:r>
              <a:t/>
            </a:r>
          </a:p>
          <a:p xmlns:a="http://schemas.openxmlformats.org/drawingml/2006/main">
            <a:r>
              <a:t>**설명할 질문.** 좋은 요청에 실행 전 기대 결과가 들어가는 이유는 무엇인가요?</a:t>
            </a:r>
          </a:p>
          <a:p xmlns:a="http://schemas.openxmlformats.org/drawingml/2006/main">
            <a:r>
              <a:t/>
            </a:r>
          </a:p>
          <a:p xmlns:a="http://schemas.openxmlformats.org/drawingml/2006/main">
            <a:r>
              <a:t>**막혔을 때.** 요청이 길어지면 목적과 유지 조건을 분리하고 이번에 필요 없는 기능은 후속 요청으로 둡니다.</a:t>
            </a:r>
          </a:p>
          <a:p xmlns:a="http://schemas.openxmlformats.org/drawingml/2006/main">
            <a:r>
              <a:t/>
            </a:r>
          </a:p>
          <a:p xmlns:a="http://schemas.openxmlformats.org/drawingml/2006/main">
            <a:r>
              <a:t>입력·답칸·확인 순서는 [실습지의 A06](practice-guide.md#a06)와 [활동 원문](examples/course/data/A06_input.md)에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“알아서 좋게”보다 확인할 조건을 씁니다.</a:t>
            </a:r>
          </a:p>
          <a:p xmlns:a="http://schemas.openxmlformats.org/drawingml/2006/main">
            <a:r>
              <a:t/>
            </a:r>
          </a:p>
          <a:p xmlns:a="http://schemas.openxmlformats.org/drawingml/2006/main">
            <a:r>
              <a:t>표와 문장을 읽는 방법: 목적·대상·유지 조건을 적습니다. 입력과 기대 결과로 확인 방법을 정합니다.</a:t>
            </a:r>
          </a:p>
          <a:p xmlns:a="http://schemas.openxmlformats.org/drawingml/2006/main">
            <a:r>
              <a:t>예상 결과: 동료가 같은 검사를 할 수 있는지 읽습니다. 허용할 파일과 행동도 명시합니다.</a:t>
            </a:r>
          </a:p>
          <a:p xmlns:a="http://schemas.openxmlformats.org/drawingml/2006/main">
            <a:r>
              <a:t/>
            </a:r>
          </a:p>
          <a:p xmlns:a="http://schemas.openxmlformats.org/drawingml/2006/main">
            <a:r>
              <a:t>판단 해설: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동료가 같은 검사를 할 수 있는지 읽습니다. 허용할 파일과 행동도 명시합니다.</a:t>
            </a:r>
          </a:p>
          <a:p xmlns:a="http://schemas.openxmlformats.org/drawingml/2006/main">
            <a:r>
              <a:t/>
            </a:r>
          </a:p>
          <a:p xmlns:a="http://schemas.openxmlformats.org/drawingml/2006/main">
            <a:r>
              <a:t>개념과 연결: 목적·대상·유지 조건을 적습니다. 입력과 기대 결과로 확인 방법을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목적·대상·유지·권한·검사를 작성하세요.</a:t>
            </a:r>
          </a:p>
          <a:p xmlns:a="http://schemas.openxmlformats.org/drawingml/2006/main">
            <a:r>
              <a:t/>
            </a:r>
          </a:p>
          <a:p xmlns:a="http://schemas.openxmlformats.org/drawingml/2006/main">
            <a:r>
              <a:t>정답과 풀이: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변경된 코드 읽기입니다.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코드 차이로 수정 범위를 확인합니다. 명령·입력·출력으로 검사를 확인합니다.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변경 비교의 기호 읽기</a:t>
            </a:r>
          </a:p>
          <a:p xmlns:a="http://schemas.openxmlformats.org/drawingml/2006/main">
            <a:r>
              <a:t/>
            </a:r>
          </a:p>
          <a:p xmlns:a="http://schemas.openxmlformats.org/drawingml/2006/main">
            <a:r>
              <a:t>#### 사례로 이해하기 · 그럴듯한 완료 문장에서 근거 찾기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제공 응답 A는 “모든 문제를 해결했습니다”라고 말합니다. 하지만 코드에서 기본 기준을 27로 낮추고 None을 0으로 바꿨습니다. 친절하고 자신 있는 문장은 업무 규칙을 충족했다는 증거가 아닙니다. 검토자는 주장, 실제 변경, 실행 기록을 각각 찾아 연결해야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변경 비교는 이전과 이후의 차이를 보여 줍니다. 삭제 표시 -와 추가 표시 +는 파일 내용에 넣는 기호가 아닙니다. 주장에는 “고쳤다”, “검사했다”, “운영 가능하다”처럼 서로 다른 범위가 있습니다. 첫 주장은 코드 차이로, 둘째는 대상과 명령과 출력으로, 셋째는 실제 환경 증거로 확인합니다. 증거가 없으면 거짓으로 단정하기보다 확인하지 못했다고 적고 다음 검사 질문을 만듭니다.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code/proposal_a.py를 읽으면 `threshold=27`과 None을 0으로 바꾸는 줄이 보입니다. 요청의 유지 조건은 threshold=28이고 None은 미측정입니다. 먼저 두 차이를 표시한 뒤 같은 code/check_cases.py로 실행합니다. 응답의 말과 실제 함수 동작은 별도로 기록합니다. 실행 경로가 proposal_a.py인지도 확인합니다. work/classifier.py를 고쳤는데 baseline.py를 실행했다면 고친 내용에 대한 증거가 아닙니다. 복구할 때는 원본 baseline.py를 보존한 채 작업 복사본만 다시 가져옵니다.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“수정 완료, 오류 없음, 실제 장비에서도 안정적”이라는 세 주장 옆에 필요한 증거를 한 종류씩 적으세요. 주어진 자료가 코드 비교와 로컬 가상 검사 출력뿐일 때 어느 문장까지 보고할 수 있는지도 결정하세요.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변경 완료에는 diff, 오류 검사는 사례별 실행 결과, 장비 안정성에는 실제 장비와 운영 조건의 관찰이 필요합니다. 현재는 가상 검사 범위만 보고하고 장비 부분은 미확인으로 남깁니다. “AI의 자신감이 높아서 승인”은 검증 근거가 없습니다. “검사 결과가 없으니 코드는 반드시 틀렸다”도 증거 부족과 실패를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코드 차이만으로 실행 성공을 아나요? 실행 증거가 필요합니다. ② 통과 화면에 대상 경로가 필요한 이유는 무엇인가요? 어느 복사본을 확인했는지 식별합니다. ③ 불확실성을 어떻게 쓰나요? 관찰 사실과 아직 확인하지 않은 조건을 나누어 구체적으로 적습니다.</a:t>
            </a:r>
          </a:p>
          <a:p xmlns:a="http://schemas.openxmlformats.org/drawingml/2006/main">
            <a:r>
              <a:t/>
            </a:r>
          </a:p>
          <a:p xmlns:a="http://schemas.openxmlformats.org/drawingml/2006/main">
            <a:r>
              <a:t>**뜻과 비유.** diff는 전후 코드에서 빠진 줄과 새 줄을 보여 주는 변경 비교입니다. -는 이전 줄, +는 새 줄이며 코드의 빼기·더하기 연산과 다릅니다.</a:t>
            </a:r>
          </a:p>
          <a:p xmlns:a="http://schemas.openxmlformats.org/drawingml/2006/main">
            <a:r>
              <a:t/>
            </a:r>
          </a:p>
          <a:p xmlns:a="http://schemas.openxmlformats.org/drawingml/2006/main">
            <a:r>
              <a:t>**왜 필요한가.** 전체 파일을 외우지 않아도 요청이 어느 변경에 반영됐는지 확인할 수 있습니다.</a:t>
            </a:r>
          </a:p>
          <a:p xmlns:a="http://schemas.openxmlformats.org/drawingml/2006/main">
            <a:r>
              <a:t/>
            </a:r>
          </a:p>
          <a:p xmlns:a="http://schemas.openxmlformats.org/drawingml/2006/main">
            <a:r>
              <a:t>**예를 따라 읽기.** &gt;를 &gt;=로 바꾼 줄은 경계 28을 포함하도록 동작을 바꿉니다.</a:t>
            </a:r>
          </a:p>
          <a:p xmlns:a="http://schemas.openxmlformats.org/drawingml/2006/main">
            <a:r>
              <a:t/>
            </a:r>
          </a:p>
          <a:p xmlns:a="http://schemas.openxmlformats.org/drawingml/2006/main">
            <a:r>
              <a:t>**헷갈리는 반례.** 주석만 “28 이상”으로 바뀌고 실제 비교가 &gt;이면 동작은 그대로입니다.</a:t>
            </a:r>
          </a:p>
          <a:p xmlns:a="http://schemas.openxmlformats.org/drawingml/2006/main">
            <a:r>
              <a:t/>
            </a:r>
          </a:p>
          <a:p xmlns:a="http://schemas.openxmlformats.org/drawingml/2006/main">
            <a:r>
              <a:t>**직접 적용.** changes.diff에서 파일 이름 찾기 → 미측정·검사·경계 변경 줄 묶기 → 요청한 항목과 변경 한 곳 연결하기 → 문구 변경과 동작 변경 구분하기</a:t>
            </a:r>
          </a:p>
          <a:p xmlns:a="http://schemas.openxmlformats.org/drawingml/2006/main">
            <a:r>
              <a:t/>
            </a:r>
          </a:p>
          <a:p xmlns:a="http://schemas.openxmlformats.org/drawingml/2006/main">
            <a:r>
              <a:t>**설명할 질문.** diff의 +와 Python의 +는 어떤 차이가 있나요?</a:t>
            </a:r>
          </a:p>
          <a:p xmlns:a="http://schemas.openxmlformats.org/drawingml/2006/main">
            <a:r>
              <a:t/>
            </a:r>
          </a:p>
          <a:p xmlns:a="http://schemas.openxmlformats.org/drawingml/2006/main">
            <a:r>
              <a:t>**막혔을 때.** diff의 +를 원본 코드에 복사했다면 실제 소스 파일의 완성 줄을 참고해 제거합니다.</a:t>
            </a:r>
          </a:p>
          <a:p xmlns:a="http://schemas.openxmlformats.org/drawingml/2006/main">
            <a:r>
              <a:t/>
            </a:r>
          </a:p>
          <a:p xmlns:a="http://schemas.openxmlformats.org/drawingml/2006/main">
            <a:r>
              <a:t>입력·답칸·확인 순서는 [실습지의 A07](practice-guide.md#a07)와 [활동 원문](examples/course/data/A07_input.md)에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줄의 변화와 요구를 나란히 읽습니다.</a:t>
            </a:r>
          </a:p>
          <a:p xmlns:a="http://schemas.openxmlformats.org/drawingml/2006/main">
            <a:r>
              <a:t/>
            </a:r>
          </a:p>
          <a:p xmlns:a="http://schemas.openxmlformats.org/drawingml/2006/main">
            <a:r>
              <a:t>표와 문장을 읽는 방법: -는 이전 줄, +는 새 줄의 표시입니다. 최종 파일에 비교 기호를 넣지 않습니다.</a:t>
            </a:r>
          </a:p>
          <a:p xmlns:a="http://schemas.openxmlformats.org/drawingml/2006/main">
            <a:r>
              <a:t>예상 결과: threshold=27은 유지 조건을 어겼습니다. None을 0으로 바꾸면 누락이 사라집니다.</a:t>
            </a:r>
          </a:p>
          <a:p xmlns:a="http://schemas.openxmlformats.org/drawingml/2006/main">
            <a:r>
              <a:t/>
            </a:r>
          </a:p>
          <a:p xmlns:a="http://schemas.openxmlformats.org/drawingml/2006/main">
            <a:r>
              <a:t>판단 해설: 요구 원문과 실제 코드 차이와 동일 검사 결과를 연결합니다. 자신감이나 어조는 요구 충족의 증거가 아닙니다.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threshold=27은 유지 조건을 어겼습니다. None을 0으로 바꾸면 누락이 사라집니다.</a:t>
            </a:r>
          </a:p>
          <a:p xmlns:a="http://schemas.openxmlformats.org/drawingml/2006/main">
            <a:r>
              <a:t/>
            </a:r>
          </a:p>
          <a:p xmlns:a="http://schemas.openxmlformats.org/drawingml/2006/main">
            <a:r>
              <a:t>개념과 연결: -는 이전 줄, +는 새 줄의 표시입니다. 최종 파일에 비교 기호를 넣지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요구 원문과 실제 코드 차이와 동일 검사 결과를 연결합니다. 자신감이나 어조는 요구 충족의 증거가 아닙니다.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친절한 설명과 실제 코드가 다르면? 검토에 사용할 근거를 고르세요.</a:t>
            </a:r>
          </a:p>
          <a:p xmlns:a="http://schemas.openxmlformats.org/drawingml/2006/main">
            <a:r>
              <a:t/>
            </a:r>
          </a:p>
          <a:p xmlns:a="http://schemas.openxmlformats.org/drawingml/2006/main">
            <a:r>
              <a:t>정답과 풀이: 요구 원문과 실제 코드 차이와 동일 검사 결과를 연결합니다. 자신감이나 어조는 요구 충족의 증거가 아닙니다.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설득력 있는 응답 검토</a:t>
            </a:r>
          </a:p>
          <a:p xmlns:a="http://schemas.openxmlformats.org/drawingml/2006/main">
            <a:r>
              <a:t/>
            </a:r>
          </a:p>
          <a:p xmlns:a="http://schemas.openxmlformats.org/drawingml/2006/main">
            <a:r>
              <a:t>**뜻과 비유.** AI 응답은 설명이며 실행 증거 그 자체가 아닙니다. 코드를 바꿨다는 주장, 검사를 했다는 주장, 실제 결과를 각각 확인합니다.</a:t>
            </a:r>
          </a:p>
          <a:p xmlns:a="http://schemas.openxmlformats.org/drawingml/2006/main">
            <a:r>
              <a:t/>
            </a:r>
          </a:p>
          <a:p xmlns:a="http://schemas.openxmlformats.org/drawingml/2006/main">
            <a:r>
              <a:t>**왜 필요한가.** 자신 있는 문장 때문에 범위 밖 수정이나 누락된 검사를 지나칠 수 있습니다.</a:t>
            </a:r>
          </a:p>
          <a:p xmlns:a="http://schemas.openxmlformats.org/drawingml/2006/main">
            <a:r>
              <a:t/>
            </a:r>
          </a:p>
          <a:p xmlns:a="http://schemas.openxmlformats.org/drawingml/2006/main">
            <a:r>
              <a:t>**예를 따라 읽기.** 응답 A는 기준을 27로 바꾸고 None을 0으로 채웁니다. 요청의 28 유지와 미측정 보존에 어긋납니다.</a:t>
            </a:r>
          </a:p>
          <a:p xmlns:a="http://schemas.openxmlformats.org/drawingml/2006/main">
            <a:r>
              <a:t/>
            </a:r>
          </a:p>
          <a:p xmlns:a="http://schemas.openxmlformats.org/drawingml/2006/main">
            <a:r>
              <a:t>**헷갈리는 반례.** “모든 문제 해결”이라는 문장이 있어도 어떤 입력으로 확인했는지 없으면 결론을 보류합니다.</a:t>
            </a:r>
          </a:p>
          <a:p xmlns:a="http://schemas.openxmlformats.org/drawingml/2006/main">
            <a:r>
              <a:t/>
            </a:r>
          </a:p>
          <a:p xmlns:a="http://schemas.openxmlformats.org/drawingml/2006/main">
            <a:r>
              <a:t>**직접 적용.** 응답 A와 코드 나란히 읽기 → 기준 변경과 빈 값 처리 표시하기 → 요구 위반 두 개를 근거로 쓰기 → 승인 전 추가 확인 질문 작성하기</a:t>
            </a:r>
          </a:p>
          <a:p xmlns:a="http://schemas.openxmlformats.org/drawingml/2006/main">
            <a:r>
              <a:t/>
            </a:r>
          </a:p>
          <a:p xmlns:a="http://schemas.openxmlformats.org/drawingml/2006/main">
            <a:r>
              <a:t>**설명할 질문.** 친절하고 자신 있는 응답도 왜 다시 확인하나요?</a:t>
            </a:r>
          </a:p>
          <a:p xmlns:a="http://schemas.openxmlformats.org/drawingml/2006/main">
            <a:r>
              <a:t/>
            </a:r>
          </a:p>
          <a:p xmlns:a="http://schemas.openxmlformats.org/drawingml/2006/main">
            <a:r>
              <a:t>**막혔을 때.** 응답의 어조보다 실제 바뀐 값과 반환을 원문 요청에 대조합니다.</a:t>
            </a:r>
          </a:p>
          <a:p xmlns:a="http://schemas.openxmlformats.org/drawingml/2006/main">
            <a:r>
              <a:t/>
            </a:r>
          </a:p>
          <a:p xmlns:a="http://schemas.openxmlformats.org/drawingml/2006/main">
            <a:r>
              <a:t>입력·답칸·확인 순서는 [실습지의 A08](practice-guide.md#a08)와 [활동 원문](examples/course/data/A08_input.md)에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증거가 없으면 미확인으로 남깁니다.</a:t>
            </a:r>
          </a:p>
          <a:p xmlns:a="http://schemas.openxmlformats.org/drawingml/2006/main">
            <a:r>
              <a:t/>
            </a:r>
          </a:p>
          <a:p xmlns:a="http://schemas.openxmlformats.org/drawingml/2006/main">
            <a:r>
              <a:t>표와 문장을 읽는 방법: 수정·검사·운영은 서로 다른 주장입니다. 각 주장에 맞는 증거를 찾습니다.</a:t>
            </a:r>
          </a:p>
          <a:p xmlns:a="http://schemas.openxmlformats.org/drawingml/2006/main">
            <a:r>
              <a:t>예상 결과: 로컬 가상 검사만 확인했다면 그 범위만 씁니다. 장비 안정성은 별도 확인이 필요합니다.</a:t>
            </a:r>
          </a:p>
          <a:p xmlns:a="http://schemas.openxmlformats.org/drawingml/2006/main">
            <a:r>
              <a:t/>
            </a:r>
          </a:p>
          <a:p xmlns:a="http://schemas.openxmlformats.org/drawingml/2006/main">
            <a:r>
              <a:t>판단 해설: 코드와 로컬 가상 출력만으로 장비 안정성을 확인할 수 없습니다. 미확인 조건과 필요한 다음 시험을 적습니다.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로컬 가상 검사만 확인했다면 그 범위만 씁니다. 장비 안정성은 별도 확인이 필요합니다.</a:t>
            </a:r>
          </a:p>
          <a:p xmlns:a="http://schemas.openxmlformats.org/drawingml/2006/main">
            <a:r>
              <a:t/>
            </a:r>
          </a:p>
          <a:p xmlns:a="http://schemas.openxmlformats.org/drawingml/2006/main">
            <a:r>
              <a:t>개념과 연결: 수정·검사·운영은 서로 다른 주장입니다. 각 주장에 맞는 증거를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코드와 로컬 가상 출력만으로 장비 안정성을 확인할 수 없습니다. 미확인 조건과 필요한 다음 시험을 적습니다.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“실제 장비도 안정적”이라고 적었습니다. 현재 자료로 확인할 수 있나요?</a:t>
            </a:r>
          </a:p>
          <a:p xmlns:a="http://schemas.openxmlformats.org/drawingml/2006/main">
            <a:r>
              <a:t/>
            </a:r>
          </a:p>
          <a:p xmlns:a="http://schemas.openxmlformats.org/drawingml/2006/main">
            <a:r>
              <a:t>정답과 풀이: 코드와 로컬 가상 출력만으로 장비 안정성을 확인할 수 없습니다. 미확인 조건과 필요한 다음 시험을 적습니다.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작업 복사본과 되돌림</a:t>
            </a:r>
          </a:p>
          <a:p xmlns:a="http://schemas.openxmlformats.org/drawingml/2006/main">
            <a:r>
              <a:t/>
            </a:r>
          </a:p>
          <a:p xmlns:a="http://schemas.openxmlformats.org/drawingml/2006/main">
            <a:r>
              <a:t>**뜻과 비유.** 작업 복사본은 원본을 남기고 수정 결과를 비교하기 위한 파일입니다. 저장한 파일과 실행한 파일의 경로가 같아야 변경의 효과를 볼 수 있습니다.</a:t>
            </a:r>
          </a:p>
          <a:p xmlns:a="http://schemas.openxmlformats.org/drawingml/2006/main">
            <a:r>
              <a:t/>
            </a:r>
          </a:p>
          <a:p xmlns:a="http://schemas.openxmlformats.org/drawingml/2006/main">
            <a:r>
              <a:t>**왜 필요한가.** 같은 이름의 파일을 다른 폴더에서 실행하면 고쳤는데도 이전 결과가 나오는 것처럼 보입니다.</a:t>
            </a:r>
          </a:p>
          <a:p xmlns:a="http://schemas.openxmlformats.org/drawingml/2006/main">
            <a:r>
              <a:t/>
            </a:r>
          </a:p>
          <a:p xmlns:a="http://schemas.openxmlformats.org/drawingml/2006/main">
            <a:r>
              <a:t>**예를 따라 읽기.** work/classifier.py는 원본과 같은 시작 코드입니다. code/baseline.py는 비교용으로 유지합니다.</a:t>
            </a:r>
          </a:p>
          <a:p xmlns:a="http://schemas.openxmlformats.org/drawingml/2006/main">
            <a:r>
              <a:t/>
            </a:r>
          </a:p>
          <a:p xmlns:a="http://schemas.openxmlformats.org/drawingml/2006/main">
            <a:r>
              <a:t>**헷갈리는 반례.** 원본까지 덮어쓰고 이 전 동작을 기억만 하면 변경 근거와 되돌릴 기준을 잃습니다.</a:t>
            </a:r>
          </a:p>
          <a:p xmlns:a="http://schemas.openxmlformats.org/drawingml/2006/main">
            <a:r>
              <a:t/>
            </a:r>
          </a:p>
          <a:p xmlns:a="http://schemas.openxmlformats.org/drawingml/2006/main">
            <a:r>
              <a:t>**직접 적용.** 세 폴더 역할 적기 → work/classifier.py를 열어 원본과 대조하기 → 실행할 정확 경로 기록하기 → 수정전 사본과 복구 방법 적기</a:t>
            </a:r>
          </a:p>
          <a:p xmlns:a="http://schemas.openxmlformats.org/drawingml/2006/main">
            <a:r>
              <a:t/>
            </a:r>
          </a:p>
          <a:p xmlns:a="http://schemas.openxmlformats.org/drawingml/2006/main">
            <a:r>
              <a:t>**설명할 질문.** 파일 이름이 같은데 다른 결과가 나올 수 있는 이유는 무엇인가요?</a:t>
            </a:r>
          </a:p>
          <a:p xmlns:a="http://schemas.openxmlformats.org/drawingml/2006/main">
            <a:r>
              <a:t/>
            </a:r>
          </a:p>
          <a:p xmlns:a="http://schemas.openxmlformats.org/drawingml/2006/main">
            <a:r>
              <a:t>**막혔을 때.** 파일 확장자 숨김이면 파일 속성을 확인하고 ZIP 목록 안에서 편집하지 않습니다.</a:t>
            </a:r>
          </a:p>
          <a:p xmlns:a="http://schemas.openxmlformats.org/drawingml/2006/main">
            <a:r>
              <a:t/>
            </a:r>
          </a:p>
          <a:p xmlns:a="http://schemas.openxmlformats.org/drawingml/2006/main">
            <a:r>
              <a:t>입력·답칸·확인 순서는 [실습지의 A09](practice-guide.md#a09)와 [활동 원문](examples/course/data/A09_input.md)에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ZIP을 풀고 실제 폴더에서 작업합니다.</a:t>
            </a:r>
          </a:p>
          <a:p xmlns:a="http://schemas.openxmlformats.org/drawingml/2006/main">
            <a:r>
              <a:t/>
            </a:r>
          </a:p>
          <a:p xmlns:a="http://schemas.openxmlformats.org/drawingml/2006/main">
            <a:r>
              <a:t>표와 문장을 읽는 방법: code의 원본과 work의 수정본을 나눕니다. 수정한 파일의 경로로 실행합니다.</a:t>
            </a:r>
          </a:p>
          <a:p xmlns:a="http://schemas.openxmlformats.org/drawingml/2006/main">
            <a:r>
              <a:t>예상 결과: 저장한 경로와 실행한 경로를 비교합니다. 원본까지 덮으면 복구 근거를 잃습니다.</a:t>
            </a:r>
          </a:p>
          <a:p xmlns:a="http://schemas.openxmlformats.org/drawingml/2006/main">
            <a:r>
              <a:t/>
            </a:r>
          </a:p>
          <a:p xmlns:a="http://schemas.openxmlformats.org/drawingml/2006/main">
            <a:r>
              <a:t>판단 해설: 원본 baseline의 동작을 확인한 것입니다. 수정본 검증은 work/classifier.py를 인수로 실행해야 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저장한 경로와 실행한 경로를 비교합니다. 원본까지 덮으면 복구 근거를 잃습니다.</a:t>
            </a:r>
          </a:p>
          <a:p xmlns:a="http://schemas.openxmlformats.org/drawingml/2006/main">
            <a:r>
              <a:t/>
            </a:r>
          </a:p>
          <a:p xmlns:a="http://schemas.openxmlformats.org/drawingml/2006/main">
            <a:r>
              <a:t>개념과 연결: code의 원본과 work의 수정본을 나눕니다. 수정한 파일의 경로로 실행합니다.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원본 baseline의 동작을 확인한 것입니다. 수정본 검증은 work/classifier.py를 인수로 실행해야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work를 고쳤는데 baseline을 실행했습니다. 무엇을 검증한 것인가요?</a:t>
            </a:r>
          </a:p>
          <a:p xmlns:a="http://schemas.openxmlformats.org/drawingml/2006/main">
            <a:r>
              <a:t/>
            </a:r>
          </a:p>
          <a:p xmlns:a="http://schemas.openxmlformats.org/drawingml/2006/main">
            <a:r>
              <a:t>정답과 풀이: 원본 baseline의 동작을 확인한 것입니다. 수정본 검증은 work/classifier.py를 인수로 실행해야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예상과 실제 결과입니다.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어느 파일을 실행했는지 봅니다. 기대와 실제가 다른 행을 찾습니다.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기준 코드의 실제 실패</a:t>
            </a:r>
          </a:p>
          <a:p xmlns:a="http://schemas.openxmlformats.org/drawingml/2006/main">
            <a:r>
              <a:t/>
            </a:r>
          </a:p>
          <a:p xmlns:a="http://schemas.openxmlformats.org/drawingml/2006/main">
            <a:r>
              <a:t>#### 사례로 이해하기 · 실패 결과를 요구와 연결하는 검사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프로그램이 실행되었는데 검사 결과에 FAIL이 보입니다. 비전공자는 설치가 잘못됐다고 생각하기 쉽습니다. 하지만 이 검사기는 요구와 다른 출력이 나오면 의도적으로 실패 상태를 남깁니다. 실패를 읽을 수 있으면 재설치보다 수정할 규칙을 먼저 찾을 수 있습니다.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예상은 실행 전에 규칙으로 정한 답이고 실제는 실행으로 관찰한 답입니다. 종료 코드 0은 이 검사에서 모든 사례가 맞았다는 뜻이며 1은 적어도 하나가 달랐다는 뜻입니다. 이 의미는 프로그램마다 다릅니다. TypeError가 출력에 보이면 값 종류에 맞지 않는 비교가 발생했을 수 있습니다. 누락과 종류와 범위를 먼저 확인한 뒤 경계를 비교하면 오류 상황을 정상 온도로 착각하지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압축을 푼 course에서 `python code/check_cases.py code/baseline.py`를 실행합니다. baseline은 28을 정상, None을 정상으로 반환하고 문자 비교에서는 예외가 발생합니다. 따라서 성공적인 수업 시연에서도 종료 코드가 1입니다. reviewed.py는 None을 먼저 미측정으로 처리하고 정확한 숫자 종류와 0~50 범위를 확인한 뒤 &gt;=28을 적용합니다. `python code/check_cases.py code/reviewed.py`는 제공 아홉 사례에서 9/9입니다. 예상 목록이 같고 실행 대상만 달라졌음을 확인해야 변화의 원인을 설명할 수 있습니다.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입력 0, None, True, "28", 50, 51의 출력을 먼저 표로 작성하세요. 이후 제공 완성 함수의 조건을 위에서 아래로 따라가며 각 입력이 어느 줄에서 반환되는지 설명하세요. 조건 순서를 바꾸면 문자 비교가 어떻게 달라지는지도 판단하세요.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0은 정상, None은 미측정, True와 "28"과 51은 입력 오류, 50은 주의입니다. “True는 1과 같으니 정상”은 오늘의 계약이 허용한 정확한 종류를 놓쳤습니다. “None은 0”은 값 없음과 유효한 영점을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FAIL이면 파이썬이 실행되지 않았나요? 실행된 뒤 기대와 달랐을 수 있습니다. ② 기준만 낮추면 해결되나요? 기존 정상 경계를 깨뜨립니다. ③ 아홉 통과로 모든 입력을 보장하나요? 제공된 검사 범위만 확인한 것이므로 새로운 입력 조건은 별도로 검토합니다.</a:t>
            </a:r>
          </a:p>
          <a:p xmlns:a="http://schemas.openxmlformats.org/drawingml/2006/main">
            <a:r>
              <a:t/>
            </a:r>
          </a:p>
          <a:p xmlns:a="http://schemas.openxmlformats.org/drawingml/2006/main">
            <a:r>
              <a:t>**뜻과 비유.** 실패 검사는 실수로 망가진 수업이 아니라 요구와 현재 동작의 차이를 드러내는 관찰입니다. 검사 프로그램은 기대와 실제를 나란히 비교합니다.</a:t>
            </a:r>
          </a:p>
          <a:p xmlns:a="http://schemas.openxmlformats.org/drawingml/2006/main">
            <a:r>
              <a:t/>
            </a:r>
          </a:p>
          <a:p xmlns:a="http://schemas.openxmlformats.org/drawingml/2006/main">
            <a:r>
              <a:t>**왜 필요한가.** 수정 전 실패를 재현해 두면 수정 후 무엇이 달라졌는지 확인할 기준이 생깁니다.</a:t>
            </a:r>
          </a:p>
          <a:p xmlns:a="http://schemas.openxmlformats.org/drawingml/2006/main">
            <a:r>
              <a:t/>
            </a:r>
          </a:p>
          <a:p xmlns:a="http://schemas.openxmlformats.org/drawingml/2006/main">
            <a:r>
              <a:t>**예를 따라 읽기.** python code/check_cases.py code/baseline.py를 실행하면 경계와 미측정 등의 차이가 FAIL로 나옵니다.</a:t>
            </a:r>
          </a:p>
          <a:p xmlns:a="http://schemas.openxmlformats.org/drawingml/2006/main">
            <a:r>
              <a:t/>
            </a:r>
          </a:p>
          <a:p xmlns:a="http://schemas.openxmlformats.org/drawingml/2006/main">
            <a:r>
              <a:t>**헷갈리는 반례.** 종료 코드 1을 보고 무조건 재설치하지 않습니다. 이 검사기는 실패 사례가 있으면 의도적으로 1을 반환합니다.</a:t>
            </a:r>
          </a:p>
          <a:p xmlns:a="http://schemas.openxmlformats.org/drawingml/2006/main">
            <a:r>
              <a:t/>
            </a:r>
          </a:p>
          <a:p xmlns:a="http://schemas.openxmlformats.org/drawingml/2006/main">
            <a:r>
              <a:t>**직접 적용.** 전체 검사 코드와 줄 해설 읽기 → 원본 실행 명령 확인하기 → 아홉 줄 결과에서 FAIL의 입력 찾기 → 예상과 실제 차이를 표에 남기기</a:t>
            </a:r>
          </a:p>
          <a:p xmlns:a="http://schemas.openxmlformats.org/drawingml/2006/main">
            <a:r>
              <a:t/>
            </a:r>
          </a:p>
          <a:p xmlns:a="http://schemas.openxmlformats.org/drawingml/2006/main">
            <a:r>
              <a:t>**설명할 질문.** 테스트가 실패한 것과 실행환경이 고장 난 것은 어떻게 구별하나요?</a:t>
            </a:r>
          </a:p>
          <a:p xmlns:a="http://schemas.openxmlformats.org/drawingml/2006/main">
            <a:r>
              <a:t/>
            </a:r>
          </a:p>
          <a:p xmlns:a="http://schemas.openxmlformats.org/drawingml/2006/main">
            <a:r>
              <a:t>**막혔을 때.** 모듈 경로 오류면 course 폴더에서 명령을 실행하고 파일 경로 인수를 빠뜨리지 않았는지 봅니다.</a:t>
            </a:r>
          </a:p>
          <a:p xmlns:a="http://schemas.openxmlformats.org/drawingml/2006/main">
            <a:r>
              <a:t/>
            </a:r>
          </a:p>
          <a:p xmlns:a="http://schemas.openxmlformats.org/drawingml/2006/main">
            <a:r>
              <a:t>입력·답칸·확인 순서는 [실습지의 A10](practice-guide.md#a10)와 [활동 원문](examples/course/data/A10_input.md)에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실패도 검사 결과의 예</a:t>
            </a:r>
          </a:p>
          <a:p xmlns:a="http://schemas.openxmlformats.org/drawingml/2006/main">
            <a:r>
              <a:t>실행 위치: 압축을 푼 course</a:t>
            </a:r>
          </a:p>
          <a:p xmlns:a="http://schemas.openxmlformats.org/drawingml/2006/main">
            <a:r>
              <a:t/>
            </a:r>
          </a:p>
          <a:p xmlns:a="http://schemas.openxmlformats.org/drawingml/2006/main">
            <a:r>
              <a:t>python -X utf8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예상과 확인: 28과 None에서 계약과 다른 결과가 나옵니다. 이 검사기의 종료 코드 1은 실패 사례입니다.</a:t>
            </a:r>
          </a:p>
          <a:p xmlns:a="http://schemas.openxmlformats.org/drawingml/2006/main">
            <a:r>
              <a:t>판단 해설: 아닙니다. 검사기가 실행된 뒤 기대와 실제가 다른 것인지, 프로그램 자체가 시작하지 못한 것인지 구별합니다. 대상 파일·명령·출력을 기록합니다.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-X utf8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28과 None에서 계약과 다른 결과가 나옵니다. 이 검사기의 종료 코드 1은 실패 사례입니다.</a:t>
            </a:r>
          </a:p>
          <a:p xmlns:a="http://schemas.openxmlformats.org/drawingml/2006/main">
            <a:r>
              <a:t/>
            </a:r>
          </a:p>
          <a:p xmlns:a="http://schemas.openxmlformats.org/drawingml/2006/main">
            <a:r>
              <a:t>개념과 연결: 수정 전 실패를 먼저 재현합니다. 기대와 실제 차이가 수정의 근거입니다.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검사기가 실행된 뒤 기대와 실제가 다른 것인지, 프로그램 자체가 시작하지 못한 것인지 구별합니다. 대상 파일·명령·출력을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FAIL이 보이면 재설치부터 해야 하나요?</a:t>
            </a:r>
          </a:p>
          <a:p xmlns:a="http://schemas.openxmlformats.org/drawingml/2006/main">
            <a:r>
              <a:t/>
            </a:r>
          </a:p>
          <a:p xmlns:a="http://schemas.openxmlformats.org/drawingml/2006/main">
            <a:r>
              <a:t>정답과 풀이: 아닙니다. 검사기가 실행된 뒤 기대와 실제가 다른 것인지, 프로그램 자체가 시작하지 못한 것인지 구별합니다. 대상 파일·명령·출력을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경계 비교 기호 수정</a:t>
            </a:r>
          </a:p>
          <a:p xmlns:a="http://schemas.openxmlformats.org/drawingml/2006/main">
            <a:r>
              <a:t/>
            </a:r>
          </a:p>
          <a:p xmlns:a="http://schemas.openxmlformats.org/drawingml/2006/main">
            <a:r>
              <a:t>**뜻과 비유.** &gt;는 기준보다 큰 값, &gt;=는 기준과 같은 값까지 포함합니다. 말로 쓴 “이상”과 코드 비교 기호를 연결합니다.</a:t>
            </a:r>
          </a:p>
          <a:p xmlns:a="http://schemas.openxmlformats.org/drawingml/2006/main">
            <a:r>
              <a:t/>
            </a:r>
          </a:p>
          <a:p xmlns:a="http://schemas.openxmlformats.org/drawingml/2006/main">
            <a:r>
              <a:t>**왜 필요한가.** 경계 한 글자는 업무 분류를 바꿉니다. 정상 값만 시험하면 이 차이를 놓칩니다.</a:t>
            </a:r>
          </a:p>
          <a:p xmlns:a="http://schemas.openxmlformats.org/drawingml/2006/main">
            <a:r>
              <a:t/>
            </a:r>
          </a:p>
          <a:p xmlns:a="http://schemas.openxmlformats.org/drawingml/2006/main">
            <a:r>
              <a:t>**예를 따라 읽기.** 작업본의 value &gt; threshold를 value &gt;= threshold로 바꾸면 28의 결과가 정상에서 주의로 달라집니다.</a:t>
            </a:r>
          </a:p>
          <a:p xmlns:a="http://schemas.openxmlformats.org/drawingml/2006/main">
            <a:r>
              <a:t/>
            </a:r>
          </a:p>
          <a:p xmlns:a="http://schemas.openxmlformats.org/drawingml/2006/main">
            <a:r>
              <a:t>**헷갈리는 반례.** 기본 threshold를 27로 내리는 것은 같은 수정이 아닙니다. 27.9까지 주의가 되어 규칙을 바꿉니다.</a:t>
            </a:r>
          </a:p>
          <a:p xmlns:a="http://schemas.openxmlformats.org/drawingml/2006/main">
            <a:r>
              <a:t/>
            </a:r>
          </a:p>
          <a:p xmlns:a="http://schemas.openxmlformats.org/drawingml/2006/main">
            <a:r>
              <a:t>**직접 적용.** 수정 전 28결과 기록하기 → work의 비교 기호 한곳 수정하기 → 저장 후 같은 검사 다시 실행하기 → 27.9·28·28.1 변화 비교하기</a:t>
            </a:r>
          </a:p>
          <a:p xmlns:a="http://schemas.openxmlformats.org/drawingml/2006/main">
            <a:r>
              <a:t/>
            </a:r>
          </a:p>
          <a:p xmlns:a="http://schemas.openxmlformats.org/drawingml/2006/main">
            <a:r>
              <a:t>**설명할 질문.** 기준값을 바꾸는 것과 비교 기호를 바꾸는 것은 왜 다른가요?</a:t>
            </a:r>
          </a:p>
          <a:p xmlns:a="http://schemas.openxmlformats.org/drawingml/2006/main">
            <a:r>
              <a:t/>
            </a:r>
          </a:p>
          <a:p xmlns:a="http://schemas.openxmlformats.org/drawingml/2006/main">
            <a:r>
              <a:t>**막혔을 때.** 결과가 그대로면 저장 여부와 실행 경로를 먼저 확인합니다.</a:t>
            </a:r>
          </a:p>
          <a:p xmlns:a="http://schemas.openxmlformats.org/drawingml/2006/main">
            <a:r>
              <a:t/>
            </a:r>
          </a:p>
          <a:p xmlns:a="http://schemas.openxmlformats.org/drawingml/2006/main">
            <a:r>
              <a:t>입력·답칸·확인 순서는 [실습지의 A11](practice-guide.md#a11)와 [활동 원문](examples/course/data/A11_input.md)에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같은 값의 포함 여부의 예</a:t>
            </a:r>
          </a:p>
          <a:p xmlns:a="http://schemas.openxmlformats.org/drawingml/2006/main">
            <a:r>
              <a:t>경계 비교만 떼어 낸 짧은 완성 예입니다.</a:t>
            </a:r>
          </a:p>
          <a:p xmlns:a="http://schemas.openxmlformats.org/drawingml/2006/main">
            <a:r>
              <a:t/>
            </a:r>
          </a:p>
          <a:p xmlns:a="http://schemas.openxmlformats.org/drawingml/2006/main">
            <a:r>
              <a:t>def classify(value, threshold=28):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if value &gt; threshold:</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"주의"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    return "정상"</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예상과 확인: &gt;를 &gt;=로 바꾸면 28이 주의가 됩니다. 27.9와 28.1도 다시 확인합니다.</a:t>
            </a:r>
          </a:p>
          <a:p xmlns:a="http://schemas.openxmlformats.org/drawingml/2006/main">
            <a:r>
              <a:t>판단 해설: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def classify(value, threshold=28):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if value &gt; threshold:</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"주의"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    return "정상"</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&gt;를 &gt;=로 바꾸면 28이 주의가 됩니다. 27.9와 28.1도 다시 확인합니다.</a:t>
            </a:r>
          </a:p>
          <a:p xmlns:a="http://schemas.openxmlformats.org/drawingml/2006/main">
            <a:r>
              <a:t/>
            </a:r>
          </a:p>
          <a:p xmlns:a="http://schemas.openxmlformats.org/drawingml/2006/main">
            <a:r>
              <a:t>개념과 연결: &gt;는 기준보다 큰 값입니다. &gt;=는 기준과 같은 값도 포함합니다.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기준을 27로 낮추는 것과 같은가요?</a:t>
            </a:r>
          </a:p>
          <a:p xmlns:a="http://schemas.openxmlformats.org/drawingml/2006/main">
            <a:r>
              <a:t/>
            </a:r>
          </a:p>
          <a:p xmlns:a="http://schemas.openxmlformats.org/drawingml/2006/main">
            <a:r>
              <a:t>정답과 풀이: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A12의 개념과 원문 해설입니다.</a:t>
            </a:r>
          </a:p>
          <a:p xmlns:a="http://schemas.openxmlformats.org/drawingml/2006/main">
            <a:r>
              <a:t>### A12 · 누락과 잘못된 입력 처리</a:t>
            </a:r>
          </a:p>
          <a:p xmlns:a="http://schemas.openxmlformats.org/drawingml/2006/main">
            <a:r>
              <a:t/>
            </a:r>
          </a:p>
          <a:p xmlns:a="http://schemas.openxmlformats.org/drawingml/2006/main">
            <a:r>
              <a:t>**뜻과 비유.** 입력 검사는 자료가 함수의 약속에 맞는지 살펴보는 것입니다. 값이 없는 경우와 종류가 틀린 경우, 범위를 벗어난 경우를 따로 처리합니다.</a:t>
            </a:r>
          </a:p>
          <a:p xmlns:a="http://schemas.openxmlformats.org/drawingml/2006/main">
            <a:r>
              <a:t/>
            </a:r>
          </a:p>
          <a:p xmlns:a="http://schemas.openxmlformats.org/drawingml/2006/main">
            <a:r>
              <a:t>**왜 필요한가.** 없음을 0으로 채우면 실제 0 측정과 구분할 수 없고 문자에 비교 연산을 하면 실행 오류가 납니다.</a:t>
            </a:r>
          </a:p>
          <a:p xmlns:a="http://schemas.openxmlformats.org/drawingml/2006/main">
            <a:r>
              <a:t/>
            </a:r>
          </a:p>
          <a:p xmlns:a="http://schemas.openxmlformats.org/drawingml/2006/main">
            <a:r>
              <a:t>**예를 따라 읽기.** reviewed.py는 None →미측정, 숫자 아님 →입력 오류, 범위 밖 →입력 오류를 먼저 검사합니다.</a:t>
            </a:r>
          </a:p>
          <a:p xmlns:a="http://schemas.openxmlformats.org/drawingml/2006/main">
            <a:r>
              <a:t/>
            </a:r>
          </a:p>
          <a:p xmlns:a="http://schemas.openxmlformats.org/drawingml/2006/main">
            <a:r>
              <a:t>**헷갈리는 반례.** Python에서 bool은 숫자와 관련된 특성이 있지만 이 업무 계약은 온도로 받지 않으므로 type을 정확히 확인합니다.</a:t>
            </a:r>
          </a:p>
          <a:p xmlns:a="http://schemas.openxmlformats.org/drawingml/2006/main">
            <a:r>
              <a:t/>
            </a:r>
          </a:p>
          <a:p xmlns:a="http://schemas.openxmlformats.org/drawingml/2006/main">
            <a:r>
              <a:t>**직접 적용.** 완성 검사 세 부분 줄별로 읽기 → 작업본에 제공된 검사 구간 반영하기 → 0·None·True·51결과 예상하기 → 검사기로 실제 결과 확인하기</a:t>
            </a:r>
          </a:p>
          <a:p xmlns:a="http://schemas.openxmlformats.org/drawingml/2006/main">
            <a:r>
              <a:t/>
            </a:r>
          </a:p>
          <a:p xmlns:a="http://schemas.openxmlformats.org/drawingml/2006/main">
            <a:r>
              <a:t>**설명할 질문.** 값 검사를 비교보다 먼저 하는 이유는 무엇인가요?</a:t>
            </a:r>
          </a:p>
          <a:p xmlns:a="http://schemas.openxmlformats.org/drawingml/2006/main">
            <a:r>
              <a:t/>
            </a:r>
          </a:p>
          <a:p xmlns:a="http://schemas.openxmlformats.org/drawingml/2006/main">
            <a:r>
              <a:t>**막혔을 때.** 들여 쓰기가 틀리면 원본 완성 예제의 블록 범위를 대조합니다. 조건 순서도 함께 확인합니다.</a:t>
            </a:r>
          </a:p>
          <a:p xmlns:a="http://schemas.openxmlformats.org/drawingml/2006/main">
            <a:r>
              <a:t/>
            </a:r>
          </a:p>
          <a:p xmlns:a="http://schemas.openxmlformats.org/drawingml/2006/main">
            <a:r>
              <a:t>입력·답칸·확인 순서는 [실습지의 A12](practice-guide.md#a12)와 [활동 원문](examples/course/data/A12_input.md)에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누락·종류·범위 검사의 예</a:t>
            </a:r>
          </a:p>
          <a:p xmlns:a="http://schemas.openxmlformats.org/drawingml/2006/main">
            <a:r>
              <a:t>발췌: code/reviewed.py의 함수 내부</a:t>
            </a:r>
          </a:p>
          <a:p xmlns:a="http://schemas.openxmlformats.org/drawingml/2006/main">
            <a:r>
              <a:t/>
            </a:r>
          </a:p>
          <a:p xmlns:a="http://schemas.openxmlformats.org/drawingml/2006/main">
            <a:r>
              <a:t>if value is None:</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"미측정"</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type(value) not in (int, float):</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not 0 &lt;= value &lt;= 50:</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예상과 확인: 0은 정상, None은 미측정입니다. True와 "28"과 51은 입력 오류입니다.</a:t>
            </a:r>
          </a:p>
          <a:p xmlns:a="http://schemas.openxmlformats.org/drawingml/2006/main">
            <a:r>
              <a:t>판단 해설: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if value is None:</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"미측정"</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type(value) not in (int, float):</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not 0 &lt;= value &lt;= 50:</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0은 정상, None은 미측정입니다. True와 "28"과 51은 입력 오류입니다.</a:t>
            </a:r>
          </a:p>
          <a:p xmlns:a="http://schemas.openxmlformats.org/drawingml/2006/main">
            <a:r>
              <a:t/>
            </a:r>
          </a:p>
          <a:p xmlns:a="http://schemas.openxmlformats.org/drawingml/2006/main">
            <a:r>
              <a:t>개념과 연결: None은 미측정으로 먼저 돌려줍니다. 숫자 종류와 범위를 비교 전에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문자에 온도 비교를 먼저 하면? 어떤 문제가 생길 수 있나요?</a:t>
            </a:r>
          </a:p>
          <a:p xmlns:a="http://schemas.openxmlformats.org/drawingml/2006/main">
            <a:r>
              <a:t/>
            </a:r>
          </a:p>
          <a:p xmlns:a="http://schemas.openxmlformats.org/drawingml/2006/main">
            <a:r>
              <a:t>정답과 풀이: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오류 재현과 수정입니다.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실패한 한 입력과 기존 입력을 다시 봅니다. 추정 원인과 관찰 사실을 나누어 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재현 가능한 오류 보고</a:t>
            </a:r>
          </a:p>
          <a:p xmlns:a="http://schemas.openxmlformats.org/drawingml/2006/main">
            <a:r>
              <a:t/>
            </a:r>
          </a:p>
          <a:p xmlns:a="http://schemas.openxmlformats.org/drawingml/2006/main">
            <a:r>
              <a:t>#### 사례로 이해하기 · 다른 사람이 재현할 수 있는 오류 보고</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직원이 “AI가 이상하게 고쳤어요”라고 보고하면 동료는 어떤 입력과 파일을 봐야 할지 모릅니다. 대신 “proposal_a.py에서 27.9를 넣었더니 주의가 나왔고 요청상 정상이어야 한다”고 쓰면 바로 확인할 수 있습니다. 좋은 보고는 원인을 먼저 단정하지 않고 재현 정보를 먼저 제공합니다.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재현은 같은 조건에서 같은 현상을 다시 보는 일입니다. 회귀는 새 변경 때문에 이전에 맞던 동작이 다시 틀리는 현상입니다. 오류 보고에는 현재 폴더, 대상 파일, 실행 명령, 입력, 기대, 실제, 관찰 방식이 들어갑니다. 추정 원인은 별도 칸에 씁니다. 학생이 강사 시연을 봤다면 개인 실행으로 적지 않고 관찰이라고 표시합니다. 제공 결과를 읽기만 했다면 기록 읽기로 구분합니다.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보고의 제목은 “27.9 경계 아래 값이 주의로 분류됨”입니다. 명령은 `python code/check_cases.py code/proposal_a.py`, 기대는 below 사례 정상, 실제는 주의입니다. 원인 추정은 기본 threshold가 27로 바뀐 영향입니다. 추가 요청은 “기준 28과 함수 이름, None의 미측정 계약을 유지하고 경계 비교를 검토”입니다. 수정 후에는 27.9와 28뿐 아니라 0·누락·문자·불리언·범위 밖까지 같은 검사를 다시 돌립니다. 변경한 검사가 아니라 동일한 요구 사례로 비교해야 회귀 여부를 볼 수 있습니다.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“검사에서 text 행이 TypeError”인 상황의 재현 보고 다섯 줄을 쓰세요. 확정 사실 하나와 추정 하나를 표시하고, 고친 뒤에도 반드시 다시 확인할 다른 입력을 두 개 골라 이유를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파일과 명령, 문자 입력, 입력 오류라는 기대, TypeError라는 실제, 실행 또는 관찰 방식이 필요합니다. 종류 검사를 비교보다 먼저 하는 것이 수정 후보이며 실제 원인은 코드 확인 전에는 추정으로 둡니다. 28과 None 등을 재확인하여 경계와 누락 계약이 유지됐는지 봅니다. “전부 고쳐”는 범위를 넓혀 새 오류를 만들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통과 수만 기록하면 충분한가요? 같은 수라도 실패 입력이 다를 수 있습니다. ② 재검사에 기존 사례가 필요한 이유는 무엇인가요? 회귀를 찾습니다. ③ 원인을 확정하는 시점은 언제인가요? 코드와 재현 결과가 가설을 뒷받침할 때입니다.</a:t>
            </a:r>
          </a:p>
          <a:p xmlns:a="http://schemas.openxmlformats.org/drawingml/2006/main">
            <a:r>
              <a:t/>
            </a:r>
          </a:p>
          <a:p xmlns:a="http://schemas.openxmlformats.org/drawingml/2006/main">
            <a:r>
              <a:t>**뜻과 비유.** 오류 보고는 실제로 한 행동·입력·기대한 결과·실제 결과를 다른 사람이 다시 따라갈 수 있게 적은 문서입니다.</a:t>
            </a:r>
          </a:p>
          <a:p xmlns:a="http://schemas.openxmlformats.org/drawingml/2006/main">
            <a:r>
              <a:t/>
            </a:r>
          </a:p>
          <a:p xmlns:a="http://schemas.openxmlformats.org/drawingml/2006/main">
            <a:r>
              <a:t>**왜 필요한가.** “안 돼요”보다 파일 경로와 입력 하나를 제시하면 재현 범위가 좁아지고 원인 추측을 줄입니다.</a:t>
            </a:r>
          </a:p>
          <a:p xmlns:a="http://schemas.openxmlformats.org/drawingml/2006/main">
            <a:r>
              <a:t/>
            </a:r>
          </a:p>
          <a:p xmlns:a="http://schemas.openxmlformats.org/drawingml/2006/main">
            <a:r>
              <a:t>**예를 따라 읽기.** 입력 28, 기대 주의, 실제 정상,baseline.py 실행이라는 네 정보가 있으면 경계 문제를 재현할 수 있습니다.</a:t>
            </a:r>
          </a:p>
          <a:p xmlns:a="http://schemas.openxmlformats.org/drawingml/2006/main">
            <a:r>
              <a:t/>
            </a:r>
          </a:p>
          <a:p xmlns:a="http://schemas.openxmlformats.org/drawingml/2006/main">
            <a:r>
              <a:t>**헷갈리는 반례.** 관찰하지 않은 원인을 확정해“AI가 고장 났다”고 쓰면 다음 확인 행동이 불명확합니다.</a:t>
            </a:r>
          </a:p>
          <a:p xmlns:a="http://schemas.openxmlformats.org/drawingml/2006/main">
            <a:r>
              <a:t/>
            </a:r>
          </a:p>
          <a:p xmlns:a="http://schemas.openxmlformats.org/drawingml/2006/main">
            <a:r>
              <a:t>**직접 적용.** 실패한 사례 하나 고르기 → 파일·명령·입력·기대·실제 쓰기 → 추정 원인과 관찰 사실 분리하기 → 짝이 같은 문제를 재현할 수 있는 지 읽기</a:t>
            </a:r>
          </a:p>
          <a:p xmlns:a="http://schemas.openxmlformats.org/drawingml/2006/main">
            <a:r>
              <a:t/>
            </a:r>
          </a:p>
          <a:p xmlns:a="http://schemas.openxmlformats.org/drawingml/2006/main">
            <a:r>
              <a:t>**설명할 질문.** 관찰 사실과 원인 추정은 왜 나누어 쓰나요?</a:t>
            </a:r>
          </a:p>
          <a:p xmlns:a="http://schemas.openxmlformats.org/drawingml/2006/main">
            <a:r>
              <a:t/>
            </a:r>
          </a:p>
          <a:p xmlns:a="http://schemas.openxmlformats.org/drawingml/2006/main">
            <a:r>
              <a:t>**막혔을 때.** 실행 화면을 남기지 못 했으면 실제 출력 문구를 그대로 적고 확인하지 않은 내용은 비워 둡니다.</a:t>
            </a:r>
          </a:p>
          <a:p xmlns:a="http://schemas.openxmlformats.org/drawingml/2006/main">
            <a:r>
              <a:t/>
            </a:r>
          </a:p>
          <a:p xmlns:a="http://schemas.openxmlformats.org/drawingml/2006/main">
            <a:r>
              <a:t>입력·답칸·확인 순서는 [실습지의 A13](practice-guide.md#a13)와 [활동 원문](examples/course/data/A13_input.md)에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현재 위치와 관찰 방식도 적습니다.</a:t>
            </a:r>
          </a:p>
          <a:p xmlns:a="http://schemas.openxmlformats.org/drawingml/2006/main">
            <a:r>
              <a:t/>
            </a:r>
          </a:p>
          <a:p xmlns:a="http://schemas.openxmlformats.org/drawingml/2006/main">
            <a:r>
              <a:t>표와 문장을 읽는 방법: 파일·명령·입력·기대·실제를 남깁니다. 관찰 사실과 원인 추정을 구별합니다.</a:t>
            </a:r>
          </a:p>
          <a:p xmlns:a="http://schemas.openxmlformats.org/drawingml/2006/main">
            <a:r>
              <a:t>예상 결과: 기준 28과 함수 이름을 유지한다고 씁니다. 실패한 입력을 다음 요청에 연결합니다.</a:t>
            </a:r>
          </a:p>
          <a:p xmlns:a="http://schemas.openxmlformats.org/drawingml/2006/main">
            <a:r>
              <a:t/>
            </a:r>
          </a:p>
          <a:p xmlns:a="http://schemas.openxmlformats.org/drawingml/2006/main">
            <a:r>
              <a:t>판단 해설: 파일·명령·입력·기대 입력 오류·실제 TypeError를 씁니다. 코드 확인 전 종류 검사 누락은 추정입니다. 직접 실행·강사 관찰·제공 결과 읽기를 구별합니다.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 28과 함수 이름을 유지한다고 씁니다. 실패한 입력을 다음 요청에 연결합니다.</a:t>
            </a:r>
          </a:p>
          <a:p xmlns:a="http://schemas.openxmlformats.org/drawingml/2006/main">
            <a:r>
              <a:t/>
            </a:r>
          </a:p>
          <a:p xmlns:a="http://schemas.openxmlformats.org/drawingml/2006/main">
            <a:r>
              <a:t>개념과 연결: 파일·명령·입력·기대·실제를 남깁니다. 관찰 사실과 원인 추정을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파일·명령·입력·기대 입력 오류·실제 TypeError를 씁니다. 코드 확인 전 종류 검사 누락은 추정입니다. 직접 실행·강사 관찰·제공 결과 읽기를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"뜨거움" 입력에서 TypeError가 나왔습니다. 재현 보고 다섯 줄을 작성하세요.</a:t>
            </a:r>
          </a:p>
          <a:p xmlns:a="http://schemas.openxmlformats.org/drawingml/2006/main">
            <a:r>
              <a:t/>
            </a:r>
          </a:p>
          <a:p xmlns:a="http://schemas.openxmlformats.org/drawingml/2006/main">
            <a:r>
              <a:t>정답과 풀이: 파일·명령·입력·기대 입력 오류·실제 TypeError를 씁니다. 코드 확인 전 종류 검사 누락은 추정입니다. 직접 실행·강사 관찰·제공 결과 읽기를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A14의 개념과 원문 해설입니다.</a:t>
            </a:r>
          </a:p>
          <a:p xmlns:a="http://schemas.openxmlformats.org/drawingml/2006/main">
            <a:r>
              <a:t>### A14 · 수정 요청을 좁히기</a:t>
            </a:r>
          </a:p>
          <a:p xmlns:a="http://schemas.openxmlformats.org/drawingml/2006/main">
            <a:r>
              <a:t/>
            </a:r>
          </a:p>
          <a:p xmlns:a="http://schemas.openxmlformats.org/drawingml/2006/main">
            <a:r>
              <a:t>**뜻과 비유.** 추가 요청은 실패한 조건과 유지할 조건을 함께 적는 것입니다. 문제가 하나 발견됐다고 전체 프로그램을 다시 만드는 요청으로 넓히지 않습니다.</a:t>
            </a:r>
          </a:p>
          <a:p xmlns:a="http://schemas.openxmlformats.org/drawingml/2006/main">
            <a:r>
              <a:t/>
            </a:r>
          </a:p>
          <a:p xmlns:a="http://schemas.openxmlformats.org/drawingml/2006/main">
            <a:r>
              <a:t>**왜 필요한가.** 작은 수정은 이미 통과한 사례를 보존하는지 재확인하기 쉽습니다.</a:t>
            </a:r>
          </a:p>
          <a:p xmlns:a="http://schemas.openxmlformats.org/drawingml/2006/main">
            <a:r>
              <a:t/>
            </a:r>
          </a:p>
          <a:p xmlns:a="http://schemas.openxmlformats.org/drawingml/2006/main">
            <a:r>
              <a:t>**예를 따라 읽기.** “28의 기대는 주의인데 정상입니다. 기준 28과 함수 이름을 유지하고 비교 조건만 검토해 주세요.”</a:t>
            </a:r>
          </a:p>
          <a:p xmlns:a="http://schemas.openxmlformats.org/drawingml/2006/main">
            <a:r>
              <a:t/>
            </a:r>
          </a:p>
          <a:p xmlns:a="http://schemas.openxmlformats.org/drawingml/2006/main">
            <a:r>
              <a:t>**헷갈리는 반례.** “전부 새로 고쳐”는 빈 값 처리나 이름까지 바꾸어 새 문제를 만들 수 있습니다.</a:t>
            </a:r>
          </a:p>
          <a:p xmlns:a="http://schemas.openxmlformats.org/drawingml/2006/main">
            <a:r>
              <a:t/>
            </a:r>
          </a:p>
          <a:p xmlns:a="http://schemas.openxmlformats.org/drawingml/2006/main">
            <a:r>
              <a:t>**직접 적용.** 이전 실패에서 추가 요청한 문단 쓰기 → 수정 대상과 유지 대상 분리하기 → 응답 B가 주장한 범위 읽기 → 실행으로 확인할 주장 표시하기</a:t>
            </a:r>
          </a:p>
          <a:p xmlns:a="http://schemas.openxmlformats.org/drawingml/2006/main">
            <a:r>
              <a:t/>
            </a:r>
          </a:p>
          <a:p xmlns:a="http://schemas.openxmlformats.org/drawingml/2006/main">
            <a:r>
              <a:t>**설명할 질문.** 추가 요청에서도 유지할 조건을 다시 적는 이유는 무엇인가요?</a:t>
            </a:r>
          </a:p>
          <a:p xmlns:a="http://schemas.openxmlformats.org/drawingml/2006/main">
            <a:r>
              <a:t/>
            </a:r>
          </a:p>
          <a:p xmlns:a="http://schemas.openxmlformats.org/drawingml/2006/main">
            <a:r>
              <a:t>**막혔을 때.** 응답에 없는 검증을 했다고 추측하지 말고 별도 확인 항목으로 남깁니다.</a:t>
            </a:r>
          </a:p>
          <a:p xmlns:a="http://schemas.openxmlformats.org/drawingml/2006/main">
            <a:r>
              <a:t/>
            </a:r>
          </a:p>
          <a:p xmlns:a="http://schemas.openxmlformats.org/drawingml/2006/main">
            <a:r>
              <a:t>입력·답칸·확인 순서는 [실습지의 A14](practice-guide.md#a14)와 [활동 원문](examples/course/data/A14_input.md)에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28의 기대는 주의인데 정상입니다. 기준 28과 함수 이름을 유지합니다. 경계 비교를 검토해 주세요.</a:t>
            </a:r>
          </a:p>
          <a:p xmlns:a="http://schemas.openxmlformats.org/drawingml/2006/main">
            <a:r>
              <a:t/>
            </a:r>
          </a:p>
          <a:p xmlns:a="http://schemas.openxmlformats.org/drawingml/2006/main">
            <a:r>
              <a:t>표와 문장을 읽는 방법: 실패 조건과 유지 조건을 함께 씁니다. 전체 재작성보다 확인할 문제를 정합니다.</a:t>
            </a:r>
          </a:p>
          <a:p xmlns:a="http://schemas.openxmlformats.org/drawingml/2006/main">
            <a:r>
              <a:t>예상 결과: 설명만 읽고 검사가 끝났다고 쓰지 않습니다. 수정한 파일에 같은 입력을 적용합니다.</a:t>
            </a:r>
          </a:p>
          <a:p xmlns:a="http://schemas.openxmlformats.org/drawingml/2006/main">
            <a:r>
              <a:t/>
            </a:r>
          </a:p>
          <a:p xmlns:a="http://schemas.openxmlformats.org/drawingml/2006/main">
            <a:r>
              <a:t>판단 해설: 작은 수정이 이름·기준·누락 처리 등 이미 맞던 계약을 바꾸지 않도록 합니다. 응답이 검사했다고 주장하면 실제 대상과 실행 근거를 확인합니다.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설명만 읽고 검사가 끝났다고 쓰지 않습니다. 수정한 파일에 같은 입력을 적용합니다.</a:t>
            </a:r>
          </a:p>
          <a:p xmlns:a="http://schemas.openxmlformats.org/drawingml/2006/main">
            <a:r>
              <a:t/>
            </a:r>
          </a:p>
          <a:p xmlns:a="http://schemas.openxmlformats.org/drawingml/2006/main">
            <a:r>
              <a:t>개념과 연결: 실패 조건과 유지 조건을 함께 씁니다. 전체 재작성보다 확인할 문제를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작은 수정이 이름·기준·누락 처리 등 이미 맞던 계약을 바꾸지 않도록 합니다. 응답이 검사했다고 주장하면 실제 대상과 실행 근거를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추가 요청에 유지 조건을 다시 쓰는 이유는?</a:t>
            </a:r>
          </a:p>
          <a:p xmlns:a="http://schemas.openxmlformats.org/drawingml/2006/main">
            <a:r>
              <a:t/>
            </a:r>
          </a:p>
          <a:p xmlns:a="http://schemas.openxmlformats.org/drawingml/2006/main">
            <a:r>
              <a:t>정답과 풀이: 작은 수정이 이름·기준·누락 처리 등 이미 맞던 계약을 바꾸지 않도록 합니다. 응답이 검사했다고 주장하면 실제 대상과 실행 근거를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회귀 확인과 증거</a:t>
            </a:r>
          </a:p>
          <a:p xmlns:a="http://schemas.openxmlformats.org/drawingml/2006/main">
            <a:r>
              <a:t/>
            </a:r>
          </a:p>
          <a:p xmlns:a="http://schemas.openxmlformats.org/drawingml/2006/main">
            <a:r>
              <a:t>**뜻과 비유.** 회귀는 수정한 뒤 예전에 맞던 동작이 다시 틀리는 현상입니다. 수정한 사례 뿐 아니라 관련된 기존 사례도 함께 확인합니다.</a:t>
            </a:r>
          </a:p>
          <a:p xmlns:a="http://schemas.openxmlformats.org/drawingml/2006/main">
            <a:r>
              <a:t/>
            </a:r>
          </a:p>
          <a:p xmlns:a="http://schemas.openxmlformats.org/drawingml/2006/main">
            <a:r>
              <a:t>**왜 필요한가.** 경계를 고치며 기준을 27로 바꾸면 28 은 맞아도 27.9가 틀려집니다.</a:t>
            </a:r>
          </a:p>
          <a:p xmlns:a="http://schemas.openxmlformats.org/drawingml/2006/main">
            <a:r>
              <a:t/>
            </a:r>
          </a:p>
          <a:p xmlns:a="http://schemas.openxmlformats.org/drawingml/2006/main">
            <a:r>
              <a:t>**예를 따라 읽기.** baseline·proposal_a·reviewed의 아홉 결과를 같은 기대 값으로 비교합니다.</a:t>
            </a:r>
          </a:p>
          <a:p xmlns:a="http://schemas.openxmlformats.org/drawingml/2006/main">
            <a:r>
              <a:t/>
            </a:r>
          </a:p>
          <a:p xmlns:a="http://schemas.openxmlformats.org/drawingml/2006/main">
            <a:r>
              <a:t>**헷갈리는 반례.** 검사를 새 코드에 유리하게 바꾸거나 통과 한 줄만 보고하면 근거가 사라집니다.</a:t>
            </a:r>
          </a:p>
          <a:p xmlns:a="http://schemas.openxmlformats.org/drawingml/2006/main">
            <a:r>
              <a:t/>
            </a:r>
          </a:p>
          <a:p xmlns:a="http://schemas.openxmlformats.org/drawingml/2006/main">
            <a:r>
              <a:t>**직접 적용.** 세 후보에 같은 검사 실행하기 → 통과 수와 실패 입력 표로 비교하기 → 요구 위반과 실패의 연결 쓰기 → 원본 검사 파일이 유지됐는지 확인하기</a:t>
            </a:r>
          </a:p>
          <a:p xmlns:a="http://schemas.openxmlformats.org/drawingml/2006/main">
            <a:r>
              <a:t/>
            </a:r>
          </a:p>
          <a:p xmlns:a="http://schemas.openxmlformats.org/drawingml/2006/main">
            <a:r>
              <a:t>**설명할 질문.** 통과 수만 같으면 같은 품질이라고 할 수 있나요?</a:t>
            </a:r>
          </a:p>
          <a:p xmlns:a="http://schemas.openxmlformats.org/drawingml/2006/main">
            <a:r>
              <a:t/>
            </a:r>
          </a:p>
          <a:p xmlns:a="http://schemas.openxmlformats.org/drawingml/2006/main">
            <a:r>
              <a:t>**막혔을 때.** FAIL 수가 줄어도 새로운 실패가 입력되었는지 각 행을 확인합니다.</a:t>
            </a:r>
          </a:p>
          <a:p xmlns:a="http://schemas.openxmlformats.org/drawingml/2006/main">
            <a:r>
              <a:t/>
            </a:r>
          </a:p>
          <a:p xmlns:a="http://schemas.openxmlformats.org/drawingml/2006/main">
            <a:r>
              <a:t>입력·답칸·확인 순서는 [실습지의 A15](practice-guide.md#a15)와 [활동 원문](examples/course/data/A15_input.md)에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회귀 확인의 예</a:t>
            </a:r>
          </a:p>
          <a:p xmlns:a="http://schemas.openxmlformats.org/drawingml/2006/main">
            <a:r>
              <a:t>실행 위치: course. 기준은 동일합니다.</a:t>
            </a:r>
          </a:p>
          <a:p xmlns:a="http://schemas.openxmlformats.org/drawingml/2006/main">
            <a:r>
              <a:t/>
            </a:r>
          </a:p>
          <a:p xmlns:a="http://schemas.openxmlformats.org/drawingml/2006/main">
            <a:r>
              <a:t>python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code/proposal_a.py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code/reviewed.py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예상과 확인: reviewed는 제공 아홉 사례에서 9/9입니다. 모든 실제 센서 조건의 보장은 아닙니다.</a:t>
            </a:r>
          </a:p>
          <a:p xmlns:a="http://schemas.openxmlformats.org/drawingml/2006/main">
            <a:r>
              <a:t>판단 해설: 실패한 입력이 다를 수 있으므로 각 행과 요구 위반을 비교합니다. 실패가 줄었어도 새로운 회귀가 생겼는지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code/proposal_a.py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code/reviewed.py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reviewed는 제공 아홉 사례에서 9/9입니다. 모든 실제 센서 조건의 보장은 아닙니다.</a:t>
            </a:r>
          </a:p>
          <a:p xmlns:a="http://schemas.openxmlformats.org/drawingml/2006/main">
            <a:r>
              <a:t/>
            </a:r>
          </a:p>
          <a:p xmlns:a="http://schemas.openxmlformats.org/drawingml/2006/main">
            <a:r>
              <a:t>개념과 연결: 고친 뒤 예전 동작도 다시 확인합니다. 세 후보에 같은 검사 기준을 적용합니다.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실패한 입력이 다를 수 있으므로 각 행과 요구 위반을 비교합니다. 실패가 줄었어도 새로운 회귀가 생겼는지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두 코드의 통과 수가 같습니다. 같은 품질이라고 판단할 수 있나요?</a:t>
            </a:r>
          </a:p>
          <a:p xmlns:a="http://schemas.openxmlformats.org/drawingml/2006/main">
            <a:r>
              <a:t/>
            </a:r>
          </a:p>
          <a:p xmlns:a="http://schemas.openxmlformats.org/drawingml/2006/main">
            <a:r>
              <a:t>정답과 풀이: 실패한 입력이 다를 수 있으므로 각 행과 요구 위반을 비교합니다. 실패가 줄었어도 새로운 회귀가 생겼는지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새 요청과 인수인계입니다.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특정 호출과 전체 기본값 변경을 구별합니다. 새 요구의 승인과 시험 범위를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새 조건의 영향 분석</a:t>
            </a:r>
          </a:p>
          <a:p xmlns:a="http://schemas.openxmlformats.org/drawingml/2006/main">
            <a:r>
              <a:t/>
            </a:r>
          </a:p>
          <a:p xmlns:a="http://schemas.openxmlformats.org/drawingml/2006/main">
            <a:r>
              <a:t>#### 사례로 이해하기 · 새 기준과 완료 범위를 인계하기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담당자가 새 장소에는 기준 30을 적용해 달라고 승인했습니다. 기존 모든 장소의 기본값을 30으로 바꾸면 이전 업무가 달라집니다. 새 요청이 특정 장소만의 조건인지 전체 기본값 변경인지 먼저 확인하고 영향 받는 호출과 검사를 찾습니다.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함수 인수는 호출할 때 전달하는 입력입니다. 기본값은 그 인수를 생략했을 때 사용하는 값입니다. `classify(29.9, threshold=30)`과 `classify(29.9)`는 같은 입력 온도지만 기준이 다르므로 결과가 다를 수 있습니다. 요구 변경은 검사의 기대를 바꿀 수 있으나 어떤 승인된 요구에 따른 변경인지 근거를 남겨야 합니다. 기존 실패를 숨기려고 기대를 바꾼 상황과 구별합니다.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새 장소 요청서에 기준 30, 기본 계약 28 유지, 유효 범위 0~50 유지라고 씁니다. 새 호출의 29.9는 정상, 30과 30.1은 주의입니다. 기본 호출의 28은 여전히 주의입니다. None은 두 호출 모두 미측정이고 범위 밖은 입력 오류입니다. 인계에는 수정한 파일, 변경 조건, 기본 아홉 사례 결과, 새 경계 세 사례 결과, 실제 AI 호출 여부를 씁니다. 오늘은 제공 응답을 검토한 오프라인 활동이며 실제 센서 안전 판단과 실제 AI 서비스 연결은 확인하지 않았다고 기록합니다.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기준 30을 특정 장소에만 적용하는 요청과 전체 기본값을 30으로 바꾸는 요청을 각각 한 문장으로 작성하세요. 두 요청에서 기대가 달라질 기본 호출 한 개를 고르고, 동료가 다시 확인할 명령과 자료 위치를 인계문에 넣으세요.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특정 장소에는 threshold 인수를 명시하고 전체 변경에는 기본값 변경 승인을 명시합니다. 기본 classify(28)은 전자에서 주의, 후자에서 정상입니다. “새 검사가 통과했으니 모든 서비스 운영 완료”는 검증 범위를 넘었습니다. “새 요청은 절대 기대를 바꾸면 안 된다”도 승인된 요구 변경을 무시합니다.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기본값과 인수는 왜 구별하나요? 영향 받는 호출 범위가 다릅니다. ② 동료가 같은 결과를 보려면 무엇이 필요한가요? 대상 파일·실행 위치·입력·기대를 연결한 기록입니다. ③ 아직 모르는 사항은 어떻게 전달하나요? 실제 환경, 장비, 계정 등 미확인 항목과 다음 확인 담당을 구체적으로 남깁니다.</a:t>
            </a:r>
          </a:p>
          <a:p xmlns:a="http://schemas.openxmlformats.org/drawingml/2006/main">
            <a:r>
              <a:t/>
            </a:r>
          </a:p>
          <a:p xmlns:a="http://schemas.openxmlformats.org/drawingml/2006/main">
            <a:r>
              <a:t>**뜻과 비유.** 새 업무 조건은 기존 규칙과 독립인지 먼저 확인한 뒤 작은 사례로 설계합니다. 오늘은 추가 코드보다 변경이 영향 줄 입력을 설명하는 일에 집중합니다.</a:t>
            </a:r>
          </a:p>
          <a:p xmlns:a="http://schemas.openxmlformats.org/drawingml/2006/main">
            <a:r>
              <a:t/>
            </a:r>
          </a:p>
          <a:p xmlns:a="http://schemas.openxmlformats.org/drawingml/2006/main">
            <a:r>
              <a:t>**왜 필요한가.** 특수 기준을 추가하면 조건 순서와 기존 계약을 함께 검토해야합니다.</a:t>
            </a:r>
          </a:p>
          <a:p xmlns:a="http://schemas.openxmlformats.org/drawingml/2006/main">
            <a:r>
              <a:t/>
            </a:r>
          </a:p>
          <a:p xmlns:a="http://schemas.openxmlformats.org/drawingml/2006/main">
            <a:r>
              <a:t>**예를 따라 읽기.** 담당자가 기준을 30으로 바꿔 달라고 새로 요청했다면 29.9·30·30.1을 새 경계로 예상합니다.</a:t>
            </a:r>
          </a:p>
          <a:p xmlns:a="http://schemas.openxmlformats.org/drawingml/2006/main">
            <a:r>
              <a:t/>
            </a:r>
          </a:p>
          <a:p xmlns:a="http://schemas.openxmlformats.org/drawingml/2006/main">
            <a:r>
              <a:t>**헷갈리는 반례.** 승인된 새 요청 없이 기준을 바꾸는 것과 업무 담당자가 조건을 변경한 것은 다릅니다.</a:t>
            </a:r>
          </a:p>
          <a:p xmlns:a="http://schemas.openxmlformats.org/drawingml/2006/main">
            <a:r>
              <a:t/>
            </a:r>
          </a:p>
          <a:p xmlns:a="http://schemas.openxmlformats.org/drawingml/2006/main">
            <a:r>
              <a:t>**직접 적용.** 기준 30이라는 새 요청서 작성하기 → 영향 받을 기대 값 찾기 → 29.9·30·30.1의 예상 작성하기 → 기본 기준 28 을 유지할지 인수로 전달할지 설명하기</a:t>
            </a:r>
          </a:p>
          <a:p xmlns:a="http://schemas.openxmlformats.org/drawingml/2006/main">
            <a:r>
              <a:t/>
            </a:r>
          </a:p>
          <a:p xmlns:a="http://schemas.openxmlformats.org/drawingml/2006/main">
            <a:r>
              <a:t>**설명할 질문.** 새 조건에서 어떤 기존 검사를 그대로 써야하나요?</a:t>
            </a:r>
          </a:p>
          <a:p xmlns:a="http://schemas.openxmlformats.org/drawingml/2006/main">
            <a:r>
              <a:t/>
            </a:r>
          </a:p>
          <a:p xmlns:a="http://schemas.openxmlformats.org/drawingml/2006/main">
            <a:r>
              <a:t>**막혔을 때.** 기본 기준 변경과 함수 인수 전달을 혼동하면 classify(30,threshold =30)호출 예를 읽습니다.</a:t>
            </a:r>
          </a:p>
          <a:p xmlns:a="http://schemas.openxmlformats.org/drawingml/2006/main">
            <a:r>
              <a:t/>
            </a:r>
          </a:p>
          <a:p xmlns:a="http://schemas.openxmlformats.org/drawingml/2006/main">
            <a:r>
              <a:t>입력·답칸·확인 순서는 [실습지의 A16](practice-guide.md#a16)와 [활동 원문](examples/course/data/A16_input.md)에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새 기준의 영향의 예</a:t>
            </a:r>
          </a:p>
          <a:p xmlns:a="http://schemas.openxmlformats.org/drawingml/2006/main">
            <a:r>
              <a:t>호출 발췌: reviewed의 classify가 필요합니다.</a:t>
            </a:r>
          </a:p>
          <a:p xmlns:a="http://schemas.openxmlformats.org/drawingml/2006/main">
            <a:r>
              <a:t/>
            </a:r>
          </a:p>
          <a:p xmlns:a="http://schemas.openxmlformats.org/drawingml/2006/main">
            <a:r>
              <a:t>classify(28)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classify(29.9,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classify(30,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기본 28은 주의입니다. 기준 30에서 29.9는 정상, 30은 주의입니다.</a:t>
            </a:r>
          </a:p>
          <a:p xmlns:a="http://schemas.openxmlformats.org/drawingml/2006/main">
            <a:r>
              <a:t>판단 해설: 특정 호출은 threshold=30을 명시하고 전체 기본값 변경에는 별도 요구 승인이 필요합니다. 새 경계29.9·30·30.1과 기존 기본 검사를 함께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classify(28)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classify(29.9,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classify(30,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기본 28은 주의입니다. 기준 30에서 29.9는 정상, 30은 주의입니다.</a:t>
            </a:r>
          </a:p>
          <a:p xmlns:a="http://schemas.openxmlformats.org/drawingml/2006/main">
            <a:r>
              <a:t/>
            </a:r>
          </a:p>
          <a:p xmlns:a="http://schemas.openxmlformats.org/drawingml/2006/main">
            <a:r>
              <a:t>개념과 연결: 특정 장소만 기준 30을 사용합니다. 기본값 28과 호출 인수를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특정 호출은 threshold=30을 명시하고 전체 기본값 변경에는 별도 요구 승인이 필요합니다. 새 경계29.9·30·30.1과 기존 기본 검사를 함께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특정 장소만 바꾸는 요청과 전체 변경은? 영향 받을 호출을 구별해 보세요.</a:t>
            </a:r>
          </a:p>
          <a:p xmlns:a="http://schemas.openxmlformats.org/drawingml/2006/main">
            <a:r>
              <a:t/>
            </a:r>
          </a:p>
          <a:p xmlns:a="http://schemas.openxmlformats.org/drawingml/2006/main">
            <a:r>
              <a:t>정답과 풀이: 특정 호출은 threshold=30을 명시하고 전체 기본값 변경에는 별도 요구 승인이 필요합니다. 새 경계29.9·30·30.1과 기존 기본 검사를 함께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동료의 변경을 설명하기</a:t>
            </a:r>
          </a:p>
          <a:p xmlns:a="http://schemas.openxmlformats.org/drawingml/2006/main">
            <a:r>
              <a:t/>
            </a:r>
          </a:p>
          <a:p xmlns:a="http://schemas.openxmlformats.org/drawingml/2006/main">
            <a:r>
              <a:t>**뜻과 비유.** 동료 검토는 작성자의 설명 없이도 요구·변경·검사 근거를 찾을 수 있는지 확인하는 과정입니다.</a:t>
            </a:r>
          </a:p>
          <a:p xmlns:a="http://schemas.openxmlformats.org/drawingml/2006/main">
            <a:r>
              <a:t/>
            </a:r>
          </a:p>
          <a:p xmlns:a="http://schemas.openxmlformats.org/drawingml/2006/main">
            <a:r>
              <a:t>**왜 필요한가.** 다른 사람에게 설명할 수 없다면 어떤 줄을 왜 바꿨는지 자신도 놓친 부분이 있을 수 있습니다.</a:t>
            </a:r>
          </a:p>
          <a:p xmlns:a="http://schemas.openxmlformats.org/drawingml/2006/main">
            <a:r>
              <a:t/>
            </a:r>
          </a:p>
          <a:p xmlns:a="http://schemas.openxmlformats.org/drawingml/2006/main">
            <a:r>
              <a:t>**예를 따라 읽기.** 짝은 None 처리와&gt;=조건을 찾고 요청서 및 검사 입력을 한 곳씩 연결합니다.</a:t>
            </a:r>
          </a:p>
          <a:p xmlns:a="http://schemas.openxmlformats.org/drawingml/2006/main">
            <a:r>
              <a:t/>
            </a:r>
          </a:p>
          <a:p xmlns:a="http://schemas.openxmlformats.org/drawingml/2006/main">
            <a:r>
              <a:t>**헷갈리는 반례.** “테스트됐음”한 줄만 있으면 실행한 대상과 입력이 불명확합니다.</a:t>
            </a:r>
          </a:p>
          <a:p xmlns:a="http://schemas.openxmlformats.org/drawingml/2006/main">
            <a:r>
              <a:t/>
            </a:r>
          </a:p>
          <a:p xmlns:a="http://schemas.openxmlformats.org/drawingml/2006/main">
            <a:r>
              <a:t>**직접 적용.** 작업본과 검토 노트를 짝에게 전달하기 → 요구 두 개에 대응하는 줄 찾기 → 검사 결과 한 개를 재현하기 → 부족한 설명하나 보완하기</a:t>
            </a:r>
          </a:p>
          <a:p xmlns:a="http://schemas.openxmlformats.org/drawingml/2006/main">
            <a:r>
              <a:t/>
            </a:r>
          </a:p>
          <a:p xmlns:a="http://schemas.openxmlformats.org/drawingml/2006/main">
            <a:r>
              <a:t>**설명할 질문.** 동료가 다시 확인하려면 어떤 정보가 있어야하나요?</a:t>
            </a:r>
          </a:p>
          <a:p xmlns:a="http://schemas.openxmlformats.org/drawingml/2006/main">
            <a:r>
              <a:t/>
            </a:r>
          </a:p>
          <a:p xmlns:a="http://schemas.openxmlformats.org/drawingml/2006/main">
            <a:r>
              <a:t>**막혔을 때.** 짝의 작업본을 바로 덮어쓰지 말고 수정 제안을 먼저 기록합니다.</a:t>
            </a:r>
          </a:p>
          <a:p xmlns:a="http://schemas.openxmlformats.org/drawingml/2006/main">
            <a:r>
              <a:t/>
            </a:r>
          </a:p>
          <a:p xmlns:a="http://schemas.openxmlformats.org/drawingml/2006/main">
            <a:r>
              <a:t>입력·답칸·확인 순서는 [실습지의 A17](practice-guide.md#a17)와 [활동 원문](examples/course/data/A17_input.md)에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작업본을 바로 덮어쓰지 않습니다.</a:t>
            </a:r>
          </a:p>
          <a:p xmlns:a="http://schemas.openxmlformats.org/drawingml/2006/main">
            <a:r>
              <a:t/>
            </a:r>
          </a:p>
          <a:p xmlns:a="http://schemas.openxmlformats.org/drawingml/2006/main">
            <a:r>
              <a:t>표와 문장을 읽는 방법: 요구 한 개를 바뀐 줄과 연결합니다. 검사 한 개를 동료가 다시 확인합니다.</a:t>
            </a:r>
          </a:p>
          <a:p xmlns:a="http://schemas.openxmlformats.org/drawingml/2006/main">
            <a:r>
              <a:t>예상 결과: 동료가 파일과 실행 경로를 찾을 수 있어야 합니다. 부족한 설명을 검토 메모로 남깁니다.</a:t>
            </a:r>
          </a:p>
          <a:p xmlns:a="http://schemas.openxmlformats.org/drawingml/2006/main">
            <a:r>
              <a:t/>
            </a:r>
          </a:p>
          <a:p xmlns:a="http://schemas.openxmlformats.org/drawingml/2006/main">
            <a:r>
              <a:t>판단 해설: 대상 파일·명령·입력·기대·실제와 수행 방법을 넣습니다. 실제로 하지 않은 검증은 미실행으로 남깁니다.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동료가 파일과 실행 경로를 찾을 수 있어야 합니다. 부족한 설명을 검토 메모로 남깁니다.</a:t>
            </a:r>
          </a:p>
          <a:p xmlns:a="http://schemas.openxmlformats.org/drawingml/2006/main">
            <a:r>
              <a:t/>
            </a:r>
          </a:p>
          <a:p xmlns:a="http://schemas.openxmlformats.org/drawingml/2006/main">
            <a:r>
              <a:t>개념과 연결: 요구 한 개를 바뀐 줄과 연결합니다. 검사 한 개를 동료가 다시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대상 파일·명령·입력·기대·실제와 수행 방법을 넣습니다. 실제로 하지 않은 검증은 미실행으로 남깁니다.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“테스트됐음”만 적은 설명을 보완하세요.</a:t>
            </a:r>
          </a:p>
          <a:p xmlns:a="http://schemas.openxmlformats.org/drawingml/2006/main">
            <a:r>
              <a:t/>
            </a:r>
          </a:p>
          <a:p xmlns:a="http://schemas.openxmlformats.org/drawingml/2006/main">
            <a:r>
              <a:t>정답과 풀이: 대상 파일·명령·입력·기대·실제와 수행 방법을 넣습니다. 실제로 하지 않은 검증은 미실행으로 남깁니다.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완료 범위와 다음 확인</a:t>
            </a:r>
          </a:p>
          <a:p xmlns:a="http://schemas.openxmlformats.org/drawingml/2006/main">
            <a:r>
              <a:t/>
            </a:r>
          </a:p>
          <a:p xmlns:a="http://schemas.openxmlformats.org/drawingml/2006/main">
            <a:r>
              <a:t>**뜻과 비유.** 인수인계는 요청한 일, 실제 바뀐 것, 확인한 증거, 남은 조건을 다음 사람이 이해할 수 있게 남기는 일입니다.</a:t>
            </a:r>
          </a:p>
          <a:p xmlns:a="http://schemas.openxmlformats.org/drawingml/2006/main">
            <a:r>
              <a:t/>
            </a:r>
          </a:p>
          <a:p xmlns:a="http://schemas.openxmlformats.org/drawingml/2006/main">
            <a:r>
              <a:t>**왜 필요한가.** 합성 데이터 검사와 실제 센서 운영은 다른 범위입니다. 확인하지 않은 서비스 호출이나 장비 연결을 완료라고 쓰지 않습니다.</a:t>
            </a:r>
          </a:p>
          <a:p xmlns:a="http://schemas.openxmlformats.org/drawingml/2006/main">
            <a:r>
              <a:t/>
            </a:r>
          </a:p>
          <a:p xmlns:a="http://schemas.openxmlformats.org/drawingml/2006/main">
            <a:r>
              <a:t>**예를 따라 읽기.** 분류기 아홉 사례 통과·오프라인 응답 검토·실제 AI 호출 미 수행을 함께 적습니다.</a:t>
            </a:r>
          </a:p>
          <a:p xmlns:a="http://schemas.openxmlformats.org/drawingml/2006/main">
            <a:r>
              <a:t/>
            </a:r>
          </a:p>
          <a:p xmlns:a="http://schemas.openxmlformats.org/drawingml/2006/main">
            <a:r>
              <a:t>**헷갈리는 반례.** AI가 코드를 썼다고 가정하거나 검사 통과만으로 실제 안전 시스템 완성이라고 표현하지 않습니다.</a:t>
            </a:r>
          </a:p>
          <a:p xmlns:a="http://schemas.openxmlformats.org/drawingml/2006/main">
            <a:r>
              <a:t/>
            </a:r>
          </a:p>
          <a:p xmlns:a="http://schemas.openxmlformats.org/drawingml/2006/main">
            <a:r>
              <a:t>**직접 적용.** 세 문장 인계 작성하기 → 실제 AI 호출 여부 명시하기 → 미검증 조건 두 개 쓰기 → 새 질문:0과 None·기준과 경계·설명과 증거 답하기</a:t>
            </a:r>
          </a:p>
          <a:p xmlns:a="http://schemas.openxmlformats.org/drawingml/2006/main">
            <a:r>
              <a:t/>
            </a:r>
          </a:p>
          <a:p xmlns:a="http://schemas.openxmlformats.org/drawingml/2006/main">
            <a:r>
              <a:t>**설명할 질문.** 자료 작성과 실제 운영 검증을 어떻게 구분하나요?</a:t>
            </a:r>
          </a:p>
          <a:p xmlns:a="http://schemas.openxmlformats.org/drawingml/2006/main">
            <a:r>
              <a:t/>
            </a:r>
          </a:p>
          <a:p xmlns:a="http://schemas.openxmlformats.org/drawingml/2006/main">
            <a:r>
              <a:t>**막혔을 때.** 완료 문장이 추상적이면 파일·입력 수·실행 방법을 넣습니다.</a:t>
            </a:r>
          </a:p>
          <a:p xmlns:a="http://schemas.openxmlformats.org/drawingml/2006/main">
            <a:r>
              <a:t/>
            </a:r>
          </a:p>
          <a:p xmlns:a="http://schemas.openxmlformats.org/drawingml/2006/main">
            <a:r>
              <a:t>입력·답칸·확인 순서는 [실습지의 A18](practice-guide.md#a18)와 [활동 원문](examples/course/data/A18_input.md)에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다음 확인 조건도 함께 전달합니다.</a:t>
            </a:r>
          </a:p>
          <a:p xmlns:a="http://schemas.openxmlformats.org/drawingml/2006/main">
            <a:r>
              <a:t/>
            </a:r>
          </a:p>
          <a:p xmlns:a="http://schemas.openxmlformats.org/drawingml/2006/main">
            <a:r>
              <a:t>표와 문장을 읽는 방법: 바뀐 조건과 관찰한 결과를 보고합니다. 가상 검사와 실제 운영을 구별합니다.</a:t>
            </a:r>
          </a:p>
          <a:p xmlns:a="http://schemas.openxmlformats.org/drawingml/2006/main">
            <a:r>
              <a:t>예상 결과: 제공 응답 검토와 로컬 분류 검사를 남깁니다. 실제 AI가 작성했다고 추정하지 않습니다.</a:t>
            </a:r>
          </a:p>
          <a:p xmlns:a="http://schemas.openxmlformats.org/drawingml/2006/main">
            <a:r>
              <a:t/>
            </a:r>
          </a:p>
          <a:p xmlns:a="http://schemas.openxmlformats.org/drawingml/2006/main">
            <a:r>
              <a:t>판단 해설: 작업본의 조건 변경, 제공 검사 입력과 관찰 결과, 실제 AI 호출·센서·서비스 연결 등 미확인 범위를 구체적으로 적습니다.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제공 응답 검토와 로컬 분류 검사를 남깁니다. 실제 AI가 작성했다고 추정하지 않습니다.</a:t>
            </a:r>
          </a:p>
          <a:p xmlns:a="http://schemas.openxmlformats.org/drawingml/2006/main">
            <a:r>
              <a:t/>
            </a:r>
          </a:p>
          <a:p xmlns:a="http://schemas.openxmlformats.org/drawingml/2006/main">
            <a:r>
              <a:t>개념과 연결: 바뀐 조건과 관찰한 결과를 보고합니다. 가상 검사와 실제 운영을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작업본의 조건 변경, 제공 검사 입력과 관찰 결과, 실제 AI 호출·센서·서비스 연결 등 미확인 범위를 구체적으로 적습니다.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변경·근거·남은 확인을 한 문장씩 쓰세요.</a:t>
            </a:r>
          </a:p>
          <a:p xmlns:a="http://schemas.openxmlformats.org/drawingml/2006/main">
            <a:r>
              <a:t/>
            </a:r>
          </a:p>
          <a:p xmlns:a="http://schemas.openxmlformats.org/drawingml/2006/main">
            <a:r>
              <a:t>정답과 풀이: 작업본의 조건 변경, 제공 검사 입력과 관찰 결과, 실제 AI 호출·센서·서비스 연결 등 미확인 범위를 구체적으로 적습니다.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1 · 작업 요청과 공유 자료</a:t>
            </a:r>
          </a:p>
          <a:p xmlns:a="http://schemas.openxmlformats.org/drawingml/2006/main">
            <a:r>
              <a:t/>
            </a:r>
          </a:p>
          <a:p xmlns:a="http://schemas.openxmlformats.org/drawingml/2006/main">
            <a:r>
              <a:t>**문제:** 온도 경계 오류를 맡길 때 고객 연락처, 실제 API 키, 현재 함수, 가상 검사 입력, 실패 로그 중 무엇을 제공하나요? 다섯 줄 요청을 작성하세요.</a:t>
            </a:r>
          </a:p>
          <a:p xmlns:a="http://schemas.openxmlformats.org/drawingml/2006/main">
            <a:r>
              <a:t/>
            </a:r>
          </a:p>
          <a:p xmlns:a="http://schemas.openxmlformats.org/drawingml/2006/main">
            <a:r>
              <a:t>**해설·확인 기준:** 현재 함수·가상 검사 입력·비밀을 제거한 실패 로그를 제공합니다. 목적·대상·유지 조건·허용 행동·검증을 씁니다. 실제 키와 고객 연락처는 이번 문제의 근거에 필요하지 않습니다. 자료를 많이 보내는 것이 목표라는 답은 부족합니다.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2 · 새 경계 규칙</a:t>
            </a:r>
          </a:p>
          <a:p xmlns:a="http://schemas.openxmlformats.org/drawingml/2006/main">
            <a:r>
              <a:t/>
            </a:r>
          </a:p>
          <a:p xmlns:a="http://schemas.openxmlformats.org/drawingml/2006/main">
            <a:r>
              <a:t>**문제:** 업무 규칙은 5 초과 점검입니다. 4.9·5·5.1과 None의 기대를 쓰고 28 이상 주의 규칙과 비교 기호 차이를 설명하세요.</a:t>
            </a:r>
          </a:p>
          <a:p xmlns:a="http://schemas.openxmlformats.org/drawingml/2006/main">
            <a:r>
              <a:t/>
            </a:r>
          </a:p>
          <a:p xmlns:a="http://schemas.openxmlformats.org/drawingml/2006/main">
            <a:r>
              <a:t>**해설·확인 기준:** 정상·정상·점검이며 누락은 별도 미측정입니다. 초과는 &gt;, 이상은 &gt;=입니다. 함수 출력 문자열은 새로운 업무 계약에 맞게 명시합니다. 기준과 기호를 함께 설명하면 충족입니다.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3 · 주장과 근거</a:t>
            </a:r>
          </a:p>
          <a:p xmlns:a="http://schemas.openxmlformats.org/drawingml/2006/main">
            <a:r>
              <a:t/>
            </a:r>
          </a:p>
          <a:p xmlns:a="http://schemas.openxmlformats.org/drawingml/2006/main">
            <a:r>
              <a:t>**문제:** 응답은 “수정·검사·실제 운영 모두 완료”라고 합니다. 제공 근거는 코드 diff와 로컬 가상 검사 출력뿐입니다. 보고할 수 있는 범위와 남은 질문을 쓰세요.</a:t>
            </a:r>
          </a:p>
          <a:p xmlns:a="http://schemas.openxmlformats.org/drawingml/2006/main">
            <a:r>
              <a:t/>
            </a:r>
          </a:p>
          <a:p xmlns:a="http://schemas.openxmlformats.org/drawingml/2006/main">
            <a:r>
              <a:t>**해설·확인 기준:** 실제 변경과 해당 로컬 검사 결과까지 보고하고 실제 장비·서비스 운영은 미확인으로 남깁니다. 대상 파일·명령·입력이 필요합니다. 증거 부족을 자동 실패라고 단정하지 않습니다.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4 · 잘못된 입력의 해석</a:t>
            </a:r>
          </a:p>
          <a:p xmlns:a="http://schemas.openxmlformats.org/drawingml/2006/main">
            <a:r>
              <a:t/>
            </a:r>
          </a:p>
          <a:p xmlns:a="http://schemas.openxmlformats.org/drawingml/2006/main">
            <a:r>
              <a:t>**문제:** 0·None·True·문자 "28"·50·51을 현재 분류 계약으로 판단하고 종류 검사를 비교보다 먼저 해야 하는 이유를 쓰세요.</a:t>
            </a:r>
          </a:p>
          <a:p xmlns:a="http://schemas.openxmlformats.org/drawingml/2006/main">
            <a:r>
              <a:t/>
            </a:r>
          </a:p>
          <a:p xmlns:a="http://schemas.openxmlformats.org/drawingml/2006/main">
            <a:r>
              <a:t>**해설·확인 기준:** 정상·미측정·입력 오류·입력 오류·주의·입력 오류입니다. 문자나 불리언은 허용한 정확한 숫자 종류가 아니며 문자 비교는 예외를 낼 수 있습니다. None을 0으로 바꾸면 측정과 누락을 합칩니다.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5 · 재현 가능한 보고</a:t>
            </a:r>
          </a:p>
          <a:p xmlns:a="http://schemas.openxmlformats.org/drawingml/2006/main">
            <a:r>
              <a:t/>
            </a:r>
          </a:p>
          <a:p xmlns:a="http://schemas.openxmlformats.org/drawingml/2006/main">
            <a:r>
              <a:t>**문제:** 입력 문자 "뜨거움"에서 TypeError가 관찰되었습니다. 다른 사람이 재현할 수 있는 보고와 수정 뒤 회귀 확인 두 사례를 쓰세요.</a:t>
            </a:r>
          </a:p>
          <a:p xmlns:a="http://schemas.openxmlformats.org/drawingml/2006/main">
            <a:r>
              <a:t/>
            </a:r>
          </a:p>
          <a:p xmlns:a="http://schemas.openxmlformats.org/drawingml/2006/main">
            <a:r>
              <a:t>**해설·확인 기준:** 파일·현재 위치·명령·입력·기대 입력 오류·실제 TypeError·관찰 방식을 씁니다. 종류 검사 누락은 코드 확인 전 가설입니다. 기존 28 경계와 None 등을 다시 확인하여 이전 계약을 보존합니다.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6 · 기본값과 특정 호출</a:t>
            </a:r>
          </a:p>
          <a:p xmlns:a="http://schemas.openxmlformats.org/drawingml/2006/main">
            <a:r>
              <a:t/>
            </a:r>
          </a:p>
          <a:p xmlns:a="http://schemas.openxmlformats.org/drawingml/2006/main">
            <a:r>
              <a:t>**문제:** 특정 장소만 기준 30입니다. classify(28)과 classify(29.9,threshold=30)의 기대를 쓰고 인계에 남길 미확인 범위 두 개를 제시하세요.</a:t>
            </a:r>
          </a:p>
          <a:p xmlns:a="http://schemas.openxmlformats.org/drawingml/2006/main">
            <a:r>
              <a:t/>
            </a:r>
          </a:p>
          <a:p xmlns:a="http://schemas.openxmlformats.org/drawingml/2006/main">
            <a:r>
              <a:t>**해설·확인 기준:** 기본 호출은 주의, 기준 30 호출은 정상입니다. 기본값 28을 유지하고 특정 호출 인수를 지정합니다. 실제 AI 서비스 연결과 실제 센서 운영은 미확인입니다. 기본 전체 변경은 별도 요구라는 점을 설명하면 충족입니다.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입력·예상·실제 결과를 연결합니다. 직접 실행과 관찰 방식을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확인하지 않은 조건을 두 개 쓰세요. 같은 결과를 다시 얻을 방법을 설명하세요.</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8f4af1f0834b8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a21aaf7c154cc9" /><Relationship Type="http://schemas.openxmlformats.org/officeDocument/2006/relationships/slideLayout" Target="/ppt/slideLayouts/slideLayout1.xml" Id="R2e7b5863ea6b49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7b5863ea6b49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adad833edd44228" /><Relationship Type="http://schemas.openxmlformats.org/officeDocument/2006/relationships/notesSlide" Target="/ppt/notesSlides/notesSlide1.xml" Id="R2f1945d2a843460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429a0584ef9469f" /><Relationship Type="http://schemas.openxmlformats.org/officeDocument/2006/relationships/notesSlide" Target="/ppt/notesSlides/notesSlide2.xml" Id="R806a793dead245f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f41865c8b3f4b99" /><Relationship Type="http://schemas.openxmlformats.org/officeDocument/2006/relationships/notesSlide" Target="/ppt/notesSlides/notesSlide3.xml" Id="Rea270de2ec9a40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38e4f35c51e420e" /><Relationship Type="http://schemas.openxmlformats.org/officeDocument/2006/relationships/notesSlide" Target="/ppt/notesSlides/notesSlide4.xml" Id="Rdafb5ca74f0c47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dc0a32816446c0" /><Relationship Type="http://schemas.openxmlformats.org/officeDocument/2006/relationships/notesSlide" Target="/ppt/notesSlides/notesSlide5.xml" Id="R21cb8f4976a7423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66dff58fb6456c" /><Relationship Type="http://schemas.openxmlformats.org/officeDocument/2006/relationships/notesSlide" Target="/ppt/notesSlides/notesSlide6.xml" Id="R23e208f7956d463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aaf5a13382a4f2e" /><Relationship Type="http://schemas.openxmlformats.org/officeDocument/2006/relationships/notesSlide" Target="/ppt/notesSlides/notesSlide7.xml" Id="R713d702af89246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61dffdf08a34465" /><Relationship Type="http://schemas.openxmlformats.org/officeDocument/2006/relationships/notesSlide" Target="/ppt/notesSlides/notesSlide8.xml" Id="Rebb7378dea874d6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30e067ca7a346eb" /><Relationship Type="http://schemas.openxmlformats.org/officeDocument/2006/relationships/notesSlide" Target="/ppt/notesSlides/notesSlide9.xml" Id="Rae9fd26f06fe4d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1503292a2ea4dd8" /><Relationship Type="http://schemas.openxmlformats.org/officeDocument/2006/relationships/notesSlide" Target="/ppt/notesSlides/notesSlide10.xml" Id="Rfadcfb75c96147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297bb00ce964bb0" /><Relationship Type="http://schemas.openxmlformats.org/officeDocument/2006/relationships/notesSlide" Target="/ppt/notesSlides/notesSlide11.xml" Id="Ra347dac0864b49e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44a3f1ce85b41d5" /><Relationship Type="http://schemas.openxmlformats.org/officeDocument/2006/relationships/notesSlide" Target="/ppt/notesSlides/notesSlide12.xml" Id="Rb72146a592ea444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62a417d110e4958" /><Relationship Type="http://schemas.openxmlformats.org/officeDocument/2006/relationships/notesSlide" Target="/ppt/notesSlides/notesSlide13.xml" Id="R1b5b6c6a20f346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88182ccd6924882" /><Relationship Type="http://schemas.openxmlformats.org/officeDocument/2006/relationships/notesSlide" Target="/ppt/notesSlides/notesSlide14.xml" Id="R30effe6be1df45d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16503c12d484e34" /><Relationship Type="http://schemas.openxmlformats.org/officeDocument/2006/relationships/notesSlide" Target="/ppt/notesSlides/notesSlide15.xml" Id="R16c79fefc71945b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ff5ec963d3a4db0" /><Relationship Type="http://schemas.openxmlformats.org/officeDocument/2006/relationships/notesSlide" Target="/ppt/notesSlides/notesSlide16.xml" Id="Ra51348b720e24bd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41277b4094045b0" /><Relationship Type="http://schemas.openxmlformats.org/officeDocument/2006/relationships/notesSlide" Target="/ppt/notesSlides/notesSlide17.xml" Id="R068b076710704dd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3634b0a84da4b0a" /><Relationship Type="http://schemas.openxmlformats.org/officeDocument/2006/relationships/notesSlide" Target="/ppt/notesSlides/notesSlide18.xml" Id="Rde94b67aa5444b0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fd93992a60842af" /><Relationship Type="http://schemas.openxmlformats.org/officeDocument/2006/relationships/notesSlide" Target="/ppt/notesSlides/notesSlide19.xml" Id="R08bdafc3bfb04af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6016d86a3434391" /><Relationship Type="http://schemas.openxmlformats.org/officeDocument/2006/relationships/notesSlide" Target="/ppt/notesSlides/notesSlide20.xml" Id="R17f2652fec734ad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522b4602bee40e9" /><Relationship Type="http://schemas.openxmlformats.org/officeDocument/2006/relationships/notesSlide" Target="/ppt/notesSlides/notesSlide21.xml" Id="R58e8ce61c750446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1e948565af84815" /><Relationship Type="http://schemas.openxmlformats.org/officeDocument/2006/relationships/notesSlide" Target="/ppt/notesSlides/notesSlide22.xml" Id="Rc2813efaf42d45f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aed2fe26b3c4ae8" /><Relationship Type="http://schemas.openxmlformats.org/officeDocument/2006/relationships/notesSlide" Target="/ppt/notesSlides/notesSlide23.xml" Id="Rb10f90a59f4e49d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7c0c36bad7a44c7" /><Relationship Type="http://schemas.openxmlformats.org/officeDocument/2006/relationships/notesSlide" Target="/ppt/notesSlides/notesSlide24.xml" Id="R30e76d9f3bbe488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9275f19046a4b50" /><Relationship Type="http://schemas.openxmlformats.org/officeDocument/2006/relationships/notesSlide" Target="/ppt/notesSlides/notesSlide25.xml" Id="R4d9925d538a9491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6dd2b8b60cd472e" /><Relationship Type="http://schemas.openxmlformats.org/officeDocument/2006/relationships/notesSlide" Target="/ppt/notesSlides/notesSlide26.xml" Id="R9adf6017d85b496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738db7dd0d84b16" /><Relationship Type="http://schemas.openxmlformats.org/officeDocument/2006/relationships/notesSlide" Target="/ppt/notesSlides/notesSlide27.xml" Id="R391d0c2a54174e6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167774c509d44c3" /><Relationship Type="http://schemas.openxmlformats.org/officeDocument/2006/relationships/notesSlide" Target="/ppt/notesSlides/notesSlide28.xml" Id="Ra0da7872170e4c1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50be80daac74e80" /><Relationship Type="http://schemas.openxmlformats.org/officeDocument/2006/relationships/notesSlide" Target="/ppt/notesSlides/notesSlide29.xml" Id="R1a0a954536d543f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3f19c7ef0e64f52" /><Relationship Type="http://schemas.openxmlformats.org/officeDocument/2006/relationships/notesSlide" Target="/ppt/notesSlides/notesSlide30.xml" Id="R403187df29b64d3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29abb0001914f01" /><Relationship Type="http://schemas.openxmlformats.org/officeDocument/2006/relationships/notesSlide" Target="/ppt/notesSlides/notesSlide31.xml" Id="R37e46c6d39ac4f6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75c8fc2c8ab405d" /><Relationship Type="http://schemas.openxmlformats.org/officeDocument/2006/relationships/notesSlide" Target="/ppt/notesSlides/notesSlide32.xml" Id="Ra9f6b6d75160420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2125b1fd6ee4901" /><Relationship Type="http://schemas.openxmlformats.org/officeDocument/2006/relationships/notesSlide" Target="/ppt/notesSlides/notesSlide33.xml" Id="R9c70ff6d8936490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f9a6d33429944fb" /><Relationship Type="http://schemas.openxmlformats.org/officeDocument/2006/relationships/notesSlide" Target="/ppt/notesSlides/notesSlide34.xml" Id="R800bd8ea3f354c8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e97ee9d66d04727" /><Relationship Type="http://schemas.openxmlformats.org/officeDocument/2006/relationships/notesSlide" Target="/ppt/notesSlides/notesSlide35.xml" Id="R94bdfb53f9694ee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9be903c0b5a247c8" /><Relationship Type="http://schemas.openxmlformats.org/officeDocument/2006/relationships/notesSlide" Target="/ppt/notesSlides/notesSlide36.xml" Id="Raff1553617c9400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eea98a09be2453c" /><Relationship Type="http://schemas.openxmlformats.org/officeDocument/2006/relationships/notesSlide" Target="/ppt/notesSlides/notesSlide37.xml" Id="R56c59769677c484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739c47aac5464d66" /><Relationship Type="http://schemas.openxmlformats.org/officeDocument/2006/relationships/notesSlide" Target="/ppt/notesSlides/notesSlide38.xml" Id="R7eaacffbc37d463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82c471893bb4e08" /><Relationship Type="http://schemas.openxmlformats.org/officeDocument/2006/relationships/notesSlide" Target="/ppt/notesSlides/notesSlide39.xml" Id="R780719edbb94454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d8198decc94490d" /><Relationship Type="http://schemas.openxmlformats.org/officeDocument/2006/relationships/notesSlide" Target="/ppt/notesSlides/notesSlide40.xml" Id="Rf84d1630b9f64d9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7611321db0b4ae4" /><Relationship Type="http://schemas.openxmlformats.org/officeDocument/2006/relationships/notesSlide" Target="/ppt/notesSlides/notesSlide41.xml" Id="Rcd7045c8f8e1498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ee3dacd4da34aef" /><Relationship Type="http://schemas.openxmlformats.org/officeDocument/2006/relationships/notesSlide" Target="/ppt/notesSlides/notesSlide42.xml" Id="R66f936989d9a4e7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7e704ce525d04c32" /><Relationship Type="http://schemas.openxmlformats.org/officeDocument/2006/relationships/notesSlide" Target="/ppt/notesSlides/notesSlide43.xml" Id="R5be45a51f7b845a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6a6b60a2383b4c54" /><Relationship Type="http://schemas.openxmlformats.org/officeDocument/2006/relationships/notesSlide" Target="/ppt/notesSlides/notesSlide44.xml" Id="Rd96056d4e9964f8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8540d892cdfc4e21" /><Relationship Type="http://schemas.openxmlformats.org/officeDocument/2006/relationships/notesSlide" Target="/ppt/notesSlides/notesSlide45.xml" Id="Ra83f7a402bfd404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0862021e9ef14d2d" /><Relationship Type="http://schemas.openxmlformats.org/officeDocument/2006/relationships/notesSlide" Target="/ppt/notesSlides/notesSlide46.xml" Id="R8e3534d8cbde4d6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b93bcf7262934814" /><Relationship Type="http://schemas.openxmlformats.org/officeDocument/2006/relationships/notesSlide" Target="/ppt/notesSlides/notesSlide47.xml" Id="R9e1f91db6e934c8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13527349ff7e4dee" /><Relationship Type="http://schemas.openxmlformats.org/officeDocument/2006/relationships/notesSlide" Target="/ppt/notesSlides/notesSlide48.xml" Id="Rf01533a4515b42c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4d66388ccfbc47cc" /><Relationship Type="http://schemas.openxmlformats.org/officeDocument/2006/relationships/notesSlide" Target="/ppt/notesSlides/notesSlide49.xml" Id="R435c6bf4fc10403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07d7d6375404d4c" /><Relationship Type="http://schemas.openxmlformats.org/officeDocument/2006/relationships/notesSlide" Target="/ppt/notesSlides/notesSlide50.xml" Id="Rf045d5b44c164a5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00ae6509d914eae" /><Relationship Type="http://schemas.openxmlformats.org/officeDocument/2006/relationships/notesSlide" Target="/ppt/notesSlides/notesSlide51.xml" Id="Rf21ab33ce716450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b05608bc10184d95" /><Relationship Type="http://schemas.openxmlformats.org/officeDocument/2006/relationships/notesSlide" Target="/ppt/notesSlides/notesSlide52.xml" Id="R847df5cbf852419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32f566b94224b0d" /><Relationship Type="http://schemas.openxmlformats.org/officeDocument/2006/relationships/notesSlide" Target="/ppt/notesSlides/notesSlide53.xml" Id="R5a0802d17365406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7c24b30b29146f3" /><Relationship Type="http://schemas.openxmlformats.org/officeDocument/2006/relationships/notesSlide" Target="/ppt/notesSlides/notesSlide54.xml" Id="R78aab61ac4e94f9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8dc01c4dd35a4fb1" /><Relationship Type="http://schemas.openxmlformats.org/officeDocument/2006/relationships/notesSlide" Target="/ppt/notesSlides/notesSlide55.xml" Id="R5edcc3c974314f4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8a7bb0bed7e4d6c" /><Relationship Type="http://schemas.openxmlformats.org/officeDocument/2006/relationships/notesSlide" Target="/ppt/notesSlides/notesSlide56.xml" Id="Rd16e9b37d3d24d5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d04fda4f5cb4aca" /><Relationship Type="http://schemas.openxmlformats.org/officeDocument/2006/relationships/notesSlide" Target="/ppt/notesSlides/notesSlide57.xml" Id="R3c973bff8c094ca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3b0bd3c9df9c4ce2" /><Relationship Type="http://schemas.openxmlformats.org/officeDocument/2006/relationships/notesSlide" Target="/ppt/notesSlides/notesSlide58.xml" Id="R06f328bd3c1a4ce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2f792fe86744263" /><Relationship Type="http://schemas.openxmlformats.org/officeDocument/2006/relationships/notesSlide" Target="/ppt/notesSlides/notesSlide59.xml" Id="R37eedf139f49427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38fc06f96d82408b" /><Relationship Type="http://schemas.openxmlformats.org/officeDocument/2006/relationships/notesSlide" Target="/ppt/notesSlides/notesSlide60.xml" Id="R2d6fe4b4454741a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8b30f5378f24b54" /><Relationship Type="http://schemas.openxmlformats.org/officeDocument/2006/relationships/notesSlide" Target="/ppt/notesSlides/notesSlide61.xml" Id="R18c5cdc2742e432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850c03294df141ae" /><Relationship Type="http://schemas.openxmlformats.org/officeDocument/2006/relationships/notesSlide" Target="/ppt/notesSlides/notesSlide62.xml" Id="R4f50d206d250448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6898df3fdc1b4e5b" /><Relationship Type="http://schemas.openxmlformats.org/officeDocument/2006/relationships/notesSlide" Target="/ppt/notesSlides/notesSlide63.xml" Id="Rf3be3f7dfede47d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01c5e87e13214c6e" /><Relationship Type="http://schemas.openxmlformats.org/officeDocument/2006/relationships/notesSlide" Target="/ppt/notesSlides/notesSlide64.xml" Id="R359c7249f5174b3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fb62eb632f04b41" /><Relationship Type="http://schemas.openxmlformats.org/officeDocument/2006/relationships/notesSlide" Target="/ppt/notesSlides/notesSlide65.xml" Id="R85e7f84672a245f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0b6eb4fc66443dd" /><Relationship Type="http://schemas.openxmlformats.org/officeDocument/2006/relationships/notesSlide" Target="/ppt/notesSlides/notesSlide66.xml" Id="R0f375ed88d8b402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45286cecd43b4b07" /><Relationship Type="http://schemas.openxmlformats.org/officeDocument/2006/relationships/notesSlide" Target="/ppt/notesSlides/notesSlide67.xml" Id="Rb396cdb3d1034e6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c3c567e31d32481d" /><Relationship Type="http://schemas.openxmlformats.org/officeDocument/2006/relationships/notesSlide" Target="/ppt/notesSlides/notesSlide68.xml" Id="R057b796b2d6e443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159229d03ec4aa5" /><Relationship Type="http://schemas.openxmlformats.org/officeDocument/2006/relationships/notesSlide" Target="/ppt/notesSlides/notesSlide69.xml" Id="R7c88da58bc044d1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26ef14d177d944c3" /><Relationship Type="http://schemas.openxmlformats.org/officeDocument/2006/relationships/notesSlide" Target="/ppt/notesSlides/notesSlide70.xml" Id="R4fabac993e104ec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abf96935e689491d" /><Relationship Type="http://schemas.openxmlformats.org/officeDocument/2006/relationships/notesSlide" Target="/ppt/notesSlides/notesSlide71.xml" Id="R1fa329b18233457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13a1c04bf1643ef" /><Relationship Type="http://schemas.openxmlformats.org/officeDocument/2006/relationships/notesSlide" Target="/ppt/notesSlides/notesSlide72.xml" Id="Rdaed36c07dd44e1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2136c5d24e774741" /><Relationship Type="http://schemas.openxmlformats.org/officeDocument/2006/relationships/notesSlide" Target="/ppt/notesSlides/notesSlide73.xml" Id="Re4dc0faa71f2405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c0a8b93df8674fbc" /><Relationship Type="http://schemas.openxmlformats.org/officeDocument/2006/relationships/notesSlide" Target="/ppt/notesSlides/notesSlide74.xml" Id="Rce14bf39e907438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439de7f95bc466e" /><Relationship Type="http://schemas.openxmlformats.org/officeDocument/2006/relationships/notesSlide" Target="/ppt/notesSlides/notesSlide75.xml" Id="Rfd506bfc3eeb4c1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8a51520e4be4311" /><Relationship Type="http://schemas.openxmlformats.org/officeDocument/2006/relationships/notesSlide" Target="/ppt/notesSlides/notesSlide76.xml" Id="R25901b5693a64b3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c525febcbe44428" /><Relationship Type="http://schemas.openxmlformats.org/officeDocument/2006/relationships/notesSlide" Target="/ppt/notesSlides/notesSlide77.xml" Id="Rbf53d3da9bf946a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3223ca241a12484b" /><Relationship Type="http://schemas.openxmlformats.org/officeDocument/2006/relationships/notesSlide" Target="/ppt/notesSlides/notesSlide78.xml" Id="Ra76c9992c565415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1ead188e70dd446b" /><Relationship Type="http://schemas.openxmlformats.org/officeDocument/2006/relationships/notesSlide" Target="/ppt/notesSlides/notesSlide79.xml" Id="R8a327fec09cb478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c405785dbcf54d78" /><Relationship Type="http://schemas.openxmlformats.org/officeDocument/2006/relationships/notesSlide" Target="/ppt/notesSlides/notesSlide80.xml" Id="R2bcb87fae2834321"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d107cb58c03b490f" /><Relationship Type="http://schemas.openxmlformats.org/officeDocument/2006/relationships/notesSlide" Target="/ppt/notesSlides/notesSlide81.xml" Id="R15c50ec0e2d748c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2d8ed752fdb042ca" /><Relationship Type="http://schemas.openxmlformats.org/officeDocument/2006/relationships/notesSlide" Target="/ppt/notesSlides/notesSlide82.xml" Id="R2a45bf20dd804e0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005ad54c1a654e65" /><Relationship Type="http://schemas.openxmlformats.org/officeDocument/2006/relationships/notesSlide" Target="/ppt/notesSlides/notesSlide83.xml" Id="Rc285be094e1b43c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12ee178cbe144147" /><Relationship Type="http://schemas.openxmlformats.org/officeDocument/2006/relationships/notesSlide" Target="/ppt/notesSlides/notesSlide84.xml" Id="R5a8becb43b4f498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9f7ff511865e4a42" /><Relationship Type="http://schemas.openxmlformats.org/officeDocument/2006/relationships/notesSlide" Target="/ppt/notesSlides/notesSlide85.xml" Id="Ra0ae6798ce80453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20cd01cbc1624cb3" /><Relationship Type="http://schemas.openxmlformats.org/officeDocument/2006/relationships/notesSlide" Target="/ppt/notesSlides/notesSlide86.xml" Id="Rb66b9eeeb67f4755"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04878910f44d4076" /><Relationship Type="http://schemas.openxmlformats.org/officeDocument/2006/relationships/notesSlide" Target="/ppt/notesSlides/notesSlide87.xml" Id="R16e8392dc8574671"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4c9d876b12634e4d" /><Relationship Type="http://schemas.openxmlformats.org/officeDocument/2006/relationships/notesSlide" Target="/ppt/notesSlides/notesSlide88.xml" Id="Rbd7a01cebb47479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84c755e2885d47f4" /><Relationship Type="http://schemas.openxmlformats.org/officeDocument/2006/relationships/notesSlide" Target="/ppt/notesSlides/notesSlide89.xml" Id="Rce846806a4514b2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13bddac9cb004659" /><Relationship Type="http://schemas.openxmlformats.org/officeDocument/2006/relationships/notesSlide" Target="/ppt/notesSlides/notesSlide90.xml" Id="R38a08d5db3974f6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14adee186520452e" /><Relationship Type="http://schemas.openxmlformats.org/officeDocument/2006/relationships/notesSlide" Target="/ppt/notesSlides/notesSlide91.xml" Id="R0a2cca5c10a44bf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054a95090de54cb7" /><Relationship Type="http://schemas.openxmlformats.org/officeDocument/2006/relationships/notesSlide" Target="/ppt/notesSlides/notesSlide92.xml" Id="R392cedb099344744"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0c5c21fb81b74789" /><Relationship Type="http://schemas.openxmlformats.org/officeDocument/2006/relationships/notesSlide" Target="/ppt/notesSlides/notesSlide93.xml" Id="Ree689ec1202b41d2"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74172192df3e45bf" /><Relationship Type="http://schemas.openxmlformats.org/officeDocument/2006/relationships/notesSlide" Target="/ppt/notesSlides/notesSlide94.xml" Id="R38dcf374507a4c76"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28fad797268947bf" /><Relationship Type="http://schemas.openxmlformats.org/officeDocument/2006/relationships/notesSlide" Target="/ppt/notesSlides/notesSlide95.xml" Id="Rd2b41fcbd8454268"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a27f61debb7e4e88" /><Relationship Type="http://schemas.openxmlformats.org/officeDocument/2006/relationships/notesSlide" Target="/ppt/notesSlides/notesSlide96.xml" Id="Rcdcc294f00a2474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0c8e76aded05488f" /><Relationship Type="http://schemas.openxmlformats.org/officeDocument/2006/relationships/notesSlide" Target="/ppt/notesSlides/notesSlide97.xml" Id="R75a75daa339542a1"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e74bc55c3b754d5f" /><Relationship Type="http://schemas.openxmlformats.org/officeDocument/2006/relationships/notesSlide" Target="/ppt/notesSlides/notesSlide98.xml" Id="Rcff5438740854804"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37be1fdc2f004509" /><Relationship Type="http://schemas.openxmlformats.org/officeDocument/2006/relationships/notesSlide" Target="/ppt/notesSlides/notesSlide99.xml" Id="R20a58596d08648a9"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e8051753f0054e64" /><Relationship Type="http://schemas.openxmlformats.org/officeDocument/2006/relationships/notesSlide" Target="/ppt/notesSlides/notesSlide100.xml" Id="R23f09920993d4770"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7ff5ad6e7fc1453f" /><Relationship Type="http://schemas.openxmlformats.org/officeDocument/2006/relationships/notesSlide" Target="/ppt/notesSlides/notesSlide101.xml" Id="Re84bfeb965be4c6b"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3834FE-36EF-4DCC-B81B-43500A3D5DEF}"/>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25DAE72F-4EAF-4C02-8DD0-BC1B063018E7}"/>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AI 코드에이전트</a:t>
            </a:r>
          </a:p>
        </p:txBody>
      </p:sp>
      <p:sp>
        <p:nvSpPr>
          <p:cNvPr id="3" name="">
            <a:extLst xmlns:a="http://schemas.openxmlformats.org/drawingml/2006/main">
              <a:ext uri="{FF2B5EF4-FFF2-40B4-BE49-F238E27FC236}">
                <a16:creationId xmlns:a16="http://schemas.microsoft.com/office/drawing/2014/main" id="{FEAD6D77-EE9D-45E9-91E1-B71B82CDCADC}"/>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2026-10-20</a:t>
            </a:r>
          </a:p>
        </p:txBody>
      </p:sp>
      <p:sp>
        <p:nvSpPr>
          <p:cNvPr id="4" name="">
            <a:extLst xmlns:a="http://schemas.openxmlformats.org/drawingml/2006/main">
              <a:ext uri="{FF2B5EF4-FFF2-40B4-BE49-F238E27FC236}">
                <a16:creationId xmlns:a16="http://schemas.microsoft.com/office/drawing/2014/main" id="{3D151B42-6B8F-46E8-91E4-DC9695B643B5}"/>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가상 자료로 개념과 결과를 확인합니다.</a:t>
            </a:r>
          </a:p>
        </p:txBody>
      </p:sp>
      <p:sp>
        <p:nvSpPr>
          <p:cNvPr id="5" name="">
            <a:extLst xmlns:a="http://schemas.openxmlformats.org/drawingml/2006/main">
              <a:ext uri="{FF2B5EF4-FFF2-40B4-BE49-F238E27FC236}">
                <a16:creationId xmlns:a16="http://schemas.microsoft.com/office/drawing/2014/main" id="{D5426E6D-E303-4E48-A3AF-CDAB566F83F2}"/>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50분 수업 6교시로 진행합니다.</a:t>
            </a:r>
          </a:p>
        </p:txBody>
      </p:sp>
      <p:sp>
        <p:nvSpPr>
          <p:cNvPr id="6" name="">
            <a:extLst xmlns:a="http://schemas.openxmlformats.org/drawingml/2006/main">
              <a:ext uri="{FF2B5EF4-FFF2-40B4-BE49-F238E27FC236}">
                <a16:creationId xmlns:a16="http://schemas.microsoft.com/office/drawing/2014/main" id="{58E256F5-8273-4D24-B8C9-9B786A5D9B0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03C9AE2-6714-4807-9E6F-528DF9EDED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3FBEFB8F-0206-4E74-B493-C321CD8F46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1018579242"/>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EC7418B-BE15-4A1E-BE45-767217ABBE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2026.10.20</a:t>
            </a:r>
          </a:p>
        </p:txBody>
      </p:sp>
      <p:sp>
        <p:nvSpPr>
          <p:cNvPr id="2" name="">
            <a:extLst xmlns:a="http://schemas.openxmlformats.org/drawingml/2006/main">
              <a:ext uri="{FF2B5EF4-FFF2-40B4-BE49-F238E27FC236}">
                <a16:creationId xmlns:a16="http://schemas.microsoft.com/office/drawing/2014/main" id="{4177236F-707E-4296-A7A2-E3315567126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파일을 여는 첫 순서</a:t>
            </a:r>
          </a:p>
        </p:txBody>
      </p:sp>
      <p:sp>
        <p:nvSpPr>
          <p:cNvPr id="3" name="">
            <a:extLst xmlns:a="http://schemas.openxmlformats.org/drawingml/2006/main">
              <a:ext uri="{FF2B5EF4-FFF2-40B4-BE49-F238E27FC236}">
                <a16:creationId xmlns:a16="http://schemas.microsoft.com/office/drawing/2014/main" id="{B4E3CD5A-F751-47AA-B75F-F23D5CB0B74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CCD6A23-2592-47C1-8043-EC343903CF35}"/>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ZIP을 일반 폴더에 풉니다.</a:t>
            </a:r>
          </a:p>
        </p:txBody>
      </p:sp>
      <p:sp>
        <p:nvSpPr>
          <p:cNvPr id="5" name="">
            <a:extLst xmlns:a="http://schemas.openxmlformats.org/drawingml/2006/main">
              <a:ext uri="{FF2B5EF4-FFF2-40B4-BE49-F238E27FC236}">
                <a16:creationId xmlns:a16="http://schemas.microsoft.com/office/drawing/2014/main" id="{41329650-F704-4C8C-A89E-045501ABD21E}"/>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0B0878-08B2-48D2-8B9A-5407E73CE581}"/>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EE200A4-C18E-46F4-8D9C-A635E88D956C}"/>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course의 code·data·work를 찾습니다.</a:t>
            </a:r>
          </a:p>
        </p:txBody>
      </p:sp>
      <p:sp>
        <p:nvSpPr>
          <p:cNvPr id="8" name="">
            <a:extLst xmlns:a="http://schemas.openxmlformats.org/drawingml/2006/main">
              <a:ext uri="{FF2B5EF4-FFF2-40B4-BE49-F238E27FC236}">
                <a16:creationId xmlns:a16="http://schemas.microsoft.com/office/drawing/2014/main" id="{2E43829B-3158-48A6-9151-6AFF686C35F7}"/>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D9C4176-1A86-4712-8E48-712BAEB2B3F6}"/>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2283521-95DA-479A-95F7-AC3D8EFD4372}"/>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work만 수정하고 원본을 보존합니다.</a:t>
            </a:r>
          </a:p>
        </p:txBody>
      </p:sp>
      <p:sp>
        <p:nvSpPr>
          <p:cNvPr id="11" name="">
            <a:extLst xmlns:a="http://schemas.openxmlformats.org/drawingml/2006/main">
              <a:ext uri="{FF2B5EF4-FFF2-40B4-BE49-F238E27FC236}">
                <a16:creationId xmlns:a16="http://schemas.microsoft.com/office/drawing/2014/main" id="{A2AAF667-4694-4B88-8B77-E34357103F0C}"/>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EF521E9-3B71-4B0F-BB6D-AA18852D2879}"/>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BC29D7FE-F774-4D7F-A8BE-B5CBAC29B244}"/>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저장과 실행을 구별합니다.</a:t>
            </a:r>
          </a:p>
        </p:txBody>
      </p:sp>
      <p:sp>
        <p:nvSpPr>
          <p:cNvPr id="14" name="">
            <a:extLst xmlns:a="http://schemas.openxmlformats.org/drawingml/2006/main">
              <a:ext uri="{FF2B5EF4-FFF2-40B4-BE49-F238E27FC236}">
                <a16:creationId xmlns:a16="http://schemas.microsoft.com/office/drawing/2014/main" id="{96B90E9D-8A89-4D22-AF79-ECF5CBAE95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C851C5-8616-47B8-8956-4101D3CFBB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6" name="">
            <a:extLst xmlns:a="http://schemas.openxmlformats.org/drawingml/2006/main">
              <a:ext uri="{FF2B5EF4-FFF2-40B4-BE49-F238E27FC236}">
                <a16:creationId xmlns:a16="http://schemas.microsoft.com/office/drawing/2014/main" id="{BCEF9944-CD30-4100-9700-D071C33E82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693320475"/>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BFEFB82-7B55-4759-AB9D-49F80331C9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2026.10.20</a:t>
            </a:r>
          </a:p>
        </p:txBody>
      </p:sp>
      <p:sp>
        <p:nvSpPr>
          <p:cNvPr id="2" name="">
            <a:extLst xmlns:a="http://schemas.openxmlformats.org/drawingml/2006/main">
              <a:ext uri="{FF2B5EF4-FFF2-40B4-BE49-F238E27FC236}">
                <a16:creationId xmlns:a16="http://schemas.microsoft.com/office/drawing/2014/main" id="{DCD449AA-88D0-4071-99E9-6121B630B45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실행했는지 구별하는 기록</a:t>
            </a:r>
          </a:p>
        </p:txBody>
      </p:sp>
      <p:sp>
        <p:nvSpPr>
          <p:cNvPr id="3" name="">
            <a:extLst xmlns:a="http://schemas.openxmlformats.org/drawingml/2006/main">
              <a:ext uri="{FF2B5EF4-FFF2-40B4-BE49-F238E27FC236}">
                <a16:creationId xmlns:a16="http://schemas.microsoft.com/office/drawing/2014/main" id="{55608DC9-F3B5-497E-9E06-F071928970F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ED3ADC2-64AE-4973-9848-F91EE2B552B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직접 실행·강사 관찰·수동 추적을 적습니다.</a:t>
            </a:r>
          </a:p>
        </p:txBody>
      </p:sp>
      <p:sp>
        <p:nvSpPr>
          <p:cNvPr id="5" name="">
            <a:extLst xmlns:a="http://schemas.openxmlformats.org/drawingml/2006/main">
              <a:ext uri="{FF2B5EF4-FFF2-40B4-BE49-F238E27FC236}">
                <a16:creationId xmlns:a16="http://schemas.microsoft.com/office/drawing/2014/main" id="{2DA75AB9-297F-4971-8BF2-95DD57B8337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94889F-3A24-4A91-A231-6527296BC04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E5CAE52-832E-4BE9-AD27-1ED89929FB4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예상 결과를 먼저 씁니다.</a:t>
            </a:r>
          </a:p>
        </p:txBody>
      </p:sp>
      <p:sp>
        <p:nvSpPr>
          <p:cNvPr id="8" name="">
            <a:extLst xmlns:a="http://schemas.openxmlformats.org/drawingml/2006/main">
              <a:ext uri="{FF2B5EF4-FFF2-40B4-BE49-F238E27FC236}">
                <a16:creationId xmlns:a16="http://schemas.microsoft.com/office/drawing/2014/main" id="{5FCCB81A-96DF-4216-8538-4AD0A78F048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3AD38D-5567-447A-8373-14D04EA2F2F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43CABDD-7F30-4931-9632-0831F73764B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결과와 다음 확인을 남깁니다.</a:t>
            </a:r>
          </a:p>
        </p:txBody>
      </p:sp>
      <p:sp>
        <p:nvSpPr>
          <p:cNvPr id="11" name="">
            <a:extLst xmlns:a="http://schemas.openxmlformats.org/drawingml/2006/main">
              <a:ext uri="{FF2B5EF4-FFF2-40B4-BE49-F238E27FC236}">
                <a16:creationId xmlns:a16="http://schemas.microsoft.com/office/drawing/2014/main" id="{58BC9A6D-8D9F-4811-ACAE-BE7C77A236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89F07B-928A-413A-9142-ACB1566ADB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CA6D8BC5-5CBC-44A9-B898-E63777D92D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659019261"/>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75129CE-6D18-440E-A6A2-7146D020F76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2026.10.20</a:t>
            </a:r>
          </a:p>
        </p:txBody>
      </p:sp>
      <p:sp>
        <p:nvSpPr>
          <p:cNvPr id="2" name="">
            <a:extLst xmlns:a="http://schemas.openxmlformats.org/drawingml/2006/main">
              <a:ext uri="{FF2B5EF4-FFF2-40B4-BE49-F238E27FC236}">
                <a16:creationId xmlns:a16="http://schemas.microsoft.com/office/drawing/2014/main" id="{0E078238-BC6D-4AFF-99CA-186C3E3F4FB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수업과 추가 복습</a:t>
            </a:r>
          </a:p>
        </p:txBody>
      </p:sp>
      <p:sp>
        <p:nvSpPr>
          <p:cNvPr id="3" name="">
            <a:extLst xmlns:a="http://schemas.openxmlformats.org/drawingml/2006/main">
              <a:ext uri="{FF2B5EF4-FFF2-40B4-BE49-F238E27FC236}">
                <a16:creationId xmlns:a16="http://schemas.microsoft.com/office/drawing/2014/main" id="{5C02E580-A5CB-4C82-9B0A-12DD1BDA5D23}"/>
              </a:ext>
            </a:extLst>
          </p:cNvPr>
          <p:cNvSpPr>
            <a:spLocks xmlns:a="http://schemas.openxmlformats.org/drawingml/2006/main" noGrp="1"/>
          </p:cNvSpPr>
          <p:nvPr/>
        </p:nvSpPr>
        <p:spPr>
          <a:xfrm xmlns:a="http://schemas.openxmlformats.org/drawingml/2006/main">
            <a:off x="609600" y="25431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10:00~17:00에 수업과 휴식을 진행합니다.</a:t>
            </a:r>
          </a:p>
        </p:txBody>
      </p:sp>
      <p:sp>
        <p:nvSpPr>
          <p:cNvPr id="4" name="">
            <a:extLst xmlns:a="http://schemas.openxmlformats.org/drawingml/2006/main">
              <a:ext uri="{FF2B5EF4-FFF2-40B4-BE49-F238E27FC236}">
                <a16:creationId xmlns:a16="http://schemas.microsoft.com/office/drawing/2014/main" id="{55828595-632C-467A-AC8D-001A33F0A1F1}"/>
              </a:ext>
            </a:extLst>
          </p:cNvPr>
          <p:cNvSpPr>
            <a:spLocks xmlns:a="http://schemas.openxmlformats.org/drawingml/2006/main" noGrp="1"/>
          </p:cNvSpPr>
          <p:nvPr/>
        </p:nvSpPr>
        <p:spPr>
          <a:xfrm xmlns:a="http://schemas.openxmlformats.org/drawingml/2006/main">
            <a:off x="609600" y="34385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중식은 11:50~13:00입니다.</a:t>
            </a:r>
          </a:p>
        </p:txBody>
      </p:sp>
      <p:sp>
        <p:nvSpPr>
          <p:cNvPr id="5" name="">
            <a:extLst xmlns:a="http://schemas.openxmlformats.org/drawingml/2006/main">
              <a:ext uri="{FF2B5EF4-FFF2-40B4-BE49-F238E27FC236}">
                <a16:creationId xmlns:a16="http://schemas.microsoft.com/office/drawing/2014/main" id="{5BEFD04C-F41E-46DB-9CA7-65BE79A44D42}"/>
              </a:ext>
            </a:extLst>
          </p:cNvPr>
          <p:cNvSpPr>
            <a:spLocks xmlns:a="http://schemas.openxmlformats.org/drawingml/2006/main" noGrp="1"/>
          </p:cNvSpPr>
          <p:nvPr/>
        </p:nvSpPr>
        <p:spPr>
          <a:xfrm xmlns:a="http://schemas.openxmlformats.org/drawingml/2006/main">
            <a:off x="609600" y="43338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 문제는 필수 결과 확인 뒤 사용합니다.</a:t>
            </a:r>
          </a:p>
        </p:txBody>
      </p:sp>
      <p:sp>
        <p:nvSpPr>
          <p:cNvPr id="6" name="">
            <a:extLst xmlns:a="http://schemas.openxmlformats.org/drawingml/2006/main">
              <a:ext uri="{FF2B5EF4-FFF2-40B4-BE49-F238E27FC236}">
                <a16:creationId xmlns:a16="http://schemas.microsoft.com/office/drawing/2014/main" id="{2A5B4D21-7354-4FC5-8687-4315837E9405}"/>
              </a:ext>
            </a:extLst>
          </p:cNvPr>
          <p:cNvSpPr>
            <a:spLocks xmlns:a="http://schemas.openxmlformats.org/drawingml/2006/main" noGrp="1"/>
          </p:cNvSpPr>
          <p:nvPr/>
        </p:nvSpPr>
        <p:spPr>
          <a:xfrm xmlns:a="http://schemas.openxmlformats.org/drawingml/2006/main">
            <a:off x="609600" y="52292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모든 장의 50분 완수를 보장하지 않습니다.</a:t>
            </a:r>
          </a:p>
        </p:txBody>
      </p:sp>
      <p:sp>
        <p:nvSpPr>
          <p:cNvPr id="7" name="">
            <a:extLst xmlns:a="http://schemas.openxmlformats.org/drawingml/2006/main">
              <a:ext uri="{FF2B5EF4-FFF2-40B4-BE49-F238E27FC236}">
                <a16:creationId xmlns:a16="http://schemas.microsoft.com/office/drawing/2014/main" id="{90E7530F-48B9-49FA-B6C9-0024D6D2231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5614467-9F31-41D4-B33D-52C8F41E5B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E6066632-CE80-4980-994D-7C75CA10C8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88364177"/>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4C63B4-B90B-417B-916E-54B21F0DC86A}"/>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5ED98E-2A4B-4D7B-88DD-74EC55B181F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5B0075D5-B678-43EF-AA8B-3CCAC28B705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BBCC27C3-FE9B-4056-B0EF-0550D18DABE2}"/>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작업을 맡기는 방법</a:t>
            </a:r>
          </a:p>
        </p:txBody>
      </p:sp>
      <p:sp>
        <p:nvSpPr>
          <p:cNvPr id="5" name="">
            <a:extLst xmlns:a="http://schemas.openxmlformats.org/drawingml/2006/main">
              <a:ext uri="{FF2B5EF4-FFF2-40B4-BE49-F238E27FC236}">
                <a16:creationId xmlns:a16="http://schemas.microsoft.com/office/drawing/2014/main" id="{C51A81ED-E39C-4AC2-B9B0-66F52BDE4C4A}"/>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FBC5D2A-1ED0-4DF0-B8A7-0153B86A225D}"/>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19BF9A18-2532-480C-8849-2069A3ED31C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6D197C88-CA94-483B-8778-432987D933F5}"/>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906682DA-BC01-4214-A2F2-2DF7A23DB04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F6AED961-2323-41F5-8916-5C526F8F0626}"/>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279786873"/>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24875BE-6F03-422D-8CBE-C65D3C236B2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38B10A8-D0CA-4F34-9687-2DB6D58D3E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능력과 허용 범위</a:t>
            </a:r>
          </a:p>
        </p:txBody>
      </p:sp>
      <p:sp>
        <p:nvSpPr>
          <p:cNvPr id="3" name="">
            <a:extLst xmlns:a="http://schemas.openxmlformats.org/drawingml/2006/main">
              <a:ext uri="{FF2B5EF4-FFF2-40B4-BE49-F238E27FC236}">
                <a16:creationId xmlns:a16="http://schemas.microsoft.com/office/drawing/2014/main" id="{1ECD186B-7F63-4F4E-AE99-AA5DE98AB61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실행 가능한 도구</a:t>
            </a:r>
          </a:p>
        </p:txBody>
      </p:sp>
      <p:sp>
        <p:nvSpPr>
          <p:cNvPr id="4" name="">
            <a:extLst xmlns:a="http://schemas.openxmlformats.org/drawingml/2006/main">
              <a:ext uri="{FF2B5EF4-FFF2-40B4-BE49-F238E27FC236}">
                <a16:creationId xmlns:a16="http://schemas.microsoft.com/office/drawing/2014/main" id="{0DD19DE0-BB75-4FFC-B421-12B0ABD238D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190153-D860-4146-A9C9-4874321C34E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실행 가능한 도구</a:t>
            </a:r>
            <a:r>
              <a:t>와 </a:t>
            </a:r>
            <a:r>
              <a:rPr b="1">
                <a:solidFill>
                  <a:srgbClr val="002FA7"/>
                </a:solidFill>
              </a:rPr>
              <a:t>맡긴 행동</a:t>
            </a:r>
            <a:r>
              <a:t>을 구별합니다.</a:t>
            </a:r>
          </a:p>
        </p:txBody>
      </p:sp>
      <p:sp>
        <p:nvSpPr>
          <p:cNvPr id="6" name="">
            <a:extLst xmlns:a="http://schemas.openxmlformats.org/drawingml/2006/main">
              <a:ext uri="{FF2B5EF4-FFF2-40B4-BE49-F238E27FC236}">
                <a16:creationId xmlns:a16="http://schemas.microsoft.com/office/drawing/2014/main" id="{ED1BC2DF-DCE4-4305-A09D-D1694B937CA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필요한 자료만 가상 입력으로 제공합니다.</a:t>
            </a:r>
          </a:p>
        </p:txBody>
      </p:sp>
      <p:sp>
        <p:nvSpPr>
          <p:cNvPr id="7" name="">
            <a:extLst xmlns:a="http://schemas.openxmlformats.org/drawingml/2006/main">
              <a:ext uri="{FF2B5EF4-FFF2-40B4-BE49-F238E27FC236}">
                <a16:creationId xmlns:a16="http://schemas.microsoft.com/office/drawing/2014/main" id="{C669F063-33A7-4E79-8546-AE56C3D5CE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DD662B3-4E76-4FDA-8920-7E07F629F6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69C51CF3-0AFF-48C3-8883-2DD2D5D1EC8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2023024069"/>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A1C35D-195E-4971-B620-8315F76EBD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66F4073-17C4-4E54-B9CB-6C92B51B655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A01  AI와 사람의 역할</a:t>
            </a:r>
          </a:p>
        </p:txBody>
      </p:sp>
      <p:sp>
        <p:nvSpPr>
          <p:cNvPr id="3" name="">
            <a:extLst xmlns:a="http://schemas.openxmlformats.org/drawingml/2006/main">
              <a:ext uri="{FF2B5EF4-FFF2-40B4-BE49-F238E27FC236}">
                <a16:creationId xmlns:a16="http://schemas.microsoft.com/office/drawing/2014/main" id="{94C67665-B34C-4680-A566-2FF2BB5DB63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6DFA98-2BEC-447E-B59D-0F1F0B9F46E8}"/>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AI 도구는 </a:t>
            </a:r>
            <a:r>
              <a:rPr b="1">
                <a:solidFill>
                  <a:srgbClr val="002FA7"/>
                </a:solidFill>
              </a:rPr>
              <a:t>허용된 파일과 명령</a:t>
            </a:r>
            <a:r>
              <a:t>을 사용합니다.</a:t>
            </a:r>
          </a:p>
        </p:txBody>
      </p:sp>
      <p:sp>
        <p:nvSpPr>
          <p:cNvPr id="5" name="">
            <a:extLst xmlns:a="http://schemas.openxmlformats.org/drawingml/2006/main">
              <a:ext uri="{FF2B5EF4-FFF2-40B4-BE49-F238E27FC236}">
                <a16:creationId xmlns:a16="http://schemas.microsoft.com/office/drawing/2014/main" id="{4677FCD4-C015-4176-BBC9-212934F2CBA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사람은 </a:t>
            </a:r>
            <a:r>
              <a:rPr b="1">
                <a:solidFill>
                  <a:srgbClr val="002FA7"/>
                </a:solidFill>
              </a:rPr>
              <a:t>업무 규칙</a:t>
            </a:r>
            <a:r>
              <a:t>과 확인 범위를 결정합니다.</a:t>
            </a:r>
          </a:p>
        </p:txBody>
      </p:sp>
      <p:sp>
        <p:nvSpPr>
          <p:cNvPr id="6" name="">
            <a:extLst xmlns:a="http://schemas.openxmlformats.org/drawingml/2006/main">
              <a:ext uri="{FF2B5EF4-FFF2-40B4-BE49-F238E27FC236}">
                <a16:creationId xmlns:a16="http://schemas.microsoft.com/office/drawing/2014/main" id="{8EA726E1-F2BB-4FEF-85EB-84309BFF106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CB6712-56C7-475F-9ADE-54EDF76C571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6CF5A956-419D-4D48-90F9-26A3DB5842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555187346"/>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98069E-F201-4730-A0B5-8F1B143EA20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ACE3838-353E-4F7E-93CF-3BA829D8944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AI와 사람의 역할의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3429000"/>
                <a:gridCol w="7543800"/>
              </a:tblGrid>
              <a:tr h="733425">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맡는 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AI</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읽기·수정·실행</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사람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요구·권한·검토</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오늘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제공 응답 비교</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81E48074-753E-458D-8F77-DADAD557EDDF}"/>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실제 모델·유료 API 호출은 없습니다.</a:t>
            </a:r>
          </a:p>
        </p:txBody>
      </p:sp>
      <p:sp>
        <p:nvSpPr>
          <p:cNvPr id="5" name="">
            <a:extLst xmlns:a="http://schemas.openxmlformats.org/drawingml/2006/main">
              <a:ext uri="{FF2B5EF4-FFF2-40B4-BE49-F238E27FC236}">
                <a16:creationId xmlns:a16="http://schemas.microsoft.com/office/drawing/2014/main" id="{4DCC1C14-6945-4322-839A-219E371DE08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7B41D5A-B31D-460E-9E80-A5B71B67575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6656EDAA-7403-467B-9146-704724ADD9C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33197488"/>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689AAE9-660F-488F-B069-81291AE5AAB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77A00EB-6B39-428C-AEE8-1D7E26F473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실행과 완료</a:t>
            </a:r>
          </a:p>
        </p:txBody>
      </p:sp>
      <p:sp>
        <p:nvSpPr>
          <p:cNvPr id="3" name="">
            <a:extLst xmlns:a="http://schemas.openxmlformats.org/drawingml/2006/main">
              <a:ext uri="{FF2B5EF4-FFF2-40B4-BE49-F238E27FC236}">
                <a16:creationId xmlns:a16="http://schemas.microsoft.com/office/drawing/2014/main" id="{F16FEDEA-2983-44BA-AA28-5FDAB583CEC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코드 생성</a:t>
            </a:r>
          </a:p>
        </p:txBody>
      </p:sp>
      <p:sp>
        <p:nvSpPr>
          <p:cNvPr id="4" name="">
            <a:extLst xmlns:a="http://schemas.openxmlformats.org/drawingml/2006/main">
              <a:ext uri="{FF2B5EF4-FFF2-40B4-BE49-F238E27FC236}">
                <a16:creationId xmlns:a16="http://schemas.microsoft.com/office/drawing/2014/main" id="{D6DC7839-4B75-48E0-9D20-1BDAC08F63C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46CD9D-B68F-417A-84AF-173E36E7534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코드 생성</a:t>
            </a:r>
            <a:r>
              <a:t>과 </a:t>
            </a:r>
            <a:r>
              <a:rPr b="1">
                <a:solidFill>
                  <a:srgbClr val="002FA7"/>
                </a:solidFill>
              </a:rPr>
              <a:t>실제 실행</a:t>
            </a:r>
            <a:r>
              <a:t>은 서로 다릅니다.</a:t>
            </a:r>
          </a:p>
        </p:txBody>
      </p:sp>
      <p:sp>
        <p:nvSpPr>
          <p:cNvPr id="6" name="">
            <a:extLst xmlns:a="http://schemas.openxmlformats.org/drawingml/2006/main">
              <a:ext uri="{FF2B5EF4-FFF2-40B4-BE49-F238E27FC236}">
                <a16:creationId xmlns:a16="http://schemas.microsoft.com/office/drawing/2014/main" id="{2A2C050C-9098-4563-9855-24B34625DA6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성공 뒤에도 요구를 확인합니다.</a:t>
            </a:r>
          </a:p>
        </p:txBody>
      </p:sp>
      <p:sp>
        <p:nvSpPr>
          <p:cNvPr id="7" name="">
            <a:extLst xmlns:a="http://schemas.openxmlformats.org/drawingml/2006/main">
              <a:ext uri="{FF2B5EF4-FFF2-40B4-BE49-F238E27FC236}">
                <a16:creationId xmlns:a16="http://schemas.microsoft.com/office/drawing/2014/main" id="{AD53F840-9D2C-424F-9381-D16C991807C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144E694-8A45-4577-A4CD-DBC6488A29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C9ECB3EA-B840-4F0D-A418-4D3E61E1003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423345127"/>
      </p:ext>
    </p:extLst>
  </p:cSld>
</p:sld>
</file>

<file path=ppt/slides/slide1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44CFBC-E82C-43B2-9602-E43CAE24A6E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B226C7E1-B31D-4D0A-936C-6EAFE1883D3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맡길 범위</a:t>
            </a:r>
          </a:p>
        </p:txBody>
      </p:sp>
      <p:sp>
        <p:nvSpPr>
          <p:cNvPr id="3" name="">
            <a:extLst xmlns:a="http://schemas.openxmlformats.org/drawingml/2006/main">
              <a:ext uri="{FF2B5EF4-FFF2-40B4-BE49-F238E27FC236}">
                <a16:creationId xmlns:a16="http://schemas.microsoft.com/office/drawing/2014/main" id="{07254F65-36D1-44C1-B037-7B0E3342C45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한 함수 수정에 허용할 행동을 적어 보세요.</a:t>
            </a:r>
          </a:p>
        </p:txBody>
      </p:sp>
      <p:sp>
        <p:nvSpPr>
          <p:cNvPr id="4" name="">
            <a:extLst xmlns:a="http://schemas.openxmlformats.org/drawingml/2006/main">
              <a:ext uri="{FF2B5EF4-FFF2-40B4-BE49-F238E27FC236}">
                <a16:creationId xmlns:a16="http://schemas.microsoft.com/office/drawing/2014/main" id="{BD1424A0-D818-4CD6-A3FF-50AD1B7FED9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E1A719-4161-427E-AF82-DE813EC400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BEF5A6DB-3B59-41E4-94DB-664E48AF8C4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010</a:t>
            </a:r>
          </a:p>
        </p:txBody>
      </p:sp>
    </p:spTree>
    <p:extLst>
      <p:ext uri="{BB962C8B-B14F-4D97-AF65-F5344CB8AC3E}">
        <p14:creationId xmlns:p14="http://schemas.microsoft.com/office/powerpoint/2010/main" val="1522915359"/>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2D9F16-F55A-4CE5-BD9D-883BD1869A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4FD3C77-20AD-4C9A-84F5-247C6B8F65B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A02  작은 작업의 범위</a:t>
            </a:r>
          </a:p>
        </p:txBody>
      </p:sp>
      <p:sp>
        <p:nvSpPr>
          <p:cNvPr id="3" name="">
            <a:extLst xmlns:a="http://schemas.openxmlformats.org/drawingml/2006/main">
              <a:ext uri="{FF2B5EF4-FFF2-40B4-BE49-F238E27FC236}">
                <a16:creationId xmlns:a16="http://schemas.microsoft.com/office/drawing/2014/main" id="{B444EA9F-7575-4431-AA11-2ABD311EF5D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7B108FA-D58A-44F0-8E8C-7439AC2B3CC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work/classifier.py의 </a:t>
            </a:r>
            <a:r>
              <a:rPr b="1">
                <a:solidFill>
                  <a:srgbClr val="002FA7"/>
                </a:solidFill>
              </a:rPr>
              <a:t>classify</a:t>
            </a:r>
            <a:r>
              <a:t>를 고칩니다.</a:t>
            </a:r>
          </a:p>
        </p:txBody>
      </p:sp>
      <p:sp>
        <p:nvSpPr>
          <p:cNvPr id="5" name="">
            <a:extLst xmlns:a="http://schemas.openxmlformats.org/drawingml/2006/main">
              <a:ext uri="{FF2B5EF4-FFF2-40B4-BE49-F238E27FC236}">
                <a16:creationId xmlns:a16="http://schemas.microsoft.com/office/drawing/2014/main" id="{3CC8540B-DB06-4785-9D49-7866DF7A835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D328061-B6DF-435F-9CE0-9BE8519DF55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F302623-A77F-4934-A0D6-04EA27C307C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함수 이름과 </a:t>
            </a:r>
            <a:r>
              <a:rPr b="1">
                <a:solidFill>
                  <a:srgbClr val="002FA7"/>
                </a:solidFill>
              </a:rPr>
              <a:t>기본 기준 28</a:t>
            </a:r>
            <a:r>
              <a:t>을 유지합니다.</a:t>
            </a:r>
          </a:p>
        </p:txBody>
      </p:sp>
      <p:sp>
        <p:nvSpPr>
          <p:cNvPr id="8" name="">
            <a:extLst xmlns:a="http://schemas.openxmlformats.org/drawingml/2006/main">
              <a:ext uri="{FF2B5EF4-FFF2-40B4-BE49-F238E27FC236}">
                <a16:creationId xmlns:a16="http://schemas.microsoft.com/office/drawing/2014/main" id="{5B9871B2-AE03-4AC0-9867-C4FCBFC191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BCE56B-A014-40C6-A2B9-59524B63EA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D50BDF00-1356-4652-BABA-1EFA938CC1E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351034300"/>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146E06-D91D-4AB5-9EFA-486D38B5E52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8BDC1A8-9D2B-40A7-9DE6-C421FAA84F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작은 작업의 범위의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620126"/>
                <a:gridCol w="6352674"/>
              </a:tblGrid>
              <a:tr h="733425">
                <a:tc>
                  <a:txBody>
                    <a:bodyPr wrap="square"/>
                    <a:lstStyle/>
                    <a:p>
                      <a:pPr>
                        <a:lnSpc>
                          <a:spcPct val="94000"/>
                        </a:lnSpc>
                        <a:buNone/>
                      </a:pPr>
                      <a:r>
                        <a:rPr sz="2100" b="1">
                          <a:solidFill>
                            <a:srgbClr val="FFFFFF"/>
                          </a:solidFill>
                          <a:latin typeface="Noto Sans KR"/>
                          <a:ea typeface="Noto Sans KR"/>
                          <a:cs typeface="Noto Sans KR"/>
                        </a:rPr>
                        <a:t>바꿀 것</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유지할 것</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경계 비교</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함수 이름</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누락 처리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기본 기준 28</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입력 검사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반환 문자열</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20F93EE5-2C99-4EFB-8241-5276E30580CD}"/>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검사 기대를 후보에 맞춰 바꾸지 않습니다.</a:t>
            </a:r>
          </a:p>
        </p:txBody>
      </p:sp>
      <p:sp>
        <p:nvSpPr>
          <p:cNvPr id="5" name="">
            <a:extLst xmlns:a="http://schemas.openxmlformats.org/drawingml/2006/main">
              <a:ext uri="{FF2B5EF4-FFF2-40B4-BE49-F238E27FC236}">
                <a16:creationId xmlns:a16="http://schemas.microsoft.com/office/drawing/2014/main" id="{28FDCE5D-C040-4DE4-BFFA-5DAB95ED800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1964D7-DDE9-4AC7-A44B-6F89DBF1064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2F197DB7-0A71-43F8-BD2C-D6D16FC92D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644037719"/>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C677C3-A685-4F00-8B38-1F55701BDB5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6D4CE56-C645-44C5-BF56-294B5D08925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범위를 지킨 변경</a:t>
            </a:r>
          </a:p>
        </p:txBody>
      </p:sp>
      <p:sp>
        <p:nvSpPr>
          <p:cNvPr id="3" name="">
            <a:extLst xmlns:a="http://schemas.openxmlformats.org/drawingml/2006/main">
              <a:ext uri="{FF2B5EF4-FFF2-40B4-BE49-F238E27FC236}">
                <a16:creationId xmlns:a16="http://schemas.microsoft.com/office/drawing/2014/main" id="{3DFE44FC-6104-47FC-8833-BC4348D4134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05206F5-2C23-4629-908C-50D395A3336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이유를 설명합니다.</a:t>
            </a:r>
          </a:p>
        </p:txBody>
      </p:sp>
      <p:sp>
        <p:nvSpPr>
          <p:cNvPr id="5" name="">
            <a:extLst xmlns:a="http://schemas.openxmlformats.org/drawingml/2006/main">
              <a:ext uri="{FF2B5EF4-FFF2-40B4-BE49-F238E27FC236}">
                <a16:creationId xmlns:a16="http://schemas.microsoft.com/office/drawing/2014/main" id="{7B9B4184-C186-4B4E-BBFA-0F2F607A315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175790B-7A42-4082-B77E-D385C05E365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E62A1C4-C7E2-4626-90A5-5B69E735CB6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요청 밖 변경은 따로 확인합니다.</a:t>
            </a:r>
          </a:p>
        </p:txBody>
      </p:sp>
      <p:sp>
        <p:nvSpPr>
          <p:cNvPr id="8" name="">
            <a:extLst xmlns:a="http://schemas.openxmlformats.org/drawingml/2006/main">
              <a:ext uri="{FF2B5EF4-FFF2-40B4-BE49-F238E27FC236}">
                <a16:creationId xmlns:a16="http://schemas.microsoft.com/office/drawing/2014/main" id="{C6525141-535F-4287-B8C3-2E7970B934F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31625E-24BB-4302-8D92-A332BA31C1F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F0ADDFEE-18D2-499C-ABFB-42AE70847F0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836448054"/>
      </p:ext>
    </p:extLst>
  </p:cSld>
</p:sld>
</file>

<file path=ppt/slides/slide1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9B107B-DCD4-48ED-A8BB-4D8E33D4584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9A03D01A-0DA1-4EB5-87FE-B9C49DE7C25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검사를 바꾸는 제안</a:t>
            </a:r>
          </a:p>
        </p:txBody>
      </p:sp>
      <p:sp>
        <p:nvSpPr>
          <p:cNvPr id="3" name="">
            <a:extLst xmlns:a="http://schemas.openxmlformats.org/drawingml/2006/main">
              <a:ext uri="{FF2B5EF4-FFF2-40B4-BE49-F238E27FC236}">
                <a16:creationId xmlns:a16="http://schemas.microsoft.com/office/drawing/2014/main" id="{2E790F9A-90C8-4253-BD42-DB9941C1640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AI가 기대 결과를 고쳐 통과시키자고 합니다.</a:t>
            </a:r>
          </a:p>
        </p:txBody>
      </p:sp>
      <p:sp>
        <p:nvSpPr>
          <p:cNvPr id="4" name="">
            <a:extLst xmlns:a="http://schemas.openxmlformats.org/drawingml/2006/main">
              <a:ext uri="{FF2B5EF4-FFF2-40B4-BE49-F238E27FC236}">
                <a16:creationId xmlns:a16="http://schemas.microsoft.com/office/drawing/2014/main" id="{023C09B3-0FFD-4CE6-9AF6-76E7F01F942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 제안을 어떻게 검토하나요?</a:t>
            </a:r>
          </a:p>
        </p:txBody>
      </p:sp>
      <p:sp>
        <p:nvSpPr>
          <p:cNvPr id="5" name="">
            <a:extLst xmlns:a="http://schemas.openxmlformats.org/drawingml/2006/main">
              <a:ext uri="{FF2B5EF4-FFF2-40B4-BE49-F238E27FC236}">
                <a16:creationId xmlns:a16="http://schemas.microsoft.com/office/drawing/2014/main" id="{B01B5479-71FC-4950-AA2B-0B59705C95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95FB7B-CEC1-4363-A511-3900CBC7DD5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5CBAAB8E-61C4-44FD-8A72-C4FDD9B03E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014</a:t>
            </a:r>
          </a:p>
        </p:txBody>
      </p:sp>
    </p:spTree>
    <p:extLst>
      <p:ext uri="{BB962C8B-B14F-4D97-AF65-F5344CB8AC3E}">
        <p14:creationId xmlns:p14="http://schemas.microsoft.com/office/powerpoint/2010/main" val="2104991595"/>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8D756D-15B2-4B97-8BDC-D3A07FAC04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86D2332-FB55-48B0-BDA9-BE081AABD01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A03  필요한 자료 선택</a:t>
            </a:r>
          </a:p>
        </p:txBody>
      </p:sp>
      <p:sp>
        <p:nvSpPr>
          <p:cNvPr id="3" name="">
            <a:extLst xmlns:a="http://schemas.openxmlformats.org/drawingml/2006/main">
              <a:ext uri="{FF2B5EF4-FFF2-40B4-BE49-F238E27FC236}">
                <a16:creationId xmlns:a16="http://schemas.microsoft.com/office/drawing/2014/main" id="{768A0F83-CA76-4C5B-BA59-F4CC582DB6A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49423EC-FC6A-4155-A98E-3F309F20BA6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함수와 실패 입력을 제공합니다.</a:t>
            </a:r>
          </a:p>
        </p:txBody>
      </p:sp>
      <p:sp>
        <p:nvSpPr>
          <p:cNvPr id="5" name="">
            <a:extLst xmlns:a="http://schemas.openxmlformats.org/drawingml/2006/main">
              <a:ext uri="{FF2B5EF4-FFF2-40B4-BE49-F238E27FC236}">
                <a16:creationId xmlns:a16="http://schemas.microsoft.com/office/drawing/2014/main" id="{A7326EA6-BEC3-4720-93B2-CE59B55F564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8BFD33-EC59-45C5-B953-495E5CEF99B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1D0EEFC-1125-4702-BECD-A221C009FD2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비밀 대신 가상 자료</a:t>
            </a:r>
            <a:r>
              <a:t>를 사용합니다.</a:t>
            </a:r>
          </a:p>
        </p:txBody>
      </p:sp>
      <p:sp>
        <p:nvSpPr>
          <p:cNvPr id="8" name="">
            <a:extLst xmlns:a="http://schemas.openxmlformats.org/drawingml/2006/main">
              <a:ext uri="{FF2B5EF4-FFF2-40B4-BE49-F238E27FC236}">
                <a16:creationId xmlns:a16="http://schemas.microsoft.com/office/drawing/2014/main" id="{3402EA98-D4F4-412B-8454-63EE2CB0E3B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CB3A258-1F5B-451B-BBEE-32C3DE53D5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9384FEAA-D169-4945-89FB-6D043DD346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750952175"/>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66FA78-C153-446E-B864-BEA82530815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F05BA94-DCAA-408E-AAEF-15597DF16F0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필요한 자료 선택의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029200"/>
                <a:gridCol w="5943600"/>
              </a:tblGrid>
              <a:tr h="685800">
                <a:tc>
                  <a:txBody>
                    <a:bodyPr wrap="square"/>
                    <a:lstStyle/>
                    <a:p>
                      <a:pPr>
                        <a:lnSpc>
                          <a:spcPct val="94000"/>
                        </a:lnSpc>
                        <a:buNone/>
                      </a:pPr>
                      <a:r>
                        <a:rPr sz="2100" b="1">
                          <a:solidFill>
                            <a:srgbClr val="FFFFFF"/>
                          </a:solidFill>
                          <a:latin typeface="Noto Sans KR"/>
                          <a:ea typeface="Noto Sans KR"/>
                          <a:cs typeface="Noto Sans KR"/>
                        </a:rPr>
                        <a:t>자료</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이번 작업에 필요?</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현재 함수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필요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가상 실패 로그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필요</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고객 명단</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불필요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실제 API 키</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공유하지 않음</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FB6B90EE-D4F4-436A-AE73-C746BFC66705}"/>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많은 자료보다 관련 근거가 중요합니다.</a:t>
            </a:r>
          </a:p>
        </p:txBody>
      </p:sp>
      <p:sp>
        <p:nvSpPr>
          <p:cNvPr id="5" name="">
            <a:extLst xmlns:a="http://schemas.openxmlformats.org/drawingml/2006/main">
              <a:ext uri="{FF2B5EF4-FFF2-40B4-BE49-F238E27FC236}">
                <a16:creationId xmlns:a16="http://schemas.microsoft.com/office/drawing/2014/main" id="{3F817E5C-88AB-4DEE-9DAB-1D9BD113F2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B4DA61A-5B81-4B40-8D03-9C45DD49E05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02DF1733-5E7E-499E-926E-3AC369F508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2316134"/>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211263-A44A-4873-B7C9-1DF629016BB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329E9CD-F575-4E0E-8F6C-0417368718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빠진 맥락</a:t>
            </a:r>
          </a:p>
        </p:txBody>
      </p:sp>
      <p:sp>
        <p:nvSpPr>
          <p:cNvPr id="3" name="">
            <a:extLst xmlns:a="http://schemas.openxmlformats.org/drawingml/2006/main">
              <a:ext uri="{FF2B5EF4-FFF2-40B4-BE49-F238E27FC236}">
                <a16:creationId xmlns:a16="http://schemas.microsoft.com/office/drawing/2014/main" id="{96FB3AC0-E0C8-4791-AA73-BC03056AE32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972D7B2-EA57-4760-9F48-4241009E18D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기준값과 기대 출력이 빠졌는지 읽습니다.</a:t>
            </a:r>
          </a:p>
        </p:txBody>
      </p:sp>
      <p:sp>
        <p:nvSpPr>
          <p:cNvPr id="5" name="">
            <a:extLst xmlns:a="http://schemas.openxmlformats.org/drawingml/2006/main">
              <a:ext uri="{FF2B5EF4-FFF2-40B4-BE49-F238E27FC236}">
                <a16:creationId xmlns:a16="http://schemas.microsoft.com/office/drawing/2014/main" id="{FDEA0055-3117-41EC-B0EC-4DEA0D774E8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BF820F1-A979-45C5-BA19-B9AD15A2FF5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7A70A3F-0B54-4DA9-BE0C-3E2ABE69368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자료의 출처와 목적도 남깁니다.</a:t>
            </a:r>
          </a:p>
        </p:txBody>
      </p:sp>
      <p:sp>
        <p:nvSpPr>
          <p:cNvPr id="8" name="">
            <a:extLst xmlns:a="http://schemas.openxmlformats.org/drawingml/2006/main">
              <a:ext uri="{FF2B5EF4-FFF2-40B4-BE49-F238E27FC236}">
                <a16:creationId xmlns:a16="http://schemas.microsoft.com/office/drawing/2014/main" id="{7E8EDD22-8A4A-4FEA-A488-53442428801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33640D-7F7C-4BFD-AFFF-790A23DF13C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3DC6C6A1-26D8-44F4-8658-73F47C8360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987761941"/>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6F8207F-3DAF-4A8C-9BF2-CF3A9AE2F7D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E6A165D-D623-4E9A-8391-49DCB947826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요청에 넣을 자료</a:t>
            </a:r>
          </a:p>
        </p:txBody>
      </p:sp>
      <p:sp>
        <p:nvSpPr>
          <p:cNvPr id="3" name="">
            <a:extLst xmlns:a="http://schemas.openxmlformats.org/drawingml/2006/main">
              <a:ext uri="{FF2B5EF4-FFF2-40B4-BE49-F238E27FC236}">
                <a16:creationId xmlns:a16="http://schemas.microsoft.com/office/drawing/2014/main" id="{197CE26D-07F9-4344-AEBC-6BEC9AE5811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28 경계 수정에 자료 세 개를 고르세요.</a:t>
            </a:r>
          </a:p>
        </p:txBody>
      </p:sp>
      <p:sp>
        <p:nvSpPr>
          <p:cNvPr id="4" name="">
            <a:extLst xmlns:a="http://schemas.openxmlformats.org/drawingml/2006/main">
              <a:ext uri="{FF2B5EF4-FFF2-40B4-BE49-F238E27FC236}">
                <a16:creationId xmlns:a16="http://schemas.microsoft.com/office/drawing/2014/main" id="{DCD4B773-6BBC-4A8F-A166-C9151B21B5F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4A9539-00FC-4606-B5D5-2B2E55CF8DD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2A1038CA-4EE0-47E0-8CEB-C21DD7DD4BC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70968548"/>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5A867E-3378-46D6-BE01-4E744203C843}"/>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553122-4E76-412F-83D9-60A33E638A0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D3D607D7-D114-4A8F-90B9-0477B33B019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DB00DEB-B710-41C6-91F5-CBFF4388749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근거가 있는 요청서</a:t>
            </a:r>
          </a:p>
        </p:txBody>
      </p:sp>
      <p:sp>
        <p:nvSpPr>
          <p:cNvPr id="5" name="">
            <a:extLst xmlns:a="http://schemas.openxmlformats.org/drawingml/2006/main">
              <a:ext uri="{FF2B5EF4-FFF2-40B4-BE49-F238E27FC236}">
                <a16:creationId xmlns:a16="http://schemas.microsoft.com/office/drawing/2014/main" id="{A799E77F-60B3-48FB-B131-CEED603CA74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EF50E2F-932B-434F-AAFE-B0F3E6265FB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FFAA6D62-1A3F-4E59-B56C-9B1FD5490566}"/>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6D5E28DC-CE86-452B-8E45-9F5846C092D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2380202B-93E8-41E2-89B6-E09BF4EDE968}"/>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D459D28D-2382-4100-B9CD-0B4469637A7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1819434555"/>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E0E8BA-46A9-4E83-A70B-458AEB7DB52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4C8D51B-8B29-46A1-9C74-9848A325662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규칙을 검사의 약속으로</a:t>
            </a:r>
          </a:p>
        </p:txBody>
      </p:sp>
      <p:sp>
        <p:nvSpPr>
          <p:cNvPr id="3" name="">
            <a:extLst xmlns:a="http://schemas.openxmlformats.org/drawingml/2006/main">
              <a:ext uri="{FF2B5EF4-FFF2-40B4-BE49-F238E27FC236}">
                <a16:creationId xmlns:a16="http://schemas.microsoft.com/office/drawing/2014/main" id="{A99C783C-C172-455D-811F-DB37063799C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정상·경계·누락·오류</a:t>
            </a:r>
          </a:p>
        </p:txBody>
      </p:sp>
      <p:sp>
        <p:nvSpPr>
          <p:cNvPr id="4" name="">
            <a:extLst xmlns:a="http://schemas.openxmlformats.org/drawingml/2006/main">
              <a:ext uri="{FF2B5EF4-FFF2-40B4-BE49-F238E27FC236}">
                <a16:creationId xmlns:a16="http://schemas.microsoft.com/office/drawing/2014/main" id="{CF49E611-FAF5-4AD1-8123-2DC5B9E4995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039D14-F6C2-4AFB-9B74-4FC4F1911BF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정상·경계·누락·오류</a:t>
            </a:r>
            <a:r>
              <a:t>를 따로 정합니다.</a:t>
            </a:r>
          </a:p>
        </p:txBody>
      </p:sp>
      <p:sp>
        <p:nvSpPr>
          <p:cNvPr id="6" name="">
            <a:extLst xmlns:a="http://schemas.openxmlformats.org/drawingml/2006/main">
              <a:ext uri="{FF2B5EF4-FFF2-40B4-BE49-F238E27FC236}">
                <a16:creationId xmlns:a16="http://schemas.microsoft.com/office/drawing/2014/main" id="{CB4A8A2E-F1D7-4B3B-AD66-74BE3626AFC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함수 이름과 출력도 호출자의 약속입니다.</a:t>
            </a:r>
          </a:p>
        </p:txBody>
      </p:sp>
      <p:sp>
        <p:nvSpPr>
          <p:cNvPr id="7" name="">
            <a:extLst xmlns:a="http://schemas.openxmlformats.org/drawingml/2006/main">
              <a:ext uri="{FF2B5EF4-FFF2-40B4-BE49-F238E27FC236}">
                <a16:creationId xmlns:a16="http://schemas.microsoft.com/office/drawing/2014/main" id="{AE22A0B5-D548-4F6E-96E2-2624B717EC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33B2F90-A968-4CFD-AE97-04D69347DC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76D64A2A-A499-4738-A01C-37C5C0F3398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576968596"/>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DFA1BC-2151-48A1-B1D6-E14877EBD98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280CDDA-8712-42FC-9344-110685B6E8A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A04  입력과 출력의 약속</a:t>
            </a:r>
          </a:p>
        </p:txBody>
      </p:sp>
      <p:sp>
        <p:nvSpPr>
          <p:cNvPr id="3" name="">
            <a:extLst xmlns:a="http://schemas.openxmlformats.org/drawingml/2006/main">
              <a:ext uri="{FF2B5EF4-FFF2-40B4-BE49-F238E27FC236}">
                <a16:creationId xmlns:a16="http://schemas.microsoft.com/office/drawing/2014/main" id="{8EC0B5FC-0CD6-45EF-AC44-A70DED341B9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D4A51E-6186-4146-814E-23521E13CCAE}"/>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0~50</a:t>
            </a:r>
            <a:r>
              <a:t>의 숫자 온도를 받습니다.</a:t>
            </a:r>
          </a:p>
        </p:txBody>
      </p:sp>
      <p:sp>
        <p:nvSpPr>
          <p:cNvPr id="5" name="">
            <a:extLst xmlns:a="http://schemas.openxmlformats.org/drawingml/2006/main">
              <a:ext uri="{FF2B5EF4-FFF2-40B4-BE49-F238E27FC236}">
                <a16:creationId xmlns:a16="http://schemas.microsoft.com/office/drawing/2014/main" id="{95C3ACCE-BDFA-4705-A5C3-5B3659A5CD46}"/>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28 이상</a:t>
            </a:r>
            <a:r>
              <a:t>은 주의, 미만은 정상입니다.</a:t>
            </a:r>
          </a:p>
        </p:txBody>
      </p:sp>
      <p:sp>
        <p:nvSpPr>
          <p:cNvPr id="6" name="">
            <a:extLst xmlns:a="http://schemas.openxmlformats.org/drawingml/2006/main">
              <a:ext uri="{FF2B5EF4-FFF2-40B4-BE49-F238E27FC236}">
                <a16:creationId xmlns:a16="http://schemas.microsoft.com/office/drawing/2014/main" id="{A2251AEB-60DA-47A3-9EF0-79C57FF849E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FBDD5E-D941-4BD5-94D7-DAB3D6852AA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02B93F1C-CFBA-443B-8707-6ECED61667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580547544"/>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9DDF14-2AAC-4D02-AC03-D37B12967B2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21558A6-0F7E-41B2-9423-0A05725E08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입력과 출력의 약속의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6096000"/>
                <a:gridCol w="4876800"/>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출력</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28</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문자·범위 밖</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입력 오류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4F26E0F3-4CE1-4B3A-B3FF-90D97EF95916}"/>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문자 숫자와 실제 숫자를 구별합니다.</a:t>
            </a:r>
          </a:p>
        </p:txBody>
      </p:sp>
      <p:sp>
        <p:nvSpPr>
          <p:cNvPr id="5" name="">
            <a:extLst xmlns:a="http://schemas.openxmlformats.org/drawingml/2006/main">
              <a:ext uri="{FF2B5EF4-FFF2-40B4-BE49-F238E27FC236}">
                <a16:creationId xmlns:a16="http://schemas.microsoft.com/office/drawing/2014/main" id="{E63A81A4-2429-4DBA-8E82-20224488E8C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9233FA3-4614-4171-B439-671B629439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3CC45A3B-1375-4CB9-AF82-9B2DFA52D8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02866957"/>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D9B5D6A-E315-4AC4-985F-165D5061EF1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3CA618F-498B-4750-B344-F1D0BDE89F6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함수 계약 유지</a:t>
            </a:r>
          </a:p>
        </p:txBody>
      </p:sp>
      <p:sp>
        <p:nvSpPr>
          <p:cNvPr id="3" name="">
            <a:extLst xmlns:a="http://schemas.openxmlformats.org/drawingml/2006/main">
              <a:ext uri="{FF2B5EF4-FFF2-40B4-BE49-F238E27FC236}">
                <a16:creationId xmlns:a16="http://schemas.microsoft.com/office/drawing/2014/main" id="{DAF5FDA7-6AD0-4E3B-92DE-6B0E3314256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함수 이름과 반환 문자열</a:t>
            </a:r>
          </a:p>
        </p:txBody>
      </p:sp>
      <p:sp>
        <p:nvSpPr>
          <p:cNvPr id="4" name="">
            <a:extLst xmlns:a="http://schemas.openxmlformats.org/drawingml/2006/main">
              <a:ext uri="{FF2B5EF4-FFF2-40B4-BE49-F238E27FC236}">
                <a16:creationId xmlns:a16="http://schemas.microsoft.com/office/drawing/2014/main" id="{59F07BE9-1858-423F-89A0-23C04D9ABA5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AA68E0-6AF4-4A4E-B0D5-F96C0138E1D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함수 이름과 반환 문자열</a:t>
            </a:r>
            <a:r>
              <a:t>을 유지합니다.</a:t>
            </a:r>
          </a:p>
        </p:txBody>
      </p:sp>
      <p:sp>
        <p:nvSpPr>
          <p:cNvPr id="6" name="">
            <a:extLst xmlns:a="http://schemas.openxmlformats.org/drawingml/2006/main">
              <a:ext uri="{FF2B5EF4-FFF2-40B4-BE49-F238E27FC236}">
                <a16:creationId xmlns:a16="http://schemas.microsoft.com/office/drawing/2014/main" id="{2E5A3245-A728-4ADD-8F3D-F86B95C58AB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누락을 정상 값으로 채우지 않습니다.</a:t>
            </a:r>
          </a:p>
        </p:txBody>
      </p:sp>
      <p:sp>
        <p:nvSpPr>
          <p:cNvPr id="7" name="">
            <a:extLst xmlns:a="http://schemas.openxmlformats.org/drawingml/2006/main">
              <a:ext uri="{FF2B5EF4-FFF2-40B4-BE49-F238E27FC236}">
                <a16:creationId xmlns:a16="http://schemas.microsoft.com/office/drawing/2014/main" id="{613454E0-8AC3-42E0-A113-47A8881B32C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C3179FC-4DAB-4C6A-9899-8A296827AE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22AAA0A2-679A-4BF2-BB5B-D0827A58B3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527992062"/>
      </p:ext>
    </p:extLst>
  </p:cSld>
</p:sld>
</file>

<file path=ppt/slides/slide2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71EC54-A456-43C8-8F41-99771A31343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2ED30D88-66AF-4618-96A8-677B9009785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0과 값 없음</a:t>
            </a:r>
          </a:p>
        </p:txBody>
      </p:sp>
      <p:sp>
        <p:nvSpPr>
          <p:cNvPr id="3" name="">
            <a:extLst xmlns:a="http://schemas.openxmlformats.org/drawingml/2006/main">
              <a:ext uri="{FF2B5EF4-FFF2-40B4-BE49-F238E27FC236}">
                <a16:creationId xmlns:a16="http://schemas.microsoft.com/office/drawing/2014/main" id="{63285A1B-BBE0-4C71-A344-793217D6784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0과 None은 같은 결과를 뜻하나요?</a:t>
            </a:r>
          </a:p>
        </p:txBody>
      </p:sp>
      <p:sp>
        <p:nvSpPr>
          <p:cNvPr id="4" name="">
            <a:extLst xmlns:a="http://schemas.openxmlformats.org/drawingml/2006/main">
              <a:ext uri="{FF2B5EF4-FFF2-40B4-BE49-F238E27FC236}">
                <a16:creationId xmlns:a16="http://schemas.microsoft.com/office/drawing/2014/main" id="{2A272C12-AB37-4F17-929A-1894ED786C8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E070A1-2559-4682-AD4E-8B669EDFE4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C9DB2463-01C3-4075-9F93-128A306158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024</a:t>
            </a:r>
          </a:p>
        </p:txBody>
      </p:sp>
    </p:spTree>
    <p:extLst>
      <p:ext uri="{BB962C8B-B14F-4D97-AF65-F5344CB8AC3E}">
        <p14:creationId xmlns:p14="http://schemas.microsoft.com/office/powerpoint/2010/main" val="89628080"/>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A8F27E-9890-4725-977E-D81DE42CE6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0A60053-98D5-4C61-85FE-EB55A58DA7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A05  경계 검사</a:t>
            </a:r>
          </a:p>
        </p:txBody>
      </p:sp>
      <p:sp>
        <p:nvSpPr>
          <p:cNvPr id="3" name="">
            <a:extLst xmlns:a="http://schemas.openxmlformats.org/drawingml/2006/main">
              <a:ext uri="{FF2B5EF4-FFF2-40B4-BE49-F238E27FC236}">
                <a16:creationId xmlns:a16="http://schemas.microsoft.com/office/drawing/2014/main" id="{88545B84-3DF9-4A3D-8266-D3600D42759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바로 앞·같은 값·뒤</a:t>
            </a:r>
          </a:p>
        </p:txBody>
      </p:sp>
      <p:sp>
        <p:nvSpPr>
          <p:cNvPr id="4" name="">
            <a:extLst xmlns:a="http://schemas.openxmlformats.org/drawingml/2006/main">
              <a:ext uri="{FF2B5EF4-FFF2-40B4-BE49-F238E27FC236}">
                <a16:creationId xmlns:a16="http://schemas.microsoft.com/office/drawing/2014/main" id="{5BB8F527-4B2E-4ADF-BBD9-3F35A3E26CA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DAA3D4-415A-41B1-B5F8-3DD9963591D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규칙이 바뀌는 </a:t>
            </a:r>
            <a:r>
              <a:rPr b="1">
                <a:solidFill>
                  <a:srgbClr val="002FA7"/>
                </a:solidFill>
              </a:rPr>
              <a:t>바로 앞·같은 값·뒤</a:t>
            </a:r>
            <a:r>
              <a:t>를 봅니다.</a:t>
            </a:r>
          </a:p>
        </p:txBody>
      </p:sp>
      <p:sp>
        <p:nvSpPr>
          <p:cNvPr id="6" name="">
            <a:extLst xmlns:a="http://schemas.openxmlformats.org/drawingml/2006/main">
              <a:ext uri="{FF2B5EF4-FFF2-40B4-BE49-F238E27FC236}">
                <a16:creationId xmlns:a16="http://schemas.microsoft.com/office/drawing/2014/main" id="{97DA13B6-17B8-401D-818F-37A9166997B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평범한 입력 한 개로는 경계를 알 수 없습니다.</a:t>
            </a:r>
          </a:p>
        </p:txBody>
      </p:sp>
      <p:sp>
        <p:nvSpPr>
          <p:cNvPr id="7" name="">
            <a:extLst xmlns:a="http://schemas.openxmlformats.org/drawingml/2006/main">
              <a:ext uri="{FF2B5EF4-FFF2-40B4-BE49-F238E27FC236}">
                <a16:creationId xmlns:a16="http://schemas.microsoft.com/office/drawing/2014/main" id="{29CE1B2B-161E-4F1A-8F3F-90B3B26CCA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9ABBAB-5FA8-4923-88AE-C0A1EEA172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59AD1E71-8A2F-4398-9DC8-CCC8B5F4E07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2014725707"/>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7F9AB5-4900-402F-9386-7AADE9CB476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5753038-2FC2-4463-9A98-54C4ED840AA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 검사의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400800"/>
                <a:gridCol w="4572000"/>
              </a:tblGrid>
              <a:tr h="733425">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기대</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28.0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28.1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B675EA2-CC06-4227-934E-682DDCADCC66}"/>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요구의 “이상”을 &gt;=에 연결합니다.</a:t>
            </a:r>
          </a:p>
        </p:txBody>
      </p:sp>
      <p:sp>
        <p:nvSpPr>
          <p:cNvPr id="5" name="">
            <a:extLst xmlns:a="http://schemas.openxmlformats.org/drawingml/2006/main">
              <a:ext uri="{FF2B5EF4-FFF2-40B4-BE49-F238E27FC236}">
                <a16:creationId xmlns:a16="http://schemas.microsoft.com/office/drawing/2014/main" id="{4975CE19-28EE-4298-99F4-3513478336B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4B8332-83E1-4F55-BFAE-5841C77618E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2581F098-7996-47ED-A078-39B74F9E558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487922368"/>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7A8EB5-CF60-4AF1-A5AC-C7024F02300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4E605D5-407C-4D67-B87F-012628C21BA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기준 변경의 영향</a:t>
            </a:r>
          </a:p>
        </p:txBody>
      </p:sp>
      <p:sp>
        <p:nvSpPr>
          <p:cNvPr id="3" name="">
            <a:extLst xmlns:a="http://schemas.openxmlformats.org/drawingml/2006/main">
              <a:ext uri="{FF2B5EF4-FFF2-40B4-BE49-F238E27FC236}">
                <a16:creationId xmlns:a16="http://schemas.microsoft.com/office/drawing/2014/main" id="{4F9A7F77-2D4E-4308-A23E-F11E8D1A517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기호 수정</a:t>
            </a:r>
          </a:p>
        </p:txBody>
      </p:sp>
      <p:sp>
        <p:nvSpPr>
          <p:cNvPr id="4" name="">
            <a:extLst xmlns:a="http://schemas.openxmlformats.org/drawingml/2006/main">
              <a:ext uri="{FF2B5EF4-FFF2-40B4-BE49-F238E27FC236}">
                <a16:creationId xmlns:a16="http://schemas.microsoft.com/office/drawing/2014/main" id="{5D1D09DA-6732-43BA-9330-ACA3BBD7203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B70765-F713-4C23-9999-5C5E50490CC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기준을 27로 낮추면 27.9도 주의가 됩니다.</a:t>
            </a:r>
          </a:p>
        </p:txBody>
      </p:sp>
      <p:sp>
        <p:nvSpPr>
          <p:cNvPr id="6" name="">
            <a:extLst xmlns:a="http://schemas.openxmlformats.org/drawingml/2006/main">
              <a:ext uri="{FF2B5EF4-FFF2-40B4-BE49-F238E27FC236}">
                <a16:creationId xmlns:a16="http://schemas.microsoft.com/office/drawing/2014/main" id="{0435096B-9E0A-458D-9F60-B47CEF730D2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기호 수정</a:t>
            </a:r>
            <a:r>
              <a:t>과 </a:t>
            </a:r>
            <a:r>
              <a:rPr b="1">
                <a:solidFill>
                  <a:srgbClr val="002FA7"/>
                </a:solidFill>
              </a:rPr>
              <a:t>기준 수정</a:t>
            </a:r>
            <a:r>
              <a:t>은 다릅니다.</a:t>
            </a:r>
          </a:p>
        </p:txBody>
      </p:sp>
      <p:sp>
        <p:nvSpPr>
          <p:cNvPr id="7" name="">
            <a:extLst xmlns:a="http://schemas.openxmlformats.org/drawingml/2006/main">
              <a:ext uri="{FF2B5EF4-FFF2-40B4-BE49-F238E27FC236}">
                <a16:creationId xmlns:a16="http://schemas.microsoft.com/office/drawing/2014/main" id="{43EDFF5B-3FBA-47E5-990D-8DCF21852F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F19E526-5B8C-487C-B4EB-E1759F627D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480A3908-7E9E-45B6-8643-2DBD3A31C0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119717966"/>
      </p:ext>
    </p:extLst>
  </p:cSld>
</p:sld>
</file>

<file path=ppt/slides/slide2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D269A3-4EE5-45D5-85D7-1B49FBB813D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9625F5A4-FE04-40BC-A2AA-3EE82F4A760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다른 경계 적용</a:t>
            </a:r>
          </a:p>
        </p:txBody>
      </p:sp>
      <p:sp>
        <p:nvSpPr>
          <p:cNvPr id="3" name="">
            <a:extLst xmlns:a="http://schemas.openxmlformats.org/drawingml/2006/main">
              <a:ext uri="{FF2B5EF4-FFF2-40B4-BE49-F238E27FC236}">
                <a16:creationId xmlns:a16="http://schemas.microsoft.com/office/drawing/2014/main" id="{4E2FA665-C078-44BB-A924-62BE690E1BD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규칙은 5 초과 점검입니다.</a:t>
            </a:r>
          </a:p>
        </p:txBody>
      </p:sp>
      <p:sp>
        <p:nvSpPr>
          <p:cNvPr id="4" name="">
            <a:extLst xmlns:a="http://schemas.openxmlformats.org/drawingml/2006/main">
              <a:ext uri="{FF2B5EF4-FFF2-40B4-BE49-F238E27FC236}">
                <a16:creationId xmlns:a16="http://schemas.microsoft.com/office/drawing/2014/main" id="{D9BF5DD0-B943-4CC6-B354-92D332D1616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4.9·5·5.1의 결과는 무엇인가요?</a:t>
            </a:r>
          </a:p>
        </p:txBody>
      </p:sp>
      <p:sp>
        <p:nvSpPr>
          <p:cNvPr id="5" name="">
            <a:extLst xmlns:a="http://schemas.openxmlformats.org/drawingml/2006/main">
              <a:ext uri="{FF2B5EF4-FFF2-40B4-BE49-F238E27FC236}">
                <a16:creationId xmlns:a16="http://schemas.microsoft.com/office/drawing/2014/main" id="{4BB1044C-408D-4C8E-A59D-B277178D98F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060A44-94DB-4598-8BD0-CA3BF5513B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122A5D6E-D04D-4B12-B6E1-151F391913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028</a:t>
            </a:r>
          </a:p>
        </p:txBody>
      </p:sp>
    </p:spTree>
    <p:extLst>
      <p:ext uri="{BB962C8B-B14F-4D97-AF65-F5344CB8AC3E}">
        <p14:creationId xmlns:p14="http://schemas.microsoft.com/office/powerpoint/2010/main" val="1502217995"/>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68D545-CAEA-4CF3-9CF7-65694F4AE81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6AF5F2D-3987-42A1-A3F4-6B21F1EAC16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A06  검사 가능한 요청</a:t>
            </a:r>
          </a:p>
        </p:txBody>
      </p:sp>
      <p:sp>
        <p:nvSpPr>
          <p:cNvPr id="3" name="">
            <a:extLst xmlns:a="http://schemas.openxmlformats.org/drawingml/2006/main">
              <a:ext uri="{FF2B5EF4-FFF2-40B4-BE49-F238E27FC236}">
                <a16:creationId xmlns:a16="http://schemas.microsoft.com/office/drawing/2014/main" id="{A05F295B-97BB-4CD3-A734-08EF493436D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66188EC-F300-43E0-BEE6-35DD1EB6E19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목적·대상·유지 조건</a:t>
            </a:r>
            <a:r>
              <a:t>을 적습니다.</a:t>
            </a:r>
          </a:p>
        </p:txBody>
      </p:sp>
      <p:sp>
        <p:nvSpPr>
          <p:cNvPr id="5" name="">
            <a:extLst xmlns:a="http://schemas.openxmlformats.org/drawingml/2006/main">
              <a:ext uri="{FF2B5EF4-FFF2-40B4-BE49-F238E27FC236}">
                <a16:creationId xmlns:a16="http://schemas.microsoft.com/office/drawing/2014/main" id="{7AE5A8BE-F5E1-4EED-84E8-AA15A52B416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8C600D5-A0D1-49D3-A3F8-0E90B1F6E29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34EFF38-6FD7-416A-B157-4FC3F06175B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기대 결과로 확인 방법을 정합니다.</a:t>
            </a:r>
          </a:p>
        </p:txBody>
      </p:sp>
      <p:sp>
        <p:nvSpPr>
          <p:cNvPr id="8" name="">
            <a:extLst xmlns:a="http://schemas.openxmlformats.org/drawingml/2006/main">
              <a:ext uri="{FF2B5EF4-FFF2-40B4-BE49-F238E27FC236}">
                <a16:creationId xmlns:a16="http://schemas.microsoft.com/office/drawing/2014/main" id="{B9B47134-7A3E-453F-AE94-41D8AD28D3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53296E4-EC95-40C0-8062-5889DC5C99E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1E85F44D-42F0-443E-8814-4D6F060D2D5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585737610"/>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00D8866-F6EB-49A5-BAEA-807E9EBFEE1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34408FC-7FD4-4212-B857-E1BD0A4851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 가능한 요청의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990109"/>
                <a:gridCol w="6982691"/>
              </a:tblGrid>
              <a:tr h="685800">
                <a:tc>
                  <a:txBody>
                    <a:bodyPr wrap="square"/>
                    <a:lstStyle/>
                    <a:p>
                      <a:pPr>
                        <a:lnSpc>
                          <a:spcPct val="94000"/>
                        </a:lnSpc>
                        <a:buNone/>
                      </a:pPr>
                      <a:r>
                        <a:rPr sz="2100" b="1">
                          <a:solidFill>
                            <a:srgbClr val="FFFFFF"/>
                          </a:solidFill>
                          <a:latin typeface="Noto Sans KR"/>
                          <a:ea typeface="Noto Sans KR"/>
                          <a:cs typeface="Noto Sans KR"/>
                        </a:rPr>
                        <a:t>요청의 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적을 내용</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목적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28 경계 수정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대상</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classify 함수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유지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기준·이름·출력</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검사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정상·경계·오류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7FF64D8E-A5B2-476B-962D-8ED6F67CFB83}"/>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“알아서 좋게”보다 확인할 조건을 씁니다.</a:t>
            </a:r>
          </a:p>
        </p:txBody>
      </p:sp>
      <p:sp>
        <p:nvSpPr>
          <p:cNvPr id="5" name="">
            <a:extLst xmlns:a="http://schemas.openxmlformats.org/drawingml/2006/main">
              <a:ext uri="{FF2B5EF4-FFF2-40B4-BE49-F238E27FC236}">
                <a16:creationId xmlns:a16="http://schemas.microsoft.com/office/drawing/2014/main" id="{7EE73630-4331-4294-84F4-2D60B466E01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906397-4555-4EBB-899E-053F0278B28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51F992CB-8C97-41B1-9AFE-E94F6EF4100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65721353"/>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D84E1D-37D6-407B-9869-6C10FB4C99B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3CA8EBF-AC1B-4F69-B364-10B93621B4B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요청서 확인</a:t>
            </a:r>
          </a:p>
        </p:txBody>
      </p:sp>
      <p:sp>
        <p:nvSpPr>
          <p:cNvPr id="3" name="">
            <a:extLst xmlns:a="http://schemas.openxmlformats.org/drawingml/2006/main">
              <a:ext uri="{FF2B5EF4-FFF2-40B4-BE49-F238E27FC236}">
                <a16:creationId xmlns:a16="http://schemas.microsoft.com/office/drawing/2014/main" id="{06196845-AF6A-46A6-A112-4F64BD7A273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4227957-FD1C-48B8-8343-131A82C99F8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동료가 같은 검사를 할 수 있는지 읽습니다.</a:t>
            </a:r>
          </a:p>
        </p:txBody>
      </p:sp>
      <p:sp>
        <p:nvSpPr>
          <p:cNvPr id="5" name="">
            <a:extLst xmlns:a="http://schemas.openxmlformats.org/drawingml/2006/main">
              <a:ext uri="{FF2B5EF4-FFF2-40B4-BE49-F238E27FC236}">
                <a16:creationId xmlns:a16="http://schemas.microsoft.com/office/drawing/2014/main" id="{13C67177-5442-48C8-814F-C839D23E88D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6411DA3-2569-41FB-A5C0-C7217759587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7F7E66A-B539-47F5-87D7-3B8549BDA3A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허용할 파일과 행동도 명시합니다.</a:t>
            </a:r>
          </a:p>
        </p:txBody>
      </p:sp>
      <p:sp>
        <p:nvSpPr>
          <p:cNvPr id="8" name="">
            <a:extLst xmlns:a="http://schemas.openxmlformats.org/drawingml/2006/main">
              <a:ext uri="{FF2B5EF4-FFF2-40B4-BE49-F238E27FC236}">
                <a16:creationId xmlns:a16="http://schemas.microsoft.com/office/drawing/2014/main" id="{4DE4FA09-11AC-46D7-B539-1DC9AFBE0B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A149F71-FD76-4DB4-9B87-3B603EBB172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25B56363-5CDC-43D9-BD79-6E64B09973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158192295"/>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0C05BE-B390-40BF-898D-9FFA7935221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F6AA2548-FF91-40C0-AF07-454476CF1B0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다섯 줄 요청서</a:t>
            </a:r>
          </a:p>
        </p:txBody>
      </p:sp>
      <p:sp>
        <p:nvSpPr>
          <p:cNvPr id="3" name="">
            <a:extLst xmlns:a="http://schemas.openxmlformats.org/drawingml/2006/main">
              <a:ext uri="{FF2B5EF4-FFF2-40B4-BE49-F238E27FC236}">
                <a16:creationId xmlns:a16="http://schemas.microsoft.com/office/drawing/2014/main" id="{BB70D37B-A88D-457D-9AAE-EDA7DD0BD2F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목적·대상·유지·권한·검사를 작성하세요.</a:t>
            </a:r>
          </a:p>
        </p:txBody>
      </p:sp>
      <p:sp>
        <p:nvSpPr>
          <p:cNvPr id="4" name="">
            <a:extLst xmlns:a="http://schemas.openxmlformats.org/drawingml/2006/main">
              <a:ext uri="{FF2B5EF4-FFF2-40B4-BE49-F238E27FC236}">
                <a16:creationId xmlns:a16="http://schemas.microsoft.com/office/drawing/2014/main" id="{11F8ECCB-BE18-489E-B1F0-2BF413BAAF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112FD8-A78C-4A61-9FDE-AE781F2536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D46F3368-7E7C-4099-A95C-619A8830924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319871283"/>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8D6469-10C8-4719-B445-BAA981A67CE0}"/>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B0F30D-79DE-4F71-AF95-371A5375001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066AD0F1-C583-4DA9-B4CE-740BAE7E10FD}"/>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CF961530-18A1-4B8A-8787-8D274E80FF12}"/>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변경된 코드 읽기</a:t>
            </a:r>
          </a:p>
        </p:txBody>
      </p:sp>
      <p:sp>
        <p:nvSpPr>
          <p:cNvPr id="5" name="">
            <a:extLst xmlns:a="http://schemas.openxmlformats.org/drawingml/2006/main">
              <a:ext uri="{FF2B5EF4-FFF2-40B4-BE49-F238E27FC236}">
                <a16:creationId xmlns:a16="http://schemas.microsoft.com/office/drawing/2014/main" id="{D9AE90FF-9032-4D9B-ADDD-8B37FB9A264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89E1E7B-AC50-4883-B250-C52D4F520230}"/>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D8D11D6A-DA58-49AA-A230-49E9CE98BF45}"/>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0D124AF6-034A-460E-B9E4-4E954FFAC65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73B5A43A-FF59-4B3D-9987-3529B08811FE}"/>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4D64E3CD-6093-4041-A183-CA180FAFB47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1394747538"/>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18E0DE-9F67-4E60-A34C-0BCF4B25318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0F39EAA-018A-48A8-83B8-1E748BB94DB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주장을 근거로 바꾸기</a:t>
            </a:r>
          </a:p>
        </p:txBody>
      </p:sp>
      <p:sp>
        <p:nvSpPr>
          <p:cNvPr id="3" name="">
            <a:extLst xmlns:a="http://schemas.openxmlformats.org/drawingml/2006/main">
              <a:ext uri="{FF2B5EF4-FFF2-40B4-BE49-F238E27FC236}">
                <a16:creationId xmlns:a16="http://schemas.microsoft.com/office/drawing/2014/main" id="{A38F0E82-6243-4A0F-B57B-EBFC358A0B77}"/>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BA5F0D-84AB-48CB-8C3E-6B8F88E82177}"/>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코드 차이로 수정 범위를 확인합니다.</a:t>
            </a:r>
          </a:p>
        </p:txBody>
      </p:sp>
      <p:sp>
        <p:nvSpPr>
          <p:cNvPr id="5" name="">
            <a:extLst xmlns:a="http://schemas.openxmlformats.org/drawingml/2006/main">
              <a:ext uri="{FF2B5EF4-FFF2-40B4-BE49-F238E27FC236}">
                <a16:creationId xmlns:a16="http://schemas.microsoft.com/office/drawing/2014/main" id="{DEFA5A25-D0FF-42AB-892F-B1FE0EF07426}"/>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명령·입력·출력으로 검사를 확인합니다.</a:t>
            </a:r>
          </a:p>
        </p:txBody>
      </p:sp>
      <p:sp>
        <p:nvSpPr>
          <p:cNvPr id="6" name="">
            <a:extLst xmlns:a="http://schemas.openxmlformats.org/drawingml/2006/main">
              <a:ext uri="{FF2B5EF4-FFF2-40B4-BE49-F238E27FC236}">
                <a16:creationId xmlns:a16="http://schemas.microsoft.com/office/drawing/2014/main" id="{16072DC3-BC7A-4611-AAFE-DA63DA90A9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DDC1BC-3107-4475-85C1-CDD68082F68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458A7202-978C-4376-89D9-7B18F0373D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765944146"/>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77AC0EF-882D-4924-9BB1-634861225A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75A995F-2993-478C-AB67-D0D07BF42B2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A07  변경 비교 읽기</a:t>
            </a:r>
          </a:p>
        </p:txBody>
      </p:sp>
      <p:sp>
        <p:nvSpPr>
          <p:cNvPr id="3" name="">
            <a:extLst xmlns:a="http://schemas.openxmlformats.org/drawingml/2006/main">
              <a:ext uri="{FF2B5EF4-FFF2-40B4-BE49-F238E27FC236}">
                <a16:creationId xmlns:a16="http://schemas.microsoft.com/office/drawing/2014/main" id="{AB368333-04FA-451E-B137-16813C3CD2D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이전 줄</a:t>
            </a:r>
          </a:p>
        </p:txBody>
      </p:sp>
      <p:sp>
        <p:nvSpPr>
          <p:cNvPr id="4" name="">
            <a:extLst xmlns:a="http://schemas.openxmlformats.org/drawingml/2006/main">
              <a:ext uri="{FF2B5EF4-FFF2-40B4-BE49-F238E27FC236}">
                <a16:creationId xmlns:a16="http://schemas.microsoft.com/office/drawing/2014/main" id="{F564260B-15EE-4CCB-9407-78E441A9116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556DD8-8D52-498C-A767-5770B821EE4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-는 </a:t>
            </a:r>
            <a:r>
              <a:rPr b="1">
                <a:solidFill>
                  <a:srgbClr val="002FA7"/>
                </a:solidFill>
              </a:rPr>
              <a:t>이전 줄</a:t>
            </a:r>
            <a:r>
              <a:t>, +는 </a:t>
            </a:r>
            <a:r>
              <a:rPr b="1">
                <a:solidFill>
                  <a:srgbClr val="002FA7"/>
                </a:solidFill>
              </a:rPr>
              <a:t>새 줄</a:t>
            </a:r>
            <a:r>
              <a:t>의 표시입니다.</a:t>
            </a:r>
          </a:p>
        </p:txBody>
      </p:sp>
      <p:sp>
        <p:nvSpPr>
          <p:cNvPr id="6" name="">
            <a:extLst xmlns:a="http://schemas.openxmlformats.org/drawingml/2006/main">
              <a:ext uri="{FF2B5EF4-FFF2-40B4-BE49-F238E27FC236}">
                <a16:creationId xmlns:a16="http://schemas.microsoft.com/office/drawing/2014/main" id="{84A15AE2-C423-482D-8489-84309B81BAB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최종 파일에 비교 기호를 넣지 않습니다.</a:t>
            </a:r>
          </a:p>
        </p:txBody>
      </p:sp>
      <p:sp>
        <p:nvSpPr>
          <p:cNvPr id="7" name="">
            <a:extLst xmlns:a="http://schemas.openxmlformats.org/drawingml/2006/main">
              <a:ext uri="{FF2B5EF4-FFF2-40B4-BE49-F238E27FC236}">
                <a16:creationId xmlns:a16="http://schemas.microsoft.com/office/drawing/2014/main" id="{54FC26DA-4D36-4742-8850-451F73C76DF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473AE32-9B73-4D73-BC6D-B4E294C0623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EBD64917-9CC0-48D8-9D26-8ED8A08EEE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1556403660"/>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87293B2-AB50-495B-979A-62DE5F2BDAF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1D327F8-0535-4779-B5B5-3484F13C0FF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 비교 읽기의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3657600"/>
                <a:gridCol w="2612571"/>
                <a:gridCol w="4702629"/>
              </a:tblGrid>
              <a:tr h="733425">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이전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제안 A</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기준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27</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0으로 치환</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비교</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&gt;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&gt;=</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C55E0F5E-79DA-4E53-A65C-5385D54799FA}"/>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줄의 변화와 요구를 나란히 읽습니다.</a:t>
            </a:r>
          </a:p>
        </p:txBody>
      </p:sp>
      <p:sp>
        <p:nvSpPr>
          <p:cNvPr id="5" name="">
            <a:extLst xmlns:a="http://schemas.openxmlformats.org/drawingml/2006/main">
              <a:ext uri="{FF2B5EF4-FFF2-40B4-BE49-F238E27FC236}">
                <a16:creationId xmlns:a16="http://schemas.microsoft.com/office/drawing/2014/main" id="{A704D901-0F3D-451F-9BD0-D6EABB2879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0060DC-65B6-4F88-910E-4832C2B851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529D8DB3-CDA7-4014-B2AB-CF929F5FBDB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1560640976"/>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BDB90D-387D-4787-9270-15EDFAAC6F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5F02360-1DFE-40E8-8549-8DA0D7FEBE4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문구보다 변경</a:t>
            </a:r>
          </a:p>
        </p:txBody>
      </p:sp>
      <p:sp>
        <p:nvSpPr>
          <p:cNvPr id="3" name="">
            <a:extLst xmlns:a="http://schemas.openxmlformats.org/drawingml/2006/main">
              <a:ext uri="{FF2B5EF4-FFF2-40B4-BE49-F238E27FC236}">
                <a16:creationId xmlns:a16="http://schemas.microsoft.com/office/drawing/2014/main" id="{0656DA55-BAB3-4276-89F0-5F956754DDA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AAE949C-3087-4101-AB61-CEF2F7B0DB1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threshold=27</a:t>
            </a:r>
            <a:r>
              <a:t>은 유지 조건을 어겼습니다.</a:t>
            </a:r>
          </a:p>
        </p:txBody>
      </p:sp>
      <p:sp>
        <p:nvSpPr>
          <p:cNvPr id="5" name="">
            <a:extLst xmlns:a="http://schemas.openxmlformats.org/drawingml/2006/main">
              <a:ext uri="{FF2B5EF4-FFF2-40B4-BE49-F238E27FC236}">
                <a16:creationId xmlns:a16="http://schemas.microsoft.com/office/drawing/2014/main" id="{DB38E758-8B95-4EEC-B9DB-1BE03A6079E1}"/>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None을 0</a:t>
            </a:r>
            <a:r>
              <a:t>으로 바꾸면 누락이 사라집니다.</a:t>
            </a:r>
          </a:p>
        </p:txBody>
      </p:sp>
      <p:sp>
        <p:nvSpPr>
          <p:cNvPr id="6" name="">
            <a:extLst xmlns:a="http://schemas.openxmlformats.org/drawingml/2006/main">
              <a:ext uri="{FF2B5EF4-FFF2-40B4-BE49-F238E27FC236}">
                <a16:creationId xmlns:a16="http://schemas.microsoft.com/office/drawing/2014/main" id="{E322E99E-B50F-48E3-B8A4-13085253BB8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2A3F2EA-BBD0-4619-8C49-CDCBE417BBF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E267EACF-E24C-486B-BD73-74F133AFEA6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211758874"/>
      </p:ext>
    </p:extLst>
  </p:cSld>
</p:sld>
</file>

<file path=ppt/slides/slide3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FACDB5-0F43-489F-9825-9E2BC359F7D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2DBAA5D3-3C39-4B6E-8E0D-B0D6F2361AA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변경의 근거</a:t>
            </a:r>
          </a:p>
        </p:txBody>
      </p:sp>
      <p:sp>
        <p:nvSpPr>
          <p:cNvPr id="3" name="">
            <a:extLst xmlns:a="http://schemas.openxmlformats.org/drawingml/2006/main">
              <a:ext uri="{FF2B5EF4-FFF2-40B4-BE49-F238E27FC236}">
                <a16:creationId xmlns:a16="http://schemas.microsoft.com/office/drawing/2014/main" id="{88EC161C-7B7E-457E-A6ED-C9AE39D73A0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친절한 설명과 실제 코드가 다르면?</a:t>
            </a:r>
          </a:p>
        </p:txBody>
      </p:sp>
      <p:sp>
        <p:nvSpPr>
          <p:cNvPr id="4" name="">
            <a:extLst xmlns:a="http://schemas.openxmlformats.org/drawingml/2006/main">
              <a:ext uri="{FF2B5EF4-FFF2-40B4-BE49-F238E27FC236}">
                <a16:creationId xmlns:a16="http://schemas.microsoft.com/office/drawing/2014/main" id="{98E52282-1AB1-41EE-AF69-9606B07FF2B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검토에 사용할 근거를 고르세요.</a:t>
            </a:r>
          </a:p>
        </p:txBody>
      </p:sp>
      <p:sp>
        <p:nvSpPr>
          <p:cNvPr id="5" name="">
            <a:extLst xmlns:a="http://schemas.openxmlformats.org/drawingml/2006/main">
              <a:ext uri="{FF2B5EF4-FFF2-40B4-BE49-F238E27FC236}">
                <a16:creationId xmlns:a16="http://schemas.microsoft.com/office/drawing/2014/main" id="{882F02DC-BAE7-4F0B-8D65-1B34913601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94BDE13-F29F-44B3-B990-96798BEC94B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8A472685-26B1-43AB-8109-F8648B766CC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038</a:t>
            </a:r>
          </a:p>
        </p:txBody>
      </p:sp>
    </p:spTree>
    <p:extLst>
      <p:ext uri="{BB962C8B-B14F-4D97-AF65-F5344CB8AC3E}">
        <p14:creationId xmlns:p14="http://schemas.microsoft.com/office/powerpoint/2010/main" val="591003876"/>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824C0E-BF66-43A3-8DCE-3F7F3CE2C42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0BE21DE-3524-4799-8EFC-F726269C74E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A08  AI 주장과 근거</a:t>
            </a:r>
          </a:p>
        </p:txBody>
      </p:sp>
      <p:sp>
        <p:nvSpPr>
          <p:cNvPr id="3" name="">
            <a:extLst xmlns:a="http://schemas.openxmlformats.org/drawingml/2006/main">
              <a:ext uri="{FF2B5EF4-FFF2-40B4-BE49-F238E27FC236}">
                <a16:creationId xmlns:a16="http://schemas.microsoft.com/office/drawing/2014/main" id="{B6D308D3-54F3-4519-A216-993BDFF02B3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수정·검사·운영</a:t>
            </a:r>
          </a:p>
        </p:txBody>
      </p:sp>
      <p:sp>
        <p:nvSpPr>
          <p:cNvPr id="4" name="">
            <a:extLst xmlns:a="http://schemas.openxmlformats.org/drawingml/2006/main">
              <a:ext uri="{FF2B5EF4-FFF2-40B4-BE49-F238E27FC236}">
                <a16:creationId xmlns:a16="http://schemas.microsoft.com/office/drawing/2014/main" id="{E52E5B8D-E762-4933-A8BB-ECE25764BD1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CD9D3D-936A-4CDC-9184-00745BB2A45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수정·검사·운영</a:t>
            </a:r>
            <a:r>
              <a:t>은 서로 다른 주장입니다.</a:t>
            </a:r>
          </a:p>
        </p:txBody>
      </p:sp>
      <p:sp>
        <p:nvSpPr>
          <p:cNvPr id="6" name="">
            <a:extLst xmlns:a="http://schemas.openxmlformats.org/drawingml/2006/main">
              <a:ext uri="{FF2B5EF4-FFF2-40B4-BE49-F238E27FC236}">
                <a16:creationId xmlns:a16="http://schemas.microsoft.com/office/drawing/2014/main" id="{D00203FF-F9DF-4216-B4DC-303BF375E5E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각 주장에 맞는 증거를 찾습니다.</a:t>
            </a:r>
          </a:p>
        </p:txBody>
      </p:sp>
      <p:sp>
        <p:nvSpPr>
          <p:cNvPr id="7" name="">
            <a:extLst xmlns:a="http://schemas.openxmlformats.org/drawingml/2006/main">
              <a:ext uri="{FF2B5EF4-FFF2-40B4-BE49-F238E27FC236}">
                <a16:creationId xmlns:a16="http://schemas.microsoft.com/office/drawing/2014/main" id="{407CD1BB-DCF9-403A-B0A6-39B357D790D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5980732-CEC0-4069-8BBC-4483383468B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5B264F73-F7BA-4A04-9B7D-CE1398E5112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235457603"/>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068052-5B25-48F3-B72C-54AD117F8A0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36DD61D-6740-4E99-9948-3CFDB6BD1D9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AI 주장과 근거의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389120"/>
                <a:gridCol w="6583680"/>
              </a:tblGrid>
              <a:tr h="733425">
                <a:tc>
                  <a:txBody>
                    <a:bodyPr wrap="square"/>
                    <a:lstStyle/>
                    <a:p>
                      <a:pPr>
                        <a:lnSpc>
                          <a:spcPct val="94000"/>
                        </a:lnSpc>
                        <a:buNone/>
                      </a:pPr>
                      <a:r>
                        <a:rPr sz="2100" b="1">
                          <a:solidFill>
                            <a:srgbClr val="FFFFFF"/>
                          </a:solidFill>
                          <a:latin typeface="Noto Sans KR"/>
                          <a:ea typeface="Noto Sans KR"/>
                          <a:cs typeface="Noto Sans KR"/>
                        </a:rPr>
                        <a:t>주장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필요한 근거</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수정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파일 차이</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검사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명령·입력·출력</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실제 운영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현장 조건의 관찰</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1F7872F3-CC96-4366-93F2-5E3C6DD8C6B6}"/>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증거가 없으면 미확인으로 남깁니다.</a:t>
            </a:r>
          </a:p>
        </p:txBody>
      </p:sp>
      <p:sp>
        <p:nvSpPr>
          <p:cNvPr id="5" name="">
            <a:extLst xmlns:a="http://schemas.openxmlformats.org/drawingml/2006/main">
              <a:ext uri="{FF2B5EF4-FFF2-40B4-BE49-F238E27FC236}">
                <a16:creationId xmlns:a16="http://schemas.microsoft.com/office/drawing/2014/main" id="{2D53913F-39BB-46E3-9852-81380D14BE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31A662-7EEB-42F9-A5D5-C2CECB4199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16047078-ABFC-42D4-8800-B858D407245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720445967"/>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091C37-F9EB-499C-BA0B-BEBF78858EB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5172298-7DF8-4715-9935-E5B3E7DF8D2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보류할 부분</a:t>
            </a:r>
          </a:p>
        </p:txBody>
      </p:sp>
      <p:sp>
        <p:nvSpPr>
          <p:cNvPr id="3" name="">
            <a:extLst xmlns:a="http://schemas.openxmlformats.org/drawingml/2006/main">
              <a:ext uri="{FF2B5EF4-FFF2-40B4-BE49-F238E27FC236}">
                <a16:creationId xmlns:a16="http://schemas.microsoft.com/office/drawing/2014/main" id="{4D1F39C6-1A8B-4AF9-942D-C34F6D44050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8FF4573-16AB-47E9-8B28-823521EA8D76}"/>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로컬 가상 검사만 확인했다면 </a:t>
            </a:r>
            <a:r>
              <a:rPr b="1">
                <a:solidFill>
                  <a:srgbClr val="002FA7"/>
                </a:solidFill>
              </a:rPr>
              <a:t>그 범위만</a:t>
            </a:r>
            <a:r>
              <a:t> 씁니다.</a:t>
            </a:r>
          </a:p>
        </p:txBody>
      </p:sp>
      <p:sp>
        <p:nvSpPr>
          <p:cNvPr id="5" name="">
            <a:extLst xmlns:a="http://schemas.openxmlformats.org/drawingml/2006/main">
              <a:ext uri="{FF2B5EF4-FFF2-40B4-BE49-F238E27FC236}">
                <a16:creationId xmlns:a16="http://schemas.microsoft.com/office/drawing/2014/main" id="{DF765066-7599-4117-8F23-C567C5AC7D5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장비 안정성은 별도 확인이 필요합니다.</a:t>
            </a:r>
          </a:p>
        </p:txBody>
      </p:sp>
      <p:sp>
        <p:nvSpPr>
          <p:cNvPr id="6" name="">
            <a:extLst xmlns:a="http://schemas.openxmlformats.org/drawingml/2006/main">
              <a:ext uri="{FF2B5EF4-FFF2-40B4-BE49-F238E27FC236}">
                <a16:creationId xmlns:a16="http://schemas.microsoft.com/office/drawing/2014/main" id="{D1643EB1-71AD-4932-99F8-499D28D1A58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CFF1787-37C4-406D-939E-A57B86B309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7C78C530-C2E0-4889-8E20-BCD46625C14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1615116936"/>
      </p:ext>
    </p:extLst>
  </p:cSld>
</p:sld>
</file>

<file path=ppt/slides/slide4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00820A-7DEF-409A-A5C0-A9A644B8488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2B6C1946-0849-4A58-9F10-9F97D30ACEC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완료 문장 검토</a:t>
            </a:r>
          </a:p>
        </p:txBody>
      </p:sp>
      <p:sp>
        <p:nvSpPr>
          <p:cNvPr id="3" name="">
            <a:extLst xmlns:a="http://schemas.openxmlformats.org/drawingml/2006/main">
              <a:ext uri="{FF2B5EF4-FFF2-40B4-BE49-F238E27FC236}">
                <a16:creationId xmlns:a16="http://schemas.microsoft.com/office/drawing/2014/main" id="{2E553C7D-7007-4EE7-B8C2-259F33C9536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“실제 장비도 안정적”이라고 적었습니다.</a:t>
            </a:r>
          </a:p>
        </p:txBody>
      </p:sp>
      <p:sp>
        <p:nvSpPr>
          <p:cNvPr id="4" name="">
            <a:extLst xmlns:a="http://schemas.openxmlformats.org/drawingml/2006/main">
              <a:ext uri="{FF2B5EF4-FFF2-40B4-BE49-F238E27FC236}">
                <a16:creationId xmlns:a16="http://schemas.microsoft.com/office/drawing/2014/main" id="{F2E5CDCD-FC9A-4309-B430-9E7208041C4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현재 자료로 확인할 수 있나요?</a:t>
            </a:r>
          </a:p>
        </p:txBody>
      </p:sp>
      <p:sp>
        <p:nvSpPr>
          <p:cNvPr id="5" name="">
            <a:extLst xmlns:a="http://schemas.openxmlformats.org/drawingml/2006/main">
              <a:ext uri="{FF2B5EF4-FFF2-40B4-BE49-F238E27FC236}">
                <a16:creationId xmlns:a16="http://schemas.microsoft.com/office/drawing/2014/main" id="{6CB9D4B2-7D7F-4654-903F-C1FB2CE973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CA15464-D5C7-4633-96ED-A8659AC0FAA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7FDCA5C7-F690-479C-A41F-78A7D396F55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042</a:t>
            </a:r>
          </a:p>
        </p:txBody>
      </p:sp>
    </p:spTree>
    <p:extLst>
      <p:ext uri="{BB962C8B-B14F-4D97-AF65-F5344CB8AC3E}">
        <p14:creationId xmlns:p14="http://schemas.microsoft.com/office/powerpoint/2010/main" val="1176954136"/>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27B21AD-79AA-44AD-9818-3C9B0E5697D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1F1BB82-500D-46F8-83F5-D6031221F43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A09  작업본과 실행 파일</a:t>
            </a:r>
          </a:p>
        </p:txBody>
      </p:sp>
      <p:sp>
        <p:nvSpPr>
          <p:cNvPr id="3" name="">
            <a:extLst xmlns:a="http://schemas.openxmlformats.org/drawingml/2006/main">
              <a:ext uri="{FF2B5EF4-FFF2-40B4-BE49-F238E27FC236}">
                <a16:creationId xmlns:a16="http://schemas.microsoft.com/office/drawing/2014/main" id="{E5A5330B-E242-4BDA-BD4E-8289F157DD9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code</a:t>
            </a:r>
          </a:p>
        </p:txBody>
      </p:sp>
      <p:sp>
        <p:nvSpPr>
          <p:cNvPr id="4" name="">
            <a:extLst xmlns:a="http://schemas.openxmlformats.org/drawingml/2006/main">
              <a:ext uri="{FF2B5EF4-FFF2-40B4-BE49-F238E27FC236}">
                <a16:creationId xmlns:a16="http://schemas.microsoft.com/office/drawing/2014/main" id="{3434C302-9B87-4C9B-A1C5-237EEAEC45B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72D119-E10D-4CAD-84E8-E655595E1FE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code</a:t>
            </a:r>
            <a:r>
              <a:t>의 원본과 </a:t>
            </a:r>
            <a:r>
              <a:rPr b="1">
                <a:solidFill>
                  <a:srgbClr val="002FA7"/>
                </a:solidFill>
              </a:rPr>
              <a:t>work</a:t>
            </a:r>
            <a:r>
              <a:t>의 수정본을 나눕니다.</a:t>
            </a:r>
          </a:p>
        </p:txBody>
      </p:sp>
      <p:sp>
        <p:nvSpPr>
          <p:cNvPr id="6" name="">
            <a:extLst xmlns:a="http://schemas.openxmlformats.org/drawingml/2006/main">
              <a:ext uri="{FF2B5EF4-FFF2-40B4-BE49-F238E27FC236}">
                <a16:creationId xmlns:a16="http://schemas.microsoft.com/office/drawing/2014/main" id="{CC544458-4561-4581-AB88-60A02D1A95E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수정한 파일의 경로로 실행합니다.</a:t>
            </a:r>
          </a:p>
        </p:txBody>
      </p:sp>
      <p:sp>
        <p:nvSpPr>
          <p:cNvPr id="7" name="">
            <a:extLst xmlns:a="http://schemas.openxmlformats.org/drawingml/2006/main">
              <a:ext uri="{FF2B5EF4-FFF2-40B4-BE49-F238E27FC236}">
                <a16:creationId xmlns:a16="http://schemas.microsoft.com/office/drawing/2014/main" id="{2148687D-EE30-4036-AD2D-78C0B99D5C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26ACE8C-6F34-4DC0-9BD2-082DB7541E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DE3697ED-3184-42DF-B1C4-813A2C3B0E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09707841"/>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080CAE-B6DA-4FC3-AF91-7A1E6FB893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58C03FB-6376-422E-939B-6FE025D0A99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작업본과 실행 파일의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7945821"/>
                <a:gridCol w="3026979"/>
              </a:tblGrid>
              <a:tr h="733425">
                <a:tc>
                  <a:txBody>
                    <a:bodyPr wrap="square"/>
                    <a:lstStyle/>
                    <a:p>
                      <a:pPr>
                        <a:lnSpc>
                          <a:spcPct val="94000"/>
                        </a:lnSpc>
                        <a:buNone/>
                      </a:pPr>
                      <a:r>
                        <a:rPr sz="2100" b="1">
                          <a:solidFill>
                            <a:srgbClr val="FFFFFF"/>
                          </a:solidFill>
                          <a:latin typeface="Noto Sans KR"/>
                          <a:ea typeface="Noto Sans KR"/>
                          <a:cs typeface="Noto Sans KR"/>
                        </a:rPr>
                        <a:t>경로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code/baseline.py</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원본</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work/classifier.py</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학생 수정</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data/cases.json</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검사 기준</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F3EE6C02-A5CC-4125-9F7E-7F770628A93E}"/>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ZIP을 풀고 실제 폴더에서 작업합니다.</a:t>
            </a:r>
          </a:p>
        </p:txBody>
      </p:sp>
      <p:sp>
        <p:nvSpPr>
          <p:cNvPr id="5" name="">
            <a:extLst xmlns:a="http://schemas.openxmlformats.org/drawingml/2006/main">
              <a:ext uri="{FF2B5EF4-FFF2-40B4-BE49-F238E27FC236}">
                <a16:creationId xmlns:a16="http://schemas.microsoft.com/office/drawing/2014/main" id="{40C65850-8B84-4DEB-B0B1-135104C512D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2AEE90-D697-4651-9723-2EE9E37B127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B78D7791-890D-43D7-BC6C-8C56425403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332698278"/>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3E276A-912F-405A-BD59-8481478BEF2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A2A7565-D72F-4716-A838-D7239D2AED0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수정이 안 보이는 이유</a:t>
            </a:r>
          </a:p>
        </p:txBody>
      </p:sp>
      <p:sp>
        <p:nvSpPr>
          <p:cNvPr id="3" name="">
            <a:extLst xmlns:a="http://schemas.openxmlformats.org/drawingml/2006/main">
              <a:ext uri="{FF2B5EF4-FFF2-40B4-BE49-F238E27FC236}">
                <a16:creationId xmlns:a16="http://schemas.microsoft.com/office/drawing/2014/main" id="{D48590A5-77D0-49CB-9856-91F64617344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5D308C3-DCF0-4B12-BD38-48BC91A4E59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저장한 경로와 실행한 경로를 비교합니다.</a:t>
            </a:r>
          </a:p>
        </p:txBody>
      </p:sp>
      <p:sp>
        <p:nvSpPr>
          <p:cNvPr id="5" name="">
            <a:extLst xmlns:a="http://schemas.openxmlformats.org/drawingml/2006/main">
              <a:ext uri="{FF2B5EF4-FFF2-40B4-BE49-F238E27FC236}">
                <a16:creationId xmlns:a16="http://schemas.microsoft.com/office/drawing/2014/main" id="{0FDEFA5B-E935-4097-A66F-A6104B071B7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EEFF81E-83FE-48CE-B3CE-DDCDF5B887B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5017F8E-998F-4190-88C6-23BE9D2C73A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원본까지 덮으면 복구 근거를 잃습니다.</a:t>
            </a:r>
          </a:p>
        </p:txBody>
      </p:sp>
      <p:sp>
        <p:nvSpPr>
          <p:cNvPr id="8" name="">
            <a:extLst xmlns:a="http://schemas.openxmlformats.org/drawingml/2006/main">
              <a:ext uri="{FF2B5EF4-FFF2-40B4-BE49-F238E27FC236}">
                <a16:creationId xmlns:a16="http://schemas.microsoft.com/office/drawing/2014/main" id="{A775353F-4920-4959-92E3-5CAEBE60DAC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FAA0CD7-DC49-4283-A182-568F206F261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393D3C8B-7F7B-4BCA-AD78-F69DD783A6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638148710"/>
      </p:ext>
    </p:extLst>
  </p:cSld>
</p:sld>
</file>

<file path=ppt/slides/slide4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CAAC9B-C38F-457C-8A1B-A1F6034721B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2A826371-44BC-41A0-86E8-27721AD357C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같은 이름의 파일</a:t>
            </a:r>
          </a:p>
        </p:txBody>
      </p:sp>
      <p:sp>
        <p:nvSpPr>
          <p:cNvPr id="3" name="">
            <a:extLst xmlns:a="http://schemas.openxmlformats.org/drawingml/2006/main">
              <a:ext uri="{FF2B5EF4-FFF2-40B4-BE49-F238E27FC236}">
                <a16:creationId xmlns:a16="http://schemas.microsoft.com/office/drawing/2014/main" id="{4BF4B8F1-01D9-4D8E-8B6F-4928588D580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work를 고쳤는데 baseline을 실행했습니다.</a:t>
            </a:r>
          </a:p>
        </p:txBody>
      </p:sp>
      <p:sp>
        <p:nvSpPr>
          <p:cNvPr id="4" name="">
            <a:extLst xmlns:a="http://schemas.openxmlformats.org/drawingml/2006/main">
              <a:ext uri="{FF2B5EF4-FFF2-40B4-BE49-F238E27FC236}">
                <a16:creationId xmlns:a16="http://schemas.microsoft.com/office/drawing/2014/main" id="{B7BCC0A8-778B-45FE-B095-491AC661698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무엇을 검증한 것인가요?</a:t>
            </a:r>
          </a:p>
        </p:txBody>
      </p:sp>
      <p:sp>
        <p:nvSpPr>
          <p:cNvPr id="5" name="">
            <a:extLst xmlns:a="http://schemas.openxmlformats.org/drawingml/2006/main">
              <a:ext uri="{FF2B5EF4-FFF2-40B4-BE49-F238E27FC236}">
                <a16:creationId xmlns:a16="http://schemas.microsoft.com/office/drawing/2014/main" id="{38D6D52B-08B8-4402-80E6-4F19B818DD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BDC8260-632F-4AC6-A399-4E35959C092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F52F11A6-A191-4817-921D-187853C265C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046</a:t>
            </a:r>
          </a:p>
        </p:txBody>
      </p:sp>
    </p:spTree>
    <p:extLst>
      <p:ext uri="{BB962C8B-B14F-4D97-AF65-F5344CB8AC3E}">
        <p14:creationId xmlns:p14="http://schemas.microsoft.com/office/powerpoint/2010/main" val="83436130"/>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8DFF98-C48E-4551-97BA-03987DC1C20F}"/>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1C1660-81AC-46AC-86C5-F31D185DDBC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33354259-AA79-4506-9A4C-328E7685CB6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87DAD9B-B649-417F-ABD3-E9A9536D78C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예상과 실제 결과</a:t>
            </a:r>
          </a:p>
        </p:txBody>
      </p:sp>
      <p:sp>
        <p:nvSpPr>
          <p:cNvPr id="5" name="">
            <a:extLst xmlns:a="http://schemas.openxmlformats.org/drawingml/2006/main">
              <a:ext uri="{FF2B5EF4-FFF2-40B4-BE49-F238E27FC236}">
                <a16:creationId xmlns:a16="http://schemas.microsoft.com/office/drawing/2014/main" id="{F043AB82-F9CC-44B0-83E8-4DB9BF3F8654}"/>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B15509-4BF8-40FF-81C5-B18B3E5793E6}"/>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F736E329-CABC-4CCD-A42B-1C39E49F3E6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1F7656B8-8E32-4306-B5B6-921F8754B992}"/>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AFE5EF3B-066F-4F48-AE72-930CA1B61F2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B4B9D6FC-96A9-4B33-A55D-E97E29F6E77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867530786"/>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AE83CD-FB5F-4A4D-A161-AC1B31C8D35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4A0BF54-F32F-48D0-96C2-472925A65FB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실패를 읽는 순서</a:t>
            </a:r>
          </a:p>
        </p:txBody>
      </p:sp>
      <p:sp>
        <p:nvSpPr>
          <p:cNvPr id="3" name="">
            <a:extLst xmlns:a="http://schemas.openxmlformats.org/drawingml/2006/main">
              <a:ext uri="{FF2B5EF4-FFF2-40B4-BE49-F238E27FC236}">
                <a16:creationId xmlns:a16="http://schemas.microsoft.com/office/drawing/2014/main" id="{30004D83-CFB8-4836-8477-3025A74BB0E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E9A4DCB-4099-42D2-84A5-1CFB387FF53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어느 파일을 실행했는지 봅니다.</a:t>
            </a:r>
          </a:p>
        </p:txBody>
      </p:sp>
      <p:sp>
        <p:nvSpPr>
          <p:cNvPr id="5" name="">
            <a:extLst xmlns:a="http://schemas.openxmlformats.org/drawingml/2006/main">
              <a:ext uri="{FF2B5EF4-FFF2-40B4-BE49-F238E27FC236}">
                <a16:creationId xmlns:a16="http://schemas.microsoft.com/office/drawing/2014/main" id="{A7A7585E-5469-4006-8E91-A3C29A7DBFF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50CB76D-D0DB-4CCD-B2E0-E86271E4A5E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FDEC4AB-ABA0-4595-BA68-D35C2C54637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기대와 실제가 다른 행을 찾습니다.</a:t>
            </a:r>
          </a:p>
        </p:txBody>
      </p:sp>
      <p:sp>
        <p:nvSpPr>
          <p:cNvPr id="8" name="">
            <a:extLst xmlns:a="http://schemas.openxmlformats.org/drawingml/2006/main">
              <a:ext uri="{FF2B5EF4-FFF2-40B4-BE49-F238E27FC236}">
                <a16:creationId xmlns:a16="http://schemas.microsoft.com/office/drawing/2014/main" id="{E8CCBC57-ED55-445C-873B-B72244AC18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99E96CE-97C4-4C66-AE74-1ED77069929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4B1F2C7F-28DC-4082-BDDE-78FABA47DB6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212030839"/>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3558DC-0BD5-4991-AEBA-2FEF248AD2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591D097-8C2B-4A1C-A17B-56FA231226A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A10  실패도 검사 결과</a:t>
            </a:r>
          </a:p>
        </p:txBody>
      </p:sp>
      <p:sp>
        <p:nvSpPr>
          <p:cNvPr id="3" name="">
            <a:extLst xmlns:a="http://schemas.openxmlformats.org/drawingml/2006/main">
              <a:ext uri="{FF2B5EF4-FFF2-40B4-BE49-F238E27FC236}">
                <a16:creationId xmlns:a16="http://schemas.microsoft.com/office/drawing/2014/main" id="{4878E8FA-DDD8-4191-A745-2D3026E4324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726124E-F587-4291-80E7-85AE5E35668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 전 실패를 먼저 재현합니다.</a:t>
            </a:r>
          </a:p>
        </p:txBody>
      </p:sp>
      <p:sp>
        <p:nvSpPr>
          <p:cNvPr id="5" name="">
            <a:extLst xmlns:a="http://schemas.openxmlformats.org/drawingml/2006/main">
              <a:ext uri="{FF2B5EF4-FFF2-40B4-BE49-F238E27FC236}">
                <a16:creationId xmlns:a16="http://schemas.microsoft.com/office/drawing/2014/main" id="{92965E96-E70F-46BE-8C34-68FAB580CB5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8B8957-80C5-4AE8-AFDA-1647B7E6525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DE584DF-EF92-427A-9120-0F51E31B07A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기대와 실제 차이</a:t>
            </a:r>
            <a:r>
              <a:t>가 수정의 근거입니다.</a:t>
            </a:r>
          </a:p>
        </p:txBody>
      </p:sp>
      <p:sp>
        <p:nvSpPr>
          <p:cNvPr id="8" name="">
            <a:extLst xmlns:a="http://schemas.openxmlformats.org/drawingml/2006/main">
              <a:ext uri="{FF2B5EF4-FFF2-40B4-BE49-F238E27FC236}">
                <a16:creationId xmlns:a16="http://schemas.microsoft.com/office/drawing/2014/main" id="{9A9EEED5-C56E-4BDF-AB78-8F325905A38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9049E31-A345-4746-B7A7-C3BF9155387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E78A5BA8-6522-4EC5-85F6-E26F8F72BD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261727975"/>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338DF47-0C0D-4B52-B5F4-53B3A72D258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D245782-A83E-4B77-B27C-8A101494417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실패도 검사 결과의 예</a:t>
            </a:r>
          </a:p>
        </p:txBody>
      </p:sp>
      <p:sp>
        <p:nvSpPr>
          <p:cNvPr id="3" name="">
            <a:extLst xmlns:a="http://schemas.openxmlformats.org/drawingml/2006/main">
              <a:ext uri="{FF2B5EF4-FFF2-40B4-BE49-F238E27FC236}">
                <a16:creationId xmlns:a16="http://schemas.microsoft.com/office/drawing/2014/main" id="{C58EA519-AC15-46DC-9776-84B381D4D3D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압축을 푼 course</a:t>
            </a:r>
          </a:p>
        </p:txBody>
      </p:sp>
      <p:sp>
        <p:nvSpPr>
          <p:cNvPr id="4" name="">
            <a:extLst xmlns:a="http://schemas.openxmlformats.org/drawingml/2006/main">
              <a:ext uri="{FF2B5EF4-FFF2-40B4-BE49-F238E27FC236}">
                <a16:creationId xmlns:a16="http://schemas.microsoft.com/office/drawing/2014/main" id="{4DADB489-DE43-4D8E-A81C-6AF68EBE7D39}"/>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DAB6AD-C75F-4B44-9B45-9A754C3AAE3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7A6F8EE4-E53F-4B60-B511-D0D88E81AFA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-X utf8 code/check_cases.py code/baseline.py</a:t>
            </a:r>
          </a:p>
        </p:txBody>
      </p:sp>
      <p:sp>
        <p:nvSpPr>
          <p:cNvPr id="7" name="">
            <a:extLst xmlns:a="http://schemas.openxmlformats.org/drawingml/2006/main">
              <a:ext uri="{FF2B5EF4-FFF2-40B4-BE49-F238E27FC236}">
                <a16:creationId xmlns:a16="http://schemas.microsoft.com/office/drawing/2014/main" id="{22A13F56-C34E-4AE1-A008-CD1EADAE0BC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CE99F0E-E242-4C29-8E80-97DDEDA2E3A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1E6169E2-6EA8-4528-84CC-3857763A123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1687408453"/>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B607829-3E19-4DB3-B2A9-3D4C762FC15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6265449-9660-432E-9592-C0BBF44A20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실패도 검사 결과의 줄 읽기</a:t>
            </a:r>
          </a:p>
        </p:txBody>
      </p:sp>
      <p:sp>
        <p:nvSpPr>
          <p:cNvPr id="3" name="">
            <a:extLst xmlns:a="http://schemas.openxmlformats.org/drawingml/2006/main">
              <a:ext uri="{FF2B5EF4-FFF2-40B4-BE49-F238E27FC236}">
                <a16:creationId xmlns:a16="http://schemas.microsoft.com/office/drawing/2014/main" id="{1C9319B7-5F3A-47E9-9804-4863860D84C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618705D-B6F4-41A0-A6EA-1149A80485F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대상 파일과 입력 인수를 읽습니다.</a:t>
            </a:r>
          </a:p>
        </p:txBody>
      </p:sp>
      <p:sp>
        <p:nvSpPr>
          <p:cNvPr id="5" name="">
            <a:extLst xmlns:a="http://schemas.openxmlformats.org/drawingml/2006/main">
              <a:ext uri="{FF2B5EF4-FFF2-40B4-BE49-F238E27FC236}">
                <a16:creationId xmlns:a16="http://schemas.microsoft.com/office/drawing/2014/main" id="{1F7D151D-4E44-4C72-AABA-8D9105DB00B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6A7A56-E21A-43B6-9A1F-0230D66066E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7CE1E28-5630-43E1-BAFA-41574A5BED7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조건을 위에서 아래로 확인합니다.</a:t>
            </a:r>
          </a:p>
        </p:txBody>
      </p:sp>
      <p:sp>
        <p:nvSpPr>
          <p:cNvPr id="8" name="">
            <a:extLst xmlns:a="http://schemas.openxmlformats.org/drawingml/2006/main">
              <a:ext uri="{FF2B5EF4-FFF2-40B4-BE49-F238E27FC236}">
                <a16:creationId xmlns:a16="http://schemas.microsoft.com/office/drawing/2014/main" id="{4472AD0E-4FA2-46E5-8A88-24D023C8A06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7F15AD9-CA29-42B2-8B2B-06DDE2A485C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761498F-394A-47AA-B5F6-BE009D593735}"/>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결과를 반환하는 위치를 찾습니다.</a:t>
            </a:r>
          </a:p>
        </p:txBody>
      </p:sp>
      <p:sp>
        <p:nvSpPr>
          <p:cNvPr id="11" name="">
            <a:extLst xmlns:a="http://schemas.openxmlformats.org/drawingml/2006/main">
              <a:ext uri="{FF2B5EF4-FFF2-40B4-BE49-F238E27FC236}">
                <a16:creationId xmlns:a16="http://schemas.microsoft.com/office/drawing/2014/main" id="{0649B351-B837-4AFC-ACFB-52E4DF12D8B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02394C5-E0E4-4778-B6D1-789C5400F4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C1EAEAA8-02F0-4953-8BD5-7CDF5984B7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692205974"/>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C36E1F-696D-47FF-BEE5-9989A9CE35C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B705534-3B7B-4FCF-978E-4A7F961D6A4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예상된 FAIL</a:t>
            </a:r>
          </a:p>
        </p:txBody>
      </p:sp>
      <p:sp>
        <p:nvSpPr>
          <p:cNvPr id="3" name="">
            <a:extLst xmlns:a="http://schemas.openxmlformats.org/drawingml/2006/main">
              <a:ext uri="{FF2B5EF4-FFF2-40B4-BE49-F238E27FC236}">
                <a16:creationId xmlns:a16="http://schemas.microsoft.com/office/drawing/2014/main" id="{8A0C8DD3-E59D-489F-92E5-C5B0D72E92E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종료 코드 1</a:t>
            </a:r>
          </a:p>
        </p:txBody>
      </p:sp>
      <p:sp>
        <p:nvSpPr>
          <p:cNvPr id="4" name="">
            <a:extLst xmlns:a="http://schemas.openxmlformats.org/drawingml/2006/main">
              <a:ext uri="{FF2B5EF4-FFF2-40B4-BE49-F238E27FC236}">
                <a16:creationId xmlns:a16="http://schemas.microsoft.com/office/drawing/2014/main" id="{4F2DEFDD-0AC5-4827-9C9D-564AB97A49E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FE8606-2023-4A6E-ADD6-9E4330A153B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28과 None</a:t>
            </a:r>
            <a:r>
              <a:t>에서 계약과 다른 결과가 나옵니다.</a:t>
            </a:r>
          </a:p>
        </p:txBody>
      </p:sp>
      <p:sp>
        <p:nvSpPr>
          <p:cNvPr id="6" name="">
            <a:extLst xmlns:a="http://schemas.openxmlformats.org/drawingml/2006/main">
              <a:ext uri="{FF2B5EF4-FFF2-40B4-BE49-F238E27FC236}">
                <a16:creationId xmlns:a16="http://schemas.microsoft.com/office/drawing/2014/main" id="{EEAE6507-E6AB-4E96-A7F9-BCC3B37D7C3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검사기의 </a:t>
            </a:r>
            <a:r>
              <a:rPr b="1">
                <a:solidFill>
                  <a:srgbClr val="002FA7"/>
                </a:solidFill>
              </a:rPr>
              <a:t>종료 코드 1</a:t>
            </a:r>
            <a:r>
              <a:t>은 실패 사례입니다.</a:t>
            </a:r>
          </a:p>
        </p:txBody>
      </p:sp>
      <p:sp>
        <p:nvSpPr>
          <p:cNvPr id="7" name="">
            <a:extLst xmlns:a="http://schemas.openxmlformats.org/drawingml/2006/main">
              <a:ext uri="{FF2B5EF4-FFF2-40B4-BE49-F238E27FC236}">
                <a16:creationId xmlns:a16="http://schemas.microsoft.com/office/drawing/2014/main" id="{277B0EDC-E232-46CE-B8DA-4750A45DF86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6B077B-B190-4D28-A064-E3BEBD89D0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153D9BE6-A64B-4BEC-BE2D-41DFCDB4473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652815300"/>
      </p:ext>
    </p:extLst>
  </p:cSld>
</p:sld>
</file>

<file path=ppt/slides/slide5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0AF849-08A5-4850-84E7-912FD03E146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8C314481-3FC6-40A1-A60B-7A324B81E7C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실패와 설치 오류</a:t>
            </a:r>
          </a:p>
        </p:txBody>
      </p:sp>
      <p:sp>
        <p:nvSpPr>
          <p:cNvPr id="3" name="">
            <a:extLst xmlns:a="http://schemas.openxmlformats.org/drawingml/2006/main">
              <a:ext uri="{FF2B5EF4-FFF2-40B4-BE49-F238E27FC236}">
                <a16:creationId xmlns:a16="http://schemas.microsoft.com/office/drawing/2014/main" id="{CF85CB22-C4B6-484B-A4F0-67881586DE5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FAIL이 보이면 재설치부터 해야 하나요?</a:t>
            </a:r>
          </a:p>
        </p:txBody>
      </p:sp>
      <p:sp>
        <p:nvSpPr>
          <p:cNvPr id="4" name="">
            <a:extLst xmlns:a="http://schemas.openxmlformats.org/drawingml/2006/main">
              <a:ext uri="{FF2B5EF4-FFF2-40B4-BE49-F238E27FC236}">
                <a16:creationId xmlns:a16="http://schemas.microsoft.com/office/drawing/2014/main" id="{AD483240-70FE-4FB0-B892-56C62040D5B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AE726E-F11B-46A4-9CAF-9A15C8A5BA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3FD20DB8-0E33-4B69-9D77-9BA67AE000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053</a:t>
            </a:r>
          </a:p>
        </p:txBody>
      </p:sp>
    </p:spTree>
    <p:extLst>
      <p:ext uri="{BB962C8B-B14F-4D97-AF65-F5344CB8AC3E}">
        <p14:creationId xmlns:p14="http://schemas.microsoft.com/office/powerpoint/2010/main" val="307175463"/>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8EAD48-F42F-4F46-9467-BD6A3CFCB53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360763F-25C7-43FF-ADF8-98027C8B2FC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A11  같은 값의 포함 여부</a:t>
            </a:r>
          </a:p>
        </p:txBody>
      </p:sp>
      <p:sp>
        <p:nvSpPr>
          <p:cNvPr id="3" name="">
            <a:extLst xmlns:a="http://schemas.openxmlformats.org/drawingml/2006/main">
              <a:ext uri="{FF2B5EF4-FFF2-40B4-BE49-F238E27FC236}">
                <a16:creationId xmlns:a16="http://schemas.microsoft.com/office/drawing/2014/main" id="{98587BF7-7488-4E94-8017-E6A4C09F8CCF}"/>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FE084C7-FE96-4F6A-B395-E2AE99BFBF9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&gt;</a:t>
            </a:r>
            <a:r>
              <a:t>는 기준보다 큰 값입니다.</a:t>
            </a:r>
          </a:p>
        </p:txBody>
      </p:sp>
      <p:sp>
        <p:nvSpPr>
          <p:cNvPr id="5" name="">
            <a:extLst xmlns:a="http://schemas.openxmlformats.org/drawingml/2006/main">
              <a:ext uri="{FF2B5EF4-FFF2-40B4-BE49-F238E27FC236}">
                <a16:creationId xmlns:a16="http://schemas.microsoft.com/office/drawing/2014/main" id="{C5D8B7EB-AC89-4102-9FC0-5E25BB07A33B}"/>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&gt;=</a:t>
            </a:r>
            <a:r>
              <a:t>는 기준과 같은 값도 포함합니다.</a:t>
            </a:r>
          </a:p>
        </p:txBody>
      </p:sp>
      <p:sp>
        <p:nvSpPr>
          <p:cNvPr id="6" name="">
            <a:extLst xmlns:a="http://schemas.openxmlformats.org/drawingml/2006/main">
              <a:ext uri="{FF2B5EF4-FFF2-40B4-BE49-F238E27FC236}">
                <a16:creationId xmlns:a16="http://schemas.microsoft.com/office/drawing/2014/main" id="{CE825CA3-F1E1-4967-8805-A62D8099F5A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5A7EEC2-BD20-4748-A6D7-EEDB07B928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52969EDC-099C-4938-8C14-9A2EBDD7BD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839916601"/>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A006F58-672F-4EB5-AE13-ECE22EF1A2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7EBA14D-8173-4F14-8688-DEDBA56259F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값의 포함 여부의 예</a:t>
            </a:r>
          </a:p>
        </p:txBody>
      </p:sp>
      <p:sp>
        <p:nvSpPr>
          <p:cNvPr id="3" name="">
            <a:extLst xmlns:a="http://schemas.openxmlformats.org/drawingml/2006/main">
              <a:ext uri="{FF2B5EF4-FFF2-40B4-BE49-F238E27FC236}">
                <a16:creationId xmlns:a16="http://schemas.microsoft.com/office/drawing/2014/main" id="{703D1BD3-C3CE-44A8-8706-36A014CEF50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경계 비교만 떼어 낸 짧은 완성 예입니다.</a:t>
            </a:r>
          </a:p>
        </p:txBody>
      </p:sp>
      <p:sp>
        <p:nvSpPr>
          <p:cNvPr id="4" name="">
            <a:extLst xmlns:a="http://schemas.openxmlformats.org/drawingml/2006/main">
              <a:ext uri="{FF2B5EF4-FFF2-40B4-BE49-F238E27FC236}">
                <a16:creationId xmlns:a16="http://schemas.microsoft.com/office/drawing/2014/main" id="{6D01DFF4-50BD-449A-A01D-CB496A69B438}"/>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ADE4F2-09DF-4C4B-BBD2-04B775DEC5B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1200ECC4-7190-4B3B-80ED-ACC213B08CF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classify(value, threshold=28):</a:t>
            </a:r>
          </a:p>
        </p:txBody>
      </p:sp>
      <p:sp>
        <p:nvSpPr>
          <p:cNvPr id="7" name="">
            <a:extLst xmlns:a="http://schemas.openxmlformats.org/drawingml/2006/main">
              <a:ext uri="{FF2B5EF4-FFF2-40B4-BE49-F238E27FC236}">
                <a16:creationId xmlns:a16="http://schemas.microsoft.com/office/drawing/2014/main" id="{0EF9B09A-F972-456F-9649-AD9DB5FEB67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FBB9FA01-76BF-452D-8B34-1C155F1AD8AE}"/>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&gt; threshold:</a:t>
            </a:r>
          </a:p>
        </p:txBody>
      </p:sp>
      <p:sp>
        <p:nvSpPr>
          <p:cNvPr id="9" name="">
            <a:extLst xmlns:a="http://schemas.openxmlformats.org/drawingml/2006/main">
              <a:ext uri="{FF2B5EF4-FFF2-40B4-BE49-F238E27FC236}">
                <a16:creationId xmlns:a16="http://schemas.microsoft.com/office/drawing/2014/main" id="{7FB8014D-EEBB-4CD2-A54D-BE8F517B87D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09E27E1B-C3E2-445C-8891-2976BAB1D23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"주의"</a:t>
            </a:r>
          </a:p>
        </p:txBody>
      </p:sp>
      <p:sp>
        <p:nvSpPr>
          <p:cNvPr id="11" name="">
            <a:extLst xmlns:a="http://schemas.openxmlformats.org/drawingml/2006/main">
              <a:ext uri="{FF2B5EF4-FFF2-40B4-BE49-F238E27FC236}">
                <a16:creationId xmlns:a16="http://schemas.microsoft.com/office/drawing/2014/main" id="{67F7CD4F-3571-4BE2-8D7C-42409645D5E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A016006F-12FA-45A2-B9DE-143DE48E551E}"/>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"정상"</a:t>
            </a:r>
          </a:p>
        </p:txBody>
      </p:sp>
      <p:sp>
        <p:nvSpPr>
          <p:cNvPr id="13" name="">
            <a:extLst xmlns:a="http://schemas.openxmlformats.org/drawingml/2006/main">
              <a:ext uri="{FF2B5EF4-FFF2-40B4-BE49-F238E27FC236}">
                <a16:creationId xmlns:a16="http://schemas.microsoft.com/office/drawing/2014/main" id="{9E28DD7A-E4CD-4CEB-AF54-C186675081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5A2A126-24F6-4E0C-BB91-99EB264766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5" name="">
            <a:extLst xmlns:a="http://schemas.openxmlformats.org/drawingml/2006/main">
              <a:ext uri="{FF2B5EF4-FFF2-40B4-BE49-F238E27FC236}">
                <a16:creationId xmlns:a16="http://schemas.microsoft.com/office/drawing/2014/main" id="{061EF30F-26A7-490A-8344-37627970B0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1917445402"/>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3518DFD-930C-41DB-8EE1-5E2746A37A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C0D933A-E4C6-4334-84ED-92359E1E323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값의 포함 여부의 줄 읽기</a:t>
            </a:r>
          </a:p>
        </p:txBody>
      </p:sp>
      <p:sp>
        <p:nvSpPr>
          <p:cNvPr id="3" name="">
            <a:extLst xmlns:a="http://schemas.openxmlformats.org/drawingml/2006/main">
              <a:ext uri="{FF2B5EF4-FFF2-40B4-BE49-F238E27FC236}">
                <a16:creationId xmlns:a16="http://schemas.microsoft.com/office/drawing/2014/main" id="{64843DC6-D71D-4F14-B11C-CD918832231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DDF3CBD-B6C6-4B55-8D18-E699C81F35B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대상 파일과 입력 인수를 읽습니다.</a:t>
            </a:r>
          </a:p>
        </p:txBody>
      </p:sp>
      <p:sp>
        <p:nvSpPr>
          <p:cNvPr id="5" name="">
            <a:extLst xmlns:a="http://schemas.openxmlformats.org/drawingml/2006/main">
              <a:ext uri="{FF2B5EF4-FFF2-40B4-BE49-F238E27FC236}">
                <a16:creationId xmlns:a16="http://schemas.microsoft.com/office/drawing/2014/main" id="{F7FCC5BF-1CA7-402A-8B49-176BD64D001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FFF54C1-83CF-4757-B450-1993B5226B3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51EAFA2-0CFF-495F-A9D5-D908497FE6A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조건을 위에서 아래로 확인합니다.</a:t>
            </a:r>
          </a:p>
        </p:txBody>
      </p:sp>
      <p:sp>
        <p:nvSpPr>
          <p:cNvPr id="8" name="">
            <a:extLst xmlns:a="http://schemas.openxmlformats.org/drawingml/2006/main">
              <a:ext uri="{FF2B5EF4-FFF2-40B4-BE49-F238E27FC236}">
                <a16:creationId xmlns:a16="http://schemas.microsoft.com/office/drawing/2014/main" id="{C6BE0AF3-32C4-4CB4-A128-86185977E71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AFE2FA-B70B-49BB-A96C-DD1787528D0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1C3A98D-C0EF-40B0-868B-4FB5B13230E3}"/>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결과를 반환하는 위치를 찾습니다.</a:t>
            </a:r>
          </a:p>
        </p:txBody>
      </p:sp>
      <p:sp>
        <p:nvSpPr>
          <p:cNvPr id="11" name="">
            <a:extLst xmlns:a="http://schemas.openxmlformats.org/drawingml/2006/main">
              <a:ext uri="{FF2B5EF4-FFF2-40B4-BE49-F238E27FC236}">
                <a16:creationId xmlns:a16="http://schemas.microsoft.com/office/drawing/2014/main" id="{2C424591-2A38-4106-81D0-6B36F8F1514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4B14398-C003-4FFE-AE9B-0C3C53E501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1123DF3D-60C3-4D82-9AC4-C69FF7F3637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315110426"/>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9F89B4-D5DF-4A75-BEC3-1D93F2FEE4C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1E81763-5391-45DA-BDA5-57CF02A118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기호 수정</a:t>
            </a:r>
          </a:p>
        </p:txBody>
      </p:sp>
      <p:sp>
        <p:nvSpPr>
          <p:cNvPr id="3" name="">
            <a:extLst xmlns:a="http://schemas.openxmlformats.org/drawingml/2006/main">
              <a:ext uri="{FF2B5EF4-FFF2-40B4-BE49-F238E27FC236}">
                <a16:creationId xmlns:a16="http://schemas.microsoft.com/office/drawing/2014/main" id="{0586D86D-6F95-4D40-8E98-C24721CCD3D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AC0BC0C-4872-4EF2-AA98-37C9347FB4B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&gt;를 &gt;=로</a:t>
            </a:r>
            <a:r>
              <a:t> 바꾸면 28이 주의가 됩니다.</a:t>
            </a:r>
          </a:p>
        </p:txBody>
      </p:sp>
      <p:sp>
        <p:nvSpPr>
          <p:cNvPr id="5" name="">
            <a:extLst xmlns:a="http://schemas.openxmlformats.org/drawingml/2006/main">
              <a:ext uri="{FF2B5EF4-FFF2-40B4-BE49-F238E27FC236}">
                <a16:creationId xmlns:a16="http://schemas.microsoft.com/office/drawing/2014/main" id="{128CC166-0284-436D-9FCE-A7047A747E1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0FA714-C16B-4CB5-8E32-8E6E4F4ADC7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F45BC84-3857-48DB-B905-59EF24936CF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27.9와 28.1도 다시 확인합니다.</a:t>
            </a:r>
          </a:p>
        </p:txBody>
      </p:sp>
      <p:sp>
        <p:nvSpPr>
          <p:cNvPr id="8" name="">
            <a:extLst xmlns:a="http://schemas.openxmlformats.org/drawingml/2006/main">
              <a:ext uri="{FF2B5EF4-FFF2-40B4-BE49-F238E27FC236}">
                <a16:creationId xmlns:a16="http://schemas.microsoft.com/office/drawing/2014/main" id="{FFF4A4EA-F81A-472B-82C0-70F9F93F05E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E88406-F8A3-4F8F-AE3F-488F294E92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5669D9A4-B3F4-4971-8B63-D9637D80FEE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828756643"/>
      </p:ext>
    </p:extLst>
  </p:cSld>
</p:sld>
</file>

<file path=ppt/slides/slide5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86AAC9-A71C-4395-BA46-6284D2B0FDD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03640C43-1B76-4CE8-BE09-3CF6073508E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기준과 기호</a:t>
            </a:r>
          </a:p>
        </p:txBody>
      </p:sp>
      <p:sp>
        <p:nvSpPr>
          <p:cNvPr id="3" name="">
            <a:extLst xmlns:a="http://schemas.openxmlformats.org/drawingml/2006/main">
              <a:ext uri="{FF2B5EF4-FFF2-40B4-BE49-F238E27FC236}">
                <a16:creationId xmlns:a16="http://schemas.microsoft.com/office/drawing/2014/main" id="{74F3CF82-ECA6-427A-896A-28066D8390F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기준을 27로 낮추는 것과 같은가요?</a:t>
            </a:r>
          </a:p>
        </p:txBody>
      </p:sp>
      <p:sp>
        <p:nvSpPr>
          <p:cNvPr id="4" name="">
            <a:extLst xmlns:a="http://schemas.openxmlformats.org/drawingml/2006/main">
              <a:ext uri="{FF2B5EF4-FFF2-40B4-BE49-F238E27FC236}">
                <a16:creationId xmlns:a16="http://schemas.microsoft.com/office/drawing/2014/main" id="{897DFBE7-C84A-4E42-87E2-E330700DD9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E3A1EB-174C-446A-B4DD-A87A0B7ACD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06C5A38E-81EE-4813-A09D-D4142178A2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058</a:t>
            </a:r>
          </a:p>
        </p:txBody>
      </p:sp>
    </p:spTree>
    <p:extLst>
      <p:ext uri="{BB962C8B-B14F-4D97-AF65-F5344CB8AC3E}">
        <p14:creationId xmlns:p14="http://schemas.microsoft.com/office/powerpoint/2010/main" val="1203510983"/>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BC64BB-1801-4A6A-9D3F-82B36D31C74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D83AFAE-F966-4412-BCF1-23E09CE04EB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A12  누락·종류·범위 검사</a:t>
            </a:r>
          </a:p>
        </p:txBody>
      </p:sp>
      <p:sp>
        <p:nvSpPr>
          <p:cNvPr id="3" name="">
            <a:extLst xmlns:a="http://schemas.openxmlformats.org/drawingml/2006/main">
              <a:ext uri="{FF2B5EF4-FFF2-40B4-BE49-F238E27FC236}">
                <a16:creationId xmlns:a16="http://schemas.microsoft.com/office/drawing/2014/main" id="{C450BE2A-700D-4097-BA38-4EB7C11C84A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D9DD3BD-EDBF-4B68-9200-D1616CA81DE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None</a:t>
            </a:r>
            <a:r>
              <a:t>은 미측정으로 먼저 돌려줍니다.</a:t>
            </a:r>
          </a:p>
        </p:txBody>
      </p:sp>
      <p:sp>
        <p:nvSpPr>
          <p:cNvPr id="5" name="">
            <a:extLst xmlns:a="http://schemas.openxmlformats.org/drawingml/2006/main">
              <a:ext uri="{FF2B5EF4-FFF2-40B4-BE49-F238E27FC236}">
                <a16:creationId xmlns:a16="http://schemas.microsoft.com/office/drawing/2014/main" id="{AF56ED59-DB14-41F0-A5EF-1A4D93A4C3F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42781EF-AB32-48DB-93EF-34865637604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57B097C-9027-4A99-893C-B3BC2BC11DA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숫자 종류와 범위</a:t>
            </a:r>
            <a:r>
              <a:t>를 비교 전에 확인합니다.</a:t>
            </a:r>
          </a:p>
        </p:txBody>
      </p:sp>
      <p:sp>
        <p:nvSpPr>
          <p:cNvPr id="8" name="">
            <a:extLst xmlns:a="http://schemas.openxmlformats.org/drawingml/2006/main">
              <a:ext uri="{FF2B5EF4-FFF2-40B4-BE49-F238E27FC236}">
                <a16:creationId xmlns:a16="http://schemas.microsoft.com/office/drawing/2014/main" id="{931A3474-F1CD-4FF9-B6BD-D03679A2A5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A3C77C-0499-4E23-9A4F-25D68BD842A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A2CE0E9B-69F6-4869-BD61-35BBE5E3E0A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745783612"/>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6A571BC-49B8-4ED7-B333-BF4C43E677D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6867F99-80E1-4F12-B67A-F8F04981CA9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누락·종류·범위 검사의 예</a:t>
            </a:r>
          </a:p>
        </p:txBody>
      </p:sp>
      <p:sp>
        <p:nvSpPr>
          <p:cNvPr id="3" name="">
            <a:extLst xmlns:a="http://schemas.openxmlformats.org/drawingml/2006/main">
              <a:ext uri="{FF2B5EF4-FFF2-40B4-BE49-F238E27FC236}">
                <a16:creationId xmlns:a16="http://schemas.microsoft.com/office/drawing/2014/main" id="{F3F530F9-F10F-4EA7-99C5-3F72D2ADDBD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code/reviewed.py의 함수 내부</a:t>
            </a:r>
          </a:p>
        </p:txBody>
      </p:sp>
      <p:sp>
        <p:nvSpPr>
          <p:cNvPr id="4" name="">
            <a:extLst xmlns:a="http://schemas.openxmlformats.org/drawingml/2006/main">
              <a:ext uri="{FF2B5EF4-FFF2-40B4-BE49-F238E27FC236}">
                <a16:creationId xmlns:a16="http://schemas.microsoft.com/office/drawing/2014/main" id="{F479DFF2-BBB6-4560-943C-851AC51D8472}"/>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29CB42-7B87-4502-9B38-C79EA66E6F7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E3AC7A18-D42F-4736-9B1D-F5C8AFE3102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value is </a:t>
            </a:r>
            <a:r>
              <a:rPr b="1">
                <a:solidFill>
                  <a:srgbClr val="FFFFFF"/>
                </a:solidFill>
              </a:rPr>
              <a:t>None</a:t>
            </a:r>
            <a:r>
              <a:rPr>
                <a:solidFill>
                  <a:srgbClr val="FFFFFF"/>
                </a:solidFill>
              </a:rPr>
              <a:t>:</a:t>
            </a:r>
          </a:p>
        </p:txBody>
      </p:sp>
      <p:sp>
        <p:nvSpPr>
          <p:cNvPr id="7" name="">
            <a:extLst xmlns:a="http://schemas.openxmlformats.org/drawingml/2006/main">
              <a:ext uri="{FF2B5EF4-FFF2-40B4-BE49-F238E27FC236}">
                <a16:creationId xmlns:a16="http://schemas.microsoft.com/office/drawing/2014/main" id="{6AC603A4-D0AD-467B-A6E4-2A8CE376CA8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1BBBC1E3-CE11-47AA-822F-0B376D81135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"미측정"</a:t>
            </a:r>
          </a:p>
        </p:txBody>
      </p:sp>
      <p:sp>
        <p:nvSpPr>
          <p:cNvPr id="9" name="">
            <a:extLst xmlns:a="http://schemas.openxmlformats.org/drawingml/2006/main">
              <a:ext uri="{FF2B5EF4-FFF2-40B4-BE49-F238E27FC236}">
                <a16:creationId xmlns:a16="http://schemas.microsoft.com/office/drawing/2014/main" id="{61330CFE-1C1B-49E3-A392-0D384568EE4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BABB70C4-6EDD-4BE0-9E53-962FDF3D8663}"/>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type(value) not </a:t>
            </a:r>
            <a:r>
              <a:rPr b="1">
                <a:solidFill>
                  <a:srgbClr val="FFFFFF"/>
                </a:solidFill>
              </a:rPr>
              <a:t>in</a:t>
            </a:r>
            <a:r>
              <a:rPr>
                <a:solidFill>
                  <a:srgbClr val="FFFFFF"/>
                </a:solidFill>
              </a:rPr>
              <a:t> (int, float):</a:t>
            </a:r>
          </a:p>
        </p:txBody>
      </p:sp>
      <p:sp>
        <p:nvSpPr>
          <p:cNvPr id="11" name="">
            <a:extLst xmlns:a="http://schemas.openxmlformats.org/drawingml/2006/main">
              <a:ext uri="{FF2B5EF4-FFF2-40B4-BE49-F238E27FC236}">
                <a16:creationId xmlns:a16="http://schemas.microsoft.com/office/drawing/2014/main" id="{CE1FC458-E22A-44C7-BEDD-B751F9B2C128}"/>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28621E96-D618-4A6A-9FEC-7AA4C888D368}"/>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"입력 오류"</a:t>
            </a:r>
          </a:p>
        </p:txBody>
      </p:sp>
      <p:sp>
        <p:nvSpPr>
          <p:cNvPr id="13" name="">
            <a:extLst xmlns:a="http://schemas.openxmlformats.org/drawingml/2006/main">
              <a:ext uri="{FF2B5EF4-FFF2-40B4-BE49-F238E27FC236}">
                <a16:creationId xmlns:a16="http://schemas.microsoft.com/office/drawing/2014/main" id="{70A1C49F-0F93-4685-A1A7-BB6F5C4C4FFE}"/>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FC3D08D2-BA9D-42B1-921F-BA0E3709EF3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not 0 &lt;= value &lt;= 50:</a:t>
            </a:r>
          </a:p>
        </p:txBody>
      </p:sp>
      <p:sp>
        <p:nvSpPr>
          <p:cNvPr id="15" name="">
            <a:extLst xmlns:a="http://schemas.openxmlformats.org/drawingml/2006/main">
              <a:ext uri="{FF2B5EF4-FFF2-40B4-BE49-F238E27FC236}">
                <a16:creationId xmlns:a16="http://schemas.microsoft.com/office/drawing/2014/main" id="{8F105389-4E5A-42B7-9121-ECB0471A365F}"/>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83AA39F2-6E9D-4174-B78F-280D54EA0914}"/>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"입력 오류"</a:t>
            </a:r>
          </a:p>
        </p:txBody>
      </p:sp>
      <p:sp>
        <p:nvSpPr>
          <p:cNvPr id="17" name="">
            <a:extLst xmlns:a="http://schemas.openxmlformats.org/drawingml/2006/main">
              <a:ext uri="{FF2B5EF4-FFF2-40B4-BE49-F238E27FC236}">
                <a16:creationId xmlns:a16="http://schemas.microsoft.com/office/drawing/2014/main" id="{148AECD2-B174-485E-8636-9010757922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6E2376B-59DA-4696-8FB8-BA662F35D44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9" name="">
            <a:extLst xmlns:a="http://schemas.openxmlformats.org/drawingml/2006/main">
              <a:ext uri="{FF2B5EF4-FFF2-40B4-BE49-F238E27FC236}">
                <a16:creationId xmlns:a16="http://schemas.microsoft.com/office/drawing/2014/main" id="{37A84FC7-D783-4864-A72A-EDA2FD02DDC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517639010"/>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98BCD7E-A5FB-49FF-9956-3354A04B962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A4CA361-37E6-4205-A1D5-923D95AD05F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누락·종류·범위 검사의 줄 읽기</a:t>
            </a:r>
          </a:p>
        </p:txBody>
      </p:sp>
      <p:sp>
        <p:nvSpPr>
          <p:cNvPr id="3" name="">
            <a:extLst xmlns:a="http://schemas.openxmlformats.org/drawingml/2006/main">
              <a:ext uri="{FF2B5EF4-FFF2-40B4-BE49-F238E27FC236}">
                <a16:creationId xmlns:a16="http://schemas.microsoft.com/office/drawing/2014/main" id="{07158696-C774-4080-BBDD-1D6D6D15321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D1075D3-E60F-44CC-978F-65378819F31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대상 파일과 입력 인수를 읽습니다.</a:t>
            </a:r>
          </a:p>
        </p:txBody>
      </p:sp>
      <p:sp>
        <p:nvSpPr>
          <p:cNvPr id="5" name="">
            <a:extLst xmlns:a="http://schemas.openxmlformats.org/drawingml/2006/main">
              <a:ext uri="{FF2B5EF4-FFF2-40B4-BE49-F238E27FC236}">
                <a16:creationId xmlns:a16="http://schemas.microsoft.com/office/drawing/2014/main" id="{0FA533BF-8E4F-4B08-AD19-A0AC582C44E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0442BA-4F7B-4820-8F05-9FC8E03B2BE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F7680DB-AACE-489D-9607-795ED209FB6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조건을 위에서 아래로 확인합니다.</a:t>
            </a:r>
          </a:p>
        </p:txBody>
      </p:sp>
      <p:sp>
        <p:nvSpPr>
          <p:cNvPr id="8" name="">
            <a:extLst xmlns:a="http://schemas.openxmlformats.org/drawingml/2006/main">
              <a:ext uri="{FF2B5EF4-FFF2-40B4-BE49-F238E27FC236}">
                <a16:creationId xmlns:a16="http://schemas.microsoft.com/office/drawing/2014/main" id="{64DB4A80-2F9A-497C-A944-01424BB58A0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4B9430A-F3CA-4356-9896-1A592067B19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E12F9655-8663-44E4-8192-77CAFA697C2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결과를 반환하는 위치를 찾습니다.</a:t>
            </a:r>
          </a:p>
        </p:txBody>
      </p:sp>
      <p:sp>
        <p:nvSpPr>
          <p:cNvPr id="11" name="">
            <a:extLst xmlns:a="http://schemas.openxmlformats.org/drawingml/2006/main">
              <a:ext uri="{FF2B5EF4-FFF2-40B4-BE49-F238E27FC236}">
                <a16:creationId xmlns:a16="http://schemas.microsoft.com/office/drawing/2014/main" id="{B3EDD23B-F918-4D9B-A4E3-551A585B87B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9515164-207F-4F77-B2C7-9A0DEA4C73B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0A51EE69-EAA9-48B7-90A7-61507E7AAD5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015993236"/>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B9F0D1-AEF2-4FEB-A02A-0CDD38A14B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4F290A4-27C9-426B-86EC-0F81235C377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입력별 결과</a:t>
            </a:r>
          </a:p>
        </p:txBody>
      </p:sp>
      <p:sp>
        <p:nvSpPr>
          <p:cNvPr id="3" name="">
            <a:extLst xmlns:a="http://schemas.openxmlformats.org/drawingml/2006/main">
              <a:ext uri="{FF2B5EF4-FFF2-40B4-BE49-F238E27FC236}">
                <a16:creationId xmlns:a16="http://schemas.microsoft.com/office/drawing/2014/main" id="{801C1714-EB79-443C-A90E-5EC1B870222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3B6683F-1E7C-44D0-A6AA-BFABE5BAD16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0</a:t>
            </a:r>
            <a:r>
              <a:t>은 정상, </a:t>
            </a:r>
            <a:r>
              <a:rPr b="1">
                <a:solidFill>
                  <a:srgbClr val="002FA7"/>
                </a:solidFill>
              </a:rPr>
              <a:t>None</a:t>
            </a:r>
            <a:r>
              <a:t>은 미측정입니다.</a:t>
            </a:r>
          </a:p>
        </p:txBody>
      </p:sp>
      <p:sp>
        <p:nvSpPr>
          <p:cNvPr id="5" name="">
            <a:extLst xmlns:a="http://schemas.openxmlformats.org/drawingml/2006/main">
              <a:ext uri="{FF2B5EF4-FFF2-40B4-BE49-F238E27FC236}">
                <a16:creationId xmlns:a16="http://schemas.microsoft.com/office/drawing/2014/main" id="{D448842B-0B5C-4C2F-8364-0310A8503BAB}"/>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True</a:t>
            </a:r>
            <a:r>
              <a:t>와 "28"과 51은 </a:t>
            </a:r>
            <a:r>
              <a:rPr b="1">
                <a:solidFill>
                  <a:srgbClr val="002FA7"/>
                </a:solidFill>
              </a:rPr>
              <a:t>입력 오류</a:t>
            </a:r>
            <a:r>
              <a:t>입니다.</a:t>
            </a:r>
          </a:p>
        </p:txBody>
      </p:sp>
      <p:sp>
        <p:nvSpPr>
          <p:cNvPr id="6" name="">
            <a:extLst xmlns:a="http://schemas.openxmlformats.org/drawingml/2006/main">
              <a:ext uri="{FF2B5EF4-FFF2-40B4-BE49-F238E27FC236}">
                <a16:creationId xmlns:a16="http://schemas.microsoft.com/office/drawing/2014/main" id="{FA7AB440-A830-4FC2-B7F8-6B42D8BE5E9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F7CA723-0506-4A4A-A3D6-DFE03D5EBF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22AB66BF-BE65-4BB5-8E2A-75F344D452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740785290"/>
      </p:ext>
    </p:extLst>
  </p:cSld>
</p:sld>
</file>

<file path=ppt/slides/slide6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BA9F9B-C537-47C2-908C-DC504292ECD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83017453-28BE-43AA-9778-E16ADAA561E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 순서</a:t>
            </a:r>
          </a:p>
        </p:txBody>
      </p:sp>
      <p:sp>
        <p:nvSpPr>
          <p:cNvPr id="3" name="">
            <a:extLst xmlns:a="http://schemas.openxmlformats.org/drawingml/2006/main">
              <a:ext uri="{FF2B5EF4-FFF2-40B4-BE49-F238E27FC236}">
                <a16:creationId xmlns:a16="http://schemas.microsoft.com/office/drawing/2014/main" id="{C329006E-43DA-4B73-BB28-2B80E36D511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문자에 온도 비교를 먼저 하면?</a:t>
            </a:r>
          </a:p>
        </p:txBody>
      </p:sp>
      <p:sp>
        <p:nvSpPr>
          <p:cNvPr id="4" name="">
            <a:extLst xmlns:a="http://schemas.openxmlformats.org/drawingml/2006/main">
              <a:ext uri="{FF2B5EF4-FFF2-40B4-BE49-F238E27FC236}">
                <a16:creationId xmlns:a16="http://schemas.microsoft.com/office/drawing/2014/main" id="{6C37CB4D-AB5D-4DEC-A97D-4C847191867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문제가 생길 수 있나요?</a:t>
            </a:r>
          </a:p>
        </p:txBody>
      </p:sp>
      <p:sp>
        <p:nvSpPr>
          <p:cNvPr id="5" name="">
            <a:extLst xmlns:a="http://schemas.openxmlformats.org/drawingml/2006/main">
              <a:ext uri="{FF2B5EF4-FFF2-40B4-BE49-F238E27FC236}">
                <a16:creationId xmlns:a16="http://schemas.microsoft.com/office/drawing/2014/main" id="{0EB56E5E-F721-41F4-A4FE-E4B53E9DAF3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324E44C-74C0-4A57-9813-6453BB25566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4F0853EF-6807-48C3-B535-9DA4FB4DBB8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063</a:t>
            </a:r>
          </a:p>
        </p:txBody>
      </p:sp>
    </p:spTree>
    <p:extLst>
      <p:ext uri="{BB962C8B-B14F-4D97-AF65-F5344CB8AC3E}">
        <p14:creationId xmlns:p14="http://schemas.microsoft.com/office/powerpoint/2010/main" val="441614210"/>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6F58AC-8C2D-4D7F-B0EE-CAE205A3022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771113-6C6D-4B37-AD56-3D1DC1800CD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0FB26AB2-5D27-4457-8263-95D250DE9F3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A6D350B-ADCE-4F9F-A442-EE51C2754B1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오류 재현과 수정</a:t>
            </a:r>
          </a:p>
        </p:txBody>
      </p:sp>
      <p:sp>
        <p:nvSpPr>
          <p:cNvPr id="5" name="">
            <a:extLst xmlns:a="http://schemas.openxmlformats.org/drawingml/2006/main">
              <a:ext uri="{FF2B5EF4-FFF2-40B4-BE49-F238E27FC236}">
                <a16:creationId xmlns:a16="http://schemas.microsoft.com/office/drawing/2014/main" id="{8C9A9B93-3046-49AD-918D-9FDEA97770C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26205D5-393B-4192-80E6-30832918AF39}"/>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CFB2C3E9-C7EB-4F4A-9FF8-731B8A3C53E6}"/>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F6D141C7-5AC3-4432-8822-4C408617BF37}"/>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48A9F593-44B1-4B9E-BCB0-797A11E47464}"/>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3F332B9D-F76A-4D62-88E5-36936F9C9732}"/>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730739115"/>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70E9D2-9A35-4F4C-A15D-FD5091AD192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A23BF87-5475-4F88-8AC9-6441265A35B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회귀와 불확실성</a:t>
            </a:r>
          </a:p>
        </p:txBody>
      </p:sp>
      <p:sp>
        <p:nvSpPr>
          <p:cNvPr id="3" name="">
            <a:extLst xmlns:a="http://schemas.openxmlformats.org/drawingml/2006/main">
              <a:ext uri="{FF2B5EF4-FFF2-40B4-BE49-F238E27FC236}">
                <a16:creationId xmlns:a16="http://schemas.microsoft.com/office/drawing/2014/main" id="{1B6DAC1D-A933-4C2D-B658-96915951BB7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추정 원인</a:t>
            </a:r>
          </a:p>
        </p:txBody>
      </p:sp>
      <p:sp>
        <p:nvSpPr>
          <p:cNvPr id="4" name="">
            <a:extLst xmlns:a="http://schemas.openxmlformats.org/drawingml/2006/main">
              <a:ext uri="{FF2B5EF4-FFF2-40B4-BE49-F238E27FC236}">
                <a16:creationId xmlns:a16="http://schemas.microsoft.com/office/drawing/2014/main" id="{2A87551E-019C-4926-AEB7-6A520E42670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195F59-86BA-436E-88A0-5D68DE21E1F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실패한 한 입력과 기존 입력을 다시 봅니다.</a:t>
            </a:r>
          </a:p>
        </p:txBody>
      </p:sp>
      <p:sp>
        <p:nvSpPr>
          <p:cNvPr id="6" name="">
            <a:extLst xmlns:a="http://schemas.openxmlformats.org/drawingml/2006/main">
              <a:ext uri="{FF2B5EF4-FFF2-40B4-BE49-F238E27FC236}">
                <a16:creationId xmlns:a16="http://schemas.microsoft.com/office/drawing/2014/main" id="{E215E342-366F-4E5A-98C4-2307DAFC1C0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추정 원인</a:t>
            </a:r>
            <a:r>
              <a:t>과 </a:t>
            </a:r>
            <a:r>
              <a:rPr b="1">
                <a:solidFill>
                  <a:srgbClr val="002FA7"/>
                </a:solidFill>
              </a:rPr>
              <a:t>관찰 사실</a:t>
            </a:r>
            <a:r>
              <a:t>을 나누어 씁니다.</a:t>
            </a:r>
          </a:p>
        </p:txBody>
      </p:sp>
      <p:sp>
        <p:nvSpPr>
          <p:cNvPr id="7" name="">
            <a:extLst xmlns:a="http://schemas.openxmlformats.org/drawingml/2006/main">
              <a:ext uri="{FF2B5EF4-FFF2-40B4-BE49-F238E27FC236}">
                <a16:creationId xmlns:a16="http://schemas.microsoft.com/office/drawing/2014/main" id="{0434131A-91FB-4079-ABF8-459927544E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01D964C-768E-4B93-8938-0ACA4DDBA9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1E558C7F-C684-499D-886F-99C0499E2B0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864252676"/>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E740B2-26CC-4052-83B1-C4B22E8644E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83324CB-210E-43C3-B79D-C6B4EB34538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A13  재현 가능한 오류 보고</a:t>
            </a:r>
          </a:p>
        </p:txBody>
      </p:sp>
      <p:sp>
        <p:nvSpPr>
          <p:cNvPr id="3" name="">
            <a:extLst xmlns:a="http://schemas.openxmlformats.org/drawingml/2006/main">
              <a:ext uri="{FF2B5EF4-FFF2-40B4-BE49-F238E27FC236}">
                <a16:creationId xmlns:a16="http://schemas.microsoft.com/office/drawing/2014/main" id="{CC25899E-D801-4C60-97CC-F9D49121EC2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575056F-67A4-4FD1-9BE0-ADC4EB4A8A3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파일·명령·입력·기대·실제</a:t>
            </a:r>
            <a:r>
              <a:t>를 남깁니다.</a:t>
            </a:r>
          </a:p>
        </p:txBody>
      </p:sp>
      <p:sp>
        <p:nvSpPr>
          <p:cNvPr id="5" name="">
            <a:extLst xmlns:a="http://schemas.openxmlformats.org/drawingml/2006/main">
              <a:ext uri="{FF2B5EF4-FFF2-40B4-BE49-F238E27FC236}">
                <a16:creationId xmlns:a16="http://schemas.microsoft.com/office/drawing/2014/main" id="{24063A50-CD06-414A-BB6B-D0450DBC4B9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9277726-409A-4B12-A54F-FBE9082E968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B5D1BD5-99EE-464D-A9A3-59E5B1ADB08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관찰 사실과 원인 추정을 구별합니다.</a:t>
            </a:r>
          </a:p>
        </p:txBody>
      </p:sp>
      <p:sp>
        <p:nvSpPr>
          <p:cNvPr id="8" name="">
            <a:extLst xmlns:a="http://schemas.openxmlformats.org/drawingml/2006/main">
              <a:ext uri="{FF2B5EF4-FFF2-40B4-BE49-F238E27FC236}">
                <a16:creationId xmlns:a16="http://schemas.microsoft.com/office/drawing/2014/main" id="{FBD49B0B-2F4A-4E8E-86BA-A78ADD63DC4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100B40-4E45-45CF-876F-5B3663E7F1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3AB2F98E-5139-49FD-A2FD-8E2995C7C50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937234902"/>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CD5A40-61B2-4D0C-A781-C5E0CDA09C3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C165BBB-F716-4C0A-B629-1EE900AED0B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재현 가능한 오류 보고의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612571"/>
                <a:gridCol w="8360229"/>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예</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대상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proposal_a.py</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입력</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기대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실제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10E82C9C-08E0-43CB-A169-D1DF6865F460}"/>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현재 위치와 관찰 방식도 적습니다.</a:t>
            </a:r>
          </a:p>
        </p:txBody>
      </p:sp>
      <p:sp>
        <p:nvSpPr>
          <p:cNvPr id="5" name="">
            <a:extLst xmlns:a="http://schemas.openxmlformats.org/drawingml/2006/main">
              <a:ext uri="{FF2B5EF4-FFF2-40B4-BE49-F238E27FC236}">
                <a16:creationId xmlns:a16="http://schemas.microsoft.com/office/drawing/2014/main" id="{6C520688-EB24-48C5-BB27-511DB470F75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3A25E06-7F3A-4FEF-B1A3-D727298D009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64B61646-398F-4F1B-9D77-07D06097F38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1619586624"/>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3ACE47-5DCC-4744-AF43-DA19D7326D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115C698-A8C4-45DE-B022-1D307BBD203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수정할 질문</a:t>
            </a:r>
          </a:p>
        </p:txBody>
      </p:sp>
      <p:sp>
        <p:nvSpPr>
          <p:cNvPr id="3" name="">
            <a:extLst xmlns:a="http://schemas.openxmlformats.org/drawingml/2006/main">
              <a:ext uri="{FF2B5EF4-FFF2-40B4-BE49-F238E27FC236}">
                <a16:creationId xmlns:a16="http://schemas.microsoft.com/office/drawing/2014/main" id="{503D668E-2CF3-49E0-AF40-61146504D83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89F1453-E0F2-4FEA-9F8A-B54AB913866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기준 28과 함수 이름을 유지한다고 씁니다.</a:t>
            </a:r>
          </a:p>
        </p:txBody>
      </p:sp>
      <p:sp>
        <p:nvSpPr>
          <p:cNvPr id="5" name="">
            <a:extLst xmlns:a="http://schemas.openxmlformats.org/drawingml/2006/main">
              <a:ext uri="{FF2B5EF4-FFF2-40B4-BE49-F238E27FC236}">
                <a16:creationId xmlns:a16="http://schemas.microsoft.com/office/drawing/2014/main" id="{7E1C4B2A-8AC6-4B42-B6FF-395232124A2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BDFCBC9-00E5-4E89-ACF3-28137ECE72C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E037CE6-6BDB-4644-A6E6-19D221F522F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실패한 입력을 다음 요청에 연결합니다.</a:t>
            </a:r>
          </a:p>
        </p:txBody>
      </p:sp>
      <p:sp>
        <p:nvSpPr>
          <p:cNvPr id="8" name="">
            <a:extLst xmlns:a="http://schemas.openxmlformats.org/drawingml/2006/main">
              <a:ext uri="{FF2B5EF4-FFF2-40B4-BE49-F238E27FC236}">
                <a16:creationId xmlns:a16="http://schemas.microsoft.com/office/drawing/2014/main" id="{9A6A18AA-D3CA-4BE3-AAFA-8DAED6C3D64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BBA275-5EFF-4E90-96A7-8D338ED40AD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FBA3432B-584C-4288-99EC-9FF8C50DA8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957976149"/>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AAD52-A1CC-4D5A-BDA8-4494A3D0B80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0D384C7C-589B-411A-A807-E014AAED051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문자 오류 보고</a:t>
            </a:r>
          </a:p>
        </p:txBody>
      </p:sp>
      <p:sp>
        <p:nvSpPr>
          <p:cNvPr id="3" name="">
            <a:extLst xmlns:a="http://schemas.openxmlformats.org/drawingml/2006/main">
              <a:ext uri="{FF2B5EF4-FFF2-40B4-BE49-F238E27FC236}">
                <a16:creationId xmlns:a16="http://schemas.microsoft.com/office/drawing/2014/main" id="{99815C97-5FEF-44AD-A0C2-F4326AB50EB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"뜨거움" 입력에서 TypeError가 나왔습니다.</a:t>
            </a:r>
          </a:p>
        </p:txBody>
      </p:sp>
      <p:sp>
        <p:nvSpPr>
          <p:cNvPr id="4" name="">
            <a:extLst xmlns:a="http://schemas.openxmlformats.org/drawingml/2006/main">
              <a:ext uri="{FF2B5EF4-FFF2-40B4-BE49-F238E27FC236}">
                <a16:creationId xmlns:a16="http://schemas.microsoft.com/office/drawing/2014/main" id="{7E4DF45C-AE33-43B7-8137-C0A42907BF6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재현 보고 다섯 줄을 작성하세요.</a:t>
            </a:r>
          </a:p>
        </p:txBody>
      </p:sp>
      <p:sp>
        <p:nvSpPr>
          <p:cNvPr id="5" name="">
            <a:extLst xmlns:a="http://schemas.openxmlformats.org/drawingml/2006/main">
              <a:ext uri="{FF2B5EF4-FFF2-40B4-BE49-F238E27FC236}">
                <a16:creationId xmlns:a16="http://schemas.microsoft.com/office/drawing/2014/main" id="{60606EAB-910D-42E9-932F-5EC63181B48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6FD875-101C-4BF7-B8C8-81CF5EE4447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A2C6CF2E-ABA1-4DAE-809A-217B75D1B67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1203273019"/>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1CABBE-3F1B-4473-BE51-A66B22FF339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38154D3-8C9C-4B25-A4BD-E5F74E9FA5B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A14  추가 요청을 좁히기</a:t>
            </a:r>
          </a:p>
        </p:txBody>
      </p:sp>
      <p:sp>
        <p:nvSpPr>
          <p:cNvPr id="3" name="">
            <a:extLst xmlns:a="http://schemas.openxmlformats.org/drawingml/2006/main">
              <a:ext uri="{FF2B5EF4-FFF2-40B4-BE49-F238E27FC236}">
                <a16:creationId xmlns:a16="http://schemas.microsoft.com/office/drawing/2014/main" id="{CC5AE0C2-4578-45FA-91AA-4116EA8A8ED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142F527-62F0-4285-B07F-F2559519809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실패 조건과 유지 조건을 함께 씁니다.</a:t>
            </a:r>
          </a:p>
        </p:txBody>
      </p:sp>
      <p:sp>
        <p:nvSpPr>
          <p:cNvPr id="5" name="">
            <a:extLst xmlns:a="http://schemas.openxmlformats.org/drawingml/2006/main">
              <a:ext uri="{FF2B5EF4-FFF2-40B4-BE49-F238E27FC236}">
                <a16:creationId xmlns:a16="http://schemas.microsoft.com/office/drawing/2014/main" id="{37FB97ED-E867-46D6-B191-87C56994815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1AFEB4-4833-4EF5-82A9-F8FFF567C13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BEF932C-785E-42BB-99B7-4AF7879DD87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전체 재작성보다 확인할 문제를 정합니다.</a:t>
            </a:r>
          </a:p>
        </p:txBody>
      </p:sp>
      <p:sp>
        <p:nvSpPr>
          <p:cNvPr id="8" name="">
            <a:extLst xmlns:a="http://schemas.openxmlformats.org/drawingml/2006/main">
              <a:ext uri="{FF2B5EF4-FFF2-40B4-BE49-F238E27FC236}">
                <a16:creationId xmlns:a16="http://schemas.microsoft.com/office/drawing/2014/main" id="{64F8550C-6CAE-4D46-90CA-66A79C88FB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102A6CB-D3E0-459F-9183-24DDB0262A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1F73CA6F-85EA-4C02-817C-EB083E7D51D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311984224"/>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A3CAA91-1F2B-4115-8C0A-83DDD3B3D73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4116FA8-52A1-4A15-A939-3737D185C41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요청을 좁히기의 예</a:t>
            </a:r>
          </a:p>
        </p:txBody>
      </p:sp>
      <p:sp>
        <p:nvSpPr>
          <p:cNvPr id="3" name="">
            <a:extLst xmlns:a="http://schemas.openxmlformats.org/drawingml/2006/main">
              <a:ext uri="{FF2B5EF4-FFF2-40B4-BE49-F238E27FC236}">
                <a16:creationId xmlns:a16="http://schemas.microsoft.com/office/drawing/2014/main" id="{1B469954-FCBB-46A8-A7E9-620C7E06020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B854A83-CF8B-4EC9-9521-DB5AE8C879A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28의 기대는 주의인데 정상입니다.</a:t>
            </a:r>
          </a:p>
        </p:txBody>
      </p:sp>
      <p:sp>
        <p:nvSpPr>
          <p:cNvPr id="5" name="">
            <a:extLst xmlns:a="http://schemas.openxmlformats.org/drawingml/2006/main">
              <a:ext uri="{FF2B5EF4-FFF2-40B4-BE49-F238E27FC236}">
                <a16:creationId xmlns:a16="http://schemas.microsoft.com/office/drawing/2014/main" id="{3BFEB53C-1DBF-48EE-A314-B539CB65038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43F479-0D89-4CDF-B2F1-99049CAC57B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D4754DC-E6BC-4E98-8B5E-5810D108799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기준 28과 함수 이름</a:t>
            </a:r>
            <a:r>
              <a:t>을 유지합니다.</a:t>
            </a:r>
          </a:p>
        </p:txBody>
      </p:sp>
      <p:sp>
        <p:nvSpPr>
          <p:cNvPr id="8" name="">
            <a:extLst xmlns:a="http://schemas.openxmlformats.org/drawingml/2006/main">
              <a:ext uri="{FF2B5EF4-FFF2-40B4-BE49-F238E27FC236}">
                <a16:creationId xmlns:a16="http://schemas.microsoft.com/office/drawing/2014/main" id="{EE6DD559-B1EC-47AB-8045-3CC3712149C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08A9497-F4D1-4435-B512-D44C04385C0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56A1B52-553F-42B3-B866-FACCD06E5C4D}"/>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경계 비교를 검토해 주세요.</a:t>
            </a:r>
          </a:p>
        </p:txBody>
      </p:sp>
      <p:sp>
        <p:nvSpPr>
          <p:cNvPr id="11" name="">
            <a:extLst xmlns:a="http://schemas.openxmlformats.org/drawingml/2006/main">
              <a:ext uri="{FF2B5EF4-FFF2-40B4-BE49-F238E27FC236}">
                <a16:creationId xmlns:a16="http://schemas.microsoft.com/office/drawing/2014/main" id="{5EC6BB80-48E0-469D-B80D-5F376CFA40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5C79C32-BBA0-4569-A9E6-29BF878E8E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BCBC3E24-A694-421A-A66B-E8EBD79B408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434300345"/>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1F7E45-0E81-4D33-998D-D9CEF8E700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1465717-FB8E-4B1E-A84F-A2058A83CCF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응답 뒤 재검사</a:t>
            </a:r>
          </a:p>
        </p:txBody>
      </p:sp>
      <p:sp>
        <p:nvSpPr>
          <p:cNvPr id="3" name="">
            <a:extLst xmlns:a="http://schemas.openxmlformats.org/drawingml/2006/main">
              <a:ext uri="{FF2B5EF4-FFF2-40B4-BE49-F238E27FC236}">
                <a16:creationId xmlns:a16="http://schemas.microsoft.com/office/drawing/2014/main" id="{D73F2B1C-C87A-40B9-85CF-8E97FE484F4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DD9A2A4-8423-4586-B424-2C214675B38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설명만 읽고 검사가 끝났다고 쓰지 않습니다.</a:t>
            </a:r>
          </a:p>
        </p:txBody>
      </p:sp>
      <p:sp>
        <p:nvSpPr>
          <p:cNvPr id="5" name="">
            <a:extLst xmlns:a="http://schemas.openxmlformats.org/drawingml/2006/main">
              <a:ext uri="{FF2B5EF4-FFF2-40B4-BE49-F238E27FC236}">
                <a16:creationId xmlns:a16="http://schemas.microsoft.com/office/drawing/2014/main" id="{6E72AFA6-B1EC-40FE-BA02-1B7D90D5235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140DC25-3A7E-4E03-B0EA-201A49910ED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B7DEA42-F433-4885-BEC6-887397B7E36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수정한 파일에 </a:t>
            </a:r>
            <a:r>
              <a:rPr b="1">
                <a:solidFill>
                  <a:srgbClr val="002FA7"/>
                </a:solidFill>
              </a:rPr>
              <a:t>같은 입력</a:t>
            </a:r>
            <a:r>
              <a:t>을 적용합니다.</a:t>
            </a:r>
          </a:p>
        </p:txBody>
      </p:sp>
      <p:sp>
        <p:nvSpPr>
          <p:cNvPr id="8" name="">
            <a:extLst xmlns:a="http://schemas.openxmlformats.org/drawingml/2006/main">
              <a:ext uri="{FF2B5EF4-FFF2-40B4-BE49-F238E27FC236}">
                <a16:creationId xmlns:a16="http://schemas.microsoft.com/office/drawing/2014/main" id="{AEFF0F42-E6AF-4D4C-A6FB-C24CF51AA77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58D28E-4086-43A8-9450-396585A60E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AAE0B2F3-88AA-4FCD-878A-39B5C7F3CC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877821277"/>
      </p:ext>
    </p:extLst>
  </p:cSld>
</p:sld>
</file>

<file path=ppt/slides/slide7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7A23B5-FB71-461E-B60C-531AFC129D6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8CC56094-32FF-4F53-B379-672EE9398D3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유지할 조건</a:t>
            </a:r>
          </a:p>
        </p:txBody>
      </p:sp>
      <p:sp>
        <p:nvSpPr>
          <p:cNvPr id="3" name="">
            <a:extLst xmlns:a="http://schemas.openxmlformats.org/drawingml/2006/main">
              <a:ext uri="{FF2B5EF4-FFF2-40B4-BE49-F238E27FC236}">
                <a16:creationId xmlns:a16="http://schemas.microsoft.com/office/drawing/2014/main" id="{8632020A-E0B5-442C-966A-1186A8F0B91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 요청에 유지 조건을 다시 쓰는 이유는?</a:t>
            </a:r>
          </a:p>
        </p:txBody>
      </p:sp>
      <p:sp>
        <p:nvSpPr>
          <p:cNvPr id="4" name="">
            <a:extLst xmlns:a="http://schemas.openxmlformats.org/drawingml/2006/main">
              <a:ext uri="{FF2B5EF4-FFF2-40B4-BE49-F238E27FC236}">
                <a16:creationId xmlns:a16="http://schemas.microsoft.com/office/drawing/2014/main" id="{5E499BCD-4390-43A3-BFDE-C4E9517FD6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BFC16B-4F55-4159-8669-E639C48FD9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077649D7-A1AC-4CBC-84AD-3C282E466A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073</a:t>
            </a:r>
          </a:p>
        </p:txBody>
      </p:sp>
    </p:spTree>
    <p:extLst>
      <p:ext uri="{BB962C8B-B14F-4D97-AF65-F5344CB8AC3E}">
        <p14:creationId xmlns:p14="http://schemas.microsoft.com/office/powerpoint/2010/main" val="793271196"/>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778D1D-614A-4C99-B8AF-9B839A52E88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19BDF37-FDBC-4537-9676-FC7DEAE675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A15  회귀 확인</a:t>
            </a:r>
          </a:p>
        </p:txBody>
      </p:sp>
      <p:sp>
        <p:nvSpPr>
          <p:cNvPr id="3" name="">
            <a:extLst xmlns:a="http://schemas.openxmlformats.org/drawingml/2006/main">
              <a:ext uri="{FF2B5EF4-FFF2-40B4-BE49-F238E27FC236}">
                <a16:creationId xmlns:a16="http://schemas.microsoft.com/office/drawing/2014/main" id="{CC9A86D0-9AFD-4A30-858B-77BD39DDF40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81F3CC0-6713-4F44-A3AA-9FB2329BEE2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고친 뒤 예전 동작도 다시 확인합니다.</a:t>
            </a:r>
          </a:p>
        </p:txBody>
      </p:sp>
      <p:sp>
        <p:nvSpPr>
          <p:cNvPr id="5" name="">
            <a:extLst xmlns:a="http://schemas.openxmlformats.org/drawingml/2006/main">
              <a:ext uri="{FF2B5EF4-FFF2-40B4-BE49-F238E27FC236}">
                <a16:creationId xmlns:a16="http://schemas.microsoft.com/office/drawing/2014/main" id="{D400E6D3-BD5A-4AA1-9680-299109A6F3C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D9AC48B-B04D-4CA1-BECB-7C380C495B9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CA22B9E-2BD8-4FB2-98D0-EA95BB476E2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세 후보에 같은 검사 기준을 적용합니다.</a:t>
            </a:r>
          </a:p>
        </p:txBody>
      </p:sp>
      <p:sp>
        <p:nvSpPr>
          <p:cNvPr id="8" name="">
            <a:extLst xmlns:a="http://schemas.openxmlformats.org/drawingml/2006/main">
              <a:ext uri="{FF2B5EF4-FFF2-40B4-BE49-F238E27FC236}">
                <a16:creationId xmlns:a16="http://schemas.microsoft.com/office/drawing/2014/main" id="{A51D8F58-EBF6-4444-B2D8-1956C7598D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CA634D-A256-4582-A1F3-E83586A4CE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C3BC4B0B-2D90-4DE3-96E8-2BF474A218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818353134"/>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3F3E393-631E-42D5-ACA1-0DE83BEDC7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C25850D-13AF-43C8-8BA4-D11A714FE1C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회귀 확인의 예</a:t>
            </a:r>
          </a:p>
        </p:txBody>
      </p:sp>
      <p:sp>
        <p:nvSpPr>
          <p:cNvPr id="3" name="">
            <a:extLst xmlns:a="http://schemas.openxmlformats.org/drawingml/2006/main">
              <a:ext uri="{FF2B5EF4-FFF2-40B4-BE49-F238E27FC236}">
                <a16:creationId xmlns:a16="http://schemas.microsoft.com/office/drawing/2014/main" id="{CAF530ED-B68E-4BE5-BF15-B027036EDD3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course. 기준은 동일합니다.</a:t>
            </a:r>
          </a:p>
        </p:txBody>
      </p:sp>
      <p:sp>
        <p:nvSpPr>
          <p:cNvPr id="4" name="">
            <a:extLst xmlns:a="http://schemas.openxmlformats.org/drawingml/2006/main">
              <a:ext uri="{FF2B5EF4-FFF2-40B4-BE49-F238E27FC236}">
                <a16:creationId xmlns:a16="http://schemas.microsoft.com/office/drawing/2014/main" id="{0E95D1A2-80F5-4DF8-A54D-34F4D8783E4E}"/>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0850AB-36A8-4E0A-977A-A08D060C8FB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E3CA3C83-7C80-4606-95A6-3F99B3899A2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code/check_cases.py code/baseline.py</a:t>
            </a:r>
          </a:p>
        </p:txBody>
      </p:sp>
      <p:sp>
        <p:nvSpPr>
          <p:cNvPr id="7" name="">
            <a:extLst xmlns:a="http://schemas.openxmlformats.org/drawingml/2006/main">
              <a:ext uri="{FF2B5EF4-FFF2-40B4-BE49-F238E27FC236}">
                <a16:creationId xmlns:a16="http://schemas.microsoft.com/office/drawing/2014/main" id="{27486623-403F-44D5-A04A-E824765AD06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2D0CF2AA-8EF0-4BB0-A013-CA3B25904CFB}"/>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code/check_cases.py code/proposal_a.py</a:t>
            </a:r>
          </a:p>
        </p:txBody>
      </p:sp>
      <p:sp>
        <p:nvSpPr>
          <p:cNvPr id="9" name="">
            <a:extLst xmlns:a="http://schemas.openxmlformats.org/drawingml/2006/main">
              <a:ext uri="{FF2B5EF4-FFF2-40B4-BE49-F238E27FC236}">
                <a16:creationId xmlns:a16="http://schemas.microsoft.com/office/drawing/2014/main" id="{5B8D826D-667A-4116-AF5D-C2F34489E25D}"/>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0927BE85-6BD9-4318-ABEA-88E60669051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code/check_cases.py code/reviewed.py</a:t>
            </a:r>
          </a:p>
        </p:txBody>
      </p:sp>
      <p:sp>
        <p:nvSpPr>
          <p:cNvPr id="11" name="">
            <a:extLst xmlns:a="http://schemas.openxmlformats.org/drawingml/2006/main">
              <a:ext uri="{FF2B5EF4-FFF2-40B4-BE49-F238E27FC236}">
                <a16:creationId xmlns:a16="http://schemas.microsoft.com/office/drawing/2014/main" id="{5311D8BD-38F4-458C-A093-38F24F045C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7AB13E8-D734-4123-BEC7-0FD2C6F13A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E87F65D4-9929-44D9-B2B0-0B1DE4D6F5B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2025966710"/>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FEAC98B-08B8-42D9-9143-9AABDCD1561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5767888-4978-403A-B1C0-2BD0F095095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회귀 확인의 줄 읽기</a:t>
            </a:r>
          </a:p>
        </p:txBody>
      </p:sp>
      <p:sp>
        <p:nvSpPr>
          <p:cNvPr id="3" name="">
            <a:extLst xmlns:a="http://schemas.openxmlformats.org/drawingml/2006/main">
              <a:ext uri="{FF2B5EF4-FFF2-40B4-BE49-F238E27FC236}">
                <a16:creationId xmlns:a16="http://schemas.microsoft.com/office/drawing/2014/main" id="{E3CB35B8-62C0-4748-84F5-2EA47D36C14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37FC64F-B273-409B-B48E-B830A6BA377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대상 파일과 입력 인수를 읽습니다.</a:t>
            </a:r>
          </a:p>
        </p:txBody>
      </p:sp>
      <p:sp>
        <p:nvSpPr>
          <p:cNvPr id="5" name="">
            <a:extLst xmlns:a="http://schemas.openxmlformats.org/drawingml/2006/main">
              <a:ext uri="{FF2B5EF4-FFF2-40B4-BE49-F238E27FC236}">
                <a16:creationId xmlns:a16="http://schemas.microsoft.com/office/drawing/2014/main" id="{E86D5B18-BE6E-46D8-B314-A33DB902B22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F2C464-7250-4E71-A75E-DC6ADA7F808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38BD098-8853-414A-8B1E-9F230B1AA06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조건을 위에서 아래로 확인합니다.</a:t>
            </a:r>
          </a:p>
        </p:txBody>
      </p:sp>
      <p:sp>
        <p:nvSpPr>
          <p:cNvPr id="8" name="">
            <a:extLst xmlns:a="http://schemas.openxmlformats.org/drawingml/2006/main">
              <a:ext uri="{FF2B5EF4-FFF2-40B4-BE49-F238E27FC236}">
                <a16:creationId xmlns:a16="http://schemas.microsoft.com/office/drawing/2014/main" id="{7D6525C8-3553-4CC2-9BF5-83B0CDEBCA54}"/>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1D66D1-2748-4446-A654-72B5E9721E7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E89CD37-6BFC-493D-8BDC-6C93E24F33E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결과를 반환하는 위치를 찾습니다.</a:t>
            </a:r>
          </a:p>
        </p:txBody>
      </p:sp>
      <p:sp>
        <p:nvSpPr>
          <p:cNvPr id="11" name="">
            <a:extLst xmlns:a="http://schemas.openxmlformats.org/drawingml/2006/main">
              <a:ext uri="{FF2B5EF4-FFF2-40B4-BE49-F238E27FC236}">
                <a16:creationId xmlns:a16="http://schemas.microsoft.com/office/drawing/2014/main" id="{76B44C40-BD4D-4BB0-9F44-BD41BFEDC9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AC67C64-970C-4B82-90B8-6EF9A759CB5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A93633F8-165A-4129-B42D-2F3FC873B9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266084543"/>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1D1953-0FB7-49AC-880F-99FA19F848A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69AC75B-A8D4-4D4C-8EE7-26C046BC9A3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 범위</a:t>
            </a:r>
          </a:p>
        </p:txBody>
      </p:sp>
      <p:sp>
        <p:nvSpPr>
          <p:cNvPr id="3" name="">
            <a:extLst xmlns:a="http://schemas.openxmlformats.org/drawingml/2006/main">
              <a:ext uri="{FF2B5EF4-FFF2-40B4-BE49-F238E27FC236}">
                <a16:creationId xmlns:a16="http://schemas.microsoft.com/office/drawing/2014/main" id="{82F02FD3-B941-4A4F-978C-787FFB56284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70DF986-D2A2-484B-ADE0-4B9C28F6D8BD}"/>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reviewed는 제공 아홉 사례에서 </a:t>
            </a:r>
            <a:r>
              <a:rPr b="1">
                <a:solidFill>
                  <a:srgbClr val="002FA7"/>
                </a:solidFill>
              </a:rPr>
              <a:t>9/9</a:t>
            </a:r>
            <a:r>
              <a:t>입니다.</a:t>
            </a:r>
          </a:p>
        </p:txBody>
      </p:sp>
      <p:sp>
        <p:nvSpPr>
          <p:cNvPr id="5" name="">
            <a:extLst xmlns:a="http://schemas.openxmlformats.org/drawingml/2006/main">
              <a:ext uri="{FF2B5EF4-FFF2-40B4-BE49-F238E27FC236}">
                <a16:creationId xmlns:a16="http://schemas.microsoft.com/office/drawing/2014/main" id="{A1A88CB5-A498-4D43-BB18-30AF52E022B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모든 실제 센서 조건의 </a:t>
            </a:r>
            <a:r>
              <a:rPr b="1">
                <a:solidFill>
                  <a:srgbClr val="002FA7"/>
                </a:solidFill>
              </a:rPr>
              <a:t>보장은 아닙니다</a:t>
            </a:r>
            <a:r>
              <a:t>.</a:t>
            </a:r>
          </a:p>
        </p:txBody>
      </p:sp>
      <p:sp>
        <p:nvSpPr>
          <p:cNvPr id="6" name="">
            <a:extLst xmlns:a="http://schemas.openxmlformats.org/drawingml/2006/main">
              <a:ext uri="{FF2B5EF4-FFF2-40B4-BE49-F238E27FC236}">
                <a16:creationId xmlns:a16="http://schemas.microsoft.com/office/drawing/2014/main" id="{04463F77-7401-4403-A231-EA8A784218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8846FA1-16D6-4DDC-8628-E72A295549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D9224173-B7D6-4925-BFA1-6F4797EA15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316608251"/>
      </p:ext>
    </p:extLst>
  </p:cSld>
</p:sld>
</file>

<file path=ppt/slides/slide7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664006-F248-419C-8D50-84A4115000D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8565D6DC-4EE9-4D5D-A449-851DE5C0DC7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같은 통과 수</a:t>
            </a:r>
          </a:p>
        </p:txBody>
      </p:sp>
      <p:sp>
        <p:nvSpPr>
          <p:cNvPr id="3" name="">
            <a:extLst xmlns:a="http://schemas.openxmlformats.org/drawingml/2006/main">
              <a:ext uri="{FF2B5EF4-FFF2-40B4-BE49-F238E27FC236}">
                <a16:creationId xmlns:a16="http://schemas.microsoft.com/office/drawing/2014/main" id="{D52610D5-69B4-4999-87F6-365A13AB092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두 코드의 통과 수가 같습니다.</a:t>
            </a:r>
          </a:p>
        </p:txBody>
      </p:sp>
      <p:sp>
        <p:nvSpPr>
          <p:cNvPr id="4" name="">
            <a:extLst xmlns:a="http://schemas.openxmlformats.org/drawingml/2006/main">
              <a:ext uri="{FF2B5EF4-FFF2-40B4-BE49-F238E27FC236}">
                <a16:creationId xmlns:a16="http://schemas.microsoft.com/office/drawing/2014/main" id="{922BE094-463E-40A8-A676-19C4CF7117D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같은 품질이라고 판단할 수 있나요?</a:t>
            </a:r>
          </a:p>
        </p:txBody>
      </p:sp>
      <p:sp>
        <p:nvSpPr>
          <p:cNvPr id="5" name="">
            <a:extLst xmlns:a="http://schemas.openxmlformats.org/drawingml/2006/main">
              <a:ext uri="{FF2B5EF4-FFF2-40B4-BE49-F238E27FC236}">
                <a16:creationId xmlns:a16="http://schemas.microsoft.com/office/drawing/2014/main" id="{3E2A9977-7C52-4573-A36F-BE696E1E15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EC7F83-BBFC-4C5D-BB50-18FA5E6943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73194250-F673-4812-AD80-6911AD68C7A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078</a:t>
            </a:r>
          </a:p>
        </p:txBody>
      </p:sp>
    </p:spTree>
    <p:extLst>
      <p:ext uri="{BB962C8B-B14F-4D97-AF65-F5344CB8AC3E}">
        <p14:creationId xmlns:p14="http://schemas.microsoft.com/office/powerpoint/2010/main" val="761350480"/>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8C7F81-8386-4A3B-8C76-CEE5A87E1A19}"/>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C793C0-DB8F-4B0A-8987-C01274CA1CD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EC0A79AD-6B24-42B1-980D-27715238C71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18F692DF-602B-44AB-BFD9-88406429769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새 요청과 인수인계</a:t>
            </a:r>
          </a:p>
        </p:txBody>
      </p:sp>
      <p:sp>
        <p:nvSpPr>
          <p:cNvPr id="5" name="">
            <a:extLst xmlns:a="http://schemas.openxmlformats.org/drawingml/2006/main">
              <a:ext uri="{FF2B5EF4-FFF2-40B4-BE49-F238E27FC236}">
                <a16:creationId xmlns:a16="http://schemas.microsoft.com/office/drawing/2014/main" id="{965EC1E6-FA1E-4788-A7AA-366CA64B43A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F0BE847-BAA0-4010-A6EA-17DD4316FF5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8AC43969-9A56-495A-85E7-E730521F0FA1}"/>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B43C996D-E29B-4104-9E98-6E307F8F5B13}"/>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6D8C54C6-3AA2-4762-A114-8D8DD2A5C15F}"/>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D4095F49-4C10-4270-ACCC-A6F74A473B3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413143661"/>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D909072-DE2C-4C10-AE70-CAF8C2ED687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AB06FE7-8D3E-4208-AC46-D18F4113909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기본값과 새 요청</a:t>
            </a:r>
          </a:p>
        </p:txBody>
      </p:sp>
      <p:sp>
        <p:nvSpPr>
          <p:cNvPr id="3" name="">
            <a:extLst xmlns:a="http://schemas.openxmlformats.org/drawingml/2006/main">
              <a:ext uri="{FF2B5EF4-FFF2-40B4-BE49-F238E27FC236}">
                <a16:creationId xmlns:a16="http://schemas.microsoft.com/office/drawing/2014/main" id="{3ABFE249-D09B-401F-A312-495C96F8CC3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특정 호출</a:t>
            </a:r>
          </a:p>
        </p:txBody>
      </p:sp>
      <p:sp>
        <p:nvSpPr>
          <p:cNvPr id="4" name="">
            <a:extLst xmlns:a="http://schemas.openxmlformats.org/drawingml/2006/main">
              <a:ext uri="{FF2B5EF4-FFF2-40B4-BE49-F238E27FC236}">
                <a16:creationId xmlns:a16="http://schemas.microsoft.com/office/drawing/2014/main" id="{AE209683-AA0A-4944-8C7A-45BBE5DFD18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345DBB-B255-4789-94DB-DCD6EB8253C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특정 호출</a:t>
            </a:r>
            <a:r>
              <a:t>과 </a:t>
            </a:r>
            <a:r>
              <a:rPr b="1">
                <a:solidFill>
                  <a:srgbClr val="002FA7"/>
                </a:solidFill>
              </a:rPr>
              <a:t>전체 기본값 변경</a:t>
            </a:r>
            <a:r>
              <a:t>을 구별합니다.</a:t>
            </a:r>
          </a:p>
        </p:txBody>
      </p:sp>
      <p:sp>
        <p:nvSpPr>
          <p:cNvPr id="6" name="">
            <a:extLst xmlns:a="http://schemas.openxmlformats.org/drawingml/2006/main">
              <a:ext uri="{FF2B5EF4-FFF2-40B4-BE49-F238E27FC236}">
                <a16:creationId xmlns:a16="http://schemas.microsoft.com/office/drawing/2014/main" id="{CD0EB1D3-DC19-40A8-84AE-D9BBF46F3A2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새 요구의 승인과 시험 범위를 남깁니다.</a:t>
            </a:r>
          </a:p>
        </p:txBody>
      </p:sp>
      <p:sp>
        <p:nvSpPr>
          <p:cNvPr id="7" name="">
            <a:extLst xmlns:a="http://schemas.openxmlformats.org/drawingml/2006/main">
              <a:ext uri="{FF2B5EF4-FFF2-40B4-BE49-F238E27FC236}">
                <a16:creationId xmlns:a16="http://schemas.microsoft.com/office/drawing/2014/main" id="{45B4868E-AC7C-4C52-A247-2665D60D6B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745C121-2AC2-4551-A766-DC3C9936F3E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B0FF0423-7DD7-4673-8231-B28FABC174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1486390384"/>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C3D7FD-5138-46FC-916E-29285DE1AB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D1047E1-88F3-490F-898C-50B29D3F52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A16  새 기준의 영향</a:t>
            </a:r>
          </a:p>
        </p:txBody>
      </p:sp>
      <p:sp>
        <p:nvSpPr>
          <p:cNvPr id="3" name="">
            <a:extLst xmlns:a="http://schemas.openxmlformats.org/drawingml/2006/main">
              <a:ext uri="{FF2B5EF4-FFF2-40B4-BE49-F238E27FC236}">
                <a16:creationId xmlns:a16="http://schemas.microsoft.com/office/drawing/2014/main" id="{9083ACAE-EDF8-492E-B760-3EC231A87FA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기본값 28</a:t>
            </a:r>
          </a:p>
        </p:txBody>
      </p:sp>
      <p:sp>
        <p:nvSpPr>
          <p:cNvPr id="4" name="">
            <a:extLst xmlns:a="http://schemas.openxmlformats.org/drawingml/2006/main">
              <a:ext uri="{FF2B5EF4-FFF2-40B4-BE49-F238E27FC236}">
                <a16:creationId xmlns:a16="http://schemas.microsoft.com/office/drawing/2014/main" id="{73C454DA-ADAC-4273-B87D-1E0461120A1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DA2C36-4D07-41E2-A441-4C75B32560D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특정 장소만 기준 30을 사용합니다.</a:t>
            </a:r>
          </a:p>
        </p:txBody>
      </p:sp>
      <p:sp>
        <p:nvSpPr>
          <p:cNvPr id="6" name="">
            <a:extLst xmlns:a="http://schemas.openxmlformats.org/drawingml/2006/main">
              <a:ext uri="{FF2B5EF4-FFF2-40B4-BE49-F238E27FC236}">
                <a16:creationId xmlns:a16="http://schemas.microsoft.com/office/drawing/2014/main" id="{C34B350C-102C-4408-91F0-D7D52F55C0A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기본값 28</a:t>
            </a:r>
            <a:r>
              <a:t>과 </a:t>
            </a:r>
            <a:r>
              <a:rPr b="1">
                <a:solidFill>
                  <a:srgbClr val="002FA7"/>
                </a:solidFill>
              </a:rPr>
              <a:t>호출 인수</a:t>
            </a:r>
            <a:r>
              <a:t>를 구별합니다.</a:t>
            </a:r>
          </a:p>
        </p:txBody>
      </p:sp>
      <p:sp>
        <p:nvSpPr>
          <p:cNvPr id="7" name="">
            <a:extLst xmlns:a="http://schemas.openxmlformats.org/drawingml/2006/main">
              <a:ext uri="{FF2B5EF4-FFF2-40B4-BE49-F238E27FC236}">
                <a16:creationId xmlns:a16="http://schemas.microsoft.com/office/drawing/2014/main" id="{F830399B-EDDF-48F6-9D3C-957F6B85452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392BEA3-4ABE-4B01-8AFE-3901D1632C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97056D90-6BE0-4484-8F4B-34CC0CA23F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629348799"/>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732F18-6B92-4AA3-864C-A000097D86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6A2F288-15BE-4342-BFB6-9D98FAD0E96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기준의 영향의 예</a:t>
            </a:r>
          </a:p>
        </p:txBody>
      </p:sp>
      <p:sp>
        <p:nvSpPr>
          <p:cNvPr id="3" name="">
            <a:extLst xmlns:a="http://schemas.openxmlformats.org/drawingml/2006/main">
              <a:ext uri="{FF2B5EF4-FFF2-40B4-BE49-F238E27FC236}">
                <a16:creationId xmlns:a16="http://schemas.microsoft.com/office/drawing/2014/main" id="{C4202BC1-B9CE-47D4-B772-F6E93F495E68}"/>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호출 발췌: reviewed의 classify가 필요합니다.</a:t>
            </a:r>
          </a:p>
        </p:txBody>
      </p:sp>
      <p:sp>
        <p:nvSpPr>
          <p:cNvPr id="4" name="">
            <a:extLst xmlns:a="http://schemas.openxmlformats.org/drawingml/2006/main">
              <a:ext uri="{FF2B5EF4-FFF2-40B4-BE49-F238E27FC236}">
                <a16:creationId xmlns:a16="http://schemas.microsoft.com/office/drawing/2014/main" id="{E85E5312-1465-4038-9BFF-0F28C97918C2}"/>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B898E1-CA39-4919-9D98-1EAB5138546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2293D815-95DB-4C47-9F7A-ECA6B24AE03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classify(28)</a:t>
            </a:r>
          </a:p>
        </p:txBody>
      </p:sp>
      <p:sp>
        <p:nvSpPr>
          <p:cNvPr id="7" name="">
            <a:extLst xmlns:a="http://schemas.openxmlformats.org/drawingml/2006/main">
              <a:ext uri="{FF2B5EF4-FFF2-40B4-BE49-F238E27FC236}">
                <a16:creationId xmlns:a16="http://schemas.microsoft.com/office/drawing/2014/main" id="{1D595B16-CB3B-4C11-B505-A06403F19D9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6E065902-38EA-4F5D-8091-56A5EEA994D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classify(29.9, threshold=30)</a:t>
            </a:r>
          </a:p>
        </p:txBody>
      </p:sp>
      <p:sp>
        <p:nvSpPr>
          <p:cNvPr id="9" name="">
            <a:extLst xmlns:a="http://schemas.openxmlformats.org/drawingml/2006/main">
              <a:ext uri="{FF2B5EF4-FFF2-40B4-BE49-F238E27FC236}">
                <a16:creationId xmlns:a16="http://schemas.microsoft.com/office/drawing/2014/main" id="{5574FBEB-B019-4E02-9D4D-A7C8AF91705F}"/>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63F4EE69-280C-4200-A6DE-A9E6DA44E4B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classify(30, threshold=30)</a:t>
            </a:r>
          </a:p>
        </p:txBody>
      </p:sp>
      <p:sp>
        <p:nvSpPr>
          <p:cNvPr id="11" name="">
            <a:extLst xmlns:a="http://schemas.openxmlformats.org/drawingml/2006/main">
              <a:ext uri="{FF2B5EF4-FFF2-40B4-BE49-F238E27FC236}">
                <a16:creationId xmlns:a16="http://schemas.microsoft.com/office/drawing/2014/main" id="{EDCF0C9B-C35D-476D-BB1D-4147359180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831B16-3ADF-4509-BDEB-A4890B9129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11E23AC9-76EE-4B02-95F6-B7E5141FAA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1033285504"/>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A8DBB33-603F-4925-B35D-348CE77B254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D1FDC77-D93E-4080-AC8B-C9AC8D53DD6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기준의 영향의 줄 읽기</a:t>
            </a:r>
          </a:p>
        </p:txBody>
      </p:sp>
      <p:sp>
        <p:nvSpPr>
          <p:cNvPr id="3" name="">
            <a:extLst xmlns:a="http://schemas.openxmlformats.org/drawingml/2006/main">
              <a:ext uri="{FF2B5EF4-FFF2-40B4-BE49-F238E27FC236}">
                <a16:creationId xmlns:a16="http://schemas.microsoft.com/office/drawing/2014/main" id="{CCF656BE-276A-4718-AA73-575649FAAFF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E63A491-C18D-4955-B1F5-B501C07C3B7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대상 파일과 입력 인수를 읽습니다.</a:t>
            </a:r>
          </a:p>
        </p:txBody>
      </p:sp>
      <p:sp>
        <p:nvSpPr>
          <p:cNvPr id="5" name="">
            <a:extLst xmlns:a="http://schemas.openxmlformats.org/drawingml/2006/main">
              <a:ext uri="{FF2B5EF4-FFF2-40B4-BE49-F238E27FC236}">
                <a16:creationId xmlns:a16="http://schemas.microsoft.com/office/drawing/2014/main" id="{CB73C54D-9B8D-4511-A518-7F3345AD172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D340D8E-F6AC-4281-88E1-87D01E8DC85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670987C-3C28-4967-96A1-6B79AF28062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조건을 위에서 아래로 확인합니다.</a:t>
            </a:r>
          </a:p>
        </p:txBody>
      </p:sp>
      <p:sp>
        <p:nvSpPr>
          <p:cNvPr id="8" name="">
            <a:extLst xmlns:a="http://schemas.openxmlformats.org/drawingml/2006/main">
              <a:ext uri="{FF2B5EF4-FFF2-40B4-BE49-F238E27FC236}">
                <a16:creationId xmlns:a16="http://schemas.microsoft.com/office/drawing/2014/main" id="{73FF58C7-060E-42CD-850C-0757B7D2532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50F96DC-2F8E-4C30-85E1-13E16DEDAD9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7A3E9D5-C982-4E51-8D70-8F6306E4455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결과를 반환하는 위치를 찾습니다.</a:t>
            </a:r>
          </a:p>
        </p:txBody>
      </p:sp>
      <p:sp>
        <p:nvSpPr>
          <p:cNvPr id="11" name="">
            <a:extLst xmlns:a="http://schemas.openxmlformats.org/drawingml/2006/main">
              <a:ext uri="{FF2B5EF4-FFF2-40B4-BE49-F238E27FC236}">
                <a16:creationId xmlns:a16="http://schemas.microsoft.com/office/drawing/2014/main" id="{150BDE45-B369-4EF4-ADE0-4A6287F07D5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D0713AA-FE1F-4A2E-8AC0-5114AC281E8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2805B68D-ADAC-4D92-91ED-756E414B726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574607476"/>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E797B2-45D1-4FC3-B81C-2A92F0DA86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B98DFF5-927A-4F0A-B19D-4D93B56FA4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호출의 기대</a:t>
            </a:r>
          </a:p>
        </p:txBody>
      </p:sp>
      <p:sp>
        <p:nvSpPr>
          <p:cNvPr id="3" name="">
            <a:extLst xmlns:a="http://schemas.openxmlformats.org/drawingml/2006/main">
              <a:ext uri="{FF2B5EF4-FFF2-40B4-BE49-F238E27FC236}">
                <a16:creationId xmlns:a16="http://schemas.microsoft.com/office/drawing/2014/main" id="{92390F61-35C4-40D7-8016-97A12FFE97C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DB190C4-1373-4772-82C6-293E301538D8}"/>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기본 28은 주의입니다.</a:t>
            </a:r>
          </a:p>
        </p:txBody>
      </p:sp>
      <p:sp>
        <p:nvSpPr>
          <p:cNvPr id="5" name="">
            <a:extLst xmlns:a="http://schemas.openxmlformats.org/drawingml/2006/main">
              <a:ext uri="{FF2B5EF4-FFF2-40B4-BE49-F238E27FC236}">
                <a16:creationId xmlns:a16="http://schemas.microsoft.com/office/drawing/2014/main" id="{C79D2974-425E-472A-8DD3-6B6691BB5944}"/>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기준 30에서 </a:t>
            </a:r>
            <a:r>
              <a:rPr b="1">
                <a:solidFill>
                  <a:srgbClr val="002FA7"/>
                </a:solidFill>
              </a:rPr>
              <a:t>29.9는 정상</a:t>
            </a:r>
            <a:r>
              <a:t>, </a:t>
            </a:r>
            <a:r>
              <a:rPr b="1">
                <a:solidFill>
                  <a:srgbClr val="002FA7"/>
                </a:solidFill>
              </a:rPr>
              <a:t>30은 주의</a:t>
            </a:r>
            <a:r>
              <a:t>입니다.</a:t>
            </a:r>
          </a:p>
        </p:txBody>
      </p:sp>
      <p:sp>
        <p:nvSpPr>
          <p:cNvPr id="6" name="">
            <a:extLst xmlns:a="http://schemas.openxmlformats.org/drawingml/2006/main">
              <a:ext uri="{FF2B5EF4-FFF2-40B4-BE49-F238E27FC236}">
                <a16:creationId xmlns:a16="http://schemas.microsoft.com/office/drawing/2014/main" id="{272A9631-189F-4C80-BB71-9827BA03545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3B20652-F735-45BA-A340-26321E5AD1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96DF9EB6-77AD-4DDC-BE0F-D95CBD5A7FA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1633683196"/>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260E2D-FE2C-4EF0-AA17-55BF591DA50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638BDBA6-E33B-4AC6-BF08-C21AA7A6472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기본값과 인수</a:t>
            </a:r>
          </a:p>
        </p:txBody>
      </p:sp>
      <p:sp>
        <p:nvSpPr>
          <p:cNvPr id="3" name="">
            <a:extLst xmlns:a="http://schemas.openxmlformats.org/drawingml/2006/main">
              <a:ext uri="{FF2B5EF4-FFF2-40B4-BE49-F238E27FC236}">
                <a16:creationId xmlns:a16="http://schemas.microsoft.com/office/drawing/2014/main" id="{CAF94B58-FFD0-49D1-8D6A-DE723C1EF6E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특정 장소만 바꾸는 요청과 전체 변경은?</a:t>
            </a:r>
          </a:p>
        </p:txBody>
      </p:sp>
      <p:sp>
        <p:nvSpPr>
          <p:cNvPr id="4" name="">
            <a:extLst xmlns:a="http://schemas.openxmlformats.org/drawingml/2006/main">
              <a:ext uri="{FF2B5EF4-FFF2-40B4-BE49-F238E27FC236}">
                <a16:creationId xmlns:a16="http://schemas.microsoft.com/office/drawing/2014/main" id="{D7042AE9-12C3-490D-970F-A492928E945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영향 받을 호출을 구별해 보세요.</a:t>
            </a:r>
          </a:p>
        </p:txBody>
      </p:sp>
      <p:sp>
        <p:nvSpPr>
          <p:cNvPr id="5" name="">
            <a:extLst xmlns:a="http://schemas.openxmlformats.org/drawingml/2006/main">
              <a:ext uri="{FF2B5EF4-FFF2-40B4-BE49-F238E27FC236}">
                <a16:creationId xmlns:a16="http://schemas.microsoft.com/office/drawing/2014/main" id="{F9B7B08B-6678-4A86-86EE-ADE3A87B83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D49B727-99E9-445E-A7D6-D2532CF3B7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3BE38426-C534-43AD-BA82-1B055291A9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852296930"/>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5EF17C-63EE-46B1-B9B3-29F7B2745A1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B01C357-F89F-45DA-A054-A17E8DA80A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A17  동료에게 변경 설명</a:t>
            </a:r>
          </a:p>
        </p:txBody>
      </p:sp>
      <p:sp>
        <p:nvSpPr>
          <p:cNvPr id="3" name="">
            <a:extLst xmlns:a="http://schemas.openxmlformats.org/drawingml/2006/main">
              <a:ext uri="{FF2B5EF4-FFF2-40B4-BE49-F238E27FC236}">
                <a16:creationId xmlns:a16="http://schemas.microsoft.com/office/drawing/2014/main" id="{E43F1426-740E-46F8-80B2-42F0FB5B147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BD1B75B-1845-4847-98B9-3E1910D877A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요구 한 개를 바뀐 줄과 연결합니다.</a:t>
            </a:r>
          </a:p>
        </p:txBody>
      </p:sp>
      <p:sp>
        <p:nvSpPr>
          <p:cNvPr id="5" name="">
            <a:extLst xmlns:a="http://schemas.openxmlformats.org/drawingml/2006/main">
              <a:ext uri="{FF2B5EF4-FFF2-40B4-BE49-F238E27FC236}">
                <a16:creationId xmlns:a16="http://schemas.microsoft.com/office/drawing/2014/main" id="{78BCC8C9-A781-4E9F-AFD5-C628E1B3A5A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3F254E-E616-4D14-8D3D-F7A6EF6DD18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63343B1-D6CB-4BF5-859E-DE3F7CC9EF2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검사 한 개를 동료가 다시 확인합니다.</a:t>
            </a:r>
          </a:p>
        </p:txBody>
      </p:sp>
      <p:sp>
        <p:nvSpPr>
          <p:cNvPr id="8" name="">
            <a:extLst xmlns:a="http://schemas.openxmlformats.org/drawingml/2006/main">
              <a:ext uri="{FF2B5EF4-FFF2-40B4-BE49-F238E27FC236}">
                <a16:creationId xmlns:a16="http://schemas.microsoft.com/office/drawing/2014/main" id="{4BAF74C2-E04D-4A41-9398-F2DC2D52288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715A81-A30C-43E6-9888-A0AA8A59F1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11DE0A61-974E-4FF5-AF04-56BF9E94E24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1765236596"/>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974B6C-4B06-4B06-B0DB-21581FE23BC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9F292A2-AEBF-43C1-A8EF-A7B8BE8D8D2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동료에게 변경 설명의 예</a:t>
            </a:r>
          </a:p>
        </p:txBody>
      </p:sp>
      <p:graphicFrame>
        <p:nvGraphicFramePr>
          <p:cNvPr id="10"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2743200"/>
                <a:gridCol w="3429000"/>
                <a:gridCol w="4800600"/>
              </a:tblGrid>
              <a:tr h="733425">
                <a:tc>
                  <a:txBody>
                    <a:bodyPr wrap="square"/>
                    <a:lstStyle/>
                    <a:p>
                      <a:pPr>
                        <a:lnSpc>
                          <a:spcPct val="94000"/>
                        </a:lnSpc>
                        <a:buNone/>
                      </a:pPr>
                      <a:r>
                        <a:rPr sz="2100" b="1">
                          <a:solidFill>
                            <a:srgbClr val="FFFFFF"/>
                          </a:solidFill>
                          <a:latin typeface="Noto Sans KR"/>
                          <a:ea typeface="Noto Sans KR"/>
                          <a:cs typeface="Noto Sans KR"/>
                        </a:rPr>
                        <a:t>요구</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코드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검사</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누락 구별</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None 처리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missing 사례</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28 이상</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&gt;= 조건</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boundary 사례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7671436E-A660-4845-B001-752C9E05E8B6}"/>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작업본을 바로 덮어쓰지 않습니다.</a:t>
            </a:r>
          </a:p>
        </p:txBody>
      </p:sp>
      <p:sp>
        <p:nvSpPr>
          <p:cNvPr id="5" name="">
            <a:extLst xmlns:a="http://schemas.openxmlformats.org/drawingml/2006/main">
              <a:ext uri="{FF2B5EF4-FFF2-40B4-BE49-F238E27FC236}">
                <a16:creationId xmlns:a16="http://schemas.microsoft.com/office/drawing/2014/main" id="{35CFE8BB-4CD6-4103-B014-680E78323F3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C98DC9C-C77B-42BF-AEEC-258EB624EF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DF1329AA-FDA9-4F48-9899-91DDD142B6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244606634"/>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16B0C3F-8AE4-4925-86B1-C790F35DC4D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65DFFFF-BF9B-4197-93AD-FCF1228EDCD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재확인할 정보</a:t>
            </a:r>
          </a:p>
        </p:txBody>
      </p:sp>
      <p:sp>
        <p:nvSpPr>
          <p:cNvPr id="3" name="">
            <a:extLst xmlns:a="http://schemas.openxmlformats.org/drawingml/2006/main">
              <a:ext uri="{FF2B5EF4-FFF2-40B4-BE49-F238E27FC236}">
                <a16:creationId xmlns:a16="http://schemas.microsoft.com/office/drawing/2014/main" id="{E3428B3A-C7DD-4180-AE14-D9F5A9DD756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49DEB04-2946-4FE5-87BF-C95142E8644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동료가 파일과 실행 경로를 찾을 수 있어야 합니다.</a:t>
            </a:r>
          </a:p>
        </p:txBody>
      </p:sp>
      <p:sp>
        <p:nvSpPr>
          <p:cNvPr id="5" name="">
            <a:extLst xmlns:a="http://schemas.openxmlformats.org/drawingml/2006/main">
              <a:ext uri="{FF2B5EF4-FFF2-40B4-BE49-F238E27FC236}">
                <a16:creationId xmlns:a16="http://schemas.microsoft.com/office/drawing/2014/main" id="{9745C083-2BBE-4155-9175-D1B1B972023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E1B0FB7-B858-4ED9-AC25-1086F1CDEB0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9BB0C4B-B2D3-4960-8982-CE9E1779839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부족한 설명을 검토 메모로 남깁니다.</a:t>
            </a:r>
          </a:p>
        </p:txBody>
      </p:sp>
      <p:sp>
        <p:nvSpPr>
          <p:cNvPr id="8" name="">
            <a:extLst xmlns:a="http://schemas.openxmlformats.org/drawingml/2006/main">
              <a:ext uri="{FF2B5EF4-FFF2-40B4-BE49-F238E27FC236}">
                <a16:creationId xmlns:a16="http://schemas.microsoft.com/office/drawing/2014/main" id="{48216D8E-6467-4E51-8388-FC0622FA473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15E17CF-BB81-4900-84D2-A7C933B1AB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22B44F57-0B6E-4602-9BB8-4F29E3827C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34152640"/>
      </p:ext>
    </p:extLst>
  </p:cSld>
</p:sld>
</file>

<file path=ppt/slides/slide8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1A67A0-F3E2-463A-9763-8ACD68DCC94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D48E0675-DDE7-400D-ACBD-E2F88295CF0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줄 인계 보완</a:t>
            </a:r>
          </a:p>
        </p:txBody>
      </p:sp>
      <p:sp>
        <p:nvSpPr>
          <p:cNvPr id="3" name="">
            <a:extLst xmlns:a="http://schemas.openxmlformats.org/drawingml/2006/main">
              <a:ext uri="{FF2B5EF4-FFF2-40B4-BE49-F238E27FC236}">
                <a16:creationId xmlns:a16="http://schemas.microsoft.com/office/drawing/2014/main" id="{C0AE4EF3-8E5B-4089-BFB1-90E38FC1807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“테스트됐음”만 적은 설명을 보완하세요.</a:t>
            </a:r>
          </a:p>
        </p:txBody>
      </p:sp>
      <p:sp>
        <p:nvSpPr>
          <p:cNvPr id="4" name="">
            <a:extLst xmlns:a="http://schemas.openxmlformats.org/drawingml/2006/main">
              <a:ext uri="{FF2B5EF4-FFF2-40B4-BE49-F238E27FC236}">
                <a16:creationId xmlns:a16="http://schemas.microsoft.com/office/drawing/2014/main" id="{9C06A499-7884-49FD-9F9F-343EA4B84B4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459237-68D4-4786-AA8C-96EA297DF34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C496E0BD-90D8-41CD-99E6-56FCB838143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089</a:t>
            </a:r>
          </a:p>
        </p:txBody>
      </p:sp>
    </p:spTree>
    <p:extLst>
      <p:ext uri="{BB962C8B-B14F-4D97-AF65-F5344CB8AC3E}">
        <p14:creationId xmlns:p14="http://schemas.microsoft.com/office/powerpoint/2010/main" val="877875066"/>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FA50FEA-0F73-4673-B15F-E6A96611659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595AFAA-92B8-454F-B01E-C67630F8125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A18  완료와 미확인</a:t>
            </a:r>
          </a:p>
        </p:txBody>
      </p:sp>
      <p:sp>
        <p:nvSpPr>
          <p:cNvPr id="3" name="">
            <a:extLst xmlns:a="http://schemas.openxmlformats.org/drawingml/2006/main">
              <a:ext uri="{FF2B5EF4-FFF2-40B4-BE49-F238E27FC236}">
                <a16:creationId xmlns:a16="http://schemas.microsoft.com/office/drawing/2014/main" id="{5BBFD0B5-9332-4FAE-8F18-46B73E2E4F2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가상 검사</a:t>
            </a:r>
          </a:p>
        </p:txBody>
      </p:sp>
      <p:sp>
        <p:nvSpPr>
          <p:cNvPr id="4" name="">
            <a:extLst xmlns:a="http://schemas.openxmlformats.org/drawingml/2006/main">
              <a:ext uri="{FF2B5EF4-FFF2-40B4-BE49-F238E27FC236}">
                <a16:creationId xmlns:a16="http://schemas.microsoft.com/office/drawing/2014/main" id="{30745854-5E90-4181-B17C-E3FBD43E41F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FEE31F-E751-4BDC-BE95-290BDDB5AAA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바뀐 조건과 관찰한 결과를 보고합니다.</a:t>
            </a:r>
          </a:p>
        </p:txBody>
      </p:sp>
      <p:sp>
        <p:nvSpPr>
          <p:cNvPr id="6" name="">
            <a:extLst xmlns:a="http://schemas.openxmlformats.org/drawingml/2006/main">
              <a:ext uri="{FF2B5EF4-FFF2-40B4-BE49-F238E27FC236}">
                <a16:creationId xmlns:a16="http://schemas.microsoft.com/office/drawing/2014/main" id="{E98F16D0-2BFC-4CAF-89FF-1DF2E94F726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가상 검사</a:t>
            </a:r>
            <a:r>
              <a:t>와 </a:t>
            </a:r>
            <a:r>
              <a:rPr b="1">
                <a:solidFill>
                  <a:srgbClr val="002FA7"/>
                </a:solidFill>
              </a:rPr>
              <a:t>실제 운영</a:t>
            </a:r>
            <a:r>
              <a:t>을 구별합니다.</a:t>
            </a:r>
          </a:p>
        </p:txBody>
      </p:sp>
      <p:sp>
        <p:nvSpPr>
          <p:cNvPr id="7" name="">
            <a:extLst xmlns:a="http://schemas.openxmlformats.org/drawingml/2006/main">
              <a:ext uri="{FF2B5EF4-FFF2-40B4-BE49-F238E27FC236}">
                <a16:creationId xmlns:a16="http://schemas.microsoft.com/office/drawing/2014/main" id="{2733F302-2CE5-4B2D-9EFA-261CC889C07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3AD081-C0A5-43B3-9081-286576381D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FC4E0FAB-A034-4CAF-BBAF-3E992A9FC1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2122326425"/>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49242A3-406D-47C1-A36E-4139596DF3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9D7C9B4-4173-4045-B18C-89B6A61314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완료와 미확인의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486400"/>
                <a:gridCol w="5486400"/>
              </a:tblGrid>
              <a:tr h="733425">
                <a:tc>
                  <a:txBody>
                    <a:bodyPr wrap="square"/>
                    <a:lstStyle/>
                    <a:p>
                      <a:pPr>
                        <a:lnSpc>
                          <a:spcPct val="94000"/>
                        </a:lnSpc>
                        <a:buNone/>
                      </a:pPr>
                      <a:r>
                        <a:rPr sz="2100" b="1">
                          <a:solidFill>
                            <a:srgbClr val="FFFFFF"/>
                          </a:solidFill>
                          <a:latin typeface="Noto Sans KR"/>
                          <a:ea typeface="Noto Sans KR"/>
                          <a:cs typeface="Noto Sans KR"/>
                        </a:rPr>
                        <a:t>범위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현재 근거</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분류 계약</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가상 검사</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AI 서비스</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호출 미수행</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실제 센서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운영 미확인</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6E562306-FA18-4265-9AE8-5B41E0930D07}"/>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다음 확인 조건도 함께 전달합니다.</a:t>
            </a:r>
          </a:p>
        </p:txBody>
      </p:sp>
      <p:sp>
        <p:nvSpPr>
          <p:cNvPr id="5" name="">
            <a:extLst xmlns:a="http://schemas.openxmlformats.org/drawingml/2006/main">
              <a:ext uri="{FF2B5EF4-FFF2-40B4-BE49-F238E27FC236}">
                <a16:creationId xmlns:a16="http://schemas.microsoft.com/office/drawing/2014/main" id="{E385E001-963B-435C-A478-FC2091C412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19176EE-EB17-40B1-B39A-D7C3661476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F4794233-D3BF-4CD6-8855-2824AEBE84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916031088"/>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CFE026-76B1-4287-A7C5-3CE7D685B4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BCF5616-0998-40A5-94B3-61B3AD68E94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작업의 완료 범위</a:t>
            </a:r>
          </a:p>
        </p:txBody>
      </p:sp>
      <p:sp>
        <p:nvSpPr>
          <p:cNvPr id="3" name="">
            <a:extLst xmlns:a="http://schemas.openxmlformats.org/drawingml/2006/main">
              <a:ext uri="{FF2B5EF4-FFF2-40B4-BE49-F238E27FC236}">
                <a16:creationId xmlns:a16="http://schemas.microsoft.com/office/drawing/2014/main" id="{96EF9C83-8444-4299-AEDB-A7F1DE76B9EE}"/>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9A64BB0-A8F3-4881-81C2-8F8291316E28}"/>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제공 응답 검토와 로컬 분류 검사를 남깁니다.</a:t>
            </a:r>
          </a:p>
        </p:txBody>
      </p:sp>
      <p:sp>
        <p:nvSpPr>
          <p:cNvPr id="5" name="">
            <a:extLst xmlns:a="http://schemas.openxmlformats.org/drawingml/2006/main">
              <a:ext uri="{FF2B5EF4-FFF2-40B4-BE49-F238E27FC236}">
                <a16:creationId xmlns:a16="http://schemas.microsoft.com/office/drawing/2014/main" id="{375C365C-4B3E-43CC-951E-19F56E267C1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실제 AI가 작성했다고 추정하지 않습니다.</a:t>
            </a:r>
          </a:p>
        </p:txBody>
      </p:sp>
      <p:sp>
        <p:nvSpPr>
          <p:cNvPr id="6" name="">
            <a:extLst xmlns:a="http://schemas.openxmlformats.org/drawingml/2006/main">
              <a:ext uri="{FF2B5EF4-FFF2-40B4-BE49-F238E27FC236}">
                <a16:creationId xmlns:a16="http://schemas.microsoft.com/office/drawing/2014/main" id="{35FADCB0-088D-407D-A19A-ABA9E7A96E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D5F0B7A-36F3-4B7C-A48B-EB6A82544C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B405A355-B203-44A0-9F07-237C4D83D6E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998445558"/>
      </p:ext>
    </p:extLst>
  </p:cSld>
</p:sld>
</file>

<file path=ppt/slides/slide9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09FD9C-C349-4285-B214-239A0BBD305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A5056FA-E2E6-42B6-8DB4-6A2E0BBAC45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세 문장 인계</a:t>
            </a:r>
          </a:p>
        </p:txBody>
      </p:sp>
      <p:sp>
        <p:nvSpPr>
          <p:cNvPr id="3" name="">
            <a:extLst xmlns:a="http://schemas.openxmlformats.org/drawingml/2006/main">
              <a:ext uri="{FF2B5EF4-FFF2-40B4-BE49-F238E27FC236}">
                <a16:creationId xmlns:a16="http://schemas.microsoft.com/office/drawing/2014/main" id="{5AD58C2D-F1C0-494A-BADE-E498884B9E4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변경·근거·남은 확인을 한 문장씩 쓰세요.</a:t>
            </a:r>
          </a:p>
        </p:txBody>
      </p:sp>
      <p:sp>
        <p:nvSpPr>
          <p:cNvPr id="4" name="">
            <a:extLst xmlns:a="http://schemas.openxmlformats.org/drawingml/2006/main">
              <a:ext uri="{FF2B5EF4-FFF2-40B4-BE49-F238E27FC236}">
                <a16:creationId xmlns:a16="http://schemas.microsoft.com/office/drawing/2014/main" id="{8399157F-C6DE-4FE0-ADD8-4CBCAD860A8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DBB9BF-F3F1-4356-94A6-7A03234377C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3034E040-3379-4FC2-AD06-34BCB365C0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093</a:t>
            </a:r>
          </a:p>
        </p:txBody>
      </p:sp>
    </p:spTree>
    <p:extLst>
      <p:ext uri="{BB962C8B-B14F-4D97-AF65-F5344CB8AC3E}">
        <p14:creationId xmlns:p14="http://schemas.microsoft.com/office/powerpoint/2010/main" val="277358123"/>
      </p:ext>
    </p:extLst>
  </p:cSld>
</p:sld>
</file>

<file path=ppt/slides/slide9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59FC43-ED90-4964-A8D9-CFEAEF12988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AC23806-A745-46E4-BBA6-FFC84198EB4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1  새 상황 적용</a:t>
            </a:r>
          </a:p>
        </p:txBody>
      </p:sp>
      <p:sp>
        <p:nvSpPr>
          <p:cNvPr id="3" name="">
            <a:extLst xmlns:a="http://schemas.openxmlformats.org/drawingml/2006/main">
              <a:ext uri="{FF2B5EF4-FFF2-40B4-BE49-F238E27FC236}">
                <a16:creationId xmlns:a16="http://schemas.microsoft.com/office/drawing/2014/main" id="{80D3DD19-3E2F-4FE7-83D5-FACA4CFAF23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함수·실패 로그·고객 명단·암호가 있습니다.</a:t>
            </a:r>
          </a:p>
        </p:txBody>
      </p:sp>
      <p:sp>
        <p:nvSpPr>
          <p:cNvPr id="4" name="">
            <a:extLst xmlns:a="http://schemas.openxmlformats.org/drawingml/2006/main">
              <a:ext uri="{FF2B5EF4-FFF2-40B4-BE49-F238E27FC236}">
                <a16:creationId xmlns:a16="http://schemas.microsoft.com/office/drawing/2014/main" id="{B268491D-8061-497A-AB8D-3E1AE159DA9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경계 수정에 필요한 자료를 고르세요.</a:t>
            </a:r>
          </a:p>
        </p:txBody>
      </p:sp>
      <p:sp>
        <p:nvSpPr>
          <p:cNvPr id="5" name="">
            <a:extLst xmlns:a="http://schemas.openxmlformats.org/drawingml/2006/main">
              <a:ext uri="{FF2B5EF4-FFF2-40B4-BE49-F238E27FC236}">
                <a16:creationId xmlns:a16="http://schemas.microsoft.com/office/drawing/2014/main" id="{F1F1B7DD-356B-41A0-AAD3-C77591E6475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B4AF9D2-EC98-4416-BA26-5CF2B9F93E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8318EED2-5446-4A8D-AE3C-E2E475B6E4B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094</a:t>
            </a:r>
          </a:p>
        </p:txBody>
      </p:sp>
    </p:spTree>
    <p:extLst>
      <p:ext uri="{BB962C8B-B14F-4D97-AF65-F5344CB8AC3E}">
        <p14:creationId xmlns:p14="http://schemas.microsoft.com/office/powerpoint/2010/main" val="1773989147"/>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9F04A8-AFB6-426B-8210-2059FD39202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29D48E7B-5960-4136-B080-311C9F934C4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2  새 상황 적용</a:t>
            </a:r>
          </a:p>
        </p:txBody>
      </p:sp>
      <p:sp>
        <p:nvSpPr>
          <p:cNvPr id="3" name="">
            <a:extLst xmlns:a="http://schemas.openxmlformats.org/drawingml/2006/main">
              <a:ext uri="{FF2B5EF4-FFF2-40B4-BE49-F238E27FC236}">
                <a16:creationId xmlns:a16="http://schemas.microsoft.com/office/drawing/2014/main" id="{9E8D4C29-2655-4F9F-9F4A-D5824798A23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5 초과 점검의 4.9·5·5.1을 판단하세요.</a:t>
            </a:r>
          </a:p>
        </p:txBody>
      </p:sp>
      <p:sp>
        <p:nvSpPr>
          <p:cNvPr id="4" name="">
            <a:extLst xmlns:a="http://schemas.openxmlformats.org/drawingml/2006/main">
              <a:ext uri="{FF2B5EF4-FFF2-40B4-BE49-F238E27FC236}">
                <a16:creationId xmlns:a16="http://schemas.microsoft.com/office/drawing/2014/main" id="{F0DB140C-C729-497B-85FC-301ED84976E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누락 처리도 별도로 설명하세요.</a:t>
            </a:r>
          </a:p>
        </p:txBody>
      </p:sp>
      <p:sp>
        <p:nvSpPr>
          <p:cNvPr id="5" name="">
            <a:extLst xmlns:a="http://schemas.openxmlformats.org/drawingml/2006/main">
              <a:ext uri="{FF2B5EF4-FFF2-40B4-BE49-F238E27FC236}">
                <a16:creationId xmlns:a16="http://schemas.microsoft.com/office/drawing/2014/main" id="{44ECBCDB-82B4-49DC-9D9A-AA06371BCE8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6A12488-9766-479E-B304-C6379EF05C5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C4DD55DD-6AB5-436B-9595-F2F44427A4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115436543"/>
      </p:ext>
    </p:extLst>
  </p:cSld>
</p:sld>
</file>

<file path=ppt/slides/slide9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689341-ADF9-4DD8-9162-35E568ECEE6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831BA63F-744D-4A93-A9AF-0FB0ADAC14C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3  새 상황 적용</a:t>
            </a:r>
          </a:p>
        </p:txBody>
      </p:sp>
      <p:sp>
        <p:nvSpPr>
          <p:cNvPr id="3" name="">
            <a:extLst xmlns:a="http://schemas.openxmlformats.org/drawingml/2006/main">
              <a:ext uri="{FF2B5EF4-FFF2-40B4-BE49-F238E27FC236}">
                <a16:creationId xmlns:a16="http://schemas.microsoft.com/office/drawing/2014/main" id="{5EBB1D27-7BE7-4B40-B709-1423D053D1C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코드 차이와 가상 검사 출력만 있습니다.</a:t>
            </a:r>
          </a:p>
        </p:txBody>
      </p:sp>
      <p:sp>
        <p:nvSpPr>
          <p:cNvPr id="4" name="">
            <a:extLst xmlns:a="http://schemas.openxmlformats.org/drawingml/2006/main">
              <a:ext uri="{FF2B5EF4-FFF2-40B4-BE49-F238E27FC236}">
                <a16:creationId xmlns:a16="http://schemas.microsoft.com/office/drawing/2014/main" id="{9541D252-76F4-4309-9AAB-8229B58C362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완료라고 보고할 범위를 쓰세요.</a:t>
            </a:r>
          </a:p>
        </p:txBody>
      </p:sp>
      <p:sp>
        <p:nvSpPr>
          <p:cNvPr id="5" name="">
            <a:extLst xmlns:a="http://schemas.openxmlformats.org/drawingml/2006/main">
              <a:ext uri="{FF2B5EF4-FFF2-40B4-BE49-F238E27FC236}">
                <a16:creationId xmlns:a16="http://schemas.microsoft.com/office/drawing/2014/main" id="{F33B1AD7-A2C4-4818-955B-F3984D15E7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3BF499-073C-4ABF-9464-F8BBE0A38C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450D4D7E-0DE9-4966-808A-3594C19C012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096</a:t>
            </a:r>
          </a:p>
        </p:txBody>
      </p:sp>
    </p:spTree>
    <p:extLst>
      <p:ext uri="{BB962C8B-B14F-4D97-AF65-F5344CB8AC3E}">
        <p14:creationId xmlns:p14="http://schemas.microsoft.com/office/powerpoint/2010/main" val="1187991634"/>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A65ADE5-304B-4ED9-B5D8-BB56BF4DE64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5C83DF2-88C7-4374-8D3E-CABA4B2A4A0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4  새 상황 적용</a:t>
            </a:r>
          </a:p>
        </p:txBody>
      </p:sp>
      <p:sp>
        <p:nvSpPr>
          <p:cNvPr id="3" name="">
            <a:extLst xmlns:a="http://schemas.openxmlformats.org/drawingml/2006/main">
              <a:ext uri="{FF2B5EF4-FFF2-40B4-BE49-F238E27FC236}">
                <a16:creationId xmlns:a16="http://schemas.microsoft.com/office/drawing/2014/main" id="{8CD4BEF7-94E2-4FCC-9ED4-B831CD474DF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0·None·True·"28"·50·51을 판단하세요.</a:t>
            </a:r>
          </a:p>
        </p:txBody>
      </p:sp>
      <p:sp>
        <p:nvSpPr>
          <p:cNvPr id="4" name="">
            <a:extLst xmlns:a="http://schemas.openxmlformats.org/drawingml/2006/main">
              <a:ext uri="{FF2B5EF4-FFF2-40B4-BE49-F238E27FC236}">
                <a16:creationId xmlns:a16="http://schemas.microsoft.com/office/drawing/2014/main" id="{9EBDC9B1-37FF-47D7-915F-16F9EBB25C6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조건 순서가 필요한 이유를 설명하세요.</a:t>
            </a:r>
          </a:p>
        </p:txBody>
      </p:sp>
      <p:sp>
        <p:nvSpPr>
          <p:cNvPr id="5" name="">
            <a:extLst xmlns:a="http://schemas.openxmlformats.org/drawingml/2006/main">
              <a:ext uri="{FF2B5EF4-FFF2-40B4-BE49-F238E27FC236}">
                <a16:creationId xmlns:a16="http://schemas.microsoft.com/office/drawing/2014/main" id="{8B64621D-D808-45F2-AA9A-2030F3122D3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5B84233-2601-4289-B704-B5FD010778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F1BDB17C-670C-4073-A1FE-B10DD7AB58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2106721914"/>
      </p:ext>
    </p:extLst>
  </p:cSld>
</p:sld>
</file>

<file path=ppt/slides/slide9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4B38E5-2E53-4348-9C31-B55469A6485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F8B6704-33B3-43E8-9545-13FBC5FF44D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5  새 상황 적용</a:t>
            </a:r>
          </a:p>
        </p:txBody>
      </p:sp>
      <p:sp>
        <p:nvSpPr>
          <p:cNvPr id="3" name="">
            <a:extLst xmlns:a="http://schemas.openxmlformats.org/drawingml/2006/main">
              <a:ext uri="{FF2B5EF4-FFF2-40B4-BE49-F238E27FC236}">
                <a16:creationId xmlns:a16="http://schemas.microsoft.com/office/drawing/2014/main" id="{E159DD20-08B9-4EB2-B40E-8A70DC11D3F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문자 입력에서 TypeError가 나왔습니다.</a:t>
            </a:r>
          </a:p>
        </p:txBody>
      </p:sp>
      <p:sp>
        <p:nvSpPr>
          <p:cNvPr id="4" name="">
            <a:extLst xmlns:a="http://schemas.openxmlformats.org/drawingml/2006/main">
              <a:ext uri="{FF2B5EF4-FFF2-40B4-BE49-F238E27FC236}">
                <a16:creationId xmlns:a16="http://schemas.microsoft.com/office/drawing/2014/main" id="{1D18AD8D-E41B-4D4A-A19E-E6B856CC71C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재현 정보와 회귀 입력을 작성하세요.</a:t>
            </a:r>
          </a:p>
        </p:txBody>
      </p:sp>
      <p:sp>
        <p:nvSpPr>
          <p:cNvPr id="5" name="">
            <a:extLst xmlns:a="http://schemas.openxmlformats.org/drawingml/2006/main">
              <a:ext uri="{FF2B5EF4-FFF2-40B4-BE49-F238E27FC236}">
                <a16:creationId xmlns:a16="http://schemas.microsoft.com/office/drawing/2014/main" id="{5A4CEED7-7E09-4EEC-BAE1-0EB6CE31C3E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665219-6E28-4146-A86D-4BA1AF79C35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D1D0090B-3E9E-4992-98DE-8888F95F73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098</a:t>
            </a:r>
          </a:p>
        </p:txBody>
      </p:sp>
    </p:spTree>
    <p:extLst>
      <p:ext uri="{BB962C8B-B14F-4D97-AF65-F5344CB8AC3E}">
        <p14:creationId xmlns:p14="http://schemas.microsoft.com/office/powerpoint/2010/main" val="1153978878"/>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CAB493-323D-448A-A38A-A0C331350BC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4AC083B6-E1A6-4952-829B-17D5A44F064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6  새 상황 적용</a:t>
            </a:r>
          </a:p>
        </p:txBody>
      </p:sp>
      <p:sp>
        <p:nvSpPr>
          <p:cNvPr id="3" name="">
            <a:extLst xmlns:a="http://schemas.openxmlformats.org/drawingml/2006/main">
              <a:ext uri="{FF2B5EF4-FFF2-40B4-BE49-F238E27FC236}">
                <a16:creationId xmlns:a16="http://schemas.microsoft.com/office/drawing/2014/main" id="{F6CD72CD-F6EF-4219-A20E-F88C006E89A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특정 장소만 기준 30으로 바꿉니다.</a:t>
            </a:r>
          </a:p>
        </p:txBody>
      </p:sp>
      <p:sp>
        <p:nvSpPr>
          <p:cNvPr id="4" name="">
            <a:extLst xmlns:a="http://schemas.openxmlformats.org/drawingml/2006/main">
              <a:ext uri="{FF2B5EF4-FFF2-40B4-BE49-F238E27FC236}">
                <a16:creationId xmlns:a16="http://schemas.microsoft.com/office/drawing/2014/main" id="{31DA4FA5-209C-4E42-B9BE-18369C03270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기본 호출과 인수 호출을 비교하세요.</a:t>
            </a:r>
          </a:p>
        </p:txBody>
      </p:sp>
      <p:sp>
        <p:nvSpPr>
          <p:cNvPr id="5" name="">
            <a:extLst xmlns:a="http://schemas.openxmlformats.org/drawingml/2006/main">
              <a:ext uri="{FF2B5EF4-FFF2-40B4-BE49-F238E27FC236}">
                <a16:creationId xmlns:a16="http://schemas.microsoft.com/office/drawing/2014/main" id="{7EB2D40E-DAF3-4D9F-B44F-A08C5861EC8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3935FC-8B85-4AB6-A8FF-D63BF033899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AD64CA3C-36AD-49CE-8A5A-2BFD76948A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1774577824"/>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5A910E9-B5D2-4CF0-92BE-E662D2797D9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AC0C6B3-73AC-40B8-88EB-28A7EA1A0E7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확인한 증거</a:t>
            </a:r>
          </a:p>
        </p:txBody>
      </p:sp>
      <p:sp>
        <p:nvSpPr>
          <p:cNvPr id="3" name="">
            <a:extLst xmlns:a="http://schemas.openxmlformats.org/drawingml/2006/main">
              <a:ext uri="{FF2B5EF4-FFF2-40B4-BE49-F238E27FC236}">
                <a16:creationId xmlns:a16="http://schemas.microsoft.com/office/drawing/2014/main" id="{E211CA24-2C6B-4DD7-B27D-40A4FAB99DF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CBF3B68-5575-4F26-B3A6-1F5DB67489C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목적을 적습니다.</a:t>
            </a:r>
          </a:p>
        </p:txBody>
      </p:sp>
      <p:sp>
        <p:nvSpPr>
          <p:cNvPr id="5" name="">
            <a:extLst xmlns:a="http://schemas.openxmlformats.org/drawingml/2006/main">
              <a:ext uri="{FF2B5EF4-FFF2-40B4-BE49-F238E27FC236}">
                <a16:creationId xmlns:a16="http://schemas.microsoft.com/office/drawing/2014/main" id="{73C59A90-7EEC-42CD-972B-F1B7C15D943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79DD78-BDEF-44CF-B96B-D5E502EDD9A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E5E0D3B-73C8-4E51-AD95-BFA99738793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입력·예상·실제 결과를 연결합니다.</a:t>
            </a:r>
          </a:p>
        </p:txBody>
      </p:sp>
      <p:sp>
        <p:nvSpPr>
          <p:cNvPr id="8" name="">
            <a:extLst xmlns:a="http://schemas.openxmlformats.org/drawingml/2006/main">
              <a:ext uri="{FF2B5EF4-FFF2-40B4-BE49-F238E27FC236}">
                <a16:creationId xmlns:a16="http://schemas.microsoft.com/office/drawing/2014/main" id="{7B0DAECC-4644-4C0C-894C-6D3E88EE8EB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7D2F5A-07D1-44D3-BEA7-71F1F8CC463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7A25327-30F9-479F-AD75-5BA67E09EAA3}"/>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실행과 관찰 방식을 구별합니다.</a:t>
            </a:r>
          </a:p>
        </p:txBody>
      </p:sp>
      <p:sp>
        <p:nvSpPr>
          <p:cNvPr id="11" name="">
            <a:extLst xmlns:a="http://schemas.openxmlformats.org/drawingml/2006/main">
              <a:ext uri="{FF2B5EF4-FFF2-40B4-BE49-F238E27FC236}">
                <a16:creationId xmlns:a16="http://schemas.microsoft.com/office/drawing/2014/main" id="{1B47C3F6-497E-4BCF-9689-6D0488A6F14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62A5FE-2B2A-4F5F-ACD4-68701585EB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B75A6753-52D7-4266-8D77-96910F82F88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1876728708"/>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69175E-B124-4D63-B63E-91DD7D61C38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C48C024A-4D51-4B02-8B9F-7C53A8DD50B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동료에게 남길 질문</a:t>
            </a:r>
          </a:p>
        </p:txBody>
      </p:sp>
      <p:sp>
        <p:nvSpPr>
          <p:cNvPr id="3" name="">
            <a:extLst xmlns:a="http://schemas.openxmlformats.org/drawingml/2006/main">
              <a:ext uri="{FF2B5EF4-FFF2-40B4-BE49-F238E27FC236}">
                <a16:creationId xmlns:a16="http://schemas.microsoft.com/office/drawing/2014/main" id="{0919ECEB-D662-4283-BBBC-2B3D21EECEE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확인하지 않은 조건을 두 개 쓰세요.</a:t>
            </a:r>
          </a:p>
        </p:txBody>
      </p:sp>
      <p:sp>
        <p:nvSpPr>
          <p:cNvPr id="4" name="">
            <a:extLst xmlns:a="http://schemas.openxmlformats.org/drawingml/2006/main">
              <a:ext uri="{FF2B5EF4-FFF2-40B4-BE49-F238E27FC236}">
                <a16:creationId xmlns:a16="http://schemas.microsoft.com/office/drawing/2014/main" id="{1ED134F1-9D25-4102-83EF-233A4CD2D36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같은 결과를 다시 얻을 방법을 설명하세요.</a:t>
            </a:r>
          </a:p>
        </p:txBody>
      </p:sp>
      <p:sp>
        <p:nvSpPr>
          <p:cNvPr id="5" name="">
            <a:extLst xmlns:a="http://schemas.openxmlformats.org/drawingml/2006/main">
              <a:ext uri="{FF2B5EF4-FFF2-40B4-BE49-F238E27FC236}">
                <a16:creationId xmlns:a16="http://schemas.microsoft.com/office/drawing/2014/main" id="{D8387F44-763F-460E-8DDE-A077BEC12B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4105B2-55F1-4D08-8BCE-B727D983AB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AF595E0B-F3E1-4479-ACF6-98AAA7C09FA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8534078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2026-10-05T03:41:05.6910000Z</dcterms:created>
  <dcterms:modified xsi:type="dcterms:W3CDTF">2026-10-05T03:41:05.6910000Z</dcterms:modified>
</coreProperties>
</file>